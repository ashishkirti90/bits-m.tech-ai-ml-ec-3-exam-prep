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ink/ink10.xml" ContentType="application/inkml+xml"/>
  <Override PartName="/ppt/notesSlides/notesSlide14.xml" ContentType="application/vnd.openxmlformats-officedocument.presentationml.notesSlide+xml"/>
  <Override PartName="/ppt/ink/ink11.xml" ContentType="application/inkml+xml"/>
  <Override PartName="/ppt/notesSlides/notesSlide15.xml" ContentType="application/vnd.openxmlformats-officedocument.presentationml.notesSlide+xml"/>
  <Override PartName="/ppt/ink/ink12.xml" ContentType="application/inkml+xml"/>
  <Override PartName="/ppt/notesSlides/notesSlide16.xml" ContentType="application/vnd.openxmlformats-officedocument.presentationml.notesSlide+xml"/>
  <Override PartName="/ppt/ink/ink13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4.xml" ContentType="application/inkml+xml"/>
  <Override PartName="/ppt/notesSlides/notesSlide20.xml" ContentType="application/vnd.openxmlformats-officedocument.presentationml.notesSlide+xml"/>
  <Override PartName="/ppt/ink/ink15.xml" ContentType="application/inkml+xml"/>
  <Override PartName="/ppt/notesSlides/notesSlide21.xml" ContentType="application/vnd.openxmlformats-officedocument.presentationml.notesSlide+xml"/>
  <Override PartName="/ppt/ink/ink16.xml" ContentType="application/inkml+xml"/>
  <Override PartName="/ppt/notesSlides/notesSlide22.xml" ContentType="application/vnd.openxmlformats-officedocument.presentationml.notesSlide+xml"/>
  <Override PartName="/ppt/ink/ink17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8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27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28.xml" ContentType="application/inkml+xml"/>
  <Override PartName="/ppt/notesSlides/notesSlide38.xml" ContentType="application/vnd.openxmlformats-officedocument.presentationml.notesSlide+xml"/>
  <Override PartName="/ppt/ink/ink29.xml" ContentType="application/inkml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30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31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32.xml" ContentType="application/inkml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ink/ink33.xml" ContentType="application/inkml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ink/ink34.xml" ContentType="application/inkml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ink/ink35.xml" ContentType="application/inkml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63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801" r:id="rId5"/>
    <p:sldMasterId id="2147483883" r:id="rId6"/>
    <p:sldMasterId id="2147483889" r:id="rId7"/>
    <p:sldMasterId id="2147483896" r:id="rId8"/>
    <p:sldMasterId id="2147483904" r:id="rId9"/>
  </p:sldMasterIdLst>
  <p:notesMasterIdLst>
    <p:notesMasterId r:id="rId121"/>
  </p:notesMasterIdLst>
  <p:sldIdLst>
    <p:sldId id="346" r:id="rId10"/>
    <p:sldId id="347" r:id="rId11"/>
    <p:sldId id="584" r:id="rId12"/>
    <p:sldId id="279" r:id="rId13"/>
    <p:sldId id="286" r:id="rId14"/>
    <p:sldId id="287" r:id="rId15"/>
    <p:sldId id="288" r:id="rId16"/>
    <p:sldId id="289" r:id="rId17"/>
    <p:sldId id="299" r:id="rId18"/>
    <p:sldId id="309" r:id="rId19"/>
    <p:sldId id="310" r:id="rId20"/>
    <p:sldId id="312" r:id="rId21"/>
    <p:sldId id="313" r:id="rId22"/>
    <p:sldId id="314" r:id="rId23"/>
    <p:sldId id="315" r:id="rId24"/>
    <p:sldId id="316" r:id="rId25"/>
    <p:sldId id="318" r:id="rId26"/>
    <p:sldId id="319" r:id="rId27"/>
    <p:sldId id="325" r:id="rId28"/>
    <p:sldId id="326" r:id="rId29"/>
    <p:sldId id="329" r:id="rId30"/>
    <p:sldId id="330" r:id="rId31"/>
    <p:sldId id="331" r:id="rId32"/>
    <p:sldId id="339" r:id="rId33"/>
    <p:sldId id="340" r:id="rId34"/>
    <p:sldId id="342" r:id="rId35"/>
    <p:sldId id="348" r:id="rId36"/>
    <p:sldId id="351" r:id="rId37"/>
    <p:sldId id="948" r:id="rId38"/>
    <p:sldId id="949" r:id="rId39"/>
    <p:sldId id="947" r:id="rId40"/>
    <p:sldId id="294" r:id="rId41"/>
    <p:sldId id="386" r:id="rId42"/>
    <p:sldId id="399" r:id="rId43"/>
    <p:sldId id="409" r:id="rId44"/>
    <p:sldId id="413" r:id="rId45"/>
    <p:sldId id="424" r:id="rId46"/>
    <p:sldId id="425" r:id="rId47"/>
    <p:sldId id="818" r:id="rId48"/>
    <p:sldId id="448" r:id="rId49"/>
    <p:sldId id="456" r:id="rId50"/>
    <p:sldId id="457" r:id="rId51"/>
    <p:sldId id="465" r:id="rId52"/>
    <p:sldId id="466" r:id="rId53"/>
    <p:sldId id="467" r:id="rId54"/>
    <p:sldId id="468" r:id="rId55"/>
    <p:sldId id="469" r:id="rId56"/>
    <p:sldId id="473" r:id="rId57"/>
    <p:sldId id="590" r:id="rId58"/>
    <p:sldId id="592" r:id="rId59"/>
    <p:sldId id="485" r:id="rId60"/>
    <p:sldId id="491" r:id="rId61"/>
    <p:sldId id="493" r:id="rId62"/>
    <p:sldId id="494" r:id="rId63"/>
    <p:sldId id="504" r:id="rId64"/>
    <p:sldId id="505" r:id="rId65"/>
    <p:sldId id="506" r:id="rId66"/>
    <p:sldId id="507" r:id="rId67"/>
    <p:sldId id="508" r:id="rId68"/>
    <p:sldId id="512" r:id="rId69"/>
    <p:sldId id="513" r:id="rId70"/>
    <p:sldId id="526" r:id="rId71"/>
    <p:sldId id="528" r:id="rId72"/>
    <p:sldId id="532" r:id="rId73"/>
    <p:sldId id="546" r:id="rId74"/>
    <p:sldId id="547" r:id="rId75"/>
    <p:sldId id="548" r:id="rId76"/>
    <p:sldId id="549" r:id="rId77"/>
    <p:sldId id="550" r:id="rId78"/>
    <p:sldId id="551" r:id="rId79"/>
    <p:sldId id="555" r:id="rId80"/>
    <p:sldId id="270" r:id="rId81"/>
    <p:sldId id="273" r:id="rId82"/>
    <p:sldId id="274" r:id="rId83"/>
    <p:sldId id="276" r:id="rId84"/>
    <p:sldId id="870" r:id="rId85"/>
    <p:sldId id="300" r:id="rId86"/>
    <p:sldId id="302" r:id="rId87"/>
    <p:sldId id="304" r:id="rId88"/>
    <p:sldId id="924" r:id="rId89"/>
    <p:sldId id="925" r:id="rId90"/>
    <p:sldId id="926" r:id="rId91"/>
    <p:sldId id="927" r:id="rId92"/>
    <p:sldId id="928" r:id="rId93"/>
    <p:sldId id="929" r:id="rId94"/>
    <p:sldId id="930" r:id="rId95"/>
    <p:sldId id="931" r:id="rId96"/>
    <p:sldId id="932" r:id="rId97"/>
    <p:sldId id="933" r:id="rId98"/>
    <p:sldId id="934" r:id="rId99"/>
    <p:sldId id="935" r:id="rId100"/>
    <p:sldId id="651" r:id="rId101"/>
    <p:sldId id="650" r:id="rId102"/>
    <p:sldId id="936" r:id="rId103"/>
    <p:sldId id="937" r:id="rId104"/>
    <p:sldId id="938" r:id="rId105"/>
    <p:sldId id="939" r:id="rId106"/>
    <p:sldId id="940" r:id="rId107"/>
    <p:sldId id="941" r:id="rId108"/>
    <p:sldId id="942" r:id="rId109"/>
    <p:sldId id="943" r:id="rId110"/>
    <p:sldId id="944" r:id="rId111"/>
    <p:sldId id="945" r:id="rId112"/>
    <p:sldId id="597" r:id="rId113"/>
    <p:sldId id="598" r:id="rId114"/>
    <p:sldId id="599" r:id="rId115"/>
    <p:sldId id="600" r:id="rId116"/>
    <p:sldId id="601" r:id="rId117"/>
    <p:sldId id="602" r:id="rId118"/>
    <p:sldId id="608" r:id="rId119"/>
    <p:sldId id="946" r:id="rId120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122"/>
      <p:bold r:id="rId123"/>
      <p:italic r:id="rId124"/>
      <p:boldItalic r:id="rId125"/>
    </p:embeddedFont>
    <p:embeddedFont>
      <p:font typeface="Calibri" panose="020F0502020204030204" pitchFamily="34" charset="0"/>
      <p:regular r:id="rId126"/>
      <p:bold r:id="rId127"/>
      <p:italic r:id="rId128"/>
      <p:boldItalic r:id="rId129"/>
    </p:embeddedFont>
    <p:embeddedFont>
      <p:font typeface="Calibri Light" panose="020F0302020204030204" pitchFamily="34" charset="0"/>
      <p:regular r:id="rId130"/>
      <p:italic r:id="rId131"/>
    </p:embeddedFont>
    <p:embeddedFont>
      <p:font typeface="Cambria" panose="02040503050406030204" pitchFamily="18" charset="0"/>
      <p:regular r:id="rId132"/>
      <p:bold r:id="rId133"/>
      <p:italic r:id="rId134"/>
      <p:boldItalic r:id="rId135"/>
    </p:embeddedFont>
    <p:embeddedFont>
      <p:font typeface="Helvetica" panose="020B0604020202020204" pitchFamily="34" charset="0"/>
      <p:regular r:id="rId136"/>
      <p:bold r:id="rId137"/>
      <p:italic r:id="rId138"/>
      <p:boldItalic r:id="rId139"/>
    </p:embeddedFont>
    <p:embeddedFont>
      <p:font typeface="Helvetica Neue" panose="020B0604020202020204" charset="0"/>
      <p:regular r:id="rId140"/>
      <p:bold r:id="rId141"/>
      <p:italic r:id="rId142"/>
      <p:boldItalic r:id="rId143"/>
    </p:embeddedFont>
    <p:embeddedFont>
      <p:font typeface="Lucida Sans" panose="020B0602030504020204" pitchFamily="34" charset="0"/>
      <p:regular r:id="rId144"/>
      <p:bold r:id="rId145"/>
      <p:italic r:id="rId146"/>
      <p:boldItalic r:id="rId147"/>
    </p:embeddedFont>
    <p:embeddedFont>
      <p:font typeface="Tahoma" panose="020B0604030504040204" pitchFamily="34" charset="0"/>
      <p:regular r:id="rId148"/>
      <p:bold r:id="rId149"/>
    </p:embeddedFont>
    <p:embeddedFont>
      <p:font typeface="Verdana" panose="020B0604030504040204" pitchFamily="34" charset="0"/>
      <p:regular r:id="rId150"/>
      <p:bold r:id="rId151"/>
      <p:italic r:id="rId152"/>
      <p:boldItalic r:id="rId1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1" roundtripDataSignature="AMtx7mgoyucjTRi3WZi56l5EEM0K4A9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6EDCFB-BE3F-4457-ACBE-958FB1842352}">
  <a:tblStyle styleId="{B86EDCFB-BE3F-4457-ACBE-958FB1842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794A42-4438-4A3E-B062-442B36CB064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A8C661-0C53-452B-974B-BE5A31AA6B8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184B95-C8D8-4C0B-AC8F-908946C678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5" autoAdjust="0"/>
    <p:restoredTop sz="92857" autoAdjust="0"/>
  </p:normalViewPr>
  <p:slideViewPr>
    <p:cSldViewPr snapToGrid="0">
      <p:cViewPr varScale="1">
        <p:scale>
          <a:sx n="105" d="100"/>
          <a:sy n="105" d="100"/>
        </p:scale>
        <p:origin x="22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8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63" Type="http://schemas.openxmlformats.org/officeDocument/2006/relationships/slide" Target="slides/slide54.xml"/><Relationship Id="rId84" Type="http://schemas.openxmlformats.org/officeDocument/2006/relationships/slide" Target="slides/slide75.xml"/><Relationship Id="rId138" Type="http://schemas.openxmlformats.org/officeDocument/2006/relationships/font" Target="fonts/font17.fntdata"/><Relationship Id="rId107" Type="http://schemas.openxmlformats.org/officeDocument/2006/relationships/slide" Target="slides/slide98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53" Type="http://schemas.openxmlformats.org/officeDocument/2006/relationships/slide" Target="slides/slide44.xml"/><Relationship Id="rId74" Type="http://schemas.openxmlformats.org/officeDocument/2006/relationships/slide" Target="slides/slide65.xml"/><Relationship Id="rId128" Type="http://schemas.openxmlformats.org/officeDocument/2006/relationships/font" Target="fonts/font7.fntdata"/><Relationship Id="rId149" Type="http://schemas.openxmlformats.org/officeDocument/2006/relationships/font" Target="fonts/font28.fntdata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86.xml"/><Relationship Id="rId181" Type="http://customschemas.google.com/relationships/presentationmetadata" Target="metadata"/><Relationship Id="rId22" Type="http://schemas.openxmlformats.org/officeDocument/2006/relationships/slide" Target="slides/slide13.xml"/><Relationship Id="rId43" Type="http://schemas.openxmlformats.org/officeDocument/2006/relationships/slide" Target="slides/slide34.xml"/><Relationship Id="rId64" Type="http://schemas.openxmlformats.org/officeDocument/2006/relationships/slide" Target="slides/slide55.xml"/><Relationship Id="rId118" Type="http://schemas.openxmlformats.org/officeDocument/2006/relationships/slide" Target="slides/slide109.xml"/><Relationship Id="rId139" Type="http://schemas.openxmlformats.org/officeDocument/2006/relationships/font" Target="fonts/font18.fntdata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150" Type="http://schemas.openxmlformats.org/officeDocument/2006/relationships/font" Target="fonts/font29.fntdata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59" Type="http://schemas.openxmlformats.org/officeDocument/2006/relationships/slide" Target="slides/slide50.xml"/><Relationship Id="rId103" Type="http://schemas.openxmlformats.org/officeDocument/2006/relationships/slide" Target="slides/slide94.xml"/><Relationship Id="rId108" Type="http://schemas.openxmlformats.org/officeDocument/2006/relationships/slide" Target="slides/slide99.xml"/><Relationship Id="rId124" Type="http://schemas.openxmlformats.org/officeDocument/2006/relationships/font" Target="fonts/font3.fntdata"/><Relationship Id="rId129" Type="http://schemas.openxmlformats.org/officeDocument/2006/relationships/font" Target="fonts/font8.fntdata"/><Relationship Id="rId54" Type="http://schemas.openxmlformats.org/officeDocument/2006/relationships/slide" Target="slides/slide45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91" Type="http://schemas.openxmlformats.org/officeDocument/2006/relationships/slide" Target="slides/slide82.xml"/><Relationship Id="rId96" Type="http://schemas.openxmlformats.org/officeDocument/2006/relationships/slide" Target="slides/slide87.xml"/><Relationship Id="rId140" Type="http://schemas.openxmlformats.org/officeDocument/2006/relationships/font" Target="fonts/font19.fntdata"/><Relationship Id="rId145" Type="http://schemas.openxmlformats.org/officeDocument/2006/relationships/font" Target="fonts/font24.fntdata"/><Relationship Id="rId18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49" Type="http://schemas.openxmlformats.org/officeDocument/2006/relationships/slide" Target="slides/slide40.xml"/><Relationship Id="rId114" Type="http://schemas.openxmlformats.org/officeDocument/2006/relationships/slide" Target="slides/slide105.xml"/><Relationship Id="rId119" Type="http://schemas.openxmlformats.org/officeDocument/2006/relationships/slide" Target="slides/slide110.xml"/><Relationship Id="rId44" Type="http://schemas.openxmlformats.org/officeDocument/2006/relationships/slide" Target="slides/slide35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130" Type="http://schemas.openxmlformats.org/officeDocument/2006/relationships/font" Target="fonts/font9.fntdata"/><Relationship Id="rId135" Type="http://schemas.openxmlformats.org/officeDocument/2006/relationships/font" Target="fonts/font14.fntdata"/><Relationship Id="rId151" Type="http://schemas.openxmlformats.org/officeDocument/2006/relationships/font" Target="fonts/font30.fntdata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109" Type="http://schemas.openxmlformats.org/officeDocument/2006/relationships/slide" Target="slides/slide10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slide" Target="slides/slide88.xml"/><Relationship Id="rId104" Type="http://schemas.openxmlformats.org/officeDocument/2006/relationships/slide" Target="slides/slide95.xml"/><Relationship Id="rId120" Type="http://schemas.openxmlformats.org/officeDocument/2006/relationships/slide" Target="slides/slide111.xml"/><Relationship Id="rId125" Type="http://schemas.openxmlformats.org/officeDocument/2006/relationships/font" Target="fonts/font4.fntdata"/><Relationship Id="rId141" Type="http://schemas.openxmlformats.org/officeDocument/2006/relationships/font" Target="fonts/font20.fntdata"/><Relationship Id="rId146" Type="http://schemas.openxmlformats.org/officeDocument/2006/relationships/font" Target="fonts/font25.fntdata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Relationship Id="rId92" Type="http://schemas.openxmlformats.org/officeDocument/2006/relationships/slide" Target="slides/slide83.xml"/><Relationship Id="rId183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110" Type="http://schemas.openxmlformats.org/officeDocument/2006/relationships/slide" Target="slides/slide101.xml"/><Relationship Id="rId115" Type="http://schemas.openxmlformats.org/officeDocument/2006/relationships/slide" Target="slides/slide106.xml"/><Relationship Id="rId131" Type="http://schemas.openxmlformats.org/officeDocument/2006/relationships/font" Target="fonts/font10.fntdata"/><Relationship Id="rId136" Type="http://schemas.openxmlformats.org/officeDocument/2006/relationships/font" Target="fonts/font15.fntdata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52" Type="http://schemas.openxmlformats.org/officeDocument/2006/relationships/font" Target="fonts/font31.fntdata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100" Type="http://schemas.openxmlformats.org/officeDocument/2006/relationships/slide" Target="slides/slide91.xml"/><Relationship Id="rId105" Type="http://schemas.openxmlformats.org/officeDocument/2006/relationships/slide" Target="slides/slide96.xml"/><Relationship Id="rId126" Type="http://schemas.openxmlformats.org/officeDocument/2006/relationships/font" Target="fonts/font5.fntdata"/><Relationship Id="rId147" Type="http://schemas.openxmlformats.org/officeDocument/2006/relationships/font" Target="fonts/font26.fntdata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slide" Target="slides/slide84.xml"/><Relationship Id="rId98" Type="http://schemas.openxmlformats.org/officeDocument/2006/relationships/slide" Target="slides/slide89.xml"/><Relationship Id="rId121" Type="http://schemas.openxmlformats.org/officeDocument/2006/relationships/notesMaster" Target="notesMasters/notesMaster1.xml"/><Relationship Id="rId142" Type="http://schemas.openxmlformats.org/officeDocument/2006/relationships/font" Target="fonts/font21.fntdata"/><Relationship Id="rId184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16.xml"/><Relationship Id="rId46" Type="http://schemas.openxmlformats.org/officeDocument/2006/relationships/slide" Target="slides/slide37.xml"/><Relationship Id="rId67" Type="http://schemas.openxmlformats.org/officeDocument/2006/relationships/slide" Target="slides/slide58.xml"/><Relationship Id="rId116" Type="http://schemas.openxmlformats.org/officeDocument/2006/relationships/slide" Target="slides/slide107.xml"/><Relationship Id="rId137" Type="http://schemas.openxmlformats.org/officeDocument/2006/relationships/font" Target="fonts/font16.fntdata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62" Type="http://schemas.openxmlformats.org/officeDocument/2006/relationships/slide" Target="slides/slide53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111" Type="http://schemas.openxmlformats.org/officeDocument/2006/relationships/slide" Target="slides/slide102.xml"/><Relationship Id="rId132" Type="http://schemas.openxmlformats.org/officeDocument/2006/relationships/font" Target="fonts/font11.fntdata"/><Relationship Id="rId153" Type="http://schemas.openxmlformats.org/officeDocument/2006/relationships/font" Target="fonts/font32.fntdata"/><Relationship Id="rId15" Type="http://schemas.openxmlformats.org/officeDocument/2006/relationships/slide" Target="slides/slide6.xml"/><Relationship Id="rId36" Type="http://schemas.openxmlformats.org/officeDocument/2006/relationships/slide" Target="slides/slide27.xml"/><Relationship Id="rId57" Type="http://schemas.openxmlformats.org/officeDocument/2006/relationships/slide" Target="slides/slide48.xml"/><Relationship Id="rId106" Type="http://schemas.openxmlformats.org/officeDocument/2006/relationships/slide" Target="slides/slide97.xml"/><Relationship Id="rId127" Type="http://schemas.openxmlformats.org/officeDocument/2006/relationships/font" Target="fonts/font6.fntdata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52" Type="http://schemas.openxmlformats.org/officeDocument/2006/relationships/slide" Target="slides/slide43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94" Type="http://schemas.openxmlformats.org/officeDocument/2006/relationships/slide" Target="slides/slide85.xml"/><Relationship Id="rId99" Type="http://schemas.openxmlformats.org/officeDocument/2006/relationships/slide" Target="slides/slide90.xml"/><Relationship Id="rId101" Type="http://schemas.openxmlformats.org/officeDocument/2006/relationships/slide" Target="slides/slide92.xml"/><Relationship Id="rId122" Type="http://schemas.openxmlformats.org/officeDocument/2006/relationships/font" Target="fonts/font1.fntdata"/><Relationship Id="rId143" Type="http://schemas.openxmlformats.org/officeDocument/2006/relationships/font" Target="fonts/font22.fntdata"/><Relationship Id="rId148" Type="http://schemas.openxmlformats.org/officeDocument/2006/relationships/font" Target="fonts/font27.fntdata"/><Relationship Id="rId18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7.xml"/><Relationship Id="rId47" Type="http://schemas.openxmlformats.org/officeDocument/2006/relationships/slide" Target="slides/slide38.xml"/><Relationship Id="rId68" Type="http://schemas.openxmlformats.org/officeDocument/2006/relationships/slide" Target="slides/slide59.xml"/><Relationship Id="rId89" Type="http://schemas.openxmlformats.org/officeDocument/2006/relationships/slide" Target="slides/slide80.xml"/><Relationship Id="rId112" Type="http://schemas.openxmlformats.org/officeDocument/2006/relationships/slide" Target="slides/slide103.xml"/><Relationship Id="rId133" Type="http://schemas.openxmlformats.org/officeDocument/2006/relationships/font" Target="fonts/font12.fntdata"/><Relationship Id="rId16" Type="http://schemas.openxmlformats.org/officeDocument/2006/relationships/slide" Target="slides/slide7.xml"/><Relationship Id="rId37" Type="http://schemas.openxmlformats.org/officeDocument/2006/relationships/slide" Target="slides/slide28.xml"/><Relationship Id="rId58" Type="http://schemas.openxmlformats.org/officeDocument/2006/relationships/slide" Target="slides/slide49.xml"/><Relationship Id="rId79" Type="http://schemas.openxmlformats.org/officeDocument/2006/relationships/slide" Target="slides/slide70.xml"/><Relationship Id="rId102" Type="http://schemas.openxmlformats.org/officeDocument/2006/relationships/slide" Target="slides/slide93.xml"/><Relationship Id="rId123" Type="http://schemas.openxmlformats.org/officeDocument/2006/relationships/font" Target="fonts/font2.fntdata"/><Relationship Id="rId144" Type="http://schemas.openxmlformats.org/officeDocument/2006/relationships/font" Target="fonts/font23.fntdata"/><Relationship Id="rId90" Type="http://schemas.openxmlformats.org/officeDocument/2006/relationships/slide" Target="slides/slide81.xml"/><Relationship Id="rId27" Type="http://schemas.openxmlformats.org/officeDocument/2006/relationships/slide" Target="slides/slide18.xml"/><Relationship Id="rId48" Type="http://schemas.openxmlformats.org/officeDocument/2006/relationships/slide" Target="slides/slide39.xml"/><Relationship Id="rId69" Type="http://schemas.openxmlformats.org/officeDocument/2006/relationships/slide" Target="slides/slide60.xml"/><Relationship Id="rId113" Type="http://schemas.openxmlformats.org/officeDocument/2006/relationships/slide" Target="slides/slide104.xml"/><Relationship Id="rId134" Type="http://schemas.openxmlformats.org/officeDocument/2006/relationships/font" Target="fonts/font1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02:25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14345 16284 103 0,'0'0'12'0,"0"0"8"0,0-1 6 0,0-2 4 16,0 0 2-16,-2 2-10 15,-1-1-6-15,1 0-10 0,2 0-5 16,-2 2 0-16,0-2 0 16,2 1-1-16,-4 1 0 15,4-3-3-15,-1 2 1 16,1-1 4-16,-1 0 0 0,0 0-2 15,-2 1 1-15,-1 1-1 16,-5 0-6-16,-2 0 1 16,2 0 5-16,-4 0-1 15,-3 4 1-15,2 3 0 16,0 0 3-16,2 2 3 16,-2 1-4-16,1 1 1 0,2 3 0 15,-1 1-2-15,0 1 0 16,4 2 0-16,1-3 0 15,5 2 0-15,0 0 0 16,0-3 0-16,2 1-1 16,0-1 2-16,2-1-1 0,2-2-1 15,2 0 3-15,2-1-6 16,-1-1 7-16,1-2-2 16,4-2 4-16,-1 0 2 15,0-2-4-15,3-2 3 16,-3-1-3-16,3 0 2 0,-1 0 2 15,1 0-1-15,-1 0-1 16,-2 0-1-16,2-3-1 16,-4-1-3-16,-2 1 2 15,2 2-2-15,-3-2-1 16,1 3 0-16,-3 0-1 0,3 0-8 16,-1 0-26-16,-1 0-45 15,2-3-68-15</inkml:trace>
  <inkml:trace contextRef="#ctx0" brushRef="#br0" timeOffset="363.29">14644 16290 176 0,'0'0'22'0,"0"0"-22"0,0 0 0 0,0 0 4 16,0 0 6-16,1 36 4 15,-1-24 2-15,0 2-3 16,0 1-2-16,-1 0-3 0,-1 1-5 16,-1 1-1-16,3-1 0 15,-2 0-1-15,0 0-1 16,-3 1-2-16,1 0-28 16,0-4-50-16,-2-5-12 15</inkml:trace>
  <inkml:trace contextRef="#ctx0" brushRef="#br0" timeOffset="821.96">14626 16323 153 0,'0'0'4'16,"0"0"-4"-16,42-1 0 0,-25 5 1 16,3 4 0-16,-3 3 1 15,2 2 2-15,0 3 6 16,0-2 1-16,1 0 2 16,-1 3-7-16,2-3-2 0,1-1-3 15,-4-1 1 1,2-1-2-16,-4-4 2 0,0 0-1 15,-1-3 0-15,-1-1 0 16,-4-3 1-16,0 0 0 16,-3 0 1-16,-1-3 7 15,-4-5 14-15,-2-1-2 16,0-5-7-16,0 1-2 0,0-4-2 16,-2 0-3-16,-4 0 1 15,1 0 0-15,0-1-4 16,0 2-2-16,3 0-1 15,0 2-3-15,2 4 1 16,0 2-4-16,0 1-10 0,0 2-23 16,5 4-31-16,2 0-52 15</inkml:trace>
  <inkml:trace contextRef="#ctx0" brushRef="#br0" timeOffset="1218.04">15218 16283 117 0,'0'0'94'0,"0"0"-93"0,0 0-2 0,0 0 0 0,0 0-1 16,0 0-4-16,0 0 2 0,0 0 2 16,0 0 9-16,0 0 0 15,17 48 0-15,-15-32-1 16,2 0-1-16,-2 1-2 15,0-2-3-15,-1 2 3 16,1 0-2-16,-1-3 0 0,0-1 0 16,-1 1-1-16,0-4 1 15,0 2-1-15,0-5-33 16,0-2-51-16</inkml:trace>
  <inkml:trace contextRef="#ctx0" brushRef="#br0" timeOffset="1750.76">15219 16322 128 0,'0'0'2'0,"0"0"3"0,0 0 5 16,0 0 0-16,47-2-4 16,-34 2-4-16,3 4 0 15,-1 3 0-15,1 0-1 16,-1 6 1-16,-1 1-1 16,2 0 0-16,0 2 0 0,-1 1 0 15,1 1 0-15,-1-1-1 16,-1-1 0-16,1-2 1 15,-4-1-1-15,1-2 1 16,-3-1 0-16,2-3 0 16,-2-2 0-16,-2-3 1 15,-1-1 0-15,1-1 1 0,-2 0 0 16,1-6 3-16,-4-5 8 16,0-4 0-16,-1 0 1 15,-1-4 3-15,0-1 3 16,0-1-2-16,0-1-5 15,0 0-3-15,0 1 1 0,0 1 0 16,-1 1 3-16,-3 1 1 16,2 4 3-16,0 1 10 15,0 0-17-15,0 5-5 16,0 2-5-16,1 3-3 16,1 1-6-16,0 2-65 0,0 0-41 15,0 2-64-15</inkml:trace>
  <inkml:trace contextRef="#ctx0" brushRef="#br0" timeOffset="5125.43">15851 16415 76 0,'-2'1'6'0,"2"1"-6"0,0-1-8 0,0-1-25 0</inkml:trace>
  <inkml:trace contextRef="#ctx0" brushRef="#br0" timeOffset="5977.95">15791 16441 128 0,'0'0'4'0,"0"0"-3"0,0 0-1 0,0 0 1 15,0 0-1-15,0 0 1 16,0 0 15-16,0 0 21 16,0 0-7-16,0 0-4 15,-25 1-3-15,25-1-11 0,0 0-9 16,0 0-2-16,0 0 0 15,0 0-2-15,0 0 0 16,0 0 0-16,0 0 1 16,0 0-3-16,0 0-3 15,0 0 4-15,0 1 0 16,0-1 5-16,0 0-2 16,3 0-1-16,2 0 3 0,4 0-2 15,1 0-1-15,3 0 0 16,1-1 2-16,3-3-1 15,3 0-3-15,5-1 3 16,0-1 0-16,4 1 1 0,2-2 2 16,3-2-3-16,2 2 2 15,2-2-2-15,4 0-1 16,2-1 0-16,1-2 1 16,1 0-1-16,2 0 1 15,-3-1-1-15,-3-1 0 16,0 1 1-16,-3-1-1 0,-4 4 4 15,-1-3 0-15,-4 3-2 16,-3 0-2-16,-3 3 1 16,-6 2-1-16,-4 2-1 15,-4 1-7-15,-7 2-9 0,-3 0-23 16,0 0-50-16,-9-2-8 16</inkml:trace>
  <inkml:trace contextRef="#ctx0" brushRef="#br0" timeOffset="6476.28">16527 16176 146 0,'0'0'2'0,"0"0"8"0,0 0 4 15,0 0-3-15,0 0-10 0,0 0 0 16,0 0 0-16,0 0 1 16,0 0 6-16,0 0 4 15,0 0-1-15,48 0-1 16,-34 0-2-16,-3 0-2 0,5 0 0 16,-3 0-2-16,3 3-2 15,-3 1-2-15,-3-1 1 16,1 3-1-16,-3 0 0 15,-3 1 1-15,-1 3 0 16,-4 2-3-16,0 3 1 16,-1 0 0-16,-7 5 3 0,-3-1 1 15,-1 2 2-15,2-1-11 16,3-2-29-16,-1-5-48 16</inkml:trace>
  <inkml:trace contextRef="#ctx0" brushRef="#br0" timeOffset="7217.42">17144 15855 227 0,'0'0'7'0,"0"0"7"0,0 0-9 0,0 0-8 0,0 0-18 16,0 0 23-16,0 0-2 15,-7 50 1-15,7-33 1 16,0 0-1-16,0 0 0 16,6-1 1-16,0-1-2 15,1-2 0-15,-1-2 0 0,4-3-2 16,-3-3 4-16,1 0 0 16,2-4 2-16,0-1 3 15,0 0-3-15,3-3 0 16,-2-5-1-16,0-2-1 15,-3-2-2-15,0 2 0 16,-3-2 0-16,-1 2 0 0,-2 0 0 16,-2 3 1-16,0 1 0 15,0 2 1-15,0 0 2 16,0 3 4-16,0 1-4 16,0 0-4-16,0 0-5 15,0 6 4-15,2 1-1 0,1 3 4 16,4-1-1-16,1-1-1 15,2 0 0-15,3-2-1 16,2-3 2-16,0 0 0 16,0-3-1-16,2 0 0 15,1 0-1-15,-2-5-1 16,-3-3 1-16,-2-2 0 0,-1-1 2 16,-2-2 5-16,-3 0 3 15,-3-2 4-15,-2-1 0 16,0 2-4-16,-2-2 1 15,-5 2-2-15,-3 1-6 16,0 2 0-16,1 2-2 0,0 4-1 16,-1 3 0-16,4 2-18 15,0 0-28-15,2 0-14 16,4 0-70-16</inkml:trace>
  <inkml:trace contextRef="#ctx0" brushRef="#br0" timeOffset="7736.21">17516 15720 112 0,'0'0'2'0,"0"0"14"0,0 0 13 0,0 0-1 16,0 0-13-16,0 0-15 0,0 0 0 15,0 0 1-15,0 0 2 16,0 0 2-16,36 46-1 16,-27-29 0-16,3 2-1 15,-2-2-1-15,-2 1 0 16,0-4 0-16,-3 0-1 16,1-2 1-16,-4-1-2 0,0-4 0 15,-1 0 0-15,0 0 1 16,-1-4 1-16,0 0-4 15,0-3-3-15,0 0 2 16,0 0 11-16,-1-3-9 16,-1-7-4-16,1 0 2 15,-1-3 4-15,2 1-1 0,0 0 8 16,0 0 5-16,5 0-6 16,5 4-2-16,0 0 2 15,2 0-3-15,5 5 5 16,-4 0-1-16,5 2-3 0,-3 1 0 15,4 0-2-15,-2 1-2 16,0 8 1-16,-3 1-1 16,0 1 0-16,-5 2-3 15,0-1-2-15,0 0-5 16,-3-1-4-16,1-2-12 0,-2-3-23 16,1-5-44-16</inkml:trace>
  <inkml:trace contextRef="#ctx0" brushRef="#br0" timeOffset="8264.37">17903 15811 261 0,'0'0'20'0,"0"0"-10"0,0 0-7 16,0 0-4-16,0 0-2 15,0 0-2-15,0 0 5 0,0 0 1 16,0 0-1-16,25 38 0 15,-16-32-3-15,0 0 4 16,3-4 0-16,1 0-2 16,0-2-12-16,1 0 1 15,-1-3 10-15,-1-4 2 16,-3-1 0-16,-1-3-1 0,0-2 11 16,-3 1 1-16,-1 2-9 15,1 0 0-15,-3 2-1 16,0 2 1-16,-2 2 4 15,0 1 2-15,0 3-3 16,0 0-3-16,0 0-4 16,0 6 0-16,0 5-2 0,2 3 6 15,3 1-2-15,1 3 2 16,0 0-1-16,3 2 0 16,-1-4 0-16,1 3-1 15,-1-1 0-15,0-1 1 16,0-3-1-16,-5 2 0 0,-1-2 0 15,-2-3-2-15,0-1-6 16,-2 0-2-16,-9 0 3 16,-7-1 5-16,0-2 5 15,-7 0-2-15,-1-1-1 16,-1-1 3-16,1 1 2 16,4-3-1-16,2 2-2 0,3-3-2 15,6-2-14-15,3 0-44 16,3-5-65-16</inkml:trace>
  <inkml:trace contextRef="#ctx0" brushRef="#br0" timeOffset="8860.86">18429 15668 224 0,'0'0'8'0,"0"0"16"15,0 0-22-15,0 0-5 0,0 0 7 16,0 0-4-16,0 0 2 0,9 38-2 15,-5-26 0-15,2 0 1 16,-1-2-1-16,-1 2 0 16,3-4 0-16,-3-2 0 15,3 1 0-15,-4-4-5 16,2-2 4-16,0-1-1 16,0 0-8-16,0 0 14 15,1-3-3-15,-1-5 2 0,1 2-2 16,-1-2 0-16,2 0 3 15,-1 2 2-15,-3 1 6 16,3 2-4-16,0 3-7 16,2 0-1-16,1 0-1 15,2 0 2-15,3 4-1 0,-1 4 0 16,1-3 0-16,0 0 1 16,-2-2-1-16,1-1 2 15,-2-2-2-15,1 0 1 16,-3 0-1-16,-1-2 2 0,-2-4 5 15,0-5 8-15,-2 1 4 16,-4-2-4-16,0-2-6 16,0 0-4-16,0 0-5 15,-4 1-6-15,-4 1-12 16,2 4 0-16,-2 1-22 16,1 5-38-16,0 1-24 0</inkml:trace>
  <inkml:trace contextRef="#ctx0" brushRef="#br0" timeOffset="9238.19">18840 15668 155 0,'0'0'4'0,"0"0"2"0,0 0 6 0,40-11-6 0,-34 5 2 16,0-1 13-16,-3 1 4 15,-1 0-10-15,-1-1-5 16,-1 0-2-16,0 2 0 16,0 0-7-16,-2 1-5 15,-3 1 3-15,-6 2-6 16,2 1 6-16,0 0 1 0,-3 0-1 16,2 1 1-16,1 9 3 15,0 1-1-15,6 1-1 16,-3 3-1-16,4 1 3 15,0 0 1-15,2 1 1 16,0-3 1-16,6 0 0 0,2-1 0 16,6-2-1-16,0-1-4 15,3-4 1-15,3 0-2 16,2-4 2-16,4-2-18 16,1 0-41-16,-1-9-93 0</inkml:trace>
  <inkml:trace contextRef="#ctx0" brushRef="#br0" timeOffset="9902.04">19300 15549 212 0,'0'0'37'0,"0"0"-25"0,0 0-9 0,0 0-3 16,0 0 0-16,0 0 0 15,0 0 0-15,38 8 0 16,-31-1 0-16,-1 2 0 15,1 2 1-15,-2 0-1 16,-3 1-1-16,-2-3 1 0,0 0-3 16,0-2-9-16,0-1-9 15,-5-3 11-15,1-3 5 16,-4 0 7-16,4 0 0 16,0-1 3-16,2-7 7 0,1 0-8 15,1-2 6-15,0-3 1 16,3 1-4-16,4 0-5 15,2-1 0-15,1 3-1 16,2-1 2-16,2 1-1 16,1 3-1-16,3 0 2 0,-1 4-1 15,2 0 2-15,1 3-1 16,-4 0-2-16,2 0-2 16,-3 7 1-16,-1 0 2 15,-3 3-2-15,-3 0-7 16,-4 0-23-16,-1-4-28 0,-3-1-72 15</inkml:trace>
  <inkml:trace contextRef="#ctx0" brushRef="#br0" timeOffset="10300.45">19624 15537 172 0,'0'0'50'0,"0"0"-63"0,0 0 8 0,43 0-10 0,-32-3-17 16,-1 1 5-16,0-3 29 15,-2 2 2-15,1-2 6 16,-3-1 6-16,2-2-4 16,-3-1-6-16,-3 0 0 15,-1 1-3-15,-1-1 3 16,0 2-1-16,-3 3 1 0,-6 1 4 15,-1 2-4-15,-2 1-4 16,-1 0-3-16,1 1 4 16,1 8 0-16,1 1-1 15,2 1 1-15,5 2-1 16,-2-2 3-16,4-1-1 0,1 1 4 16,0-2 3-16,4-2 2 15,4 0-4-15,3 0-4 16,2-4-2-16,4 1-2 15,3-3 1-15,0-1-23 16,3 0-32-16,-1-5-53 16</inkml:trace>
  <inkml:trace contextRef="#ctx0" brushRef="#br0" timeOffset="10768.98">19963 15446 145 0,'0'0'78'0,"0"0"-58"16,0 0-18-16,0 0-4 16,-39-8 2-16,30 8-6 15,-1 0 6-15,2 1 0 0,3 3 0 16,1-1 0-16,2 1 0 16,2 1 1-16,0-2-2 15,0 1-2-15,0-3 11 16,6 1 8-16,1-1-2 15,4-1-5-15,-2 0 0 16,1 0-5-16,1-5-1 0,-1-2-1 16,-3-1 0-16,0 0 1 15,0 1 0-15,-3-2 5 16,-2 2-4-16,-2 0-1 16,0-2-1-16,0 4-6 15,-4 1-7-15,-5 2-7 0,-2 2 9 16,-2 0 9-16,-2 0-3 15,2 7 4-15,0 3 2 16,2 3-2-16,4 1 0 16,0-1 2-16,5 3-2 15,2-2 1-15,0-1-2 0,2-1-1 16,8-2 4-16,3-1 1 16,5-4-6-16,1-2-7 15,4-1-13-15,1-2-26 16,1 0-39-16,2-6-31 15</inkml:trace>
  <inkml:trace contextRef="#ctx0" brushRef="#br0" timeOffset="11275.34">20198 15422 109 0,'0'0'16'0,"0"0"33"0,0 0-8 0,25-43-5 16,-25 37-10-16,-3 3-18 0,-8 1 4 15,0 2-12-15,-5 0 1 16,1 2-2-16,-3 7 2 15,1 2 4-15,3 3-4 16,1 0-1-16,4 1 0 16,3-2-1-16,4 2-11 0,2-4-8 15,0-1-3-15,9-5 6 16,3-2 17-16,2-1-2 16,1-2 2-16,1 0 5 15,1-8 2-15,-2-1 2 16,0-3-4-16,-2-3 1 0,-1-1 1 15,-2-2 5-15,-3-2-1 16,0 0 1-16,-7-3-4 16,0-1 0-16,0 1-3 15,-3-1-3-15,-6-2 2 16,-1 2-3-16,1 0 3 16,-1 2-2-16,0 0-1 0,1 5 1 15,1 1-1-15,1 2 0 16,3 4-1-16,0 3 0 15,2 2 0-15,1 3 0 16,0 2 3-16,1 0-10 0,0 7 4 16,0 6 1-16,2 5 2 15,4 4-1-15,1 2 2 16,3 1 0-16,1 0-1 16,2-1 0-16,3 0 0 15,0-3 0-15,5 1 0 16,0-5-10-16,4-5-44 0,1-3-81 15</inkml:trace>
  <inkml:trace contextRef="#ctx0" brushRef="#br0" timeOffset="11666.19">20799 15138 127 0,'0'0'6'0,"0"0"16"0,0 0 3 0,0 0 4 16,0 0-24-16,-38-11 0 0,25 11 3 15,-1 0 3-15,-1 0 0 16,-1 9-6-16,-2 0-5 15,3 5 2-15,1 3-2 16,1 1 1-16,6 0 0 16,1 2 0-16,3-3 4 15,3-1 2-15,0-2 4 16,7-3-1-16,9-1 0 0,-1-3-4 16,8-2 4-16,4-3-2 15,2-2-3-15,2 0-3 16,1 0-8-16,-1-5-17 15,2-4-20-15,-6-4-53 16,0-1-69-16</inkml:trace>
  <inkml:trace contextRef="#ctx0" brushRef="#br0" timeOffset="12172.01">21023 15145 139 0,'0'0'101'16,"0"0"-93"-16,0 0-9 15,0 0 1-15,0 0 0 16,0 0-2-16,0 0 4 16,-9 47-5-16,9-35 3 0,2 0 4 15,0-2-3-15,1 0-1 16,-3-4-6-16,0-1-14 16,0-3-11-16,-2-2 0 15,-5 0 16-15,2-6 4 16,-1-4 4-16,1-4 7 0,3-3 4 15,-1 1 8-15,3-1-3 16,0 2 0-16,0 1 8 16,6 2 2-16,4 4-7 15,1 3 3-15,2 4-9 16,4 1-5-16,-2 0 1 16,5 7-2-16,2 5 0 0,1 0 1 15,1 1 0-15,1-2-1 16,0-1 1-16,-3-1-2 15,-2-4 0-15,-3-2 0 16,-2-3 2-16,-5 0-1 16,0 0 4-16,-6-7 26 0,-2-3 16 15,-2-4-12-15,0-1-5 16,-3-2-6-16,-5-3-15 16,1 1 14-16,-2-1-18 15,3 3-1-15,-2 3-2 16,4 2-2-16,-2 4-7 0,4 5-52 15,0 3 6-15,0 0-40 16,2 2-26-16</inkml:trace>
  <inkml:trace contextRef="#ctx0" brushRef="#br0" timeOffset="12762.18">21374 15063 201 0,'0'0'5'0,"0"0"11"0,0 0-7 0,0 0-9 16,0 0-2-16,0 0 1 16,0 0 1-16,0 0 0 15,0 0 0-15,36 48 0 0,-29-38 0 16,-1 2 1-16,-3-3-14 15,-1-2-27-15,-2-1 0 16,0-2 13-16,0-2 4 16,-2-2 14-16,-5 0 11 15,-2-3 9-15,0-6 8 0,0-3 1 16,0 0 13-16,4-5 4 16,-1 3-14-16,5-3-7 15,1 1-13-15,0 2 11 16,0 1 3-16,5 2-5 15,5 4-4-15,-1 4-3 16,3 3-5-16,0 0 0 0,3 0 0 16,1 7-2-16,0 6 1 15,2-2-2-15,1 2-8 16,0-1-3-16,-1-1 1 16,2-3 1-16,-1-2 6 15,-2-3 3-15,0-2 3 0,-7-1 2 16,2 0-7-16,-4 0 18 15,-4-7 10-15,-1-3 7 16,-2-3-8-16,-1-1-5 16,0-3-7-16,-2-4-5 15,-4 3 3-15,-3 0 2 0,-3-1-7 16,3 3 1-16,-2 3-1 16,0 2-5-16,2 5-25 15,1 3-2-15,1 0-41 16,4 2-64-16</inkml:trace>
  <inkml:trace contextRef="#ctx0" brushRef="#br0" timeOffset="13125.29">21738 14824 189 0,'0'0'17'0,"0"0"3"0,0 0-12 0,0 0-5 0,42-26-1 16,-32 25-1-16,1 1 1 15,0 0 1-15,1 0 0 0,-2 0-2 16,1 7 0-16,-1 0 0 15,-1 3 0-15,-1 3-1 16,-1 3 0-16,-4-1 1 16,-2 1-4-16,-1 1 1 15,0 0 2-15,-7 0-3 16,-2-1 1-16,-1 1 7 0,1-2-5 16,-2-2-35-16,4-2-45 15,1 0-36-15</inkml:trace>
  <inkml:trace contextRef="#ctx0" brushRef="#br0" timeOffset="13239.29">21854 15104 150 0,'0'0'22'15,"0"0"35"-15,0 0-33 16,0 0-19-16,0 0-5 16,0 0-14-16,0 0-109 15</inkml:trace>
  <inkml:trace contextRef="#ctx0" brushRef="#br0" timeOffset="14263.29">14387 16791 226 0,'0'0'0'0,"0"0"0"0,0 0 2 0,0 0-2 16,0 0-3-16,0 0-39 15,0 0 30-15,0 0 8 16,0 0 7-16,0 0 0 0,47 6 2 16,-24-5 1-16,5-1-1 15,7 0 2-15,4 0-3 16,4 0-3-16,6-7 0 16,3 1-1-16,1-2 1 15,5 1-1-15,-2 1 0 16,2 1 1-16,2 0 9 0,3 0-8 15,-3 0 0-15,5 1-2 16,0 0 1-16,-3 0 1 16,-1 1-2-16,-5-1 1 15,-8 2-1-15,-4-1 1 0,-6 2-1 16,-6-1 1-16,-6 2 1 16,-6 0-2-16,-7 0 0 15,-11 2-9-15,-2 2-58 16,-10 2-5-16</inkml:trace>
  <inkml:trace contextRef="#ctx0" brushRef="#br0" timeOffset="14648.11">14709 16875 46 0,'0'0'82'0,"0"0"-65"0,0 0 15 0,0 0-17 15,0 0-29-15,0 0 20 16,0 0-3-16,40 4 5 15,-11-4 3-15,7 0-2 0,0-1-5 16,8-2 0-16,1 0-4 16,4-1 1-16,0-2-1 15,3 2 0-15,-1-2 1 16,1 1-1-16,1-1 3 0,-1 0 0 16,-3 1-2-16,0-1 1 15,-4 2-2-15,-2 1-7 16,-6-1-38-16,-5-2-66 15</inkml:trace>
  <inkml:trace contextRef="#ctx0" brushRef="#br0" timeOffset="19493.55">1073 16547 63 0,'-2'4'7'0,"0"2"4"0,2 0-4 0,0 3 0 16,0 0-3-16,0 4-4 0,0 2 0 15,0 3 1-15,4 4 1 16,0 2 0-16,1 3 1 16,-1 3-1-16,1 0 0 15,-2 0 2-15,-1-3 2 16,2 0-1-16,-4-6-2 16,0 0-8-16,0-6-20 0,0-5-58 15</inkml:trace>
  <inkml:trace contextRef="#ctx0" brushRef="#br0" timeOffset="19941.89">969 16638 58 0,'0'0'5'0,"8"-36"24"16,-1 18-7-16,1 6-3 16,4-3-4-16,-1 6-5 15,0 4-7-15,3 2-4 16,1 1-1-16,3 2 1 0,-3 0-2 16,3 2 3-16,1 8 1 15,-2 1 1-15,1 2-1 16,-2 4-1-16,-2 1 2 15,-3 2-1-15,2 2 0 16,-4 0-1-16,-4 4-1 0,-1 2 1 16,-2 2 1-16,-2 4 3 15,0-1-3-15,-9 2 4 16,-1 0 0-16,-4-4-2 16,0-2 4-16,0-4 1 15,-1-7 2-15,-1-2 1 0,1-6-8 16,-1-4 36-16,3-2-32 15,-1-4-4-15,3 0-1 16,3-2-2-16,5-9-21 16,3-5-22-16,0-4-49 15</inkml:trace>
  <inkml:trace contextRef="#ctx0" brushRef="#br0" timeOffset="20482.28">1455 16764 76 0,'0'0'24'0,"0"0"-25"0,0 0 1 0,0 0 2 16,0 0-1-16,0 0 4 0,0 0 1 15,0 0 13-15,0 0 4 16,0 0 5-16,-15-13-7 15,6 12-3-15,2 1-11 16,-2 0-7-16,3 2-2 16,1 9 3-16,1 2-1 0,-3 4-1 15,4 0 1-15,1 0 0 16,0 1 0-16,2-4 1 16,0-1-2-16,0-4-1 15,2-2 1-15,4-3 0 16,2-3 0-16,1-1 0 0,-1 0 3 15,2-5 3-15,-1-6-2 16,1-1 0-16,-1-2-2 16,-1-2 0-16,0-1 0 15,-1 3 0-15,1-2-1 16,0 2 0-16,-4 3 0 0,3 2 0 16,-3 4 0-16,2 2 0 15,0 3-2-15,0 0 0 16,-1 1-1-16,1 6 1 15,0 3 0-15,2 3 2 16,-3 0 0-16,1 1 0 16,-2-1 1-16,-1 0 0 0,3 1-1 15,-1-1 0-15,-2-2-15 16,1-5-25-16,0-3-7 16,-2-3-42-16</inkml:trace>
  <inkml:trace contextRef="#ctx0" brushRef="#br0" timeOffset="20810.82">1558 16409 136 0,'0'0'2'0,"0"0"5"0,0 0 1 15,-4-42 2-15,4 37 5 16,0 4-5-16,2 1-14 0,3 0-10 16,3 8 2-16,-1 9 5 15,3 5 6-15,0 6 1 16,-1 3 4-16,0 1 2 16,0 2-1-16,0 0-2 15,-1-6 2-15,0 1-2 0,1-2-1 16,-1-4-1-16,1-2 2 15,-2-1 2-15,2-3 4 16,-3-2-16-16,-1-6-38 16,0-4-39-16</inkml:trace>
  <inkml:trace contextRef="#ctx0" brushRef="#br0" timeOffset="20974.33">1648 16693 113 0,'0'0'75'0,"0"0"-65"16,0 0 2-16,0 0-9 16,0 0-3-16,-14-41 2 15,22 35-4-15,6 1-11 16,0 0-28-16,2 0-15 16</inkml:trace>
  <inkml:trace contextRef="#ctx0" brushRef="#br0" timeOffset="21443.52">1853 16617 157 0,'0'0'-2'16,"0"0"19"-16,0 0 0 15,0 0-6-15,0 0-8 16,0 0 5-16,0 0-4 0,-22-37-3 15,25 31-2-15,7 2 0 16,-3 2 1-16,4 2-1 16,0 0 0-16,0 4 1 15,1 7-2-15,-1 4-3 16,-3 0 1-16,0 4-15 16,-2 1 17-16,-3 2 2 0,-1 2 0 15,-2 1 0-15,0 1-1 16,-4 1 4-16,-3-2-6 15,-5 1-13-15,1-5 2 16,-1-4 2-16,2-7 5 16,-1-3 5-16,1-4 3 0,-1-3 0 15,3-6 5-15,1-5-1 16,2-2-1-16,3-4-2 16,-1 3 2-16,3 0 6 15,0 1 9-15,0 3 1 0,3 3-11 16,6 4-8-16,0 3-3 15,2 0-2-15,5 14 3 16,-1 3 1-16,3 6-4 16,-2 5-34-16,2 0-42 15</inkml:trace>
  <inkml:trace contextRef="#ctx0" brushRef="#br0" timeOffset="21962.21">2292 16905 85 0,'0'0'-1'0,"0"0"5"0,0 0 9 16,0 0 7-16,0 0-11 15,0 0-3-15,0 0-7 0,0 0-4 16,0 0 7-16,0 0-1 16,0 0 2-16,28 3-1 15,-6-2 0-15,5 2 2 16,3 0-3-16,7-1 0 16,6-1 0-16,-1 0 0 0,3-1 3 15,2 0 4-15,1 0-1 16,0 0 1-16,-3 0-5 15,2 0-1-15,-2 0 1 16,-1 0-2-16,-4 0 1 16,-4 0 0-16,-5 0 0 15,-2 4-3-15,-6-1-35 0,-7 0-26 16</inkml:trace>
  <inkml:trace contextRef="#ctx0" brushRef="#br0" timeOffset="22133.71">3051 16835 153 0,'0'0'71'0,"0"0"-63"15,0 0 19-15,0 0-8 16,0 0-15-16,0 0-10 0,0 0 4 16,0 0-2-16,4 51-7 15,8-11-40-15,-3 10-56 16</inkml:trace>
  <inkml:trace contextRef="#ctx0" brushRef="#br0" timeOffset="23221.36">3516 16691 99 0,'0'2'60'0,"0"0"-58"0,0 0-1 0,0 3-2 0,-2 5 1 15,2 1-1-15,0 3 1 16,0 3 0-16,0 4 1 0,2 2 0 15,2 3 0-15,1 2-1 16,-3 2 2-16,1 3 1 16,-3 1 3-16,0 1-2 15,0-3-7-15,0-2-10 16,0-6-15-16,0-4-20 0</inkml:trace>
  <inkml:trace contextRef="#ctx0" brushRef="#br0" timeOffset="23663.09">3480 16800 123 0,'0'0'7'0,"0"0"9"15,0 0-23-15,0 0 7 16,0 0-3-16,0 0 2 16,0 0 2-16,43 37-2 15,-28-19 2-15,2 2 1 0,0 4-1 16,1 1 1-16,-3-1 1 16,1-2 0-16,-3-2 0 15,-2-4-1-15,1-4-1 16,-1-3-1-16,-1-1 2 15,0-3 0-15,-1-4 0 16,-1 1 1-16,2-2 0 0,-5 0 3 16,-1-5-3-16,-2-9 1 15,0-2 0-15,-2-6 0 16,0-4-2-16,0-3 20 16,-6-3-8-16,1 1-9 0,1-2 1 15,2 2-4-15,0 0-2 16,2 3 0-16,0 5-1 15,4 3-26-15,5 4-42 16</inkml:trace>
  <inkml:trace contextRef="#ctx0" brushRef="#br0" timeOffset="23927.32">3874 16730 141 0,'0'0'4'16,"0"0"1"-16,0 0-1 16,0 0 3-16,0 0-1 15,0 0-1-15,0 0-9 16,0 0 2-16,0 0-1 16,-9 54 2-16,9-31 1 0,0 1 3 15,4 2 0-15,-3-1 1 16,1 1 0-16,0-1 3 15,-2-2-8-15,0-2-14 16,0-1-22-16,0-7-80 16</inkml:trace>
  <inkml:trace contextRef="#ctx0" brushRef="#br0" timeOffset="24332.17">3865 16754 149 0,'0'0'-8'0,"0"0"21"16,0 0 1-16,0-41-3 15,0 37 1-15,4 4-10 16,5 0-22-16,0 1 14 0,5 12 10 16,3 1-3-16,3 8 5 15,1 0 5-15,-2 2-2 16,4 1-9-16,-3-3-3 15,-2-2-1-15,-2 0 4 16,1-4 0-16,-3-2 1 0,-1-3-1 16,-1-1 1-16,-1-3-6 15,-2-2-4-15,2-2 3 16,-4-3 3-16,-3 0 0 16,0-3 6-16,-4-7 1 15,0-4 15-15,0-4 6 16,-2-2-1-16,-8-4-2 0,0-1-4 15,-1-2-2-15,-2-3-4 16,-1 0-4-16,3 2-6 16,-1 1-3-16,4 0-2 15,-1 4-38-15,0 3-39 0</inkml:trace>
  <inkml:trace contextRef="#ctx0" brushRef="#br0" timeOffset="25043.36">3299 17067 84 0,'0'0'3'0,"0"0"-2"0,0 0-1 16,0 0 0-16,0 0 2 0,0 0 3 16,-2 37-1-16,2-32 3 15,0 1-1-15,2-2 1 16,0 2-3-16,0-2-1 15,-2-2-1-15,0-1 0 16,0-1 1-16,0 0 29 16,0-3-4-16,0-7-21 0,-4-1-4 15,-2-5 0-15,-1-2 1 16,-1-4 0-16,0 0 0 16,1-4 0-16,-1-3-2 15,1 0-1-15,2-4-1 0,3 2 41 16,-2 1-48-16,4 2 7 15,0 2 0-15,0 5-2 16,4 5 1-16,3 5-1 16,2 5 0-16,2 5-3 15,3 1-2-15,1 8 5 16,-1 9-7-16,1 6 11 0,3 3-1 16,-3 2 2-16,-1 1-2 15,-3-1 2-15,0 2 0 16,-3-3 0-16,0-2-6 15,-4-1-8-15,-3-2-15 16,-1-5-44-16</inkml:trace>
  <inkml:trace contextRef="#ctx0" brushRef="#br0" timeOffset="25192.39">3292 17027 254 0,'0'0'14'0,"0"0"-12"0,0 0-2 0,28-44-3 16,-2 28-33-16,1-1-49 15</inkml:trace>
  <inkml:trace contextRef="#ctx0" brushRef="#br0" timeOffset="25803.55">3601 17601 206 0,'0'0'9'0,"0"0"-14"0,0 0 7 15,6 40 1-15,-1-28-4 16,0-2-4-16,-1-1-4 16,-1-5 7-16,-1-1 2 15,-2-3 0-15,0 0 21 16,0-3 12-16,0-8-26 16,-4-5-2-16,1-2-4 15,-4-5 2-15,2-4 0 0,1-3-3 16,-3-4 1-16,3 1-2 15,2-2-2-15,0 1-3 16,0 0-3-16,2 5 6 16,0 5 3-16,0 4-1 15,6 5 1-15,1 7 0 0,1 4-2 16,2 4-3-16,1 2 0 16,2 12 0-16,3 6 4 15,-1 4 5-15,1 4 0 16,-3 1 0-16,1 1 0 0,-3 0-6 15,0-5-3-15,-2 0-13 16,-2-5-21-16,-5-4-23 16</inkml:trace>
  <inkml:trace contextRef="#ctx0" brushRef="#br0" timeOffset="26098.49">3574 17587 239 0,'0'0'3'0,"0"0"-2"0,0 0-2 0,0 0-6 0,0 0 0 16,0 0 5-16,6-39 1 15,6 31 3-15,3-4 3 0,2 4 0 16,2-2-3-16,1 1 0 15,3 2 0-15,0 3 2 16,-4-2-9-16,4 5-11 16,-3 1-15-16,0 0-1 15,-2 0 8-15,-1 0 0 16,-1 7-7-16,-1-3-4 16</inkml:trace>
  <inkml:trace contextRef="#ctx0" brushRef="#br0" timeOffset="26309.2">3903 17611 86 0,'0'0'46'0,"0"0"-10"16,0 0-6-16,0 0-10 15,0 0-7-15,-43 0-2 16,38-7-4-16,-3-2-5 16,3 0-3-16,1-3 0 15,0 0-3-15,-1-5 1 0,4 0-2 16,1-3-1-16,0-2-1 15,0-2 7-15,10-1 1 16,3 0-20-16,1-1-45 16,1 2-36-16</inkml:trace>
  <inkml:trace contextRef="#ctx0" brushRef="#br0" timeOffset="26715.84">4034 17364 146 0,'0'0'0'0,"0"0"2"0,0 0-1 16,-29 41 2-16,25-23 0 15,4 2-3-15,0 0 4 16,0 1-3-16,4-2 1 0,5-3 1 15,5-4-1-15,1-2 1 16,1-4-1-16,0-2 2 16,4-4 3-16,0 0-10 15,-4-3-15-15,2-9-28 16,-3-4-50-16</inkml:trace>
  <inkml:trace contextRef="#ctx0" brushRef="#br0" timeOffset="27333.99">4130 17192 115 0,'0'0'-3'0,"0"0"16"15,0 0 2-15,-40-30-4 16,38 27 1-16,2 3-1 16,0 0-23-16,9 13 16 15,3 2-4-15,3 6 2 0,1 5 2 16,1 3-1-16,2 5 0 15,-2-1 1-15,-1-1-2 16,-1-2-1-16,-3-4 0 16,-1-7 0-16,-4-3-1 15,2-4 1-15,-3-7 1 16,1-2-2-16,-3-3 0 0,-1 0-4 16,1-10 2-16,-4-4 0 15,2-3-15-15,-2-3-4 16,0-2-1-16,0 1 17 15,0 1 7-15,0 3 5 16,2 5 14-16,-2 2 4 0,3 4-12 16,0 3-11-16,3 3-4 15,0 0 2-15,3 10 0 16,1 1 2-16,3 2 0 16,-3 0 0-16,4 0 2 15,-1-5-1-15,1 0-2 0,0-4 1 16,4-4 1-16,-5 0 1 15,5-7-1-15,-5-5-2 16,1-2 2-16,-5-3-3 16,-1 1 2-16,-3 2-3 15,-3 0 2-15,-2 4 0 0,0 0 3 16,0 3 5-16,0 3 8 16,-2 2 12-16,0 2-18 15,1 0-13-15,1 9-4 16,0 2 11-16,0 6-4 15,5 0-1-15,4-1 0 16,2-2-3-16,0-3 0 0,3-2-5 16,-1-3-6-16,1-4-18 15,-5-2-7-15,-1-4-26 16</inkml:trace>
  <inkml:trace contextRef="#ctx0" brushRef="#br0" timeOffset="27497.88">4432 16997 250 0,'0'0'5'0,"0"0"20"0,0 0-11 0,0 0-9 16,0 0-9-16,0 0-82 15,0 0 11-15</inkml:trace>
  <inkml:trace contextRef="#ctx0" brushRef="#br0" timeOffset="27718.04">4640 16924 309 0,'0'0'2'15,"0"0"-5"-15,0 0-19 16,-2 38 25-16,2-17 1 15,0 5 0-15,0 3-2 16,2 1 0-16,5 3-1 16,4-1 0-16,1 0-5 0,0 0-4 15,1 0-25-15,-3-5-12 16,-5-6-46-16</inkml:trace>
  <inkml:trace contextRef="#ctx0" brushRef="#br0" timeOffset="28508.41">4678 17212 238 0,'0'0'3'16,"0"0"-10"-16,0 0 7 0,0 0-3 16,0 0 3-16,50-42 0 15,-33 31-2-15,2 1 1 16,0 2-1-16,-1-4 1 15,-2 1 0-15,-1-2 0 16,-4 2 3-16,-1-2-3 0,-3 2-6 16,-1 2-2-16,-4 2 9 15,-2 3 0-15,0 2 0 16,-2 2-3-16,-7 0 7 16,-3 10-5-16,-1 4 4 15,1 5 2-15,2 2 2 0,1 5-6 16,5 1 2-16,4 0-3 15,0 0 1-15,0-5-1 16,8-3 0-16,4-5-1 16,1-3 1-16,0-8-1 15,4-3 6-15,1 0-5 0,-1-2-8 16,3-10-7-16,-5-1 8 16,4-1 4-16,-4-3 1 15,-1 0 2-15,-3 1-3 16,-3-1 1-16,0 0 3 15,-2 3 0-15,-5 5 2 0,0 0-1 16,-1 3-2-16,0 5 0 16,0 1 0-16,0 0 4 15,0 3-4-15,0 6-1 16,0 1 1-16,0 2 1 16,1-1 0-16,5-1-1 0,0-3 0 15,4-1 0-15,1-3-1 16,-3-2 2-16,4-1-6 15,-1 0-17-15,-2-3-1 16,-1-4 14-16,0-4 2 16,-4-2 9-16,1-1-2 0,-5-2 3 15,0-1 7-15,0 2 1 16,0 2-1-16,0 1-3 16,-2 5 2-16,0 2 2 15,2 4 2-15,0 1-8 16,0 0-22-16,4 6 14 15,4 3 6-15,4 2-1 0,-1 2-1 16,3-2-1-16,-3-1 0 16,2-1 0-16,-3-2-1 15,0-3 2-15,-1-1-1 16,-2-2 1-16,-3-1 3 0,3 0 4 16,-4-4 4-16,3-3-7 15,0-6 0-15,-4-4-54 16</inkml:trace>
  <inkml:trace contextRef="#ctx0" brushRef="#br0" timeOffset="29184.63">5308 16326 113 0,'0'0'1'0,"0"0"0"0,0 0 3 16,0 0 2-16,0 0 1 0,39-22-5 16,-26 22 1-16,1 11 0 15,1 4-2-15,-1 6 3 16,-1 5-1-16,0 5-1 15,-3 3 1-15,-2 1-1 16,-1 1-2-16,1-2 0 0,-2-1 0 16,2-4 2-16,-1-3 1 15,2-3 0-15,4-2 4 16,0-3-2-16,3-3-2 16,-1-2 2-16,2-2 0 0,-2-3-1 15,-3-2 0 1,-2-2-2-16,-3-1-1 0,-3 0-1 15,-2-2-1-15,-2 2 4 16,0 2 14-16,-11 3-17 16,-1 5 1-16,-4 4-3 15,1 6 3-15,1 2-1 0,1 6 0 16,6 2 0-16,-1 0 0 16,8 1 0-16,0-3 0 15,3 0 0-15,10 0-1 16,5-1 1-16,0 2-2 15,2 0 1-15,0 1 0 16,1 2 1-16,-1 1-1 0,-7-1 1 16,1-2-1-16,-7-1 1 15,-1-1 0-15,-6-2 0 16,0-3 0-16,0 1 1 16,-9-1 4-16,-5-2 5 15,-1-1-2-15,-3-1-4 0,-3-2-1 16,-3-1-2-16,0-3 0 15,-3 0-1-15,-2-2 1 16,-1-1-1-16,-1-3-18 16,-2-6-94-16</inkml:trace>
  <inkml:trace contextRef="#ctx0" brushRef="#br0" timeOffset="40727.17">14269 16824 57 0,'-3'0'50'0,"-1"0"-29"0,0-1-1 0,1-2 0 15,1 1 1-15,-3 1 6 16,2-3-5-16,0 2 4 16,0 2-8-16,-2 0-10 15,1 0-6-15,0 0 0 0,-2 4-18 16,1 4-10-16,-6 0 0 16,2 2-7-16,-2-4 17 15,-3-2 15-15,-1-3 3 16,-5-1 2-16,3 0 2 15,-8-1 2-15,1-6 0 16,-2-3 1-16,-1 0-1 0,-3-3-1 16,4 2 9-16,0-4 6 15,1 0-3-15,3-1-6 16,3-1-4-16,4-1-8 16,-1-1-1-16,3-1 0 15,2-2 2-15,0-2 3 0,4-2-3 16,0-1-3-16,1-2 1 15,3 0 1-15,1-2 0 16,2-1-2-16,0 1 2 16,0 0-2-16,0 1-1 15,2-1 3-15,3 0-1 0,-1 2 1 16,0-3-1-16,1 4-1 16,0-3 1-16,0 4 0 15,3 2 0-15,-1 2 0 16,1 1-1-16,4 1 1 15,-1 4-2-15,0 0 1 16,1 2 1-16,0 1-1 0,2 2 1 16,1 1-1-16,4 1 0 15,-1 0 0-15,6 3 2 16,1 0 0-16,2-2-4 16,2 4-7-16,0 2-7 15,1-2 11-15,-2 2 3 0,0 2 3 16,1-2-2-16,0 2 2 15,3-2 0-15,1-1 1 16,4-2 0-16,5 2 0 16,-2-3-1-16,5 1 0 0,-2 2 0 15,2-1 2-15,-2 3-1 16,2 0-1-16,0 1 1 16,-2 0-1-16,4 1 1 15,0 0-1-15,-2 0 0 16,1 0 0-16,-3-1 1 15,1 1-1-15,-4-3 0 0,3-1 1 16,0 2-1-16,0-1 1 16,0-1-1-16,-3-1 1 15,-1 3-1-15,-3-2 0 16,-5 3 0-16,-2 1 0 0,-5 0 0 16,-3 0-1-16,1 0 1 15,-4 1 0-15,-1 5-1 16,2 0-1-16,-3 0 1 15,2 0 1-15,1 2-1 16,-1-1 1-16,-2 1 0 16,2 2-1-16,0 0-2 0,-5 0 0 15,-2 1-1-15,0 1 2 16,-1 2 1-16,0 0 1 16,-3 2-2-16,0 0 1 15,-1 2 0-15,1 3 0 16,-5-1-1-16,0 3 2 0,0-2 1 15,-1 3 1-15,2 0-2 16,-1 1 4-16,0-1-4 16,2 0 1-16,-3-3 1 15,1 3-2-15,1 0 0 16,0 1 1-16,-1 1-1 0,0 2 1 16,-2 2 0-16,0-1-1 15,0 2 0-15,0-4 1 16,0-1-1-16,0-2 1 15,0 0 0-15,0-4 1 16,0 3 1-16,0-3-4 0,0 1-2 16,-4 1 0-16,0 1-1 15,1-3-3-15,1 3 2 16,-2-2 1-16,-3-2 1 16,4-2-1-16,1-4 4 15,-2-3 1-15,0-3 1 0,2-3-1 16,-1 2 6-16,-1-5 5 15,-2 2-7-15,0 0 1 16,-3 0-3-16,-2 0-2 16,-3 1-1-16,-4 1 0 15,-7 4-2-15,-4-2-16 16,-7 6-16-16,-8-2-29 0,-4-2-33 16</inkml:trace>
  <inkml:trace contextRef="#ctx0" brushRef="#br0" timeOffset="43090.81">7061 15881 47 0,'0'-3'19'0,"0"0"7"0,0 3-5 0,0-1-1 0,0 0 2 16,0 1 1-16,0 0-5 16,0 0-12-16,-1 0-3 15,-1 6-2-15,2 5 2 16,0 1-3-16,0 2 1 15,0 6 1-15,0 2-2 0,0 2 1 16,2 0 0-16,-1 3 1 16,1-3 0-16,-2 3-5 15,0 0-19-15,-2-2-20 16,-5-2-43-16</inkml:trace>
  <inkml:trace contextRef="#ctx0" brushRef="#br0" timeOffset="43397">6926 16233 117 0,'0'0'4'0,"0"0"-3"15,0 0 1-15,0 0 1 16,0 0 0-16,0 0 2 15,0 0-1-15,39-11 2 0,-30 11-1 16,-2 0 3-16,4 0 1 16,0 0 2-16,0 0-5 15,0 0-3-15,1-2-1 16,-2 1-1-16,3 1 0 16,-3-1 0-16,1 0 0 0,-3 1 2 15,2 0-4-15,-3 0-11 16,-1 0-37-16,-2-2-25 15</inkml:trace>
  <inkml:trace contextRef="#ctx0" brushRef="#br0" timeOffset="43768.07">6931 15852 113 0,'0'0'22'0,"0"0"-3"0,0 0-8 0,0 0 12 15,0 0 8-15,0 0-15 16,0 0-10-16,0 0-4 16,38-4-1-16,-20 1 0 15,1 2 1-15,2-2-5 16,0-1-42-16,3-2-71 0</inkml:trace>
  <inkml:trace contextRef="#ctx0" brushRef="#br0" timeOffset="44579.38">7248 15976 96 0,'0'0'-1'0,"0"0"3"16,0 0 4-16,0 0 1 0,0 0-2 15,0 0-1-15,0 0 0 16,41 47-1-16,-35-34 0 15,-1-1 1-15,1 1-2 16,2 2 0-16,-4-2-1 16,0 2 1-16,-1-4-2 15,-2 3 2-15,0-3 0 0,1-4-1 16,-2-2 1-16,0-1 0 16,0-2-2-16,0-2 2 15,2 0-1-15,-2-2 5 16,2-5-6-16,-2-4-5 15,2 0 3-15,1-1 2 16,-1-1 1-16,1 2 0 0,1 1 1 16,-1 1 1-16,-1 1 1 15,4 1 0-15,-2 4-2 16,3 1 0-16,0 1-4 16,0 1 1-16,1 0 0 15,1 0 1-15,-2 6-1 0,2 5 1 16,0-1 0-16,-3 2 0 15,2 0 2-15,-1 1 1 16,-1 3-2-16,0-2 1 16,-2 0-1-16,2 0 0 15,0-1 1-15,-4 0-1 0,3-3-4 16,-3 0-7-16,0-3 0 16,0-3 4-16,-1-1 2 15,0-3-2-15,2 0 6 16,-1 0 7-16,1-10-4 0,-3-1-1 15,2-1-1-15,0-4-1 16,-2 0 2-16,2-1 12 16,3 0 14-16,-1 1-26 15,1 2-2-15,3 0 2 16,0 2 0-16,0 2 5 16,3 3 2-16,-1 2-1 0,-1 3-5 15,3 2-1-15,-2 0-2 16,-1 2-5-16,0 7 3 15,2 6 3-15,-4 0 0 16,1 3 4-16,-1 3-4 16,2 0-1-16,0 0-20 15,-4-1-33-15,5-3-29 0</inkml:trace>
  <inkml:trace contextRef="#ctx0" brushRef="#br0" timeOffset="45610.88">7794 16020 49 0,'0'0'62'0,"0"0"-44"0,0 0-7 0,-28 50 1 0,24-31-2 16,2 0-7-16,0 0 0 15,2-2 0-15,0-5-2 16,4 0-1-16,3-5 1 16,1-3 3-16,4-4-1 15,-1 0 1-15,3 0 0 0,-1-6 0 16,3-5 2-16,-3-2-5 15,-1-2 1-15,-5 0 0 16,1 0-1-16,-3-1 5 16,-1 1 5-16,-4-1-5 15,0 6-2-15,0-1-3 0,0 2 2 16,-4 2-1-16,2 4 2 16,-1 2 0-16,1-1 4 15,0 2-2-15,2 0-7 16,0 2 2-16,0 5-2 15,0 4 1-15,0 1 1 0,4 1-1 16,0 2 0-16,1-1 2 16,3-1-1-16,2-1 1 15,1-1-2-15,3-4-8 16,1-4-10-16,3-3-12 16,3 0-20-16,2-9-2 15,2-4-4-15,0-1 23 0,-2-4 33 16,-2-1 17-16,-3 1 16 15,-2-1-1-15,-5 1-7 16,-2 1 4-16,-8 3 3 16,-1 1-3-16,0 5-2 15,-1 0-12-15,-9 5-5 0,0 3-1 16,-3 0-9-16,0 2 0 16,-1 9-1-16,1 2-2 15,1 4 6-15,4-1-2 16,3 1-1-16,3 0 0 15,2-3 0-15,0-4-4 0,4-2-2 16,7-3-5-16,3-3 7 16,-1-2 3-16,3 0 0 15,-1-5 3-15,0-4 3 16,-2-1-4-16,0-1 0 0,-2 1 0 16,-6-1-1-16,1 3 1 15,-2 1-1-15,-4 0 2 16,0 4 1-16,0 2 7 15,0 0-2-15,0 1-4 16,0 0 4-16,0 0-9 16,-2 7 1-16,2 3 0 0,0 3 0 15,0 4 0-15,0 1 0 16,0 5 1-16,0-1-1 16,2 4 0-16,-2-2 1 15,0 5-1-15,0-2-1 16,0-1 1-16,-6 1 0 0,-3-4-1 15,-2 0 1-15,-3-3-1 16,1-3 4-16,-1-4-1 16,1-3-1-16,-1-5 0 15,2-2 2-15,-1-3 0 16,3 0-2-16,1-13-15 0,3-5-29 16,2-8-43-16</inkml:trace>
  <inkml:trace contextRef="#ctx0" brushRef="#br0" timeOffset="46004.44">8225 15989 138 0,'0'0'136'0,"0"0"-141"0,0 0 0 15,0 0 3-15,0 0-9 0,0 0-9 16,25 41 3-16,-21-38 6 15,2-3 6-15,0 0 2 16,0 0 8-16,-1 0 11 16,-1-6 2-16,-2-1-7 15,1-2-2-15,-1-2-4 16,-2 0-2-16,0 1-1 0,0-2-1 16,0 1-1-16,0 4-1 15,-3-1 1-15,-1 3 0 16,0 2-6-16,0 3 3 15,1 0 4-15,1 1-5 16,-3 10 3-16,2 3 0 0,2 7 1 16,1 1-1-16,0 3 1 15,0 0 1-15,4 1-1 16,5 0-1-16,0-3-7 16,4-2-15-16,1-3-28 15,-1-5 11-15,3-6-10 0</inkml:trace>
  <inkml:trace contextRef="#ctx0" brushRef="#br0" timeOffset="46402.34">8511 15973 132 0,'0'0'17'0,"0"-40"-8"16,-9 23 8-16,1 3 6 15,-1 6-20-15,-3 0 8 16,1 4-11-16,0 3 0 15,-2 1 1-15,4 0-2 16,0 6 3-16,0 4-2 0,4 2 0 16,3 2 1-16,0 2 0 15,2 0 0-15,0-1-1 16,6 1 0-16,6-2 0 16,-3-3-1-16,2 1 1 15,0-2 0-15,0 0 0 0,0-2 0 16,1 2 2-16,-2-1-1 15,-1 1 1-15,1 0-1 16,-3 0 0-16,-1-2-1 16,-2 2 0-16,-2-1 1 15,-2 0-2-15,0-1 2 0,0-1 1 16,-4 1 0-16,-3-1 1 16,1 0-2-16,-5-1 2 15,6-2-1-15,-3-1-2 16,3-3-11-16,1 0-42 15,-1-7-33-15</inkml:trace>
  <inkml:trace contextRef="#ctx0" brushRef="#br0" timeOffset="46628.39">8471 15949 116 0,'0'0'17'0,"0"0"1"0,0 0-12 0,0 0-3 0,-11 37 2 15,9-19-3-15,0 5 1 16,-1 1 0-16,1 2-3 16,-1-1 3-16,1 4 1 15,-2-3-9-15,-1 0-32 16</inkml:trace>
  <inkml:trace contextRef="#ctx0" brushRef="#br0" timeOffset="47309.65">6974 16554 162 0,'0'0'6'0,"0"0"2"0,0 0-8 16,0 0 0-16,0 0-1 0,0 0 0 16,0 0-1-16,0 0 1 15,0 0 2-15,0 0 0 16,32 5 3-16,-16-3 2 16,5-2-4-16,4 2 1 15,8-2-2-15,3 0 2 16,4 0-2-16,7 0 1 0,6 0-1 15,5 0 1-15,3 0 2 16,3 0-2-16,5-3 2 16,2 0-3-16,2 2 0 15,1 0 0-15,-2 1 1 16,1 0-2-16,-1 0 0 16,-5 0 1-16,-7 0-1 0,-4 2 0 15,-7 4 0-15,-6 1 3 16,-8-1 7-16,-6 2-1 15,-6 2-8-15,-3 1 1 0,-6-1-3 16,-10-3-41-16,-4-4-120 16</inkml:trace>
  <inkml:trace contextRef="#ctx0" brushRef="#br0" timeOffset="48910.16">7754 16807 26 0,'0'0'48'16,"0"0"-45"-16,0 0 7 0,0 0 5 0,0 0-2 0,0 0 5 16,0 0 2-16,0 0 13 15,0 0-4-15,0 0-9 16,0 0-15-16,0 0-6 16,-25 27 2-16,25-6-2 15,6 6 2-15,-1 8-2 0,4 4 1 16,-2 6 1-16,-1 2-2 15,1 3 0-15,-2 4 1 16,-2 0 2-16,-1 1 0 16,-2 4 1-16,0-4 1 15,0 2 1-15,-3-5 0 16,-4-1 1-16,-2-7-1 0,1-1 3 16,1-6 0-16,-1-6-3 15,4-1-2-15,0-7 0 16,4-3-3-16,0-6-15 15,-2-7-31-15,2-7-66 16</inkml:trace>
  <inkml:trace contextRef="#ctx0" brushRef="#br0" timeOffset="49400.53">7745 16786 63 0,'0'0'10'0,"0"0"-4"0,0 0-4 0,0 0 6 15,0 0 13-15,0 0-4 16,0 0 1-16,40-5 4 16,-27 5 2-16,5 0-5 0,3 0-6 15,2 0-7-15,6 0 0 16,5 0-3-16,3 0-2 15,5-1 1-15,2-2-1 16,4-1 0-16,3 1-1 16,-2 1 1-16,1 1 0 0,3 1-1 15,-4 0 2-15,1 0-2 16,-2 0-2-16,-1 0 2 16,-4 0-1-16,-3 0-1 15,-4 1-4-15,-3 1-14 16,-6 1-22-16,-5-2-12 15,-4-1-31-15</inkml:trace>
  <inkml:trace contextRef="#ctx0" brushRef="#br0" timeOffset="49821.97">8760 16708 79 0,'0'0'6'0,"0"0"-5"0,0 0 8 0,0 0 20 16,0 0 6-16,0 0-9 0,0 0-21 15,0 0 0-15,0 0 0 16,6 49-2-16,-1-26 3 16,1 5-4-16,3 9 1 15,0 6-1-15,0 2 1 16,2 6 3-16,-3 3-2 0,2 3 1 16,-3 4-1-16,1 0 0 15,-5 2-1-15,-2-3-3 16,-1-2-2-16,0-6 4 15,0-6 1-15,-1-7-2 16,-4-4 0-16,1-4 0 0,-1-6-11 16,-1-3-39-16,-3-7-67 15</inkml:trace>
  <inkml:trace contextRef="#ctx0" brushRef="#br0" timeOffset="50418.64">7785 17956 60 0,'0'0'6'0,"0"0"20"0,0 0-7 0,0 0-13 15,0 0-1-15,0 0 1 16,0 0 10-16,0 0 2 16,0 0 6-16,0 0-8 15,48-41-12-15,-27 36-1 0,1 1-3 16,4 1 1-16,4-1-1 16,4 1 0-16,4 2 1 15,2-2-2-15,5-1 2 16,0 1-1-16,6-3 1 0,-1 3-1 15,1-1 1-15,2 1 1 16,-1 1-2-16,-3 1 6 16,0 1 1-16,-5 0-3 15,-2 0-1-15,-5 0 0 16,-5 0 0-16,-5 3 0 0,-4 1 0 16,-5-1-1-16,-5-1 0 15,-3-1-1-15,-5-1 0 16,-3 0 1-16,-2 0-2 15,0 0 3-15,0-3 0 16,-3-6-51-16</inkml:trace>
  <inkml:trace contextRef="#ctx0" brushRef="#br0" timeOffset="51138.01">9142 17298 60 0,'0'0'-1'0,"0"0"3"0,0 0 3 0,0 0 0 16,0 0 6-16,0 0 6 16,-36 12 0-16,32-12 0 15,1 0-3-15,0 0-7 0,3 0-2 16,0-2 1-16,0-5-6 16,0 1 1-16,0-1 1 15,0-1 0-15,2-2 0 16,2 1 2-16,0 0 3 15,0-1-3-15,-1 1-2 16,5-2-2-16,-1-1 1 0,3 1 1 16,2 0-1-16,2-1 1 15,1 1-1-15,3-2-1 16,0 3 2-16,2 1 3 16,1 1 1-16,-1-1 0 0,2 2 2 15,-1 2-4-15,5-1-2 16,0 0 0-16,-1 1 1 15,0 1 0-15,2-2 0 16,-2 1-1-16,0 1-1 16,0-2 0-16,0 2 0 15,-2 0-1-15,-1 1 3 0,-2-1-2 16,0 1 0-16,-5 2-1 16,0-1 1-16,-3 2 0 15,0 0-3-15,-7-1-21 16,-1-2-42-16</inkml:trace>
  <inkml:trace contextRef="#ctx0" brushRef="#br0" timeOffset="51435.99">9677 16899 104 0,'0'0'3'0,"0"0"1"0,0 0 10 0,0 0 1 16,42 0-3-16,-31 7-4 16,1 4-3-16,0 3-2 15,-1 3 1-15,0 2 1 16,-1 6 3-16,0 1-2 0,0 4 1 15,-6 3-5-15,-4 2-12 16,0 5-12-16,-2 2-13 16,-12 2-16-16</inkml:trace>
  <inkml:trace contextRef="#ctx0" brushRef="#br0" timeOffset="55612.34">9940 16686 125 0,'-1'0'11'0,"0"0"2"0,1 0-7 0,0 0-4 0,0 0-2 15,0 0 0-15,0 0 0 16,0 0-4-16,0 0 4 16,0 0 7-16,0 4-6 0,0 2 0 15,0 0-1-15,0 5 0 16,0 2 1-16,4 4-1 15,0 2 2-15,1 4-2 16,1 6 1-16,-1 4 1 16,1 5 1-16,1 2 2 0,0 4-1 15,2 0 2-15,-4 4-1 16,1 0 0-16,-1-1 0 16,-1 1-2-16,0 0-1 15,-1 0 2-15,4-3-2 16,-3 0 5-16,3-2 0 0,1-2-4 15,0-1 2-15,1 1-2 16,-1-3 1-16,-1 1 2 16,2-1-1-16,-5 0-1 15,1-2-3-15,-3-3 0 16,0-4-5-16,-2-6-8 0,0-9-20 16,0-9-30-16</inkml:trace>
  <inkml:trace contextRef="#ctx0" brushRef="#br0" timeOffset="56230.21">9986 16679 125 0,'0'0'11'0,"0"0"0"0,0 0-9 0,0 0-3 15,0 0 2-15,0 0 0 0,43-7 0 16,-26 7-1-16,2 0 0 15,3 0 1-15,5-3 1 16,2 0 1-16,7 0-1 16,1-2-2-16,6-2 0 15,2-1 1-15,0 0-1 0,4-2 0 16,-3 3 7-16,-2-2 13 16,0 2-5-16,3-1-2 15,-3 2-5-15,-1-1-4 16,4 3-2-16,-3 1 0 15,1 1-1-15,-5 0 1 0,-2 0-1 16,-2 2 0-16,-4 0-1 16,-1 0 1-16,-5 2 0 15,-4 1-2-15,1 1-13 16,-2 0-22-16,-6-2-13 16,1-1-31-16</inkml:trace>
  <inkml:trace contextRef="#ctx0" brushRef="#br0" timeOffset="56793.51">11120 16567 113 0,'0'0'13'0,"0"0"11"0,0 0-11 15,0 0-5-15,0 0-4 16,0 0-7-16,0 0 5 0,0 0-2 16,0 0 4-16,0 41-2 15,0-20 1-15,4 6-1 16,0 2 0-16,2 3 0 15,0 3 0-15,0 6-1 16,-1 1 2-16,1 4-3 16,-2 1 1-16,-1-2-2 0,0 0 2 15,1-2 1-15,-2-3-1 16,-1-3 1-16,1-2 1 16,0-2 1-16,-1 4 0 15,0 0-2-15,-1 1 0 16,2 2 1-16,-2 1 1 0,0 0-3 15,0 3-1-15,0-4 1 16,0-1 1-16,0-3-2 16,-4-2 1-16,1-2 0 15,1-5 2-15,0-2 3 16,0 1-4-16,0-6 0 0,-1-3 0 16,2 0 2-16,0-4-2 15,1-4 0-15,-1-1-2 16,1-1 0-16,0-3-3 15,0 1-21-15,-2-1-16 16,-4-3-84-16</inkml:trace>
  <inkml:trace contextRef="#ctx0" brushRef="#br0" timeOffset="57803.4">10169 17927 22 0,'8'-1'14'16,"-2"-2"4"-16,3 2 4 0,2-1-13 0,1 0-5 15,1-1-1-15,1 1 4 16,3-1 4-16,1 2 1 0,0 0 3 15,4-1 0-15,0-1-10 16,3 1-3-16,2-1-1 16,0-2 1-16,3 0-1 15,2 2 1-15,2-4-2 16,0 1 0-16,1 1 0 0,1-1 0 16,0-1 1-16,1-2 0 15,-1 5-1-15,0-3 1 16,-2 0 1-16,-5 2 1 15,0 1 3-15,-5 1 4 16,-2 1-1-16,1 0-1 0,-5 2 0 16,4-3 0-16,-4 3-3 15,0 0-1-15,0 0-3 16,-3 0-1-16,1 0 2 16,-3 0-1-16,-1 0-1 15,-3 0 1-15,-1 0-1 0,0 0-1 16,-2 0-2-16,-2 0 2 15,1 2-2-15,-3-2-10 16,-2 0-18-16,0 0-62 16</inkml:trace>
  <inkml:trace contextRef="#ctx0" brushRef="#br0" timeOffset="59496.91">10004 16801 35 0,'0'0'86'0,"0"0"-46"16,0 0-15-16,1 1-16 0,1 1-11 15,4 0 2-15,0 0 5 16,6 3-4-16,-1 0 3 0,3 1-1 16,-3 1 1-16,2-1-1 15,-1-1 0-15,-1 0 0 16,1-1-5-16,0-3-13 16,-3-1-19-16,-2 0-9 15,0 0-59-15</inkml:trace>
  <inkml:trace contextRef="#ctx0" brushRef="#br0" timeOffset="59695.5">10115 16768 200 0,'0'0'25'15,"0"0"-14"-15,0 0 8 16,0 0-10-16,0 0-14 15,0 0 3-15,0 0 2 0,-39 34-2 16,34-12-3-16,1 2-8 16,-2-2-33-16,3-1-32 15</inkml:trace>
  <inkml:trace contextRef="#ctx0" brushRef="#br0" timeOffset="60158.61">10398 16669 28 0,'0'0'143'0,"0"0"-144"0,0 0 3 0,0 0-1 16,44 26 1-16,-28-21-1 16,-2 0 3-16,1-1 2 15,-1-1-3-15,1-2-1 16,-1 1-1-16,-1-2-20 0,-1 0-19 15,0 0-28-15</inkml:trace>
  <inkml:trace contextRef="#ctx0" brushRef="#br0" timeOffset="60328.44">10563 16635 123 0,'0'0'15'0,"0"0"5"16,0 0-11-16,0 0-10 15,-40 17 2-15,32-1 3 16,0 2-3-16,-1 2 1 0,1 3-1 16,3-2-4-16,-4-2-19 15,4-4-70-15</inkml:trace>
  <inkml:trace contextRef="#ctx0" brushRef="#br0" timeOffset="61709.03">9669 15782 219 0,'0'0'-2'0,"0"-2"6"0,0-1 0 0,0 3-3 16,0 0 0-16,0 0-2 15,0 0-8-15,0 9 3 0,0 2 6 16,5 3 2-16,4 2-2 16,-2 2 1-16,3 1-1 15,-1 1 0-15,-1-2 0 16,0 2 1-16,-3-1 0 15,1-2 0-15,-2 0-1 0,0-2 1 16,-3 1 0-16,-1 0-3 16,0-1-5-16,0 2-26 15,-3-3-16-15,-3-2-29 16</inkml:trace>
  <inkml:trace contextRef="#ctx0" brushRef="#br0" timeOffset="62187.25">9611 15783 75 0,'0'0'0'0,"0"0"6"15,12-46 0-15,-4 35 7 16,1 1 3-16,-3 2 8 0,4 1 1 15,-4 1-5-15,3 0 3 16,0 3-9-16,2-1-9 16,3 1-3-16,1 0 0 15,1-1-2-15,0 4 1 16,1-3 1-16,-3 3-1 16,-1 0-1-16,-1 0-1 0,-1 3-2 15,-4 1 1-15,1 2 1 16,0 1 0-16,-2 4 0 15,-4-2 1-15,0 1 0 16,-2 3 1-16,0 0-2 16,-2 1 2-16,-6 0 3 15,-2 0-1-15,-3 1 1 0,0-2 0 16,-4 0-1-16,0 0 1 16,2-3 1-16,0 0 2 15,2-3-1-15,1-2-2 16,2-1 0-16,3-1-2 0,0-1-2 15,4 0 0-15,3 0-6 16,0-2-22-16,0 0-67 16,6 0-22-16</inkml:trace>
  <inkml:trace contextRef="#ctx0" brushRef="#br0" timeOffset="62558.23">9964 15856 174 0,'0'0'4'0,"0"0"-2"0,0 0 1 0,0 0 0 16,0 0-5-16,0 0 1 15,0 0 1-15,0 0 0 16,0 0-1-16,0 42 2 0,0-28 1 16,0 3-1-16,0 0 2 15,0-1-1-15,0 1 0 16,1-3 3-16,-1-3-3 15,0-1 2-15,0-4-2 16,0 0-8-16,0-6-27 0,0 0-59 16</inkml:trace>
  <inkml:trace contextRef="#ctx0" brushRef="#br0" timeOffset="62728.5">9926 15715 226 0,'0'0'-4'0,"0"0"11"15,0 0-1-15,0 0-3 0,0 0-12 16,0 0-55-16,0 0-53 16</inkml:trace>
  <inkml:trace contextRef="#ctx0" brushRef="#br0" timeOffset="63063.94">10031 15809 149 0,'0'0'-1'16,"0"0"3"-16,0 0 15 16,0 0 7-16,0 0-9 15,42 17-6-15,-28-12-2 0,-1 1-3 16,1 0 1-16,-1 0-1 16,0-1-1-16,1 1-1 15,-3-1 0-15,1-1-1 16,-3 2 1-16,1-2 1 15,-3 1-2-15,1-1-1 16,-3 0-13-16,0-1-21 0,-3-3-20 16,0 0-38-16</inkml:trace>
  <inkml:trace contextRef="#ctx0" brushRef="#br0" timeOffset="63311.95">10184 15745 152 0,'0'0'16'15,"0"0"9"-15,0 0-3 0,0 0-9 16,0 0-10-16,0 0-7 16,0 0 1-16,0 0 1 15,-19 44 2-15,17-22 1 16,-3 0 1-16,1 2-1 15,0-2 0-15,-3 0 0 0,2-1 0 16,-1 0-3-16,3-5-40 16,-1-5-68-16</inkml:trace>
  <inkml:trace contextRef="#ctx0" brushRef="#br0" timeOffset="63775.85">10280 15847 46 0,'0'0'8'16,"0"0"-1"-16,0 0 2 16,0 0 3-16,0 0 0 15,39-16 3-15,-34 10 8 16,2-3 3-16,-3 0-2 0,-3-1-3 15,1 0 2-15,-2 0-12 16,0-1-3-16,0 4-3 16,0-2-4-16,-3 3-5 15,-4 1 4-15,1 2-4 16,1 0 1-16,0 3 0 16,2 0 2-16,0 0-1 0,-1 7-3 15,1 7 4-15,-1-2-1 16,3 8 2-16,1 0 0 15,0-1 0-15,0 1 0 16,1-4 0-16,8-2 1 0,-4-3-2 16,5-2 1-16,-1-3 1 15,-1-2 0-15,4-3 2 16,0-1-2-16,-1 0 3 16,2-1-1-16,1-9 0 15,-1-1-1-15,-1-6-24 16,-1-2-14-16,0-5-20 0,-2-3-67 15</inkml:trace>
  <inkml:trace contextRef="#ctx0" brushRef="#br0" timeOffset="64216.19">10392 15377 103 0,'0'0'22'0,"0"0"-13"0,0 0 3 0,0 0-8 0,0 0-3 0,0 0-4 16,0 0 1-16,0 0 1 16,0 0 3-16,-4 41 0 0,8-21 0 15,2 4 1-15,0-3 2 16,-1 3-2-16,1-2 3 15,2 0 3-15,0-1 5 16,-3-2 0-16,1 2-2 16,-1-1-4-16,2 0-2 15,-1 0 1-15,-1-3-2 0,1 2 2 16,-2-2 2-16,1 0 1 16,0-3-4-16,-2 0-2 15,1 0-3-15,-2-1 2 16,0-3 2-16,0-1-3 15,-2-1 0-15,2-2-1 0,-2-2 0 16,0 0 0-16,0-1 1 16,0-3-2-16,0 2-2 15,0-2-18-15,1 0-26 16,0 0-43-16</inkml:trace>
  <inkml:trace contextRef="#ctx0" brushRef="#br0" timeOffset="65463.31">10659 15716 79 0,'2'-7'2'0,"0"2"0"0,1-3 0 16,0 1 4-16,1-1-1 16,-4 2-2-16,2-3 8 15,-2 2 5-15,0-1 7 0,0-1 1 16,0 1-10-16,0 3-5 15,0 0-4-15,-2-1-3 16,-2 3-2-16,0 3-5 16,-2 0 5-16,1 0-7 0,1 0-1 15,-2 0 2-15,0 7 4 16,2 3 1-16,0 0 2 16,-2 3-2-16,5 1 1 15,-1 0 0-15,2 2 0 16,0-3 0-16,0 1-1 15,0-1 1-15,5-2 0 16,3-1-1-16,-1-4 2 0,2 1-2 16,2-3 3-16,-1 1 1 15,1-3 0-15,-1 0 0 16,2-1-2-16,-3 1 2 16,-2-1 0-16,1 0 0 0,-1 2 0 15,0 0-1-15,-1 0-1 16,-4 1 1-16,1-1-2 15,-1 4 1-15,-2-1-2 16,0-1 2-16,0 1-3 16,-7 3 5-16,-3-1-13 15,0-1 0-15,-1 0-15 0,0-4-37 16</inkml:trace>
  <inkml:trace contextRef="#ctx0" brushRef="#br0" timeOffset="65740.17">10630 15686 89 0,'0'0'11'0,"0"0"4"0,0 0-4 16,0 0-1-16,0 0 1 16,-17 47-8-16,16-26 0 0,1-2 1 15,0 2 0-15,0 0 0 16,0 1-4-16,0-1-11 16,0-1-17-16,-2 0-41 15</inkml:trace>
  <inkml:trace contextRef="#ctx0" brushRef="#br0" timeOffset="66309.13">9915 16277 114 0,'0'0'31'0,"0"0"-19"0,0 0-10 0,0 0-1 0,0 0 0 15,47-14 0-15,-29 7-2 16,7-2 3-16,4 2-2 15,4-4 2-15,3-3-2 16,6 1 0-16,3-3 2 0,2 2 1 16,2-6 0-16,2 2-2 15,-2-2 2-15,1 0-1 16,1-1 2-16,-7-1 3 16,2 4 6-16,-4-1-2 15,0 2-3-15,-6 3-4 0,-2 3-3 16,-8 4 0-16,-4 1-1 15,-3 6 0-15,-8 0-1 16,-7 0-10-16,-2 1-30 16,-2 5-17-16</inkml:trace>
  <inkml:trace contextRef="#ctx0" brushRef="#br0" timeOffset="66743.98">10004 16307 40 0,'0'0'66'0,"0"0"-65"0,54-7 4 0,-29-2 7 0,3-1-7 0,7-1-1 15,2-3 0-15,1-2 4 16,2-2 12-16,3-2 6 16,-1 0-3-16,3 0-5 15,-5 2 0-15,1 1-11 16,-2 1-5-16,2 3-2 0,-3 2 2 16,-4 1-14-16,-3-2-52 15</inkml:trace>
  <inkml:trace contextRef="#ctx0" brushRef="#br0" timeOffset="68666.25">9965 16690 59 0,'0'0'3'0,"0"0"-2"0,0 0-1 0,0 0 1 16,0 0 1-16,0 0-2 15,39 0 3-15,-38 0 2 16,0 3 7-16,-1 1 5 16,0-1-1-16,0 3 1 15,0 1-4-15,0 2-8 0,-1 3-1 16,1 1-1-16,0 4-1 15,0 4-2-15,0 1 2 16,3 4-2-16,4 3 0 16,0 4 0-16,2 1 0 15,0 4 0-15,-2 1 2 16,2 2 2-16,-4 3-3 0,1 1 1 16,0-1 1-16,-3 2 0 15,1-2 0-15,3 1-10 16,-4-2 18-16,1-3 0 15,2-1-9-15,-4-2 1 16,3-3-2-16,-1-2-1 0,1-5 1 16,2-2-1-16,-3-2 1 15,0-5-1-15,3 0 2 16,0-3-1-16,0 2 0 16,0 3 0-16,1-1 0 15,-3 5 0-15,2 0-1 0,-2 4 0 16,-1 0 1-16,0 1-1 15,-2-1 1-15,0-3-1 16,-2-1 1-16,0-6-1 16,0-2 1-16,0-5-1 15,0-3 2-15,0-3 8 0,0-3-4 16,-2 0-4-16,2-2 0 16,0 0-1-16,0 0 1 15,0 0-1-15,0 0-1 16,0 0-3-16,0 0-2 0,0 0 4 15,0 0-1-15,0 0 4 16,0 0-2-16,0 0 1 16,0 0 4-16,0 0-3 15,0 0-2-15,0-3 0 16,0-1-1-16,0 0 1 16,0 1 1-16,0-1-1 15,0 0 0-15,0-1 0 0,4 1 0 16,4-1-1-16,1-1 2 15,1-3-1-15,4 2 0 16,0-3 0-16,4 0 0 16,1 3 0-16,3-3 2 0,3 1 2 15,1 0 1-15,5 1-1 16,2 1-2-16,2-1 0 16,3 2-1-16,0-1-1 15,3 3 2-15,-3 1-2 16,-1 0 0-16,1 0-5 0,-4 1-11 15,-5-4-45-15,-2-5-44 16</inkml:trace>
  <inkml:trace contextRef="#ctx0" brushRef="#br0" timeOffset="70379.97">10067 16665 86 0,'-5'1'4'0,"3"1"14"0,0-1-9 0,2-1-5 0,0 0-6 15,2 0 0-15,7 0 10 16,2 0-3-16,5 0 0 16,2-1 2-16,2-2 2 15,4 0-2-15,2 0-3 0,3 0-1 16,1-1-3-16,2 1 1 15,1 0 0-15,-1-1 2 16,3-1 0-16,-3 0 0 16,1-2-1-16,1 4-1 15,-1-4 0-15,1 1 1 0,2 1-2 16,-3 1 1-16,1 1-1 16,-3 0 0-16,0 1 0 15,1 2 1-15,-3 0-1 16,-2 0-1-16,-1 0 2 15,-1-1 0-15,-3 1-2 0,-1-1 1 16,-2-1 1-16,1-2-1 16,-4 4 0-16,0-4 0 15,-1 1 1-15,-1 0-1 16,-4 1 0-16,1-2 0 16,-1 3 1-16,-3-1-1 0,1 0 1 15,0 0 0-15,1 1 1 16,1-2 0-16,-2 1 1 15,1-2-1-15,-1 1-5 16,0-1 6-16,0 3-3 16,-1-1 2-16,-1 1 0 0,-2-1-1 15,-1 1 2-15,-1 1 1 16,0 0-1-16,-2 0 1 16,0 0 1-16,0 0-1 15,2 0 1-15,-2 0 1 16,0 0 0-16,0 0-4 0,0 0-2 15,0 0-1-15,0 1 1 16,0 4 3-16,3 0-3 16,-1 4 0-16,0 2 0 15,1 1 1-15,1 2-1 16,-2 3-1-16,0 3 1 16,0 4 1-16,0 1-1 0,1 4 0 15,-1 4 0-15,0 1 1 16,-2 4-1-16,2 2 0 15,-2-1 1-15,2 1-1 16,0-3 0-16,-2-3 0 0,1-1 1 16,2-5-1-16,-1-1 1 15,0 0-2-15,0 0 1 16,0 2 0-16,0-2 1 16,0 4-1-16,1-3 0 15,-1 2 0-15,0-1 0 0,1-2 0 16,1 0 1-16,1 0-1 15,-1 1 0-15,0-2 0 16,3 2 0-16,-4-1 0 16,6 0 1-16,-5-1-1 15,1-1 0-15,1 2 0 16,-3-4 0-16,0 2 0 0,0-1 1 16,-1-2-1-16,1-4 1 15,-3-1-1-15,0-2 1 16,0-5-1-16,0-2 1 15,0-2-1-15,-3-1 0 16,1 0 1-16,2-3-1 0,-3 1 0 16,2 0 0-16,0-2 2 15,0 1-2-15,0 0 0 16,-1 0 1-16,2 0 1 16,-2-1-2-16,2-1 1 15,-2 2 0-15,-2-1-1 0,2 0 0 16,1-1 0-16,-3 0 1 15,2 0 0-15,-5 0-1 16,4 0 1-16,-3 0 0 16,1 0-1-16,1 0 1 0,-2 0-1 15,0 0 0 1,2-1 1-16,-4 1-1 0,3 0 0 16,-5 0 0-16,1 0 2 15,-1 1-4-15,-4 3 2 16,1-3 0-16,0 3 0 15,-3-1 0-15,-1 0 0 0,1-1 2 16,-1 0-1-16,-4 0 0 16,0-2 3-16,-3 2-2 15,-3 2-2-15,-3-1 1 16,-1 5-1-16,-4 0 0 16,1 1 0-16,-2 2 0 0,-2 1 1 15,1 0-2-15,-2-2 1 16,-1 1-1-16,2-1 2 15,1-1-1-15,0-1 0 16,2-1 10-16,1-1-11 16,3-2 2-16,2-1 0 0,1 0 0 15,7-2-1-15,0 1 0 16,5-2 0-16,5 0 0 16,5 0-3-16,4 0-12 15,2 0-22-15,0 0-69 16</inkml:trace>
  <inkml:trace contextRef="#ctx0" brushRef="#br0" timeOffset="72037.62">11441 17213 85 0,'-3'3'3'0,"-3"-2"-1"0,4 2-1 16,-4-1-2-16,3-1-16 0,1 1-22 15,-2-1 5-15,2 0 34 16,0-1 23-16,1 0-8 15,1 0-8-15,0 0-10 16</inkml:trace>
  <inkml:trace contextRef="#ctx0" brushRef="#br0" timeOffset="72856.89">11441 17213 38 0,'0'0'44'0,"0"0"-13"16,-30 14 6-16,30-14 4 15,0 0-24-15,0 0-11 16,0 0-4-16,0 0-1 0,0 0-1 15,0 0-1-15,0 0 0 16,0 0 0-16,0 0 2 16,0 0 1-16,0 0 2 15,0-1 2-15,0-1 2 16,-1 2-4-16,1-2-3 0,0 0-1 16,0 1 1-16,0-2-1 15,0 0 0-15,0-1 1 16,0 1-1-16,0-1 0 15,0 0 1-15,2-1 0 16,3 2 0-16,-1-2 1 16,3 0-2-16,-1 1 1 0,2 0-2 15,0 0 1-15,1 1-4 16,1 0 2-16,-1 0 0 16,1 2 1-16,-1-2 1 15,1 2-1-15,0-1 1 16,1 2 0-16,-1-3 0 0,-1 3 0 15,3 0 1-15,-2 0-2 16,1 0 1-16,-4 0 0 16,2 0 0-16,-1 0-2 15,1 0 1-15,-4 0 1 16,4 0 1-16,0 3-1 0,-2 1 0 16,4-1 0-16,-4 1 1 15,2 0-1-15,-1 1 0 16,0-2 0-16,0 0 0 15,-1 0 0-15,1 2 0 16,2-1-4-16,-2-1 3 16,1 3 2-16,3-1 2 0,-1 0-3 15,-2 1 1-15,2-1-1 16,0 1 0-16,0-2 0 16,-2 2 0-16,2-1-1 15,-2-3 2-15,1 4 1 0,-2-3 2 16,1 3-1-16,-2-3 0 15,2 3-2-15,-2 0-1 16,1-1 1-16,-2 2-1 16,4-1 0-16,-5 1 0 15,1 0 0-15,1 0-1 0,-1 1 1 16,0-1 0-16,0 1 1 16,-2-2 1-16,0 0 0 15,1-1-1-15,-1 1 1 16,-3-2-2-16,3 0 1 15,-2-1-2-15,1 2 1 0,-3-2 1 16,0-1-1-16,2 0 0 16,-2 0 3-16,0 1 0 15,0-1-3-15,0 1-6 16,0-2-21-16,0 2-37 16,-6-3-45-16</inkml:trace>
  <inkml:trace contextRef="#ctx0" brushRef="#br0" timeOffset="73830.42">11869 17416 132 0,'2'0'-3'0,"0"0"2"0,0 0-1 0,0 0-5 16,-1 0 2-16,-1 0 4 16,1 0 0-16,0 0 3 15,0 0 4-15,2 0 2 16,-1 0 2-16,2 0-2 15,3 2-5-15,0-1-2 16,-2 2 0-16,3-2 0 0,-1 2-1 16,0 0 0-16,0 1 0 15,-1-1 0-15,-1 1 0 16,1-2 0-16,-1 1 0 16,0-1 0-16,-1 0 0 15,-1 1 0-15,-1-2 0 0,0 1 0 16,0-1 2-16,2 1 3 15,-4-2-2-15,2 1 1 16,-1-1 1-16,1 0-1 16,2 1-2-16,1-1 1 15,-1 2 0-15,-1-2-1 0,1 0-1 16,0 0 1-16,-1 0-1 16,0 0 1-16,3 0-2 15,-4 0 0-15,0 0 1 16,1 0-1-16,-1 0 1 15,0 0-1-15,0 0 0 16,0 0 0-16,-2 0 0 0,2 0 0 16,-2 0 2-16,1 0-1 15,-1 0 1-15,0 0 8 16,0 0 10-16,0 0-5 16,0-2-4-16,0 0-3 15,0-3 0-15,0-1-1 0,0-1-1 16,0-1-3-16,2-2 1 15,0-3 1-15,4-4 3 16,-2-3-1-16,1-4-2 16,3-6-5-16,0-7 1 0,2-4-9 15,0-7-62-15</inkml:trace>
  <inkml:trace contextRef="#ctx0" brushRef="#br0" timeOffset="77510.24">10040 16841 26 0,'-2'3'-1'0,"0"-2"1"0,0 2 1 0,2 0 6 16,-1-3 10-16,0 0 7 15,1 0 11-15,0 0-14 16,-1 0-9-16,1 0-9 15,0 0-1-15,-2-1-1 0,2-1-1 16,0 2 0-16,0 0 1 16,0-3-2-16,0 3-3 15,2-1 5-15,3-1-2 16,3 1 1-16,2-2-3 16,0-1 2-16,2 1 1 15,3-1 1-15,1-3 0 0,0 0-62 16</inkml:trace>
  <inkml:trace contextRef="#ctx0" brushRef="#br0" timeOffset="78360.05">10384 18263 141 0,'0'0'8'0,"0"0"29"0,0 0-11 16,0 0-12-16,0 0-6 16,0 0-3-16,0 0 7 15,0 0-7-15,0 0 4 16,0 0 4-16,-15-42-3 0,23 30-3 15,6 0-4-15,-1 1-2 16,0 1-1-16,3 0 0 16,-1 3 2-16,2 3-4 15,-2 4 0-15,-4 0-1 16,-1 3-2-16,-2 9-3 0,-3 5 5 16,-5 4 0-16,0 2 2 15,0 2 6-15,0 0-3 16,-7-2 0-16,1-1-2 15,3-6 1-15,1-2-1 16,2-4 0-16,0-3-3 0,4-4-2 16,7-3 3-16,3 0-1 15,3-3-11-15,4-9-5 16,-1-4-21-16,2-2-24 16,-1-4-19-16</inkml:trace>
  <inkml:trace contextRef="#ctx0" brushRef="#br0" timeOffset="78704.87">10704 18115 125 0,'0'0'17'0,"0"0"23"15,-39-3-18-15,25 10-10 0,1 7-11 16,1 1 3-16,3 0-2 16,0 4-2-16,4-1 0 15,5-1 0-15,0 0 0 16,2-1-1-16,10-3 3 15,3-2 1-15,3 0-2 0,1-3 3 16,0 0-1-16,1-1-1 16,-2 0-1-16,-6 0 0 15,-2-2 0-15,-7 2 0 16,-3 0-2-16,0 0-1 16,-7 1 4-16,-6 1 1 0,-5-1-4 15,0-1-1-15,2-4 2 16,2-3 1-16,3 0 1 15,5-4 7-15,4-11-7 16,2-7 8-16,4-1-10 16,11-5-2-16,3 0-15 15,5-1-26-15,-1 1-42 0</inkml:trace>
  <inkml:trace contextRef="#ctx0" brushRef="#br0" timeOffset="78949.77">10856 18173 313 0,'0'0'5'0,"0"0"-3"16,0 0-14-16,0 0 15 0,0 0-2 16,3 36-4-16,9-24 4 15,-1 0-3-15,3-2 0 16,1 3 6-16,1-1-4 15,-1-2 2-15,1 2-1 16,0-4 2-16,0 0-7 16,-3-1-44-16,-4-5-21 0,-2-2-44 15</inkml:trace>
  <inkml:trace contextRef="#ctx0" brushRef="#br0" timeOffset="79175.89">10916 18136 292 0,'0'0'3'0,"0"0"-1"16,0 0-2-16,-31 54-2 0,24-30 2 16,3 6 0-16,1 2 2 15,1 0-2-15,0-2-8 16,2 1 13-16,0-5-4 15,0-4-8-15,4-6-25 16,3-7-19-16,1-9-55 0</inkml:trace>
  <inkml:trace contextRef="#ctx0" brushRef="#br0" timeOffset="79546.05">10995 18183 248 0,'0'0'-7'16,"0"0"10"-16,0 0-3 15,0 0 4-15,0 0 0 0,0 0 5 16,14-41 2-16,-4 34 0 16,1 1-8-16,3 0-3 15,-1 2 2-15,1 4-4 16,-2 0-2-16,-1 0-6 15,1 7 2-15,-5 2 1 0,-1 4 4 16,-3 0 1-16,-2 3 3 16,-1 0-3-16,0 1 4 15,0-1 0-15,0-2-1 16,0-3 1-16,3-2-1 16,-1-1 1-16,3-4-4 15,-1-2 1-15,5-2 5 0,-2 0-2 16,4-2 2-16,2-10-6 15,3-4-11-15,2-2-30 16,0-4-44-16</inkml:trace>
  <inkml:trace contextRef="#ctx0" brushRef="#br0" timeOffset="79900.2">11338 17983 137 0,'0'0'12'15,"0"0"17"-15,0 0-19 16,0 0-11-16,0 0-1 15,-50 9 10-15,37 7-6 0,3-4-1 16,1 6 4-16,2-2-1 16,4-2 0-16,3 0-3 15,0-1 0-15,3-2-1 16,5-2 1-16,4-1-1 16,1-2 0-16,1-2 0 0,2-2 7 15,0 3 5-15,-1-2-6 16,1 3-3-16,-3 1-1 15,-1 6 0-15,-1 0-1 16,-5 2 1-16,-4-2-7 16,-2 1 0-16,0-4 8 15,-6-1-2-15,-1-5-2 0,-4-4 14 16,0-3 1-16,1-10 3 16,4-10 16-16,-3-6-23 15,7-9-10-15,2-8-2 16,2-6-10-16,10-7-37 0,4-7-38 15</inkml:trace>
  <inkml:trace contextRef="#ctx0" brushRef="#br0" timeOffset="81180.88">10019 16638 101 0,'-4'-1'9'0,"-4"0"10"0,5 1-7 0,-1 0-5 0,2 0-2 16,-2 0-4-16,3 0-1 15,1 1-1-15,0 5 0 16,0 5 1-16,0 1 0 16,0 5-1-16,0 6 1 15,1 5 0-15,3 6 1 0,0 5-1 16,0 8 1-16,1 1 0 15,-3 6 0-15,2 3-1 16,-3 0 2-16,3 6-1 16,-1 0-1-16,-1 2 0 15,0 1 1-15,0 1 0 0,-2-2-1 16,4-4 1-16,-1-6 1 16,3-6 0-16,-2-7-2 15,4-5 1-15,-3-8 0 16,1-3 2-16,-2-7-3 15,-1 1 1-15,-1-6 0 16,2 1-1-16,-4-7-20 0,3-6-13 16</inkml:trace>
  <inkml:trace contextRef="#ctx0" brushRef="#br0" timeOffset="81970.62">10080 16555 36 0,'0'0'63'0,"0"0"-73"0,0 0 9 0,0 0 0 0,0 0 0 16,41 0 2-16,-26 0 1 16,5-3 0-16,3 2 1 15,4-3 2-15,1 1-3 16,6-1 3-16,4-2-1 15,2-1-2-15,5-1 1 0,-2-1 2 16,3-1-2-16,1 2-2 16,3 0 1-16,-3 1-2 15,4 2 0-15,-3 0 1 16,0 0-1-16,-4-1 0 16,-1-1 0-16,-3 3 0 0,-4-3 1 15,-2 1-1-15,-4-1 4 16,-2 1-4-16,-4 2 6 15,-5-2-4-15,-5 5-1 16,-4-1-1-16,-1 2 1 0,-5 0-3 16,-4 0-2-16,0 3-4 15,0 7 1-15,0 0 14 16,0 1-6-16,0 1 0 16,0 5 1-16,0 0-2 15,0 1 0-15,0 2 0 16,0 3 1-16,3 2-4 0,3 4 6 15,-2 1-3-15,3 4-1 16,0 3 2-16,2 3-1 16,-1 3 0-16,3 9 0 15,1 6 0-15,-1 3 1 16,3 10 0-16,-3 6-10 0</inkml:trace>
  <inkml:trace contextRef="#ctx0" brushRef="#br0" timeOffset="84377.09">12034 17861 148 0,'-6'4'2'0,"1"-2"-1"0,-4 0-18 16,4-1-9-16,-3-1 13 16,1 3 12-16,-2-3 4 0,2 0 11 15,1 0 16-15,3 0-6 16,-3 0-3-16,3 0-5 15,1-1-5-15,2-2-6 16,0 0 11-16,0-2-11 16,0 0-1-16,6 0-2 0,2-1 1 15,2-1-1-15,2 5-1 16,-1-3 0-16,0 5-1 16,1 0 0-16,0 0 0 15,-3 7-2-15,-1 6-3 16,0 4-1-16,-3 3 4 15,-3 4 1-15,-1 1 3 0,-1-2 0 16,0 1-2-16,0-4 2 16,0-4-1-16,0-1-1 15,1-5 0-15,5-1 0 16,0-5-3-16,4-4-2 16,3 0 7-16,2-3-22 0,0-7-32 15,5-7-51-15</inkml:trace>
  <inkml:trace contextRef="#ctx0" brushRef="#br0" timeOffset="84768.1">12291 17791 202 0,'0'0'3'16,"0"0"16"-16,0 0-8 16,0 0-7-16,-42-28-1 15,29 29-5-15,1 9 2 16,1 3-1-16,1 4 0 0,1-1 7 15,5 5-2-15,4-3-1 16,0-1-2-16,3-1 0 16,9-2-2-16,5-1 2 15,3-5 0-15,-1 1 2 16,2-3 1-16,0 1-1 0,0 0 1 16,-5 0-3-16,-3 2 0 15,-6 2-3-15,-2-3-7 16,-3 1 8-16,-2-1 4 15,-2-1 0-15,-8-2-1 0,0 2 1 16,-1-4-1-16,-1-2 3 16,3-1 3-16,-1 0 6 15,6-3-4-15,2-7-3 16,2-2-4-16,0-4-3 16,6-5 6-16,7-1-20 15,3-2-21-15,-1 0-16 16,5 1-20-16,-3 5-56 0</inkml:trace>
  <inkml:trace contextRef="#ctx0" brushRef="#br0" timeOffset="84966.57">12471 17802 36 0,'0'0'124'0,"0"0"-85"16,0 0-13-16,0 0-6 16,0 0-4-16,0 0-3 15,0 0-4-15,29 46-2 16,-21-35-4-16,5-1 1 15,-2 0 0-15,0-1-1 16,3 1-3-16,-2-3 1 0,3-2 1 16,-4 1-1-16,1-2-20 15,0-4-19-15,-3 0-25 16,-4 0-90-16</inkml:trace>
  <inkml:trace contextRef="#ctx0" brushRef="#br0" timeOffset="85151.77">12561 17801 284 0,'0'0'1'0,"0"0"7"0,0 0-9 15,0 0-1-15,0 0-2 16,0 0 0-16,-31 55 2 16,29-30 3-16,0 2-2 15,2 0 2-15,0-3-2 16,0-3-10-16,0-7-31 15,0-7-69-15</inkml:trace>
  <inkml:trace contextRef="#ctx0" brushRef="#br0" timeOffset="85878.13">12607 17801 359 0,'0'0'-4'15,"0"0"1"-15,0 0 2 16,0 0 0-16,0 0 2 0,0 0-4 16,0 0-3-16,46-34 0 15,-39 34 0-15,6 0-2 16,-4 6-7-16,1 5 0 16,1 0-18-16,-1 2 12 15,-4-1 0-15,-1 4 14 16,-1-4 5-16,-4 1 3 0,0-1 8 15,0-2 4-15,0 0-6 16,0 0-5-16,0-4-1 16,1 0 0-16,2-2 0 15,1-1-1-15,2-3 2 16,0 0 5-16,3 0 3 0,4-4-4 16,0-5-2-16,2-4 0 15,0-1-11-15,4-2-19 16,-4-1-5-16,1-3 11 15,-1-1 18-15,-3-2 3 16,-1-2 1-16,-5-1 3 0,-1 3 0 16,-3 2 1-16,-2 4-1 15,0 5-2-15,-7 6 3 16,-3 4 0-16,-1 2-4 16,-3 6-6-16,3 5 4 15,-3 5 5-15,5 2-1 16,3 1-1-16,0 1-2 0,5 0 0 15,1 0 0-15,0-2-1 16,9-4-1-16,4 0 1 16,1-2-2-16,-1-2 2 15,5 0 3-15,-3-2-2 16,3-1 0-16,-4 2 3 0,1-2-2 16,-4 0-1-16,-4-1-5 15,-5-1-12-15,-2 1 6 16,0-2 11-16,-10-1 2 15,-2 0-1-15,-3-3 0 0,2 0 4 16,0 0 1-16,3-4 5 16,-1-5 2-16,4-1 2 15,5-5-8-15,2 0-1 16,0-3-9-16,7-2 7 16,6-2-5-16,7 0-28 15,-2-2-32-15,5 0-108 0</inkml:trace>
  <inkml:trace contextRef="#ctx0" brushRef="#br0" timeOffset="86169.28">13167 17761 115 0,'0'0'163'0,"0"0"-163"0,0 0-11 16,0 0 22-16,0 0-9 0,0 0-1 15,0 0 0-15,42-20-2 16,-29 13 2-16,-1 3-4 15,-3 0-34-15,0 1-19 16,0-1-68-16</inkml:trace>
  <inkml:trace contextRef="#ctx0" brushRef="#br0" timeOffset="86317.32">13229 17855 268 0,'0'0'6'15,"0"0"-22"-15,0 0 11 16,0 0 0-16,0 0-32 16,50-3-24-16,-34-11-89 15</inkml:trace>
  <inkml:trace contextRef="#ctx0" brushRef="#br0" timeOffset="87676.99">13485 17726 124 0,'0'0'-10'0,"0"0"-13"0,0 1-32 16</inkml:trace>
  <inkml:trace contextRef="#ctx0" brushRef="#br0" timeOffset="87962.21">13485 17726 38 0,'0'0'28'0,"0"0"1"16,0 0-13-16,0 0-5 15,18 27-5-15,-16-22-5 16,0 2 2-16,0 1-3 0,-2-1 2 15,2-2-1-15,0 1-1 16,-1-2 2-16,1-1 6 16,0 0 2-16,0-2 8 15,0 2-2-15,0-2-6 16,1-1-1-16,0 0-3 16,3 0-1-16,-2-2 2 15,3-5-4-15,2-5-4 0,2 0 7 16,0-3-5-16,2-3 1 15,3-3 2-15,-1 1 2 16,0-2 3-16,2-2 2 16,1 2-7-16,2 0-3 15,-4 1-2-15,4 0-23 0,-7-1-31 16</inkml:trace>
  <inkml:trace contextRef="#ctx0" brushRef="#br0" timeOffset="88879.01">16445 16768 134 0,'0'0'90'0,"0"0"-78"0,0 0 16 0,0 0-1 16,0 0-8-16,0 0-3 15,0 0-8-15,0 0-5 16,0 0-3-16,0 0 0 16,0 0 0-16,0 0-1 0,0 0 0 15,16-16 0-15,-7 20-1 16,-2 2 0-16,0 0-1 15,2 1 1-15,-4 2 0 16,1 1 0-16,-2 2-2 16,-4 0-6-16,0 1-7 0,0 1 7 15,0 0 2-15,-8-1 5 16,3-1 0-16,-5-3 1 16,4-3-4-16,-2-1-9 15,3-4-22-15,3-1-40 16</inkml:trace>
  <inkml:trace contextRef="#ctx0" brushRef="#br0" timeOffset="89156.97">16601 16713 69 0,'0'0'162'0,"0"0"-157"15,0 0 0-15,0 0-3 16,0 0-1-16,0 0 2 15,0 0-5-15,0 0 4 16,-43-3-2-16,36 16 2 16,-2 4 1-16,6-3-2 0,-1 2 0 15,4-1-1-15,0-1-1 16,0-2-1-16,7-3 0 16,5-2 2-16,1-3 3 15,1 0 0-15,2-2-3 0,2-2-1 16,2 0-11-16,-1-6-42 15,1-5-74-15</inkml:trace>
  <inkml:trace contextRef="#ctx0" brushRef="#br0" timeOffset="89341.99">16787 16749 171 0,'0'0'121'15,"0"0"-106"-15,0 0-10 16,0 0-7-16,0 0 1 15,-1 45 0-15,0-26 0 16,-1 2 2-16,-2 2-1 0,4-1 0 16,0 1-1-16,0 0-1 15,0-1-24-15,0-4-42 16,0-4-141-16</inkml:trace>
  <inkml:trace contextRef="#ctx0" brushRef="#br0" timeOffset="89883.3">16571 17212 305 0,'0'0'0'0,"0"0"-3"15,0 0 2-15,0 0 2 16,37-24 0-16,-25 22-2 16,1 2-3-16,-1 0 1 0,-4 1-1 15,1 7 2-15,-3 3 1 16,0 3-1-16,-4 0-4 15,-2 1 5-15,0 0 0 16,0-1-1-16,-9-2 2 16,4-2-2-16,1-4 6 0,0-1 0 15,2-3-2-15,0-2 0 16,2 0 1-16,0-2-6 16,2-8 9-16,4-3-12 15,2-2 10-15,2-4-3 16,1 2 0-16,-4 0-2 15,4 1 3-15,-6 4-1 0,1 2 2 16,-4 4-2-16,-1 3 6 16,-1 3-1-16,0 0-8 15,0 0-9-15,0 9 8 16,0 1 3-16,0 2 0 16,4 1 2-16,2 0-8 0,2-1-20 15,1-4-29-15,1-4-66 16</inkml:trace>
  <inkml:trace contextRef="#ctx0" brushRef="#br0" timeOffset="90167.02">16841 17243 289 0,'0'0'31'0,"0"0"-2"0,0 0-15 0,0 0-10 15,0 0-1-15,0 0-4 0,0 0 0 16,0 0-1-16,0 0-4 15,34-20-8-15,-30 27 2 16,-2 4-7-16,-2-1 1 16,0 3-4-16,0 0 11 15,0 0 6-15,-2-3 7 16,-1-2-4-16,1-1 2 0,1-2 7 16,1-3-4-16,0-2-2 15,4 0 9-15,5 0 0 16,5 0-3-16,1-4-3 15,3-2-12-15,0 0-42 16,-3 0-74-16</inkml:trace>
  <inkml:trace contextRef="#ctx0" brushRef="#br0" timeOffset="90664.61">16743 17564 279 0,'0'0'4'0,"0"0"2"15,0 0-6-15,18-44 2 16,-9 37-1-16,-2 2-1 15,1 3-1-15,-3 2 1 0,-1 0-1 16,1 2-3-16,-3 7 0 16,-1 2-6-16,-1 2-8 15,0 4-5-15,0-3 11 16,-3-1 8-16,-3-3 3 16,1-1 0-16,0-4 10 0,1-2 5 15,1-3 0-15,2 0-8 16,1 0 2-16,0 0-4 15,0-7 0-15,0-3 0 16,4 0-6-16,2-3 5 16,0-1-1-16,2 3 0 0,-3 0 0 15,1 2 0-15,-2 5 4 16,-2 1-3-16,0 3 2 16,0 0-6-16,1 0-3 15,-1 4 3-15,3 3 2 16,2 2 0-16,0-2-16 15,3 0-14-15,0-3-23 0,0-1-52 16</inkml:trace>
  <inkml:trace contextRef="#ctx0" brushRef="#br0" timeOffset="90957.31">16954 17551 168 0,'0'0'46'0,"0"0"-8"0,0 0-12 15,0 0-6-15,0 0-10 16,0 0-7-16,0 0-3 15,0 0 0-15,0 0-3 16,1-13-1-16,-5 23 5 0,1 0 0 16,1-1-1-16,2 1 0 15,0-2-3-15,0-1-1 16,7 0 3-16,2-2-2 16,-2 0 0-16,3 1 1 15,-2-2-5-15,-1 3-1 16,-3 0 4-16,0 0 3 0,-4 2-3 15,0 1 0-15,0 0 6 16,-8 1-2-16,-1-1 1 16,-3 3 0-16,3-3-14 15,-3 0-31-15,1-3-49 16</inkml:trace>
  <inkml:trace contextRef="#ctx0" brushRef="#br0" timeOffset="91156.05">16900 17845 257 0,'0'0'13'0,"0"0"-15"16,0 0-29-16,0 0 19 15,0 0-3-15,0 0 6 0,0 0 8 16,0 0 0-16,0 0-5 15,16 37-79-15</inkml:trace>
  <inkml:trace contextRef="#ctx0" brushRef="#br0" timeOffset="91348.2">16945 18116 247 0,'0'0'2'15,"0"0"-1"-15,0 0 1 0,0 0 0 16,0 0 0-16,0 0-2 16,0 0 1-16,-3 40-2 15,3-36-2-15,0 1-7 16,1-2-28-16,4-1-21 16</inkml:trace>
  <inkml:trace contextRef="#ctx0" brushRef="#br0" timeOffset="91489.92">17020 18249 289 0,'0'0'2'16,"0"0"-8"-16,0 0-21 16,0 0-19-16,0 0-47 15</inkml:trace>
  <inkml:trace contextRef="#ctx0" brushRef="#br0" timeOffset="93426.53">12443 17567 116 0,'0'0'5'0,"0"0"7"0,0 0-8 0,0 0-5 0,0 0-2 15,0 0-1-15,0 0 4 16,-36-6 3-16,30 3 2 15,3 1 2-15,-4 1-3 16,0 0-1-16,1 0-2 16,0 1-1-16,-1 0 0 0,-1 0-3 15,-1 0 1-15,1 0 2 16,-3 0 1-16,2 1 0 16,-2 0-1-16,1 2 2 15,-1 0-1-15,-1 1 1 16,-2-1 1-16,1-1-2 0,-2 3 12 15,0-1-13-15,-1-1 1 16,1 1-1-16,-1 0 1 16,3 1 5-16,-3 1 4 15,3-2-1-15,0 3-6 16,-1 1-1-16,3 1-2 0,-1-2 1 16,0 1-1-16,1 1 1 15,3-3-2-15,0 1 2 16,3 0-2-16,-1-1 1 15,4 0 0-15,-1-1-1 16,1 2 1-16,-1-1 0 16,-1 0 0-16,1 1 0 0,-3 1 1 15,-1 2-1-15,1 3 1 16,-4 1-1-16,-1-1 0 16,2 4 1-16,0 0-2 15,-1-3 2-15,3 2-1 16,0-2 0-16,-3-1 0 0,4 1 0 15,2 2 2-15,-3-2-2 16,3 3 0-16,1 0 0 16,-2 2 0-16,4-1-2 15,1 0 0-15,0 1 2 0,0-1-1 16,0-1 0-16,0 1 1 16,3-1 0-16,5-1 2 15,-3 0 2-15,3 0 0 16,-1 0-1-16,2-1-3 15,0 2 2-15,2-3-2 16,0 2-1-16,3 1 0 0,4-3-1 16,-1 0 1-16,3 0 0 15,3-2 1-15,-1-1 0 16,2-2 3-16,2 0-3 16,-1 0 1-16,3-2 0 15,-2-2 4-15,1 2-2 0,0-1-1 16,0 0-1-16,-2 0 0 15,-1 1-1-15,-1 0-1 16,3-1 2-16,-1 0 0 16,0 0-1-16,-2-1 2 15,2 0-2-15,1-3 0 0,2 3-3 16,-1-3 6-16,0 0-3 16,0-1 1-16,0-1 1 15,3 0 0-15,0 0 0 16,2 0 0-16,-1 0-2 15,1 0 1-15,1-7 0 0,-4-1 0 16,0-2 0-16,-2 1-4 16,-1-3 7-16,-2-1-1 15,0-3-3-15,0 4 1 16,1-4-1-16,-6-1 1 16,2 1-2-16,0-2 0 15,0-1 0-15,-1-1-1 0,1-3 1 16,-1 2-5-16,2-6-20 15,-2 0-14-15,-2-2-6 16,2-3-10-16,-5-1 3 16</inkml:trace>
  <inkml:trace contextRef="#ctx0" brushRef="#br0" timeOffset="93625.22">13312 17916 7 0,'8'-42'31'0,"-5"-2"7"0,-2 1-6 0,-1-1-4 15,0 1-1-15,-5-1-4 0,-7 6-8 0,-2 2-10 16,-1 5-2-16,-7 0-2 0,-2 7 0 15,-1 2 1-15,-2 6 3 16,-4 3-1-16,-4 5 2 16,-1 4 1-16,-2 4-4 15,-3 0 1-15,-5 0-4 16,0 10 1-16,0 2-2 16,-2 2 0-16,4 3-17 0,-1 1-44 15,3-2-26-15</inkml:trace>
  <inkml:trace contextRef="#ctx0" brushRef="#br0" timeOffset="94721.19">17137 16678 52 0,'-6'1'5'0,"2"-1"-2"0,-2 1-3 0,4-1-13 0</inkml:trace>
  <inkml:trace contextRef="#ctx0" brushRef="#br0" timeOffset="95418.07">17137 16678 33 0,'0'0'18'15,"0"0"-5"-15,0 0-7 0,-34-10-5 16,33 5 0-16,-1 4 5 16,0-2 15-16,-1 0 3 15,2-1 8-15,1 3-7 16,0-2-7-16,0 0-14 16,6-1-2-16,2 1-2 0,4 0 0 15,1 0 1 1,3 2-1-16,-1 1 0 0,2 0-1 15,-1 0 0-15,-1 4 0 16,-1 4-1-16,1 4 1 16,-2 2-2-16,-1 3-1 15,-3 6 0-15,-1 2-4 16,0 7 5-16,-3 1 6 0,-2 5-1 16,0 0 0-16,-1 6-4 15,0-3 3-15,0 0 3 16,-1 1 0-16,3-1-2 15,2-1 0-15,0 1 1 0,4-1-2 16,3 2 1-16,1 1 0 16,2-4-1-16,4-1 1 15,2-3 0-15,-3-4-2 16,2-5-3-16,-2-8-2 16,-3-3 3-16,1-6 7 15,-6-4-3-15,-2-3 2 0,0-2-1 16,-6 0-2-16,-1 0-1 15,-2-4 1-15,0 1 2 16,0 2 6-16,-3 1-3 16,-3 0-2-16,0 13-2 15,2 4 0-15,-1 7-2 0,3 3-1 16,1 8 0-16,1 5 1 16,0 3 1-16,0-2 0 15,6-1-1-15,1-2 0 16,2-1-1-16,-2-6 0 0,2-2 1 15,2-2 0-15,-2 1 2 16,0-2-1-16,-1-2 1 16,-3 1 0-16,-2-2 0 15,-1 1-1-15,-2-2 1 16,0-1-1-16,-8-1 0 0,-3-2 0 16,-3-1 0-16,-5 1 0 15,-2-4-1-15,0-2 2 16,-2 1 0-16,-1-4-2 15,3-5-2-15,4-1-20 16,2-3-73-16</inkml:trace>
  <inkml:trace contextRef="#ctx0" brushRef="#br0" timeOffset="96393">18057 17391 213 0,'-3'0'3'0,"1"0"-2"0,0 0-1 15,-2 0-2-15,2 0-5 16,-2 0 4-16,1 0 1 0,-1 0 3 16,0 0-1-16,0 0 2 15,2-1 1-15,0-3-2 16,0-1-3-16,1-2-3 16,1-1 7-16,0 0-1 15,0-3-2-15,0-1-1 0,3 1 3 16,0-2 3-16,3-1 1 15,1 0 1-15,-2-2 1 16,3 1-4-16,-1 0-1 16,3 2-2-16,0 1-2 0,-1 0 4 15,3 2-2-15,0 0 0 16,2 0 0-16,2 1 0 16,2 0 0-16,1-1 0 15,2 3 0-15,0-3 0 16,2 3 0-16,-2 0 0 15,1 0 0-15,1-2 0 0,0 2 0 16,3 2 0-16,1-1 0 16,0-1 1-16,3-1 4 15,0 2-1-15,3 0 2 16,-4 0-3-16,1 2 0 16,0-1-2-16,-2 0 1 0,-1-1-2 15,-3 2 2-15,2 2-2 16,-5-2 1-16,0 2-2 15,-3 0 1-15,1 0 3 16,-4 0 0-16,-1 0-1 0,-5 0 0 16,-1 1 0-16,-1 1-1 15,-2 0-1-15,-3 0 1 16,-2 0-2-16,1 0 1 16,-1 0-2-16,1 0-9 15,-1 0-10-15,1 0-13 0,-1 0-19 16,0 0-25-16</inkml:trace>
  <inkml:trace contextRef="#ctx0" brushRef="#br0" timeOffset="96648.67">18833 16909 130 0,'0'0'8'0,"0"0"9"0,0 0 1 0,0 0-7 0,0 0 3 16,44 0-4-16,-37 6-1 16,3 4-2-16,-2 5-6 15,-5 5-4-15,-1 7 0 0,-2 3 9 16,-9 4-26-16,-16 2-77 15</inkml:trace>
  <inkml:trace contextRef="#ctx0" brushRef="#br0" timeOffset="102936.34">7740 16717 66 0,'0'0'-7'0,"0"0"6"0,0 0 3 0,0 0 2 0,0 0 8 16,7 37 3-16,-7-22 2 15,2 3-3-15,-1 3 0 16,-1 6-2-16,4 7-5 0,-2 5-2 16,0 5-3-16,2 6-1 15,1 6-1-15,4 8 2 16,-2 5-2-16,0 3 0 15,1 3 0-15,0 0 0 16,0-5 0-16,-4-10 0 0,1-11 0 16,-1-9 3-16,-2-7 8 15,0-10-3-15,-2-1 4 16,0-5 1-16,0-2 2 16,0-3-3-16,-4-3-3 15,0-2 0-15,-1-3 0 16,3 0-5-16,-2-1-3 0,0 3-1 15,1-2-6-15,0 2-22 16,3-3-35-16,-2-3 11 16,2 0-57-16</inkml:trace>
  <inkml:trace contextRef="#ctx0" brushRef="#br0" timeOffset="104037.52">9967 16619 48 0,'0'-1'11'0,"0"0"4"0,0-1 2 0,0 2-1 0,-1-2-3 15,0 1-9-15,1 1-3 0,0-1-1 16,0 1 2-16,0 0-1 15,0 0-1-15,0 0-4 16,0 0-4-16,0 0-1 16,0 0 8-16,0 4-1 15,2 3 1-15,2 6 1 0,2 3-4 16,-2 5 1-16,1 6 6 16,0 6 0-16,-4 5 4 15,1 6 1-15,2 4-2 16,-4 3 1-16,2 3 0 15,0 2-2-15,-2 2 0 16,3 2-3-16,0 1-1 0,2 1 0 16,0 4 0-16,2 0-1 15,-1-2 5-15,-1-1-2 16,3-6-1-16,0-6 2 16,0-6-2-16,-1-6-2 15,2-6 2-15,2-8 3 0,-4-5-6 16,1-5-7-16,1-8-21 15,-1-7-9-15,-2 0-24 16</inkml:trace>
  <inkml:trace contextRef="#ctx0" brushRef="#br0" timeOffset="105078.01">10087 16605 91 0,'0'0'1'0,"0"0"2"0,0 0-3 0,0 0 0 0,0 0-7 0,0 0 7 15,0 0 3-15,0 0 13 16,0 0 3-16,0 0-6 15,0 0-16-15,0 0 7 16,-16 0 2-16,30-3-4 0,1-2-4 16,3-2 1-16,4 1 2 15,1-1-2-15,1 2 0 16,4 0 2-16,3-1 4 16,0 2-1-16,1-1-1 15,5 1-2-15,1-1 0 16,0-1-7-16,3-1-7 0,0 0 11 15,3-2-4-15,-2 1 9 16,0-1-1-16,1-1 1 16,-1 0 3-16,0 0-3 15,-1-1-2-15,-3 1-1 16,-4 0 1-16,1 0-1 0,-4 3 0 16,-2 0 0-16,-2 2 0 15,-4 0 0-15,-4 2 1 16,-2-1-2-16,-1 0 1 15,-3 1 1-15,-1 1-1 16,0 0 0-16,-3 0-1 0,-4 2-3 16,1 0 2-16,-4 0-2 15,1 0 3-15,-3 0 2 16,2 0 2-16,-2 0-2 16,2 0-1-16,-1 2 0 15,-1 0 0-15,2 2-12 0,0-1-2 16,-2 3 9-16,0-3 3 15,0 4 0-15,0 0 3 16,0 0-1-16,0 1 0 16,2 1-2-16,0 0-8 0,0 4-12 15,1 2 1-15,1 4 6 16,0 4 11-16,0 6 6 16,-3 4 7-16,0 10 3 15,-1 6-5-15,0 8-4 16,0 10-2-16,-2 3-2 15,-2 5-5-15,0 3-9 16,-2 4 12-16,1 2 4 0,1 0-1 16,-1-2-3-16,3-1-4 15,-3-6-8-15</inkml:trace>
  <inkml:trace contextRef="#ctx0" brushRef="#br0" timeOffset="109630.07">10192 16628 83 0,'-9'-3'1'0,"-4"2"3"0,4-1-3 16,0 2-1-16,-1 0 0 0,4 0 0 15,-3 0 0-15,1 0 1 16,0 0 8-16,2 0 1 15,1 0-6-15,1 0-4 16,2 0 0-16,-2 0-7 16,1 0-4-16,1 0 7 0,0 0 4 15,-4 0 1-15,3 0 8 16,2 0 3-16,-1 0 2 16,0 0 1-16,2 0-7 15,0-3-6-15,0 3-7 16,0-1-2-16,4-2 7 0,6 2-1 15,-1-2 4-15,6 0 2 16,3-1 6-16,3 1-4 16,5-1-2-16,8-1-3 15,-1 3-1-15,5-1 1 16,2-3-2-16,0 3 0 16,1-3 1-16,-5 1-1 15,2-1 0-15,-3-1-3 0,0 0 5 16,0-2 7-16,-1 2-2 15,1 0-2-15,-2 1-1 16,-1 1-2-16,-1 1-1 0,-2 1 0 16,-2 2 0-16,-5 0 0 15,2-1-1-15,-3-1 2 16,-1 1-2-16,-4-2 0 16,2 1 1-16,-1-4-1 15,-3 1 0-15,1-2 1 0,1 1 0 16,-3 0 0-16,-2 1-1 15,1 0 1-15,-4 3-1 16,1-1 0-16,1 2 1 16,-2 1-1-16,-1 0 0 15,0 1 0-15,2 0 0 0,-4 0 0 16,1 0 0-16,-1 2-1 16,1 2-2-16,1 1 2 15,-4-1-2-15,3 1 6 16,-2-1-3-16,-2 2 1 15,2-1-1-15,1 1 0 0,0 1-6 16,-3 3 1-16,1 5-2 16,-1 0 7-16,0 6 4 15,-2 5-7-15,0 2 5 16,0 6-1-16,0 3 1 16,0 3-2-16,2 5 0 15,0 2 0-15,5 3 0 0,-1 4 0 16,2-1 1-16,0 3-1 15,3 1 0-15,-1 3-6 16,-1 2-15-16,1 0 8 16,2 6 1-16,-3-2-1 15,0-3 6-15,0-3-1 0,-3-7-1 16,-1-7 5-16,-1-6 4 16,-2-6 1-16,-2-3-1 15,0-3-8-15,0-4-34 16</inkml:trace>
  <inkml:trace contextRef="#ctx0" brushRef="#br0" timeOffset="112762.37">19515 17047 83 0,'0'4'27'0,"0"3"-21"0,4-3 4 0,0 1-4 0,-1 0-2 16,0 0-3-16,0 1 2 16,-1-2 5-16,-2 1 1 15,0 1-1-15,0 1-1 16,0-1-3-16,0-1 0 16,0 1 4-16,0-3 0 0,-2 0-1 15,1-2-1-15,1-1-3 16,0 0 3-16,0 0-1 15,0 0 6-15,0-5-8 16,0-4-1-16,0-1 1 16,3-2-1-16,-1-1 2 0,0-4 2 15,1 0 5-15,0-2-1 16,1-4-5-16,0-1-3 16,1 0 0-16,1-2-2 15,2 1 0-15,0-1 1 16,-1 4-2-16,2 2 2 15,3 0-3-15,-2 4 2 0,0 2-3 16,3 1 3-16,-2 3 0 16,0 3 1-16,-3 1-1 15,0 4 1-15,0 0-1 16,0 2-1-16,0 0-1 16,-3 0 1-16,3 4 1 0,0 4-1 15,1 3 0-15,-1 2 2 16,-1 3-1-16,4 0-2 15,-4 0 3-15,0 4-3 16,-1-3 7-16,1 0-4 0,-2-1-1 16,1-1 1-16,-3-1-2 15,1-1 1-15,-1 0 1 16,0-2-1-16,-1-2-2 16,-2 1-1-16,0-3-11 15,0-1-25-15,0-3-26 0,-5-1-10 16</inkml:trace>
  <inkml:trace contextRef="#ctx0" brushRef="#br0" timeOffset="112980.98">19648 16975 36 0,'0'0'215'0,"0"0"-212"0,0 0-2 0,0 0 0 0,0 0 2 16,0 0-5-16,0 0 4 15,34-33-2-15,-16 24 2 16,-1 0-1-16,2-2-5 16,1-3-94-16</inkml:trace>
  <inkml:trace contextRef="#ctx0" brushRef="#br0" timeOffset="113294.35">19961 16777 152 0,'0'0'3'0,"0"0"-8"16,0 0 6-16,0 0 1 15,0 0 5-15,8 40 4 16,-7-29-4-16,1 3 1 16,-1 1-5-16,1 0-2 0,-2 1 0 15,2-2-1-15,-2 0 0 16,0-1-1-16,0 0-9 15,0-3-8-15,0-3-11 16,-2-4-29-16</inkml:trace>
  <inkml:trace contextRef="#ctx0" brushRef="#br0" timeOffset="113756.87">19966 16787 110 0,'0'0'3'16,"0"0"7"-16,0 0-3 0,0 0-4 15,47-2-2-15,-34 5 0 16,-2 6-1-16,0 1 1 15,0 3 0-15,1-2 2 16,-3 3-1-16,1 0 1 0,2-1-2 16,-1 0 0-16,-4-5-1 15,3 0 1-15,-4-1 1 16,1-3 1-16,-3-1 3 16,3-3 0-16,-5 0 4 15,1 0 5-15,-1 0 11 0,0-2 3 16,-1-5-4-16,-1-1-9 15,0-3-4-15,0-1-2 16,0-1-2-16,0-1-3 16,0-3-2-16,0 1 3 15,0-1-2-15,0 0 0 16,0 0-2-16,0 3-1 0,0 1-1 16,0 3-10-16,1 0-28 15,3 2-42-15,1 1-55 16</inkml:trace>
  <inkml:trace contextRef="#ctx0" brushRef="#br0" timeOffset="114105.47">20305 16710 106 0,'0'0'6'0,"0"0"11"0,0 0 0 0,0 0 17 0,0 0 7 16,0 0-14-16,0 0-13 15,0 0-11-15,0 0-4 16,0 0-5-16,3 30 9 15,-3-14 2-15,0 1-3 0,0 1-1 16,1-1-1-16,1 0 0 16,0 0 0-16,0-1-1 15,-2-2-2-15,1-2-21 16,2-3-22-16,-3-3-8 16,0 0-5-16</inkml:trace>
  <inkml:trace contextRef="#ctx0" brushRef="#br0" timeOffset="114688.93">20324 16725 151 0,'0'0'9'0,"0"0"3"16,0 0-8-16,0 0 0 16,0 0 1-16,0 0-5 0,0 0 0 15,0 0 0-15,0 0 0 16,29 12 1-16,-21-2 0 15,-2-1-1-15,4 2 0 16,-3-1 2-16,3 4-2 0,1-3 1 16,-1 2-1-16,1-3 0 15,0 2 0-15,-2-2 0 16,-2-2 0-16,0-1 0 16,0 1 0-16,-1-3 1 15,-4-1-2-15,1-1 2 16,-2 1-1-16,0-4 0 0,-1 1 4 15,1-1 6-15,-1 0 8 16,0 0-2-16,0 0-1 16,0 0-10-16,0-3-2 15,0-6-1-15,0 2-2 16,0-4 3-16,0-1 2 0,0-3 3 16,0 0 1-16,0-3-1 15,0-2 0-15,0 0-2 16,0-3 2-16,0 2-7 15,-1 0 0-15,1 2-2 16,-1 3-8-16,0 3-12 0,0 4-30 16,0 2-58-16</inkml:trace>
  <inkml:trace contextRef="#ctx0" brushRef="#br0" timeOffset="115358.53">19718 17219 42 0,'0'0'24'0,"0"0"16"0,41-9-7 16,-24 7 3-16,1 0 3 0,-1-2-14 15,4 1-8-15,2 0-7 16,1-1-7-16,0 0-2 16,3-1-1-16,6-2 0 15,-3 0-1-15,8-1 3 16,-4-1-2-16,3-1 0 0,-2 3 3 16,2-3-3-1,0 1 0-15,-2 1-2 0,0 1 0 16,-2 0 1-16,-1 1 0 15,-1 3 2-15,-6-1-1 16,-4 1 0-16,-2 2 0 16,-6-1-5-16,-4 2-7 15,-6 0-8-15,-3 0-9 0,-2 0-29 16,-12 5 43-16,-3 2-12 16,-6 0-41-16</inkml:trace>
  <inkml:trace contextRef="#ctx0" brushRef="#br0" timeOffset="115851.76">19640 17378 84 0,'0'0'26'16,"0"0"-12"-16,0 0 2 0,0 0-5 0,0 0-2 15,0 0-6-15,38 0-1 0,-22 0-2 16,-1 0 0-16,3 0 0 15,-1-3 0-15,1 0 8 16,5-2-3-16,-3 0-1 16,4-2-3-16,2 0 0 15,3-1-2-15,3-1-7 0,3-2 3 16,2-1 5-16,3 1 0 16,1-1 0-16,0-3 0 15,-2 4 13-15,2-1 9 16,-1 1 4-16,-2 0-8 15,3 2-12-15,-4 1-4 0,-2 2 6 16,-1 1-7-16,-7 3-1 16,-4 0 0-16,-4 2-8 15,-5 0-9-15,-6 0-22 16,-3 0-21-16,-3 0-25 16</inkml:trace>
  <inkml:trace contextRef="#ctx0" brushRef="#br0" timeOffset="123397.9">10554 17926 85 0,'-6'-3'14'0,"-4"0"17"0,1-1-9 0,1 3-13 0,-2-1-5 16,2 0-1-16,1 0 1 15,-2 2-2-15,0 0 0 16,2 0-2-16,1 0 0 16,-1 0 0-16,-2 0 1 15,4 0-2-15,-1 2 1 0,-1 3 0 16,-1 1-1-16,0-1 1 16,0 4-1-16,1-2-1 15,-1 3-5-15,0-3-3 16,2 3 5-16,1-3 0 15,-3 1-2-15,0 0 4 0,2 0 2 16,1-1 1-16,-3 2 1 16,1 1 0-16,-3 1 0 15,2 2 0-15,-1 1-1 16,-2 5 0-16,1-4 1 16,2 2-1-16,-2 0 0 0,0-2 1 15,3-1 5-15,0 0 0 16,0 0 3-16,1 0-3 15,3-1 0-15,-1 1-2 16,0-1 1-16,1-1-1 16,0 2 1-16,2-3 2 0,1-1 1 15,-2 3-1-15,2-2-6 16,0 2 0-16,0-3-1 16,0 3 1-16,3-2-2 15,1 0 2-15,2-1-1 16,1 2 2-16,2 1-1 0,0-1 1 15,0 1-2-15,1 1 1 16,2-1-1-16,-1 3-3 16,1-4-3-16,0 3-2 15,1-3 2-15,0 1 5 16,0 0-1-16,1 0 2 16,1-2-1-16,0 0 1 0,-1-2-2 15,2 2 1-15,1-2-1 16,1-1 1-16,2 1-1 15,2-3 1-15,3-1 3 16,2 2 0-16,2 0-3 16,1-1 2-16,3-3 0 0,0 2 0 15,3-1-2-15,-3-2 1 16,1 2 0-16,-3-2 0 16,-2 1 0-16,-2-3-6 15,0 0 10-15,-6 0-4 16,2 0-3-16,2 0 3 0,0-3 1 15,-1-4 0-15,2 0 0 16,0 1 1-16,1-2-2 16,-1 1 1-16,1 1-1 15,-2 0 0-15,2 2 0 16,0-1 0-16,-3 1 3 0,2 0 0 16,2 0-3-16,-1-2 1 15,0-1 0-15,1-3 0 16,2 0-1-16,-4-3 0 15,0-2-1-15,1-3-1 16,-1-2 2-16,-2 1 4 0,1-2 3 16,-6-1-4-16,2 0-1 15,-3-1-1-15,0 2 0 16,0-2-1-16,-3 2 1 16,1 0-1-16,-5-1 0 15,-3 3 1-15,2-2-1 0,-6-1 13 16,-2-1 3-16,-1 0-6 15,-1-4-1-15,0 3-3 16,-5-3 1-16,-5 2-3 16,0 0-2-16,-3 1 1 0,-1 2-1 15,1 1-1-15,-3 2 2 16,-2 2 0-16,0 0-2 16,-1 0 3-16,-2 1-2 15,-6-1-2-15,0 1 1 16,-2 0 0-16,-4 1-1 15,-3 0 0-15,-3 0-1 0,-2 2 1 16,-2 1 1-16,-1-1 3 16,-7 6-3-16,1 2-1 15,-1 5 1-15,-1 0-1 16,-1 0 0-16,-1 12-1 16,-1 6-1-16,-3 5 4 15,-3 4-7-15,-6 7-10 0,-1 3-18 16,-6 3-42-16,1 2-57 15</inkml:trace>
  <inkml:trace contextRef="#ctx0" brushRef="#br0" timeOffset="126109.34">16658 16818 137 0,'-7'2'-16'0,"3"-2"25"0,2 2-6 15,0-1-2-15,2 1-1 0,0 1-5 16,0 0-17-16,4 1-8 16,2-1-1-16</inkml:trace>
  <inkml:trace contextRef="#ctx0" brushRef="#br0" timeOffset="126379.78">16847 17226 185 0,'0'0'-9'16,"0"0"0"-16,0 0 8 16,0 0 6-16,0 0-14 15,0 0-34-15,0 0-3 16</inkml:trace>
  <inkml:trace contextRef="#ctx0" brushRef="#br0" timeOffset="127290.99">12724 18099 144 0,'0'0'4'0,"0"0"-6"0,0 0-24 0,0 0-84 16</inkml:trace>
  <inkml:trace contextRef="#ctx0" brushRef="#br0" timeOffset="130819.58">17302 18369 2 0,'0'0'79'0,"0"2"-53"0,0-2-16 0,0 0-12 0,0 0 2 16,0 0-1-16,1 1-13 16,0-1-17-16,-1 0-38 15</inkml:trace>
  <inkml:trace contextRef="#ctx0" brushRef="#br0" timeOffset="156805.19">1821 4780 117 0,'3'0'-6'0,"1"-1"2"0,1-3 5 0,-2 1-9 0,-1-1 0 15,0 2 8-15,-2 0 3 16,0 2 1-16,0 0 0 16,0 0 4-16,0 0-2 0,0 0-7 15,0 2 0-15,2 5 1 16,2 0 0-16,3 0-1 16,2 3 0-16,0-3 2 15,2 0-1-15,1 2 1 16,-3-3-1-16,3 2 1 0,-2-1 0 15,-1 0-1-15,-3 0 2 16,1-1-5-16,-5 1-30 16</inkml:trace>
  <inkml:trace contextRef="#ctx0" brushRef="#br0" timeOffset="157061.16">1902 4736 147 0,'0'0'4'15,"0"0"7"-15,0 0-7 16,0 0-3-16,0 0-1 0,-29 41 0 15,21-20-1-15,-2 5 0 16,1 3-11-16,-1 0-26 16,2-3-30-16</inkml:trace>
  <inkml:trace contextRef="#ctx0" brushRef="#br0" timeOffset="157545.65">2148 4642 99 0,'0'0'46'16,"0"0"-41"-16,0 0 7 15,0 0-12-15,0 0 0 16,0 0 1-16,0 0-1 0,0 0 0 16,0 0-2-16,25 33 0 15,-19-23 8-15,3 3-6 16,0-2 0-16,-1 0 0 16,2 0 1-16,-1 1-1 0,1-2 0 15,0 0 1-15,-3 0-2 16,-1 1 2-16,0-2-7 15,-2 1-15-15,0-3-9 16,-4 0-11-16</inkml:trace>
  <inkml:trace contextRef="#ctx0" brushRef="#br0" timeOffset="157773.26">2233 4706 141 0,'0'0'5'0,"0"0"8"15,0 0 3-15,0 0-9 16,0 0-6-16,0 0-1 16,-43 30-1-16,31-6 2 0,0 6-2 15,-1 3-1-15,2 2-6 16,-1 2-41-16,1-7-33 15</inkml:trace>
  <inkml:trace contextRef="#ctx0" brushRef="#br0" timeOffset="158349.19">2401 4709 88 0,'0'0'7'0,"0"0"14"0,0 0-13 0,0 0-9 0,0 0 0 15,0 0 2-15,0 0 0 16,0 0-1-16,0 0 1 15,0 0 0-15,25 40 1 16,-15-30-2-16,2-1 0 0,-1 0 0 16,2 0 1-16,3-2-1 15,-3 0 0-15,-1-1 0 16,-2-3-13-16,-1 1-21 16</inkml:trace>
  <inkml:trace contextRef="#ctx0" brushRef="#br0" timeOffset="158591.4">2453 4723 70 0,'0'0'12'0,"0"0"10"15,0 0-7-15,0 0-11 16,0 0-1-16,-27 37 0 0,24-20-2 16,-3 4 1-16,0 1-2 15,4 2 1-15,-2-4-7 16,2 1-52-16</inkml:trace>
  <inkml:trace contextRef="#ctx0" brushRef="#br0" timeOffset="159012.26">2671 4735 92 0,'0'0'18'0,"0"0"9"16,0 0-9-16,0 0-5 15,0 0-8-15,0 0-2 16,0 0-4-16,0 0-1 15,0 0 2-15,5-8 0 16,1 8 0-16,0 3-1 16,4 3 2-16,-1 3-1 15,4-1 0-15,-1-1-1 0,1 0 0 16,1-1-3-16,-2-2 3 16,1-1 2-16,-1-1-1 15,-1 1 0-15,-1-3-43 16,-3 0-12-16</inkml:trace>
  <inkml:trace contextRef="#ctx0" brushRef="#br0" timeOffset="159217.76">2776 4682 168 0,'0'0'6'0,"0"0"12"0,0 0-10 16,0 0-8-16,-42 24-2 16,33-4 2-16,-3 4 0 15,1 3-8-15,3 2-20 16,0-5-38-16</inkml:trace>
  <inkml:trace contextRef="#ctx0" brushRef="#br0" timeOffset="159722.92">2973 4702 84 0,'0'0'4'0,"0"0"12"0,0 0-3 0,0 0-6 16,0 0-3-16,0 0-4 16,0 0-2-16,36-23 4 15,-32 29-1-15,3 4 3 16,1 0-1-16,4 1-2 15,1-1-1-15,3 2-1 0,0-1 0 16,4-1 3-16,-2-3-1 16,-3-1-1-16,-2-2 1 15,-1 0-8-15,-5-4-8 16,-1 0-5-16,-2 0-40 16</inkml:trace>
  <inkml:trace contextRef="#ctx0" brushRef="#br0" timeOffset="159929.34">3098 4685 180 0,'0'0'5'0,"0"0"14"16,0 0-10-16,0 0-5 15,0 0-3-15,0 0 0 16,-40 14-3-16,27 12 0 0,-1 5 0 15,-2 10 0-15,1 3-29 16,-1 0-21-16,3-3-45 16</inkml:trace>
  <inkml:trace contextRef="#ctx0" brushRef="#br0" timeOffset="160344.07">3209 4732 165 0,'0'0'-6'0,"0"0"5"0,0 0 4 15,0 0-2-15,41-16-1 16,-30 16-1-16,0 7 1 15,3 2 1-15,1 1 0 16,1 1 1-16,0 0-4 0,2 1 4 16,0-1-2-16,-3 0-2 15,-2 0-24-15,-1-3-17 16,-5-2-51-16</inkml:trace>
  <inkml:trace contextRef="#ctx0" brushRef="#br0" timeOffset="160562.24">3403 4706 222 0,'0'0'-10'0,"0"0"32"16,0 0 1-16,0 0-14 15,0 0-6-15,-42-4-6 16,32 22-4-16,-7 7-1 15,3 7 4-15,-1 4-4 0,2 1-21 16,3-2-11-16,2-4-21 16,4-8-48-16</inkml:trace>
  <inkml:trace contextRef="#ctx0" brushRef="#br0" timeOffset="160868.93">3599 4668 161 0,'0'0'-3'0,"0"0"-6"0,0 0 9 15,0 0 2-15,0 0-1 16,46 17-1-16,-32-13-1 16,-1 2 0-16,3-2 0 15,-3 0 2-15,3-1 0 16,-3 1 0-16,3-1 1 0,-3-2-5 16,2-1-36-16,-3 0-42 15</inkml:trace>
  <inkml:trace contextRef="#ctx0" brushRef="#br0" timeOffset="161060.69">3828 4581 272 0,'0'0'-2'15,"0"0"7"-15,0 0-5 0,-42 29-3 16,29-8 2-16,-3 7-1 15,1 5-1-15,-1 1-16 16,1 3-15-16,-3 0-25 16,-3 0-35-16</inkml:trace>
  <inkml:trace contextRef="#ctx0" brushRef="#br0" timeOffset="161801.12">1795 5054 141 0,'0'0'4'0,"0"0"17"0,0 0-1 0,0 0-6 16,0 0-5-16,0 0-5 15,0 0-3-15,0 0-5 16,0 0 3-16,0 0 1 16,0 0 1-16,29 33-1 0,-13-20-1 15,-1 0 1-15,3-1-1 16,-3 0-4-16,-1-4-12 15,-1 1-11-15,1-4-13 16,-5-2 3-16,0-3-39 16</inkml:trace>
  <inkml:trace contextRef="#ctx0" brushRef="#br0" timeOffset="161993.19">1947 5043 167 0,'0'0'6'16,"0"0"11"-16,0 0-6 16,0 0-10-16,-36 10-2 15,25 4-1-15,-1 5 3 16,0 3-3-16,3 5-3 0,-1 0-16 16,2 0-26-16,5-3-29 15</inkml:trace>
  <inkml:trace contextRef="#ctx0" brushRef="#br0" timeOffset="162290.88">2090 5094 163 0,'0'0'-8'0,"0"0"0"0,0 0 8 16,0 0-1-16,46 15 1 16,-29-10 0-16,1 2-1 15,-1-1 2-15,-1-1 0 16,-1 1-1-16,-1-2 1 15,-5 2 0-15,0-2-25 16,-3-1-11-16</inkml:trace>
  <inkml:trace contextRef="#ctx0" brushRef="#br0" timeOffset="162476.82">2213 5085 214 0,'0'0'8'0,"0"0"14"16,0 0-13-16,-42 15-10 0,28 3 0 15,3 6 0-15,-3 8-7 16,3-1-23-16,3 2-44 16</inkml:trace>
  <inkml:trace contextRef="#ctx0" brushRef="#br0" timeOffset="162840.2">2488 5053 87 0,'0'0'-2'0,"0"0"-1"16,0 0 4-16,0 0-1 15,0 0 2-15,0 0 0 16,46 24 8-16,-32-20 2 0,0-1-2 15,2 0-1-15,1 1-3 16,-3 0-4-16,1-1 0 16,-3 1 1-16,-3 1-2 15,-1-1-13-15,-4-1-22 16,-2 0-18-16</inkml:trace>
  <inkml:trace contextRef="#ctx0" brushRef="#br0" timeOffset="163032.15">2561 5057 187 0,'0'0'5'16,"0"0"19"-16,0 0-6 16,0 0-17-16,0 0 1 15,0 0-2-15,-29 41-3 0,21-12-6 16,1-1-14-16,0 4-24 15,2-6-24-15</inkml:trace>
  <inkml:trace contextRef="#ctx0" brushRef="#br0" timeOffset="163353.37">2767 4997 201 0,'0'0'3'0,"0"0"-4"0,0 0 1 15,0 0-1-15,0 0 1 16,0 0 1-16,36 37 0 16,-22-23 0-16,1 1-1 15,1 0 0-15,1-2-16 0,-2-1-16 16,-2-4-12-16,-1-1-3 16</inkml:trace>
  <inkml:trace contextRef="#ctx0" brushRef="#br0" timeOffset="163545.43">2859 5003 183 0,'0'0'-7'0,"0"0"21"15,0 0-2-15,-36 27-11 0,28-4-2 16,-2 5 1-16,3 2-7 15,3 4-25-15,0-4-25 16,4-3-42-16</inkml:trace>
  <inkml:trace contextRef="#ctx0" brushRef="#br0" timeOffset="163945.29">3053 5040 153 0,'0'0'-4'16,"0"0"10"-16,0 0 4 16,0 0-12-16,0 0 1 15,0 0 1-15,0 0 0 16,0 0-2-16,36 28 2 0,-20-17 0 15,2-2 1-15,-3 1-1 16,2-1 0-16,0-2-25 16,-1 0-10-16,-3-4-15 15</inkml:trace>
  <inkml:trace contextRef="#ctx0" brushRef="#br0" timeOffset="164135.57">3176 4982 180 0,'0'0'28'0,"0"0"-17"15,0 0 15-15,0 0-20 16,0 0-6-16,-40 27-1 16,31-2 0-16,0 7-10 15,0 2-12-15,3-2-24 0,-1-5-26 16</inkml:trace>
  <inkml:trace contextRef="#ctx0" brushRef="#br0" timeOffset="164588.32">3426 4982 199 0,'0'0'-31'0,"0"0"24"0,0 0 7 0,0 0 0 16,0 0 0-16,46 18 1 15,-34-9 2-15,2 2-3 16,-1 0 1-16,2 1-1 0,-2-1 0 16,-3 2 0-16,0 0-11 15,-6-6-32-15,-2 0-69 16</inkml:trace>
  <inkml:trace contextRef="#ctx0" brushRef="#br0" timeOffset="164762.01">3498 5027 234 0,'0'0'5'0,"0"0"9"0,0 0-9 16,0 0-4-16,-45 22-3 16,35-1 0-16,1 6-4 15,-1 1-25-15,1 1-16 16,5-1-25-16</inkml:trace>
  <inkml:trace contextRef="#ctx0" brushRef="#br0" timeOffset="165096.84">3695 4939 159 0,'0'0'-4'16,"0"0"10"-16,0 0-14 15,0 0 9-15,0 0-1 16,0 0 0-16,0 0 1 0,0 0 1 15,38 43-1-15,-25-32-1 16,-2 1-1-16,5-1 1 16,-3-1 0-16,-2-2 0 15,1-2 1-15,-3-2-15 16,-5-1-36-16,-2-3-44 0</inkml:trace>
  <inkml:trace contextRef="#ctx0" brushRef="#br0" timeOffset="165240.04">3782 4975 157 0,'0'0'13'0,"0"0"15"0,0 0-22 15,0 0-7-15,-50 38-1 16,38-8 0-16,-2 4 1 16,0 2-26-16,0 0-31 15</inkml:trace>
  <inkml:trace contextRef="#ctx0" brushRef="#br0" timeOffset="165863.32">2694 5291 121 0,'0'0'4'0,"0"0"20"0,0 0-1 0,0 0-15 0,0 0 0 15,0 0-6-15,0 0-7 16,0 0 2-16,0 0 3 15,0 0 0-15,-2 18-3 16,15-12 2-16,2 0-1 16,5 0 3-16,-1 1 2 15,0-4 0-15,-1 3-3 0,1-2-11 16,-4-3-24-16,-4-1-3 16,0 0-47-16</inkml:trace>
  <inkml:trace contextRef="#ctx0" brushRef="#br0" timeOffset="166058.45">2809 5216 202 0,'0'0'7'0,"0"0"11"0,0 0 3 15,0 0-19-15,0 0-3 16,-35 9-1-16,24 13-2 15,-3 10 2-15,1 6-3 16,0 4-17-16,-1-1-20 16,3-2-24-16</inkml:trace>
  <inkml:trace contextRef="#ctx0" brushRef="#br0" timeOffset="166385.75">2903 5274 183 0,'0'0'5'16,"0"0"-25"-16,0 0 24 0,0 0-4 16,39 26 1-16,-24-19-2 15,4 3-6-15,0-3 5 16,1 0-1-16,-1-1 1 16,-2-2 3-16,1 0 1 15,-3-4-12-15,0 0-31 16,-5 0-67-16</inkml:trace>
  <inkml:trace contextRef="#ctx0" brushRef="#br0" timeOffset="166592.26">3042 5247 211 0,'0'0'-6'16,"0"0"19"-16,0 0 0 15,0 0-10-15,0 0-8 16,0 0-1-16,-42 35 2 0,31-4 1 16,2 1 0-16,0 4-11 15,0-1-26-15,2-6-12 16,2-7-55-16</inkml:trace>
  <inkml:trace contextRef="#ctx0" brushRef="#br0" timeOffset="166976.6">3241 5225 78 0,'0'0'14'0,"0"0"-16"0,0 0 3 15,0 0 7-15,0 0-1 16,0 0 2-16,45 11 8 15,-34-5 2-15,3-1-4 16,1 0-6-16,-1 0-2 16,1 2-5-16,1 2-1 0,-3-1 1 15,0 2 0-15,1 2-15 16,-5-1-28-16,0-1-6 16</inkml:trace>
  <inkml:trace contextRef="#ctx0" brushRef="#br0" timeOffset="167197.32">3420 5196 152 0,'0'0'19'15,"0"0"18"-15,0 0-27 16,0 0-6-16,0 0-9 15,-40 13 14-15,31 10-8 16,-3 5-1-16,0 6-2 0,2 3-11 16,-1-1-37-16,0-4-23 15</inkml:trace>
  <inkml:trace contextRef="#ctx0" brushRef="#br0" timeOffset="169525.14">2562 4891 19 0,'0'0'28'0,"0"0"-8"0,0 0-10 15,0 0-2-15,0 0-1 16,0 0 0-16,0 0-6 16,-36-14 0-16,31 14 1 0,1 0-2 15,-2 0 0-15,0 0 1 16,2 0-1-16,-3 2 0 16,3 0 0-16,-2 1 2 15,1-2 0-15,-2 1 1 16,1 0-1-16,-1 1-1 0,0 0-1 15,1 1 1-15,-2 1-1 16,0 0 0-16,-1 0 0 16,-1 2 0-16,2 0 0 15,-1 1 0-15,-1 2 0 16,0-1 1-16,1 2-1 0,0 2 0 16,0-3 0-16,2 1 0 15,1 2 0-15,1-3-1 16,1-1 1-16,-1 1 0 15,0-2 0-15,1 1 0 16,0-2 0-16,-1 1 1 16,3-1-1-16,-2-1 0 0,0 2 1 15,-2-1-1-15,4 2 0 16,-2 1 0-16,0-1 0 16,1 0 0-16,1 1 0 15,-2 0 2-15,2 1-1 16,-2-3 0-16,2 1 0 0,2 2 0 15,-2 0-1-15,2 0 0 16,0 1 0-16,-2 2 0 16,2-1 1-16,0-2-1 15,0 1 0-15,0 0 0 16,0-2 0-16,0 0-1 0,0 0 2 16,0-2-1-16,0 1 0 15,0 0 1-15,0-1-1 16,0 1 0-16,0-2 0 15,0-2 0-15,2 3 0 16,-2-1 0-16,2 1 0 0,-2-1 0 16,0 2 1-16,0-2-1 15,0 0 0-15,0 0 0 16,2-1 0-16,-2-2 0 16,2 1-1-16,0-3 0 15,0 3 1-15,2 0 0 0,-2 0 0 16,-1 1 1-16,3-1-1 15,-2 3 0-15,-2-1 1 16,0-1-1-16,0 0 1 16,0-1-1-16,2 1 1 15,-2 0-1-15,0-1 0 0,2 2 0 16,0-4 1-16,-1 3-2 16,4 0 0-16,-3-2 0 15,0 0 0-15,2 0 1 16,-2 1 1-16,1-2-1 15,1 1 1-15,-2 0-1 16,2-1 0-16,-1 1 0 0,-1-1 0 16,3 3 0-16,-3-3-1 15,2 1 1-15,1 0 0 16,1 0 0-16,-1 1-1 16,2-1 0-16,0 0 0 0,1-1 1 15,-1 0-3-15,1 0 2 16,0-2-2-16,-2 2 4 15,1 0 1-15,-1-2-2 16,4 2 3-16,-5 0-2 16,3-1-1-16,1 2 0 15,0 0 1-15,0-1-1 16,0 1 0-16,2-1 0 0,2 1 0 16,-2-1 0-16,3 0 0 15,-1-2 0-15,1 2-1 16,-1 0-1-16,1-2 0 15,1 2 0-15,-1-3 1 0,-1 3 2 16,0-2 1-16,3-1 0 16,-5 0-2-16,5 0-5 15,-3 0 1-15,-1 0 11 16,1-5-1-16,1-1 3 16,1-1-4-16,-2 0-5 0,3-2 3 15,-1 2 0-15,-1-1-2 16,0-1 0-16,0-1 0 15,0 3-1-15,0-3-1 16,-3 0 1-16,3 0 1 16,-3-3 1-16,2 2 1 0,1-3 1 15,-1 2 0-15,1-3 0 16,-3 2-2-16,0-2 3 16,0 0 0-16,-4 2 1 15,0 0 4-15,-3-2 6 16,0 2-3-16,-1-1-4 15,-3 0-5-15,2-2-2 0,-2-1-2 16,0 0 1-16,1-2 0 16,-1-3-1-16,0 2 0 15,0 0 0-15,0 0-1 16,0-1 2-16,0 0-1 16,-3 4 2-16,-4 0 0 0,0-2-3 15,1 2 4-15,-3-1-4 16,0 3 4-16,2-3-2 15,-4 4 0-15,1-2-3 16,-3 2 3-16,-1 1 1 16,-1-2-1-16,0 3-1 0,-3 0 1 15,-3 0 2-15,2 2 3 16,-1-1-6-16,-1 4 3 16,-1 0-5-16,0 1 1 15,-3 3-9-15,-4 0-10 16,-2 3-18-16,-5 0-11 0,-2 0-8 15</inkml:trace>
  <inkml:trace contextRef="#ctx0" brushRef="#br0" timeOffset="185749.21">17159 16560 0 0,'0'0'51'0,"0"0"-27"0,0 0-3 0,0 0-4 0,0 0 2 16,0 0-5-16,0 0-2 16,0 0-8-16,0 0 5 0,0 0-2 15,0 0 1-15,0 0-5 16,0 0-1-16,-1 0-2 16,1 0-1-16,0 0-1 15,0 0 1-15,0 0 1 16,0 0-4-16,0 1 1 15,0-1 3-15,1 2 0 0,2 0 0 16,0 0 0-16,2-1 0 16,-3 3-1-16,2-2 1 15,1 2 0-15,0-1 0 16,-1 3 0-16,3 1 0 16,-2 1 1-16,1 1-1 0,-1 2-1 15,0 3-1-15,2 2 3 16,-1 1 1-16,0 0-2 15,-2 3 0-15,1-1 0 16,-1 3 0-16,0-1 0 16,-1 2-1-16,1-1 1 0,1 2 1 15,-3-2-1-15,2 0 0 16,1 1 0-16,-1-2 2 16,0 1-2-16,2-2 0 15,0 0 1-15,1-1-1 16,0-1 0-16,4-1 0 15,-3 0 0-15,2 0 1 0,2 0-1 16,-2 0 0-16,3 1 0 16,-2-3-1-16,1 1 1 15,1-2-3-15,1-3 3 16,-1-2 0-16,0-2-1 16,-1-2 0-16,-2-1 3 0,-2-2 2 15,0 0 1-15,-2-2 1 16,-1 1-2-16,-3-1-2 15,-1 0 0-15,1 4 3 16,-1-1-1-16,-1 1-2 0,1 2 1 16,0 4 4-16,1-1-6 15,2 3 1-15,-2 4-2 16,1-2 0-16,1 3 1 16,2 3-1-16,-3-1-1 15,4 1 2-15,-2-1-1 0,-1 1 1 16,4 3-2-16,-4-2 1 15,4 4 1-15,-4 1-1 16,1 1 0-16,1 1 0 16,-1-2 0-16,1 1 0 15,-1-3 2-15,0 1-2 16,1-2 0-16,-3 1 0 0,1 0 0 16,2 1 0-16,-4-2 0 15,2 4 0-15,-2-2 0 16,0-1 0-16,0-1 1 15,-2 2-1-15,2 0 0 16,-2-4 0-16,0 2 0 0,0 0 0 16,0-1 2-16,0 1-2 15,0 0 0-15,0 0 0 16,0-2 0-16,-2 0 1 16,-2-4-2-16,2 0 2 15,-1 0-1-15,0-2 0 0,1-1 0 16,-4-1 1-16,3-1-1 15,-4-2 1-15,1 0 0 16,-3-3 1-16,2 0 6 16,0-2 0-16,1-1-2 0,-5-2-4 15,6 0-1-15,-3 0-1 16,3-2-1-16,-4 0-16 16,4 0-8-16,-4 0-25 15,0-8-27-15</inkml:trace>
  <inkml:trace contextRef="#ctx0" brushRef="#br0" timeOffset="194163.98">1873 4628 3 0,'-10'0'16'0,"2"0"0"0,-1 0-5 0,3 0-6 16,-1 0 1-16,0 0-4 15,5 0 0-15,-3 0-1 0,1 0-1 16,0 0 0-16,0 0-1 16,1 0-2-16,-1 0 3 15,-1 0-1-15,2 1 1 16,-1 4 0-16,0 2 0 16,2 1 0-16,-3 2 0 0,1 3 0 15,2 2 1-15,0 4-1 16,-3 2 1-16,4 4 0 15,-1 0 0-15,2 5 1 16,-2 4 2-16,0 0 1 16,0 5-1-16,2 1-1 15,-3-1 0-15,1 2-2 0,2 2-1 16,-4-2 1-16,2 3-1 16,-2 3 1-16,-2 3 0 15,0 1 0-15,-1 4-1 16,1 0 1-16,-3 2 0 15,2 2 1-15,2 3-1 0,1 1 2 16,2 1-2-16,0-1 2 16,2-1-3-16,0 0 1 15,0-2-1-15,4 1 1 16,0-4-1-16,-1 0 1 16,-1-1 0-16,0 0-1 0,-2 0 0 15,0-3 1-15,0 1 2 16,0 1 0-16,0-1 3 15,-4 3 4-15,1 2-2 16,-3 0-5-16,-1 2-1 16,-2-1 0-16,2 1 1 0,1-3 0 15,1 0 0-15,1-2 0 16,2-1-2-16,2 0 0 16,0-3 1-16,0 0-2 15,0-1 0-15,6-1 0 16,-1-1 1-16,-3 1 0 0,2 0 2 15,-1-2 2-15,-1 1 3 16,2-1 2-16,1-3-5 16,-1-1-3-16,3 1-1 15,-3-3-1-15,3 1 2 16,-2-4-1-16,0-2 1 0,-1-4-2 16,-4-3 2-16,2-6 3 15,-2 2 3-15,0-5 0 16,0 0-3-16,0 0-3 15,0 1 1-15,0-1-3 16,2 0 0-16,2-1 0 0,-1 0 0 16,1-3 0-16,3 0 0 15,-2 0 0-15,1-5-2 16,1 0 2-16,-3 0 0 16,6-1 3-16,-4-4-6 15,1 3 1-15,3-3 0 16,2 1-1-16,-1-3 3 0,0 1-1 15,3-2-4-15,-1 0 2 16,1 1 2-16,-1-2-1 16,3 0 4-16,1 2-2 15,0-1 2-15,2 0-2 0,3-1-1 16,1 1 2-16,0-1-1 16,0 1-1-16,2-2-3 15,2 0 4-15,0-1 4 16,2 0 1-16,0-1-1 15,0 0-1-15,3 3-2 16,1 0 0-16,-2 0 0 0,3 1 2 16,0 2-3-16,3-1 0 15,2 0 0-15,1-1 0 16,6-3 0-16,0-1 1 16,4 0-1-16,4-11 0 15,2-2 0-15,5-1-9 0,1-2-9 16,3-2 3-16,-2-2-24 15,1-5-11-15,-4-2-42 16</inkml:trace>
  <inkml:trace contextRef="#ctx0" brushRef="#br0" timeOffset="196237.73">2026 4617 70 0,'15'0'1'0,"3"0"-1"0,2-3 5 0,0 2-3 0,4-1-1 16,3 1 2-16,1 1-2 16,-1 0-2-16,2 0 2 15,0 0 0-15,0 0-2 0,-1 0 1 16,1 0 0-16,2 0 0 15,4 0 1-15,0 0-2 16,1-2 0-16,4-2-2 16,0-2 6-16,1-1-4 0,1 0 4 15,1 0-1 1,-1 3 3-16,4-2 3 0,-1 3-5 16,2-1-1-16,0 3 2 15,0-1-3-15,0 2 2 16,-2-1-2-16,2-1 1 15,-1 1-1-15,4 0-1 0,-1-1 1 16,0 0-1-16,-2-2 2 16,-4 1-2-16,2-2 0 15,-8 0 1-15,-1 0-1 16,-3-2 0-16,-1 0 4 16,-3 0 4-16,-2 0 1 0,-2 1-1 15,-1 0-2-15,-2 4-3 16,-3 0-2-16,-3 1 0 15,-1 1-1-15,-3 0 1 16,1 0-1-16,-1 0 1 16,-1 5-1-16,3 1 0 0,-3 1 0 15,3 0 1-15,-1 3-1 16,-2-2 0-16,3 3 2 16,-5 0-2-16,2 0 0 15,-2 3 0-15,0 0-2 16,-1 3 1-16,-2-2 2 0,2 2 3 15,-3 1-1-15,1-1-3 16,0 3 2-16,0 4-1 16,-2-1-1-16,1 7 1 15,1 2-1-15,1 4 1 16,2 1 0-16,-2 3-1 0,3-2-2 16,2-1 4-16,-1-3-2 15,-2-4 0-15,-1-2 0 16,2-2 0-16,-6 2 1 15,0-1-1-15,-1 3 1 16,-1 4 0-16,-2 6 0 16,0 4 1-16,-2 7 0 0,-5 6 4 15,1 0-4-15,-2 3-1 16,2 2-1-16,-1-1 0 16,3-4 2-16,-2-2-4 15,1-4 4-15,-2-3-2 16,4-2 0-16,-1-1 0 0,0 1 1 15,1 1-1-15,1 0 0 16,0 1 0-16,2 2 0 16,-2 1 0-16,2 3 2 15,0 5-2-15,0 0 0 16,0 2 0-16,0-2 0 0,0-6 0 16,0-3 0-16,2-5 0 15,0-2 2-15,3-2 1 16,-3 2 0-16,0 0 1 15,-2 2-2-15,0 1 0 0,0 4 1 16,0 1-2-16,0 3 2 16,0 0-2-16,-2 2 1 15,2-1 0-15,-2-2-1 16,2-5-1-16,0 0 0 16,0-6 0-16,0-3 0 15,0-2 1-15,0-2-1 16,-4-2 0-16,3 0 0 0,-3 1 1 15,2-1-1-15,0 1 2 16,-1 1-2-16,3 1 0 16,0 1 0-16,0 0 0 15,0 2-2-15,-2-2 2 0,0-4 0 16,-1-2-2-16,1-7 1 16,-2-4 0-16,-1-3 2 15,1-3-1-15,0-2 0 16,-2 2 1-16,0-3-1 15,0 2-1-15,-1 0 1 0,0 3-3 16,-5-1 1-16,2 2-4 16,-2 0 2-16,1-1 4 15,0 1 0-15,-2 0 0 16,4-3 0-16,-4-1 0 16,1 0 0-16,1-3 0 15,-3-2 1-15,1 2 0 0,-3-3-1 16,1 0 0-16,-4 3 0 15,0-2-1-15,-3 0 1 16,-3-2 1-16,-4-1 0 16,-3 1 1-16,-6-3-1 15,-1-2 4-15,-9-1-4 0,-6 0-1 16,-8 0-12-16,-12 0-45 16,-9-1-55-16</inkml:trace>
  <inkml:trace contextRef="#ctx0" brushRef="#br0" timeOffset="211073.22">19897 2941 38 0,'0'0'71'16,"0"0"-67"-16,0 0 9 0,0 0 0 0,0 0 3 15,0 0 0-15,0 0 0 16,0 0-2-16,0 0-3 16,0 0-4-16,8-40-1 0,4 34-2 15,1 2 2 1,2 0-3-16,-1 0-1 0,2 2-2 16,-3 1 1-16,1 1 0 15,1 0 0-15,-1 1-1 16,1 7 0-16,-2 1 1 15,-1 0-1-15,-1 2 0 16,0-1 1-16,-2 3-2 0,-3-3-1 16,-1 0-2-16,-3-2 0 15,-2 1-1-15,0-3 5 16,0-2 2-16,-2-1 3 16,-2-1-3-16,-1-2-1 15,1 2 1-15,-2-2-1 0,0 0-1 16,2 0 0-16,-1 0 0 15,2 0 1-15,1-4 0 16,2-2-2-16,0-1-6 16,0-2 3-16,6-1 0 15,2 1-1-15,2 0 3 0,1-1 2 16,-2 0-4-16,2 3 5 16,-2-2 0-16,0 2-2 15,0 0 5-15,-4-1-2 16,1 2 2-16,-2 0-1 15,-1 2 2-15,-2 1 1 0,0 2 2 16,-1-2-3-16,0 3-1 16,0 0 1-16,0 0-2 15,0 0-2-15,0 0-2 16,0 0-4-16,0 0 2 16,0 3 1-16,2 1 4 0,0 3 0 15,0-1-2-15,2 1 0 16,-1 0 0-16,2 0-2 15,0 2 1-15,1 0 1 16,1 2 0-16,2-2-8 16,1 1-15-16,2-1-20 0,0-3-18 15</inkml:trace>
  <inkml:trace contextRef="#ctx0" brushRef="#br0" timeOffset="211260.67">20375 2958 231 0,'0'0'18'0,"0"0"1"0,0 0-11 0,0 0-5 15,0 0-1-15,0 0-5 16,0 0 5-16,0 0-2 16,0 0 1-16,17 50-2 0,-12-25-17 15,2 1-43-15,0-3-29 16</inkml:trace>
  <inkml:trace contextRef="#ctx0" brushRef="#br0" timeOffset="212422.66">21080 2848 106 0,'0'0'2'0,"0"0"-4"0,0 0 2 16,0 0-3-16,0 0 1 16,0 0 1-16,40-25 1 0,-30 22 0 15,-1 2 14-15,1 1-6 16,0 0-1-16,-1 0-4 16,1 0-1-16,1 4-1 15,-1 3 0-15,-2 2-1 16,0 0 0-16,-3 0 0 0,-1 1 1 15,0 0-2-15,-4 1-1 16,0-1 6-16,0-3-3 16,0 0 0-16,0-1-1 15,0-2 2-15,0 1 0 16,0-1-2-16,0-4 1 16,0 0-1-16,0 0 2 0,0 0 13 15,0 0 0-15,1-7-13 16,5 0-2-16,1-3 3 15,-2-2-2-15,0 0 0 16,1-1-1-16,-1 0 1 16,-1 0-1-16,0-1 0 0,-3 1 0 15,1 2 1-15,0 1-1 16,0 2 2-16,-2 1 2 16,1 2 14-16,2 4-6 15,-3-1 3-15,0 2-10 16,0 0-8-16,0 0-2 0,0 8 2 15,0 0 9-15,2 3-5 16,-1-1 0-16,1 2-1 16,2-1 0-16,4 0-1 15,-1 1 1-15,1-1-1 16,3-1-1-16,2 1 1 0,-3-3-7 16,3-1-13-16,0-2 1 15,0-1-7-15,-1-2 3 16,-2 0 13-16,2-2 2 15,-5 0 6-15,1 0 2 16,-1-2 0-16,0-2 5 0,0-1 10 16,0 1 5-16,1 1 2 15,0-4-8-15,0 4-3 16,0-1 0-16,1 1-1 16,-1 0 3-16,-1 2-4 15,0 1-3-15,0 0-4 0,-1 0 0 16,-2 3 0-16,1 5-2 15,-3 0 2-15,-2 3-4 16,0 0-3-16,0 1 9 16,0-1-5-16,-7-1 2 15,1 1 2-15,1-4-2 0,2-1 0 16,-1 0 1-16,2-5 1 16,2 2-2-16,0-3 1 15,0 0 1-15,9 0 17 16,7 0-4-16,8-7-11 15,5 1-3-15,4-4 1 0,6-2-45 16,0-3-191-16</inkml:trace>
  <inkml:trace contextRef="#ctx0" brushRef="#br0" timeOffset="213036.3">22158 2716 113 0,'7'0'0'0,"0"-4"4"0,3 1 7 0,3 1 2 15,-1 0-3-15,2 1-3 16,-1-1 2-16,1 2 0 0,-3 0-1 16,-2 0-5-16,-2 7-1 15,0 2-1-15,-4 1-1 16,-3 4-4-16,0-1-6 15,0 0 8-15,-6-1 4 16,-3 0-1-16,1-4 1 16,1-2 1-16,1-3-2 0,0 0 1 15,4-3 0-15,0 0 0 16,2 0 4-16,0 0 7 16,0-6-3-16,6-4-12 15,2-3 1-15,2-1 3 16,1-3-2-16,1 0 0 15,-2-1 0-15,-1 1 1 0,1 1-1 16,-5 3 0-16,-1 2 1 16,-2 4-1-16,0 2 3 15,-2 5 6-15,0 0-3 16,0 0-12-16,0 3 9 0,0 6-3 16,0 6 1-16,0-2-1 15,0 5 0-15,0 1-1 16,2-1-17-16,3-2-19 15,5-2-6-15,0-2-1 16</inkml:trace>
  <inkml:trace contextRef="#ctx0" brushRef="#br0" timeOffset="213392.28">22477 2792 160 0,'0'0'5'0,"0"0"22"0,0 0-9 0,0 0 1 15,28-39-5-15,-24 35-7 16,-1 1-6-16,1 3-1 16,0 0-2-16,-2 0 1 15,3 3-3-15,-2 7-3 16,1 0-7-16,-2 1 5 0,0 2 4 16,1-3 5-16,-1 0 0 15,0 0 0-15,3-3-1 16,-1 2 1-16,3-2 0 15,0 0 0-15,1 0 2 0,-1 0-1 16,2-1 1-16,-2 1-1 16,0 0 0-16,0-1 0 15,-1-1 0-15,-3 0 0 16,-2 0 0-16,-1 1 2 16,0 0-11-16,-11 1 15 0,-4 0-2 15,-1 0-23-15,0-4-53 16,1-3-63-16</inkml:trace>
  <inkml:trace contextRef="#ctx0" brushRef="#br0" timeOffset="214110.76">23025 2617 91 0,'0'0'19'0,"0"0"-2"0,0 0-7 0,0 0 11 0,0 0-2 15,0 0-1-15,0 0-8 16,0 0-6-16,27-36-8 16,-14 36 5-16,4 0 4 15,-3 0-4-15,3 6 1 16,-4 5-2-16,-2 0 1 0,-1 1-2 16,-2 4-2-16,-5-2 0 15,-1 1-2-15,-2-3 3 16,0-2-1-16,0 0 1 15,0-6 4-15,0 0-2 16,0-3 1-16,0-1 1 0,0 0 6 16,0-2-6-16,0-5-1 15,0-4-5-15,0-1 4 16,2-3-9-16,2 3-4 16,-1-3 3-16,0 2 9 15,0 0 1-15,0 2 0 0,-1 2 1 16,0 4 3-16,-2 0 9 15,1 5 0-15,-1 0-5 16,0 0-13-16,0 3-2 16,0 6 8-16,0 4 0 15,0-1 0-15,0 4-2 16,0 2 1-16,0-4-13 0,4-1-25 16,1-3-39-16</inkml:trace>
  <inkml:trace contextRef="#ctx0" brushRef="#br0" timeOffset="214450.5">23372 2680 171 0,'0'0'-6'0,"0"0"1"0,0 0-10 0,0 0-19 0,0 0 36 16,0 0-4-16,-40 47 1 15,26-35 1-15,1 1 1 16,1 1-1-16,4-4 2 16,3 0 0-16,0-2 0 0,4-1 0 15,1-2-2-15,0-1 2 16,7-4 4-16,3 2 11 16,4-2 5-16,-1 0 1 15,5 0-4-15,-1-2-5 16,4-2-4-16,-2 1-2 0,2 0-6 15,-1-1-1-15,-1 3 0 16,-2-1 0-16,-3 2-9 16,-1-1-23-16,-7-2-21 15,-1 1 2-15</inkml:trace>
  <inkml:trace contextRef="#ctx0" brushRef="#br0" timeOffset="214636.69">23418 2688 237 0,'0'0'1'0,"0"0"-16"16,0 0 17-16,6 47 1 16,0-22-4-16,-2 4-13 15,-3 5-28-15,-1 0-17 16,0 2-25-16</inkml:trace>
  <inkml:trace contextRef="#ctx0" brushRef="#br0" timeOffset="-213907.2">19678 3320 151 0,'0'0'-2'0,"0"0"1"0,0 0-8 15,0 0 5-15,0 0 4 16,-41 4 0-16,35-4 1 16,0 0 2-16,3 0 6 0,1 0 8 15,1 0 0-15,1 0 1 16,0 0-10-16,0 0-15 16,1 0-11-16,12 0 19 15,2 0-1-15,7 0 0 16,5 0 1-16,5 0-3 15,0 0-4-15,6 0 8 0,4 0-1 16,4 0-2-16,3 0 5 16,5 0-5-16,3-1-6 15,4-2 3-15,3 0 1 16,5 0 0-16,7 0 1 16,2-2 0-16,9-1 2 0,5 2-3 15,2-3-4-15,2 2-4 16,3-1 12-16,3 1 5 15,1-2-3-15,2 1 0 16,0 1 6-16,3-1 0 16,-1 0 0-16,3-2-1 0,0 1 5 15,5 0 2-15,3-2-4 16,5 2-2-16,-2 1-6 16,0 2 0-16,-4 0 2 15,-3 1-4-15,-4 0-5 16,-7 2-15-16,-5-2 5 0,-8 0 6 15,-3 0 7-15,-6 2 1 16,-4-2 0-16,-3 2 1 16,-2 0 1-16,-5 1-2 15,-6 0 1-15,-10 0-41 16,-18-5-95-16</inkml:trace>
  <inkml:trace contextRef="#ctx0" brushRef="#br0" timeOffset="-211344.56">20109 3557 29 0,'0'0'45'0,"0"0"-42"0,0 0 8 0,0 0 0 0,0 0 11 16,0 0 5-16,0 0-3 15,0 0-5-15,0 0-4 16,0 0-8-16,0 0-2 16,-34-38 1-16,33 38-3 15,1 0-5-15,0 0-6 0,0 0 7 16,0 6 2-16,0-1-1 15,0-1 0-15,3 1 0 16,-1-1 0-16,1-1-3 16,1 0-1-16,-1-2 6 15,3-1 10-15,3 0 6 0,4-4 8 16,4-8-11-16,6-4-8 16,6-6-4-16,8-3-2 15,7-4 2-15,8-4-2 16,6-2-5-16,3-2-33 15,1-4-81-15</inkml:trace>
  <inkml:trace contextRef="#ctx0" brushRef="#br0" timeOffset="-210768.54">21288 3384 102 0,'0'0'4'0,"0"0"0"0,0 0 0 16,0 0 3-16,0 0 2 15,0 0 1-15,0 0 8 16,0 0 9-16,0 0 4 16,0 0-15-16,46-23-6 15,-23 10-4-15,6-1-4 16,2-1 0-16,5-1-29 0,1-2-65 16</inkml:trace>
  <inkml:trace contextRef="#ctx0" brushRef="#br0" timeOffset="-210355.99">22143 3384 209 0,'0'0'2'0,"0"0"8"0,0 0-4 0,47-23-1 0,-25 12-3 16,5 2-2-16,2-1 1 15,6 2-5-15,0-3-21 0,3-1-27 16,2 1-28-16</inkml:trace>
  <inkml:trace contextRef="#ctx0" brushRef="#br0" timeOffset="-210035.39">22999 3340 167 0,'0'0'10'16,"0"0"6"-16,0 0-11 16,0 0-3-16,52-21 0 0,-30 15-15 15,1-1-35-15,-1 0-19 16</inkml:trace>
  <inkml:trace contextRef="#ctx0" brushRef="#br0" timeOffset="-209387.41">20265 3814 82 0,'0'0'39'0,"0"0"-40"0,0 0 10 0,40-15-9 16,-18 5 1-16,5-2-3 16,3-2-27-16</inkml:trace>
  <inkml:trace contextRef="#ctx0" brushRef="#br0" timeOffset="-208810.1">21546 3564 203 0,'0'0'12'0,"0"0"5"0,0 0-14 0,0 0-4 0,0 0-12 16,0 0-31-16,40-25-5 16,-20 16 6-16</inkml:trace>
  <inkml:trace contextRef="#ctx0" brushRef="#br0" timeOffset="-208625.83">22171 3412 256 0,'0'0'1'0,"0"0"12"15,0 0 1-15,0 0-10 16,0 0-3-16,0 0 0 16,0 0-30-16,0 0-72 0,10-4 40 15</inkml:trace>
  <inkml:trace contextRef="#ctx0" brushRef="#br0" timeOffset="-207152.38">24258 2505 53 0,'0'0'6'16,"0"0"17"-16,0 0 1 0,0 0-2 0,0 0 4 15,0 0-8-15,0 0-6 0,0 0 0 16,0 0-7-16,0 0-1 16,0 0-3-16,0 0-1 15,0 0-4-15,0 0-3 16,2-28 10-16,-2 32-3 15,0 0 1-15,0 4-1 16,0 1 1-16,0-2-1 0,1 3-1 16,3-3 0-16,-1 2-6 15,2-4 5-15,4 1 4 16,-1 0 3-16,2-2 0 16,2-1 2-16,1-2-3 15,4 2 0-15,-3-3-3 0,1 0 0 16,-1 0 0-16,-3 0 2 15,0-3-1-15,-3-1 3 16,-1-3 2-16,-1 1-3 16,-1-1-2-16,-2-1-1 15,-1 2-1-15,0 0 1 0,-2-1-1 16,0 4-1-16,0-1 5 16,0 1-2-16,0 2-1 15,0 1 1-15,0 0-2 16,0 0-2-16,0 0-8 15,0 1 8-15,0 6 0 0,0 3-3 16,3 2 3-16,5 2 1 16,1 0 0-16,0 0-2 15,0 1 3-15,0 0 2 16,1-1-2-16,-4 0 1 16,-1-1 0-16,3 3-1 0,-5-4 1 15,-1 0-1-15,-2-2 2 16,0-2-2-16,0-1 3 15,-1-1 1-15,-6-2 2 16,-2-1 6-16,-4 0-2 16,-1 2-5-16,-1 0-1 0,-2 6-5 15,1-1-6-15,2 1-58 16,6-2-37-16</inkml:trace>
  <inkml:trace contextRef="#ctx0" brushRef="#br0" timeOffset="-206555.88">24215 3392 103 0,'0'0'47'0,"0"0"-25"0,0 0 7 0,0 0-17 16,0 0-2-16,27-42 4 15,-27 38-4-15,0 1-5 16,0-2-2-16,-4 3 8 15,-4 0-11-15,-3 2 2 16,-4 0-1-16,-1 0-2 0,-4 2 4 16,0 6-3-16,0 1 0 15,0 2 0-15,3 2 0 16,3-2 0-16,5 2-1 16,-1 0 0-16,6-2 0 15,4 1-2-15,0-1-1 0,0 0-5 16,6-1 7-16,5-1 1 15,1 1 1-15,6-3-4 16,1 1 1-16,2-2-26 16,4-3-35-16,2-3-4 0</inkml:trace>
  <inkml:trace contextRef="#ctx0" brushRef="#br0" timeOffset="-205822.73">24400 3459 112 0,'0'0'7'15,"0"0"23"-15,0 0-9 0,5-38-12 16,-9 31-8-16,-4 0 11 16,-2 1-6-16,1 3-5 15,-3 3 1-15,1 0 0 16,-3 0 0-16,3 0-2 16,0 5 1-16,0 3 1 0,4 0-4 15,0 1 2-15,4 1-2 16,1 0 1-16,2-1-2 15,0 0-5-15,1-3 7 16,5 0-1-16,2-3 4 16,4-2 5-16,0 1-6 0,-2-2 3 15,3 0-2-15,-2-2 1 16,0-4 1-16,-2-1-2 16,-4 0 1-16,-1-4-1 15,0 3 2-15,-2 0-1 0,-2 1-1 16,0 3 6-1,0 1-6-15,0 0 8 0,0 3-9 16,-2 0-1-16,1 0-2 16,1 0-2-16,0 3 0 15,0 3-8-15,1-1 6 16,5 1 2-16,4-1 5 0,-1 0-4 16,3-3 3-16,2-1 4 15,0-1-2-15,1 0 2 16,-1 0-1-16,4-6 3 15,-1-2 1-15,0-4-3 16,-1-1-1-16,0-4-1 0,-2-1-3 16,-3 1-8-16,-3-4-3 15,-2 1-14-15,-2 1 8 16,-2 3 8-16,-2 2 11 16,0 2 0-16,0 3 6 15,-7 3 1-15,1 2-6 16,-2 4 0-16,1 0-2 0,1 0 3 15,1 0-5-15,2 6-1 16,-1 0 1-16,4 3-1 16,0 4 0-16,0 1 1 15,0-1 6-15,0 4-3 16,5 0 1-16,-1 0 6 0,0 1-5 16,1-2-1-16,0-1-1 15,1 1 1-15,-1-5-2 16,-1 0 0-16,2-1 0 15,-3-3 0-15,2 0-3 16,-1-3-39-16,-2-4-37 0</inkml:trace>
  <inkml:trace contextRef="#ctx0" brushRef="#br0" timeOffset="-205643.94">24565 3364 268 0,'0'0'14'0,"0"0"3"0,0 0-13 16,0 0-3-16,0 0-1 15,0 0 1-15,44-33-13 0,-29 32-17 16,0 1-27-16,2 0-30 16</inkml:trace>
  <inkml:trace contextRef="#ctx0" brushRef="#br0" timeOffset="-205445.72">24756 3330 172 0,'0'0'19'15,"0"0"8"-15,0 0-27 16,0 0-6-16,0 0 9 15,0 0-1-15,0 0-11 16,0 0-39-16,15 27-25 16</inkml:trace>
  <inkml:trace contextRef="#ctx0" brushRef="#br0" timeOffset="-205316.98">24774 3401 16 0,'0'0'69'0,"0"0"-59"16,0 0-5-16,0 0 1 0,0 0-5 15,0 0 0-15,0 0-7 16,6 7 6-16,5-7-52 16</inkml:trace>
  <inkml:trace contextRef="#ctx0" brushRef="#br0" timeOffset="-204932.8">24874 3313 195 0,'0'0'19'0,"0"0"-24"0,0 0-2 16,0 0 8-16,0 0-5 15,0 0-3-15,0 0 10 16,32 25 0-16,-21-19-3 16,2 0-3-16,0-3 6 15,-2-2-3-15,3-1 2 0,-1 0-1 16,1-1-11-1,-2-6-11-15,-2 0-10 0,1-2 15 16,-6-1 8-16,-3 3 7 16,-2-1 2-16,0 2 3 15,0 2 17-15,-3 2-6 16,-5 2-4-16,-4 0-7 0,0 3-1 16,-1 8 1-16,0 5 2 15,1-1-4-15,2 4-1 16,2 4 0-16,0-2-1 15,2 2 1-15,0-2-1 16,3 1-1-16,0-4-1 0,3-2-24 16,0-5-31-16</inkml:trace>
  <inkml:trace contextRef="#ctx0" brushRef="#br0" timeOffset="-204591.03">25039 3388 91 0,'0'0'-9'0,"0"0"6"0,0 0 12 0,0 0-3 0,37 0-1 15,-24-4-4-15,-2-2 3 16,3-1 0-16,-5 0 2 15,-2-2-4-15,-1 0 2 0,-4 4-1 16,-2 0 1-16,0 0 7 16,0 2 4-16,0 3-7 15,-2 0-7-15,-1 0-1 16,-2 2 0-16,1 6 1 16,2 0 1-16,2 5-1 0,0-1 0 15,0 2-1-15,0 2 0 16,0 0 1-16,0-5-28 15,0 3-103-15</inkml:trace>
  <inkml:trace contextRef="#ctx0" brushRef="#br0" timeOffset="-204127.42">24264 3911 159 0,'0'0'25'0,"0"0"9"0,0 0-20 0,0 0-10 0,0 0-1 16,0 0-2-16,0 0-4 16,-36-21 3-16,22 21 1 15,-1 0-1-15,-2 5 0 16,1 5 0-16,-2 3-1 0,3 1 1 15,3 0-1-15,3 2-1 16,4-3 0-16,3 1-1 16,2-4-2-16,1 0-3 15,11-2 6-15,2 0-1 16,4-3 4-16,7 1-3 16,1-3-37-16,1-2-22 0,1-1-26 15</inkml:trace>
  <inkml:trace contextRef="#ctx0" brushRef="#br0" timeOffset="-203694.09">24389 3982 157 0,'0'0'28'0,"0"0"11"15,0 0-28-15,0 0-1 16,0 0-6-16,0 0-6 16,-49-19 4-16,36 19 0 15,1 5-2-15,2 2-1 0,5 0-5 16,5 0-6-16,0 0-11 15,0 0-12-15,12-1 15 16,3-2 14-16,4-1 7 16,1-3 2-16,0 0-4 15,1 0 2-15,-1 0-1 0,0-3 5 16,-4-4-2-16,0 0-1 16,-4-3-1-16,-4 0-9 15,-3-5-22-15,-4 0 16 16,-1 1 5-16,0-3 2 15,0 2 7-15,-2 0 2 16,-3 1 12-16,-1 4 9 0,3 3-6 16,-2 3-7-16,2 1-1 15,0 3-1-15,1 0-8 16,-3 1-2-16,1 9 1 16,0 3 3-16,3 3 0 15,1 1-1-15,0 1-1 0,6 2 5 16,4-3-2-16,1 1-1 15,3-2-4-15,-3-3-11 16,-3-3-29-16,0-3-10 16</inkml:trace>
  <inkml:trace contextRef="#ctx0" brushRef="#br0" timeOffset="-203558.78">24486 3925 242 0,'0'0'-16'0,"0"0"22"0,0 0-7 0,42-27-44 16,-22 20-30-16</inkml:trace>
  <inkml:trace contextRef="#ctx0" brushRef="#br0" timeOffset="-203394.31">24730 3884 208 0,'0'0'-9'0,"0"0"8"15,0 0-4-15,0 0-37 16,0 0-10-16,0 0-13 16</inkml:trace>
  <inkml:trace contextRef="#ctx0" brushRef="#br0" timeOffset="-203181.35">24679 3949 218 0,'0'0'6'15,"0"0"-7"-15,0 0-4 16,0 0 10-16,45 3-10 16,-30-3-41-16,4 0-20 0</inkml:trace>
  <inkml:trace contextRef="#ctx0" brushRef="#br0" timeOffset="-202759.12">24883 3918 165 0,'0'0'-5'0,"0"0"4"15,0 0 2-15,0 0-1 16,-7 41-2-16,6-32-7 16,1 1 0-16,-1-6 8 0,1 3 0 15,0-4 0-15,0-2-2 16,0-1 5-16,0 0 27 15,3 0-12-15,3-5-31 16,0-4-29-16,2-1 4 0,-1 3-2 16,-1-2 18-16,0 4 29 15,-3 2 39-15,2 2-21 16,-1 1-14-16,0 0-9 16,1 4-1-16,1 3 1 15,2 0-1-15,0 0 1 16,-1-2 2-16,2 0 10 0,-1-5 10 15,0 0 17-15,-2 0 14 16,1-6-18-16,1-5-16 16,-4-2 0-16,2-4-7 15,-1-1-5-15,-1 0 0 16,-3-1-6-16,0 2-6 0,-1 1-30 16,0 2-63-16</inkml:trace>
  <inkml:trace contextRef="#ctx0" brushRef="#br0" timeOffset="-202497.37">25084 3921 254 0,'0'0'-2'16,"0"0"1"-16,0 0 0 0,0 0 2 0,39 0 0 0,-36 1-4 15,-1 5-3-15,-1-2 4 16,1-1 1-16,-2 1 1 16,4-2 0-16,-4-1 1 15,0-1 5-15,0 0 28 0,1 0-3 16,1 0-18-16,-2-1-11 16,0-6-2-16,-7-3-29 15,-10-6-170-15</inkml:trace>
  <inkml:trace contextRef="#ctx0" brushRef="#br0" timeOffset="-201185.12">3215 4127 101 0,'0'0'3'0,"0"0"5"0,0 0 1 0,0 0-1 16,0 0 13-16,0 0-1 15,0 0 6-15,0 0 2 16,0 0-12-16,0 0-4 0,0 0-6 15,-4-27-7-15,31 1 0 16,14-11-1-16,12-19 2 16,10-16-49-16</inkml:trace>
  <inkml:trace contextRef="#ctx0" brushRef="#br0" timeOffset="-200442.43">19294 2833 132 0,'0'0'19'0,"0"0"-5"0,0 0-13 0,0 0-2 0,0 0-4 0,-18-38 0 15,24 32 3-15,4-2 0 16,3-1-21-16,2-1-52 16</inkml:trace>
  <inkml:trace contextRef="#ctx0" brushRef="#br0" timeOffset="-199867.33">19474 2646 124 0,'0'0'-11'0,"0"0"22"15,0 0-3-15,0 0-5 0,0 0-2 16,0 0-1-16,0 0 1 15,0 0 0-15,-28 21-1 16,28-4-1-16,0 7 1 16,0 3 1-16,2 7 0 15,4 2-1-15,-1 3 0 16,3 2 1-16,-4 4-1 0,4 0 0 16,-3 5 2-16,-1 0 3 15,-1-1 2-15,0 1 0 16,-1-3-2-16,-2-1 1 15,0 0-2-15,0 2 0 16,0 3 1-16,0-1-3 0,0 4 0 16,0-1-1-16,0 2-1 15,0 2 1-15,0-3-1 16,0 1 0-16,0-1 0 16,-2-3 1-16,-1-4-1 15,0-3 0-15,0-4 1 0,-1-3-1 16,-1-2 2-16,0-2-2 15,1-3 0-15,2-2 0 16,0-4 1-16,1-1-1 16,1-3 0-16,0-3-1 15,0-1-1-15,0-2 2 0,0 2 2 16,0-1-2-16,-1-3-5 16,-3 3-1-16,-1 1-15 15,-5-2-13-15,4-3-12 16</inkml:trace>
  <inkml:trace contextRef="#ctx0" brushRef="#br0" timeOffset="-195624.31">19634 4313 33 0,'0'0'24'0,"0"0"-24"0,0 0 4 0,0 0-2 15,0 0 1-15,0 0-3 16,0 0 7-16,0 0-3 16,0 0-3-16,0 0-2 15,-30 14-24-15</inkml:trace>
  <inkml:trace contextRef="#ctx0" brushRef="#br0" timeOffset="-194541.23">19474 4311 121 0,'0'0'14'0,"0"0"-4"0,0 0-8 16,0 0 1-16,0 0-3 15,0 0 3-15,0 0-2 16,0 0-1-16,0 0-1 15,36 12 2-15,-35-4 3 16,2 2-2-16,4 6-2 0,-3 1 1 16,2 4-1-16,2 1 0 15,-1 2 0-15,-1 1 0 16,0-1 0-16,1 3 0 16,-2-1 0-16,2 2 1 15,-4 1-1-15,2 0 0 0,2 1 1 16,-4 0-1-16,6 4 0 15,-6-1 0-15,1 1 0 16,2 0-1-16,-4 2 1 16,-1-2-1-16,-1-3 1 15,2 0 1-15,-2-1-1 0,1-6 0 16,0-2 0-16,1-4 1 16,3-1-1-16,0-3-1 15,1-4 1-15,2-1-3 16,5-2-1-16,-1-1-1 15,2-2-1-15,1 0 8 0,-2-1 0 16,1-2-1-16,-5 1 2 16,-2-1-1-16,2-1-1 15,-4 3 1-15,3-2-2 16,-2-1 0-16,4 3 0 16,1-3 0-16,2 2 0 15,3-2-3-15,-1 0 6 0,6 0 0 16,0 0 0-16,2 0 4 15,0 0-1-15,4 0 3 16,3 0-2-16,4-3 0 16,4 1-5-16,2 0-1 0,3 0-1 15,2-1 1-15,0 2-1 16,-1-2 0-16,4 0 0 16,-1-1 0-16,-1 1 0 15,4 0 1-15,0-1 0 16,4 2 2-16,3-2-1 15,4 3-1-15,3-2-1 0,2 0 0 16,1 0 0-16,4 0-2 16,1-1 1-16,4 0 1 15,1-2 0-15,4-1 0 16,4 3 0-16,3 0 0 16,0 1 1-16,3 0-1 15,2 0 0-15,6 3 0 0,-1-4-1 16,8 4 2-16,3-2-2 15,7 0 1-15,5 0 2 16,6-1-2-16,4 3 1 16,7-3-1-16,2 1-13 0,1-5-47 15,-3-3-31-15</inkml:trace>
  <inkml:trace contextRef="#ctx0" brushRef="#br0" timeOffset="-193019.05">19302 2749 48 0,'5'0'8'0,"-1"-6"23"0,0 2 3 0,1-3-11 16,0 3-9-16,2 1-10 16,1 0-3-16,3 0 1 0,3 0-4 15,3-1 2-15,1 1-1 16,3 1 4-16,2 1-5 16,2 0 2-16,2 1-2 15,2 0-5-15,1 0-1 16,2 0 4-16,3 0 3 0,2-4-1 15,2-2 1-15,1 0 2 16,4-2 5-16,1 2 6 16,7-5-1-16,-2 3-1 15,9-2-1-15,0 1-5 16,2-1 0-16,2 0-3 16,2 0 1-16,0 1-2 0,0-2 1 15,4 1-2-15,-1-1 2 16,3 1-1-16,3 0 0 15,0 0 1-15,3 1-1 16,6 1 0-16,4-2 1 0,7 3-1 16,-2-2 0-16,2-2-1 15,0 4 2-15,-3-2-1 16,-8 1 0-16,-3-2 1 16,-1 3-1-16,3 0 0 15,1 0 1-15,6 1-2 16,3-1 0-16,8 0-1 0,-1-2-19 15,2 0-9-15,3 0 6 16,-2-4 10-16,3 0 11 16,0 2 4-16,2 0 2 15,-1 2 8-15,0-1-3 16,-5 3-4-16,-1 3-1 0,-5-2-1 16,-5 3 0-16,-4-2 1 15,-4 2 2-15,-6 0 5 16,-4 1 4-16,-1 0-5 15,-2 0-3-15,3 2-5 0,1 0 1 16,2 0-3-16,1 0 1 16,-1 0-3-16,-1 0 0 15,-5 0 2-15,-4 0 1 16,-5-1 1-16,-5-5 2 16,-6 1 1-16,-3 0 4 15,-7 1-4-15,-1 1-2 0,-5 0-2 16,0 3 0-16,-2 0-3 15,-3 0 0-15,-1 0-13 16,-1 0 3-16,-5 0-2 16,-5 0 11-16,-2 0 4 15,-2 0 1-15,-5-1-2 16,2 1 1-16,-4 0-22 0,1-2-13 16</inkml:trace>
  <inkml:trace contextRef="#ctx0" brushRef="#br0" timeOffset="-191836.01">25072 2212 111 0,'0'-4'8'0,"1"3"14"0,3-1-8 16,3 0-9-16,0 2-4 16,2 0-1-16,5 0-1 0,-2 0 2 15,0 0-1-15,1 2 1 16,-2 1-1-16,-1 4 1 16,0-1-2-16,-1 3 0 15,-1 0-8-15,2 4-5 16,-1 0 0-16,-1 4 1 0,-2 0 9 15,-1 3 1-15,-1-2 3 16,-2 2 0-16,0 0 0 16,-2 1 2-16,0-1-1 15,2 0-1-15,-1 2 0 16,1-4 0-16,0 5 0 0,0-4 0 16,-1 3 1-16,2-1-1 15,-3 3 0-15,2 2 0 16,-1 2 1-16,1 2-1 15,2 4 0-15,-1 0 0 16,1 0 0-16,-3 0 0 0,-1 0 0 16,0-2 0-16,0 0 0 15,-1-2 0-15,-5 4 1 16,-1-1 1-16,-2 4-1 16,2 1 0-16,-2 2 0 15,0 0-1-15,2 1 1 16,3-1-1-16,2 0 0 0,1 1-1 15,1-1 1-15,0-1 0 16,0 1 1-16,0 0-2 16,1-2 1-16,5 2 0 15,-1-5 1-15,2 4-2 0,0-3 1 16,1 2 0-16,-3 0 0 16,1 0 1-16,-2 1-1 15,2-1 0-15,-4 3 0 16,-2-1 0-16,0 0 0 15,0-1 0-15,-3 3 0 16,-4 1 0-16,-3 0 0 0,-1 1 0 16,-2 2 0-16,-1-1 0 15,-2 1 0-15,-1-1 0 16,0-2 0-16,-1 2-1 16,1-1-2-16,2-4-1 15,1 1 2-15,3-7 0 0,-1 0 4 16,3-5-2-16,-1-1 1 15,0-5 0-15,0 4 2 16,0-1-1-16,-3 2-2 16,2 0 1-16,0 2-1 15,-4 3 0-15,1-2 0 0,0 0 0 16,1 0-1-16,0-1 1 16,1-5 0-16,3-1 0 15,-1-2 0-15,1-3 0 16,-1 1 0-16,-2-3-3 15,-3 1-10-15,-1-3-28 16</inkml:trace>
  <inkml:trace contextRef="#ctx0" brushRef="#br0" timeOffset="-186743.47">20808 2539 73 0,'0'0'-1'0,"0"0"12"0,0 0 10 16,0 0-2-16,0 0-5 15,0 0-2-15,0 0-2 16,0 0-2-16,0 0-3 0,0 0-4 16,0 0-2-16,-4 0 0 15,4 0 7-15,4 4-6 16,1 2 1-16,1 0-1 16,1 2 0-16,0 5 1 15,0 1-1-15,-1 6 1 16,-1 4 1-16,1 5-1 15,-4 6-1-15,2 2 2 0,-1 5-1 16,0 5-1-16,-1 5 1 16,-1 3 0-16,1 7-1 15,-2 2 1-15,2 7 0 16,2 6-1-16,0 7 1 0,2 1-1 16,4 5 1-16,3 2-1 15,2 0 1-15,2-1 1 16,5-3 1-16,-3-1-1 15,2 4 2-15,-1-1 0 16,1-1-1-16,-4 3-1 0,-3 0-1 16,-1 3 0-16,-6-4 0 15,-1-4-1-15,-6-2-1 16,0-7-6-16,0-11-24 16,0-10 1-16,0-13 11 15,4-16 0-15,11-18-15 0</inkml:trace>
  <inkml:trace contextRef="#ctx0" brushRef="#br0" timeOffset="-186061.36">21990 2428 17 0,'0'0'37'0,"0"0"-32"0,27 57 7 0,-15-26-5 15,1 2 0-15,-2 9-4 16,-1 8 0-16,-3 8 0 15,-2 9 0-15,-2 11-1 16,-3 13 0-16,0 10-1 16,0 11 0-16,0 15 0 0,-2 9 1 15,0 3-2-15,2 3 3 16,0 0 0-16,10-7 2 16,5-4 1-16,1-10-2 15,1-8-1-15,0-5 1 16,-3-7 0-16,-6-6 2 0,-3-1-4 15,-5-3-1-15,0-9 0 16,-3-5-4-16,-3-9-30 16,0-16-42-16</inkml:trace>
  <inkml:trace contextRef="#ctx0" brushRef="#br0" timeOffset="-185334.33">22865 2394 130 0,'0'0'-29'0,"0"38"31"0,2-8 2 0,0 10 0 0,2 7-3 16,1 14-1-16,-2 7 1 16,1 9-1-16,2 11 0 15,-2 6 1-15,-2 6-1 16,-1 7 0-16,-1 8 0 15,0 6 0-15,0 4 0 0,0 4 0 16,0 3 1-16,0-3 1 16,0-1 3-16,2-6-1 15,5-7 2-15,1-8 3 16,1-8 2-16,3-8-1 16,-3-11-6-16,0-1 1 0,1-8-3 15,-4-4-1-15,1-7-1 16,-3-4 0-16,0-9-13 15,1-10-23-15,0-14-5 16</inkml:trace>
  <inkml:trace contextRef="#ctx0" brushRef="#br0" timeOffset="-184437.64">23629 2371 67 0,'0'0'-7'0,"0"0"10"0,-4 43 1 0,4-32 3 16,0-3-2-16,0 0 3 15,0-4-1-15,0 3-1 0,0-1 3 16,0 2 1-16,0 2-6 15,-2 5-3-15,-1 4 0 16,0 4-2-16,0 7 1 16,1 7 0-16,0 4 0 15,1 7 1-15,-4 6-2 0,-1 6 2 16,1 8-1-16,-2 6 0 16,1 2 0-16,-2 3 1 15,4 2 1-15,2 4 4 16,2-3-1-16,0 1 0 15,2 2-1-15,5 4-1 16,3 1-1-16,0-1 0 0,0 0 0 16,-1 0-1-16,0-1 0 15,-1-1 0-15,-1-5 4 16,-1-2 3-16,-1-2-1 16,-1-6 4-16,-1-4-3 15,1-4-2-15,1-8-3 0,-4-5-1 16,-1-7-1-16,0-6-1 15,0-6 1-15,-8-3-1 16,-5-2 1-16,-6-1-15 16,-3-6-63-16</inkml:trace>
  <inkml:trace contextRef="#ctx0" brushRef="#br0" timeOffset="-183149.97">16389 4918 1 0,'-2'0'30'0,"0"0"-45"0</inkml:trace>
  <inkml:trace contextRef="#ctx0" brushRef="#br0" timeOffset="-182715.79">16389 4918 66 0,'-29'-6'1'0,"27"6"-1"16,2 0-3-16,0 2 2 15,0 1 2-15,0-2-1 16,0 2 0-16,0-2 2 16,0 0-2-16,0 0 0 15,0 0 3-15,0-1-2 16,0 1-1-16,0 2 2 15,0 0-3-15,0 0 2 0,0 1 0 16,3 3 1-16,-1-1 1 16,3 1 1-16,-1 2-2 15,-2-1 1-15,-1-2 0 16,1 2 3-16,-1-1-1 0,0-4 0 16,1 2-1-16,0 0-3 15,0-2 0-15,0 1-1 16,-1-1 1-16,3-1-1 15,1-1 0-15,-3 0 0 16,3-1 0-16,1 0 1 0,-1-1 11 16,1-8 1-16,4-2 5 15,2-3-7-15,3-3-3 16,2-3-5-16,5-7-2 16,5 0 5-16,3-7-6 15,7-3 2-15,5-3 0 0,2 0-2 16,0-1-3-16,-3 4-38 15,-4 3-35-15</inkml:trace>
  <inkml:trace contextRef="#ctx0" brushRef="#br0" timeOffset="-182025.55">16339 5009 13 0,'0'0'21'0,"0"0"3"0,0 0-4 0,0 0 1 15,0 0-4-15,0 0-5 16,38 5-2-16,-32-5-1 16,1-1 2-16,2-6 4 15,-2-2 0-15,2-2 0 0,4-4-2 16,0-1-3-16,0-4-4 15,4 1-2-15,-1-3 0 16,3-1-3-16,-3 0 0 16,1-1-1-16,2 0-2 15,0-3-10-15,0 3-13 16,3-3-27-16,-5 3-18 0</inkml:trace>
  <inkml:trace contextRef="#ctx0" brushRef="#br0" timeOffset="-181455.71">16321 4925 74 0,'0'0'12'0,"0"0"-7"0,0 0 13 0,0 0 1 0,0 0-5 16,0 0-5-16,0 0-9 15,0 0-3-15,0 0 4 16,0 0-1-16,-11 38 0 16,17-22 0-16,-1-3-1 15,1-2 1-15,0-1-2 16,0-1 1-16,0-4 0 0,-1-1 1 15,1-1-2-15,0-3 1 16,4 0-1-16,-2 0 2 16,4-4 1-16,3-6-2 15,1-4 7-15,4-2-9 0,-1-3 8 16,3-4-5-16,2-4 2 16,5-3 12-16,0-6-7 15,4 1-2-15,3-3 2 16,0 2-6-16,1-1 0 15,-2 1-3-15,-3 4-30 0,-6 5-19 16</inkml:trace>
  <inkml:trace contextRef="#ctx0" brushRef="#br0" timeOffset="-181022.57">16392 4968 60 0,'0'0'2'0,"0"0"2"0,0 0 1 0,0 0-2 16,0 0 2-16,0 0 1 15,0 0-2-15,0 0 1 16,0 0 0-16,0 0 3 15,31 27-1-15,-19-29 3 16,1-9 4-16,9-8 9 0,5-5-2 16,11-8-10-16,14-11-2 15,12-4-2-15,12-11-5 16,7-8-3-16,5-6-69 16</inkml:trace>
  <inkml:trace contextRef="#ctx0" brushRef="#br0" timeOffset="-165930.92">19442 2728 41 0,'0'0'20'0,"0"0"-2"0,2-3-6 16,1 0-2-16,-1 0 2 16,-1 1 3-16,1 1 4 0,-2-1-12 15,0 2 1-15,2 0-7 16,-2 0-9-16,0 2 4 16,0 5-1-16,0 2 4 15,0 4 0-15,0-2 2 16,-2 4-1-16,-2 1 0 0,2 0 1 15,-3 3-1-15,2 2 0 16,-3-1 1-16,1 2-2 16,0 3 1-16,0 0 0 15,-1 2 0-15,0 4 1 16,1 1-1-16,-1 0 0 0,1 4 0 16,-2-2-1-16,1 0 2 15,1-1-2-15,-1-1 1 16,1 1 0-16,1 0-1 15,2-1 1-15,1-1 0 16,1 2-1-16,0-1 1 16,0 0 0-16,6 1 0 0,-1 1 0 15,0 0 0-15,0-1 0 16,-1 1 0-16,0 1 0 16,-1-2 0-16,-1 4 0 15,-1-3 0-15,-1 3 0 0,2-3 0 16,-1 0 0-16,0-2 0 15,1 0 0-15,2-2 0 16,-1 1 1-16,-1-1-2 16,1 1 2-16,-1 3-2 15,1-1 2-15,-1 2-1 0,0-2-1 16,1 1 2-16,0-1-1 16,3-3 0-16,-3-1-1 15,3 0 2-15,-2-2-1 16,2-1 1-16,0 0-1 15,-3 1 1-15,1-2-1 16,0 0 0-16,2-2 1 0,-3 1 0 16,4 2-1-16,-2-2 1 15,0 1-1-15,2 2 1 16,-4-1-1-16,0-1 1 16,0 1-1-16,2-1 1 0,-4-2-1 15,0-3 1-15,1 0-1 16,1-3 1-16,1 3 1 15,0-3-1-15,1 1 0 16,1 2 0-16,0-1-1 16,0-1 1-16,-2 2-1 0,1-3 0 15,1 0 1-15,-3 0 2 16,2 0-1-16,1-1 3 16,-3-2-3-16,0 3 0 15,0-4 0-15,1 2-2 16,-2-4 0-16,0 1 1 15,0-2-1-15,-1-3 0 0,0 3 1 16,2-4-1-16,-3 0 0 16,0 1 2-16,0-2-1 15,0 1-1-15,0-2 0 16,0-1 1-16,0 0-1 16,0-3 1-16,0 1-1 0,0 1 0 15,0-1-1-15,0 1-1 16,0-1-4-16,0 2-2 15,0-3 1-15,0 1 5 16,0-1 0-16,0 2 0 0,0-2 1 16,0 3 0-16,5-2 0 15,-4 0 1-15,2 1-1 16,0-1 1-16,3 2-1 16,-4 1-1-16,2-3 1 15,4 1-1-15,-4 0-1 16,5-2 2-16,-3 1 1 0,5-1-1 15,1 0 1-15,-1 0-1 16,3 0 1-16,1 0 0 16,1 0-1-16,-2 0 0 15,3 0 2-15,3 0-3 16,-1-1 3-16,3-1-1 0,1 1 0 16,2 0 0-16,1 0 1 15,2 1-1-15,1-2-1 16,0 0 1-16,-1 2-1 15,3-3 1-15,0 0-3 16,-2 1 5-16,2-2-1 0,3 2 0 16,-2-3 1-16,3 3-2 15,1-2 0-15,5 2 0 16,-2-1 0-16,-1 2-1 16,0-2 2-16,1 0-1 15,-1-1 0-15,1 1-1 0,-1-1 11 16,3-2-1-16,3 1-5 15,2 0-2-15,2 1 0 16,0 1-2-16,0-1 0 16,2 0 0-16,-2 1 0 15,-2 0 0-15,3 0 0 16,-5-1 0-16,1 1 0 0,1 0 0 16,-1 2 1-16,-1-2 0 15,-1 3 3-15,1-3 0 16,2 3 0-16,0-2-1 15,4 0-1-15,-1 0-2 0,0 1 2 16,1 0 0-16,1 0-2 16,0-1 1-16,-1 0-1 15,4 1 1-15,0-2-1 16,1 0 1-16,4 0-3 16,1 2-7-16,1-2-18 15,1 0 7-15,0 1 3 0,0-1 12 16,-1-2 5-16,1 0 4 15,-1-1 19-15,3-1 7 16,-1 1-10-16,2-4 7 16,3 2-5-16,0-1-9 15,0 2-5-15,-2-1-4 0,-1 3-2 16,0 0-1-16,-2 0-1 16,-1 1 0-16,0 3-3 15,0-2-5-15,3 3-2 16,-1-2 1-16,1 2 1 15,3 0-3-15,-1 0 5 0,-1 0 5 16,-4 0 1-16,-1 0 2 16,-4 0 3-16,-4 0 7 15,-5 0 2-15,-3 0-5 16,-3 0-6-16,-6 0-2 16,1 0-1-16,-7 0 1 0,-4 2 0 15,0 1 0-15,-2-2-1 16,-5-1-1-16,-5 2 2 15,-1-1 0-15,-5-1-1 16,-4 0 0-16,-4 0-4 16,0 0-23-16,-8 0-57 0</inkml:trace>
  <inkml:trace contextRef="#ctx0" brushRef="#br0" timeOffset="-155963.99">20132 16416 195 0,'0'0'4'0,"0"0"-2"0,0 0-4 0,0 0-1 15,0 0-11-15,0 0-11 16,-38-2 13-16,30-3 12 16,-3 2 6-16,1-1 11 15,-2-1 5-15,1 1-4 0,0-1-3 16,-3-1-7-16,1 2-1 16,-1-2-5-16,1 3-1 15,-3-2 0-15,3 1 0 16,-3-1 0-16,3 1 0 15,-4 1 1-15,3 0 5 16,-2-1 1-16,1 3-1 0,-1-1 1 16,2-2-4-16,-4 4-2 15,1-1-1-15,0 1 0 16,0 0-2-16,-3 0 6 16,-1 0 3-16,0 5-2 0,0 1-3 15,-3 1-1-15,0 2-1 16,3-1 1-16,-2-1 0 15,1 4 0-15,1-2 0 16,2 3 1-16,-3 0-3 16,4 1 1-16,2 0-2 15,-3 2 1-15,3 1-1 0,-1 0 2 16,2 1-1-16,-1-1 1 16,3 2 2-16,-2 0 0 15,-1-1 1-15,5 2-3 16,-1-1 0-16,1 3 0 0,1 2 0 15,0 0-1-15,2 3-1 16,-3 0 2-16,1 4-2 16,1 0 2-16,-1 1-1 15,0 2 0-15,1 0 0 16,1-1 0-16,3 0 1 0,-4-1 0 16,6-3-1-16,-1 1-1 15,2-2 1-15,1-2-1 16,1-1 0-16,0 2 0 15,0-1 0-15,1 1 1 16,3 1-1-16,0-1 3 16,-3 2-1-16,3-1-1 0,-1 1 1 15,1 1 1-15,-1 0 0 16,2-3 0-16,2 0-3 16,-1 1 6-16,4-4 0 15,1 1-1-15,0 0 1 16,5-2 2-16,-1 1-1 0,2 0-1 15,1-4-2-15,2 2-2 16,0-3 0-16,2 3-1 16,-3-2 0-16,4-1 0 15,2 2 0-15,0-1 0 16,0-1 0-16,3 1 1 0,1-1-2 16,0 1 1-16,1-2 1 15,-1-2-3-15,0 2 2 16,1-4 0-16,-2 1-1 15,-1-4 0-15,0 2 0 0,0-4 0 16,-2 1-2-16,1-2 4 16,3-2-2-16,0 1 1 15,1 1 3-15,0-3-2 16,1-1-4-16,-1 1 3 16,-1-2-5-16,0-2 5 15,0 0-1-15,-1 0 3 0,2-2 1 16,1-3-1-16,-2-4-2 15,3 2 2-15,-1-2-2 16,2-2 2-16,-3 1 0 16,1-4-1-16,-2 1 1 15,0-2-1-15,-2-3 2 0,-2 0-2 16,2-3 0-16,-3-2 0 16,0 2 0-16,-1-3-1 15,-2 1 0-15,-2-4 1 16,3 4-1-16,-4-5 2 15,4-3-2-15,-4 1 0 0,4-3 0 16,-1-1 1-16,1 3-1 16,-4-2 1-16,1 1-1 15,-1 2-1-15,-1-2 0 16,-1 1 1-16,0-1 0 16,-2 0 0-16,0-2 0 15,-2 0 1-15,2-1-1 0,-4-1 0 16,0-1 0-16,-2 2 0 15,0-1-1-15,-5-1 1 16,-1 0-3-16,-1 0 2 16,-1 2 2-16,0-1-1 0,0 1 1 15,-3 1 1-15,-2 0 1 16,-2 0-1-16,0 0 1 16,-3 1 2-16,0 0-1 15,-1-1-1-15,2 3-1 16,-4 1 0-16,0 2 2 0,0 1-1 15,-2 1 1-15,-2 2-1 16,-2 1-1-16,1-1-1 16,-3 3 0-16,-1 0-1 15,0-1 1-15,1 1-1 16,-1 1 0-16,1 0-1 0,-2-1-1 16,2 1 1-16,0 2-5 15,2 2-2-15,-3-1 3 16,-1 4 2-16,-2 0-2 15,3 3 1-15,-5 2 8 16,-5 1-4-16,0 2 2 16,0 2 1-16,-6 2 3 0,-1 1 2 15,0 0 1-15,1 0 0 16,-7 6-5-16,-1 2-1 16,-2 5-2-16,0-2-3 15,-3 2-6-15,2 0 1 16,2 1-8-16,1 0-15 0,3-2-31 15,-2-2-56-15</inkml:trace>
  <inkml:trace contextRef="#ctx0" brushRef="#br0" timeOffset="-143345.73">14753 15865 141 0,'0'0'131'0,"0"0"-133"0,0 0 7 0,-37 8-4 16,31-6-1-16,1-2-6 16,-3 3 1-16,4-2 4 15,-4 1-1-15,3-1 4 16,-3 1-2-16,0-2 0 0,-1 0-2 15,-1 0-3-15,0 0 4 16,-1 0-5-16,-2 0-3 16,-3 0 7-16,1 0 2 15,1-3 4-15,-2 2 1 16,-1-1 2-16,0 1 0 0,0 1-7 16,-1 0-7-16,1 0-7 15,-2 0 8-15,0 0 2 16,0 2 0-16,-1 3 3 15,0 2 4-15,-3-1-3 16,1-1-1-16,-3 4 1 0,3-1-2 16,0-1 2-16,-1 1 2 15,4-1 1-15,-1 1 0 16,1-2-1-16,-1 1 2 16,1 1 5-16,-2 1 0 15,1 1 0-15,0-2 0 0,1 4-4 16,2-1 6-16,1 2-4 15,1-2-2-15,1 2-3 16,1 2-1-16,2 0-1 16,0-1 0-16,2-1 0 15,1 2 0-15,3-2 2 0,-3 2 0 16,4 3-1-16,0 0-1 16,0 6-1-16,1-1 2 15,-1 4-2-15,-1 0 0 16,0 1 3-16,1 2-1 15,-1 2-2-15,2-1 2 0,0-1 2 16,1-2-1-16,0 0-2 16,2-2 2-16,0-2-1 15,-2-1 2-15,2 1-1 16,0 0-1-16,0-3 2 16,0 2-2-16,0-3-1 15,0 0-1-15,0 1 1 0,2-2-4 16,2-2 4-16,1 0 0 15,3 1-3-15,-3-5 4 16,4 3 1-16,-2-2-1 16,2-1-2-16,4-2 5 15,-2 2-4-15,2-1 0 0,1-3 0 16,1 1-4-16,4-1 5 16,3-2 4-16,-3 1-4 15,4 0 0-15,2-1 1 16,-2 1 1-16,1-1 4 15,0 2-4-15,1 1-1 0,-2 0 0 16,2-1 1-16,0 2 0 16,0-3 5-16,2 5-6 15,2-5 7-15,3-1-9 16,1-3-4-16,2 0 8 16,4-2-2-16,-1-2 2 0,2 0-1 15,0-2-4-15,3-3 1 16,-1-3 3-16,1 2-2 15,2-1-2-15,0 0 2 16,3 1-1-16,-1 2 1 16,2 0-1-16,-2 1 0 0,2 3 0 15,3-2-1-15,2 2 1 16,2-2 1-16,1 1 0 16,1-1-1-16,2-1-1 15,3-3 1-15,-3-4-10 16,3-3-31-16,-5-5-40 0,-8-3-61 15</inkml:trace>
  <inkml:trace contextRef="#ctx0" brushRef="#br0" timeOffset="-141495.41">863 6364 106 0,'0'0'2'0,"0"0"-1"0,0 0 2 16,0 0 5-16,0 0 11 0,0 0 0 15,0 0-7-15,0 0-2 16,0 0-7-16,0 0-3 16,-11-8 2-16,9 17-2 15,0 5-1-15,2 3-4 0,0 5-1 16,0 6 5-16,0 2 5 15,2 1 0-15,0 0 6 16,0-1-2-16,0-1-3 16,-2-4 0-16,0-1 0 15,0-2-3-15,0 3 0 16,0-5 2-16,0 0-1 0,0-4 0 16,0-5-6-16,0-7-33 15,0-4-44-15</inkml:trace>
  <inkml:trace contextRef="#ctx0" brushRef="#br0" timeOffset="-140364.77">746 5982 76 0,'0'0'-1'0,"0"0"4"0,0 0 1 0,-42 2-3 0,32 4-1 16,-2 0 0-16,-1 2 0 15,1 2 0-15,-1-1 1 16,2 4 1-16,-1-3 4 16,0 2 2-16,3 3 0 0,-1 0-4 15,-1 4-1-15,3 2-2 16,-4 3 0-16,1 3-1 15,-3 4 2-15,5 2-1 16,-3 1-1-16,2 0 0 16,1 3 0-16,0 3 2 15,3 1 0-15,-2 2-1 0,0-1 2 16,4-2 2-16,1 0-3 16,3-3-1-16,0-2 0 15,0-2 1-15,0-2 0 16,2 0-1-16,7-1 2 15,-1-3-1-15,0 0 0 0,1-1-1 16,2-1 1-16,0-1 0 16,2 2-1-16,2-2-1 15,2 3 2-15,1 0-1 16,-1 0 0-16,2 2 1 16,-1-3-2-16,1 1 1 0,0-4-2 15,0-3-1-15,2-4 0 16,-1-2-1-16,3-3 4 15,-4-4 3-15,0-2-2 16,0-1 0-16,1-3 3 16,-1-1 2-16,0 0 1 0,2 0-4 15,-1-4-2-15,2-2 2 16,2-1-1-16,1-3 1 16,2 2-2-16,-4-2 1 15,1 0 1-15,-2-3-1 16,-1-1-3-16,-4-2-1 0,1-5-1 15,3-2 6-15,-4-2 0 16,4-4 2-16,-2-2-3 16,1 0 2-16,1-2-1 15,-4 0-1-15,-1 1-3 16,-5-1 4-16,-4 1-2 16,0 0 3-16,-5 1 1 0,-2-2 3 15,0-1-4-15,0 0-2 16,0-4-1-16,-2-2-1 15,-5-2 2-15,-2-1-2 16,0 0 1-16,-2 2-1 16,0 0 1-16,-4 3-1 0,-1 3 0 15,-3-3 1-15,2 5-1 16,-4-1-1-16,2 1 0 16,-3 1 2-16,-1 2 2 15,0 0-4-15,-1 3 6 16,-2-1-1-16,3 4-2 0,-2 1 1 15,0 3-5-15,1 4-3 16,-3 1 5-16,0 5 2 16,-2 4 1-16,2 5-2 15,-4-2-2-15,2 3 0 0,-2 0-1 16,2 3-4-16,-2 7-6 16,3 3-16-16,1 5-20 15,4 2-19-15,-2-3-38 16</inkml:trace>
  <inkml:trace contextRef="#ctx0" brushRef="#br0" timeOffset="-137355.92">3094 4010 35 0,'0'0'4'0,"0"0"-3"0,0 0-1 16,0 0 0-16,0 0 1 15,0 0 2-15,0 0 11 16,0 0 1-16,0 0-2 16,0 0 0-16,0 0-3 15,0 0-6-15,0 0-5 0,-9 3 0 16,9 2 0-16,0 0-1 15,1 2 1-15,5 0 0 16,-2-1 1-16,-2 1 0 16,1 0-2-16,1-1 1 15,0-2-2-15,0 2-1 0,-1-3 0 16,4-1-1-16,-3 0 1 16,3-2-2-16,0 0 1 15,3-3 6-15,0-7 17 16,5-1-9-16,1-6-2 15,-1-3 0-15,6-4 0 0,2-5 0 16,4-3 1-16,0-7-3 16,5-6 1-16,4-2-2 15,-2-3-1-15,3-1 2 16,3 2 2-16,1 1 1 16,-1 5-3-16,4 4-1 15,2 5-1-15,-4 7 1 0,-5 2-10 16,-3 2-102-16</inkml:trace>
  <inkml:trace contextRef="#ctx0" brushRef="#br0" timeOffset="-135305.47">8746 4141 31 0,'0'0'0'0,"0"0"-5"0,0 0-6 0,0 0-4 16,0 0 15-16,0 0 0 0,0 0 3 16,0 0 11-16,0 0 6 15,0 0-1-15,0 0-5 16,0 0-2-16,0 0 1 16,0 0-7-16,-16-6-5 15,16 5-4-15,0 1 3 16,0-2 0-16,0 1 0 0,0 0 1 15,3 0-1-15,-3 0 1 16,0 1-1-16,0 0 1 16,0 0 1-16,0 0 1 15,0 0-2-15,0 0-1 16,0 0-1-16,2 0 1 0,-2 0-1 16,2 0-1-16,0 0 1 15,1 0 0-15,1 0 1 16,2 2 0-16,-4-1 0 15,4-1 0-15,0 3 1 16,-3-2-1-16,3 1 0 0,-4-1-1 16,0 2 1-16,1 1-1 15,1-1 0-15,1 1 0 16,-3-1 1-16,1 3 1 16,1-3-1-16,0 2-1 15,0 1 1-15,0-2 0 16,1-1-2-16,0 0 1 0,-2 1 2 15,3-1-2-15,-2-1 4 16,-3-1-3-16,3 2 0 16,0-2 1-16,0 2 0 15,-1-3 0-15,0 0-1 0,1 0 2 16,1 0 0-16,3 0 1 16,0-7 5-16,5-6 7 15,2-3-3-15,5-5-6 16,0-3-2-16,4-4 0 15,3-5 0-15,2-3 1 16,3-3 0-16,5-5 1 0,4-3 0 16,-1-2-2-16,4 0-1 15,-1 2-1-15,-2 3 3 16,0 1-4-16,-2 5 1 16,-5 5 0-16,-1 3 0 0,-4 3-1 15,-2 5-1-15,-2 1 2 16,-5 5-1-16,0 3 0 15,-2 6 0-15,-5 1-1 16,0 5 0-16,-1 1-2 16,-6 0-31-16,-5 0-35 0</inkml:trace>
  <inkml:trace contextRef="#ctx0" brushRef="#br0" timeOffset="-133555.04">21739 4330 84 0,'0'0'10'0,"0"0"0"0,0 0-1 0,0 0-3 16,0 0-9-16,0 0-2 15,0 0 6-15,0 0-1 16,0 0-1-16,0 0 1 0,0 0 1 16,0 0-1-16,7 30 0 15,-4-23 0-15,-1-1 1 16,0-1-1-16,2-1 0 16,-2 1 0-16,0-4 0 15,2 2-2-15,-3-3 1 16,2 0 5-16,2 0 5 0,2-9 0 15,6-2-5-15,2-7-1 16,8-4-3-16,6-6 0 16,8-3-12-16,5-10-31 15</inkml:trace>
  <inkml:trace contextRef="#ctx0" brushRef="#br0" timeOffset="-125949.9">17666 6746 123 0,'-6'0'0'0,"-1"0"2"0,0-3 0 0,0 0 4 16,-3-2 6-16,-1-1 2 16,1 0-1-16,-4 0-3 15,1-1-5-15,-6 0-3 16,1 3 0-16,-4-2-2 0,-2 4-1 15,-5 0 0-15,-3-1 0 16,0 3 0-16,0-1 1 16,-1-1 9-16,2 0 1 15,1 0 3-15,-1 0 0 16,-1 1-7-16,1 1-4 0,-5 0-1 16,-1 0 0-16,-1 0 0 15,-5 0-1-15,1 0 0 16,-3 3 1-16,3 3-1 15,0 1 0-15,-1 0 0 16,0 1 0-16,1 2-1 0,0-1 1 16,2 1 0-16,-1 1 0 15,4-1 0-15,2 4-1 16,-2-1 1-16,0 4-1 16,-1 0-1-16,0 3 2 15,-2 1-2-15,1 1 2 0,0 0-3 16,5 2 1-16,-1 2 4 15,4 0-2-15,2 2 0 16,1 3-3-16,1 1 3 16,3 4-2-16,0 1 2 15,3 4 0-15,1 0 0 0,2 1 0 16,4-2-1-16,2-2 0 16,5 0 0-16,2-3 0 15,4 0 1-15,1-2 0 16,2-2 0-16,11-1-1 15,5 1 0-15,4 3 1 16,4 0 1-16,3 3 1 0,3 1-1 16,-1 2 0-16,3 3 0 15,2-2-1-15,0 0-1 16,1 0 2-16,3-3-4 16,4-2 0-16,2-4 2 15,2-3 3-15,3-2-1 0,5-3 3 16,4-4-1-16,2-2 2 15,3-2-2-15,-2-1 0 16,2-4 2-16,0 0-2 16,-3-1-1-16,-1 0-1 0,-1-4 3 15,2-2 4-15,2 0 0 16,3-4-3-16,3 0-1 16,2 0 2-16,2-4-3 15,-1-6 0-15,1-4-1 16,-2 0 3-16,-5-3 2 0,-2-3 2 15,0 4-5-15,-5-2-2 16,0-1-1-16,-7 2 1 16,-1-1 1-16,-3-2-3 15,-5-3 1-15,-3-1 0 16,-1-6 1-16,-2-4 0 16,-1-4 0-16,1-6 1 0,1-4 1 15,1-4-4-15,-5 0 1 16,-2-2 2-16,-9 1-2 15,-6 5-1-15,-10 0 1 16,-5 1 0-16,-3 3 3 16,-11 0 3-16,-10 1 4 0,0-1 0 15,-8-1 5-15,-4-1 0 16,-4 2-10-16,-3-1 0 16,-6 1-5-16,-4 0 2 15,-6 1-2-15,-9 1-1 16,-4 3-1-16,-12 6-5 0,-12 5-20 15,-10 11-12-15,-16 8-17 16,-10 8-77-16</inkml:trace>
  <inkml:trace contextRef="#ctx0" brushRef="#br0" timeOffset="-124689.21">16874 6984 94 0,'0'-1'17'0,"0"-1"-2"0,0 1-7 16,0 1-4-16,0-1-3 15,0 1-1-15,0 0 1 16,0-2-2-16,0 2 0 15,0 0-1-15,0 0 1 16,0 0-2-16,0 0-3 16,0 2 5-16,0 2 1 0,0 2 0 15,0 1 1-15,0 1-1 16,0-1-1-16,1 2 1 16,0-1 0-16,2-1-1 15,-1-2 0-15,0 0 0 16,-1-3 0-16,1-1 2 0,2-1 3 15,1 0 8-15,-2 0-4 16,3 0 0-16,1-3 1 16,4-4-4-16,0 0-1 15,1-4-2-15,5-2-1 16,1 0 0-16,6-4 0 0,1-3-1 16,4-4 3-16,3-3 0 15,5-8 3-15,4-5 1 16,1-3 1-16,5-7 0 15,8-2-4-15,6-5-3 16,0-1-2-16,1 1-40 0,-4 2-76 16</inkml:trace>
  <inkml:trace contextRef="#ctx0" brushRef="#br0" timeOffset="-122851.67">21467 7088 91 0,'-2'0'3'0,"1"0"-2"0,0 0-1 16,-1 0 1-16,2 0 0 15,-3 0 4-15,2 0 8 16,0 0 5-16,0 0 10 0,0 0-12 15,1 0-7-15,0 0-7 16,-1 0-2-16,1 0 0 16,0 0 0-16,0 0 0 15,0 0 0-15,0 0 0 0,0 0 0 16,0 0 0-16,0 0 4 16,0 0-1-16,1 0-3 15,4 0 5-15,2 0-3 16,3 0 1-16,-1-2-3 15,1 1-1-15,0 1 0 0,2-1-1 16,1-1 0-16,1 2 2 16,1-1 2-16,2 1-1 15,0-1 0-15,3 1 0 16,-1-2 0-16,2 2 0 16,-2-1-1-16,0-1 2 15,2 1-2-15,1-1-5 16,1 1 4-16,0-2 1 0,2 0 1 15,2 1 1-15,2-1 2 16,3-1-1-16,-1-1-2 16,4 1 0-16,0 0 0 15,3-1-1-15,-1 0 1 16,1-1-1-16,4-1 0 0,-1 0 1 16,1 1 0-16,0 0 0 15,1-1 1-15,-3 2-1 16,0 0-1-16,-1 0 3 15,-2 1 0-15,1-1 3 16,1 2 1-16,3-1-1 0,0 1 1 16,1 0 3-16,0-1-4 15,0 0 1-15,0 1-5 16,2-1 1-16,-3 1 0 16,1 0 2-16,0 0-3 15,0-1 0-15,-3 3-1 0,-2-1-1 16,-3 2 2-16,-2 0-2 15,-4 0 0-15,-4 0 0 16,-3 0 0-16,-1 0 1 16,-6 0-1-16,-2 0 0 0,-1 0 0 15,-2 0 0-15,-2 0-1 16,1 3-7-16,-5 1-11 16,-1-2-2-16,-2 2-7 15,-1 0-9-15,-2 2-3 16,-9 1 6-16,-6-3-31 0</inkml:trace>
  <inkml:trace contextRef="#ctx0" brushRef="#br0" timeOffset="-122069.9">21670 7134 125 0,'0'0'2'0,"0"0"6"0,0 0-5 0,0 0-2 0,0 0-1 16,-37-1 0-16,34 1 0 15,3 0-1-15,0 0-2 16,0 0 0-16,2 0 5 15,6 0-3-15,1 0 4 16,5 0-1-16,1 0 1 0,6 0 2 16,5 0-3-16,0 0 3 15,7 0 3-15,7-8 1 16,4 1 5-16,7-2 0 16,4 1-4-16,3-2-1 15,4 4-2-15,1-1-5 0,1 0-1 16,3 1 0-16,-2 1-1 15,1-1 0-15,2 3 1 16,-1-1-2-16,2 2 1 16,-1-2 1-16,-2 1-1 15,-1 1 0-15,-5 0 2 0,-2-1-2 16,-3 2 4-16,-5-1 5 16,-5 1 0-16,-4 1-1 15,-2-1-5-15,-5 1-1 16,-4 0-1-16,-4 0 0 15,-3-2-1-15,-5 2 0 16,-3 0 1-16,-3 0-1 0,-2 0 0 16,-3 0 1-16,-2 0-1 15,-1 0 1-15,0 0-1 16,0 0 0-16,-3 0 0 16,2 0 0-16,-1 0 0 0,0 0 1 15,2 0-1-15,-1 0 0 16,0 0 2-16,0 0-4 15,2 0-6-15,-2 0-30 16,-1 3-31-16,0-3-24 16</inkml:trace>
  <inkml:trace contextRef="#ctx0" brushRef="#br0" timeOffset="-117865.99">984 12116 53 0,'0'1'22'0,"-5"1"-13"0,-1 0-7 0,2 1 1 0,-2 1 7 15,2 1-7-15,2-1-2 16,-2 0-1-16,3-1 1 15,-1 0-2-15,2-2 1 16,0 1 0-16,-2-1-1 16,2-1 2-16,0 0 0 15,0 0 4-15,-2 0 6 0,2 0-7 16,-2 0 4-16,0 0-2 16,0-3 1-16,2-1-3 15,-1 1-1-15,1-2 0 16,0-1-1-16,0 0-1 15,0-1 0-15,1 0 0 0,5-3-1 16,1 0 0-16,1-1 2 16,2 0-2-16,-2 2 0 15,1-1 0-15,-2 4 1 16,4-1 1-16,-2 4-4 16,2-1 4-16,0 3-4 0,0-1 1 15,3 2 0-15,-5 0 0 16,2 0 0-16,-2 2-1 15,-2 3-1-15,0 0 1 16,-1 1 0-16,-2 1-1 16,2 1 0-16,-2-1-2 0,0 4 2 15,-2-1 0-15,-1 1 3 16,0 0-3-16,0-1 8 16,-1-1-4-16,0 0 1 15,0-2-2-15,0-1 2 0,-2 0 0 16,-1-1 0-16,-1 0 0 15,-3 2 1-15,2 0-1 16,-2 0-1-16,1 0 0 16,-3 3 0-16,0-2-1 15,2 2 3-15,-1 0-2 16,-2-1-1-16,1 1 0 16,3-2 0-16,-3 2 0 0,2 0 0 15,0 1 0-15,1-1 0 16,-1-3 0-16,3 1 0 15,0-1 0-15,-2-2 1 16,2-2-1-16,0 0 1 0,1 0 5 16,-3 0 2-16,2 0-3 15,-4-1-2-15,6 1-2 16,-2 0-1-16,-1 1 1 16,3-1-1-16,0 1 0 15,0-1 0-15,-2-1 1 0,2-1-1 16,1-1 0-16,-1 0 1 15,2 0 1-15,-3 0 1 16,3 0 4-16,-2 0-5 16,2 0 3-16,0 0 0 15,-2 0 1-15,2 0-6 16,0 0 1-16,0 0 0 0,0 0 2 16,0 0-1-16,0-1 0 15,0-3 0-15,0 2-2 16,0-3 1-16,0 3-1 15,2-1 1-15,0 0 1 16,1 2-2-16,-1-1 0 0,0 0-2 16,1 0 2-16,1 1 0 15,-2-2 0-15,1 0 0 16,3 3 0-16,-4-3 0 16,2 3-1-16,0-1 0 15,0 1 1-15,0 0-1 0,0 0 0 16,-1 0-1-16,3 0 0 15,-1 0-2-15,2 1 0 16,-1 5 2-16,3-2 0 16,-3 3 1-16,4 0-1 0,-3 0 1 15,1 1-1-15,-1 0 0 16,2 0-1-16,-2 0-2 16,-1-1 3-16,-1 1 2 15,-1-2 0-15,2-2 0 16,-2 1 1-16,-2-1-1 15,2-1 0-15,-2-1-1 0,3 1 2 16,-3 0-1-16,4 2 1 16,-2-1-1-16,2 0 2 15,-1 0-2-15,1 2 1 16,0-3-1-16,-1 0 0 16,2-1 0-16,-3-2 0 0,1 0 2 15,-1 0-1-15,0 0 1 16,-1 0 0-16,1-2 3 15,1-3 0-15,0-2 1 16,-1-1 4-16,0-2 0 16,-1 1 2-16,1-3-2 0,0 0-2 15,-2 2-1-15,1-1-3 16,-1 1-2-16,1 1 0 16,-1 2-1-16,-2 0-4 15,0-3-36-15,0 0-53 16</inkml:trace>
  <inkml:trace contextRef="#ctx0" brushRef="#br0" timeOffset="-116101.67">1173 11692 48 0,'-4'0'6'0,"-2"0"-3"0,-1 0-2 0,0 2 0 15,-2 4-2-15,1-1 2 16,1-1 0-16,0-1 0 0,0-1 1 16,1-1 4-16,-1-1 1 15,0 0 0-15,-2 0 0 16,0 0-1-16,0 0 0 16,-2 0 0-16,0 0-2 15,0 0-1-15,-1 0 2 0,-1 0-4 16,1 0 0-16,-1 3-1 15,0 1 1-15,2 2-1 16,0 0 0-16,2 1 0 16,0-2 0-16,-2 0 0 15,4-1 0-15,-2 2 0 16,2-2 0-16,-2 0 1 0,3 2-1 16,-3 1 1-16,4-1 0 15,-3 0 1-15,1 3-1 16,-3 0 0-16,2 2-2 15,1 2 4-15,-2-1-5 16,0 1 4-16,0 2-1 0,0 0-1 16,0 1 0-16,-2 0 4 15,2 2-1-15,-2 3-1 16,0 2 0-16,0-3-1 16,-1 4 0-16,3-4 0 15,1 1 0-15,-2-1-1 0,2 0 0 16,1-2 0-16,1-2 0 15,1 1 0-15,0 0 0 16,1-1 0-16,-1 2 1 16,3-1-1-16,0-2-1 0,0 2 1 15,2-2-1-15,0 0 1 16,0-1-1-16,0 0 1 16,0-3 0-16,0 3-1 15,0-3 1-15,2 1-3 16,2-1 2-16,-2 1 0 15,1-1 1-15,1 3-1 0,1-1 1 16,-2 2-1-16,1 0 1 16,2-1 0-16,-3-1 0 15,3 2 0-15,-2-1 0 16,4-2 0-16,-2 2 0 16,1-1 1-16,-1-2 0 0,4 2-1 15,-4-3 0-15,1 0-1 16,-1 0 1-16,2-3 1 15,0 2 0-15,-1 0 0 16,-1-1-1-16,1 2 0 16,0-2 2-16,0 1-4 0,1 2 4 15,-1 0-2-15,3 1 1 16,-4 2-1-16,3-1 1 16,-1 1-1-16,0-1 0 15,1-1 0-15,1 0 0 16,0-1 0-16,-1-1 0 0,1-2 0 15,2 0 0-15,-1 1 0 16,2-1 0-16,1 3 1 16,1-2 0-16,3 0 0 15,-1 2-1-15,0-2 1 16,-1 0 0-16,1 0 0 16,2-1-1-16,-2-1-1 0,-1-1 1 15,1-2 0-15,0 1 0 16,1-2 2-16,-1-2 4 15,-1 0 2-15,2-1-3 16,0 0-2-16,1 0-1 0,-2-1 1 16,3-5 0-16,-3 0-1 15,0-1 1-15,2-3-1 16,-1 0 1-16,-1-3 2 16,0-2-3-16,3 1 0 15,-3-6-1-15,0 3-1 0,0-2 0 16,-1-1 1-16,-1 1-1 15,-1-1 0-15,-3 1 1 16,0 0-1-16,-2-1 1 16,-2 1 2-16,1-2-1 15,0 2-1-15,-1-2 0 0,1 1-1 16,-1 0 1-16,-1-1-1 16,0-1 1-16,0 1 0 15,-2-3 0-15,-2 2 3 16,0 0 0-16,-2-2-2 15,0 2 0-15,0-3 3 16,0 4-4-16,0-3 1 0,-4 2 2 16,0-2-1-16,-2-1 2 15,0 1-1-15,0-2 2 16,-1 0 0-16,-1 0-2 16,3-3-2-16,-4-1-1 15,2-1-1-15,-2-1 2 0,-3 0-1 16,2 1-1-16,-3 0 1 15,-6 1 0-15,1-1 0 16,-1 1 3-16,-4 0 3 16,-2-1-2-16,0 1 0 15,-3-1-1-15,-1 1 0 0,-4 3-3 16,0 0-1-16,-2 8-1 16,-1 1-2-16,-3 5 0 15,-2 10 0-15,-4 3-21 16,-7 9-44-16,-3 11-46 15</inkml:trace>
  <inkml:trace contextRef="#ctx0" brushRef="#br0" timeOffset="-111015.78">10458 12060 99 0,'0'0'1'0,"0"0"0"0,0 0 0 0,0 0-3 15,0 0-11-15,0 0 8 16,0 0 4-16,0 0 2 16,0 0 4-16,0 0 7 0,-41-27 2 15,31 26 1-15,1-2 6 16,-3 2-10-16,1-1-6 16,-1-1-4-16,0 2 3 15,1 0 0-15,-1-1 5 16,-1-1 1-16,0 1 1 15,-3 0-4-15,-1 1-3 0,0 1-1 16,-3 0-3-16,-1 0 1 16,-2 0-1-16,0 0 2 15,1 1-2-15,-1 3 0 16,-1 2 0-16,-1 1 3 0,1 0 0 16,2 1-1-16,-3 4 0 15,3 1-1-15,1 1-2 16,0 1 1-16,2 1 0 15,1 0 0-15,1 1 1 16,3-3-2-16,-1 3 1 16,3-1 0-16,0 2 0 0,4 0 0 15,-1 0-2-15,3 3 2 16,-2 0 0-16,4 3 0 16,0 1 0-16,1 2 0 15,1 1 2-15,0 2-5 16,2-2 4-16,-2 2-1 0,0 0 2 15,-2-2-4-15,1 0 2 16,2-2 0-16,-1 1 2 16,0 0-2-16,0-2-2 15,0 0 4-15,-2-1-4 16,2 0 2-16,-1-2 0 0,3 0-2 16,-2-2-2-16,2 0 3 15,0 3 2-15,0-3-2 16,0 2 2-16,5-2-1 15,1 3 0-15,0-2 0 16,2 2 1-16,0-2-1 0,1-1 0 16,-3 0-1-16,4-3 1 15,-4 0 0-15,1-1 1 16,0-2-1-16,0-2-2 16,-1-1 1-16,1-1 2 15,-2-3 2-15,1 1 1 16,2-1 1-16,0 2-2 0,0-1-1 15,1 2-2-15,3-1 1 16,-1 1 0-16,1 0 0 16,1-2 0-16,0 0 0 15,3 0 2-15,-1-2-2 16,3 1 1-16,-3-3-1 0,2 2-1 16,1-2 1-16,-3 0 0 15,3 0-2-15,-4-2 2 16,3 1 1-16,1-2 1 15,0 2 3-15,-2 0-5 16,6 0 1-16,-2 1-1 0,2 0 0 16,-1-1-1-16,3 1 0 15,-1-1 1-15,-2 1-1 16,4 0 1-16,-4-1-1 16,2-1 0-16,-2 2 1 15,-1-1 1-15,1 0-4 0,-1-2 4 16,2 2-1-1,-1 0-1-15,2-2 1 0,0 2-1 16,-2-1 1-16,3-1-1 16,0-1 0-16,1 0 0 15,4 0 1-15,0 0-1 16,2 0 1-16,0 0 0 0,1 0 0 16,-1 0-1-16,0 0 0 15,0 0 0-15,-1 0 1 16,1 0-2-16,1 3 2 15,1-3-1-15,2 0 0 16,-2 1 1-16,4 0-1 0,-1 0 0 16,0 0 0-16,1-1 0 15,1 2 0-15,1-2 0 16,-4 0 1-16,3 0-1 16,0 0 0-16,-3 0 1 0,4 0-1 15,-3 0 0-15,-2 0 0 16,1 0-1-16,-1 0 2 15,1 0-1-15,-2 0 0 16,4 0 0-16,-1 0 0 16,1 0 1-16,-1 0-2 15,1 0 1-15,1 0 0 0,1 0 1 16,-1 0-1-16,0-3 0 16,3 0 0-16,1-1 0 15,0 1 2-15,1 0-2 16,1 0-2-16,-1 3 4 15,-1 0-2-15,-1 0 0 0,3 0-2 16,-3 0 4-16,1 0-2 16,3 0-2-16,-3 3 4 15,1-3-2-15,1 3-2 16,-2 0 2-16,2 1 0 16,-2-2 2-16,5 2-2 0,-5-1 0 15,3 0 0-15,-3-1-2 16,1-2 2-16,-1 0 0 15,0 0 0-15,0 0 2 16,1 0-2-16,0 0-2 0,2-2 4 16,-1 0-2-1,-3-1-2-15,2 3 2 0,-3-1 0 16,0 1 0-16,2 0-1 16,-4 0 1-16,2 0 1 15,3-2-2-15,1 1 2 16,-1-1-1-16,0 1 0 0,0-2-1 15,3 2 2-15,-4-4-2 16,-2 1 2-16,1 1-2 16,1-1 1-16,-2-2-1 15,-1 1 1-15,-1-2 0 16,2 1 0-16,0 0 0 16,0-1 0-16,0 1 0 0,0 1 0 15,3 0 0-15,-1-3 0 16,1 4 0-16,0-3 0 15,-1 2 0-15,2-2 1 16,-1 2 0-16,2-1-1 16,-1 1 0-16,3 1 0 0,0 0 0 15,-1 0 2-15,-1-2-2 16,4 3 0-16,-3 2 0 16,-1 0 0-16,1-1-2 15,0 2 0-15,-2 0-2 0,-2 0 1 16,1 0 3-16,-1 0-1 15,-1 0 2-15,1 0-1 16,0 0 0-16,2 0 0 16,2 0 0-16,1 0 0 15,-3 0 0-15,0 0-2 16,0 0-2-16,0 0 2 0,-1 0 2 16,-3 0-1-16,2 0 1 15,-1 0 0-15,1 3 0 16,-2-2 0-16,1 1-3 15,-3 1-12-15,0 1 6 16,-1-1 5-16,-1 1 2 0,-1-1-1 16,-2 1 3-16,2-3 0 15,-3 1-1-15,1 0 2 16,-2-1-1-16,-2 0 0 16,-1-1 2-16,-1 0-2 15,-3 0 0-15,-3 0-2 0,2 0-7 16,-5-4 2-16,-1-2 7 15,2-1 1-15,-4-1 1 16,1-1 3-16,-2-1 0 16,2 0 0-16,-3 0-3 15,-1-1 1-15,0 1-3 16,-3 0 1-16,-3 0-1 0,2 0 2 16,-3 0 5-16,3 0 3 15,-4 0-4-15,2-2-3 16,3-1-3-16,-3-1 1 15,0-1 0-15,-3 0-1 0,1-2 0 16,1 0 1-16,-3-3-1 16,1-1 3-16,-1-4 1 15,1 1 3-15,0-3-2 16,-1-1-3-16,-2-2-1 16,2 3 0-16,-2-1-1 15,0 2 5-15,0 2 3 0,-4-2 2 16,-2 2 20-16,1-3-29 15,-4 2 1-15,4-4 1 16,-1-1-1-16,2-4-1 16,-1 0-2-16,-2-4 0 15,2 1-1-15,-3-1 1 0,1 2-1 16,-4 5 2-16,2 1-2 16,0 5 0-16,-3 2-1 15,0 0 5-15,1 4 0 16,-2-2 0-16,1 1-1 0,3-2 0 15,-5 1-2-15,1 0 0 16,1-1 0-16,0 0-2 16,0 1-1-16,-2 3 2 15,1-1-2-15,-3 4 4 16,1-1 1-16,-3 4 0 0,1-1 0 16,-2 2 1-16,-3 0-3 15,2 4 2-15,-4-3-2 16,-1 6 1-16,2-1-1 15,-4 1 1-15,3 1-1 16,-3 1 1-16,-1 0 0 16,1 2 0-16,-3-1-2 0,1 1 1 15,-4-2 0-15,-1 2 1 16,0 0 1-16,1 0 0 16,2-2-1-16,-6 1 1 15,0 1 14-15,1 0-16 16,-4 0-22-16,-3 0 18 0,-3 0 6 15,1 0 0-15,0 0-1 16,-4 0 0-16,2 0 0 16,-5 0 1-16,1 3-2 15,2 1 2-15,-3 1-1 0,-3 0 0 16,1 0 0 0,0 5-1-16,-1-5 0 0,0 2 0 15,1-1 1-15,-2 1 0 16,0-1 0-16,-1-2 0 15,-1 1 0-15,-4 1 0 16,3-1 0-16,-3-1 0 0,1-1 0 16,-1 1 1-16,0 2-1 15,1 1 0-15,-2-1-1 16,0 2-3-16,1 2-8 16,-3-3 6-16,1 2 6 15,1-4 2-15,-1 1-1 16,1-2 1-16,1-1-1 0,3 1 0 15,-1 1 2-15,1-1-2 16,1-3 0-16,2 1-1 16,1-1 0-16,-1-1 1 15,2 0-1-15,-2 0 0 0,2 0 1 16,1 0 2-16,0 0 0 16,3 0-2-16,-1 0 2 15,-2 0-1-15,5 0-1 16,-1 0 0-16,2 0-1 15,1 0 0-15,1 0 3 0,2 0-3 16,-2 0 1-16,1 0 0 16,0 0 0-16,0 0 0 15,0 0 2-15,1-1-2 16,1 1 0-16,0-2-1 16,-2 2 1-16,1-1-1 15,1 1 0-15,0-3 1 0,1 2-1 16,-3-1 0-16,3 2 4 15,1 0-2-15,-2 0-1 16,0 0-1-16,2 0 1 16,-3 0 0-16,1 3-2 15,2 0 2-15,-1-2-1 0,0 1 1 16,3-1-1-16,-1-1-1 16,1 0 2-16,0 0-1 15,-2 0 0-15,-1 0 0 0,2 0 1 16,0 0-1-1,2 0 0-15,-2 0 0 0,2-1 0 16,3-1 0-16,-2 2 0 16,3-1 0-16,-2 1 0 15,3 0 1-15,-4 0-1 16,2 0 0-16,0 0 0 16,1 0 0-16,-2 0 0 0,3 1 0 15,-3 2 0-15,1-1 0 16,-3-1 0-16,2-1 0 15,0 0 0-15,1 0 0 16,-1 0 0-16,3 0 1 16,1 0 0-16,2-4 4 0,0 1 1 15,4-1-4-15,-2 1-2 16,3 0 1-16,0 3-2 16,1-1 1-16,0 1 0 15,2 0 1-15,0 0-1 16,-1 0-1-16,4 0 1 0,-4 0 1 15,5 0-2-15,-2 0 2 16,1 0-2-16,3 1 1 16,-2 3 0-16,4-2 0 15,-1-1 0-15,1-1 0 0,0 3 0 16,0-3 1 0,2 0-1-16,-1 1 0 0,1 1 1 15,-2-1-1-15,-1 1 0 16,1-1 0-16,-1 0 0 15,-1 1 1-15,1-1 0 16,1 0 3-16,-1-1-2 0,3 2 0 16,0-2-1-16,1 0-1 15,2 3 3-15,2 1-5 16,1 2-29-16,-1-3-36 16,-1-3-91-16</inkml:trace>
  <inkml:trace contextRef="#ctx0" brushRef="#br0" timeOffset="-110126.52">12626 11641 71 0,'0'0'111'0,"0"0"-107"0,0-4 21 0,0 3-13 16,0-1-10-16,0 2-1 0,0-1-1 15,0 1 1-15,0 0-2 16,0 0 1-16,0 0 0 16,0 0-2-16,0 0 0 15,0 0-4-15,0 6 0 16,0 2 2-16,0 3 3 0,4 2 6 16,-2-1-3-16,3 2-2 15,2-2 1-15,-3 0-1 16,3-4 0-16,1-2 0 15,0 0 1-15,-3-6-1 0,3 0 7 16,3-7 7-16,3-10 8 16,3-9 0-16,8-9-6 15,6-14-7-15,15-12 0 16,12-14-4-16,19-17-1 16,19-21-4-16,12-23-5 15,6-26-162-15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08:06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19657 4526 47 0,'0'0'14'0,"0"0"-8"16,0 0 3-16,0-2 3 0,0 1-4 16,0 0-1-16,0-1-3 15,0 1-2-15,0 1 0 0,0-1-2 16,0 0 0-16,0 1 1 16,0-1 0-16,0 1 1 15,2-2-1-15,1 1 0 16,-3 1-1-16,3 0 0 15,-1 0 0-15,2 0 2 0,0 0-2 16,-2 0 0-16,1 0 0 16,3 0 0-16,-4 0 0 15,0 4 0-15,2-2 0 16,-2 3-2-16,2 0 2 16,-2 0 0-16,1-2 0 0,1 2 0 15,0 0 0-15,-1 1 2 16,1-2-2-16,3 2 0 15,-2 0 1-15,0-1-1 16,0 1 0-16,-1-1 0 16,-1 0 0-16,0-2 0 0,1 1 0 15,-4-3 0-15,2 1 1 16,-1-2-1-16,1 0 6 16,1 0 16-16,4-2-4 15,2-5-3-15,3-3-10 16,2-1-2-16,5-3-2 0,0-3 0 15,5-3 2-15,2 0-2 16,3-2 1-16,1-2 3 16,5-1 1-16,1-1-1 15,3-1-2-15,0 0-2 16,-1-1 0-16,0-1 1 0,0 1-2 16,-2-1 1-16,-4 0-1 15,0-1 1-15,-2 4 3 16,-1 1 5-16,-2 3 3 15,-5 1-2-15,0 3-2 16,-5 1-3-16,-4 8-1 0,-3 1-3 16,-5 2-1-16,2 2 1 15,-5 4 0-15,-1 0-4 16,-1 0-6-16,0 11-16 16,0 2-8-16,-10 3-22 15,-3 2-9-15</inkml:trace>
  <inkml:trace contextRef="#ctx0" brushRef="#br0" timeOffset="1116.57">19692 4541 1 0,'2'-2'1'0,"-1"-1"4"0,0 1 11 0,-1-2-3 0,2 3-4 16,-2-2 4-16,0 0 3 16,0 3 4-16,0-3-8 15,0 2-6-15,0 0-1 16,0 0-1-16,0 1-2 0,0 0-1 15,0 0-1-15,0 0 0 16,0 0 0-16,0 0 0 16,0 0-1-16,2 3 2 15,0 1-2-15,1 1 1 16,0-2 1-16,2 1-1 16,-1-1 0-16,2 1 1 0,-2 0-1 15,1-1 0-15,-1 1-1 16,2 2 2-16,-3-2-1 15,1 3 0-15,3 2 0 16,-4 0 0-16,1 2 0 16,2-1 0-16,-3 0 0 0,1-1 0 15,-1-3 0-15,3 1 0 16,-2-4 0-16,3 0 1 16,-2-3-1-16,3 0 0 15,1 0 2-15,2 0 3 16,0-7 0-16,3-2-1 0,-1-2-1 15,2-2-3-15,0-2 5 16,2-4-5-16,3-1 2 16,3 0-1-16,3-4 1 15,3-2 2-15,5-2-1 16,-3 1 1-16,2 0 1 0,0-2 6 16,-2-1-3-16,0 1 2 15,0 1-5-15,-2-2-1 16,-2 3 1-16,0 0 2 15,0 4-2-15,-4 2 0 16,-2 4-2-16,-3 1 0 0,-4 5-2 16,-1 3-1-16,-4 4 1 15,-2 0-1-15,-1 4-1 16,-6 0-1-16,0 4-17 16,0 5-35-16,-9 1-8 15</inkml:trace>
  <inkml:trace contextRef="#ctx0" brushRef="#br0" timeOffset="3244.38">19667 7464 60 0,'0'0'6'0,"0"0"-1"0,0-1-3 16,0 1-1-16,0 0-2 16,2-1 1-16,2-1 0 0,-1 1 0 15,1 1 0-15,-1-2 0 16,2 1 1-16,-5-1-1 16,1 1 1-16,0 1 2 15,1-1 6-15,-2 1 3 16,0 0-4-16,0 0-5 0,0 0-3 15,0 0-1-15,0 0 1 16,0 0 0-16,0 0 0 16,0 0 0-16,0 1 0 15,1 2 0-15,0 0 1 16,1 1-1-16,2-2 0 16,-4 1 0-16,3 1 1 0,-1-2-1 15,2 1 0-15,0 1 1 16,-2-2 0-16,1 1 0 15,-1-1-1-15,2 0 1 16,-1 1-1-16,1 0 1 0,-3-2-2 16,1 3 2-16,0-1-2 15,2-1 2-15,-2-1-1 16,0 1 0-16,-1 0 0 16,1 0 0-16,1-2 1 15,-1 1-1-15,4-1 2 16,-4 0-2-16,1 0 1 0,-1 0 0 15,4 0 0-15,-5 0 0 16,2 0 1-16,0 0 2 16,1 0-1-16,-1 0-1 15,0-1-2-15,0-1 1 16,2-1 0-16,-3 2-1 0,1 0 0 16,0-1 0-16,2-1 1 15,-1-1-1-15,2 1 0 16,2-2 0-16,-1-1 0 15,3-3 1-15,2 1-1 16,0-2 0-16,2-5-1 16,1 1 5-16,2-4 1 0,3-3 7 15,3-2 2-15,2-4 4 16,6-4-3-16,3-2-1 16,1-3-4-16,2-1-3 15,2-1-3-15,1 0-2 0,-4 2-1 16,0 1 0-16,4 5-1 15,-2-1 0-15,-4 3 1 16,-1 3-1-16,-1 3 0 16,-5 3 0-16,-3 5 0 15,-6 1 0-15,0 3 0 16,-5 7-1-16,-4 2-1 0,-6 1-14 16,-3 4-55-16,-3 9 20 15</inkml:trace>
  <inkml:trace contextRef="#ctx0" brushRef="#br0" timeOffset="4382.47">19688 7474 13 0,'0'0'2'0,"0"0"9"0,0 0 4 0,0 0-6 15,1 0-7-15,0 0 2 16,1 0-3-16,-1-3 3 0,0 3 1 16,1-1-5-16,-2 1 1 15,2 0-1-15,0 0 0 16,-2 0 2-16,0 0-1 16,2 0 1-16,-1 4 1 15,1-2 0-15,1 1-2 0,2 1 2 16,-2-1-3-16,1 2 1 15,3 1 0-15,-3 0-1 16,-1-1 0-16,0 0 0 16,0-1 1-16,1-1-1 15,-2 1 1-15,2-4 0 0,2 0 4 16,-1 0 2-16,3 0-2 16,-1 0-1-16,4 0-2 15,0-7 0-15,0-3 1 16,5-1-1-16,-1-3 1 15,2-4 1-15,5-3 1 0,1-2 3 16,5-5 2-16,6-3 0 16,4-5 1-16,4-5 6 15,0-3-3-15,5-3-3 16,2 0-6-16,1 0 1 16,0 2-3-16,2 5-1 0,-2 5-1 15,-1 1 0-15,-6 2-1 16,-3 7 0-16,-7 1 0 15,-6 5 0-15,-5 2 0 16,-6 6 1-16,-1 2-1 16,-5 5-1-16,-4 1 1 15,1 0-1-15,-6 3-3 0,1 0-1 16,-2 0-1-16,0 6-2 16,0 3 2-16,-8 5-4 15,-3-1-15-15,-2 1-17 16</inkml:trace>
  <inkml:trace contextRef="#ctx0" brushRef="#br0" timeOffset="6403.11">19497 9993 46 0,'0'0'13'0,"1"0"0"0,-1-3 1 15,1 0-1-15,-1 1-6 16,0-1-4-16,0 2 0 16,0-2-1-16,0 1-1 15,0 1 0-15,0 1 0 0,0-1-1 16,0 1 2-16,1 0-4 15,-1 0 2-15,2 0 0 16,0 1 3-16,2 5-3 16,-1 0 1-16,1 0 0 15,2 2 0-15,-2-1-1 0,0 0 0 16,1 0 0-16,0 0 0 16,-1-1 1-16,1 1-1 15,-1-3 0-15,-1 2 0 16,1-2 1-16,2 1-1 15,0-1 0-15,0-1 1 16,1-2-1-16,1-1 0 0,4 0 1 16,-2 0 0-16,2-7 3 15,6-4 5-15,1-5 0 16,4-4-2-16,1-2 1 16,6-4-1-16,1-4 1 15,-1-3 5-15,3-2 2 0,3 1 1 16,2-2-3-16,-3 0-8 15,2 3-3-15,0 3-1 16,-2 0 1-16,-3 3-1 16,-1 3-1-16,-6 1 0 15,-2 3 1-15,-4 4-1 0,-2 0 1 16,-3 4-1-16,0 1 0 16,-3 3 0-16,1 3-1 15,-5 2 0-15,1 3-5 16,-3 0-31-16,-3 0-34 0,-2 0-46 15</inkml:trace>
  <inkml:trace contextRef="#ctx0" brushRef="#br0" timeOffset="8489.15">19729 7497 82 0,'0'0'10'0,"0"0"5"0,0 0-6 0,0 0-4 16,0 0-5-16,0 0 1 15,2 0-1-15,-2 0 1 0,0 0 2 16,0 0-2-16,0 0 0 16,0 0-2-16,0 4 1 15,0-1 1-15,0 4-1 16,0 0 0-16,0 0 1 16,0 1-1-16,0-1 0 15,3 0 0-15,3 0 0 0,-2-3 1 16,1 2-1-16,2-3 0 15,-2-1 0-15,0-2 2 16,1 0-4-16,0 0 5 16,1-4 0-16,0-4-1 15,3-5 1-15,1-3 2 0,3-1 1 16,0-4 1-16,4-3-1 16,2-3 0-16,1-3-1 15,4-1-2-15,4-6 0 16,5 0 3-16,0-3-1 0,7-4 1 15,-1-1-3-15,4-4 1 16,1 4 1-16,1 2-4 16,-2 2 0-16,-2 7-1 15,0 4 0-15,-2 6 0 16,-6 4-3-16,-7 6-31 16,-7 7-19-16,-7 4-70 0</inkml:trace>
  <inkml:trace contextRef="#ctx0" brushRef="#br0" timeOffset="9741.59">19550 9957 7 0,'-2'-1'5'0,"0"0"-2"0,1 0 19 0,0 0-3 0,0-1 3 16,1 1 2-16,-1-2-2 16,1 3 4-16,0-1 4 15,0-1-10-15,0 2-12 16,-1 0-3-16,1-1 0 15,0 1 1-15,0 0-4 0,0 0-2 16,0 0 0-16,0 0 1 16,0 0-2-16,0 0-1 15,0 0-3-15,1 0 9 16,1 3-5-16,2 2 2 16,-2 2 0-16,1 0 1 0,1 1-1 15,2 0-1-15,-3-2 1 16,3-1-1-16,1 1 0 15,-3 0 1-15,3-2-1 16,-3 3 0-16,-1-1 0 16,4 1 0-16,-4-1-1 15,1-1 1-15,0 0-1 0,0 0 1 16,-2-2 0-16,1 0 0 16,4-2-2-16,-4-1 0 15,0 2 0-15,2-2-1 16,2 0 2-16,-1 0 0 0,3-6 1 15,2-2-1-15,2-4 1 16,1-2 2-16,2-3-2 16,6-3 1-16,-2-1 2 15,5-3-2-15,-1-2 0 16,-1-1 0-16,3 0 1 16,0-3-1-16,1 3 0 0,0-4 2 15,1 3-2-15,1-2 3 16,2 2 0-16,0 3 1 15,-2 1-3-15,-2 4-1 16,-2 5-1-16,-6 2-1 16,-4 4 1-16,-5 5-3 0,-2 1-4 15,-4 3-7-15,-2 0-3 16,-2 0 1-16,0 7-9 16,0-1-23-16,-7 1-35 15</inkml:trace>
  <inkml:trace contextRef="#ctx0" brushRef="#br0" timeOffset="11861.56">19689 7517 19 0,'0'-1'41'0,"0"-1"-35"0,0 2 2 0,0 0 2 0,0 0 2 16,0 0 1-16,0 0 1 15,0 0-1-15,0 0 0 16,0 0-9-16,0 0-3 16,0 0-2-16,0 0-3 0,0 3 2 15,0 4-1-15,0 3 0 16,0 1 3-16,-1 2 1 15,-1-2 1-15,2-2-1 16,0-2-1-16,0-3 0 0,3-2 1 16,8-2 0-16,-1 0 0 15,7-9 3-15,0-3-1 16,5-6-1-16,4-6 1 16,2-3 2-16,4-4 1 15,4-6 3-15,5-1 6 0,7-8 2 16,-1-3 0-16,6-5-5 15,2-3-3-15,1 0-4 16,-1 0-2-16,-1 6-2 16,-1 3-1-16,-6 8 0 15,-2 6 0-15,-7 4 0 16,-7 10-4-16,-6 3-14 0,-10 9-16 16,-5 4-49-16</inkml:trace>
  <inkml:trace contextRef="#ctx0" brushRef="#br0" timeOffset="12815.4">19651 9967 9 0,'0'1'13'0,"0"-1"3"0,3 1-7 0,0 0-7 0,2 0 1 16,-1-1-2-16,3 2-1 15,-4-1 0-15,3-1 1 16,1 0-1-16,2 0 3 16,0-1 7-16,1-8 6 15,4 0-4-15,-1-6-1 16,4-2 3-16,1-6 5 0,4-4 4 16,2-2 2-16,3-5 3 15,4-4-5-15,5-3-6 16,3 0-6-16,5 1-7 15,-2 0-3-15,0 1-1 16,-1 2-1-16,-5 6-19 0,-3 3-30 16,-10 7-40-16</inkml:trace>
  <inkml:trace contextRef="#ctx0" brushRef="#br0" timeOffset="16659.52">15683 9531 62 0,'-6'0'9'0,"1"0"14"0,-3 0-3 0,0 0 0 16,0-3-1-16,1-1-1 0,-3-2 2 15,0 3-2-15,1-1-10 16,0 1-4-16,-2 2-2 16,0-1-2-16,4 2 0 15,-5 0 0-15,0 0-2 16,1 0 2-16,-2 0 0 0,1 0 0 15,-2 0 0-15,0 0 1 16,-1 0-1-16,0 0 0 16,-3 3-3-16,4 4 2 15,-4-1 1-15,-1 1-2 0,2-1 4 16,-2 0-2-16,1 1 1 16,2 1-1-16,0-1 2 15,3 0-4-15,-5 3 2 16,2 0 0-16,1 1-2 15,-3 2 3-15,2 0-2 16,-2 1 1-16,-1 2-1 0,1-2 1 16,-1 2 0-16,2 1 0 15,-3-2 1-15,4 2-2 16,0 1 2-16,1 0-1 16,-1-1 0-16,3 1 0 15,1 0 0-15,-1 0 0 0,4 0 0 16,-1 1 0-16,2 1 0 15,2-2 0-15,1 2 0 16,0 1 0-16,0 2 0 16,1-3 0-16,0 1 0 15,1-1 0-15,1-4 0 0,1 4 1 16,1-5-1-16,0-1 0 16,0 2 0-16,2-2 0 15,4 1 0-15,0 0 0 16,2 1 1-16,0-2-1 15,1 3 0-15,1 0 0 16,-1-1 2-16,1 0-2 0,2-1 0 16,-3-3 0-16,0 3 1 15,1-4-2-15,2 2 1 16,-1-2 0-16,-3 1 1 16,3-1-1-16,-1-1-1 15,-4 0 2-15,4-3-1 0,-3 2 0 16,1-3 0-16,-3 1-1 15,4-2-1-15,0 1 2 16,-3-1 2-16,3-2-1 16,0 3-1-16,1 1 1 15,0 0-1-15,4 0 0 0,-3 2 0 16,-2-2 1-16,4 0-1 16,-2 0 0-16,1-1 0 15,1 1 0-15,0-1-1 16,-1-1 1-16,-2 1 1 0,3-1 0 15,-1 0-1-15,-1-1 0 16,1 2 0-16,1-2 0 16,-1 1 0-16,1 1 0 15,-4-4 1-15,3 3-1 16,-2-3 0-16,-1 2 0 16,0-1 0-16,0-1 0 0,2 0 0 15,-3 0-1-15,3-1 1 16,-1 2 1-16,1-1-1 15,-1 2 0-15,0-3 1 16,2 2-1-16,-1 0 0 16,-2-2 0-16,2 3 0 0,0-1 0 15,0 0 0-15,1 0 0 16,-1-1 0-16,4 2 0 16,-2-3 0-16,1 3 0 15,0-2 0-15,-1-1 0 16,-1 1-1-16,-1-2 0 0,1 1 1 15,0-1 0-15,-3 0 0 16,0 0 1-16,0 0-1 16,-2 0 0-16,1 0-4 15,1 0 6-15,-1 0-1 16,2 0 0-16,-1 0 0 0,2 0-1 16,0 0 0-16,0 0 1 15,1 1-1-15,1 0 0 16,-1 0 0-16,-1-1 1 15,1 0-1-15,2 0 0 16,-2 0 0-16,3 0 0 0,-1 0 0 16,2 0 0-16,-2 0 0 15,3 0 0-15,-4 0 0 16,3 0 0-16,-3 0 0 16,2 0 0-16,-1-3 0 15,1-1-1-15,-1 2-2 0,-1-2 1 16,-1 1 2-16,1 0 2 15,-2-1-2-15,-1 1 0 16,-1-1 1-16,1-2-2 16,0 2 2-16,1-1-1 15,0 0-2-15,2 1 5 0,-4-2-2 16,3 0-1-16,-1 1 1 16,-1 1-1-16,2-3 2 15,-3 2-2-15,0 0 0 16,2-1 0-16,0 0 0 15,-2-1 0-15,2 2 1 16,-2-1-1-16,2-1-1 0,0 0 2 16,0-2-1-16,1 3 0 15,0-2 0-15,0-1 0 16,-3 1 0-16,1-2 0 16,0 3 0-16,-1-2 0 15,0-2 0-15,1 2 0 0,0-1 0 16,2 1 2-16,-4-2-2 15,2 0 0-15,1 1 0 16,-2-1 2-16,-1-2 0 16,1 3 2-16,-2-1 1 15,0 0-3-15,-3 1 1 0,-1 1 0 16,3-2 6-16,-4-1-4 16,0-1 1-16,0-1-3 15,0-1 0-15,1-1-1 16,0-2 0-16,-1-1-2 15,-2-1 1-15,0 3 1 0,0-3-2 16,0 2 1-16,0-1-1 16,-2 2 1-16,-4 0 0 15,0-2 0-15,0 1-2 16,-1-2 2-16,-1 2-1 16,0-2 1-16,-1 0 1 15,-1 0 4-15,-2 1-2 0,3-1 0 16,-2 1 0-16,-2-1 0 15,1 2-3-15,-1-1 1 16,-2 2-3-16,2 0 2 16,-1 2 0-16,-1 0 0 0,0 1 1 15,-2 0-2-15,0 3 0 16,2-1 0-16,-2 2 0 16,1 2-1-16,-2-2 1 15,-2 1 0-15,3 1 0 16,-2 1 1-16,0-2 0 15,2-1 0-15,-1 1-1 0,1 0 1 16,0-1-1-16,0 2 3 16,-1-3-3-16,1 4 0 15,-3-1 0-15,1 2-4 16,-3-1 1-16,1 1 3 0,0 1 1 16,0 0-1-16,1 0 2 15,-1 0-2-15,3 0 1 16,1 3 2-16,-3-2-3 15,1 1 0-15,0 0 0 16,0 0 0-16,0 2-4 16,-5 1 2-16,4 0 0 0,-5 0 3 15,-2 0-1-15,-2 4-5 16,-3 2 8-16,-3 0-2 16,-5 5-1-16,-2 1 0 15,1 3-2-15,-4 2 2 16,0 4-4-16,-1 3-31 0,3 2-20 15,-4-3-46-15</inkml:trace>
  <inkml:trace contextRef="#ctx0" brushRef="#br0" timeOffset="19906.8">19683 7436 111 0,'3'0'16'0,"-3"0"-15"0,0 0 6 0,0 0 2 16,0 0-4-16,0 0-3 0,0 0-2 15,3 0 0-15,2 7 0 16,-1 0-1-16,0 0-24 15,-4-2-97-15</inkml:trace>
  <inkml:trace contextRef="#ctx0" brushRef="#br0" timeOffset="20704.77">19444 10012 67 0,'0'0'32'0,"0"0"-4"0,0 0 18 0,0 0-5 16,0 0-8-16,0 0-5 15,0 0-13-15,0 0-11 16,0 0-4-16,0 0-1 0,0 0-10 16,0 0-30-16,10-17-34 15,-10 22-29-15</inkml:trace>
  <inkml:trace contextRef="#ctx0" brushRef="#br0" timeOffset="25906.49">21136 4740 83 0,'0'0'7'0,"0"0"0"0,0 0-2 0,0 0-1 16,0 0-4-16,0 0 4 15,0 0 1-15,0 0 9 0,0 0-1 16,0 0-1-16,0 0-1 16,0 0-1-16,0-18 2 15,0 18-4-15,0 0-7 16,0 0-4-16,0 0 0 15,0 7 2-15,1 3 1 0,4 4-1 16,1 3 0-16,0 0 0 16,1 3 2-16,-1 0 2 15,2 1 6-15,-3-1-2 16,-1 0-1-16,-2 1-1 16,0-2 0-16,-2-1-3 15,0-1-3-15,0-3-4 0,0-2-9 16,0-2-5-16,-2-4-25 15,-2-5-22-15</inkml:trace>
  <inkml:trace contextRef="#ctx0" brushRef="#br0" timeOffset="26249.21">21153 4721 130 0,'0'0'18'0,"0"0"5"0,0 0-10 0,0 0 4 0,0 0-4 16,0 0 1-16,0 0-5 15,38-22 1-15,-24 16-4 16,2-1-2-16,1 2 1 16,-2-1-3-16,1-1-2 0,-1 3 0 15,-1 2 1-15,-1 1 0 16,-4 1-2-16,1 0-12 16,-4 1-16-16,-4 5-22 15,-2 4-19-15</inkml:trace>
  <inkml:trace contextRef="#ctx0" brushRef="#br0" timeOffset="26434.26">21255 4824 165 0,'0'0'13'0,"0"0"-6"0,0 0-10 15,0 0 8-15,0 0 18 16,0 0-7-16,38 3-11 15,-19-3-2-15,4 0-2 16,1 0-23-16,3 0-23 0,-2 0-15 16</inkml:trace>
  <inkml:trace contextRef="#ctx0" brushRef="#br0" timeOffset="26853.6">21630 4840 186 0,'0'0'3'0,"0"0"-8"16,0 0 3-16,0 0 6 16,0 0-1-16,0 0-1 15,0 0-1-15,0 0 2 16,23-19 0-16,-18 11 0 15,2-2 0-15,-2 0 1 0,-1 1-3 16,-1-1 0-16,-2 2 1 16,-1-1 0-16,0 4 0 15,-2-1 3-15,-4 2-5 16,-3 2-4-16,1 2 0 16,-5 0 5-16,-1 3-1 15,3 7-1-15,-1 0 1 0,0 2 1 16,3 2-2-16,4-1 1 15,1-1 0-15,4 1 2 16,0 0-1-16,0-3-1 16,7-2 0-16,4 1-2 15,3-4 3-15,2 2 0 0,5-4-2 16,-3 0-25-16,4-3-39 16</inkml:trace>
  <inkml:trace contextRef="#ctx0" brushRef="#br0" timeOffset="27321.77">21882 4793 59 0,'0'0'10'0,"0"0"12"15,15-37 6-15,-15 28-3 16,0 1-3-16,-5 4-1 16,-5 1-13-16,-3 3-7 0,-1 0 1 15,-2 0-1-15,1 4 0 16,1 7 0-16,0 1 0 15,2-1 0-15,4 1 0 16,2 3 0-16,3-2 2 16,2-2-2-16,1-1 0 0,0 0 1 15,2-3-2-15,4-3 0 16,3-1-3-16,2-3 7 16,0 0-2-16,-2 0 1 15,2-1 0-15,-2-6-2 16,-2-3 0-16,3 0 0 0,-4 0-2 15,1 0 2-15,-1 0-1 16,0 2 1-16,-2-1-1 16,-1 5 0-16,-1 1 1 15,1 3-1-15,-1 0 0 16,-1 0-2-16,1 0 0 0,0 3-1 16,1 2 2-16,2 3 2 15,-3-4 2-15,4 3-3 16,1-3 1-16,0 1-1 15,2-3 0-15,3 0 0 16,1-2-4-16,1 0-14 0,-3 0-9 16,2-9-27-16,-3-2-15 15</inkml:trace>
  <inkml:trace contextRef="#ctx0" brushRef="#br0" timeOffset="27592.56">22090 4506 35 0,'0'0'91'0,"0"0"-50"0,0 0-3 0,0 0-18 0,0 0-14 16,0 0-14-16,0 0 1 16,0 0 3-16,0 0 2 15,0 46 4-15,0-22-2 16,0 0 2-16,0 0-1 15,0-1 1-15,0-3 0 16,1-2 2-16,2 0-2 0,-3-1 1 16,0-2 1-16,0-1-13 15,0-3-21-15,0-3-23 16,-3-3-87-16</inkml:trace>
  <inkml:trace contextRef="#ctx0" brushRef="#br0" timeOffset="27785.25">22008 4682 213 0,'0'0'1'0,"0"0"7"16,0 0-2-16,0 0-3 15,0 0-3-15,38-23 0 16,-19 19 0-16,1 3 1 0,2-1-9 15,-2-2-75-15</inkml:trace>
  <inkml:trace contextRef="#ctx0" brushRef="#br0" timeOffset="28973.88">22321 4593 144 0,'0'0'-2'0,"0"0"7"16,0 0-8-16,0 0 6 0,0 0-1 15,-37 34-1-15,32-20 0 16,0 0 1-16,3 0 0 16,-1-1 2-16,3 1 0 15,0-2-1-15,0-4 1 16,3 1-1-16,5-3 0 0,0-1 0 15,1-2 2-15,2-2 3 16,2-1 1-16,1 0 4 16,1 0-3-16,-1-8-5 15,0 2-3-15,0-4 1 16,-1-1-2-16,-1-2-1 16,-2-2 0-16,1 2 0 0,-6-1-7 15,-1 2 3-15,0 3 4 16,-2 4 2-16,-2-1 6 15,0 6-1-15,0 0-1 16,0 0-6-16,0 3-4 0,0 4 5 16,0 3 0-16,0 0-1 15,0 1 0-15,0-2 0 16,0 1 0-16,5-3 0 16,4 0-1-16,-2 0 0 15,3-1 0-15,2-3 0 0,-4-2-3 16,0 0 1-16,0-1-3 15,-1 0 3-15,-2-2 4 16,-1-7 0-16,0-2 0 16,-1-2 0-16,3-3 1 15,-2-1-2-15,2-1 0 0,1 2-2 16,0 1 4-16,1 2 4 16,1 2 0-16,-4 3 0 15,3 4-4-15,-3 0 0 16,3 4-4-16,0 0 0 15,0 0 1-15,1 0 1 16,2 7 0-16,-2 0 0 0,2 3 0 16,-3 0 0-16,1 1 1 15,1-3 0-15,-3-1 0 16,4-2 0-16,-3-2-1 16,3 0 1-16,1-3 0 0,0 0 1 15,0 0-1-15,0-7-1 16,1-2 1-16,-3-1-1 15,-1-4 1-15,0 0 1 16,-1 0-1-16,-3-2-1 16,-2 3 0-16,-2 0 0 15,-1 4 0-15,0 1 2 0,0 3-4 16,-4 2 4-16,-4 3-4 16,2 0-2-16,-3 7 2 15,2 4 3-15,1 1-1 16,2 3 0-16,3 1 0 15,1 0 0-15,0-1-3 0,5-2 1 16,4 0-1-16,4-3 6 16,1-3-5-16,1-2 3 15,-1-2 0-15,2-1 0 16,0-2-1-16,-2 0 1 16,0-4 0-16,-1-5 1 0,-1-2 2 15,-1-2 3-15,-2-3-1 16,-2-1-4-16,-1 0-1 15,1 0-1-15,-3-1 0 16,-1 2-2-16,2 2-5 16,-2 1 3-16,2 5 8 0,2-1-1 15,0 5-3-15,2 0 1 16,1 2-1-16,4 1-1 16,-3 1 0-16,5 0 1 15,-6 1 0-15,2 6-1 0,-1 3 1 16,-2 0 0-16,-2 3-1 15,0-2-2-15,-4 1 2 16,-2-1 1-16,-1-2-6 16,0 2 5-16,-2 0-3 15,-9 1 6-15,-2 0 4 16,-3-3-16-16,1-5-62 0</inkml:trace>
  <inkml:trace contextRef="#ctx0" brushRef="#br0" timeOffset="30113.12">22101 5303 75 0,'-1'1'60'0,"0"1"-58"0,0-2 1 0,1 0 3 0,0 0-2 16,0 0 1-16,0-3-1 15,2-3-2-15,1 0 0 16,1-3 0-16,-2 2-1 16,-2-1 0-16,0 0-1 15,0 1 1-15,0 2 2 0,-7 1-2 16,1 1 0-16,-1 2-2 16,0 1 2-16,-1 0 0 15,3 4 0-15,-5 6 1 16,2 1-3-16,0 2-1 0,-1 3 4 15,1 2-1-15,0 0 0 16,3 0 0-16,3 0 0 16,-2-1 1-16,4-1-1 15,0-5 1-15,0 0-1 16,7-5 2-16,1 0-3 0,2-6 0 16,0 3 0-16,1-3 6 15,0 0-3-15,-2 0 2 16,-2-6 1-16,-2 1-3 15,-1-1 3-15,-3 1 2 16,-1 1 0-16,0 0-3 16,0 3-2-16,-1 1-3 0,-4 0-2 15,-1 1 3-15,-2 7 0 16,-1 3-3-16,1 1 3 16,2 1 0-16,1 1-1 15,3-1 1-15,2 0-2 16,0-2 3-16,0-1-2 0,5 0 1 15,3-5 3-15,3 0 0 16,2-1 5-16,4-4-1 16,0 0-3-16,4 0-2 15,1 0-2-15,2 0-1 16,-3 0 0-16,1-3-29 16,-3-2-44-16,0-4-32 0</inkml:trace>
  <inkml:trace contextRef="#ctx0" brushRef="#br0" timeOffset="30348.53">22349 5358 222 0,'0'0'4'0,"0"0"5"0,0 0-9 15,0 0 1-15,0 0-2 16,0 0 2-16,0 0 0 0,0 0 0 15,40 44-5-15,-27-31 6 16,-1-2-1-16,0 2-1 16,0-3 0-16,1 0-1 15,-4-3-9-15,1 0-18 16,-2-4-22-16,-1-3-12 0</inkml:trace>
  <inkml:trace contextRef="#ctx0" brushRef="#br0" timeOffset="30547.75">22491 5320 193 0,'0'0'11'0,"0"0"-5"16,-38 14-4-16,23 4-1 16,-4 4-2-16,0 0 2 0,3 3 0 15,0-4 0-15,5 3 0 16,3-4 0-16,1 0-2 15,2-2-28-15,5-6-35 16,0-5-32-16</inkml:trace>
  <inkml:trace contextRef="#ctx0" brushRef="#br0" timeOffset="30859.71">22564 5147 97 0,'0'0'47'16,"0"0"-55"-16,0 0 2 0,0 0 3 15,0 39 13-15,0-22 8 16,0 3 0-16,0 0 2 15,3 1-4-15,2 1-7 16,2-1-1-16,1 1-3 16,0-3-2-16,0 1-1 0,-1-3 1 15,2 0 1-15,-5-1-9 16,-1-5-32-16,1-2-29 16,-4-5-41-16</inkml:trace>
  <inkml:trace contextRef="#ctx0" brushRef="#br0" timeOffset="31265.89">22576 5303 190 0,'0'0'-1'0,"0"0"8"15,0 0 2-15,0 0 4 16,0 0 0-16,45-36-3 15,-27 33-3-15,5 2-5 16,3 1-1-16,-1 0-2 16,-1 0 2-16,0 10-1 0,-1-1 0 15,-4 3-2-15,-1 1-3 16,-1 1 2-16,-4 0 1 16,-3-1 1-16,0-3 1 15,-1-1-1-15,-6-2 0 16,0-3 0-16,-1-1-3 0,-2-3 2 15,0 0 1-15,0 0 15 16,0-6-2-16,-1-2-10 16,-3-5 1-16,1-3 4 15,1-1 6-15,0-1-9 16,2-3 2-16,0-1-3 0,2 1-2 16,5 2-2-16,3 1-2 15,2 4-29-15,-4 4-27 16,1 2-58-16</inkml:trace>
  <inkml:trace contextRef="#ctx0" brushRef="#br0" timeOffset="31656.15">23068 5234 160 0,'0'0'43'0,"0"0"-41"16,0 0-1-16,0 0-2 15,0 0-4-15,0 0-25 16,0 0 14-16,-49-8 16 16,30 17 1-16,1 3 7 15,4 0 0-15,3 2-3 16,1-1-1-16,4 0 1 0,4 1-2 16,2-3 0-16,0-1-2 15,0-3 2-15,8 0-7 16,-1-5 9-16,6-2-2 15,0 0 6-15,3 0-2 0,-2-3-3 16,1-8 1-16,-2 0 0 16,0 0 1-16,-4-1 0 15,-2 2-2-15,-1 2 4 16,-2 1-4-16,1 4 3 16,-3 2-3-16,0 1-3 0,0 0-1 15,1 0-8-15,-1 7-18 16,0 0-31-16,2 3 2 15,-2-4-27-15</inkml:trace>
  <inkml:trace contextRef="#ctx0" brushRef="#br0" timeOffset="31934.75">23270 5166 121 0,'0'0'15'0,"0"0"9"15,0 0-23-15,0 0 0 16,0 0-2-16,-39-9 0 16,26 22 1-16,0 2 1 15,3 2-1-15,2 1 0 16,3-2 1-16,2-2 2 16,3 2-1-16,0-3 1 0,8-5-3 15,5 2 1-15,4-5 6 16,4-3-3-16,1-2-1 15,3 0-2-15,2-1-10 16,3-9-10-16,-2-3-18 16,0-4-20-16</inkml:trace>
  <inkml:trace contextRef="#ctx0" brushRef="#br0" timeOffset="32154.73">23531 4997 167 0,'0'0'32'0,"0"0"-29"16,0 0-6-16,0 0 5 16,-16 42-1-16,14-18 0 15,-3 3 1-15,4 0 1 16,1 1 1-16,0 0 0 0,0-2 1 16,0-2-2-16,0-4-5 15,0-3-6-15,0-3-15 16,0-4-7-16,0-7-12 15,0-3-49-15</inkml:trace>
  <inkml:trace contextRef="#ctx0" brushRef="#br0" timeOffset="32314.03">23484 5155 171 0,'0'0'24'0,"0"0"22"15,0 0-13-15,0 0-8 16,6-38-11-16,4 35-9 0,3 0-6 15,1 3 1-15,4 0 0 16,-2 6-4-16,-3 1-58 16,-5-3-98-16</inkml:trace>
  <inkml:trace contextRef="#ctx0" brushRef="#br0" timeOffset="38699.37">13830 4307 4 0,'0'0'10'0,"0"0"-8"0,0 0 2 0,1 0 3 0,1 0 2 15,2 0 0-15,1 0-6 16,-2 0-2-16,-1-1-1 16,2-1 1-16,-4 1 2 15,0 1 11-15,0 0 7 16,0 0-6-16,0-1-7 0,0 1-6 16,0-2-1-16,0 2 0 15,0 0 1-15,0 0 1 16,0-1-3-16,0-2 2 15,0 3 0-15,-4-3 1 16,1 3 3-16,-1 0-2 0,-3 0-2 16,0 0-3-16,-3 0 0 15,-1 7-1-15,0-1 2 16,1 2-14-16,-6 1 4 16,3 2 24-16,-3-1-11 15,0 3 1-15,-1 1-3 0,1 3-1 16,-5 4 0-16,1 1 0 15,-2 3 0-15,0 1 0 16,-2 5 0-16,2-1 1 16,3 1-1-16,-1 2 1 15,3-2-2-15,0 2 1 0,2-1 0 16,-1 1 0-16,1 4 0 16,-5 0 0-16,2 5 0 15,2 0 0-15,-4 3 0 16,5 1 0-16,-4 1 1 15,1 1-2-15,0 2 1 0,0 1 0 16,-1 0-1-16,-2 3 1 16,1 1 0-16,3 2-1 15,-2-2 2-15,0 1-1 16,3 0 2-16,3-1-1 16,3 0 1-16,0-2 0 0,5 0-1 15,1-3 0-15,2 1-1 16,0-2 2-16,2 0-1 15,0 0 0-15,0 0 0 16,0-2-1-16,1 0 2 16,4 1-2-16,1-2 0 0,1-1 1 15,2 3-1-15,2-1 0 16,2-3 1-16,3-1 2 16,-1-1 0-16,2 0-1 15,2-4 0-15,-1 3 2 16,-1-1-2-16,-2 2 4 0,3 3 1 15,-5 3-1-15,-2 4 0 16,1 3 1-16,1 4-2 16,-2 4-1-16,0 3-1 15,-2 3-1-15,1 2 0 16,1-1-1-16,-3 2 1 16,1 1-1-16,0-2 2 0,-4 2-2 15,-1 3 0-15,-4 1 0 16,0 1 0-16,0-1 0 15,-11 1 0-15,-5-1 2 16,-2-2-3-16,-4 0 0 16,-3-5 3-16,-2-2-2 0,-4-4 0 15,-2-1-1-15,1-8 2 16,-1-3-2-16,-2-2 2 16,0-7-1-16,0-3 0 15,-4-3-1-15,0-3 1 16,3-3 0-16,-4-4 0 0,3-3 1 15,1-5-2-15,6-4 1 16,4-6-1-16,7-4 1 16,3-4 2-16,5-1 2 15,2 0 2-15,4 0 3 16,3 0-4-16,0 0-3 0,2-1-3 16,0 0-3-16,4 0 7 15,6-1-3-15,5-1 0 16,4-1-1-16,7 1-1 15,1-1 1-15,3 2-1 16,5 0 1-16,0 2 0 0,2 0 0 16,2 2 1-16,0 7-1 15,-3 3 0-15,2 6-1 16,-1 3 1-16,-1 6 0 16,1 4 0-16,2 6 0 15,-5 3 0-15,3 5 0 0,-3 4 1 16,-3 5-2-16,-2 3 1 15,-4 4-2-15,-6 3 0 16,-1 4 2-16,-1 2-1 16,-2 6 1-16,-3 3 0 15,-1 3-4-15,-2 7 4 0,0 9 2 16,-5 3-1-16,-3 5-1 16,-1 5 1-16,0 3 0 15,-1 1-1-15,-7 1 2 16,3 2-1-16,0-3 5 15,-1 3-2-15,3 3 0 16,-1 1 1-16,0 3-2 0,1 1 1 16,2 2 2-16,1 3-3 15,0-1 2-15,0 1 2 16,0 4-6-16,1 1 0 16,6 2 1-16,-2 4 0 15,-1 5 2-15,2 0 3 0,-1 2-1 16,2 1-2-16,-3 0 2 15,-1 0 2-15,0 4-2 16,2-1-3-16,-3 8 1 16,1 3-3-16,3 7 1 15,1 5-2-15,0 1 2 0,1 5-1 16,3 4 0-16,3 0 0 16,-3 2 3-16,5 4-2 15,-1 4 4-15,2 0 3 16,2-5-1-16,2 0 0 15,3-7 2-15,3-6-1 16,3-8-4-16,7-1-1 0,5-2 3 16,7-3-1-16,6-5 5 15,9-7-9-15,3-11 1 16,6-12-2-16,7-15 4 16,7-18-9-16,5-17 9 15,8-18-2-15,10-20-1 0,13-25-1 16,12-17 0-16,11-39-2 15,12-30 1-15,11-33 0 16,13-37-1-16,1-31-8 16,1-29-14-16,-4-23-61 0,-16-21-30 15</inkml:trace>
  <inkml:trace contextRef="#ctx0" brushRef="#br0" timeOffset="39648.49">12617 9697 108 0,'0'0'-4'0,"0"0"9"0,0 0 5 0,0 0 9 16,0 0 1-16,0 0-2 15,0 0-11-15,0 0-4 0,0 0-2 16,0 0 8-16,9 39-4 16,-1-14-3-16,4 2-1 15,-3 0 1-15,1 1-2 16,1-2 2-16,-1-2-1 0,-5 0 0 16,6-4 0-16,-4 1 0 15,-1-1 1-15,1-3-1 16,-1-1-31-16,-2-3-38 15</inkml:trace>
  <inkml:trace contextRef="#ctx0" brushRef="#br0" timeOffset="39933.98">12704 10147 174 0,'0'0'9'16,"0"0"-6"-16,0 0-3 0,0 0 4 15,0 0-2-15,0 0-1 16,0 0-1-16,0 0 0 16,30-14 2-16,-20 5-2 15,2-2 5-15,2-2 3 16,1-1-3-16,1-3-1 0,1 3 0 16,-1-2-3-16,-1 2 0 15,-1 2 0-15,-1 3-1 16,-6 0 0-16,4 4 1 15,-2 1-1-15,-3 3-1 16,-1-2-22-16,-2 2-50 0,-3 0-15 16</inkml:trace>
  <inkml:trace contextRef="#ctx0" brushRef="#br0" timeOffset="40245.73">12457 9869 137 0,'0'0'-8'0,"0"0"42"16,0 0 7-16,-17-40-19 15,17 26-5-15,2-6-2 16,9 0-2-16,4-4-5 0,4 1-5 16,2 0-2-16,3 1 0 15,1 4-1-15,-1 2 0 16,0 0-1-16,1 5-11 16,0 0-28-16,-6-1-42 15,-2-2-55-15</inkml:trace>
  <inkml:trace contextRef="#ctx0" brushRef="#br0" timeOffset="41814.87">9609 5455 83 0,'0'0'3'0,"-12"-37"12"0,12 15 8 0,9 1-11 0,8 0-7 15,6-1 2-15,4 3-2 16,4 0 3-16,5 4-3 15,5 3 0-15,1 5-4 16,5 4 0-16,4 3-2 0,5 6 0 16,-2 10 1-16,3 8-4 15,-3 4 2-15,0 9 2 16,-4 6-3-16,-4 6 3 16,-5 8-1-16,-5 4 0 15,-5 9 2-15,-4 2 0 0,-7 2 2 16,0 5-1-16,-2 3 2 15,-5 1 0-15,-2 1 0 16,1 4-1-16,-3 6-1 16,1 4 1-16,-2 3-2 15,-2 7 3-15,-1 8 0 16,1 9-1-16,-1 9 2 0,4 8 0 16,-3 4-1-16,5 4 0 15,3-4 2-15,4-7-3 16,6-13 2-16,4-12-2 15,7-18-1-15,-1-13 0 0,3-14 0 16,2-13-1-16,-5-9 0 16,3-8 0-16,-4-8 0 15,-1-5 4-15,-1-5-2 16,-4-5 0-16,-6 1 0 16,-2 0-2-16,-5 1-1 0,-9 7-2 15,-4 7 1-15,-1 10 1 16,-12 11-1-16,-9 13-1 15,-8 13 4-15,-5 14-2 16,-5 11-2-16,2 12 3 16,-3 11 4-16,3 13 2 15,7 9-2-15,3 9 1 0,6 11-3 16,11 1-2-16,6 9 0 16,4 1-1-16,6 1 0 15,7 1 1-15,6 0 1 16,3 8 8-16,-2 4 0 0,4 4-2 15,-4 9-1-15,3 8 3 16,-3 6-7-16,0 6 2 16,-1 12-2-16,4 5 0 15,-2 9-1-15,-1 4-1 16,-2 6 0-16,2-3 0 16,-7 1-1-16,-1-8 0 0,-8-9 1 15,-4-11-2-15,-2-11 1 16,-14-14 5-16,-7-10 0 15,-3-14 2-15,-10-10 8 16,-5-18 1-16,-5-14 1 16,-9-17-2-16,-4-19 0 0,-8-17-2 15,-7-17-7-15,-8-12-5 16,-8-15-3-16,-8-11-2 16,-10-14-7-16,-8-11-3 15,-7-9 1-15,-5-6 5 16,-5-13 2-16,-4-6-1 0,-3-8 0 15,-1-5-1-15,0-12-9 16,2-11-6-16,3-17-19 16,4-16-65-16</inkml:trace>
  <inkml:trace contextRef="#ctx0" brushRef="#br0" timeOffset="42953.54">2544 9372 139 0,'-14'-9'3'0,"3"-3"20"0,3 1 11 0,2 3-15 0,0 1-6 0,4 3-4 15,-1 1 0-15,1 0 0 16,2 3-3-16,0 0-12 16,0 7-5-16,9 9-1 15,1 6 6-15,5 7 4 16,1 6 6-16,1-1-3 0,-1 1 1 15,0-3-1-15,2-3 1 16,-5-5-1-16,-1-4 1 16,-1-3-6-16,-1-3-23 15,-2-6-45-15</inkml:trace>
  <inkml:trace contextRef="#ctx0" brushRef="#br0" timeOffset="43207.54">2689 9258 198 0,'0'0'2'0,"0"0"4"16,0 0 3-16,0 0-6 16,0 0-4-16,0 0-6 15,0 0-3-15,0 0 8 0,-9 43 2 16,18-15 2-16,5-1-1 15,1-3 2-15,1-1 1 16,-3-2-2-16,1-5-2 16,-5 1-12-16,-1-5-25 15,-6-3-5-15,-2-6-21 0</inkml:trace>
  <inkml:trace contextRef="#ctx0" brushRef="#br0" timeOffset="43457.85">2415 9315 165 0,'0'0'33'16,"0"0"-29"-16,-27-43 6 16,25 22-5-16,2 1-5 15,4-1 2-15,7-3-2 0,5-2 2 16,3-4-4-16,4 3 4 15,2-1-2-15,6 4-2 16,-2 1 2-16,2 8-1 16,1 5-6-16,-3 8-34 15,-6 2-15-15,-4 13-34 0</inkml:trace>
  <inkml:trace contextRef="#ctx0" brushRef="#br0" timeOffset="43714.83">2580 9711 81 0,'0'0'1'16,"0"0"1"-16,-7 40 0 16,7-33 1-16,2-4-1 0,7-3 3 15,4 0 3-15,3-8 3 16,2-10 13-16,2-6 5 15,7-6-4-15,0-4-5 16,2-3-8-16,6-2-5 16,1 0-3-16,2 5-3 15,5 3 0-15,-5 3-10 0,-1 2-61 16</inkml:trace>
  <inkml:trace contextRef="#ctx0" brushRef="#br0" timeOffset="51608.91">12688 9944 12 0,'1'-1'-12'0</inkml:trace>
  <inkml:trace contextRef="#ctx0" brushRef="#br0" timeOffset="54110.72">21497 5203 59 0,'0'0'10'0,"0"0"4"16,0 0-8-16,0 0-1 15,0 0-2-15,0 0-1 0,0 0 2 16,0-1 0-16,0 1-7 15,0 0 3-15,4-3 2 16,-2 3-2-16,1 0 0 16,2-1-2-16,-3 0 2 15,2 0-1-15,1 0 0 0,3-2 0 16,2 0-1-16,3 0 5 16,5-1-3-16,-1 1-1 15,4-1-6-15,2-1-5 16,1-4-7-16,4 2 14 15,0-2 5-15,4-1-5 16,4 0 8-16,3-1 1 0,3 1-3 16,0-1 7-16,4-3-2 15,4-1-4-15,-2 1 0 16,4-2 1-16,0-2-3 16,2-1 1-16,2 1 0 15,3-5 2-15,3 2 0 0,4-3 3 16,4 0-3-16,4 1 0 15,-1-1 1-15,0 1 0 16,-2 3 0-16,-6 0 1 16,-5 2 1-16,-11 2-2 0,-4 2-1 15,-11 1-2-15,-5 3 1 16,-7 6-1-16,-9-2 0 16,-6 2-21-16</inkml:trace>
  <inkml:trace contextRef="#ctx0" brushRef="#br0" timeOffset="56110.87">21894 5885 6 0,'0'0'14'0,"-1"0"4"0,1 0-3 16,-1 0 4-16,0 0-7 16,0 0 1-16,-1 0-7 15,2 0-2-15,-3-1-3 16,2 1-1-16,1-2 1 0,0 2-1 15,0 0 0-15,0 0 0 16,0 0 1-16,0 0 1 16,0 0 3-16,0 0 1 15,0 0-4-15,0 0-2 16,0 0 0-16,0 0 0 0,0 0 0 16,0 0 0-16,0 0 0 15,0 0 1-15,0 0-1 16,0 0-1-16,0 0 2 15,0 0 1-15,1-1 2 16,4-2-3-16,0 0 0 0,3 1 0 16,0 0-1-16,2-1 0 15,2 0 0-15,2 3 0 16,1-4 0-16,2 3 0 16,3-2-1-16,-1 0 1 15,3-1 0-15,3-1 0 0,1 0 0 16,5 0 0-16,1-2 1 15,6 0-2-15,-2 0 2 16,1-3-2-16,1 3 1 16,-4-6 0-16,1 2 0 15,-2 1 2-15,2-3 4 16,-3-1 2-16,5 3 4 0,-1-1-4 16,3 1-3-16,1 1-4 15,0 0 0-15,-1 1 0 16,0 1-1-16,-6 0 0 15,-1 0 0-15,-1 1 2 16,-4 0 6-16,-1 0 2 0,-1 1-3 16,0 1-3-16,0-2-2 15,2 1-1-15,-1 0-1 16,0-1 1-16,-1 1-1 16,-1 1 0-16,-2-1 0 0,-2 2 1 15,1 0 1-15,-3-1 0 16,-2 1 2-16,2 1-2 15,-3-1 2-15,0 1-1 16,0 0 1-16,0 0-3 16,0 1 0-16,1 1 0 0,-2-3-1 15,6 4 0-15,-4-3-4 16,3-1-12-16,2-6-41 16,0-4-84-16</inkml:trace>
  <inkml:trace contextRef="#ctx0" brushRef="#br0" timeOffset="57285.73">23643 4175 87 0,'0'-3'4'0,"0"-1"9"0,0 2-6 0,2 0 1 0,2 0-5 15,-2 2 1-15,1 0-3 16,1 0-1-16,3 0 1 16,-3 0 1-16,3 0 2 15,-1 0-3-15,3 2 0 16,0 5 0-16,-1 0-1 0,2 0 0 15,-4 6 0-15,4-2-1 16,-3 5 0-16,-1 1 0 16,-1 1-3-16,2 2 2 15,-5 0 0-15,-1 0 1 16,0 1 0-16,-1 2-1 0,0-2 2 16,0 3 0-16,-1-1 0 15,-2 4 0-15,-3-1 1 16,4 1-1-16,-1 1 0 15,2-1 0-15,1 0 0 16,0 0 0-16,4-1 0 16,6-5 1-16,-1 0-2 0,2-2 2 15,3-4 0-15,3-2 1 16,1 1 4-16,0-4-1 16,-2 0 3-16,0-3-1 15,-3-2-1-15,-4 0-2 0,0-2-2 16,-6-1-1-16,0-1-1 15,-2-1 0-15,0 3-1 16,-1-2-5-16,0 0 2 16,0 3 2-16,0 1 6 15,-3 2-3-15,0 2-1 0,-3 2 1 16,1 2-1-16,0 1 0 16,0 2 0-16,0 2 0 15,2-2 0-15,-3 2 0 16,5 0 0-16,1-1-1 15,0 1 0-15,0 2 1 16,0-2-2-16,7 2 4 0,-3-1-2 16,2 0 0-16,2 1 0 15,1 0 0-15,-1 3 0 16,1-2 0-16,0 2-2 16,1 1 2-16,-1-1 2 15,1 1-2-15,0 0 0 0,1 0-2 16,0 3 1-16,1-3 1 15,0 3 0-15,0-1 0 16,-3-2 1-16,0 0-1 16,-2-1 0-16,0 1 0 15,-3-2-1-15,-4 0-1 0,0 1-1 16,-1-2 3-16,-10 2 0 16,-4-2-1-16,-5 3 2 15,-5-2 3-15,-6 3 1 16,-7 1-1-16,-11 2 4 0,-8-2-4 15,-7-5-62 1</inkml:trace>
  <inkml:trace contextRef="#ctx0" brushRef="#br0" timeOffset="62242.5">14202 16802 71 0,'0'-2'20'0,"0"-1"6"0,-1 0-2 0,0 0-4 15,1 2-3-15,-1-1-6 16,1 0-2-16,0 0-1 0,0 1 0 16,0 1-6-16,0-2-1 15,0 2-1-15,0 0 0 16,0 0 0-16,-2 0-1 15,2 0-3-15,0 0-6 16,-2 4 6-16,-3 4-2 0,-1 0 1 16,-3 4 3-16,-1 2-7 15,-3 3 12-15,-4 1-3 16,0 1 0-16,0 2 1 16,-7 2-1-16,1 1 3 15,1 0-6-15,-3 0 5 16,1-1-4-16,3 3-6 0,0-4 1 15,2-2-5-15,6 0 9 16,1-3 1-16,2-2-1 16,7-3-2-16,1-1 0 15,2-1-4-15,0-2 2 0,0-2-5 16,0-1 8-16,0-1 3 16,3-1-2-16,0 0 1 15,0-1 1-15,-1 0 2 16,0 2-1-16,-2-1 0 15,0 4 0-15,0-2-1 16,0 2-3-16,0-2 8 0,0 1 2 16,-4 2 7-16,2-1 4 15,0 2-2-15,1 1-3 16,1 1-5-16,0 2 0 16,3 3-5-16,5 2-1 15,6-1 0-15,0 3 0 0,6 3-1 16,2-2 1-16,5 3 0 15,0-2 1-15,5-1 1 16,5-1-1-16,-1-3 1 16,-2-2-2-16,3-2 1 0,-4 1 3 15,-3-6-5-15,-1 1-6 16,-4-2-13-16,-1-2-7 16,-7-5-5-16,-2 0-27 15</inkml:trace>
  <inkml:trace contextRef="#ctx0" brushRef="#br0" timeOffset="64962.57">11759 16351 104 0,'0'0'36'16,"0"0"-17"-16,0 0-8 0,0 0-8 0,0 0-2 15,0 0 0-15,0 0-1 16,0 0-1-16,0 0 3 0,0 0 4 16,0 0-5-16,0 0-6 15,0 0 1-15,2-1-12 16,2 0 6-16,-1 1 11 16,1 0-1-16,3-1 0 15,-4 1-1-15,3 0 0 0,-2 0-1 16,-2 0-2-16,1 0 2 15,1 4-2-15,-2 1-4 16,0 3 4-16,1-1 4 16,-1-2 1-16,1 0-1 15,1 0-1-15,-2-1 1 0,1-2-2 16,3-2 2-16,0 0 3 16,2 0-1-16,2-1 4 15,7-10-1-15,0-5-2 16,10-6 2-16,4-10-4 15,10-12 1-15,12-11-1 16,9-10 1-16,15-12 1 0,9-9 4 16,16-6-3-16,4-3-2 15,9-3-12-15,1-6-147 16</inkml:trace>
  <inkml:trace contextRef="#ctx0" brushRef="#br0" timeOffset="69630.03">1586 7399 149 0,'0'-7'-3'0,"-6"0"6"0,0 0 1 0,1 1-3 0,-1 2 2 15,1-1-2-15,1 0-1 16,-1 1 1-16,0 1-1 16,1-2 1-16,2 4-6 15,-4-2 2-15,1 3-8 16,-5 0 0-16,0 0 8 0,-8 9 1 15,0 1 1-15,-5 4 0 16,-1 2 0-16,0 5 1 16,-3 0 0-16,2 6 0 15,0 3 0-15,1 4 0 16,2 0 0-16,1 2-7 0,1 2 3 16,-2 0 1-16,2 1 1 15,-1 1-1-15,4 1 2 16,-5 4-1-16,3-1 1 15,2 4 1-15,3 1-2 16,1-1 2-16,2-1 0 0,2 1-3 16,4 2 1-16,-1-2 2 15,2 4 0-15,1 1 0 16,1 0 0-16,0 1-1 16,-1 0 1-16,1 1 0 15,0 4 0-15,1 0 0 0,-3 2 0 16,0 3 0-16,-3 4 1 15,-1 2 1-15,-4 4 0 16,-3 1 1-16,1 6-3 16,-3 1 2-16,2 2-1 15,2-4 1-15,0-1-2 0,6-4 0 16,0 1 0-16,3-4 2 16,4-4-2-16,0 3-2 15,0 0 4-15,0 0-2 16,0-2 0-16,0-3 0 15,0 0 0-15,7-5 0 16,6-2 0-16,1-3 0 0,3-3 0 16,6-1 0-16,6-4 0 15,2-1 0-15,7-3 0 16,3-7 0-16,-1-3 0 16,4-4-2-16,3-2 4 15,-2-1 0-15,2 0-1 0,-1 2 1 16,0 0 0-16,-2 1 1 15,-3 3 1-15,-1 1-2 16,-3 1-1-16,-3 4 0 16,-1-1 1-16,-3 3-1 0,-4 3 0 15,-3 5 1-15,-6 3 0 16,-5 2 1-16,-8 6-2 16,-4 5 1-16,-6 5 0 15,-14 4 2-15,-3-2 0 16,-6 3-1-16,-5-1 1 15,1 0-2-15,-3-3 0 0,1-4 0 16,-1-1-1-16,0 0 0 16,0-2 2-16,0-3-2 15,5-2 3-15,0-2-2 16,6-6-2-16,5-5 2 16,4-6-2-16,5-6 1 0,7-7-2 15,2-4 1-15,2-2 0 16,2-4-1-16,7-3 1 15,5 0-1-15,3 2 1 16,2-1-1-16,7 1 1 16,-2 1 0-16,7 2-1 0,1 2 2 15,1 3-2-15,-2 4 1 16,1 1-1-16,0 5 1 16,-6 4-3-16,-1 6 1 15,-1 7 2-15,-5 8-3 16,-2 6 4-16,-1 4-2 0,-5 8 2 15,-5 7 1-15,-1 4-1 16,-3 2 0-16,1 5-1 16,-3 8 3-16,0-3-3 15,0 3 1-15,-5 0-1 16,1 3 1-16,-1 2 1 0,1 4 0 16,-1 2 5-16,1 1-1 15,-1 2-2-15,3-2 1 16,2-3 0-16,0-5 4 15,0-3-3-15,5-3 0 16,6-4-2-16,4-8-1 16,5-5 0-16,5-4 0 0,6-8-1 15,5-5-1-15,9-5 1 16,8-9 0-16,14-8 3 16,10-13 0-16,14-17-9 15,5-15-50-15,7-27-108 16</inkml:trace>
  <inkml:trace contextRef="#ctx0" brushRef="#br0" timeOffset="70549.06">9037 11575 62 0,'0'0'37'0,"0"0"-23"0,0 0 7 0,4-5 0 15,3-6-5-15,4-9-13 16,7-7-1-16,5-7 0 16,8-4 2-16,4-6 0 15,6-5-1-15,4-2-1 16,3 1-1-16,2 1 2 0,1 3-2 15,0 5-1-15,-4 3-34 16,-6 4-54-16</inkml:trace>
  <inkml:trace contextRef="#ctx0" brushRef="#br0" timeOffset="71111.1">9533 12262 40 0,'0'0'5'0,"0"0"-8"0,0 0 5 16,0 0 0-16,0 0 0 0,0 0 0 15,0 0 2-15,0 0 2 16,0 0 1-16,0 0 2 15,32 10 1-15,-20-20 6 16,2-5-3-16,5-4-2 16,6-8-1-16,4-7-2 15,9-7-3-15,4-8-2 0,10-6 4 16,7-5-5-16,7-8 2 16,-1-10-35-16</inkml:trace>
  <inkml:trace contextRef="#ctx0" brushRef="#br0" timeOffset="84484.73">19653 7443 12 0,'0'0'1'0,"0"0"1"0,0 0 17 0,0 0 3 16,0 0-6-16,0 0-6 15,0 0 9-15,0 0 15 16,0 0 9-16,26-14-11 16,-26 12-11-16,0-1-14 15,0-3-3-15,3 1 4 0,3-2-5 16,2 0-2-16,1-3-12 16,1-1-84-16</inkml:trace>
  <inkml:trace contextRef="#ctx0" brushRef="#br0" timeOffset="85233.58">18656 10012 81 0,'0'0'23'0,"0"0"-10"0,0 0 8 0,0 0 15 0,0 0-12 15,0 0-16-15,0 0-8 16,0 0 0-16,0 0-15 16,0 0-94-16</inkml:trace>
  <inkml:trace contextRef="#ctx0" brushRef="#br0" timeOffset="85838.03">18044 12594 166 0,'0'0'6'0,"0"0"-4"0,0 0-4 0,0 0-9 0,0 0-2 16,0 0 9-16,0 0-10 15,0 0-2-15,0 0-34 16</inkml:trace>
  <inkml:trace contextRef="#ctx0" brushRef="#br0" timeOffset="112782.7">19713 6573 24 0,'12'4'4'0,"1"0"-1"0,-2 0 0 0,1 4-1 16,0 1-1-16,0 0 0 16,-5 2-1-16,2 1 0 15,-1 2 0-15,-2 1-2 0,2 1 1 16,-3 2-5-16,2 2-2 15,0 1-10-15</inkml:trace>
  <inkml:trace contextRef="#ctx0" brushRef="#br0" timeOffset="113403.41">19884 6881 3 0,'0'0'9'0,"6"55"-4"16,-4-26 1-16,-2 3-3 16,0 2-1-16,0 2 1 15,0 3-1-15,-5 4-1 16,0 3 0-16,-3 2 0 15,1 4-1-15,-3 4-2 0,-1 1 2 16,-1 2-1-16,5-1 2 16,-3 2-2-16,6 0 4 15,0-2-1-15,4 0 1 16,0 0 3-16,2-1-1 16,8-1-1-16,4-5 0 0,6-3 0 15,4-4 2-15,-2-5 1 16,4-3 0-16,0-3-3 15,0-2 0-15,-1-1 1 16,-5-3-5-16,2-3 2 16,-4 0-2-16,-2-4 0 15,0 0 0-15,-2-4 1 0,-1-2-1 16,-3 1 0-16,-1 0 0 16,-4-1 0-16,2 0 0 15,-5 3 0-15,-1 3-1 16,-1 2 1-16,0 2 0 0,0 3 0 15,-3 4 0-15,-7 3 0 16,1 4 0-16,-1 5-2 16,-2 2 4-16,-3 6-2 15,1 3 0-15,1 6 0 16,-1 1 0-16,3 4 0 0,0 2 0 16,2 2 0-16,2-1 1 15,1 1 2-15,3-1 2 16,1-1 0-16,1 3-1 15,1-1 2-15,0 5-1 16,0-1-3-16,4 2 1 16,2 6-1-16,1 1-1 15,2 5 1-15,-3-2 0 0,3 3-1 16,2 0 0-16,-1 3 1 16,1-3-2-16,3 0-6 15,0 4-4-15,-1 1-5 16,1-2-6-16,-2-2-14 0,1 2-22 15</inkml:trace>
  <inkml:trace contextRef="#ctx0" brushRef="#br0" timeOffset="113565.67">20229 12019 46 0,'0'100'2'0,"-4"3"3"0,-7-2 16 15,1-1-4-15,-2 2-6 16,0-1-1-16,-1-2-5 15,-5 1-2-15,3 0-2 16,-3 1 0-16,-2-4-2 0,-2-2-17 16,-1-3-49-16</inkml:trace>
  <inkml:trace contextRef="#ctx0" brushRef="#br0" timeOffset="117890.77">22261 9936 262 0,'0'0'-22'0,"0"0"31"0,-13-36 7 0,4 26-9 0,2 6-3 15,-3 0-4-15,-2 1 0 16,-1 0 0-16,-1 3 0 15,1 0 1-15,-1 0 0 16,-1 0-2-16,-1 0-8 0,-4 0-9 16,-2 0 0-16,-4 0 8 15,-3 0 6-15,-2 0 5 16,-5 0-2-16,-1 0 1 16,-3 0 1-16,-2 0 3 15,1 0-2-15,0 3-1 0,-1 1 0 16,2 5 0-16,0 2-1 15,-3 1-2-15,1 4 1 16,-5 4 2-16,-2 4-1 16,-3 6 2-16,-2 2-1 15,1 4-1-15,-1 4 0 16,-2 4-1-16,3 2 2 0,1 1-1 16,3 0 2-16,1 2-2 15,3-2 0-15,4 0 1 16,1 3 1-16,4-1 3 15,4 1-2-15,2 0 4 16,4 1-6-16,7 1 0 0,3 2 0 16,5 5-2-16,1 3 2 15,7 1-1-15,-1 3 0 16,4 5 0-16,0 2 1 16,6-1 0-16,5 5-1 15,2 2 1-15,3-1 0 0,2 1-3 16,6-3 4-16,3-2-2 15,2 0 1-15,3-1-1 16,5-1 1-16,4-4-1 16,2 3 1-16,5 0 1 15,6 2 2-15,6 0 0 0,4-2 1 16,7 2-3-16,4-1 1 16,6-2-2-16,1-2 0 15,4-5 1-15,7-4-2 16,1-6 0-16,4-5 1 15,4-5 0-15,3-5-2 16,2-4 2-16,-2-4-2 0,6-2 2 16,-2-8-1-16,2-3 0 15,-2-4 0-15,2-9 1 16,-1-4-1-16,-2-3-2 16,1-12 2-16,-2-6 1 0,-4-4 3 15,1-6-1-15,-2-3 0 16,-4-2 0-16,-4-6 1 15,-4-2 0-15,-3-3-1 16,-4-3-3-16,-5-1 1 16,-5-3-1-16,-4-3 0 0,-4-2 0 15,-5-2 0-15,-3-5-2 16,-8-3-3-16,-2-3-7 16,-7-4 1-16,-5-1 5 15,-5-1 2-15,-6 1 4 16,-4-4 1-16,-4 1 3 15,-3-1 0-15,-6 1 7 0,-5 2 1 16,-1-3-2-16,-1 4 3 16,-2 2-2-16,-8 4 0 15,-3 3-1-15,-1 0 1 16,-6 0-3-16,-1 2-4 0,-3-2-4 16,-3 1 0-16,-5-2-2 15,0 1 2-15,-8 2 1 16,1-2-2-16,-3 4-1 15,-2 3 2-15,-1 0-1 16,-4 4 1-16,-2 2-8 16,-2 2 6-16,0 3 0 0,-5 1-1 15,1 2 2-15,1 4-3 16,-2 4 5-16,1 3 7 16,-1 4-12-16,-2 2 5 15,0 2 3-15,-1 4-4 16,-1 0 1-16,-1 5-2 0,0 1 2 15,-1 3 1-15,3 2-1 16,-3 5-2-16,3-1 3 16,1 5-3-16,1 1 2 15,1 3-1-15,2 0 0 16,-3 0 0-16,3 1 0 0,-2 8 0 16,-3 2-1-16,-6 6 0 15,-8 3-4-15,-11-3-53 16,-14-13-127-16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10:26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3201 15061 42 0,'0'-1'7'0,"0"0"-4"0,0 1-1 0,0 0 1 0,0 0 3 15,0 0 4-15,0 0-4 16,0-1 1-16,0 0-1 16,0 1 1-16,0 0 1 15,0-1-4-15,0-1-2 0,0 2-3 16,0 0-1-16,0 0 3 15,2-2-1-15,2 1 1 16,-2 1-1-16,4 0 0 16,-2-1 0-16,-2 1-1 15,2 0 1-15,1 0 0 0,-3 0 0 16,2 0 0-16,-3 0-1 16,3 0 0-16,-2 4 0 15,1-2-1-15,-1-1 0 16,0 3 2-16,-1-1 2 0,3-1-2 15,0 2 1-15,0-3-1 16,3 3 0-16,-3-2 1 16,4 1-1-16,0-2 0 15,1-1 1-15,0 0-1 16,2 0 1-16,2 0-1 16,1-2 0-16,0-9 0 0,6-3 0 15,0-3 1-15,2-7 1 16,7-3-2-16,2-4 2 15,5-3 0-15,3 0 2 16,3-3-1-16,2-2 0 16,3 0 2-16,-2 0-1 0,4 1-4 15,-1 1 1-15,0 0-1 16,-6 6-7-16</inkml:trace>
  <inkml:trace contextRef="#ctx0" brushRef="#br0" timeOffset="5411">9135 15331 94 0,'-4'0'18'0,"2"0"2"0,-1 0-7 0,3 0-8 16,0 0-4-16,0 0-1 0,0 0-1 16,0 0 0-16,0 0 2 15,0 0-1-15,0 0-1 16,0 0 1-16,0 3 1 16,3-3-1-16,3 3 1 0,-1-3-3 15,3 1 1-15,-1-1 0 16,4 0 0-16,0 0 2 15,-2 0-1-15,2 0 0 16,-1 0 1-16,2 0-1 16,0-1 1-16,-1-2-1 15,-1 2 0-15,1-1 1 0,1-1-1 16,0 2 0-16,-3 1 0 16,0-2 0-16,2 2 0 15,-2-1 0-15,-1 1 0 16,1 0 1-16,1-1-1 0,-1 1 0 15,1 0 0-15,2 0 0 16,-5 0 0-16,1-2 0 16,0 2 0-16,-2 0 0 15,-1 0 1-15,1 0-2 16,-1 0 1-16,4 0 0 16,-3 0 0-16,3 0 0 0,-3 0 0 15,4 0 0-15,-1 0 0 16,-2 0 1-16,1 0-1 15,0 2-1-15,0 0 2 16,1-2-1-16,-2 2 0 16,4-2 0-16,-4 0 0 0,1 0 0 15,4 0 0-15,-3 0 0 16,0 0 1-16,4 0-2 16,-2 0 2-16,2 0-2 15,-1-1 2-15,-1 0-1 16,-1-1 0-16,1 0 0 0,-1 1 0 15,-1-1 1-15,1 2-1 16,-2-2-1-16,0 2 1 16,0 0 1-16,-1-2-1 15,1 2 0-15,-1 0 0 16,3 0 0-16,-2-1 0 16,3 1 0-16,-4 0 0 0,4 0 0 15,0-1 0-15,-4 0 0 16,4 0 0-16,0 0 0 15,-2 0 0-15,2 1 0 16,1-1 0-16,4 0 0 0,-2-1 0 16,5 2 1-16,-2-3-1 15,0 2-1-15,2-2 1 16,-1 3-1-16,-2-3 1 16,-3 2 0-16,0-1 0 15,-1 0 1-15,1 2-1 0,-3-2 0 16,1 2 0-16,0 0 0 15,2 0 0-15,-2 0 0 16,2 0 0-16,1 0 0 16,-3 0 0-16,1 0 0 15,-1 0 0-15,-1 3-1 16,2-2 2-16,-3 1-2 0,0 0 2 16,3 0-2-16,-2-2 1 15,1 2 1-15,3-1-1 16,-4-1 0-16,2 0 0 15,0 0 0-15,1 0 0 16,0 0 0-16,-2 0 0 0,3 0 0 16,-3 0 0-16,2 0 1 15,1 0-2-15,-2 0 1 16,5 0 1-16,-2-1-1 16,1 1 0-16,-1-2-1 15,0 2 2-15,-1 0-1 0,1 0-1 16,-2 0 1-16,1-1 1 15,1 1-1-15,0-1 0 16,-1 0 0-16,4 1 0 16,-3 0 0-16,3 0 0 15,-1 0 0-15,2 0 0 16,-4 0 0-16,1 0 0 0,0 0 0 16,2 0 0-16,-1 0 0 15,1 0 0-15,-1 0 0 16,2 0 0-16,-1 0 0 15,0 0 0-15,2 0 2 0,-2 0-4 16,-2 0 2-16,4 0 0 16,-3 0 0-16,1 0 0 15,-1 3 0-15,4 0 0 16,-2-2 0-16,0 2 0 16,2-3-1-16,1 3 2 0,1-2-1 15,-2-1 0-15,4 0 0 16,-2 0 0-16,1 0 0 15,0 0 0-15,-1 1 0 16,1 2 0-16,0-2-1 16,-1 2-1-16,-2-3-3 0,3 2 4 15,-1-2 0-15,-1 0 1 16,2 0 0-16,1 0 1 16,0 0-1-16,0 0 0 15,0 0 0-15,1 0-1 16,-2 0 1-16,1 0 0 0,0 0 0 15,-4 0 0-15,2 0 0 16,-2 0 0-16,2 0 1 16,-3 0-1-16,1 0 0 15,2 0 1-15,-4 0-1 16,4 0 0-16,-3 0 0 0,2 0 0 16,-1 2 0-16,3-1 0 15,-5 3 0-15,4-2 0 16,0 1 0-16,-3 0 0 15,5 0 0-15,-1 1 1 16,1 0-1-16,-2 2 0 0,2-2 0 16,-2-1 0-16,2 1 0 15,-2-3 1-15,1 1-1 16,0-1 4-16,3-1 0 16,0 0-1-16,0 0-1 15,-2 3-2-15,3-1 0 16,-1 1 0-16,0 1 0 0,1 1-1 15,0-3-1-15,1 2 0 16,-2 0 2-16,0-1 0 16,-1 0 0-16,1-2 0 15,-2 1 0-15,1-2 0 16,2 0 1-16,-1 0 0 0,1 0 1 16,-1-2-1-16,2 0 0 15,-1-1 1-15,-1 0-2 16,-1 0 0-16,0 3 0 15,-1-1 0-15,-3 1 0 16,1 0 0-16,-5 0 0 0,4 0 0 16,-4 0 0-16,2 0 0 15,1 0 0-15,-2 0 1 16,2 0-1-16,1 0 0 16,-4 0 0-16,2 0 0 15,0 0 0-15,-1 0 0 0,0-3 0 16,-2 1 1-16,-1 2-1 15,-1-1 1-15,0-1 1 16,-2 0-1-16,2 0 2 16,-2 2-1-16,1-2-1 15,0 1 0-15,-2 1 0 0,-2-2-1 16,-2 2 0-16,0 0 0 16,-3 0 0-16,-1 0-1 15,-4 0-19-15,-12 0-74 16</inkml:trace>
  <inkml:trace contextRef="#ctx0" brushRef="#br0" timeOffset="6621.63">9671 16270 1 0,'0'0'13'0,"0"0"-27"0</inkml:trace>
  <inkml:trace contextRef="#ctx0" brushRef="#br0" timeOffset="8129.84">9671 16270 13 0,'0'0'34'0,"0"0"-10"16,0 0 0-16,0 0-15 15,22 0-3-15,-17 0-3 16,0 0-3-16,3 0 1 16,1 0-1-16,1 3 0 0,0 0 0 15,2-2 0-15,1 2 0 16,1-3 0-16,-1 1 0 16,3 1 1-16,-1-2-1 15,3 1 0-15,-1-1 0 16,4 3 0-16,2-3 0 0,-4 0 0 15,4 0 0-15,1 0 0 16,1 0 1-16,-1 0-1 16,1 0 0-16,0 0 1 15,-2-3 1-15,2 3 0 16,-2-1-2-16,0 1 1 16,0 0-1-16,3 0 0 0,-2 0 0 15,3 0 0-15,-2 1 1 16,2 5-2-16,-1-3 2 15,1 1-1-15,-1 1 0 16,-1 0 0-16,0 2 0 16,0-1 1-16,-2-3 0 0,1 1 1 15,0-3 4-15,3 1-1 16,-2-1 1-16,2-1-3 16,2 0 0-16,2 0-2 15,-1 0 2-15,2 3 0 16,0-3-1-16,1 4 1 0,1-1 0 15,-3-1-1-15,2 0-1 16,1 0 1-16,-1 0 0 16,3-1-1-16,-1 0 0 15,0 0 0-15,-2 1-1 0,1-2 1 16,-2 1-1-16,0-1 0 16,2 2 0-16,-2-2 1 15,3 3-1-15,-3-2 0 16,3-1 1-16,0 0-1 15,0 0 1-15,0 0 8 16,1 0 4-16,-2 0-5 0,3 0-6 16,0 0 1-16,-1 0-3 15,-1 0 1-15,3 0-1 16,-2 0 1-16,2 1-1 16,0 0 0-16,-2-1 1 15,2 0-1-15,-3 0 1 0,1 0 0 16,2 0 1-16,-2 0-1 15,-1 0 0-15,3 0 0 16,0 0-1-16,1 0 0 16,0 0 1-16,-1 0-1 15,3 0 0-15,-1 0 0 0,0 0 0 16,-2 0 0-16,5 0 1 16,-1-1-1-16,0 0 0 15,1-2 0-15,-2 2 0 16,1-1 0-16,-1 1 0 15,-2-1 1-15,1 0-1 0,1 0 0 16,-5-1 0-16,1-1 0 16,-1 1 2-16,-1 2 1 15,0 1-1-15,-1-3 0 16,1 3-1-16,-3 0 0 16,3 0-1-16,-2 0 0 0,3 0 0 15,0 0 0-15,2 0 1 16,2 0-2-16,0 0 1 15,1 0 1-15,-1 0-1 16,0 0-1-16,3 0 2 16,-1 0-1-16,1 3 0 0,6-3 0 15,-3 1 0-15,2-1 0 16,1 0 0-16,0 0 0 16,1 0 1-16,0 0-1 15,4 0 0-15,0 0 0 16,-2 0 0-16,0 0 0 15,1 0 0-15,0 0 0 0,-2 0 0 16,0-1 0-16,2 1 0 16,-3-3 0-16,0 2 1 15,-1-1-1-15,-3-1 0 16,2 0 1-16,-4 1 0 16,0-1 1-16,-1 1 0 0,-1 1 0 15,-1-1-2-15,-2 0 0 16,-1 0 1-16,1 1-1 15,0-2 0-15,-3 3 1 16,2-1 0-16,1 1-1 16,2-2 1-16,-3 2 0 0,0-2-1 15,-1 1 0-15,4 1 0 16,-1 0 0-16,-2 0 1 16,2 0-1-16,3-1 0 15,-3 1 0-15,0-3 1 0,-1 0 2 16,0-1 8-16,0 1-1 15,1-3 0-15,-2 2-2 16,2 0-3-16,-2-2-1 16,1 3-2-16,-1-2-1 15,-1 2 1-15,-4-1 1 16,-1 2-2-16,-1-1 2 0,-4 2 0 16,-3-2-1-16,0 0 4 15,-3 1-4-15,-3 0 2 16,-2-1-1-16,-1 0-1 15,-3 0 1-15,1 1-2 16,-4 0 0-16,-3-1-1 0,1 2 1 16,-1 1-1-16,-1 0-1 15,0 0-1-15,-3 0-22 16,-2 0-31-16,0 0-43 16</inkml:trace>
  <inkml:trace contextRef="#ctx0" brushRef="#br0" timeOffset="11076.31">9973 17186 25 0,'4'-1'2'0,"-1"-1"-1"0,3 1 0 0,-4 0-1 15,2 0-1-15,-1 0 2 16,0 0-1-16,-1 1 2 16,-2 0 9-16,0 0 11 15,0 0-9-15,2 0-11 0,0 0 0 16,-1 0-1-16,3 0-1 16,0 1 0-16,1 0 0 15,4-1 0-15,-2 0 0 16,1 1 1-16,2-1 1 15,-2 0 3-15,1 0 4 16,2 0-5-16,-1 1 0 0,0-1-2 16,-1 1-2-16,1-1 0 15,1 3 1-15,-1-1-1 16,2 1 0-16,-1-1 0 16,3 2 0-16,1-1 0 15,1 1 0-15,2-2 0 0,4 1 0 16,-2-2 0-16,2-1 0 15,-1 0 1-15,3 0 0 16,-2 0 7-16,1 0 4 16,1 0 2-16,1-1-7 15,0-2-1-15,1 1 0 0,3 0-5 16,2 0 1-16,-1-1-2 16,1 2 2-16,2 0-2 15,-4 1 0-15,1 0 0 16,-1 0 0-16,0 0 0 0,0 2 1 15,0 1-1-15,-2 1 0 16,2-2 0-16,0 2 0 16,0-1 0-16,2-1 1 15,1 0-1-15,1-2 0 16,1 2 0-16,1-2 1 16,1 1-1-16,3 1 3 0,1 0-2 15,2 1-1-15,1 0-1 16,5 0-7-16,-3 0-5 15,2-2 2-15,0 2 7 16,-4-3 4-16,2 0 1 16,-5 0 9-16,2 0 4 0,-1 0-4 15,1 0-6-15,2 0-1 16,3 0-2-16,-1 0 0 16,2 0-1-16,1 1 0 15,0 1-1-15,-3 4 2 16,4-1-1-16,-2-1 0 0,0 1 0 15,1 1 0-15,1-2 0 16,1-1 0-16,-2-1 1 16,2-2 1-16,1 0 13 15,0 0 5-15,0 0-7 16,0-1 1-16,2-3-2 16,1-2-6-16,1 2-2 0,1 1-3 15,3 1 1-15,0 0-2 16,-1 2 0-16,3 0 0 15,-2 0 0-15,1 3 0 16,1 2 0-16,1 1 0 0,0 2-2 16,1-1-3-16,-2-2-4 15,2 0 4-15,1-1 1 16,-3-3 3-16,3-1 1 16,0 0 0-16,2 0 1 15,-2 0-1-15,3 0 1 16,2-1 1-16,0 1-1 0,-2 0-1 15,0 0 0-15,-3 2 0 16,-1 5-1-16,-5 0 2 16,-1-2-1-16,-2 0 5 15,0-1 1-15,-2-1 0 16,1 0-1-16,2-1-4 0,2-1 1 16,0-1-2-16,-1 0 0 15,2 0 0-15,0 0 0 16,-4 0 0-16,0 0 0 15,-3 0 1-15,1 0-1 16,-5-1 2-16,1-2 6 0,3-1-4 16,-4-1 0-16,1 0-3 15,-1 0 2-15,0 0-2 16,0 0 0-16,-5 1 0 16,0-2 1-16,-4 2 2 0,-3 1 2 15,-5 0 0-15,-3 1-2 16,-5-1-3-16,-4 1-1 15,-7-3-1-15,-11-7-44 16,-5-7-121-16</inkml:trace>
  <inkml:trace contextRef="#ctx0" brushRef="#br0" timeOffset="13333.28">3507 15162 69 0,'0'0'3'0,"0"0"-2"0,0 0 0 0,0 0 1 15,0 0-2-15,0 0 2 16,0 0 15-16,0 0-1 16,0 0 2-16,0-1-6 0,-2-1-3 15,0 1-4-15,-1 1-2 16,1 0-3-16,0 0 1 16,0 0 0-16,-1 0-1 15,-1 0-1-15,1 0 1 0,-1 3 0 16,-3 0-1-1,3 2 1-15,-2 1-1 0,0 1 2 16,0-1-1-16,0 2-1 16,1 1 2-16,1-1 0 15,0 2-2-15,-2 0 2 16,2 2-1-16,-2 1 0 0,1 2 0 16,1-1 0-16,-3 3-1 15,2-2 0-15,-1 0 1 16,3-1 0-16,1 0 1 15,2-2-1-15,0-2-1 16,0 1 1-16,0 1 0 0,2-3 0 16,5 1-2-16,2-2 1 15,-2 1 0-15,1-2 2 16,3-1-1-16,-1 0 0 16,-1-2 0-16,1 2 1 15,2-2-1-15,-3-1 0 0,-2 1 0 16,4-1 0-16,-4-1-1 15,-1 0 1-15,-3 1 1 16,3 1-2-16,-4-1 1 16,1 4 0-16,-3 1-1 15,0 1 2-15,0 3-2 16,-9 2 3-16,0 0-5 0,-2 3 5 16,-1 2-3-16,-1-1 2 15,-1 2 2-15,-1 0-1 16,1-1-1-16,1-1 0 15,2-1 0-15,-1-6 2 16,6-1-3-16,2 0 1 0,-1-6 0 16,5-1 0-16,0-1-1 15,0 0-1-15,0-2 0 16,0 0 1-16,0 1 0 16,1-1 1-16,5 0-1 15,-2 0 1-15,3 0 1 0,0 0-2 16,2 1 1-16,-1 0-1 15,3 2 0-15,1 0 0 16,-1 3 0-16,-2 1 0 16,0 0-1-16,-2 4 1 15,1-1-2-15,-3 2 1 0,0 2 0 16,-3 3 1-16,0-2 0 16,-2 3 1-16,0 3-1 15,0 0-1-15,0 0 2 16,-2 1-3-16,-3 2 4 15,-2-1-2-15,1 1 0 0,-3-1 1 16,3 1-2-16,-4-2 4 16,0 2-3-16,1-1 0 15,-1 0 1-15,2-2-1 16,1 2 0-16,2-2 0 16,1 2 1-16,-1 0-1 0,1-2 0 15,1 2 0-15,1-1 0 16,-2 1 1-16,2-1-2 15,0 0 1-15,0 1 0 16,1 0 0-16,-1 2 0 16,2-2 0-16,0 2 0 15,-2 0 0-15,2 0 0 0,0 2 0 16,0 1 1-16,0 1-1 16,0-1 0-16,0 2 0 15,0 1 0-15,0-1 0 16,4 3 0-16,-3 1-3 15,1 1 6-15,0 0-2 0,0-1-1 16,0-3 0-16,2-4 0 16,-1 1 0-16,1-4 0 15,3-3 1-15,0 0 0 16,0 0-1-16,3-4 1 0,2 0 0 16,1-3-1-16,3-1 0 15,1-5 0-15,6-3-1 16,6-5 4-16,2-5 1 15,7-13-1-15,5-13-2 16,0-12-16-16,1-14-41 16</inkml:trace>
  <inkml:trace contextRef="#ctx0" brushRef="#br0" timeOffset="14754.83">3500 15043 48 0,'0'-6'16'0,"0"3"-1"0,0 0 0 16,-1 1-1-16,-2 0-3 0,-2 1-5 15,-1 1-3-15,1 0-1 16,1 0 0-16,-1 0-2 15,1 4 1-15,-3 0 0 16,2 2-1-16,1 2 0 16,0 1 0-16,-3 0-4 15,1 4 6-15,-2-1-2 0,0 2 0 16,1-1 1-16,-2 3 0 16,0 0-1-16,2 0-1 15,-1 4 2-15,1 0-1 16,-2 3-2-16,4 2 3 15,-1-2-2-15,1 0 1 0,-1 0 1 16,0-3-1-16,4 1 0 16,-2-3 0-16,2 2 0 15,0 0 1-15,2-3-1 16,0 0 0-16,0-1 0 0,2-1 0 16,4-2 1-16,2-1-1 15,1-1 0-15,1-1-1 16,0 0 1-16,1-2 0 15,-3-2 0-15,1 1 1 16,-1-1 0-16,0 0-1 0,-1 1 0 16,-1 0 0-16,2 2 1 15,-4-1-1-15,0 3 1 16,-2 0-1-16,-2 2 0 16,0 3 0-16,0 1 0 15,-4 1 0-15,-8 2 3 16,0 1-2-16,-1 1 2 0,-1-2-3 15,0-2 2-15,3-3 0 16,0-4-1-16,4-1 0 16,1-3-1-16,1-3 0 15,3-1 1-15,1-2 0 16,1 1-2-16,0 0-1 0,0-1-1 16,2 0 4-16,4 0 0 15,1 2 0-15,1-1-1 16,-1 1 0-16,4-1 1 15,-2 4-1-15,2-1 0 16,-1 2 0-16,0 3 0 0,1 1 0 16,-1 3-1-16,-2 2 1 15,-1 3 0-15,-1 3-1 16,-1 3 2-16,-2 2-1 16,1 5 0-16,-4-1 0 15,0 2 1-15,0 2 0 16,0 0 0-16,0 1 1 0,0 2 0 15,-4 2-1-15,-2 3 0 16,0 1 0-16,-1 1-1 16,3 3 1-16,-2-1 0 15,1-1-1-15,0-4 1 0,3-2-1 16,2-3 2-16,0-3-2 16,0-1 0-16,0-2 1 15,4-2 0-15,4-1 0 16,0-4 1-16,3 2-1 15,-1-4 0-15,1-2 0 16,2-1-1-16,3-6 2 0,1-4-2 16,3-7-2-16,7-2 3 15,3-19 2-15,5-12-3 16,1-11-25-16,-1-11-51 16</inkml:trace>
  <inkml:trace contextRef="#ctx0" brushRef="#br0" timeOffset="15935.85">3540 15081 73 0,'-6'-4'14'0,"-1"1"-10"0,0 2 8 0,-1-1-6 15,3 2-3-15,-4 0-3 16,2 0 2-16,-2 0-2 0,1 0 1 15,1 4 0-15,-5 1 0 16,4-1 1-16,1 3-2 16,-4 2 1-16,4 1-1 15,-2 1 1-15,0 5-1 16,0 2 0-16,0 2 0 0,1 0 0 16,1 4 0-16,0 0 0 15,2 2 0-15,1-1 0 16,2 1 0-16,0-1 0 15,2 2 1-15,0-2-2 16,0 0 1-16,0-2 1 0,6-2-1 16,1 0 0-16,4-2 0 15,0-3 1-15,3-1-1 16,1 2 0-16,2-2 0 16,0 2 0-16,1 1 1 15,-3 0-1-15,1-2-1 0,-5 5 1 16,0-1 0-16,-4 3 1 15,-4 1-1-15,-3 6 2 16,0 1 1-16,-5 2 1 16,-9 1-2-16,-1-2 1 15,-3-2 0-15,0 0 0 16,-2-3 2-16,0 0-2 0,2-4-2 16,0-2 1-16,5-4-2 15,-1-2 3-15,4-7-3 16,5 1 1-16,3-5-1 15,2-2-1-15,0-2-2 16,2 1 2-16,7-1 1 0,0 0 3 16,6 0-2-16,-1 0 0 15,4-1 1-15,-1-1-1 16,1 2-1-16,0 0 0 16,-2 4 0-16,2 7 0 15,-3 6 0-15,1 3-1 0,-5 3 0 16,0 4 0-16,-4 1 1 15,-2 2 1-15,-3 3 0 16,-2 3 1-16,0 2 0 16,0 0-1-16,-2 5 0 15,-3-1 0-15,-2 1 2 0,-2-1-1 16,3-3 0-16,-1 1-1 16,0-3 1-16,5 0 0 15,2 0 0-15,0-1-1 16,0-1 1-16,4 0 0 15,4-1 0-15,2-3 0 0,1-2-2 16,5-4 2-16,-3-2-3 16,4-4 0-16,0-5 5 15,3-2-1-15,-1-2-3 16,2-1 2-16,-1-4 2 16,3-1 1-16,-3-3 3 15,5-1 3-15,3 0-5 0,6-6-3 16,0-5-2-16,1-5-7 15,-6-8-103-15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10:52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5012 12851 89 0,'-1'0'6'0,"-1"0"2"0,-2 0-1 0,-2 0-4 15,2 0-1-15,-2 0-2 16,-1 0 0-16,1 0 0 16,-2 0 1-16,0 0-1 0,3 0 1 15,-1 0 1-15,0 0-1 16,0 0 0-16,0 0-1 16,1 2 0-16,-1-1 1 15,-3 1 0-15,-1-1 3 16,0-1 1-16,1 0 0 0,-3 0-1 15,-1 0 3-15,-1 0 2 16,3 0 0-16,-2 0 0 16,-1-3 1-16,-1 2 1 15,1 1-4-15,-1 0-1 16,-3 0-2-16,0 0-3 0,0 0 0 16,-2 4 0-16,-2 3 0 15,2 0-1-15,-3 4 0 16,2-2 1-16,0 1-1 15,-2 1 0-15,1 1 0 16,2-1 0-16,0 2 1 16,-3 0 1-16,4 1-2 0,-2 0 1 15,-1 2-1-15,2-2 0 16,0 2 0-16,-1-1 1 16,2-3-2-16,-1 3 1 15,4-3 0-15,2 0 0 0,-1 3 0 16,1-1 0-16,3 4 0 15,-2-1 0-15,2 3 0 16,0 0 0-16,-1-1 0 16,1-2 0-16,2 0 0 15,-2-2 1-15,0-2-2 0,2 1 0 16,-3 0-2-16,0 1-1 16,3 2 5-16,-3-1-1 15,1 2 0-15,0 3 0 16,4 2 0-16,-2 0 0 15,1 2 0-15,2-1 0 16,0 0 0-16,1-1-1 0,3-1-1 16,0-3 0-16,0-1 0 15,2-1 0-15,0 0 1 16,0 0 0-16,0-2 0 16,0 2 1-16,0 0-1 15,0 0 0-15,4 0 0 0,-1 0-1 16,3 0 0-16,1 0-1 15,-2-1 3-15,1 2 0 16,1-2-1-16,-1 1-3 16,4-1 6-16,-2-2-8 15,3 2 10-15,1-1-6 0,-1 2 1 16,0-1 1-16,3 1 1 16,-1 1-1-16,1-1 1 15,1 1-1-15,3 0 0 16,-3-2 2-16,2 1-2 15,2 0-1-15,3-3-1 0,1 0 4 16,0-1-1-16,0 0 0 16,2-1 0-16,0 0 1 15,-2 1 0-15,-2-1-1 16,2 1-2-16,-2 3 1 16,1-1 0-16,2 0 0 0,-2 0 0 15,5 1 1-15,2-5-1 16,1 2 2-16,3 0-2 15,0-5 3-15,3 2-1 16,-4-1 0-16,1-2-1 16,-4 0-1-16,-2-1 0 0,0-1 0 15,-4-2 0-15,1 1 2 16,2-1-4-16,-1 0 4 16,2 0-4-16,4-1 2 15,1-2 2-15,3 0-1 16,3 0 1-16,-2 0-1 0,2 0 1 15,-2-3-1-15,-1-4 0 16,1-1 0-16,-3-6-1 16,4 0 2-16,-3-3-2 15,3-3 2-15,-4-1-1 16,1-3 0-16,0-1 0 0,-1 1 1 16,-2 1-1-16,-1-1-1 15,-1 2 1-15,0-2 0 16,-3 2-1-16,1-2 2 15,-4 1-2-15,-5-3 1 16,2 1 2-16,-3-2 1 16,-3-1-1-16,-1-1-1 0,-1-3 2 15,-4 5-3-15,-1-3 1 16,-2 0-1-16,-1 0 2 16,-1 1-1-16,-1 0 2 15,-2-1 1-15,0-1-1 16,0-2 1-16,0-2-2 0,-2-1-2 15,-4-2 0-15,0 1-1 16,-2 1 1-16,-1 2-1 16,-1 1 1-16,-3 1-1 15,-1 2 1-15,1-1-1 16,0-1 1-16,-1 0-1 0,-1 2 1 16,-3-2 0-16,0 3 1 15,0 2-2-15,-2 0-2 16,0 5 2-16,-4 0-1 15,3 2 1-15,-4 3 0 16,0 0 0-16,-1 0 0 0,0 0 3 16,-3 0 1-16,2-1-2 15,0-1 1-15,2 2 2 16,0 0-2-16,1 0-2 16,1 3 0-16,-1-2 0 15,1 1 0-15,0-1 0 0,-3 5 0 16,0-1-1-16,-2 3 0 15,-3 4 0-15,-2 5-2 16,-9 4-17-16,-8 11-35 16,-8 6-73-16</inkml:trace>
  <inkml:trace contextRef="#ctx0" brushRef="#br0" timeOffset="3387.19">5022 13833 34 0,'0'0'19'0,"0"0"-2"0,0 0-5 16,0 0-5-16,0 0-4 16,0-1-3-16,0-1-15 0,0 2-14 15</inkml:trace>
  <inkml:trace contextRef="#ctx0" brushRef="#br0" timeOffset="4298.05">4916 13955 66 0,'0'0'10'0,"0"0"-3"0,0 0-7 0,0 0-2 0,0 0-4 15,0 0 6-15,0 0 0 16,0 0 1-16,0 0-2 16,0 0-7-16,0 0 4 15,2 21 5-15,0-13-1 0,0 1 2 16,0-1-2-16,0 0 5 16,0-1-4-16,1 0-1 15,1 0 0-15,-2-1 0 16,3-2 0-16,-3 0 0 15,3 0 0-15,1 0 1 16,-1-1 2-16,1-1-2 0,0 1 3 16,0-2-3-16,0-1 0 15,1 0 1-15,-1 0-1 16,4-6 0-16,-1-2 2 16,2-3-1-16,3-3 3 0,0-1-2 15,3-3-1-15,2-3 0 16,0-1-2-16,3-2 2 15,-4 0-1-15,4 3 0 16,-4 1-1-16,-4 0 0 16,1 4 1-16,-3 2 0 0,-2 4-1 15,0 2 2-15,-4 1-2 16,-1 4 0-16,-1 0-9 16,-4 3-22-16</inkml:trace>
  <inkml:trace contextRef="#ctx0" brushRef="#br0" timeOffset="5116.06">4917 13972 38 0,'0'0'6'0,"0"0"-4"0,0 0-2 16,0 0-2-16,0 0 2 15,0 0-2-15,0 0 2 16,0 0 4-16,0 0-1 0,0 0 0 16,0 0-2-16,0 0 0 15,16 26-2-15,-14-19-1 16,3-3 5-16,-3 2 1 16,3-2-2-16,-3-1 0 0,2 1-2 15,-1-4 0-15,-1 1 5 16,2 1-1-16,0-2-1 15,2 0 0-15,0 0-1 16,1 0 1-16,1 0-2 16,4-6 1-16,-4-1-1 15,4-2 0-15,2-2-1 0,1-5 4 16,3-1 0-16,-1-1-3 16,2-5 2-16,5-1-3 15,-2 1 1-15,1-1-1 16,1 0 0-16,1 0 1 15,-5 4 1-15,2 0 2 0,-3 2 1 16,0 0 2-16,-1 4-4 16,-5 2 0-16,-3 2 0 15,-4 3-1-15,-1 2 2 16,-3 3 3-16,0 0 4 16,-2 2 0-16,0 0 2 15,0 0-1-15,0 0-9 0,0 0 8 16,0 0-7-16,0 0-2 15,0 0-1-15,-2 3-6 16,2-1-22-16,-4 0-30 16</inkml:trace>
  <inkml:trace contextRef="#ctx0" brushRef="#br0" timeOffset="6916.62">4439 9172 46 0,'2'-1'2'0,"-2"0"-3"0,2 0-4 16,0 1-4-16,1-2-12 15,-3 0 17-15,0 1 7 0,0 0 19 16,0-2-11-16,0 3-2 16,0-3-1-16,-5 2 1 15,3-2-1-15,0 0 5 16,-3 2-1-16,3-2-3 16,-2 0-1-16,0 2 0 15,-1-1 2-15,-2 1-3 0,1-1-4 16,1 2-1-16,-1-2-1 15,1 2 0-15,-2 0 0 16,2 0-1-16,1 0 1 16,2 0-1-16,0 0 0 15,-2 0 1-15,1 0-2 0,1 0-11 16,-2 0-17-16,-4 1-18 16</inkml:trace>
  <inkml:trace contextRef="#ctx0" brushRef="#br0" timeOffset="10345.54">4703 9103 40 0,'0'0'13'0,"0"0"8"0,0 0-5 0,0 0-4 16,0 0-5-16,0 0-3 16,0 0-3-16,-38-34-1 15,33 34-2-15,-1-1 2 0,-1 0 1 16,1-1 1-16,-1-1 0 15,-1 2 3-15,0-2 3 16,-1 0 4-16,-1-1-2 16,2 1-1-16,-1 0 0 15,-1 0-5-15,0 3-1 0,1-3-2 16,0 2 0-16,-4 1-1 16,4 0 1-16,-2 0-1 15,-1 0 2-15,1 0-2 16,-3 0 0-16,1 1 0 15,-3 4 0-15,-1 0 0 16,-1 0 0-16,-2 1 0 0,-2 1 0 16,1 1 1-16,-2 1-2 15,2-1-1-15,-2 3 4 16,-2-1-2-16,6 2 0 16,-3 0 0-16,3 0 0 0,-3-1 0 15,4 1 0 1,-2-1 0-16,0 1 0 0,0 0 0 15,-1 1-2-15,2 0 1 16,-2-2 0-16,1 5 0 16,1-1 0-16,0 2 1 15,2 2 0-15,-1-1 0 0,2 2 0 16,0 0-1-16,3 0 1 16,-3 1-2-16,3-2 2 15,1 1-2-15,0 0 1 16,5-1 1-16,-3 1-3 0,4 0 2 15,-1 1 1-15,1-2 0 16,0 1 0-16,0 0-1 16,2-2 1-16,0 2-2 15,3-1 0-15,-1-1 0 16,2 0 0-16,0 0-1 16,0 0 2-16,0 0 0 0,7-1 1 15,1 0 1-15,0 0 1 16,3 0 0-16,-1-1 0 15,4-2-1-15,-1 0 0 16,-1-2-1-16,1 1 1 16,1-2-1-16,-1-1-1 0,2 0 1 15,1-2 0-15,1-2 1 16,0 1 0-16,3-1-1 16,-3 0 2-16,6-1-1 15,-2 1 0-15,0-2 0 16,4 3 1-16,0-1-2 0,0 0 1 15,-1-1-1-15,2 1 1 16,2-2-1-16,1-1 1 16,2 0-1-16,0-1 1 15,0-1 0-15,3 0 1 16,-3-1-1-16,0 0 0 0,-1 2-1 16,1-1 3-16,0-1-3 15,0 0 2-15,2 3-2 16,2 0 2-16,1 1-1 15,2 0-1-15,-1 0 1 16,2 4-1-16,-3-1 0 0,-1 0 0 16,1 1 0-16,-3 1 0 15,1-1 0-15,1-2 0 16,2 1 1-16,-1-3-2 16,3-1 1-16,-1 0 1 15,0-2-1-15,-1-1-1 0,0 0 0 16,1 0 1-16,-4 0-1 15,1 0 0-15,4-4 3 16,-2 0 0-16,2-2-1 16,2-1 1-16,0 0-1 15,-3-3 4-15,0 2-5 16,-4-4 2-16,1-2-3 0,-4 1 4 16,-2-2-1-16,1-2 0 15,-2 1 2-15,0-1-1 16,-2-1 0-16,1 0-1 15,-6 0 1-15,0 1-1 16,-5-2-1-16,0 2 2 0,-4-1-2 16,-2-2 2-16,-3 3-2 15,-1 0 1-15,2-1-1 16,-4 0 1-16,-2 0 0 16,-1 1 1-16,-1 0 7 15,0-1-3-15,0-1 0 16,0 1-2-16,0-1-2 0,-3 1 0 15,-1-1-2-15,0 0 1 16,-2-3-2-16,2 1 1 16,-3-2 0-16,1-1 0 15,-1-2-1-15,-2 1 0 0,-2-1 1 16,0 0-1-16,-3 1 0 16,1 1 0-16,-3-2 1 15,1 2 0-15,-1 0 1 16,-2-1-4-16,0 0 4 15,-4 1-2-15,2-3 0 0,-5 0 0 16,-2 0 0-16,-4-2 1 16,0 1-1-16,-3-1 1 15,-7 3-2-15,-1 2 0 16,-6 4 2-16,-6 4 0 16,-9 3-1-16,-13 8 0 0,-11 5-1 15,-12 3-3-15,-19 15-5 16,-12 13-15-16,-12 10-20 15,-12 2-25-15</inkml:trace>
  <inkml:trace contextRef="#ctx0" brushRef="#br0" timeOffset="11871">7322 14057 39 0,'0'0'10'0,"0"0"5"0,0 0-2 16,0 0-2-16,0 0 0 0,0 0 5 16,0 0-10-16,0 0 20 15,0 0 0-15,0 0-15 16,0 0-8-16,0 0-4 15,-8 0-3-15,8 0-4 16,4 0 5-16,7-1-3 0,0-2 4 16,7 0 4-16,3-1-2 15,5-2 0-15,-2 2 0 16,5-3 0-16,0-2 0 16,-1 2 0-16,3-1 0 15,2-1 1-15,-2-1-1 0,0-1 0 16,3 1 0-16,-3 0-1 15,-1 1 1-15,-1 0 0 16,-2 0 0-16,-1 2 0 16,-3 0 0-16,-3 0 0 15,2-2 1-15,-5 2 0 16,2 0-1-16,-1 0 1 0,-1 1-1 16,-2 0 2-16,0 2 0 15,-1 1-1-15,-1-1 1 16,0 2-1-16,-4 0 0 15,0 2-5-15,0-2-8 16,-4 2-10-16,-1 0-6 0,-4 0-27 16</inkml:trace>
  <inkml:trace contextRef="#ctx0" brushRef="#br0" timeOffset="12170.04">7550 14111 91 0,'0'0'5'0,"0"0"-1"0,0 0-5 0,0 0-4 16,0 0 0-16,0 0 8 16,0 0 1-16,49-3-1 15,-23-2-3-15,7-1-2 16,9-1 9-16,3-3-3 16,6-6-50-16</inkml:trace>
  <inkml:trace contextRef="#ctx0" brushRef="#br0" timeOffset="12896.03">9919 13986 51 0,'0'0'0'0,"0"0"-1"0,0 0 1 0,0 0 2 15,0 0 17-15,43 0-15 16,-30 0 3-16,0-3 1 0,3-1 1 16,2 0-4-16,4-2 2 15,1 2-3-15,1-2 0 16,2-1-3-16,2 2 0 16,-1-1 0-16,0 1-1 15,2-2 1-15,-1 0-1 0,-1 3 1 16,-1-3-1-16,-2 3 1 15,-6 1 0-15,0 0 2 16,-6 3-3-16,-2 0 0 16,-3 0-6-16,-5 0-8 15,-2 0-13-15,0 3-35 0</inkml:trace>
  <inkml:trace contextRef="#ctx0" brushRef="#br0" timeOffset="13130.05">10062 14090 45 0,'0'0'2'0,"45"0"10"15,-14-4 0-15,5-5-7 16,9 0-2-16,5-2 1 16,5 1-3-16,5-4-27 0</inkml:trace>
  <inkml:trace contextRef="#ctx0" brushRef="#br0" timeOffset="13751.79">12536 13962 54 0,'0'0'7'0,"0"0"9"0,0 0-8 0,0 0-6 16,-39 0 0-16,34 0 6 0,-2 0 6 16,2 0 10-16,3 0-4 15,0 0 0-15,0 0-10 16,2 0-7-16,0 0-6 15,0 0-10-15,4 0 6 16,8 0 2-16,-1 0 13 0,7 0-3 16,0 0-2-16,8 0-2 15,1-1 0-15,5-5 0 16,3-1 2-16,3-1-2 16,1-2 0-16,1 1-2 15,0 0 1-15,-2-1 1 0,-2 3 0 16,-5 2 0-16,-7-1 0 15,-5 2 0-15,-3 4-4 16,-8 0-24-16,-4 0-11 16,-4 0-4-16</inkml:trace>
  <inkml:trace contextRef="#ctx0" brushRef="#br0" timeOffset="14000.02">12580 14060 59 0,'0'0'12'16,"0"0"-17"-16,0 0 12 15,0 0 4-15,50 4-3 0,-20-4 4 16,7-4-2-16,8-3-3 15,9-2-1-15,7 1-1 16,10-5-2-16,7-1-4 16,11-6-58-16</inkml:trace>
  <inkml:trace contextRef="#ctx0" brushRef="#br0" timeOffset="14875.42">14953 14020 51 0,'0'0'33'0,"0"0"-15"0,0 0-11 15,0 0 7-15,0 0 22 16,0 0-18-16,0 0-12 0,0 0-2 16,36-4 7-16,-13-2-5 15,2 1-4-15,5-2 0 16,2 2-1-16,5-2 0 16,-1 0 1-16,0 0-1 0,-1 3 0 15,-5 1 0-15,0-1 0 16,-4 2 0-16,-2 2 0 15,-4 0 0-15,-2 0-3 16,-3 0-28-16,-5 0-28 16,-4 0-8-16</inkml:trace>
  <inkml:trace contextRef="#ctx0" brushRef="#br0" timeOffset="15103.05">15054 14114 114 0,'0'0'5'0,"0"0"4"15,0 0-15-15,0 0 1 16,0 0 16-16,0 0-1 16,60 7 6-16,-27-7-4 0,5-5-4 15,7 0-3-15,-1 1 0 16,6-1-3-16,1 0-18 15,3-2-26-15,3-3-20 16</inkml:trace>
  <inkml:trace contextRef="#ctx0" brushRef="#br0" timeOffset="16041.89">16502 9992 72 0,'0'0'5'0,"0"0"17"0,0 0-10 0,8-37-7 16,-5 33-4-16,1 1-9 16</inkml:trace>
  <inkml:trace contextRef="#ctx0" brushRef="#br0" timeOffset="17208.61">16417 8589 84 0,'0'0'31'0,"0"0"-23"0,0 0 18 0,-16-38-8 16,14 32-8-16,2 1-5 16,-2 0-4-16,2 2 1 15,0 1 0-15,0-1-1 16,0 1 7-16,0 1 4 0,0 1-2 15,0 0-3-15,0 0-10 16,-4 4-4-16,1 7 3 16,0 4 3-16,1 6 2 15,-4 5-3-15,4 2 2 0,0 6 1 16,1 3-2-16,-1 0 2 16,0 4-2-16,-2 3-4 15,-1 3 4-15,0 6 0 16,-3 2-1-16,1 3 5 15,-2 3-1-15,0 3 1 16,2 3-2-16,1 4 0 0,2 0-1 16,3 3 1-16,1 3 0 15,0 2 0-15,0 1 0 16,1 2 0-16,3 2 1 16,2 5-1-16,-3 5 0 15,-1 1 3-15,0 0-3 0,-2 5 0 16,1-1 2-16,0-1 0 15,1-1-2-15,0 4 1 16,-2 0-1-16,3-1 2 16,0 3-2-16,1 3 0 15,0 2 0-15,0 3 0 0,1 5-1 16,1-1 1-16,0 5 1 16,4 1 0-16,-3 2 0 15,1 2-2-15,0 0 1 16,-4 4 0-16,-2-1 0 15,-1 7-1-15,-1 0 1 0,0 2 0 16,-3 1 3-16,-6 3 2 16,4 2-3-16,-4 2 0 15,3 0 1-15,1 0-2 16,1 3 0-16,4-1 1 16,0 3 2-16,0 4 0 15,0 0-3-15,9 3 0 0,-2 1 0 16,2 2-2-16,4 2 1 15,-4-2 0-15,-1 1-1 16,2-3 3-16,-7-2-1 16,1-2 4-16,0-10 6 15,-4-3-2-15,2-9-5 0,0-7-3 16,-2-8 0-16,2-7-1 16,1-5-1-16,-1-7 3 15,-2-9-1-15,0-11-4 16,-7-17-31-16,-17-26-124 0</inkml:trace>
  <inkml:trace contextRef="#ctx0" brushRef="#br0" timeOffset="17927.97">11080 15391 208 0,'0'1'7'0,"-3"-1"-3"0,-1 0 4 0,2 0-3 0,2 3-2 16,-5 4-7-16,3 5 4 16,1 3-4-16,-1 7 0 15,2 5 3-15,0 2-2 16,0 1-1-16,0 3 2 15,3-2 1-15,6 2 0 0,-5 1 1 16,1-1-1-16,1-2 2 16,-1-2 0-16,-2-3 1 15,1-2 0-15,-2-4 1 16,-2-2-1-16,0-6-17 16,0-5-40-16,0-7-24 15</inkml:trace>
  <inkml:trace contextRef="#ctx0" brushRef="#br0" timeOffset="18241.41">11065 15561 112 0,'0'0'7'0,"-6"-49"15"16,4 27 7-16,2 5-13 16,0 2-10-16,0 1-3 15,4 3-3-15,4 3 0 16,2 2-2-16,2 1-1 0,3 2 0 15,1 1 1-15,2 2 0 16,-1 0 1-16,1 3-3 16,-1 7 0-16,-4 4 1 15,-2 1-3-15,-2 0 4 16,-5 2 1-16,-3-3-1 16,-1 2 8-16,-1-2 1 0,-12 3-2 15,0 0 5-15,-3 0-5 16,2 0 0-16,-2 0-3 15,5-4-4-15,2-4-20 16,5-1-28-16,4-6-39 16</inkml:trace>
  <inkml:trace contextRef="#ctx0" brushRef="#br0" timeOffset="19344.9">11509 15539 84 0,'0'0'13'0,"0"0"9"16,0 0-5-16,-46-17 0 15,31 15-3-15,-3 2 9 16,0 0-8-16,1 0-11 15,3 10-5-15,-1 1 1 16,4 4 3-16,4 1-5 0,1 0-2 16,3 3 1-16,3 1-1 15,0-3-1-15,0 1 1 16,9-1-1-16,-3-3 0 16,3-3 5-16,-2-2 3 15,4-3 0-15,-4-2-1 16,-1-2 1-16,3-2 0 0,-3 0 4 15,0 0 4-15,-2-5 2 16,0-3 2-16,-1-2-2 16,-1-3-6-16,0 0-2 15,2-1-3-15,1 1 0 16,0-2-1-16,0 3 0 0,3 1-1 16,-2 1 0-16,-2 2 0 15,6 3 0-15,-3 4 0 16,0 1-2-16,4 0-2 15,-2 1-2-15,1 9-1 16,2 0 1-16,-1 4 3 16,0-2 2-16,3 3-2 0,-3-2 3 15,3 0-1-15,-1-2 0 16,-3 1 1-16,2-4 0 16,-1 1 0-16,0-4 1 15,-3-2 0-15,-2-3 0 16,-1 0 2-16,1 0 0 0,-4 0 3 15,2-10-1-15,-1-2 1 16,0-5-2-16,1 1-1 16,-2-3-1-16,3-1 1 15,1 2-2-15,-1 1 0 0,6 4-1 16,-2 2 1-16,2 2-2 16,1 5 0-16,0 1 1 15,0 3-4-15,-1 0-1 16,-2 7-2-16,3 5 2 15,0 1 0-15,-1 2 1 16,-1 0 1-16,-1 1-2 0,-1 1 4 16,2-4-1-16,-3 1 4 15,1-2-1-15,-1-1-1 16,4-5 1-16,-5-2 0 16,3-4 2-16,-2 0-1 15,0 0 3-15,-3-10 0 0,1-5 0 16,-1-3 0-16,-2-4-2 15,0-4 0-15,-1-1 1 16,-1-1-1-16,0-4-1 16,0 0 0-16,0-1-1 15,0 0 1-15,-2 2-1 0,0 3 0 16,-1 4-1-16,1 5 0 16,2 4 2-16,-2 3-2 15,0 7 0-15,2 1-2 16,0 4 1-16,0 0-5 15,0 6-4-15,6 11-2 0,-1 5 2 16,3 6 5-16,0 3-5 16,0 3 6-16,1-2-1 15,-1-4 3-15,2-5-1 16,-1 0 2-16,-1-5 1 16,2-2 1-16,1-1-1 0,-3-2 4 15,2-1-2-15,-1-2 1 16,-2-2-31-16,-1-7-47 15,-2-1-40-15</inkml:trace>
  <inkml:trace contextRef="#ctx0" brushRef="#br0" timeOffset="19508.59">11978 15534 166 0,'0'0'30'0,"7"-1"-40"0,4-6 6 0,2-3 6 0,5 1-1 16,0-3-33-16,4-3-14 15</inkml:trace>
  <inkml:trace contextRef="#ctx0" brushRef="#br0" timeOffset="19728.75">12342 15415 198 0,'0'0'-8'0,"0"0"-6"16,0 0 16-16,0 0 3 16,0 0-2-16,0 0 1 15,0 0 4-15,46-16-7 0,-30 9 1 16,5-1 0-16,-2 1-1 15,4-2-23-15,2-2-57 16</inkml:trace>
  <inkml:trace contextRef="#ctx0" brushRef="#br0" timeOffset="20000.04">12717 15174 91 0,'0'0'63'0,"0"0"-67"16,0 0-8-16,0 0 10 15,0 0 1-15,0 0-1 16,11 45-3-16,-7-31 4 16,0 5 4-16,0-1 3 15,0 1-2-15,1 2 0 0,1 0-2 16,-3 2-1-16,4 0 0 15,-3 2 3-15,-1 2 1 16,-1 0-12-16,-2-3-19 16,0-2-17-16</inkml:trace>
  <inkml:trace contextRef="#ctx0" brushRef="#br0" timeOffset="20255.93">12736 15549 133 0,'0'0'21'0,"0"0"0"16,0 0-19-16,0 0 1 15,0 0 0-15,0 0-2 16,0 0 2-16,47-36 0 16,-32 29 2-16,-2 0 1 0,1-3-2 15,0 4 1-15,2-1-4 16,-2 3 0-16,-1-2 0 15,0 2 1-15,-1 1-1 16,-2 0-3-16,-5 1-16 16,-1-2-34-16,-4-1 3 0</inkml:trace>
  <inkml:trace contextRef="#ctx0" brushRef="#br0" timeOffset="20526.14">12613 15220 101 0,'0'0'0'15,"0"0"8"-15,50-26 3 16,-24 13-3-16,4-3 2 16,4 2-2-16,2-1-4 0,3 0-1 15,-1-1-5-15,-1-1-50 16</inkml:trace>
  <inkml:trace contextRef="#ctx0" brushRef="#br0" timeOffset="22540.14">5118 16199 145 0,'0'0'8'0,"0"0"-2"0,0 0 0 0,0 0-5 0,0 0 0 15,-37 23-1-15,36-18-1 16,1 1 1-16,0 3-1 16,0 1-1-16,1 2 2 15,5 4-1-15,3 2 1 16,3 6-1-16,6 1 2 16,3 3-2-16,4 2 1 0,2 1-1 15,5 3 1-15,5-2 0 16,1 0-2-16,5 2 1 15,4-2-3-15,6-3 1 16,1 3-1-16,5-1 3 0,3 0 0 16,5-2 1-16,2-1-2 15,5-1 2-15,0-3 0 16,6-1 0-16,3-5-1 16,4-2 1-16,4-5 3 15,3-1-1-15,7-4 0 16,4-4-1-16,4-2 0 0,3 0 1 15,2 0 0-15,2-9 1 16,0-4-1-16,1-5-1 16,-3-2-3-16,-1-4 10 15,-2-2-7-15,0-2 2 16,-4 0-1-16,1 0 1 0,-3 0-1 16,-1-1 0-16,2 1 1 15,1 1 1-15,3-3 3 16,1 4 0-16,3 0-3 15,-1 3-2-15,3 1 1 16,-3 4-1-16,1 1-2 0,-1 1 1 16,0 1 0-16,5 1-1 15,-4 1 1-15,3 1 0 16,0 1-1-16,2 1 1 16,0 3-1-16,-1 3 0 15,1 2 1-15,-4 2-1 0,-3 0 1 16,-1 5-1-16,-4 7 0 15,0 1 0-15,-6 7 0 16,-1 4 0-16,-8 0-1 16,-1 6 2-16,-3 1-1 15,-4 1 0-15,-6 2-1 0,-3 3 1 16,-4 0 0-16,-9 1 0 16,-6 2-1-16,-9-2 1 15,-4-1 0-15,-7-4 1 16,-7-2-1-16,-4-7 1 15,-1-5 0-15,-7-6-1 16,2-6 3-16,-4-6-1 0,3-1 2 16,-2-7 0-16,4-12 1 15,1-6-2-15,4-4-1 16,2-8 0-16,5-1 1 16,8-2-2-16,2 0 1 0,8 1-2 15,1-1 0-15,7 1 0 16,4 1-1-16,5 1 2 15,6 3-1-15,3 4 0 16,6 2 0-16,2 5 1 16,4 6-2-16,3 2 3 15,7 6-3-15,2 5 1 0,3 4 0 16,4 0 1-16,4 10-1 16,3 8 0-16,3 7 1 15,2 4 0-15,1 4 0 16,-2 2-2-16,-1-2 2 0,3 1-1 15,1-5 0-15,-4-3 0 16,3-1 0-16,-4-2 0 16,0-1 0-16,0-1-1 15,-3-1 2-15,-3-4-1 16,2-3 0-16,-5-6 2 16,-1-6-1-16,-8-1 2 0,0-10 0 15,-6-8-3-15,-8-5 1 16,-3-7 0-16,-9-3 2 15,-7-5 0-15,-8-4 8 16,-11-5 3-16,-6-6-3 0,-12-4-6 16,-7-8 0-16,-9-8-3 15,-12-7-1-15,-7-6-4 16,-22-7-41-16,-14-4-117 16</inkml:trace>
  <inkml:trace contextRef="#ctx0" brushRef="#br0" timeOffset="25384.1">16148 8089 148 0,'-6'-7'3'0,"4"0"16"0,1 1 2 0,-1 2-13 15,2 1-4-15,0 2-2 16,0-2-1-16,-2 3-1 16,-2 0-2-16,-1 0-3 15,-4 0-3-15,2 0 3 16,0 4 2-16,1 8-2 0,-2-1-2 15,4 5 2-15,2 2 1 16,2 3-3-16,0 2-1 16,0 4 1-16,2 5 2 15,4 2 4-15,0 3-1 16,1 2 0-16,2 1 2 16,2 3 0-16,2-1-1 0,1 2 2 15,-1 0-1-15,0 3 0 16,-1 1-1-16,-1-1 1 15,1 3-1-15,0-3 0 16,-1 4 0-16,-1 1 1 0,-2 1 0 16,1 7 0-16,-4 0 0 15,-1 2 1-15,1 3-1 16,-2-1-1-16,-1 3 2 16,-1-2-1-16,0 2 0 15,0-2-1-15,2 2 1 0,-3 1 1 16,0-1-1-16,2 3 0 15,-2 3 1-15,0 4-1 16,0 4 0-16,0 2 1 16,0 0-1-16,0 1 0 15,0 1-1-15,0 1 5 16,2-3 0-16,2-2 1 0,3 3-1 16,1 0-3-16,0-2 2 15,1 0 2-15,0 1-4 16,0 4 1-16,-2 2-2 15,1 5 1-15,-4 5 1 16,2 5-1-16,-2 2 0 16,-2-2-1-16,0 4 0 0,0-3 0 15,1-3 0-15,-1 1 0 16,0 3-1-16,0-1 2 16,-1 3-1-16,1 4 0 15,-2 3 0-15,0 5-2 0,0 3-19 16,-3 2-7-16,-3 0 7 15,-3 0 8-15,1-1 10 16,2-3 8-16,-1-2 15 16,3 0 1-16,3 1-1 15,1 0-7-15,0 4-7 16,0-1-4-16,0 5-1 0,5-2 2 16,2 1-3-16,-4 2 0 15,1-4 0-15,-1-1 0 16,1-2 0-16,-1-2 7 15,1-1 5-15,3-3 2 0,4 2-9 16,0-2-3-16,1-3 2 16,5-1-3-16,-2-6-2 15,1-5-4-15,-3-6 5 16,2-7-1-16,-1-4 3 16,1-9 5-16,-3-2 10 0,2-3 1 15,-3-5-1-15,0-2-4 16,0-4-4-16,-1-2-3 15,1-8-5-15,0-2 3 16,-3-7-4-16,-1-2-4 16,-4-11-35-16,-3-11-85 15</inkml:trace>
  <inkml:trace contextRef="#ctx0" brushRef="#br0" timeOffset="26426.97">16222 17178 95 0,'-4'0'32'0,"-2"0"-31"0,2 0 1 16,2 0-2-16,2 0 2 16,-2-3 2-16,2 2 11 0,0-1 9 15,0 0-1-15,0 1-19 16,2 0-3-16,5 1-1 16,3 0 0-16,0 0-2 15,4 5-1-15,-3 4 0 16,5 2-2-16,-3 2 1 15,5 4 1-15,0 0 3 0,4 1 2 16,1 1-1-16,1-1 1 16,1 0 0-16,1-2-1 15,1-4 1-15,-2-1 1 16,0-5-3-16,-1-5-9 0,-1-1-23 16,1-5-21-16</inkml:trace>
  <inkml:trace contextRef="#ctx0" brushRef="#br0" timeOffset="26633.95">16747 17105 179 0,'0'0'4'0,"0"0"22"16,0 0 0-16,0 0-11 0,0 0-12 15,0 0-9-15,-47 10-1 16,29 21-4-16,-4 15 8 16,-11 12-27-16,-3 10-29 15</inkml:trace>
  <inkml:trace contextRef="#ctx0" brushRef="#br0" timeOffset="27650.59">16175 8061 175 0,'0'0'13'0,"0"0"7"0,0 0-19 0,0 0-1 16,0 0 2-16,0 0 1 0,-17 38-1 16,7-22-1-16,-3 7 0 15,-7 4 0-15,0 7-1 16,-11 5 2-16,-3 3 0 15,-4 0-2-15,-1 0 1 16,2-6 2-16,-1-5-2 0,2-3 0 16,3-7 1-16,3-5-6 15,6-5-61-15,0-8-53 16</inkml:trace>
  <inkml:trace contextRef="#ctx0" brushRef="#br0" timeOffset="27944.5">15851 7936 228 0,'0'0'3'0,"0"0"-2"0,0 0-2 16,38-3-1-16,-15 6 0 15,8 7 2-15,6 0 2 16,8 3 1-16,9 2 1 16,10 4-2-16,5 2-2 15,2 0-20-15,2-1-99 0</inkml:trace>
  <inkml:trace contextRef="#ctx0" brushRef="#br0" timeOffset="34067.12">18053 12965 54 0,'2'0'2'0,"-1"0"-1"0,0 0-1 16,-1-1-3-16,0-2 0 15,0 0 2-15,0 0 17 16,0 3 6-16,0-1-4 16,0-1-2-16,0 2-10 15,0 0-1-15,0 0-8 0,0 0 6 16,0 0-3-16,0 0 0 16,0 0-1-16,0 0 2 15,0 0 2-15,0-1 15 16,0 1-9-16,-4-3-7 0,1 2-1 15,-1-1 3-15,-1 1-1 16,1-2 1-16,2 1 4 16,-3-2 0-16,0 3 0 15,3-1-6-15,-4-2-1 16,2 1 0-16,-1 1 0 16,-1 0 1-16,-2-2-1 0,-1 2-1 15,0-1 2-15,1 1 2 16,-4 0 0-16,2-1 1 15,0 2-3-15,1 0-2 16,-1-1 2-16,1 2-1 0,-1 0-1 16,2 0 0-16,-1 0 0 15,-1 0 0-15,0 0-1 16,-2 2 0-16,-1 2 1 16,-2 0 1-16,-2 1-2 15,2 0 1-15,-1-1-1 16,0-1 4-16,1 1-3 15,2-2 2-15,1 2-2 0,-1-2 0 16,0 2 0-16,-1-1 0 16,-3 2 0-16,-2 1 0 15,1-2 0-15,-2 3 0 16,1 0 0-16,-1 1 1 0,2-1 1 16,-1 0-2-16,0-1 1 15,1 1 0-15,-1 0 3 16,1 2-1-16,0-3 2 15,1 4-4-15,-1 0 0 16,1 1 0-16,-1 1-1 0,4-1 0 16,-2 2 1-16,3-3-1 15,-1 3 0-15,2-2-1 16,1 1 1-16,3 0 0 16,-1 1 0-16,-2 0-1 15,4 0 1-15,-1-1 0 0,3 3 0 16,-3-4-1-16,2 2 1 15,0-2-1-15,2 0-2 16,-1 1 5-16,1-1-4 16,0-1 2-16,3 1-2 15,-4-1 3-15,2 1-2 0,1 0 1 16,1 0-1-16,-1 0 0 16,2 1 0-16,-1-1-1 15,1 1 2-15,0 0 1 16,0 0 0-16,-2 0 0 15,2 1 0-15,0 0-3 16,0-1 2-16,0 0 0 0,0 1 0 16,0 1 1-16,0-1-1 15,0 0 0-15,0 0-2 16,0 0 0-16,0-1 2 16,0 2 0-16,0-1 0 15,0-2 2-15,2 1-2 0,1-1 0 16,-1 1-1-16,2-3-2 15,-1 1 0-15,0 0 3 16,0-1-1-16,1 2 1 16,1-1 3-16,0 0-2 0,1 0-1 15,2 1 0-15,0-1 0 16,-2 2 1-16,3-1-1 16,-3 2 1-16,2-2-1 15,-2 0 0-15,1 1 0 16,0 1 0-16,1-2 0 15,2 0 0-15,-1 2 0 0,2-1 0 16,1 0-1-16,1 0 2 16,0 0-1-16,0 1 0 15,2 0 1-15,0-3-1 16,2 3 1-16,1-2-1 16,0 0 0-16,-1 0 1 0,1-3-1 15,1 2 0-15,-2-3 0 16,1 0 2-16,-2-1-2 15,2-1 1-15,-2-1 1 16,-3 0 0-16,1-3-1 16,0 3 0-16,2-2 0 0,1 0 0 15,1 0 0-15,0-1 1 16,0-1-1-16,1 0 0 16,0 0 0-16,-1 0 0 15,1 0-1-15,-2 0 1 16,2 0-1-16,1 0 2 15,-1 0-1-15,0 0-1 0,0-3 2 16,-2-1-2-16,0 0 0 16,-1 1 1-16,2-3-1 15,-2-1-1-15,0 2 2 16,0-4 1-16,-1 2-1 0,1 0 1 16,-1-2-2-16,1-1 1 15,-1-1 0-15,0-2 1 16,0 1-1-16,3-2-1 15,-1-1 1-15,1 1-1 16,0 0 0-16,2-3 1 0,-3 2-1 16,0 1 1-16,-2-1-1 15,-2-1 1-15,-1-1 0 16,1 3-1-16,-2-3 1 16,3 0 0-16,-3-2 0 15,-3 2 0-15,1 0-1 0,-1-1 0 16,-3 2 2-16,-1-4 2 15,-1 2 1-15,0-1-2 16,-1-2 1-16,0 2 0 16,-2-2-2-16,0 3-1 15,2-2 1-15,-2 3 2 16,0-2-2-16,0 4 0 0,0-1 0 16,0 0 0-16,-2 2-2 15,-2-1 3-15,-1-1-3 16,1 3 1-16,0-2-1 15,-2 0 3-15,1 3-3 16,-1-1-3-16,2 0 6 0,0 2-3 16,2-1 0-16,-2 1 0 15,2 0 0-15,0-1 0 16,-1-2 0-16,1 1 0 16,0-2 0-16,-4 0 0 15,2 1 0-15,0-1 1 0,-4 0-2 16,1 0 1-16,-3-1-3 15,-1 2 3-15,-4-2-1 16,1 1 0-16,-6 1-1 16,1 0 2-16,0 1 0 0,-3 0-1 15,2 1 0-15,-1 1 3 16,1 1-6-16,0-1 6 16,0 1-3-16,0 0 3 15,2 0-2-15,0 2 0 16,-1 0-1-16,1 0-1 15,2 2 4-15,0 2-3 0,-2 0 0 16,4 1 0-16,0 1 3 16,-1 1-4-16,1 0 0 15,0 1 2-15,3 0-11 16,1 0-1-16,0 1-4 16,2 5-10-16,2 1-20 0,-1-1-12 15,2-1-1-15</inkml:trace>
  <inkml:trace contextRef="#ctx0" brushRef="#br0" timeOffset="35803.92">16443 14730 33 0,'0'0'20'0,"0"-4"-7"0,0 3-1 0,0-1 4 0,0 1 2 16,0 1-4-16,0 0-5 15,0 0 0-15,0 0-3 16,0 0-5-16,1 4 3 0,0 2-1 16,1 0-1-16,0 1-2 15,1-2 7-15,-1 2-6 16,0-2-8-16,1-1 14 15,0-4-9-15,1 4-2 16,2-4 5-16,5 0 23 0,3-4-2 16,6-6 33-16,14-8-42 15,8-7-8-15,12-6-1 16,7-10-1-16,14-4 1 16,6-8-12-16,3-8-98 0</inkml:trace>
  <inkml:trace contextRef="#ctx0" brushRef="#br0" timeOffset="38794.01">17612 14361 78 0,'-4'0'1'0,"-1"-3"5"0,2 2 0 0,-1 0 0 0,4-1-3 16,-2 2 3-16,0-1 0 0,2 1 9 15,0 0-4-15,0 0-8 16,0 0-4-16,-1 0 0 16,1 0 2-16,-1 3-2 15,-1 2 0-15,1 2 1 16,0-1-2-16,-1 1 5 16,1-1-3-16,1 1 5 0,0 1-4 15,0 1 0-15,0-1 0 16,1 0-1-16,3 1 0 15,2 0-1-15,0 1 0 16,-1-1 1-16,2 0 0 16,-1 0 0-16,1-1 0 0,3 0-1 15,-3 1 1-15,1-2 1 16,2 0-1-16,1-1-6 16,0 0 5-16,2 0 8 15,0-1-5-15,1 1 0 16,2-1-2-16,0 0 2 0,0-1-1 15,3 2 0-15,-4 0 0 16,2-2 0-16,1 0-1 16,1-1 0-16,-2 1 2 15,-2-1-2-15,1-3-2 16,-1 0 0-16,1 0 1 16,-1 0 0-16,1 0 2 0,1-6 0 15,3 1 0-15,-1-2 2 16,2 0-3-16,1-1 2 15,-2 0-3-15,1-1-2 16,0 2 3-16,0-1-1 0,2-2 0 16,-3 1 3-16,1 0 2 15,-2 0-3-15,2-1 0 16,-4 1 0-16,-1 1 2 16,0-2-3-16,0 0 0 15,2 1 0-15,-3 1 0 16,2-1 0-16,1 0 0 0,3-1 1 15,-2 1-1-15,2-1 0 16,0 0 0-16,1 0 0 16,-1 0 0-16,1 2 1 15,-2-1 4-15,1 2 3 16,0-1-3-16,-1 2-4 0,-1-2 0 16,0 1 0-16,1 2 0 15,0-2-1-15,1 0 1 16,3-2-1-16,0 2 1 15,-1-3-1-15,0 2 0 16,3 2 1-16,-1-1 0 0,-4 0 4 16,2 1-3-16,2 0 1 15,-3 2 0-15,2 0 1 16,1 0-2-16,-2 1-1 16,0 0 0-16,1 3 1 15,2-1-1-15,-1 1 3 0,-1 0 0 16,3 0-1-16,0 0-2 15,-2 1 1-15,0 6-2 16,1-1 0-16,-4 2 0 16,-1 1 1-16,3-1-1 15,-4 2 0-15,-2-1 0 0,0 2 0 16,-3-1 0-16,-1 3 2 16,-3-3-1-16,-1 1 0 15,-3 1-1-15,-1-1 0 16,-2-1 0-16,-2-2 0 15,0 1-1-15,-2-1 1 0,0-3 1 16,0 0 0-16,0-2 2 16,-2-1 4-16,0-2-2 15,0 0-1-15,1 0-1 16,0-4-1-16,-1-2-1 16,2-1 3-16,0-2 0 0,0-1-6 15,0 2 0-15,2-2 4 16,4 0-1-16,1-1 0 15,4 2-1-15,1 0-1 16,1 1 1-16,3 0 0 16,0 2 0-16,1 0-1 0,1 0 1 15,-1 3 0-15,3-1-1 16,1 1 1-16,1 1-1 16,1 0 1-16,4-1-1 15,0 3 1-15,2 0 0 16,2-2-1-16,0 2 1 15,3 0 0-15,1 0 0 0,0 0 0 16,5 2 0-16,-1 3 0 16,1 2 0-16,-2 1 0 15,-1 2 0-15,-1 1-2 16,-1 1 2-16,-2 1-1 16,1 3 1-16,2-3 0 0,1 3 0 15,4-2 0-15,1 2 1 16,1-2-1-16,4 0 0 15,3 0 0-15,0-1 0 16,1-2 2-16,2-2-2 16,0 0 0-16,1-4 0 0,0-2 0 15,-1-3 1-15,-2 0-1 16,1-1 4-16,0-8 4 16,-2-5 0-16,-2 1 0 15,-4-4 1-15,-2-1 0 16,-6-4-1-16,-6-2-3 0,-5 0 2 15,-7-3 1-15,-2-2 1 16,-5 0-2-16,-3-2 1 16,-4 2-6-16,-2-1 0 15,-2 4-2-15,0 2-4 16,-11 5-25-16,-12 5-8 0,-11 2-57 16</inkml:trace>
  <inkml:trace contextRef="#ctx0" brushRef="#br0" timeOffset="39627.44">19108 15230 148 0,'0'0'4'0,"0"0"32"0,0 0-15 16,0 3-19-16,0 3-3 15,2 4 1-15,1 1-1 0,1 3 3 16,0 1-2-16,1 2 1 15,0 0-1-15,0-2 1 16,0-2-1-16,-1 0 0 16,1-3 1-16,-2-2-1 15,0-3 0-15,-1-2 1 0,-1-2-1 16,-1-1-1-16,0 0 4 16,0 0 2-16,0-7-3 15,-3-3-7-15,-1-3 3 16,-1-4 0-16,2-1-2 15,1-4 4-15,1-1-6 16,1-4 6-16,0 2 10 0,3-2-3 16,6 3-6-16,1 0 3 15,1 4-2-15,1-1 0 16,2 4-1-16,-1-2 1 16,0 4-2-16,1 0 0 0,-3 4 0 15,2 1 0-15,-2 3 1 16,-5 1 1-16,3 5-1 15,-3-1 0-15,2 2-1 16,-3 0-2-16,3 6 1 16,-3 7 3-16,2 3 0 0,-3 3 1 15,1 3-2-15,1 0 3 16,1-1-3-16,1 0-1 16,0-2 0-16,-1-2 0 15,4-1 0-15,-5-2 0 16,1 2 0-16,-1-3 0 15,-2-2 2-15,1-1-2 0,-5 3-8 16,0-5-45-16,0-1-10 16,-12-4-40-16</inkml:trace>
  <inkml:trace contextRef="#ctx0" brushRef="#br0" timeOffset="39803.94">19171 15266 171 0,'0'0'1'0,"0"0"-2"0,0 0 3 15,53-30-7-15,-25 19-3 16,6 1-4-16,-1-1-21 16,4 0 4-16,-3 0-44 15</inkml:trace>
  <inkml:trace contextRef="#ctx0" brushRef="#br0" timeOffset="40124.04">19636 15089 170 0,'0'0'17'0,"0"0"14"16,0 0-14-16,0 0-13 16,0 0-5-16,0 0-2 15,0 0 3-15,0 0-1 16,-10 36-1-16,10-23 1 16,2 4 1-16,3 3-2 15,-1-2 2-15,1 0 0 0,-1 0 2 16,0-2-2-16,-1-2 0 15,1-1-5-15,-2-3-10 16,-2-3-17-16,0-2-11 16,0-5-11-16</inkml:trace>
  <inkml:trace contextRef="#ctx0" brushRef="#br0" timeOffset="40460.04">19627 15145 99 0,'0'0'5'0,"0"0"5"0,0 0 0 16,0 0-5-16,48-17-4 16,-31 17 2-16,1 0-1 15,3 1-2-15,-1 7 1 16,1 0-1-16,1 2-1 16,-3 1 4-16,-1 0-1 0,-1-2-1 15,-4-1 2-15,-2-3-3 16,-1-2 1-16,-5-1 2 15,0-2 9-15,-3 0 21 16,-2 0 14-16,0-8-12 16,0-2-20-16,0-4-6 0,-5-1-2 15,-2-1-2-15,-3-1-1 16,3-2-2-16,-1 2 0 16,0 0-1-16,5 3-3 15,0 0-10-15,3 2-25 16,0 0-69-16,0 1-57 0</inkml:trace>
  <inkml:trace contextRef="#ctx0" brushRef="#br0" timeOffset="40729.01">20076 15013 128 0,'0'0'10'0,"0"0"9"0,0 0-13 0,0 0-1 16,-1 44-1-16,1-27-4 16,0-2 1-16,0 1 1 15,0-3-1-15,3 2 0 0,-1-3-4 16,2-2-10-16,0 0-10 15,-3 0-6-15,2-3-22 16</inkml:trace>
  <inkml:trace contextRef="#ctx0" brushRef="#br0" timeOffset="41171.05">20088 15047 33 0,'0'0'-5'16,"0"0"10"-16,0 0-2 15,0 0 13-15,0 0 10 16,23-38-2-16,-17 36-11 16,1 0-7-16,1 2-1 15,2 0-1-15,-1 0-2 0,3 2-2 16,-1 4 1-16,3 1-4 15,0 5 3-15,3 0 4 16,0 0 0-16,1 0-3 16,0 1 1-16,2-3-2 15,-1-1 0-15,-2-2 4 0,1-1 1 16,-3-3-1-16,-1-1-1 16,-3 0 2-16,-2-2 0 15,-2 0 10-15,-2-5 19 16,-3-5 2-16,-1-4-12 15,-1-1-9-15,0-4-5 0,0-1-6 16,-3-1-2-16,-2 0-1 16,-2-1 0-16,2 1-1 15,1 3 1-15,1 0-2 16,1 6-11-16,0 0-31 16,-2 4-45-16</inkml:trace>
  <inkml:trace contextRef="#ctx0" brushRef="#br0" timeOffset="41748.43">19429 15594 72 0,'0'0'12'0,"0"0"-2"0,41-13-3 0,-17 4-1 0,3-2 2 16,4-3 6-16,3 3 1 15,6-5 11-15,4 3 6 16,2-1-9-16,2 0-9 0,1 1-10 15,3 1-2-15,0-1 1 16,2 1-3-16,-1 1 1 16,-1-2-1-16,1 3 0 15,-6-1 1-15,3 0-1 16,-4 0 4-16,4 0-1 0,-1 3-1 16,-2-1 0-16,-2 2 1 15,-5 0-1-15,-3 1-2 16,-8 4-8-16,-9 0-12 15,-8 2-5-15,-6 0-2 16,-6 2-17-16,-10 7-2 0,-14 3 12 16</inkml:trace>
  <inkml:trace contextRef="#ctx0" brushRef="#br0" timeOffset="42103.02">19717 15611 95 0,'41'-7'4'0,"0"-6"18"0,1 3 6 0,4-1 8 0,-1 0-3 16,2 1-12-16,-1 0-4 16,0 3-8-16,-2-1-4 15,-2 3-1-15,0-2-2 0,-2 1 0 16,3-1 0-16,-4-2-15 15,-3 1-44-15,-3-5-64 16</inkml:trace>
  <inkml:trace contextRef="#ctx0" brushRef="#br0" timeOffset="43064.01">17762 13874 6 0,'0'0'38'0,"0"0"-6"0,0 0-9 0,0 0 5 15,0 0 4-15,0 0 0 16,0 0-12-16,0 0-8 0,0 0-3 16,0 0-4-16,0 0-4 15,0 0-1-15,18-37 0 16,-14 37 0-16,1 0 0 16,-2 0-1-16,2 0-1 0,2 2-2 15,-2 4 2-15,2-1 2 16,0 1 2-16,1-1-2 15,-2-2 0-15,2 1 0 16,-1-4 0-16,1 0 0 16,3 0 3-16,3-11-1 15,3-6 2-15,8-7 1 0,4-6 0 16,9-5-1-16,5-5-3 16,8-6 1-16,9-6-3 15,1-8-45-15</inkml:trace>
  <inkml:trace contextRef="#ctx0" brushRef="#br0" timeOffset="45369.42">17906 8899 150 0,'-2'0'-21'15,"1"0"32"-15,-1-6 14 0,1 3-18 0,-1-2-2 16,-4-1-2-16,-1-1 3 15,-1 1-3-15,0 0 3 16,-3-1 3-16,0-1-1 0,0 2-3 16,0-2 1-16,0 2-4 15,-1 0 0-15,-1-1-1 16,-1 2-2-16,-1 0 2 16,-5 2-1-16,2 1 0 15,-5 2 0-15,1 0 0 0,-5 0-2 16,-2 5 0-16,-3 7-5 15,0-1-7-15,2 3 6 16,-1 3 6-16,0 2 2 16,2 1 0-16,0 4 0 15,2 2 0-15,1 3 0 0,0 5 0 16,1 0 2-16,3 3-2 16,0 2-2-16,2 3 2 15,0-2 0-15,5 4 0 16,0 1 0-16,4 4 0 15,3 0-1-15,1 1 1 16,3 0 0-16,3-3 0 0,1 0-1 16,0-2 0-16,3-1 0 15,6 2-1-15,2-1 1 16,2 2 2-16,5-2-1 16,2 2-1-16,2 0 1 0,5-2 0 15,1-2 0-15,5 1 0 16,4 0 0-16,4-3 1 15,1 1-1-15,4-4 3 16,2-3-3-16,4-2 1 16,0-3-2-16,1-5 1 15,4-3 0-15,-2-4 0 0,-1-6 1 16,-1-3 8-16,-2-7 6 16,1-2 5-16,-5 0-6 15,4-2-9-15,-4-9 6 16,0-2-2-16,-5-2-4 15,-1-4-2-15,-8-2 1 0,-5-5 4 16,-3-3 1-16,-2-7 1 16,-4-1 1-16,-2-3-5 15,-1-4-2-15,-1 0-2 16,-1-2 0-16,-3 0 0 16,0 0-1-16,0-2 0 0,-5 1 1 15,-1-2-1-15,-2 0 0 16,-3 1 0-16,0 1 1 15,0 2-1-15,-1-1 0 16,-8-2 0-16,0 1 1 16,0-1-2-16,-3-2 1 0,-1 0 1 15,-1 2-2-15,-1 3 2 16,-2 1 0-16,-2 1-2 16,-4 0 0-16,-4 2 0 15,-4 2-2-15,-5-1-2 16,-7 3-1-16,-6 3 1 0,-5 5 3 15,-6 7-9-15,-9 3-12 16,-11 4-20-16,-8 0-79 16</inkml:trace>
  <inkml:trace contextRef="#ctx0" brushRef="#br0" timeOffset="47152.08">20805 12900 27 0,'2'7'15'0,"0"-2"-12"0,1 1-1 16,0 1-1-16,0 1-1 0,-1-2 1 16,1 0 3-16,0-4 9 15,2-1 2-15,-4-1 4 16,3 0 11-16,2 0 1 15,1-3-5-15,4-7-13 16,5-3-11-16,4-4 1 0,2-4-2 16,7-3 2-16,6-7-6 15,0-8-42-15,5-7-78 16</inkml:trace>
  <inkml:trace contextRef="#ctx0" brushRef="#br0" timeOffset="48923.17">20540 9156 79 0,'0'0'9'0,"0"0"17"0,0 0-6 0,0 0-13 15,0 0-3-15,0 0-3 16,0 0 0-16,0 0-1 0,0 0 1 15,0 0 0-15,-10-37 0 16,9 31 11-16,-1 1-3 16,0 2-6-16,-3-3-1 15,3 2-1-15,-2 1-1 16,-1-1 0-16,-1 1 0 16,1-3-1-16,-2 3 8 0,0-1-5 15,-2-1 0-15,-1 0 2 16,2 0 1-16,-5 0-2 15,1 0-1-15,-2 0-2 16,0 1-1-16,-2 0-1 16,-2 1-3-16,-1-1 3 0,0 1 1 15,1 0 1-15,-1 2 0 16,-1-1 1-16,1 2-1 16,1 0 1-16,-1 0-1 15,-1 3-1-15,-2 6 2 16,1 0-1-16,-2 3-1 0,-1 2 0 15,1 2-1-15,-3-2-1 16,3 4 0-16,-1-1 1 16,4 2 2-16,2-1 0 15,0 2 0-15,3 3 0 16,-1 0 0-16,3 2-1 0,1 5 0 16,0 1 1-16,2 3-1 15,0 0 0-15,2 1 1 16,2 0-1-16,3-4 1 15,-1-1 0-15,4-3-1 16,0 0 1-16,0 1 0 16,4 0-1-16,3 1 2 0,2 0-1 15,4 2-1-15,-2 0 1 16,2-1 0-16,1 3 1 16,-2-2 0-16,5 0-1 15,-2 0-1-15,2 1 1 0,0-4 0 16,5 0-1-16,-1-2 1 15,4-2-1-15,-1-4 0 16,3 3 2-16,0-5 0 16,2 2 2-16,0-3-1 15,0-1-1-15,2 1 2 0,2-4-2 16,2-2-1-16,2-1 0 16,2-4 0-16,0-2 1 15,1-4 8-15,-1 0-4 16,-1-4 5-16,-1-5-2 15,1-2 2-15,-3-4 1 16,2-2-4-16,-3-1 0 0,-1 0-3 16,-1-4 2-16,-3 1 0 15,-3-3 2-15,-2 1-1 16,-5-4 0-16,-3 2-4 16,-1-1 0-16,-4-3 0 15,-2 1 0-15,-4-3 1 0,-1-2 1 16,-4-2 0-16,0-1 0 15,0-4 0-15,0 1 2 16,0 0-2-16,0 0 0 16,-4-4-1-16,1 2-2 15,-2 0 1-15,3-2-2 0,-5 3 2 16,1 3-2-16,-2 0 2 16,-3 3-1-16,-1 6 0 15,-1-1-2-15,-3 4 1 16,-2 2 1-16,2 3-2 15,-3 2 3-15,3 1-3 0,-2 1-1 16,2 3 1-16,2 2-2 16,-1 0 1-16,-3 2-3 15,4 4-1-15,-3 0 9 16,2 4-7-16,-1 0 0 16,2 1 1-16,0 0 0 0,1 0 2 15,-2 0 1-15,4 3-1 16,0 2 1-16,-1-1-2 15,-1 3 2-15,0-1-2 16,0 1 1-16,1 0 0 16,0 0 0-16,2 0 0 0,2 2-1 15,3-2-19-15,4 1-20 16,1-5-11-16,0-1-30 16,0-2-24-16</inkml:trace>
  <inkml:trace contextRef="#ctx0" brushRef="#br0" timeOffset="49379.15">20543 8913 94 0,'0'0'2'0,"0"0"6"0,0 0-2 0,0 0-6 15,0 0-2-15,0 0 3 0,0 0-1 16,0 0 1-16,0 2-1 15,0 0 0-15,0 1 0 16,0 1 1-16,0-2-1 16,0 2 0-16,0-1 0 15,1-2 1-15,0 2-3 16,0-3 3-16,1 0 7 0,1 0 19 16,2 0 14-16,0-10-9 15,3 0-13-15,5-7-8 16,1-1-2-16,2-6 0 15,8-5-2-15,5-5 1 16,9-10-5-16,5-7-2 0,2-17-20 16,3-13-167-16</inkml:trace>
  <inkml:trace contextRef="#ctx0" brushRef="#br0" timeOffset="53858.34">16439 11539 79 0,'0'0'3'0,"-2"3"-3"0,-2-2-22 0</inkml:trace>
  <inkml:trace contextRef="#ctx0" brushRef="#br0" timeOffset="54691.99">15697 15513 92 0,'0'0'5'0,"0"0"6"0,-9-41 6 0,6 28-1 0,3-1 2 16,0 1 3-16,-2 0-2 15,2 3 5-15,0 0-5 0,-2-1-10 16,2 5-8-16,-4-1 0 16,2 4-1-16,0-1 1 15,-1 1 1-15,1 3 6 16,-3 7-6-16,2 11-1 15,2 11 1-15,-2 8 0 16,3 11 1-16,0 5-3 0,9 5 1 16,1 3 0-16,0 3-1 15,2 0 0-15,-5-6 0 16,2-4-1-16,-3-7-3 16,1-10-8-16,-4-8-18 15,1-14-34-15,0-11-34 0</inkml:trace>
  <inkml:trace contextRef="#ctx0" brushRef="#br0" timeOffset="55390.67">15715 15449 190 0,'0'0'8'0,"0"0"22"0,0 0 0 16,-9-38-20-16,9 31-8 15,4-2-1-15,6 2-1 16,3 1 3-16,5-3-3 16,3 1 0-16,7-2 1 0,7 0-5 15,4-1 8-15,5 1-4 16,0-1 1-16,2-1-15 15,0 2 21-15,-5 1-5 16,-4 0-1-16,-3 1-1 16,-4-1 0-16,-1 2 0 0,-4-1 2 15,-1 3-2-15,-4-2 0 16,-3 3 0-16,-5 1-3 16,-3 1-3-16,-3 2 0 15,-4 0-4-15,-2 3 0 16,0 7 10-16,0 6 1 0,-7 4-1 15,1 5 0-15,-1 4 1 16,1 2-1-16,2 2 1 16,2 2-1-16,2 2 0 15,0-1 0-15,0 3 0 16,6 2 0-16,-1 4 1 16,3 3-2-16,-3 3-3 0,2 0-5 15,1 2-8-15,-3-4 4 16,1-6 9-16,-3-4 5 15,2-7 1-15,-1-5 0 16,-2-3 3-16,-2-4 2 0,0-2-3 16,-8-2-2-16,-5-2-1 15,-6 0-2-15,-6-2 4 16,-6 1-2-16,-8-2-2 16,-2-1-3-16,-2-2 0 15,-6-2 3-15,1-2 2 16,-3-1-1-16,2-1 5 0,0-2 1 15,2 2-3-15,4-2-2 16,5 0-1-16,4 1-4 16,8-1 1-16,4 0-22 15,8-9-69-15</inkml:trace>
  <inkml:trace contextRef="#ctx0" brushRef="#br0" timeOffset="55738.68">15817 15310 222 0,'0'0'6'0,"0"0"0"0,0 0-9 0,0 0 7 15,-3 58-2-15,5-21-3 0,2 8 3 16,-2 7-1-16,0 5 0 16,1 2-2-16,-1 2 2 15,0-1-1-15,0 1 0 16,-2-4-2-16,0-3-19 15,0-6-7-15,0-5-12 16,0-9-3-16,0-13-38 0</inkml:trace>
  <inkml:trace contextRef="#ctx0" brushRef="#br0" timeOffset="56058.84">16004 15357 144 0,'0'0'2'0,"0"0"3"16,-19 61 5-16,15-28 3 15,2 6-7-15,2 8-1 0,0 7-1 16,0 7-2-16,0 2-1 16,1-1-1-16,4 1 0 15,-3-8 1-15,0-6-2 16,-1-10 1-16,0-5-1 16,0-10-8-16,-1-11-23 0,0-8-48 15</inkml:trace>
  <inkml:trace contextRef="#ctx0" brushRef="#br0" timeOffset="56316.03">16025 15279 158 0,'0'0'7'0,"0"0"1"0,0 0-6 16,-11 52 2-16,9-13 0 16,2 6 8-16,0 6-6 15,0 6-4-15,0 0-1 16,0-3-1-16,2 0 1 0,1-4-1 16,-3-5-2-16,0-9-19 15,-3-10-44-15</inkml:trace>
  <inkml:trace contextRef="#ctx0" brushRef="#br0" timeOffset="56579.06">15654 15657 315 0,'0'0'1'0,"0"0"-2"16,0 0-9-16,19-39 7 0,5 25 3 15,7-3 2-15,7 0 0 16,4 1-3-16,5-2 3 16,6 2 0-16,0 3-1 15,2-1 0-15,-1 4-1 16,-2 0 0-16,-5 2-14 0,-4 1-5 16,-6 1-9-16,-8 4-4 15,-9 2-1-15,-10 0-23 16,-10 6-57-16</inkml:trace>
  <inkml:trace contextRef="#ctx0" brushRef="#br0" timeOffset="56814.23">15729 15845 237 0,'0'0'-13'0,"0"0"13"0,0 0-51 15,0 0 11-15,0 0 40 16,0 0 3-16,54-23 28 16,-17 5 2-16,3 1-1 15,8-1-8-15,2-1-12 0,4 2-9 16,0 3-2-16,-3 1-1 16,-2 5 0-16,-9 1-29 15,-8 5-76-15</inkml:trace>
  <inkml:trace contextRef="#ctx0" brushRef="#br0" timeOffset="56985.15">15864 16186 228 0,'0'0'1'0,"0"0"-52"0,0 0 40 16,46-10 11-16,-9-12 6 15,6-7-5-15,6-5 1 16,-1-6-49-16</inkml:trace>
  <inkml:trace contextRef="#ctx0" brushRef="#br0" timeOffset="57704.09">16253 15634 106 0,'0'0'0'16,"0"0"3"-16,0 0-1 16,0 0 1-16,0 0 4 15,0 0 0-15,0 0 1 16,0 0 11-16,0 0 10 0,-17-14-3 15,14 14-7-15,3-2-6 16,-2 2-8-16,2-2-3 16,-3 1-4-16,2-2 3 15,-1-1-4-15,1 0 2 16,-1-3 0-16,0-2 2 16,0-1-1-16,2-2-1 0,0 0 2 15,0-5 0-15,0-1-1 16,7-4 0-16,3-2-6 15,2 1-6-15,3-2 0 16,1-1 6-16,-1 2-1 16,4 3 9-16,-2 1 0 0,2 2 8 15,0 1 9-15,1 1 0 16,-2 2-9-16,2-1-6 16,0 3-3-16,3 0 0 15,0 1 0-15,1 1-1 16,4 2 1-16,4 1-1 0,0 2 0 15,4 2 0-15,0 0 0 16,1 2 0-16,-3 1-1 16,-1 0 1-16,-4 0-1 15,-4 0 1-15,-6 0 0 16,-2 0 0-16,-4 1 0 16,-1 0 0-16,-6 1 0 0,-2-1 0 15,-4 0-20-15,0-1-42 16,-5 0-26-16</inkml:trace>
  <inkml:trace contextRef="#ctx0" brushRef="#br0" timeOffset="58125.04">16783 15091 112 0,'0'0'2'0,"0"0"4"0,0 0-3 0,0 0 0 15,0 0 6-15,0 0 1 0,0 0-1 16,0 0-1-16,40-21 2 16,-34 21-2-16,-1 0-4 15,2 0-2-15,-2 0 0 16,1 4 0-16,-1-1-1 15,2 3 0-15,-2-2 0 16,0 0-1-16,0-1 2 0,-3 1-1 16,0 2-1-16,-1-3 2 15,-1 0-2-15,0 1 1 16,0 0 5-16,0 3-1 16,0 1 2-16,-5 1 3 15,-3 4-5-15,-1 3-1 0,-3 5-2 16,1 6-2-16,-5 4 0 15,0 12 0-15,-4 5 1 16,-3 5-2-16,-2 3-49 16,-5 1-136-16</inkml:trace>
  <inkml:trace contextRef="#ctx0" brushRef="#br0" timeOffset="59235.08">16689 15743 200 0,'1'0'4'0,"0"2"-7"0,2 0 1 15,0 1 1-15,2-1-21 16,-2-2-40-16</inkml:trace>
  <inkml:trace contextRef="#ctx0" brushRef="#br0" timeOffset="62132.44">17323 8246 61 0,'-21'-10'5'0,"1"-2"13"0,2 4-3 0,0-2 1 0,1 0-1 15,0 3-1-15,4 0-6 16,-3 1-1-16,1 4-5 0,-4 2-1 16,-1 0-1-16,0 2-1 15,-2 11 1-15,-3 4 0 16,-1 3-3-16,0 7-3 15,1 2 0-15,0 4 0 16,2 3 0-16,-1 5 4 16,6 0-2-16,-4 6-2 0,3 1-5 15,0 5-1-15,-2 3 3 16,-1 2 8-16,0 1 1 16,-2 2 1-16,-1 3 3 15,2 4 1-15,1 2-1 16,-1 6-1-16,1 8-3 0,0 6 1 15,4 1-1-15,-3 2 0 16,4 5 0-16,1 3 0 16,1 0 1-16,1 6-1 15,3 6 0-15,-1 2 1 16,6 4 2-16,-1 2 7 0,5 3 3 16,2-1 0-16,0-2-1 15,0 3 3-15,9-1 1 16,5 1 2-16,4 2-13 15,6 5-3-15,5 2-1 16,0 4 0-16,4 3 0 0,4 1-1 16,2 2 0-16,0-1 0 15,3-4 2-15,0 3-2 16,1-1 0-16,0 0 1 16,2 4-1-16,1-2 1 15,0 5-1-15,0-1 0 0,3 0 0 16,-2 2-1-16,5-5 1 15,2 1 0-15,6 1 0 16,4-2 0-16,3 5-1 16,2-9 1-16,7 3 0 15,2-3 0-15,3-7 1 0,1-4 3 16,3-9-2-16,5-3 5 16,-2-11 5-16,1-7-1 15,4-9 2-15,2-5-6 16,1-9 3-16,0-7-3 15,2-4-1-15,5-6-2 16,-4-4 1-16,7-5 4 0,4-7-3 16,2-5-1-16,0-8-3 15,4-7-1-15,3-6-1 16,-1-6 0-16,-1-8 1 16,-1-2-1-16,0-5 0 0,-1-10 0 15,2-5 0-15,-5-6 0 16,0-4 4-16,-1-4 5 15,0-1-1-15,-5-5 1 16,-3-4-2-16,-1 0 1 16,-6-7-3-16,-2-3 0 15,-4-6-1-15,1-4-3 0,-4-8 1 16,-3-5-2-16,-1-5 0 16,-1-6-6-16,-4-5-8 15,-5-2-3-15,-5-2 3 16,-3-2-1-16,-7-2 2 15,-4-1 7-15,-5 0 6 0,-3-5 1 16,-4 2 5-16,0 0 1 16,-2-3 2-16,-1-4-4 15,2-3-3-15,-2-4-2 16,0-3 0-16,1-3-1 16,-3 1 2-16,-4-1-1 0,-4 1 3 15,-5 2 2-15,-4 3-1 16,-4 1-1-16,-3-3 13 15,-5 1-14-15,0-2-10 16,-3-1-7-16,-2-2 4 16,0 0 2-16,-1 0 3 0,-2-2 4 15,0 1 1-15,0 0 1 16,0 1 2-16,-7 2-1 16,-5 2 0-16,-2-1 3 15,-4 4 3-15,0 0 1 16,-4 0-1-16,-1-1 2 15,2-2-7-15,0 0-2 0,-1-2 0 16,-1 3 0-16,-2 5-2 16,-3 3-3-16,-3 4 1 15,-3 8 3-15,-7 3 2 16,-1 3 1-16,-7 2 0 16,2 5-1-16,-4-1 1 0,-1 1-1 15,-1 1 2-15,-3 5 2 16,0 0-2-16,-1 1-2 15,-1 2 3-15,1 4-3 16,-5 2-1-16,1 7 0 0,-6 1-1 16,1 4-6-16,-2 7 2 15,-4 4-2-15,-4 3 2 16,0 4 1-16,-4 2 3 16,2 6-1-16,-1 3 1 15,-2 1-1-15,0 4 4 0,0 2-2 16,3 3-2-16,-3 1 5 15,-1 0-3-15,3 5 4 16,0 0-1-16,2 4-2 16,0 0 0-16,0 2 0 15,2 2-1-15,-1 1 0 16,2 0 0-16,-2 2 0 0,1 0 1 16,1 1-1-16,3-1 0 15,2 1 0-15,1 0 0 16,5 3 0-16,-1 0 1 15,3 0-2-15,0 0 1 16,1 0 1-16,-2 5-2 0,0 3 1 16,3 0 0-16,-3 3-1 15,4 0-1-15,0-1 0 16,2 1 2-16,2-1-1 16,2 1 1-16,0-3 1 15,0 0-1-15,2-2 0 0,-2-1 1 16,-1 1 0-16,-1-2 1 15,-5 2 3-15,-4-1-2 16,-7 4-3-16,-14 3 0 16,-17 0-7-16,-24-2-52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12:03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2177 3975 46 0,'0'-2'4'0,"-4"0"2"0,0 0-1 0,-4 2-3 0,2 0-1 15,-1 0-1-15,3-1 2 16,-4 1-2-16,2-2 1 16,0 0 3-16,1 0 2 0,1-1 5 15,-1 0 0-15,3 2-7 16,-1-2-1-16,1 3-2 15,0 0 0-15,0 0-2 16,-1 0 0-16,-1 0-1 16,0 1 2-16,-3 5-1 0,-4 1 0 15,2 2-1-15,-2 2 3 16,-1 2-2-16,-3 1-2 16,1 3 5-16,-1 2-2 15,-3-1 0-15,3 6 0 16,-2-1 0-16,2 1 1 0,1 2-1 15,1 2-1 1,0 3 1-16,4-2 1 0,0 1 0 16,1 1-1-16,2-1 1 15,0 2-1-15,2 2 0 16,1-1 0-16,1 2 1 16,0 1-1-16,2 1 0 0,0-1 0 15,0-1 0-15,0-1 1 16,6-2-2-16,3 1 1 15,1 0 1-15,0 1-2 16,1 0 2-16,3 3-1 16,1 2 0-16,0-1 0 0,2 0 0 15,3 2 0-15,5-3 0 16,0 0 2-16,1-2-2 16,5-2 0-16,0 3 0 15,4-2-2-15,-2 0 4 16,-1-1-2-16,1 0 1 0,-2 1-1 15,-2-1 1-15,-4 0-2 16,-1 1 2-16,-2 0-1 16,-3 5 0-16,-4 3 0 15,-1 2 0-15,-8 6 0 16,-4 0-1-16,-2 2 1 0,-2 2 1 16,-12 4-1-16,-5 2 1 15,-2-2 0-15,-5 2 2 16,1-2-2-16,-1 0 1 15,-1-5 1-15,2-5-1 16,2-2-1-16,3-4 0 0,2-5-1 16,4-3 1-16,6-4-1 15,1-6 1-15,3 0 0 16,4-5 0-16,0-2 1 16,7-2-1-16,3-3 1 15,7-1 1-15,3-1-1 0,-1 1 1 16,6-2 1-16,0 1-1 15,0 1 0-15,-1 2-2 16,-2 3 0-16,-1 4-1 16,-4 5-1-16,-3 5-1 15,-5 5 2-15,-3 5-1 16,-6 7 2-16,0 6-1 0,-4 8 0 16,-11 5 1-16,-4 7 0 15,-6 5 1-15,-4 10 0 16,-2 6 1-16,-2 2 2 15,1 4 6-15,1 0-5 16,4 3-3-16,6-5-2 0,7-3 0 16,7-3-1-16,7-1 1 15,7-2 0-15,18-6 0 16,12 4 1-16,19-4 0 16,23-3-2-16,19-10-7 0,23-15-55 15</inkml:trace>
  <inkml:trace contextRef="#ctx0" brushRef="#br0" timeOffset="10233.98">2667 11137 99 0,'0'0'3'0,"0"0"12"0,0 0 5 16,0 0-7-16,0 0-1 16,0 0-1-16,0 0-4 15,0 0-1-15,0 0-4 16,-39-30-1-16,37 30-1 15,0 0 0-15,0 0-3 0,-3 0 3 16,1 8-1-16,-5 3-2 16,-2 9-1-16,-4 3 2 15,-2 6 1-15,-2 8 2 16,-2 3-3-16,-1 5 4 16,0 5-1-16,-3 1-1 15,3 4 1-15,1 1-1 0,2 4 0 16,3-1 0-16,3-3 1 15,3-2-1-15,4-5 0 16,6-2 0-16,0-5 0 16,6 0 0-16,8-1 0 15,5-4 1-15,4 0-1 0,4-3 0 16,4-3 0-16,5-5 0 16,1 0 0-16,2-2-1 15,1-3 2-15,0 0-1 16,1 2 0-16,-3 1-2 15,-2 2 2-15,-3 2 1 0,-2 4 0 16,-6 6-1-16,-4 0 0 16,-6 6-1-16,-9 6 1 15,-6 5 1-15,0 6 1 16,-11 3-1-16,-11 4-1 16,-2 4-1-16,-7 3-2 0,-2-1-2 15,0 0-3-15,2-2 0 16,2-4 1-16,5-7 3 15,3-4 2-15,5-7 1 16,10-8 1-16,3-3 0 16,3-7 0-16,12-5 0 0,6-3 0 15,6-5 1-15,1 1 0 16,4 3 2-16,0 5 0 16,-3 7-1-16,1 16-2 15,-6 16 0-15,-5 13 3 16,-7 19-1-16,-9 12 2 0,0 12 0 15,-14 8 3-15,-3 3 1 16,-2-1-2-16,0-5 4 16,4-7-4-16,9-8 1 15,6-6-3-15,9-5-2 16,22-5-1-16,16-11-1 16,8-15-48-16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24:10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 6420 31 0,'-4'0'23'0,"2"0"-11"0,-2 0 5 0,1 0-8 16,3 0-4-16,-2 0-3 0,0 0-2 16,2 0 1-16,0 0-1 15,0 0-1-15,0 0-4 16,0 0-3-16,0 0 5 15,0 0 1-15,0 1 2 16,0 3 0-16,0 0 1 0,0 2-1 16,0 0 2-16,0 3-1 15,0 3 1-15,0 2-1 16,0 2 0-16,0 3 1 16,0 1 1-16,0 2-1 15,0-1 1-15,0 0 0 0,2 1 2 16,-2 0-3-16,2 0-1 15,-2 0-1-15,3 2 1 16,-3 0 0-16,2 2 0 16,2 1 0-16,-2 0-1 15,3 0 1-15,0 2 0 16,1-1 0-16,-1-1 1 0,-3 3-1 16,2-2 1-16,-2 1 1 15,0-2 2-15,1 1 2 16,-3-1-3-16,2-3 2 15,-2 2-2-15,0-2 0 16,0 1 0-16,0-2 2 0,0 0 0 16,0 0-2-16,0 1-1 15,-2-3-2-15,-2 3 2 16,3-3-1-16,-1 1-1 16,0-1 2-16,0 3-1 15,2-1 0-15,-2-2 1 0,-2 0 0 16,3-1-3-16,1-4 3 15,-2-5-1-15,2-1 5 16,0-1-3-16,0-3 0 16,0-2 1-16,0 0-1 15,0-1 0-15,0 0-4 16,0 0 3-16,0 1-3 0,0-1 0 16,0 1 0-16,0 0-2 15,0-1-18-15,0-3-73 16</inkml:trace>
  <inkml:trace contextRef="#ctx0" brushRef="#br0" timeOffset="1556.32">1623 6409 99 0,'0'0'3'0,"0"0"6"0,0 0-4 0,0 0-2 16,0 0-1-16,0 0-2 15,0 0 1-15,0 0-1 0,0 0 1 16,0 0-1-16,0 0 0 15,-38 13 0-15,33 4 0 16,3 4 1-16,-2 3-1 16,2 1 0-16,1 0 0 15,1 2 1-15,0 1 1 16,0 0 0-16,0 1 2 0,0 0-2 16,1 3 0-16,3 3 0 15,-2 1 0-15,0 0 2 16,1 2-2-16,-3-1 0 15,0 2 1-15,0 0 2 16,0 4-2-16,0 1 2 0,0 3-3 16,0 0 1-16,0-2-2 15,0-2 0-15,0 0-1 16,0-4 1-16,-3-5 1 16,3 0-1-16,-2 0 3 15,2 2 2-15,-2-2-1 0,0 4 2 16,1 3-5-16,-1-2 1 15,0 2-1-15,0 0-2 16,-2 2 1-16,0-1 1 16,3 1-2-16,-3-2 1 0,2-1-1 15,-3 0 0-15,2-5 1 16,1 0-1-16,0-1 1 16,0-2 0-16,0-3-1 15,-2 0 1-15,3 1-2 16,-1 0 2-16,2 1 1 15,0-1-2-15,0 4 1 16,0-1-1-16,0-1 0 0,0 2 1 16,0-1-1-16,0-3 0 15,0 1 0-15,0-1 1 16,0 1 0-16,-2-1-1 16,2 1 0-16,0 1 2 0,0 0-1 15,0 1-1-15,0-2 0 16,0 3 0-16,0-1 1 15,0-2-1-15,0 2 1 16,0-2-1-16,0 2 0 16,0 1 1-16,0 0-1 0,0 0 1 15,0 0-2-15,0-1 1 16,0 1 1-16,0-3-1 16,0-2 0-16,0 0 0 15,0 1 0-15,0 0 1 16,0-1 3-16,0 2 0 0,0-1 0 15,0-1 0-15,0 2-2 16,-2-2 0-16,2-3-1 16,0-1-1-16,0-1 1 15,0-4-1-15,0 0 0 16,0-3 0-16,0 2 0 0,2-2 0 16,2 1 1-16,-1 1-1 15,-1 0 0-15,0-1 0 16,0-3 0-16,0 2 1 15,-2-4-1-15,2 0-1 16,-2-2 1-16,1-1 0 0,-1 1 1 16,2-1-1-16,0-2 0 15,-2 0 0-15,3 0 0 16,-1-2 0-16,0 3 0 16,0-1 0-16,-1 1 0 15,0 1 1-15,2 0-1 16,-3 1-1-16,2 3 2 0,-2-2-1 15,0 2 0-15,4 0 0 16,-4 2 0-16,3-2 0 16,-1 1 1-16,2-2-2 15,-2-1 2-15,3-1-2 16,-2-1 1-16,1-2 0 0,-2-1 1 16,2-2-1-16,-2 0 1 15,1 0 1-15,-1-1 0 16,0 0 1-16,0 3-2 15,3-1 1-15,0 1-2 16,3 0 0-16,1 0-2 0,1-7-22 16,-1-3-117-16</inkml:trace>
  <inkml:trace contextRef="#ctx0" brushRef="#br0" timeOffset="3100.54">1542 6359 8 0,'0'0'17'0,"0"0"30"0,0 0-27 0,0 0-2 15,0 0-8-15,0 1-4 16,0 0-2-16,2 0 2 0,1 2-4 16,2 0-1-16,-1 0 0 15,3 0-1-15,1 1 0 16,1-1 0-16,3 1 0 15,1-1 1-15,1 0-1 16,3 1 3-16,1-2 0 0,0 0 4 16,2 1-1-16,1-1-3 15,0 0-1-15,6-2 4 16,0 0 1-16,0 0 5 16,4 0-6-16,-4 0-2 15,2 0-1-15,-1 0-2 0,1 0 0 16,4 0 0-16,-2 0-1 15,5 0-2-15,1 0 3 16,5 0 2-16,-2-6 0 16,1 2 1-16,1-1-1 15,-1 0 0-15,-3 2 0 0,0 2-1 16,1 1 0-16,-4 0 1 16,1 0-3-16,-2 0 1 15,1 0 1-15,-2 4-2 16,-1 1 1-16,1-1-1 15,-1 0 0-15,1 0 1 0,3 1-1 16,0-1 0-16,-3 0 0 16,5 1 0-16,-2-1-2 15,3 0-5-15,-4 0 4 16,3-1 8-16,2-1-2 16,-2-1-1-16,5-1 0 15,-3 2-1-15,3 0 2 0,-1 1-1 16,2 1-1-16,-1 2 0 15,-1-2 0-15,3-1 1 16,0 1-2-16,2-1 0 16,-2 0 1-16,4 1-1 15,-3-2 0-15,0 0 1 0,-4 1 0 16,0-1 2-16,1 1 1 16,-3-2 1-16,-3 2-3 15,2-2 0-15,1 2-1 16,-4-3 0-16,-1 2-1 15,1-2 1-15,-4 0 0 0,1 0-1 16,-2 0 1-16,0 0-1 16,-1-2 1-16,3-2-1 15,-2 0 0-15,1 0 2 16,2-2-2-16,-6 0 0 16,1 1 1-16,-2 0-1 0,-4-1 0 15,-1 1 1-15,-6-1-2 16,-1 3 2-16,-3 0-1 15,-2 2 1-15,-2-2-1 16,-2 3 0-16,1 0 1 16,-3 0-1-16,0 0 0 0,2 0 1 15,-2 0-2-15,2 0-1 16,1 0-9-16,-1 2-27 16,4-2-45-16</inkml:trace>
  <inkml:trace contextRef="#ctx0" brushRef="#br0" timeOffset="4231.54">4665 6325 82 0,'-5'6'3'0,"-1"1"-2"0,3 2 2 0,-1 3 3 0,-3 1 1 15,3 4 1-15,-4 3-1 16,4 0-2-16,0 4-2 16,2 2-2-16,-2 2 0 15,3-1 0-15,-1 0 0 0,2 0 3 16,0 3-1-16,0 1 2 16,0-1 2-16,0 5-1 15,0 2 2-15,0 0-3 16,4 3 0-16,3-1-1 15,-3 0 0-15,4 1 2 16,-4 0-1-16,1 2 3 0,1 1 3 16,-4 3-3-16,0 3-1 15,-2 2-3-15,0 0-2 16,0 2-1-16,-2-2 1 16,0 2-2-16,-2-2 1 15,0 0 1-15,3-3-1 0,-1-1 1 16,0 1 0-16,0-2 0 15,-3-1-1-15,3-2 2 16,1 2-1-16,-1-1 0 16,2-1 2-16,0-2-1 15,0-1 2-15,0 0-3 0,2 1-1 16,4 0 1-16,-2 0-1 16,0 3 1-16,1 1 0 15,-1 1-1-15,0 0 0 16,-2-1-1-16,1 3 1 15,-3-1 0-15,0 2 0 0,0 0 2 16,-3 3 3-16,-3 0-1 16,-2-2-1-16,1-1 2 15,0 1-3-15,4-2-2 16,-1 1 0-16,2-1 0 16,2 0 0-16,0-1 0 0,0-3 0 15,0-1 0-15,0-1 2 16,0-3-1-16,2 2 1 15,0 0-1-15,-2 0-1 16,2-2 1-16,-2 0 2 16,0-5-3-16,0-1 0 0,2-3-1 15,-2-6 2-15,2 0-1 16,2-4 0-16,-4 0 0 16,2-3 0-16,-2 1 0 15,2 0-1-15,-2-3 2 16,0 2-2-16,0-3 1 0,0 2 1 15,0-3-1-15,2 0-1 16,0-1 0-16,-2-3 0 16,1-1 0-16,0 1 1 15,0-3 0-15,-1-1-1 16,0 1 0-16,2-2 0 0,-2 1 1 16,0 0-1-16,0 1-1 15,2 1 1-15,0 0 1 16,2 0-2-16,1 0 1 15,-3 2-1-15,3-4 1 16,-1 1 0-16,1 1 0 0,-3-1 1 16,0-1-1-16,1 3 0 15,-1 0 0-15,0 3-1 16,-2 1-1-16,0 2-8 16,-2-1-31-16,-9-6-51 15</inkml:trace>
  <inkml:trace contextRef="#ctx0" brushRef="#br0" timeOffset="5634.48">1807 9997 92 0,'-10'4'3'0,"3"0"-1"0,-1-1 0 0,-1 3-2 16,-1-2 0-16,2-1 0 16,1 1 0-16,1-1 5 0,2-3 12 15,0 0 6-15,2 0-5 16,2 0-3-16,0 0-14 15,0 0-8-15,10 0 11 16,1-3 3-16,5-1 2 16,1 0-4-16,3-1-1 15,0 1-3-15,2 1 0 0,3-2 3 16,0 0 3-16,2 0 1 16,2 0-3-16,-1 1 0 15,5 1-5-15,0 1 0 16,2 1 1-16,1 1 1 15,0 0-2-15,0 0 0 0,1 0 0 16,0 3 0-16,0 1 0 16,3-1-2-16,-2 0 4 15,7-1 1-15,-2 1 0 16,4-1 0-16,-3 0-2 16,2-1 0-16,0 2 1 0,-3 0-2 15,-1-2 1-15,0-1-1 16,3 0 0-16,0 0-3 15,0 0 7-15,-1 0 0 16,-1 0-2-16,-1-1 1 16,-4 1 0-16,-2 0-3 0,-3 0 3 15,1 6-3-15,0 1 1 16,-1 0 0-16,1 1 0 16,-1-1-1-16,1-2 0 15,-1 0 1-15,-2-1-1 16,3 1 0-16,-1-2 0 0,1-2 0 15,4-1 0-15,-2 0 0 16,2 0 0-16,-2 0 0 16,1 0 0-16,-1 0 1 15,0-1-2-15,-2-4 2 16,-1 2 1-16,1-1-1 0,-3 1 4 16,-2-1-1-16,0 1-1 15,0 0-1-15,-2 2 2 16,2 1-3-16,-3 0-1 15,1 0 1-15,0 0-1 16,0 0 1-16,-4 0-1 0,2 0 0 16,-4 0 0-16,2 0 0 15,-3 0 1-15,-4 0-1 16,2 0 1-16,-5-1 3 16,3-1 1-16,-3-1-2 15,-3 2-1-15,3-2-1 0,-1 0-1 16,2 2 0-16,-3-2 1 15,3 2-1-15,-1-1 0 16,2 1 0-16,-1-1 0 16,1 2 0-16,-1-1 0 15,-1 1 0-15,-1 0 1 16,-3 0-1-16,1 0 0 0,0 0 0 16,-1 0 1-16,0 0-1 15,2 0 0-15,-2 0 0 16,0 0 0-16,-1 0 0 15,0 0 0-15,-2 0 0 16,-1 0 2-16,-1 0-2 0,-4 0 0 16,2 0 2-16,-2 0 5 15,0 0 9-15,0 0 7 16,0 0 10-16,0 0-3 16,0 0-14-16,0 0-9 15,0-1-6-15,0-2-2 0,2-6-38 16,-2-9-87-16</inkml:trace>
  <inkml:trace contextRef="#ctx0" brushRef="#br0" timeOffset="8859.87">2061 6560 12 0,'-7'0'29'0,"1"1"-9"0,1-1-5 0,0 0-3 16,1 0-5-16,0 0-3 16,0 0-1-16,1 0-2 15,1 0 0-15,-4 0 1 16,2 0-1-16,-2 2 0 0,0 0-1 16,1 1 1-16,-3 2 1 15,2-1 2-15,-2 0 1 16,1 0-1-16,0-1 0 15,-2 0-2-15,2 3 1 16,-1-4-1-16,1 1-1 0,-2 2 9 16,2-1-2-16,-2 0-7 15,1-1 2-15,0 1 0 16,0 2 3-16,1-1 3 16,-2 1-5-16,0 2-1 15,0 1-1-15,-2 0-1 0,2 1-1 16,-2 0 1-16,2 1-1 15,2-1 0-15,0-2 0 16,1 1 0-16,1-1 1 16,3 1-1-16,0-2 1 15,-2 2-1-15,2-1 1 16,-2 1-1-16,2 2 1 0,0 2-1 16,0 0-1-16,0-1 2 15,2 4-1-15,-2-3-1 16,0 0 2-16,-1-2-1 15,1 3 0-15,0-1 0 16,0-3 0-16,2 0 0 0,-2 3 0 16,2-2 0-16,0-1 1 15,0 1-2-15,0 1 2 16,0-2-2-16,0 2 1 16,0 0 0-16,2 2 0 0,2-1 0 15,-2 1 0-15,3 3 0 16,-3 0 0-16,2-3 1 15,0 2-1-15,2-1 0 16,-2-2-1-16,3 0 1 16,-3 2 0-16,2-3 1 15,-1 2-1-15,2-1 1 0,-3 1 1 16,3-1-2-16,0 0 1 16,-1 0-1-16,4-1 0 15,-2-2 0-15,-1 0 0 16,2 0 0-16,-2 2 2 15,2-1-2-15,-1-3 0 0,2 2 0 16,1-1 0-16,-3 1 0 16,2-3 0-16,-1 1 0 15,-1-2 1-15,-1 1 1 16,0-1-1-16,0-2 0 16,-1 2 0-16,1-2 0 15,2 0-1-15,-2 1 1 0,-1-1 1 16,1 0-1-16,2-1-1 15,0 0 0-15,0 0 0 16,-1-2 0-16,4 2 0 16,-1-3-1-16,0 0 3 0,1 0-2 15,-1 0 0-15,2 0 3 16,-1 0-2-16,2 0 0 16,1 0-1-16,3 0 2 15,-3-3-2-15,1 0 0 16,-1-1 1-16,3 0 0 0,0-3-1 15,-2 0 3-15,-1 1-2 16,1-3 0-16,-1 1 0 16,-1-1 0-16,-1 1 0 15,-2-2 1-15,1 0 4 16,-3 1 0-16,1-2 1 0,0 1-1 16,-1-1-2-16,1-2-1 15,0 0-2-15,-1 1 1 16,-1-1-2-16,0-2 2 15,-4 0 0-15,1 3 2 16,-1-5 1-16,0 2 1 16,-2-1-1-16,-1-1 0 0,1 0-4 15,0 1 2-15,-2 1-3 16,2-1 1-16,-2 2 0 16,0-2 1-16,0 2 1 15,0-3 0-15,-2 1 0 16,-3-1 0-16,3 2-1 0,-2-3 0 15,2 3-1-15,-3-2-1 16,1 1 1-16,-1 0 0 16,-2 0-1-16,1-1 2 15,-3-2-2-15,-1 2 1 16,2-1-1-16,-1-2 0 0,-1 1 1 16,0 1-2-16,1-2 1 15,-2 2 1-15,-1-1-1 16,-1 1 0-16,0 1 0 15,2-2 1-15,-2 3-1 16,-1 1 0-16,1 1 0 0,-1 0-1 16,-1 2 1-16,-2 1 1 15,0-2-1-15,1 0 0 16,1 2 1-16,-1-2-1 16,1 3 1-16,1 0-1 15,1 3 0-15,1 2 0 16,3 0 3-16,1 4-3 0,1-1-3 15,-2 2 6-15,2 0-3 16,0 0-3-16,1 0 6 16,1 0-3-16,0 3 0 15,3 0 0-15,0 2-4 16,2-1-13-16,0 1-12 0,0 2-16 16,0-5-38-16,2-2-58 15</inkml:trace>
  <inkml:trace contextRef="#ctx0" brushRef="#br0" timeOffset="9545.04">2014 6531 61 0,'0'0'9'0,"0"0"-2"0,0 0-5 0,0-2 0 0,3 1 0 16,1 1-2-16,0 0 1 15,-1 0 0-15,1 0 1 16,0 0-1-16,0 3 1 16,-3 0 2-16,1 1-1 0,3-1-1 15,-5 4 1-15,2 1-1 16,0 0 0-16,0-1 0 15,-1 0-2-15,1 0 1 16,0-3 2-16,0 0 2 16,0-2 2-16,0 0-1 0,0-2 3 15,0 0 1-15,3 0 6 16,2 0-1-16,-2-6-2 16,3 0-5-16,1-4-4 15,3 0 0-15,-1-5-3 16,3-2 2-16,-1-2-1 0,5-3 1 15,-3-2 3-15,3-3 2 16,-2 1 1-16,2-3 2 16,1 2-1-16,-2-2-3 15,1 2 2-15,-3 1-2 16,-2 2 1-16,3 4-3 0,-5 0 0 16,0 3-2-16,-2 4-2 15,0 2 1-15,-1 2-1 16,0 2-1-16,-2 4-1 15,3 3 1-15,3 0-6 16,-5 0-35-16,-3 0-94 0</inkml:trace>
  <inkml:trace contextRef="#ctx0" brushRef="#br0" timeOffset="11240.55">3116 6602 64 0,'2'0'2'0,"-2"2"-1"0,0 0 1 0,2-1-1 15,-2 2-1-15,0 1 1 16,3 0-1-16,-1 0-1 16,0-1-5-16,-2 1-5 15,1-4-42-15</inkml:trace>
  <inkml:trace contextRef="#ctx0" brushRef="#br0" timeOffset="12373.26">3123 6673 24 0,'0'0'24'0,"0"0"-5"0,0 0-5 16,0 0-3-16,0 0-4 15,0 0-2-15,0 0-1 0,0 0-4 16,0 0 0-16,0 0-1 16,0 0 2-16,2-1-1 15,-2 1 0-15,2 0 0 16,-2 0 1-16,1 0-1 15,-1 3 1-15,1-2-2 16,0 0 1-16,-1 0 0 0,2 0 1 16,-2-1-1-16,0 2 0 15,2 0 1-15,-2 0-1 16,2-1 1-16,-2 2-1 16,2 1-1-16,0 2 2 15,0-3-1-15,1 1 0 0,-1-1 0 16,0-2 0-16,-2 1 0 15,2-1 0-15,-2-1 0 16,0 0 0-16,0 1 1 16,0 0-1-16,3 0 1 15,-3 0-1-15,0-1 0 0,1 1 0 16,0-1 0-16,0 0 0 16,1 0 1-16,-2 0 0 15,2 0 2-15,-2 0 1 16,2 0 6-16,0 0-2 15,1-4-5-15,3 0 0 0,-2-3-2 16,4 0 0-16,-2 0 1 16,3-3 0-16,-3 3 4 15,4-4 1-15,1 0 0 16,-1 0-3-16,3-1 1 16,0 0-4-16,0-1 1 0,2-1-1 15,-2 1 1-15,-1-1 2 16,3-2 5-16,-1-1-1 15,-1 2 0-15,-1-4-1 16,-1 4-2-16,-2 2 0 16,0 0-4-16,-2 3 1 0,-1 3 0 15,1 2 0-15,-1 0 1 16,2 4-3-16,0-1 0 16,1 2 0-16,-3 0-10 15,0 2-48-15,-4 0-60 16</inkml:trace>
  <inkml:trace contextRef="#ctx0" brushRef="#br0" timeOffset="13384.41">4260 6706 71 0,'0'0'5'0,"0"0"6"0,0 0-6 15,0 0-1-15,0 0-4 0,0 0 1 16,0 0-1-16,0 1 0 15,0 4 0-15,0-2 0 16,0 2 2-16,0-2-2 16,0 1 0-16,0 0 0 15,0 1 0-15,5-1 0 0,-1-2 0 16,3-1 0-16,-1-1-2 16,1 0 4-16,3-1 9 15,0-8 3-15,1-2-2 16,1-2 0-16,1-1 0 15,-1-4 1-15,1 0 1 16,-2 0 1-16,2-2-4 0,0-1-1 16,1-1 3-16,0-2-1 15,0 1-3-15,-1 3-1 16,1 1-5-16,0 2-2 16,-1 5-1-16,0 2 0 0,2 6 0 15,0 4-1-15,-2 0-20 16,-4 0-56-16</inkml:trace>
  <inkml:trace contextRef="#ctx0" brushRef="#br0" timeOffset="15120.57">2249 7003 16 0,'0'0'3'0,"0"0"-18"0</inkml:trace>
  <inkml:trace contextRef="#ctx0" brushRef="#br0" timeOffset="15331.59">2249 7003 33 0,'0'0'26'0,"0"0"-12"0,6-4-4 15,-6 2-5-15,0 2-2 16,0-1 6-16,0 1 25 16,0 0-6-16,0 0-11 15,0 0-4-15,0 0-4 16,0 0-2-16,0 0-7 0,0 8 9 15,0 6-9-15,0 4-3 16,0 5 7-16,6 4-3 16,2 5-1-16,3 3-2 15,1 3-6-15,-1 0-44 16,-1-8-80-16</inkml:trace>
  <inkml:trace contextRef="#ctx0" brushRef="#br0" timeOffset="16093.97">3078 7303 145 0,'0'0'6'0,"0"0"2"16,0 0-8-16,0 0 1 16,0 0 0-16,0 0 0 0,0 0 2 15,31 49-5-15,-22-29 4 16,2 3-9-16,0-1-37 16</inkml:trace>
  <inkml:trace contextRef="#ctx0" brushRef="#br0" timeOffset="16477.99">4140 7290 116 0,'0'0'63'0,"0"0"-55"16,0 0-4-16,0 0-6 15,0 0-1-15,0 0-1 0,11 57 1 16,-7-26-10-16,-1 2-19 16,1-2-92-16</inkml:trace>
  <inkml:trace contextRef="#ctx0" brushRef="#br0" timeOffset="19360.49">2357 6213 53 0,'-1'-1'10'0,"1"-1"1"0,-2-1-3 0,2-1-3 16,-3 3 0-16,3-5 0 16,-2 3 1-16,2-2-1 0,0-1 2 15,-2 0 4-15,2-2-2 16,-2 3-2-16,1-3-1 15,0 2-1-15,0-1 0 16,1 0-1-16,-2-1-1 16,2-2 2-16,0 0-4 15,0 0 4-15,0-3-2 0,0-3 0 16,0 1 1-16,5-2 0 16,1 1-2-16,1-4 2 15,2 4 1-15,-2-2-2 16,1 4-2-16,0-2 0 0,1 1-1 15,-1 1 0-15,4 1 2 16,-5-3-2-16,3 3 0 16,2 0 0-16,-3-1 1 15,2 1-4-15,2 1 13 16,0-1-9-16,1 1-1 0,0 1 0 16,0 0 1-1,3 1-1-15,-1 3 0 0,-1-2 0 16,1 1 0-16,-1 4 0 15,1-2 0-15,-2 2-1 16,4 1 2-16,-3 0-1 16,3 1 0-16,0 0 0 0,2 0 0 15,0 1 0-15,0 1-1 16,0 0 2-16,-2 0-1 16,2 0 1-16,-2 0-2 15,-1 5 1-15,0 1 1 16,-2 0-1-16,1 2 0 0,-3 4 2 15,1-1-2-15,-1 2 0 16,1 0 1-16,-3 1 0 16,0-3-1-16,0 3 1 15,0-1-1-15,-2-2 0 16,0 1 1-16,0 1 0 0,-3-1-1 16,3 3 1-16,-1 0-1 15,-2-2 1-15,1 4-1 16,-3-3 1-16,1 3 1 15,2-1-1-15,-3 0 1 16,0-1-1-16,1 1 0 0,-1 0 0 16,0 0-1-16,1 0 0 15,-3-2 0-15,3 0 1 16,-2 0-1-16,-1-3 0 16,0-3 0-16,0 0 0 15,0 0 1-15,-2-3-1 0,2 0 2 16,-2-1-1-16,0 0 0 15,0-1 0-15,2 1 2 16,-2-2-2-16,0 1 0 16,0-2-1-16,0 2 2 15,0-2 0-15,0 2-2 0,0 3 0 16,0-1-1-16,0 1-2 16,0 3-35-16,0-4-45 15</inkml:trace>
  <inkml:trace contextRef="#ctx0" brushRef="#br0" timeOffset="20063.84">2988 6183 45 0,'0'0'3'0,"-2"0"8"0,2 0 2 0,-2 0 1 15,2 0-3-15,-2 0 0 16,2 0-5-16,0 0 3 16,0 0 0-16,0 0-4 0,0 0-5 15,0 0-1-15,0 0 2 16,2 0-1-16,3 0 1 16,1 0 0-16,-1 3-1 15,2 1 0-15,1 1 1 16,-3-1-1-16,1 0 0 0,0 2 0 15,0-2 0-15,0 0 0 16,-1 1 1-16,1 0-1 16,-2 1 1-16,2-3 1 15,0 1-1-15,-3-1-1 16,1 0 1-16,0 0 0 0,0-3 3 16,4 0 10-16,-4 0 5 15,3-2 0-15,1-6-5 16,4-4-4-16,3-5-3 15,4-4-2-15,2-5-2 16,6-4-2-16,7-5 0 0,3-5-2 16,0-4-11-16,-1-7-108 15</inkml:trace>
  <inkml:trace contextRef="#ctx0" brushRef="#br0" timeOffset="23002.43">3058 7348 47 0,'0'0'19'0,"0"0"-10"0,0 0-8 0,0 0-3 0,0 0 2 16,5 1 1-16,-5 2-1 16,2-3 0-16,0 2 0 15,0 0 0-15,-2-2 1 16,0 1 1-16,2-1 2 15,-2 0-1-15,0 0 2 0,0 0 15 16,0 0 9-16,0 0-21 16,0 0-6-16,-2 0-1 15,-2 0 0-15,2 0 0 16,-3 0 4-16,4 0 3 16,-1 0 3-16,0 0-4 0,0-1-5 15,0 1-1-15,2-2-1 16,-2 0-1-16,1 2-1 15,1-1-1-15,0-2 0 16,0 0-1-16,0-1 1 16,0-2 1-16,0 2 1 0,1-2 1 15,3 1 1-15,-2 0-1 16,2 1 2-16,-2 0-2 16,4 1-3-16,0 0 3 15,-1 0 0-15,3 0-1 16,2-1 1-16,1 1-1 15,-2-1 1-15,2 1 0 0,0 0 0 16,0 2 0-16,1 1 0 16,-4 0 0-16,-3 0 0 15,1 0 0-15,-4 6 1 16,-2 1-1-16,0 0 4 0,0 2-2 16,0-1-2-16,0 0 1 15,0 1-1-15,-2-1 1 16,-2 1-2-16,0-1 1 15,2 1 0-15,1-2 0 16,-1 0 1-16,0-1-1 0,2 0 0 16,-2-1 1-16,2 1-1 15,-2-2 0-15,2-1 0 16,-3 1 1-16,2-2-1 16,1-1 0-16,-1 1 1 15,1 0-1-15,-3 0 0 16,3 2 1-16,-2-1-1 0,2 1 0 15,-2-1-1-15,2 4 1 16,0-3 0-16,-2 2 0 16,2-1 0-16,-3 0 0 15,1-1 0-15,0-1 0 16,2 1 1-16,-2-1-1 0,0-1 0 16,2-2 0-16,0 1 1 15,0 0 3-15,0-1 4 16,0 0 0-16,-2 0-3 15,2 0-1-15,0 0-1 16,0 0-2-16,0 0 2 0,0 0 6 16,0-2 1-16,2-3-5 15,5-3-1-15,3-2-2 16,6-1 1-16,3-1-3 16,2 1 0-16,6-2 1 0,3 0-3 15,3-1-19-15,-2-3-61 16</inkml:trace>
  <inkml:trace contextRef="#ctx0" brushRef="#br0" timeOffset="24119.8">4109 7358 62 0,'-6'3'7'0,"4"0"-4"0,-2 1-1 0,2-1-2 0,-1 1 0 15,1-1 1-15,-2 1-1 16,2-1 0-16,0-2 1 15,0 1 2-15,0-1 10 16,-2 1-5-16,2-2-6 16,0 1-1-16,0-1 0 0,0 0 1 15,0 0-1-15,0 0 8 16,1 0 10-16,1 0-3 16,0-3-5-16,0-1-3 15,0 0-5-15,0-2 1 16,0 2-3-16,0-2 0 0,0-1-1 15,5 1 0-15,-1-1-1 16,2 2-1-16,2 0 4 16,-1 1-2-16,1 1 0 15,-1 0 1-15,2 3 0 16,-4 0-1-16,3 0 0 0,-3 0 0 16,4 0 0-16,-5 6-1 15,1-2 1-15,-1 2 0 16,-2 2 0-16,0-1-1 15,-1 1 3-15,-1 0-3 16,0-1 5-16,0 2-4 0,0-1 6 16,0 2-5-16,0-1-1 15,-3 1 1-15,-1 0-4 16,-2-2 5-16,1 2-2 16,0-3 1-16,0-1-1 15,3-2 1-15,0 0-1 0,0-4 1 16,0 3 1-16,2-3-1 15,0 0 1-15,0 0-4 16,0 0-1-16,0 0 3 16,0 2 2-16,0-2-1 15,0 0-1-15,0 1-3 0,0-1 2 16,2 0-1-16,0 0 2 16,3 0 2-16,2-1 1 15,2-4-2-15,-1-2 4 16,1-1-4-16,3 0 1 15,-1 0 0-15,3-2 1 16,-1 2-1-16,3-2-1 0,-1 1 2 16,1-2-2-16,3 1 0 15,0 0 0-15,-2 0-1 16,2 1 1-16,1 0-1 16,1 0 0-16,0 0-1 15,-1-2-7-15,-6-5-86 0</inkml:trace>
  <inkml:trace contextRef="#ctx0" brushRef="#br0" timeOffset="29240.14">2993 8549 27 0,'-2'0'4'0,"1"0"-2"0,1 0-14 0</inkml:trace>
  <inkml:trace contextRef="#ctx0" brushRef="#br0" timeOffset="30806.73">3031 8549 33 0,'0'0'18'0,"0"0"5"0,0 0 2 0,0 0-10 15,0 0-8-15,0 0-5 16,0 0-2-16,0 0 0 16,0 0 0-16,0 0 1 15,0 0 0-15,0 0-1 0,-11 8 1 16,9-7 0-16,1-1-1 16,-3 0 1-16,2 2-1 15,0-2 0-15,-2 0 1 16,2 0 10-16,1 0 8 15,-1 0-11-15,2-6-4 0,0 3-2 16,0-3-2-16,0 1 0 16,0 0-1-16,0 1 1 15,2 1-1-15,0 0 0 16,3 0 1-16,1 1 0 16,1 0 1-16,-1 1-1 0,0-1-1 15,2 2 1-15,-1 0 1 16,-1 0-1-16,2 0-1 15,-2 4 2-15,-1 1-2 16,1-1 1-16,-2 3 0 16,-3-3 0-16,3 2 0 15,-1-1 1-15,-1-1-2 0,0 0-1 16,-2 2 5-16,0-1-3 16,0 1 0-16,0 0 0 15,0 1 0-15,0 0 0 16,-2 1 0-16,-3-1-1 15,1-1 1-15,1 0 0 0,1-2 0 16,0-1 1-16,2 0-1 16,0-2 1-16,0-1-2 15,0 2 2-15,0-2-1 16,0 0-1-16,0 1 1 0,0-1 0 16,0 1 0-16,0-1 1 15,0 0 0-15,0 0-1 16,0 0 1-16,0 0-1 15,0 0 0-15,0 0-1 16,0 0-2-16,0 0 3 16,0 0 0-16,0 0-3 0,2 0 3 15,0 0-1-15,1 0 0 16,1 0 1-16,1 0 0 16,-3 0 0-16,3-4 1 15,1 0-1-15,0 0 0 16,-1 0-1-16,4-1 1 0,-2 1 0 15,1-2 0-15,1 1 1 16,1-1-1-16,-1 0 0 16,1-1-1-16,0 2 1 15,-1-3 0-15,-1 1 0 16,2-1 3-16,-2 1 3 0,1 0-1 16,-4 2-1-16,2-2-1 15,-3 4 0-15,-3-1-1 16,3 3 0-16,-2-1 1 15,0 2-1-15,2 0-4 16,-3 0 1-16,0 0-14 0,-1 0-27 16,0 0-68-16</inkml:trace>
  <inkml:trace contextRef="#ctx0" brushRef="#br0" timeOffset="32232.58">3986 8604 15 0,'-3'0'38'0,"0"0"-6"0,2 0-14 0,0 0-5 15,1 0-3-15,0-1-7 16,0-3-3-16,0-2 0 16,0 1 1-16,0-2-1 15,0-2 0-15,0 2 0 16,5-1 2-16,2-1 0 0,0 1-1 15,1 1 0-15,1 1-1 16,3 1 1-16,-3 2 0 16,1 1-1-16,2-1 0 15,-3 3 0-15,-1 0 0 16,2 0 0-16,-4 0 0 0,1 0 0 16,-3 0 1-16,-1 3-1 15,-1 1 1-15,-2 3-2 16,0 3 3-16,0-1-1 15,-2 1-2-15,-3-2 0 16,1 2 1-16,-3 0 1 16,1-3-1-16,-1 2 0 0,4 0 0 15,-3-3 1-15,2 0-1 16,3-2 0-16,-1-1 0 16,2 1 0-16,-2-2 0 15,2 0 0-15,0 0 0 0,0-2 0 16,0 1 0-16,0 1 0 15,0-2-1-15,0 0 0 16,0 0 1-16,0 0 1 16,0 0 4-16,2 0 1 15,0 0-3-15,3-3 0 0,1-1-2 16,-3-2 0-16,6-1 0 16,-3 1-1-16,3 0 1 15,1-2 0-15,-1-2 3 16,3 0 3-16,-2 0 3 15,1 2-3-15,2-2 2 16,-3 1-1-16,2 2-4 0,-1 0-3 16,-1 1 0-16,-1 2-1 15,-1 2 1-15,2 1-1 16,-3 1-1-16,-1 0-5 16,-4 0-51-16,-2 0-83 15</inkml:trace>
  <inkml:trace contextRef="#ctx0" brushRef="#br0" timeOffset="37903.32">1476 6956 83 0,'0'0'4'0,"0"0"12"0,0 0-12 0,0 0 0 0,-40-13-2 16,33 11 0-16,-3 0 8 16,2-1 7-16,-1 0 1 15,-1-4 5-15,2 3-8 0,-1 0-3 16,-1-1-6-16,0 2-3 16,-1 2-1-16,-1-2-1 15,-1 1-1-15,-3 0 2 16,1 1-1-16,-1-1 10 0,0 2-8 15,-2 0 0-15,-1 0-1 16,0 0-3-16,-1 4 0 16,0 4 1-16,-2 1 0 15,1 3-3-15,2-2 3 16,-2 1 1-16,1 1-1 16,0 0 0-16,4 0 1 0,1 0 0 15,3 0-1-15,2 2 0 16,3-1 0-16,-3 3 0 15,2 2-1-15,1 2 2 16,-1 1-1-16,-4 2 0 16,3 1 0-16,-4 2 1 0,-1 2-1 15,-1-1 0-15,1 1 0 16,-1 3 0-16,-3-1 1 16,3 0-2-16,-1-1 1 15,3 0 1-15,-1 1-1 16,3-1 0-16,2 1 0 15,-1-1 0-15,2 2 0 0,1 1 0 16,3-4 0-16,0 2 0 16,2 0 0-16,2-3 0 15,0 0 0-15,0-2 0 16,0-1 1-16,4-1-1 0,-2 1 2 16,4-2-2-16,-1-1 1 15,1 0 1-15,2 0-3 16,-2 0 2-16,1-3-1 15,-1 1 2-15,3 0-3 16,0-3 1-16,0-2 0 0,2 0-2 16,-1-2 2-16,1-1 0 15,-1-2 0-15,2-1 0 16,-3-1 0-16,1 0 0 16,2-2-1-16,-1 0 2 15,1 1-1-15,-3-1 0 16,2 0 1-16,2-1-1 0,-2 0 0 15,0-1 0-15,1 0 0 16,1 0-1-16,-1-2-1 16,-2 1 2-16,-1-2 0 15,0 0 0-15,0 0 1 16,-2 0 1-16,0 0-1 0,1-5-1 16,0 1 1-16,0 1-1 15,-1-1-1-15,-1-1-6 16,2-1-20-16,0-1-23 15,-1 0 7-15,-3-1-8 16</inkml:trace>
  <inkml:trace contextRef="#ctx0" brushRef="#br0" timeOffset="38173.82">1142 7986 95 0,'0'0'4'0,"0"0"0"0,0 0-3 0,0 0-1 15,0 0 0-15,0 0 2 0,0 0 0 16,43-12-1-16,-34 12 0 16,4 0-1-16,-1 7 2 15,-1 5 0-15,1 2 3 16,-2 6 0-16,-6 7 1 15,-4 11-2-15,0 13-1 16,-22 16-2-16,-14 21-1 0,-22 17-26 16</inkml:trace>
  <inkml:trace contextRef="#ctx0" brushRef="#br0" timeOffset="42845.72">2282 7047 26 0,'0'0'18'0,"0"0"-3"0,0 0-2 0,0 0-1 0,0 0-8 16,0 0-4-16,-2 0 1 15,0 0 2-15,2 0 4 16,0 0 2-16,0 0-3 16,0 0-1-16,0 0 5 15,0 0 0-15,0 0-1 16,0 0-5-16,0 0 6 0,0 0 2 16,0 0-4-16,-2 0-3 15,2 0-5-15,0 1-2 16,0 3 2-16,-1 1-1 15,1 2 1-15,-1 0-2 16,1 3 3-16,-1-1-1 0,1 2 1 16,0 0-1-16,0 2 1 15,0 0-1-15,0-2 0 16,0 1 1-16,3 1-1 16,1-4 1-16,0 0-1 15,-2-1 1-15,1-1 0 0,0-1-1 16,-1-2 1-16,0 0-2 15,-2-1 2-15,2 0 0 16,-2-3-1-16,0 2 0 16,0-2 0-16,0 0 0 15,0 1 1-15,0-1 0 0,0 0 2 16,0 0 1-16,0 0-4 16,0 0 1-16,0 0 0 15,0-3 0-15,-4 0 6 16,2-4-2-16,-2 0 1 15,3 0-4-15,0 0 0 0,-1-3-2 16,0-1-1-16,2-1 2 16,-2 0-1-16,2-1-2 15,0-3 2-15,0 2 1 16,-2-3 0-16,2 4-1 16,-2-4 0-16,2 4 0 15,-2 1 0-15,1 3 0 0,-1-1 1 16,2 3-1-16,-2 1 0 15,2 3 1-15,-2 1-1 16,2 0 0-16,0 2 0 16,-2-1 0-16,2 1-2 0,0 0 2 15,0 0-1-15,0 0 0 16,0 0-3-16,0 0-10 16,0 0 12-16,0 1 2 15,0 6 0-15,0 0 1 16,0 2-2-16,2 1 2 0,2 0-1 15,-2 1-1-15,1 1 1 16,1 0 0-16,-2 1-1 16,2-2 0-16,-3 1-1 15,0-1 1-15,3 1 1 16,-2-3 0-16,-2 1 0 16,0 0 0-16,2 2 0 0,-2-1 0 15,0-1 1-15,0 1-1 16,0-1-1-16,0 0 1 15,0-4 0-15,0-3 1 16,0 1-1-16,0-4 0 16,0 0 3-16,0 0 1 0,0 0-1 15,0 0 3-15,-4-6-3 16,0-1 0-16,2-3-2 16,2 0-1-16,-2-4 0 15,2 0-1-15,0-2 2 16,0-1-4-16,0-1 5 15,0-1-2-15,0 2-2 0,0 2 2 16,0-1-1-16,-2 5 1 16,0-1 0-16,0 4 0 15,-2-1 0-15,1 2 1 16,1 3-2-16,-2-2 2 0,2 3-1 16,0 1 0-16,2 0 0 15,0 1 0-15,-2-1 0 16,2 2 0-16,0 0 0 15,0 0-1-15,0 0 0 16,0 0 0-16,0 0-3 0,0 0 2 16,0 2-3-16,2 5-2 15,0 1-8-15,0 2 9 16,-2 3 6-16,2 1-1 16,-2 1 2-16,0 0-2 15,2 1 1-15,-2-1 0 16,2 0 1-16,-2-1-1 0,2 0 0 15,-2-3-2-15,0 1-6 16,0-2 3-16,0-2 3 16,0-1 1-16,0 0 1 15,-4-2 1-15,2 0-2 16,0-2 1-16,-4-3-32 0,4 0-50 16</inkml:trace>
  <inkml:trace contextRef="#ctx0" brushRef="#br0" timeOffset="43458.72">2144 7413 45 0,'6'-7'6'0,"1"0"-4"0,1-1 2 16,4-1-1-16,-3-1 3 16,0 2 1-16,3-2 1 0,-2 1 1 15,1-2 0-15,1 1 3 16,-1-3-6-16,3 2 0 16,-5-1-3-16,1 1-1 15,2 1-1-15,-3 0 0 16,-1 2 1-16,2 1-2 15,-2 1 0-15,1 0 0 0,-2 3 0 16,2 0 1-16,0-1-4 16,-4 2 3-16,1 2-8 15,-2 0-12-15,-2 0-12 16,-2 0-38-16</inkml:trace>
  <inkml:trace contextRef="#ctx0" brushRef="#br0" timeOffset="43628.59">2249 7354 127 0,'0'0'17'0,"0"0"18"16,0 0-30-16,0 0-6 15,0 0 6-15,47-33-7 16,-25 8-92-16</inkml:trace>
  <inkml:trace contextRef="#ctx0" brushRef="#br0" timeOffset="46184.7">3255 8577 6 0,'-2'0'21'0,"1"0"-7"15,1 0-8-15,0 0-3 0,0 0-2 16,0 0-1-16,0 0-6 15,0 0 1-15,0 0 2 16,3 0 1-16,-1 0 2 16,-2 0 5-16,2 0 5 0,-2 0 9 15,0 0 11-15,0 0-12 16,0 0-9-16,0 0 1 16,0 0-2-16,0 0-6 15,0-2 1-15,0 1-2 16,0-1 0-16,2-1-1 0,0 1 1 15,3-1 0-15,-1 1 0 16,1-2-1-16,2 3 0 16,-1-2 0-16,-1 1 1 15,3 1-1-15,-2 0 0 16,0 0 0-16,-1 1 2 0,1 0-2 16,-2 0 0-16,-1 0-2 15,1 0 2-15,1 0 2 16,-1 2-2-16,1 1 0 15,1 4 0-15,-1-3 1 16,2 0-1-16,-1 2-1 0,-1 0 1 16,-1-2 0-16,0 3 0 15,-3-1-2-15,0-1 5 16,0 2-1-16,-1-2-2 16,0 2 0-16,0 0 0 15,-2 3 0-15,-3 1 0 0,-3-1 0 16,1 2 0-16,-5-1 0 15,2 2 0-15,-3-2 1 16,1-1 0-16,-1 2-1 16,-2 1 1-16,3-4 1 15,-2 1-2-15,-1 0-2 16,3 0 4-16,1-3-2 0,4-1 0 16,1-1 0-16,-1-2 0 15,4-1 0-15,-1-2 1 16,2 2 0-16,0-2 3 15,-1 0 0-15,3 0 4 16,-2 0 1-16,0 0-3 0,2 0-3 16,-2 0-2-16,2 0-1 15,-2 0 1-15,0 0-1 16,2 0 0-16,-5 0 0 16,4 0-1-16,-1 0 2 0,0 0 0 15,-2 0 1-15,2 0 2 16,0 0 0-16,1 0 1 15,1 0 3-15,0 2-4 16,0 1-4-16,0 1-5 16,1-4 0-16,5 0-61 15</inkml:trace>
  <inkml:trace contextRef="#ctx0" brushRef="#br0" timeOffset="48039.56">4142 8551 21 0,'0'0'21'0,"0"0"-7"0,0 0-7 15,0 0-1-15,0 0-2 0,0 0 1 16,0 0 1-16,0 0-1 16,0 0 3-16,0 0 2 15,0 0 2-15,0 0-3 16,0 0-2-16,-11 0-2 15,10 0 0-15,1 0-2 16,0 0-2-16,0 0-1 0,0 0-1 16,0 0 1-16,0 0 2 15,0 0-1-15,0 0 5 16,0 0-2-16,0-2 0 16,0 0 2-16,0 0 0 15,0 1 1-15,0-1-4 0,0 0-4 16,0 0 3-16,1-1-2 15,3 3 2-15,1-2-2 16,-1 1 0-16,-3 0 0 16,3 1 1-16,0 0-1 15,0 0 0-15,-1 0 0 0,3 0 0 16,1 0 1-16,0 0-2 16,-1 0 1-16,1 0 0 15,-1 0 0-15,4 0-1 16,-3 0 1-16,1 0-3 15,0 4 2-15,-2 0-2 0,3 1 2 16,-5-1 1-16,3 0 0 16,-2 1-2-16,1 0 1 15,-3 0 0-15,1 0-1 16,-2 4 0-16,-2 2 5 16,0 0-2-16,0 2-2 0,-4 3 1 15,-1 2-2-15,-1-1 2 16,-4-1 0-16,4-2-2 15,-3 2 2-15,3-5 1 16,-4 2 0-16,1-3-1 16,1 0 0-16,-2 0 1 0,1-3 0 15,-1 0 1-15,2 0-1 16,0-3 1-16,1-1-1 16,1 1 0-16,3-3 0 15,-1 0 1-15,-1-1 1 16,1 0 3-16,3 0-2 15,1 0-2-15,0 0-2 0,0 0-4 16,-2 0-73-16</inkml:trace>
  <inkml:trace contextRef="#ctx0" brushRef="#br0" timeOffset="50736.42">3163 8511 14 0,'0'0'7'0,"0"0"11"0,0 0 18 0,0 0-11 15,0 0-2-15,0 0-2 0,0 0-3 16,0 0-2-16,0 0-5 16,0 0-2-16,0 0-4 15,-14-3-3-15,14 2-1 16,0 1-1-16,0 0-1 15,-2 0 4-15,0 3-8 0,-3 5 7 16,-1 5-3-16,-1 3 2 16,0 2-1-16,0 3 1 15,1 3 1-15,-1-2-4 16,3-1 4-16,0 0-2 16,-2-2 0-16,4-1 0 0,0-2 1 15,0 1-1-15,0-4 0 16,2-3 0-16,0-3 0 15,0-1 1-15,0-3-1 16,2-1-2-16,3-2 0 16,2 0-1-16,0 0 6 15,1 0-1-15,3-5-1 0,5-3 0 16,-3 0 0-16,7-3-1 16,1 0 1-16,-2-4-1 15,4 2 0-15,2 0 0 16,-2-1 0-16,0 1-1 15,-2-1-1-15,1 4 4 0,-5-1-1 16,0 1-1-16,-5 3 0 16,1 1 1-16,-1 3-1 15,-3 0 0-15,-2 1 0 16,0 0-1-16,-2 2-2 0,-1 0-32 16,-2 0-10-16,-2 0-8 15</inkml:trace>
  <inkml:trace contextRef="#ctx0" brushRef="#br0" timeOffset="51120.58">3167 8497 113 0,'0'0'6'0,"0"0"2"0,0 0-8 15,0 0 1-15,0 0-1 16,0 0 5-16,0 0-1 0,42 48-1 16,-32-24-1-16,-1 6 1 15,2 0-1-15,1 8-1 16,0-1 0-16,2 3 0 16,1-1-1-16,-1 0 1 15,1-1-3-15,1-6-34 16</inkml:trace>
  <inkml:trace contextRef="#ctx0" brushRef="#br0" timeOffset="51839.99">4182 8422 128 0,'0'0'6'0,"0"0"6"0,0 0-10 0,0 0-3 0,0 0-1 0,0 0 3 16,0 0-1-16,0 0 0 15,0 0 1-15,0 0-1 0,-16 45 1 16,8-35-1-16,3 6 0 16,-4-1 1-16,0 1 1 15,-2 0-1-15,0 2 1 16,-1-1-1-16,1 3-2 16,1-1 2-16,0-1-1 0,2-3 0 15,3-2-1-15,3-3 1 16,0-3 0-16,2-1 0 15,0-2 0-15,0-4 0 16,6 2 0-16,1-2-1 16,1 0 2-16,2 0 0 15,1 0 1-15,3-6 0 0,-1 2-1 16,2-3 0-16,1-1 0 16,2 0-1-16,2-2 0 15,2 0 1-15,1 0 1 16,1-1-1-16,-1 0 3 15,1 2-3-15,-1 0 0 0,-6 2 1 16,2 0 0-16,-5 3-2 16,-1 0 0-16,-3 0 0 15,-1 1-1-15,-2 0 0 16,-6 1-20-16,-1-1-41 0</inkml:trace>
  <inkml:trace contextRef="#ctx0" brushRef="#br0" timeOffset="52167.56">4280 8422 99 0,'0'0'2'0,"0"0"-2"0,0 0 0 15,0 0 2-15,11 45-1 16,-8-28 1-16,1 3 1 0,1 2 0 16,-1 0 0-16,-1 1 2 15,3 1 0-15,-2 0 0 16,1-3-1-16,0 4-3 15,1-1 0-15,-1 3 0 16,-1-1-1-16,-2-5-5 0</inkml:trace>
  <inkml:trace contextRef="#ctx0" brushRef="#br0" timeOffset="54409.71">4224 8572 70 0,'0'0'7'0,"0"0"5"0,0 0 0 0,0 0-1 16,0 0-4-16,0 0-3 0,0 0-5 15,0 0 2-15,0 0-1 16,0 0 1-16,-6-28-1 16,4 28 0-16,0 0-8 15,1 3 11-15,-1 4-5 16,-2 6 1-16,0 1-1 0,0 0 5 16,2 2-4-16,0-1 4 15,0 1-1-15,0-1-1 16,-1-2 0-16,2-3-1 15,1 0 0-15,0 0 0 16,0-3 1-16,0 0-1 0,1-3 0 16,6 0 0-16,0-2 2 15,2-2 1-15,2 0 5 16,3 0 0-16,-1 0 0 16,-2-3-2-16,3 2-2 15,-1-2-2-15,-3 3 0 0,0 0-1 16,-1 0-1-16,0 0 0 15,-2 3 2-15,0 4-4 16,-1 0 5-16,0 4-2 16,-2-2-1-16,0 2 2 15,0 1-2-15,-4-1-2 0,0 0 3 16,0 1 1-16,-4-1 3 16,-6-1-2-16,0 2 4 15,-3 0-2-15,-3-2-2 16,2-1 0-16,-2 1-2 15,-1-5-1-15,1-2-36 16,3-3-27-16</inkml:trace>
  <inkml:trace contextRef="#ctx0" brushRef="#br0" timeOffset="54808.64">4232 8535 69 0,'0'0'25'0,"0"0"-5"0,0 0-5 0,0 0 2 0,0 0-12 16,0 0 1-16,0 0-3 16,25-40 2-16,-10 29 1 15,2-1 2-15,1-1 3 16,-3 1 4-16,4 0-4 16,-3 1-5-16,1 0-4 0,-3 1-1 15,-1 2-1-15,-2 2 1 16,-1 0-1-16,-2 2 1 15,-1 3-2-15,1-1 0 16,-2 2-16-16,-2 0-26 16,-2 0-12-16,-2 5-21 0</inkml:trace>
  <inkml:trace contextRef="#ctx0" brushRef="#br0" timeOffset="59965.45">2274 7051 19 0,'-3'-4'10'0,"1"2"1"0,-2-2 2 0,0 1-4 16,2 0 2-16,-2-1-3 0,2 1 0 16,0-1 5-16,-1 1-2 15,1-1-4-15,2 3-5 16,0-1 0-16,0 1-2 16,0-1 4-16,0 2-4 15,0 0 0-15,0 0-1 0,0 0 0 16,0 3-2-16,0 4 2 15,1 3-2-15,0 3 5 16,2 0 1-16,-3 1-2 16,2 3 0-16,0-1-1 15,0-2 0-15,0 3 1 16,0-4-3-16,-1 0 1 0,2 0 3 16,-3-3-2-16,2-1 0 15,0 1 1-15,-2 0 0 16,2 1-1-16,0-1 0 15,-2 0 0-15,0-1 1 16,0-1-1-16,1-2 0 0,-1-2 0 16,0-1 1-16,0 0-1 15,0-2 2-15,0-1 1 16,0 0-1-16,0 0 7 16,0 0-1-16,0 0-3 0,0-1-3 15,0-5 0-15,0-1 2 16,0-1 0-16,0-1-3 15,-1-2 0-15,1 1-2 16,0-4 1-16,0-2-1 16,0 2-5-16,0-3-8 15,0 1-7-15,2 2 10 0,1 1 3 16,-3 0 8-16,0 2 0 16,0 1 1-16,0-1 0 15,0 1 2-15,0 1 1 16,-4-1-1-16,4 2-2 15,-1 1 0-15,1 1-1 16,-2-1 0-16,0 3 0 0,2 1 0 16,-2 1 0-16,0 1-1 15,2 0 3-15,-3 1-2 16,2 0-1-16,1 0 0 16,0 0 2-16,-2 0 0 0,2 1-1 15,0 3-1-15,0 0 1 16,0 5 0-16,-2-2-3 15,2 4 5-15,0 1-2 16,-2 3-1-16,2 2 0 16,0 2 3-16,0 1-2 15,0 0 1-15,0 0 0 0,0 0-1 16,0-2 0-16,0 0 0 16,2-4 0-16,0-1 1 15,-2 0-1-15,2-3 0 16,-2-1 1-16,0-4 0 0,0 2 2 15,0-4 2-15,0 0-1 16,0-3 0-16,0 1-1 16,0-1 1-16,0 0 1 15,0 0 0-15,0 0-7 16,2-7-1-16,-2-5-45 16</inkml:trace>
  <inkml:trace contextRef="#ctx0" brushRef="#br0" timeOffset="61216.86">1942 6591 9 0,'0'0'10'0,"0"-3"-8"0,0 0 6 15,-4 0 7-15,2 2-2 0,-4-2-8 16,1 2 0-16,-2 1 4 15,0 0-2-15,-1 0-1 16,1 0-1-16,-3 0-2 16,2 3-1-16,-1 2-2 15,-3 1 1-15,1 3 0 0,-1-2-1 16,0 0 0-16,1 0-2 16,0 0 2-16,-1 0 0 15,4 0 0-15,1 3 1 16,-2 0-1-16,4 0-1 15,-1 1 1-15,3 2 0 16,-1 1 0-16,0 3 0 0,-1 0 0 16,0 3 1-16,1 0 0 15,-1 2 2-15,1-1 0 16,0 1-1-16,2 0-1 16,2-1 0-16,-2 0-1 0,2 1 1 15,0-1 0-15,0-3-1 16,0 1 0-16,2 1 1 15,2-2-1-15,2-1 0 16,-1 2 1-16,1-2 1 16,2 0-2-16,-4-3 2 0,3 0-1 15,-1 2-1-15,-1-2 0 16,0 1 1-16,1-3-1 16,-2 4 0-16,1-1 0 15,-1-2 0-15,3 1 0 16,0-1 0-16,-2 1 1 15,3-4-1-15,1 0 1 0,1 1-1 16,-2-2-1-16,1 1 2 16,0-3-1-16,0 0 1 15,-3-1-1-15,3 1 2 16,-4-1-2-16,2 1 0 0,-1-1 0 16,1-1 0-16,-1 2 0 15,2 0 0-15,-2 2 0 16,1-2 0-16,0 2 0 15,1-2 0-15,-1 2 0 16,0-3 1-16,-1 0-1 0,1-2 0 16,-3-2-4-16,4-1 7 15,-2 0-1-15,3-1-1 16,-2 0-1-16,4-1-3 16</inkml:trace>
  <inkml:trace contextRef="#ctx0" brushRef="#br0" timeOffset="63828.61">2072 7908 50 0,'-4'0'20'0,"1"-2"-7"0,-1-1 0 0,0 2 0 16,1-2-7-16,1-1-2 16,0 1 0-16,0 0-3 0,2 0 1 15,-2 2-2-15,-1-2 1 16,0 0-2-16,3 3 1 15,-4-2 1-15,2 1 0 16,-2 1 0-16,0 0 0 0,1 0 1 16,-1 0-4-16,-3 0 5 15,4 0-3-15,-3 0 1 16,1 0 0-16,1 0-1 16,-2 1 1-16,3 1-1 15,-4 1-1-15,3 0 2 16,-1 0-1-16,1 1 0 0,-2 0 1 15,3-1-1-15,-2 1 1 16,1 1-1-16,-1-1 0 16,1-1 0-16,0 2 0 15,-1 0-1-15,1 2 0 16,-3 0 1-16,0 1-3 0,-1 2 3 16,1 0-3-16,-1 0 2 15,0 2 2-15,1 0-1 16,1-2-1-16,-1 3 1 15,0-2 0-15,1 1 1 16,3-2-1-16,-1 1 2 0,0 0-4 16,2-1 4-16,1 2-2 15,-1-2 0-15,2 1 0 16,0 2 0-16,-3-2 0 16,3 2 0-16,-2 2 0 15,0-3 0-15,2 4 0 0,-3-1 0 16,2-1 0-16,0 2 0 15,1 1 0-15,0-1 0 16,0-1 0-16,0 2 0 16,5 0 0-16,-1-2 0 15,2-1 1-15,0 0-1 0,0-1 1 16,-1-3-1-16,1 1 0 16,-1 0 0-16,0-2 0 15,1 4 0-15,-1-3 1 16,1 0-1-16,-2 1 0 15,4 0 0-15,-4-2 0 0,3-2 0 16,-1 3-1-16,4-3 1 16,-3 0 1-16,3-1-1 15,-1 1-1-15,3-2 1 16,-2 1 3-16,4-2-2 16,-1 1 0-16,-2-1-1 0,3-1 1 15,-3 1-1-15,3-2 1 16,-1 0-1-16,-2 1 0 15,3 0 1-15,-1-3 1 16,1 2-2-16,-3-2 0 16,5 0 0-16,-3 0 2 15,3 0 2-15,-1-3 0 0,1-2 1 16,-1-2-2-16,1-1 0 16,-1 1-2-16,0-2 0 15,-2 2 2-15,0-2-2 16,2 1 0-16,-4-2 0 0,3 1 3 15,-3-2 4-15,0 1 2 16,1 0-3-16,-3 0 1 16,1-1-4-16,-2-1 4 15,-2 0-3-15,3-4-1 16,-3 0-4-16,4-5 1 0,-4 0-1 16,-1-2 3-16,1-1-3 15,-4 0 0-15,0-3 1 16,-1 4 0-16,1-1-2 15,-2 0 2-15,0 2-1 16,0 3 1-16,0-3-2 16,0 3 2-16,-3 0-1 0,-1-2 0 15,-2 2 1-15,-1-2 3 16,-1 1 5-16,-2 0-7 16,-1 3-2-16,-1-1-4 15,2 3 4-15,1 0 2 16,-3 2 0-16,1 2-2 0,1-2 1 15,0 3 0-15,3 2 0 16,1 1-1-16,-1 2 0 16,3-1 0-16,0 2-5 15,-2 3 2-15,2-2 1 16,-3 0 2-16,3 2 1 0,0-1 0 16,-2 1 0-16,2-1 0 15,0 0-1-15,2 0 0 16,-1 2 0-16,1-1 0 15,0 1 0-15,0-2-1 16,-2 1 2-16,2 1-1 0,-3-1 1 16,0-1-1-16,1 2 0 15,1-1 0-15,-3-2 0 16,2 3 0-16,-1 0-2 16,1 0 1-16,-3 0 0 15,2 0 1-15,-1 0-1 0,-1 0-1 16,3 0 4-16,-3 0-1 15,4 0 0-15,-1 0 0 16,4 0-1-16,-2 3-1 16,0-3 2-16,-1 1-1 15,1-1 0-15,-2 3 0 0,0-3 0 16,-2 3 0-16,2 0-3 16,-2 0 3-16,1-1 0 15,1 1 0-15,-1-1 1 16,3-1-1-16,-3 0 0 15,3 1 0-15,0-1 0 0,0-1 1 16,0 0-1-16,2 0 0 16,-1 0 0-16,1 3 0 15,0-3 0-15,0 0 1 16,0 0-1-16,0 0 0 16,0 0 1-16,0 0-1 15,0 0 1-15,0 0-2 0,-2 0 1 16,2 0 0-16,0 0 0 15,-2 0 0-15,2 0-1 16,0 1 1-16,-2 1 0 16,2-2 0-16,0 0 1 0,0 1-1 15,0-1-1-15,0 0 2 16,0 0-1-16,-2 0 1 16,2 0-1-16,0 0 0 15,0 0 0-15,0 0 0 16,-2 0 0-16,1 0 0 0,1 0 0 15,-1 0-1-15,1 0 1 16,0 0-1-16,0 1 1 16,0-1 0-16,0 2 0 15,-1-2 0-15,-1 0 1 16,2 0-1-16,-2 2 0 0,2-1 0 16,-3-1 0-16,3 1 0 15,-2 1 0-15,2-1 0 16,0-1 0-16,0 2-1 15,0-1 1-15,0 0-1 16,0 2 0-16,0-1 0 16,0 1-2-16,5 1-9 0,-3 0-22 15,1-1-24-15,-1-3 3 16</inkml:trace>
  <inkml:trace contextRef="#ctx0" brushRef="#br0" timeOffset="75290.17">3920 7675 21 0,'0'0'0'0,"0"0"-1"0,0 0 1 0,-44 10 5 16,33-10 20-16,1 0 3 0,2 0-5 15,-1-2-7-15,-1-1-4 16,4-1-1-16,-3 0-6 16,1 2-3-16,0 1 0 15,-3 1-2-15,3 0 0 16,-4 0-1-16,1 1 1 0,0 5-2 16,0 1 2-16,2 0-1 15,-2 3 1-15,1-1-1 16,0-1 1-16,1 4-2 15,-1-1 2-15,2 2-1 16,1 0 1-16,-1 1-2 0,2 1 2 16,2 1 0-16,-1 5 0 15,1 0 1-15,0 3-1 16,-2 2 1-16,3 4-1 16,-4-2 0-16,2 1 1 15,1-2 1-15,-3-1-1 0,3-1-1 16,0-1 0-16,-2-3 1 15,4-1-1-15,-2 0 0 16,0 1 0-16,0-3 0 16,1-1 0-16,1 1 0 15,-2-1 0-15,0 0 0 0,3 3 0 16,-2-3 0-16,3 3 1 16,0-3-1-16,0 1 0 15,0 0 0-15,0-2 0 16,0 0 1-16,0 0-2 15,0-2 1-15,0 0 0 0,3 2 1 16,-2-3 0-16,5 3-1 16,-2-1 2-16,3-1-1 15,-1 2-1-15,2-1 1 16,-2 2-1-16,1-1 1 16,-1 0-1-16,1-2 0 0,2 0 1 15,-2 0-2-15,1-1 1 16,1-2 1-16,1-1 1 15,-2 0-4-15,3 0 4 16,1-1 1-16,-1-1-2 16,3-1-2-16,-5-1 6 15,3 2-2-15,-2 1 0 0,1-2-3 16,-3 2 1-16,4-1-1 16,-3-1 0-16,0 1 1 15,2 1 0-15,2-4 1 16,-2-1-1-16,3-1-4 15,1 3 5-15,-1-2 0 0,2-3-1 16,2 3-1-16,-1-1 0 16,1 0 3-16,1 1-1 15,-2-1-1-15,-1 3 0 16,-1-2-2-16,1 3 1 16,-3-2 0-16,2 1 0 0,-2-1-1 15,0 1 2-15,2-2-1 16,-1-3 1-16,1 2 0 15,-1-3-1-15,2 0 4 16,-3 0-2-16,3-7 4 16,-1 1-1-16,1 0-1 0,-1-1-3 15,1-1 0-15,-3-1 0 16,3-1 0-16,-3 1-1 16,2-1 1-16,-1-2 0 15,0 0-1-15,0-1 0 16,-1 0 0-16,3-2 1 0,-3-1-1 15,1 0 1-15,-3-1 1 16,2 0 4-16,-2 1-1 16,0-1-2-16,1 0 0 15,-2 1-2-15,1 1 0 16,-1-2 0-16,-3 1-1 0,1 1 1 16,-1-1 0-16,-2 2 6 15,0-3 4-15,1 1 1 16,0 1-3-16,1-4-4 15,-2 1-3-15,-1-1 0 16,-1-2-1-16,1 0 0 0,-4-1-1 16,2-2 1-16,-2 0-1 15,0 0 1-15,0 0-1 16,0 1 1-16,0 0-2 16,0 2 2-16,-2 2-1 15,0 1 1-15,-1 1 0 0,1 0 1 16,-2 1-2-16,-3-1 0 15,2 0 0-15,1-1 1 16,-4-2 0-16,3-1-1 16,-2-1 2-16,0 1-2 15,-1-2-3-15,1 2 4 16,-5 0-3-16,1-1 3 0,0 2-1 16,-5-1 1-16,3 3 1 15,-1 0 1-15,1 2-3 16,-3 0-1-16,-3 2 1 15,-1 1-1-15,-1-1 2 16,-4 1 0-16,1 0 1 0,-5-2-2 16,0 0 1-16,-2-1 0 15,-3 0-1-15,-6-1 0 16,-2 2 0-16,-6-1-1 16,-3 5-2-16,-9 7 2 0,-7 4-3 15,-14 11-12-15,-11 10-45 16,-12 1-105-16</inkml:trace>
  <inkml:trace contextRef="#ctx0" brushRef="#br0" timeOffset="80146.72">1826 6220 34 0,'-4'0'-3'0,"1"0"5"0,-1 0-2 16,0 0 4-16,0 6-4 15,1 2 1-15,-1 1-1 16,-1 4 3-16,0 1-2 16,1 2 1-16,0 1 0 0,-1 1 1 15,-1 3 1-15,-1 2 3 16,2 1-5-16,-3 5 0 16,1-1 0-16,0 3-2 15,0 1 0-15,0-1 0 16,1 0 1-16,2 2-1 15,1-3 2-15,-1 1 0 0,1 0-1 16,3 0 1-16,0 2-1 16,0 2 1-16,0-3-1 15,0 0 0-15,0 0 2 16,-2-3-3-16,-3-2 0 16,-3 0-1-16,1-2 2 0,-4 0 2 15,2 2 1-15,0-1 1 16,-2-1-3-16,4 2-1 15,-2 0 1-15,3-3-2 16,-2-1 0-16,4 1 0 16,0-4 0-16,1-3 0 0,3 0 0 15,0-3 0-15,0-2 0 16,0 1 0-16,0-2 0 16,0-3 1-16,0 1-1 15,0-3 0-15,0-1 0 16,1 0-1-16,3-1 1 0,-2-1 2 15,2 0-2-15,4 1 2 16,-4 0-1-16,3 0 1 16,-1 1-1-16,0 0-1 15,2-1 0-15,-3 2 0 16,3-3 0-16,-3 1 0 0,4-1-1 16,-3-2-2-16,3 0 6 15,0 1-2-15,3 2 1 16,-1-1-1-16,-1 0-1 15,4 3 1-15,-5 0-1 16,3 1 0-16,-2 0 1 16,1-1-1-16,-1-1 0 0,1-1 0 15,-1 1 0-15,2-2 0 16,-1 1 1-16,2-1-1 16,-1 4 1-16,1-3-1 15,1 0 1-15,-1 1-1 0,1-2 0 16,-1 1 0-16,0-3 0 15,1 2 1-15,1-2-1 16,3 1 0-16,-3-1 1 16,1 2-1-16,3 0 0 15,-2 0 2-15,1-2-2 0,-3 1 0 16,4-1 1 0,-2 0-2-16,-1-1 1 0,1 0 0 15,2 0 0-15,-1 0 0 16,0 0 0-16,0 0 1 15,1 0-1-15,-3 3 0 16,-1-1 0-16,2 3 0 0,-4-3 0 16,5 3 0-16,-5-1 0 15,3-2 0-15,-1 1 0 16,1-2-1-16,-1 1 2 16,6-2-1-16,-1 0 0 15,2 0 0-15,3 0 0 0,-2-6 0 16,3 0 0-16,-1-1 0 15,-1 2 0-15,-3-1 0 16,-1 2 0-16,-1-1 0 16,-3 4 0-16,3-3 0 15,-4 1 0-15,3-1 0 0,2-1 1 16,0 1 0-16,0-3-1 16,2 3 2-16,1-3-2 15,-1 1 0-15,0 0 0 16,3-1 0-16,-2 3 0 15,1 0-1-15,-1 1 1 0,-4-2 0 16,4 3 0-16,-3 0-1 16,-2 1 1-16,0 1 0 15,-1 0 0-15,2 0 0 16,-2 0 0-16,3 0 0 16,-1 0 0-16,0 1 0 0,2 2 0 15,-1-2 1-15,2 1-1 16,0-1 0-16,-1-1 0 15,-2 2 0-15,-2-2 0 16,3 1 0-16,-1 0 0 16,-3 1 0-16,2 1 0 0,0 0 1 15,0-1-2-15,2 2 2 16,0 0-1-16,-2-1 1 16,4 1-1-16,-1-1 0 15,0 0-1-15,2-2 1 16,-1 2 0-16,3 0 0 15,-5 0 0-15,2 1 0 0,1 0 0 16,-4 0 0-16,2 2-1 16,-1-2 1-16,-2 0 0 15,4-1 0-15,-1 0 0 16,1 0 1-16,4-2-1 0,-1 0 0 16,2-1 0-16,2 0 0 15,0 0 0-15,0 2 0 16,0-2 0-16,1 2 0 15,1-1 0-15,0 1-1 16,-2-1 2-16,3 0-1 0,3-1 0 16,1 0 0-16,-1 0 1 15,3-1-1-15,1-5 0 16,-1 1 1-16,-2 0 1 16,1-2 3-16,-1 0 0 15,0 0-1-15,0 0 1 0,-1 0-2 16,3 0-1-16,0 0 0 15,1 2-1-15,-4-1 1 16,1 2-2-16,-3 0 0 16,-1 0 1-16,-1 0-2 15,-2 1 2-15,2 0-1 0,0 0 1 16,3 3 0-16,0 0 0 16,3 0 0-16,0 0 0 15,-2 0-1-15,-1 0 2 16,-1 3-2-16,-3 0 0 15,1-1 0-15,-2 1 0 16,0 0 0-16,2-1 0 0,1-1 0 16,1 2 0-16,2-1 0 15,1 0 0-15,2-2 0 16,-1 3 0-16,0-1 0 16,1 0 0-16,-5 1 0 15,3 1 0-15,-3-2 0 0,4 1 0 16,-3 1 0-16,1 0 0 15,-2-1 0-15,1 1 0 16,-3-1 0-16,-1 0 0 16,-1 0 0-16,2 0 0 15,0-3 0-15,0 0 1 0,3 0-1 16,1 0 6-16,6 0-1 16,-3 0 0-16,4-2-2 15,-2 0-1-15,1 0-1 16,-1 2 0-16,0 0 0 15,1 0 0-15,-4 0-1 0,3 0 0 16,1 0 1-16,-3 0-2 16,0 0 2-16,-1-1-1 15,4-1 0-15,0 1 0 16,1-1 1-16,3 0 1 16,-1 0-1-16,1 1 1 0,-3 1-2 15,-2 0 0-15,1 0 0 16,-1 0 0-16,-2 0 0 15,0 0 0-15,1 0 1 16,0 0-1-16,1 0 0 16,-4 0 0-16,1 0 0 0,-2 0 1 15,-3 0 0-15,-2 0 0 16,0-2 2-16,-5-1 0 16,1 1-1-16,-2-1-1 15,-1 0 1-15,-2 1 0 16,0-2-1-16,-2 1 0 0,3-3 0 15,0 1-1-15,2-1 1 16,-1 0-1-16,-3 0 0 16,4 0 2-16,-5 0 0 15,3 0-1-15,-2-1 1 16,0 2 0-16,-1-1-1 16,2 1-1-16,-3 1 2 0,-3 3-2 15,0-2 1-15,-3 3-2 16,-5 0-21-16,-3 0-30 15,-4 0-21-15</inkml:trace>
  <inkml:trace contextRef="#ctx0" brushRef="#br0" timeOffset="82295.24">1719 6297 84 0,'-2'3'5'0,"2"-3"-8"0,0 0 5 0,0 0-1 16,6 0 1-16,1 0 4 15,2 0-2-15,0 0 1 16,0 0-4-16,0 0 0 15,0 0-1-15,0 3 1 0,2-2-2 16,0 2 2-16,0 1-1 16,5-1 1-16,-1-2-1 15,4 1 1-15,2-1-1 16,4-1 1-16,4 0 0 0,3 0-1 16,1 0 1-16,3 0 0 15,5-1-1-15,1-1 0 16,1-2 0-16,-3 3 0 15,2-1 0-15,-1 2-1 16,1 0 1-16,-2 0-1 0,5 2 1 16,1 2 0-16,4-1 0 15,1-2 0-15,5-1 0 16,0 3 1-16,2-3-1 16,2 0 0-16,-1 2 0 15,1-1 0-15,-4 0 0 16,1-1 1-16,-1 2 0 0,0-2 0 15,0 0 1-15,0 0-1 16,3 1 0-16,-4 1 0 16,-1 0-1-16,0 4 1 15,-1-3-1-15,0 1 0 16,1 1 0-16,0 1 0 0,0-3 0 16,3 0 0-16,1-1 1 15,3-1 0-15,0-1 0 16,3 0 0-16,-3 0 0 15,3 0 0-15,0 0-1 16,-5 0 1-16,1 0-1 0,1 0 4 16,-1-4 1-16,1 2 2 15,1-3 0-15,1 1 0 16,1-1-2-16,4 1 0 16,-1-2-2-16,4-1 0 15,0 2-2-15,2-3 4 0,-2 1-4 16,3-1-1-16,0 2 1 15,1 0-1-15,2-3 0 16,1 1 0-16,4-2 1 16,3 2-1-16,1-2 1 15,-2 1 0-15,-1-2-1 0,-2 4 1 16,-4-3-1-16,0 3 0 16,-4 0 0-16,-3 0 1 15,-1 1-1-15,0 2 1 16,0-3 2-16,-1 4 0 15,0-3-1-15,2 2 0 16,-2-1 0-16,1 1-1 0,-1 0 1 16,-2 0-1-16,-6 1 1 15,2-1 0-15,-4 1-1 16,-2 0 0-16,-2 1-1 16,-2 1 1-16,-4 0 0 0,0 1 0 15,-6 0 0-15,-2 0-1 16,-1-3 1-16,-3 3-1 15,1-3 0-15,1 2-1 16,-2-2 2-16,2 3-1 16,-2 0 0-16,-3 0 0 15,-3 0 0-15,-3 0 0 0,-3 3 0 16,-2 1 0-16,-4 3 0 16,-1-1 0-16,-1 1 0 15,-1 0-1-15,2 1 1 16,1 2 0-16,-3-1 0 15,1 2 0-15,-3 1-1 0,0-2 1 16,1 2-1-16,-5 0 0 16,-1-1-1-16,0 2 0 15,-1 0-1-15,-1 1 2 16,0 0 1-16,2 3 0 16,-3 0 0-16,3 0 1 0,-4 3-1 15,1 1 0-15,1 2 0 16,-1 1 0-16,-2 2 0 15,1-1 2-15,-2 1-2 16,2 0 1-16,-2 1 0 16,3-2 0-16,-3 2-1 0,2-3 0 15,0 5 0-15,0-1 0 16,0-1-1-16,-2 3 0 16,2 0 1-16,1-2 0 15,0 2 1-15,2-3-1 16,-3 0 0-16,2-4 0 0,1 2 0 15,-3-3 0-15,1 3 0 16,2-1 0-16,-4 0 0 16,1 2 1-16,0 1-1 15,0-1 1-15,-3 0 0 16,2 1 0-16,0-4-1 0,-1 0 1 16,-2-3 0-16,3-2-1 15,-3-1 1-15,0-3-1 16,0-2 0-16,0-1 1 15,0-2-1-15,0-1 0 16,0-1 1-16,0-1-1 0,0-3 0 16,0 2 0-16,0-2 0 15,0 0 0-15,-5 1-3 16,0-3 6-16,1 1 1 16,-6 1-2-16,0 0 0 15,-6 3-1-15,-2 1 0 16,-8 1 1-16,-3 4-5 0,-9 3-4 15,-3 2 4-15,-8 5-7 16,-6 3-19-16,-11-1-27 16</inkml:trace>
  <inkml:trace contextRef="#ctx0" brushRef="#br0" timeOffset="84123.96">6935 7641 41 0,'-2'18'3'0,"2"2"2"0,-2 0 3 16,2 0-2-16,-2 1 2 15,2 2-3-15,0-1-2 0,-2 3 2 16,1 0-2-16,1 1 1 15,0 2-3-15,0 2 2 16,0 1-2-16,0 2 0 16,1 1 1-16,3 3-2 15,-2 1 0-15,0 3 0 0,0 1 1 16,1 3-1-16,0 2 0 16,1 0 0-16,-2 0 0 15,0 2 1-15,-1 2 0 16,1 2 0-16,0 1 0 15,-2 3-1-15,0-1 3 16,2 3-1-16,-2 0 0 0,2 2 0 16,-2 1-1-16,2 3 0 15,0 2 0-15,-1 1 0 16,2 4 1-16,3 1 0 16,-2-1 0-16,1-1 2 15,3 0 1-15,-1 0-1 0,2-1-1 16,0 1-1-16,0-1 1 15,-3 3-1-15,-2 3 1 16,0 4 6-16,-4 3 1 16,0-2-5-16,0 3-2 15,0 1 1-15,0 3 2 0,-2-2-4 16,0 1 0-16,1 1 0 16,-2 3-2-16,1-3 1 15,0 2-1-15,2-1 2 16,-2 4-1-16,2 0 1 15,-2-1-2-15,1 2 0 0,1 1 1 16,0-1 1-16,0-5-2 16,5-4 1-16,3-3 0 15,4-3-1-15,-1-5 0 16,3 1 0-16,-1-3 1 16,-1 1 1-16,1 1 1 0,-4 0-2 15,2 0 0-15,-6 4 0 16,1 0-1-16,-4 0 0 15,-1 0 1-15,-1-1 0 16,0-2-1-16,0-3 2 16,0-4-1-16,0-6-1 15,0-6 0-15,0-7 1 0,0-6-1 16,2-5 0-16,4-4-3 16,0 0 5-16,0-3-1 15,0 1 2-15,-3-1-2 16,3 0 0-16,-2-1 0 0,-2-2 1 15,1-2-2-15,0 1 1 16,-1-4 0-16,0-5 0 16,0 1 1-16,0-4-2 15,3-2 1-15,-1-1 1 16,1-3 0-16,4-2-1 16,-3 1 0-16,5-3-3 0,1-2-5 15,1-2 0-15,5-1-4 16,-2 0 3-16,6-3 3 15,3-5 5-15,1 0 0 16,1-1-2-16,2-1 4 16,2-1-4-16,-2 1 4 0,2 0 0 15,5 0-2-15,1-1 1 16,3 0 0-16,6 0 0 16,1 0-1-16,3-2 0 15,-3 2 0-15,2-1 1 16,-2 3 0-16,-2 0 0 0,-1 1 3 15,-2 3 1-15,-1 1 2 16,-3 0-3-16,-1 1-2 16,1 0-1-16,-7 0 1 15,-1 0-2-15,-5-1 0 16,-1 1 1-16,-6-4-1 0,-2 1 3 16,0-4-2-16,-6-7 1 15,0-9-14-15,-3-9-117 16</inkml:trace>
  <inkml:trace contextRef="#ctx0" brushRef="#br0" timeOffset="85252.19">8114 6118 42 0,'-10'0'3'0,"4"7"0"0,1 2 1 0,1 2 3 16,-2 2-3-16,2 2 0 16,0 4 0-16,0 2-2 0,1 6-1 15,1 4 0-15,0 4 1 16,2 6-1-16,-2 3 3 15,0 4-1-15,-2 2 2 16,0 0 2-16,3 0-2 16,-4 2 3-16,3 0-3 0,-1 5 0 15,1 0-1-15,1 4 0 16,0 7 1-16,1 3-2 16,0 4-1-16,0 2-1 15,0 4 0-15,0 4 0 16,1 3-1-16,1 0 1 15,2 0 1-15,-2 5-2 0,-2 3 0 16,2 2 1-16,-2 0-2 16,3 7 1-16,-3-1 0 15,1 5 1-15,-1-1-1 16,2 6 0-16,0 1 1 16,2-1 0-16,-2 3 1 0,2-3 9 15,1 4-1-15,-3 0-7 16,0 1 0-16,-2 3 1 15,0 3 6-15,0 0-2 16,0 2-4-16,4-1 3 0,6-1 3 16,1 2-7-16,7-4 3 15,0 1 4-15,4-1-8 16,-1-1 0-16,0-2 3 16,-4 0-4-16,1 2-1 15,-3 1 1-15,-2 3 0 0,-2 1 0 16,-2 3 0-16,-4 1 1 15,-1-2 2-15,1 0 0 16,-5-4-2-16,0-4 0 16,0 0 0-16,-5-8 0 15,-4-1-1-15,-2-2 2 0,-3-8-1 16,-1-2 0-16,-1-4-1 16,1-4-1-16,-3-6-18 15,-2-11-32-15,-5-13-69 16</inkml:trace>
  <inkml:trace contextRef="#ctx0" brushRef="#br0" timeOffset="87678.62">1638 9836 36 0,'0'3'12'0,"-2"1"-6"0,-4 1-4 0,-1 0-2 16,1 2 7-16,-2-2 0 15,0 2-2-15,1 0 1 16,-1 3-5-16,0 1-1 15,-1 2 1-15,-1 6-1 16,0 2 1-16,-1 6-1 0,-2 5 0 16,-3 8 0-16,-2 8 1 15,-2 6-2-15,0 5 2 16,2 3-1-16,0 3 0 16,1 2 0-16,0 0 0 15,2 1 1-15,1 3-1 16,-1 3 0-16,1 4 1 0,-1 0-2 15,-1 3 2-15,5 3-1 16,-1 4-1-16,4-1 1 16,1 1 0-16,1-2 0 15,4 1 0-15,-2 2 1 16,4-5-1-16,0-3 0 0,0-1 1 16,0-1 0-16,0 2-1 15,0-4 1-15,4 1 0 16,-4 2-1-16,2 0 0 15,0-3 0-15,0 0 0 16,3-5 0-16,1-1 1 16,0-4 1-16,4-2-1 0,1-4 1 15,-2-1 0-15,2-1-1 16,0 1 1-16,0-3 2 16,1-1-1-16,-4-4 0 15,1-1 0-15,1-5 1 0,-1-2 0 16,-1-4 1-16,-2-1-1 15,4 0-2-15,-5-1-1 16,1 3-1-16,0-1 1 16,-1 1-1-16,0-4 1 15,2 0-1-15,-3-4 0 0,2-5 1 16,-1-1 0-16,2-6-1 16,-4-2 1-16,3-5-1 15,-4-1 1-15,2-3-1 16,-4-3 1-16,1-2-1 15,0 0 0-15,-1-2 0 0,0-2 2 16,0 3 3-16,1-1-2 16,1 0-2-16,0 0-1 15,2 1 1-15,-2-1-1 16,4 1 3-16,0-1 0 16,-1 1-1-16,3-1 1 15,4-1 0-15,3-2 2 0,3 0-2 16,9 0 1-16,5 0 0 15,6-6 0-15,8-7-2 16,6 2-2-16,6-5-32 16,0-4-11-16</inkml:trace>
  <inkml:trace contextRef="#ctx0" brushRef="#br0" timeOffset="91183.52">8093 15377 149 0,'0'-7'-5'0,"0"-1"9"0,0 0 2 16,0 4 0-16,0-1-1 0,0 4 12 15,0-2 0-15,0 3-1 16,0 0-9-16,0 0-12 15,0 9 1-15,5 5-3 16,3 6 1-16,2 5 4 16,-2 2 2-16,1 2-3 0,1-2 3 15,-4 0-2-15,1-3 7 16,-5-3-8-16,0-1 0 16,-2 0 9-16,0-4-4 15,0-2 1-15,-4 0 2 16,-1-7-3-16,3-1 1 0,0-5-2 15,2-1 4-15,0 0 1 16,0-3 3-16,0-5-7 16,1-2 3-16,9-2-2 15,-1 1-3-15,5 0 0 16,-1 2 0-16,1-1 1 16,1 3-1-16,-1 3 0 0,1 0-1 15,1 3 1-15,-3-1-1 16,0 2 1-16,-1 0 0 15,-4 0 0-15,-1 0-2 16,-3 3-10-16,-3 2-19 16,-1 1-15-16,0 1-22 0</inkml:trace>
  <inkml:trace contextRef="#ctx0" brushRef="#br0" timeOffset="91430.57">8163 15472 95 0,'0'0'15'0,"0"0"-14"0,0 0 1 0,0 0 2 16,39-16 0-16,-27 14-2 15,-1 0-2-15,3 0 1 16,-1 1-1-16,1-2-1 0,-1 0-8 16,-3-4-10-16</inkml:trace>
  <inkml:trace contextRef="#ctx0" brushRef="#br0" timeOffset="91607.78">8098 15301 120 0,'0'0'105'0,"0"0"-113"0,0 0 3 16,47-36-4-16,-18 23-27 16,3 0-12-16,3 3-38 15</inkml:trace>
  <inkml:trace contextRef="#ctx0" brushRef="#br0" timeOffset="91971.27">8585 15492 97 0,'0'0'41'15,"0"0"-34"-15,0 0-1 16,0 0 3-16,0 0-6 15,0 0-1-15,15-36-1 16,-15 23 0-16,-2-1 2 16,-6 3 19-16,1 0-1 0,-5 3-10 15,1 3-9-15,-2 5-1 16,-1 0-3-16,-5 7-15 16,-1 11 13-16,3 4 4 15,2 2-2-15,1 0-2 16,8 3-2-16,4-6 3 0,2-4 2 15,6-2 1-15,8-4 2 16,3-5 1-16,4-4 2 16,2-2 0-16,3 0 2 15,2-8 0-15,-2-6 0 16,0-1-26-16,-3-7-42 0,-5-3-37 16</inkml:trace>
  <inkml:trace contextRef="#ctx0" brushRef="#br0" timeOffset="92257.91">8498 15063 195 0,'0'0'3'15,"0"0"-1"-15,0 0-4 16,0 0-1-16,0 0-5 0,0 0-2 15,20 55 3-15,-9-21 0 16,0 5 2-16,-2 3 2 16,0 5 5-16,0-1 1 15,0 0 2-15,-2-3-3 16,0-3 2-16,3-6-1 0,0-3 1 16,1-5 1-16,0-6-3 15,5-4-14-15,1-7-29 16,2-9-34-16</inkml:trace>
  <inkml:trace contextRef="#ctx0" brushRef="#br0" timeOffset="92743.55">8844 15419 128 0,'0'0'11'16,"2"-37"52"-16,-2 20-34 16,-4 3-10-16,-3 4-7 15,-4 2-7-15,-1 2-3 0,0 4-3 16,0 2-2-16,-1 1-1 15,0 10 10-15,-1 6-7 16,5 4 1-16,1 1-2 16,3 3-3-16,5-5 2 15,0-1-3-15,9-5-1 0,2-5 5 16,3-4 0-16,1-2 8 16,3-3-2-16,-2 0 0 15,1-6-2-15,-1-4 1 16,-2-1 0-16,-3-3 0 15,-3 2 0-15,-3 1 0 0,0-1-2 16,-3 4 4-16,-2-1-4 16,0 5-1-16,0 1 0 15,0 3-3-15,0 0-2 16,0 3 0-16,2 10-6 16,3 5 3-16,1 5 6 15,-1 3 6-15,4 3-4 0,-3 0 0 16,1 1-6-16,-2 1 3 15,-1 2 2-15,-2 1-4 16,-2 1 0-16,0-2 1 16,0 0 6-16,-11-2 5 15,0-4-3-15,-5-3-1 0,-1-7 1 16,-2-3 1-16,1-7-5 16,-1-5-4-16,1-2-23 15,2-12-58-15</inkml:trace>
  <inkml:trace contextRef="#ctx0" brushRef="#br0" timeOffset="93423.21">9001 15411 36 0,'0'0'1'0,"0"0"0"0,0 0 0 0,41-16 0 0,-31 5 3 0,-5-1 22 15,1-5 4-15,-4 1-1 16,-2 0 7-16,0 0-13 16,0 2-8-16,0 2-6 15,-4 3-8-15,-3 3-1 16,1 6-2-16,-3 0 4 0,1 10 1 15,4 7-7-15,-2 3 1 16,3 5-1-16,2 1 0 16,1 0 2-16,0-1 1 15,4-2-1-15,3-3-1 16,4-3 2-16,0-3 1 0,0-3 0 16,3-4 1-16,1-2 2 15,1-4 0-15,1-1 2 16,-2 0 1-16,1-6-2 15,-1-6 1-15,-1-1-1 16,-1-3-1-16,-3-1 0 0,-3-3-1 16,-1-1 2-16,-1 0-2 15,0-1 3-15,-3 1-2 16,2 2 1-16,-2 1-3 16,3 2 0-16,1 2 0 15,2 3-1-15,-1 4 0 0,6 2-1 16,2 1 0-16,1 3-1 15,4 1 1-15,-1 0-3 16,4 0 3-16,-3 7-3 16,1 3 2-16,-3 3 0 15,0 1-1-15,-3 0 1 0,-5 2 1 16,0-5 0-16,-7 2-1 16,1-5-2-16,-4-1-5 15,0-3 14-15,-4-2 13 16,-3 0 1-16,-2-2-7 15,-2 0-8-15,4 0 0 16,0 0-4-16,3-9-27 0,4-4-76 16</inkml:trace>
  <inkml:trace contextRef="#ctx0" brushRef="#br0" timeOffset="94413.28">10078 15151 136 0,'0'0'34'0,"0"0"-29"0,0 0 7 0,0 0-4 16,-15-41-3-16,4 35-6 0,-1 2 7 15,-3 1 6-15,1 2-6 16,1 1-4-16,-1 0-3 16,3 4 1-16,-2 4-1 15,-1 5 0-15,4 2 0 16,3 0-1-16,0 0 0 16,4 2-1-16,3 0-1 0,0-2-2 15,0-1 1-15,5-4 4 16,6 0-1-16,2-4 1 15,1-2 7-15,1-1-2 16,0-3 0-16,-2 0 0 16,1-5 1-16,1-3-1 0,-3-3 2 15,-2-1-2-15,-3 1 2 16,-1-2-3-16,-2 4 0 16,-3-2-2-16,1 4 2 15,-2 0 1-15,1 1 2 16,0 5 1-16,1-1-5 15,3 2-5-15,-2 0-4 0,3 6 3 16,1 3 1-16,1 1 2 16,0 1 1-16,0 0 0 15,1-1 0-15,0 0 0 16,2 0 0-16,-2-4 1 0,0-1 0 16,2-2 0-16,-4-3 0 15,-1 0 1-15,1 0 0 16,0-3 2-16,-4-7 0 15,0-1-2-15,0-6 1 16,1 2-2-16,-1-3 0 0,1-1 1 16,0 0-2-16,2 2 1 15,0 1-1-15,0 2 0 16,1 6 0-16,-1 2-1 16,4 2-1-16,-4 4-1 15,3 0-2-15,1 4-1 0,-1 6 1 16,1 1 1-16,-1 2 2 15,2 1 0-15,-1-1 2 16,3 0-1-16,0-3 1 16,0-2 0-16,-1-2 3 15,3-3-2-15,-1-2 1 16,1-1 1-16,1 0 0 0,-3-3 2 16,1-5 1-16,-5-3 1 15,-1-1 9-15,-1-1-12 16,-4-3-1-16,-2 1-3 15,-1-2 1-15,0 3-2 0,-4 1-3 16,-6 3-7-16,3 2-3 16,-5 5-1-16,2 3 14 15,0 0 2-15,-1 10-3 16,4 5 0-16,1 3-2 16,1 1 1-16,5 1-1 15,0-1 0-15,7-2 1 0,11-2 1 16,1-2 8-16,8-4-4 15,7-1-21-15,5-7-50 16,3-1-30-16</inkml:trace>
  <inkml:trace contextRef="#ctx0" brushRef="#br0" timeOffset="95230.67">11220 14925 87 0,'0'0'130'0,"34"-38"-128"0,-29 21 7 0,-3 5-1 0,-2 1 0 16,0 2 2-16,-7 2-8 16,-7 3-4-16,1 1 12 15,-5 3-10-15,-1 0 0 16,3 5 0-16,1 6-2 16,2 3 1-16,5 0-1 0,3 4-1 15,5-2-1-15,0 0-5 16,2-2-6-16,9-3 6 15,0-6 5-15,5-1 5 16,-3-4 2-16,3 0 0 16,-2 0-1-16,1-7 1 15,-2-1 1-15,-1-3 1 0,-1 1 0 16,-4 1-1-16,1 0 2 16,-2 1-4-16,-2 2 0 15,-2 3-1-15,2 3 0 16,-4 0-5-16,1 2-5 0,1 10-1 15,2 6 3-15,-2 6 4 16,0 4 7-16,0 4-3 16,-2 3 1-16,2-3-4 15,0 2-2-15,-2 0 5 16,0-2 0-16,0-1-4 0,0-3 5 16,-4-2 0-16,0-5-1 15,-4-5 1-15,5-5-2 16,-1-6 0-16,0-3 4 15,1-2 4-15,-4 0 2 16,3-9-5-16,0-3 1 0,1-5-4 16,3-4-2-16,0-2 8 15,0-3-5-15,3-1-1 16,7-2-1-16,4-3 0 16,1 3-1-16,2-3 0 15,0 1-2-15,3 3 1 16,-2-1 1-16,-2 4 0 0,-1 2 0 15,-3 0 1-15,-1 3-1 16,-2 3 0-16,-2 3 1 16,-3 1-1-16,-2 5 0 15,0 3 0-15,-2 1-2 16,0 4-4-16,0 0-12 0,-2 2 17 16,-3 7-2-16,2 3 1 15,2 2-2-15,1 2 0 16,0 1 1-16,0 0 0 15,4-2 0-15,5-2 1 16,3 1 5-16,-1-5 2 0,2-2 0 16,3-3 3-16,2-2 1 15,-2-2 1-15,6 0-3 16,-4-4-1-16,2-7-8 16,-4-5-50-16,-3-2-72 15</inkml:trace>
  <inkml:trace contextRef="#ctx0" brushRef="#br0" timeOffset="95374.32">11508 14621 225 0,'0'0'2'0,"0"0"0"0,0 0 0 16,0 0-2-16,0 0-12 15,0 0-28-15,0 0-81 16</inkml:trace>
  <inkml:trace contextRef="#ctx0" brushRef="#br0" timeOffset="96287.71">11661 14790 112 0,'0'0'0'0,"17"36"0"16,-5-18 2-16,-3 2 1 15,3-1 1-15,0-4-3 16,1-1 1-16,-3-4 1 16,-4-3 7-16,1-4 19 0,-1-3 6 15,-3 0 4-15,1-3-3 16,1-7-18-16,-2-4-13 16,0 0-1-16,-1-6-3 15,3 0-1-15,-2 0-5 16,1 2-3-16,2-1 1 15,2 4 2-15,2 2 4 0,-1 7 1 16,3 2-2-16,1 3 1 16,3 1-2-16,-3 0-3 15,3 1 1-15,-3 5 0 16,0-2 4-16,1 2 1 0,-3-2-1 16,0-3 2-16,-1-1-1 15,0 0 3-15,-4 0 1 16,0 0-1-16,-2-5 1 15,-4-1 5-15,0 3-3 16,0-1-5-16,-2 0-4 16,-7 3 5-16,-2 1-10 0,4 0 1 15,-5 0 4-15,2 8 1 16,3 3 0-16,-1 3-2 16,4 3 2-16,2 2-2 15,2-1-1-15,0-1 6 16,5-1-2-16,4-3 1 0,2-5 0 15,2-2 1-15,3-3-1 16,2-3 2-16,-2 0-2 16,4-2 4-16,0-8-3 15,-2-1 2-15,2-2-2 0,-5-1 2 16,1-3-1-16,-3-1 0 16,1 3 2-16,-3 0 0 15,-3 2-4-15,2 3 0 16,-6 3 5-16,1 2 8 15,-1 1-8-15,0 4-4 16,3 0-4-16,-1 0-2 0,4 7-1 16,-1 2 3-16,0 5 1 15,1 0 1-15,-2 1 1 16,-1-3 2-16,-1 1-3 16,1-1 2-16,-4-4-3 15,1-2 0-15,-2-2-5 0,-2-4 5 16,0 0 4-16,2 0 9 15,-2-10-5-15,0-3-1 16,2-4-2-16,-1 0 0 16,1-1 1-16,2 0 0 15,0 2-3-15,3 2 2 0,2 2-2 16,0 4-2-16,3 5 2 16,0 3-2-16,3 1-2 15,0 12-2-15,1 2 1 16,-3 4 1-16,2 4-1 15,-1-1-17-15,-5 1-31 16,1-2-45-16</inkml:trace>
  <inkml:trace contextRef="#ctx0" brushRef="#br0" timeOffset="96684.09">12849 14395 141 0,'0'0'3'0,"0"0"25"0,19-45 18 0,-17 39-10 16,-1 2-2-16,-1 4-23 16,0 0-11-16,0 6-8 15,0 9-2-15,0 8 3 16,0 7 10-16,3 4-3 15,1 4 1-15,4 2-1 0,0-2 1 16,1-1 0-16,-1-6 0 16,2-5-1-16,1-3 0 15,0-6 0-15,0-6 1 16,2-1 0-16,4-4 1 16,2-2 4-16,0-4 2 0,4 0 0 15,0 0-4-15,0 0 0 16,0-3-2-16,-1 0-1 15,-3-1 0-15,0-2-5 16,-4 2-17-16,-3-3-20 16,-3-1-27-16,-1-4-53 0</inkml:trace>
  <inkml:trace contextRef="#ctx0" brushRef="#br0" timeOffset="97283.49">13270 14616 199 0,'0'0'10'0,"0"0"-6"16,0 0-1-16,0 0 0 16,0 0-22-16,0 0-34 15,35-47 9-15,-35 35 20 16,-2 0 27-16,-8 1 15 0,-2 3 7 16,-1 2-4-16,-3 2-4 15,2 4-13-15,0 0-5 16,1 10 1-16,0 4-1 15,2 6-3-15,6 3 2 16,-1-1 2-16,6 0 0 0,0-1 3 16,2-3 1-16,11-3 1 15,3-5 1-15,5-5 2 16,3-3 0-16,5-2-11 16,0-2-27-16,4-8-15 15,-4-5 17-15,-2-1 15 16,-2-5 13-16,-5 1 15 0,-7-4 13 15,-2 0 15-15,-3-2-12 16,-4 4-5-16,-4-1-16 16,0 6-6-16,0 2-4 15,-4 4-3-15,-1 6 12 0,-7 3-6 16,3 2-1-16,1 0-4 16,-4 7 2-16,4 5 0 15,3 2-3-15,1 1 1 16,4 1-2-16,0 1 0 15,2-3 4-15,9 3 0 16,0-4 2-16,2 1 0 0,1 0 1 16,-1-1-1-16,-2-3-1 15,-2 0-1-15,1-2 1 16,-6-2-1-16,-4-3 1 16,0 1-3-16,0-2 4 15,-4-1 3-15,-6 2 0 16,0-3-3-16,5 0-9 0,-3 0-28 15,6-3-19-15,2-8-10 16</inkml:trace>
  <inkml:trace contextRef="#ctx0" brushRef="#br0" timeOffset="97628.22">13719 14386 183 0,'0'0'2'0,"0"0"9"0,0 0-9 0,0 0-7 0,0 0 3 16,0 0-5-16,-55-5 3 16,38 15 3-16,-1 3 1 15,5 2-1-15,2 0 0 16,3-1-1-16,5 4-1 16,3-2-2-16,0-2 6 0,13-1-2 15,2-2 1-15,2-2 12 16,7-1-3-16,-4-1 3 15,2-1 5-15,-2 1-5 16,-2-3-5-16,-4 1-2 16,-3-1-2-16,-5 0 1 15,-4-1-4-15,-2 1-1 0,-2 2 1 16,-10 1 17-16,-7 0-9 16,-1 2-4-16,0-3-2 15,-1-1-13-15,5-5-42 16,4 0-105-16</inkml:trace>
  <inkml:trace contextRef="#ctx0" brushRef="#br0" timeOffset="99305.06">14200 14276 117 0,'0'0'69'0,"0"0"-37"0,0 0-2 0,0 0-9 0,0-1-2 15,0 1-12-15,0 0-9 16,0 8-7-16,0 6 3 16,0 5 3-16,0 1 0 15,3 1 3-15,2 0 2 16,0-2-1-16,0-1-1 0,1-1 1 15,-1-2 0-15,0-1 1 16,3-4-12-16,-5-5-36 16,1-3-53-16</inkml:trace>
  <inkml:trace contextRef="#ctx0" brushRef="#br0" timeOffset="99566.04">14166 14564 89 0,'0'0'8'0,"0"0"-5"16,0 0 6-16,0 0 7 15,0 0 14-15,0 0 4 0,0 0-10 16,45 0-10-16,-32-9-7 15,5 0-5-15,0 0-1 16,4 1-3-16,-4 2-18 16,2-2-21-16,-4 0-14 15,-5-3-24-15</inkml:trace>
  <inkml:trace contextRef="#ctx0" brushRef="#br0" timeOffset="100174.16">14133 14155 264 0,'0'0'1'0,"0"0"4"0,0 0-4 0,0 0-5 16,0 0-63-16,13-37-33 16</inkml:trace>
  <inkml:trace contextRef="#ctx0" brushRef="#br0" timeOffset="100943.62">14501 14330 50 0,'0'0'33'0,"0"0"17"15,0 0-4-15,0 0-11 16,0 0-17-16,-24-43 2 16,24 36-14-16,8 0-3 15,4 3-2-15,0 1-1 16,5 3 0-16,-4 0-1 0,3 0-2 16,-3 11-1-16,-1 2-5 15,-2 4 2-15,-1 2-2 16,0-1-3-16,-1-1 8 15,-2-3 3-15,-4-2-1 0,0-2 0 16,-2-5-1-16,0 1 2 16,0-3-1-16,0 0 9 15,-7-3 2-15,2 0-2 16,-1 0 0-16,0-6 1 16,3-4-1-16,1-1-3 15,2-2-5-15,0-1 8 0,5-2-5 16,7 1 1-16,1 0-6 15,1 1 1-15,1 4 2 16,2 3-1-16,1 1 0 16,-2 5-1-16,0 1-1 15,1 0 1-15,-3 7-1 0,0 4 0 16,-2 0-2-16,-3 2 0 16,-5-4 1-16,0-2 0 15,-4 0-2-15,0-2 0 16,-2-3 5-16,-4-2 6 15,-4 0 0-15,1 0-1 16,1-4 2-16,0-6 1 0,5-1-5 16,1-5 1-16,2-2-3 15,0-2 9-15,6-3-7 16,6 5 0-16,2-1-2 16,0 5 0-16,1 5 1 15,-2 3-2-15,2 6 0 0,-2 0-2 16,0 8-2-16,-2 6-2 15,2 7 2-15,-6 2-7 16,2 0 0-16,-1-2-9 16,0-1-12-16,0-6-5 15,-1-5-58-15</inkml:trace>
  <inkml:trace contextRef="#ctx0" brushRef="#br0" timeOffset="101188.71">14984 14208 237 0,'0'0'6'0,"0"0"-2"0,0 0-2 0,-2-37 2 15,2 37-3-15,3 0-5 16,5 6-7-16,-3 12-4 16,3 5 9-16,-1 7 6 0,2 2 3 15,-2 6 1-15,1-5-3 16,0 3 1-16,0-5-1 15,-2-4 1-15,1-1 2 16,-3-6-4-16,2-2-11 16,-4-7-42-16,-2-8-6 0,0-3-37 15</inkml:trace>
  <inkml:trace contextRef="#ctx0" brushRef="#br0" timeOffset="101452.1">15011 14118 206 0,'0'0'5'15,"0"0"1"-15,0 0 0 16,0 0-5-16,45-27 0 16,-25 27-2-16,-3 2-1 0,-1 8-2 15,-3 5-1-15,-4 3-4 16,-4-1 3-16,-5 1 4 15,0-3 2-15,-9-3 5 16,-4 3-3-16,-6-3 4 16,0-1-3-16,-4 1-2 0,1-1-10 15,3-2-38-15,4-4-15 16</inkml:trace>
  <inkml:trace contextRef="#ctx0" brushRef="#br0" timeOffset="101780.64">15259 14116 217 0,'0'0'5'0,"0"0"7"16,0 0-7-16,0 0-4 0,-43 12-2 16,28 1 0-16,3 3-1 15,3-1 0-15,6 2-1 16,3-4-1-16,0 0 0 15,10-2 4-15,4-4-1 0,1-2 0 16,-1-5 4-16,2 0 2 16,0-5-2-16,-3-6 1 15,1-5-1-15,-6-1-1 16,-2-1 0-16,-5-1-1 16,-1 0 5-16,-2 1 3 15,-10 3-6-15,-3 2-1 0,-1 5-7 16,-4 5-1-16,1 3-9 15,4 0-28-15,-1 1-31 16</inkml:trace>
  <inkml:trace contextRef="#ctx0" brushRef="#br0" timeOffset="102303.65">15314 14097 227 0,'0'0'18'15,"0"0"-15"-15,52-27 0 0,-31 21-1 16,-2 2-1-16,-1 4-1 16,-3 0-2-16,0 3-3 15,-2 8 0-15,0 2 1 16,-4 4 2-16,-2 0 1 16,-1 0 0-16,-3-3-1 0,-3-1 2 15,0-1-1-15,-6-5 6 16,-2-2-1-16,-3-3 0 15,-1-2 0-15,2 0 0 16,-1-3 5-16,2-7-1 16,4-3-3-16,2-2-3 0,3-3-1 15,0-3 1-15,9 0-9 16,6-3-9-16,2 0-2 16,5-2-6-16,-1-1-7 15,2-1-11-15,0 1 18 16,-4-2 13-16,1 4 7 15,-7 4 5-15,-3 5 9 0,-1 2 21 16,-5 6 12-16,-1 5-5 16,0 3-15-16,-1 0-29 15,1 11-2-15,1 7 9 16,2 5 1-16,0 5-1 0,0 4 3 16,-1 1-3-16,0 0 1 15,0-3 0-15,-2-3-1 16,2-3 1-16,-1-1 1 15,0-5-1-15,-2 1 0 16,-1-8-27-16,0-4-41 0,-1-4-14 16</inkml:trace>
  <inkml:trace contextRef="#ctx0" brushRef="#br0" timeOffset="102629.29">15630 14033 244 0,'0'0'5'0,"0"0"30"0,0 0-21 15,0 0-9-15,0 0-5 16,15-37 1-16,0 34-3 16,2 3 2-16,5 0-5 15,-1 0-40-15,1 0 6 16,2-2 6-16,-3-3 3 0,0-1 14 16,-3-2 11-16,-2-2 5 15,-5-1 3-15,-2 1-3 16,-6 1 6-16,-2 2 18 15,-1 3-6-15,0 4-10 16,-4 0-3-16,-5 1-3 0,0 11-6 16,0 1 3-16,-1 4 0 15,7 1 0-15,-2-2 1 16,5 1-1-16,0-2 0 16,9-2 1-16,3-3 1 15,5-3-13-15,2-3-34 0,1-4-33 16</inkml:trace>
  <inkml:trace contextRef="#ctx0" brushRef="#br0" timeOffset="103020.59">16066 13942 151 0,'0'0'47'0,"0"0"-14"16,0 0-15-16,0 0-10 15,0 0-9-15,0 0-8 16,0 0-1-16,0 0 4 15,0 0 6-15,12 22 0 16,-9-7 1-16,-1-2-1 0,-2 0-1 16,0-3 1-16,0-2 1 15,0-1-2-15,-2-4-1 16,-2 0-11-16,1-3 14 16,2 0 13-16,0-4-8 15,0-7-3-15,1-2-1 0,0-2 12 16,4-3-5-16,4 1-4 15,4 0-1-15,1 1-2 16,3 5-3-16,-1 2 1 16,4 4 0-16,0 2-1 0,-1 3-1 15,0 0 4-15,0 4-1 16,-4 6 0-16,-4 4-2 16,-1 2 0-16,-6 1 1 15,-1-2-7-15,-2 1-18 16,0-4-5-16,0-4-28 15,0-4-10-15</inkml:trace>
  <inkml:trace contextRef="#ctx0" brushRef="#br0" timeOffset="103396.68">16375 13841 117 0,'0'0'34'0,"0"0"13"15,12-45-3-15,-12 38-18 16,0 3-13-16,-2 4-15 15,-4 0-6-15,1 8 13 16,-1 4-6-16,1 3-3 16,4 2 0-16,1-1-1 0,0-1 1 15,10-3 2-15,3-1 8 16,1-4-4-16,2-4 2 16,2-3 0-16,3 0 1 15,0-3-1-15,1-7-2 16,-4-4 0-16,0 0 3 0,-6-2-3 15,-1-1 1-15,-9 0 3 16,-2 3 4-16,0 0-5 16,-12 4-3-16,-3 4-5 15,-2 5 7-15,1 1-3 16,1 4-1-16,2 10-1 0,2 5-3 16,6 2-1-16,5 4 1 15,0 3-4-15,2 0-16 16,8 0-18-16,-1-2-25 15,-1-4-19-15</inkml:trace>
  <inkml:trace contextRef="#ctx0" brushRef="#br0" timeOffset="104331.33">11588 15867 107 0,'0'0'30'0,"0"0"19"0,0 0-18 16,-19-48-11-16,13 35-10 15,0 1-6-15,-3 2 0 0,1 2 2 16,-4 1-1-16,-1 3-1 16,0 4-3-16,-5 0-1 15,-3 12-1-15,0 8 0 16,2 7 0-16,4 6-3 16,2 2-1-16,10 5 4 15,3-3-1-15,9-1 2 0,11-4 1 16,5-6 1-16,8-5 1 15,3-8-1-15,4-9-17 16,1-4-15-16,-1-4-18 16,0-13-10-16,-3-6 8 15,0-3 20-15,-6-3 33 0,-3-1 18 16,-3-1 0-16,-8 2-4 16,-4 4-10-16,-6 5-3 15,-5 7-3-15,-2 8 1 16,-12 5 23-16,-3 5-23 15,-3 10-1-15,-4 7 7 0,6 1 4 16,3 2 3-16,4-1-7 16,8-4-6-16,1-3-2 15,12-5 3-15,4-7 0 16,8-5 7-16,3 0-3 16,-2-13 2-16,4-4-1 0,-7-4-2 15,0 0 3-15,-6-2 1 16,-4 3 1-16,-2-1 1 15,-8 3-2-15,-2 2 7 16,0 0-17-16,-13 9-6 16,-3 6-18-16,-5 1-25 0,0 7-24 15,-3 7 23-15,8 0 21 16</inkml:trace>
  <inkml:trace contextRef="#ctx0" brushRef="#br0" timeOffset="104869.98">12061 15806 222 0,'0'0'0'0,"0"0"-1"0,0 0-2 16,46-6 1-16,-36 7-8 0,-4 9-5 16,1 3 11-16,-3 1 4 15,-1-1-2-15,0 1 2 16,0-2 0-16,2-2-1 15,-5-2 3-15,2-2 0 16,-1-3 0-16,-1-3-9 0,0 0 9 16,0-2-2-16,0-6 3 15,0-5 2-15,0-1 0 16,4-3 2-16,2-2 3 16,1 3-4-16,4 1-3 15,2-1-1-15,0 6-1 16,4 2-1-16,3 5 0 0,-3 3-2 15,3 0 0-15,0 0-2 16,-3 9 2-16,0 2-1 16,-3 0 1-16,-3 1 0 15,0-2 0-15,-6-1 0 16,1-3 2-16,-4 0-1 0,-2-5 2 16,0-1 4-16,0 0 9 15,0-2 26-15,2-9-27 16,-1-4-9-16,3-2 2 15,3-4-5-15,-2 1 2 16,5 0-1-16,-1 4 1 0,3 5-3 16,3 2-2-16,3 7 1 15,-2 2-1-15,6 0-2 16,-1 10-6-16,0 2-16 16,1 3-17-16,1-2-11 15,-4-3 11-15,0-4-46 0</inkml:trace>
  <inkml:trace contextRef="#ctx0" brushRef="#br0" timeOffset="105120.64">12780 15595 275 0,'0'0'1'0,"0"0"14"0,0 0-22 16,0 0-6-16,0 0 8 15,-10 54 4-15,10-24-3 0,0 6 2 16,0 1 1-16,0 0 1 16,4-1 1-16,2-1-1 15,-2-4 3-15,0-6-1 16,-1-5-2-16,0-4-6 16,-1-5-54-16,-2-8-8 15,0-3 11-15,0-7-12 0</inkml:trace>
  <inkml:trace contextRef="#ctx0" brushRef="#br0" timeOffset="105341.91">12767 15668 119 0,'0'0'4'0,"0"-37"36"16,0 21-5-16,0 5-22 16,11 0-8-16,0 2-5 15,5 3 0-15,-3 4-2 16,3 2-2-16,-3 0-3 15,-5 5-5-15,0 5-1 0,-6 4-2 16,-2 1 7-16,-2 3 7 16,-10 1 4-16,-3 0-7 15,-1 0 1-15,1-3-2 16,-1-4-23-16,7-5-15 0</inkml:trace>
  <inkml:trace contextRef="#ctx0" brushRef="#br0" timeOffset="106360.78">13020 15537 245 0,'0'0'4'0,"0"0"1"16,0 0 2-16,0 0-14 16,0 0 7-16,-40-13 0 15,21 25 0-15,3 1-1 16,1 2 0-16,4 2 0 0,2 1 0 15,7-1-1-15,2-1-2 16,0 1 3-16,11-5 0 16,0-4 1-16,0-1-8 15,2-6-4-15,1-1 0 16,0 0 13-16,-2-8-1 16,0-4 2-16,2-1 1 0,-2-4 5 15,0 1 5-15,-1-1-9 16,2 4-3-16,-1 2 0 15,-3 2-1-15,1 5-1 16,0 1 0-16,-3 3 0 16,1 0 1-16,0 7 2 0,0 4 0 15,-2 0 1-15,1 3-1 16,-2 0-2-16,0-2 0 16,-3-1 2-16,2-3-1 15,-3-1 1-15,0-4-1 16,1-3 0-16,3 0 0 0,-1-3 7 15,1-8-1-15,4-2 0 16,2-5-3-16,-2-1 1 16,3 3-3-16,-1 1-1 15,-1 2 0-15,2 3-2 16,-5 5 1-16,3 3-1 0,0 2-4 16,-2 0-4-16,1 6 0 15,3 2 6-15,-4 3 3 16,2-2-2-16,3 0 2 15,-2-2 0-15,0-3 2 16,-1-1-2-16,1-3 2 0,0 0 1 16,2 0 2-16,-2-7-1 15,0-2 3-15,-2-2 0 16,0-5-2-16,-3-1 0 16,1 0-2-16,-4-1-2 15,0 2 0-15,-1 5 0 0,-1 1-2 16,2 7 1-16,-1 3 0 15,0 0-13-15,1 3 3 16,3 8 4-16,3-1 5 16,2 3 0-16,2-2 1 15,1-1 0-15,-1-5 1 0,4-2 1 16,-1-3 0-16,3 0 2 16,-1-3 1-16,4-9-2 15,-2-1 1-15,1-4 0 16,-2-1-2-16,-3 0 0 15,-3 3-1-15,-4 1 0 0,-3 4-1 16,-2 6 0-16,-2 4-2 16,-2 0-8-16,0 8-2 15,2 8 5-15,1 3 5 16,2 6 2-16,2 2 0 16,1 2 0-16,1-1-2 0,1 2 2 15,2-3-1-15,-2-2 1 16,0 2-1-16,1-3 2 15,-2 0 0-15,-7-1 1 16,-2 0 0-16,0-3 1 16,-13 3 4-16,-7-3 4 0,-6-2-2 15,-6-1-3-15,-2-4-2 16,-4-2-1-16,-3-5-10 16,5-6-60-16,3-6-94 15</inkml:trace>
  <inkml:trace contextRef="#ctx0" brushRef="#br0" timeOffset="106936.76">14199 15172 128 0,'12'7'63'0,"-5"-4"-53"0,1 1 16 0,-1-1-11 0,2 3-12 16,0 0-1-16,-4 2-2 16,3 5 1-16,-3 1-4 15,2 2 3-15,-1 2-2 16,-2-1 2-16,1 0 0 0,0-3 0 15,1-2 1-15,1-4 0 16,-2-1 2-16,3-4 0 16,0-3-2-16,3 0-4 15,0 0-2-15,2-7 4 16,-4-3 2-16,1-2 2 0,1 1 1 16,-3 2 3-16,-1 3-1 15,-1 0-3-15,0 6-2 16,2 0-4-16,-1 0 0 15,1 0 2-15,1 3 1 16,0 2 0-16,0 0 0 0,-2-4 0 16,2 0 3-16,-2-1 5 15,1 0 4-15,-3-5 6 16,1-5 1-16,-4-3 5 16,0-3-12-16,-2-3-6 15,0 0-5-15,0-1 0 16,-4 1-3-16,-2-1-7 0,2 3-13 15,3 4-5-15,1 0-11 16,0 5-1-16,6 3-34 16,8 4 12-16,2 1-6 15</inkml:trace>
  <inkml:trace contextRef="#ctx0" brushRef="#br0" timeOffset="107077">14595 15121 46 0,'0'0'39'16,"0"0"-5"-16,24 44 12 15,-17-27-7-15,-1 2-21 16,1-1-8-16,1-1-3 15,-1-3-5-15,1-2 2 16,-2-4 1-16,4-2-1 0,-3-5 4 16,3-1-6-16,0-3-24 15,-1-12-36-15,-1-5-48 16</inkml:trace>
  <inkml:trace contextRef="#ctx0" brushRef="#br0" timeOffset="107276.89">14745 14944 212 0,'0'0'14'0,"0"0"36"16,-5-42-29-16,4 38-13 16,1 4-6-16,0 0-7 15,0 7-7-15,0 8 2 0,0 8 7 16,6 3 4-16,0 7 0 16,5 2 1-16,1 1-1 15,3-1-1-15,-1-2-8 16,-1-2-24-16,1-2-27 15,-3-4-9-15,-4-2 13 0</inkml:trace>
  <inkml:trace contextRef="#ctx0" brushRef="#br0" timeOffset="107770.39">14751 15226 193 0,'0'0'12'16,"0"0"19"-16,0 0-20 15,0 0-11-15,25-38 0 16,-4 29 0-16,5-4-2 16,4 1 2-16,2-2 2 0,-3-2-2 15,-2-3 1-15,-2 1-1 16,-5-3 1-16,-5-1 0 16,-4 1-1-16,-3 2 1 15,-4 1 0-15,-4 1-1 16,0 7 1-16,-4 3-2 15,-3 3 4-15,-2 4-1 0,2 4 3 16,-2 10-6-16,3 6-3 16,-3 4 2-16,4 3 0 15,3-1 1-15,-1-1-1 16,3-2 0-16,0-5 1 16,0-2-1-16,3-4 2 0,3-4 0 15,4-2-2-15,-2-5 4 16,2-1-5-16,4-1 5 15,-1-11 1-15,0-2 1 16,0-3 15-16,0 0 8 16,-1 0-4-16,-3 0-4 0,1 4-7 15,2 3-8-15,-3 6-2 16,1 1-5-16,1 3-4 16,-1 3-2-16,-1 8 3 15,1 4 4-15,1 0-6 16,1 1-12-16,2-3-24 0,1-5-52 15</inkml:trace>
  <inkml:trace contextRef="#ctx0" brushRef="#br0" timeOffset="108068.38">15511 14983 315 0,'0'0'6'0,"0"0"-1"0,0 0-6 0,0 0-9 15,0 0 0-15,0 0 4 16,0 0 2-16,-30 48 2 0,27-34 1 16,3-2-1-16,0-3-2 15,3-1 3-15,10-5 1 16,4-3 6-16,3 0-4 16,-1-8-5-16,3-5 1 15,-7-3 0-15,-1-1 4 0,-6 0 0 16,-3-1 14-16,-5-1 1 15,0 4-5-15,-9 0-11 16,-5 5-4-16,0 2 2 16,-3 6-15-16,2 2-32 15,1 0-52-15</inkml:trace>
  <inkml:trace contextRef="#ctx0" brushRef="#br0" timeOffset="108267.17">15692 14781 255 0,'0'0'6'16,"0"0"-9"-16,0 0 0 15,0 0 0-15,39 16-7 16,-31 3 5-16,-3 5 6 16,2 2-2-16,-3 3 4 0,-2 2-1 15,-1-1 0-15,-1 0-3 16,0-6-40-16,-5-4-48 15</inkml:trace>
  <inkml:trace contextRef="#ctx0" brushRef="#br0" timeOffset="109312.24">15668 14911 279 0,'0'0'5'15,"0"0"-4"-15,0 0-2 16,52-47 2-16,-31 34-2 15,4 2 2-15,2-2-1 0,-3 2 0 16,-2-1 0-16,-1 1 0 16,-3-1 1-16,-5 0-1 15,-4 0 2-15,-2-2-1 16,-4 1 0-16,-1 2-1 16,-2 1 0-16,0 3-4 0,0 3-4 15,-4 4 8-15,1 0 3 16,-5 8-8-16,3 9-2 15,0 5 2-15,1 4 0 16,1 4 2-16,3 0 1 16,0 0 1-16,1-3 0 0,5-3 1 15,1-7 0-15,1-2 0 16,-2-7 0-16,-1-1 1 16,0-7 1-16,-1 0 4 15,-1 0 4-15,1-11 12 16,0-1-11-16,0-8-8 15,2-1-1-15,0 0-2 0,3 1-1 16,0 0-5-16,-1 5 1 16,0 3 1-16,-1 7 4 15,2 4-3-15,-2 1-6 16,1 3-2-16,0 7 6 0,3 3 2 16,2 1 2-16,-1 0 1 15,1-1 1-15,1-3-1 16,0-1 2-16,-1-5-1 15,2-3 2-15,0-1 1 16,1 0 2-16,-1-9-1 16,1-3 1-16,-3-2-1 0,0-4 5 15,-5 0-5-15,-2 1 1 16,-2-3-3-16,-4 2-2 16,0 6-1-16,-4 0-3 15,-3 4-7-15,-3 6 6 0,0 2 1 16,3 0-4-16,-1 11-1 15,3 3 3-15,2 2 0 16,3 3-3-16,0-2-1 16,6 0 0-16,4-2 1 15,1-2 4-15,3-6 2 16,-1 0 2-16,1-5 1 0,1-2 0 16,-1 0 2-16,-1-6-1 15,0-4 5-15,1-5 4 16,-5-1 6-16,2 0-2 15,0-1-7-15,-2 0-1 16,-1 2-2-16,2 0-3 0,-4 5 0 16,1 3-2-16,-1 2 1 15,2 5-4-15,-1 0-4 16,1 2 0-16,1 7 5 16,1 0-1-16,1 0 4 15,-1 0-1-15,2-2-1 0,-1-2 4 16,3-3-2-16,-1-2 2 15,3 0 1-15,-1-7 3 16,1-4 1-16,0-6 2 16,-1-3 4-16,-2-3-1 15,-1 0-3-15,-1 2-6 0,-3 2-1 16,-3 5-2-16,0 4-2 16,-3 6-1-16,-2 4 2 15,0 0-6-15,0 14-13 16,0 9 9-16,-2 7 4 15,-5 7 6-15,-4 7 1 0,-8 5-3 16,-5 8-10-16,-13 6-15 16,-10 5-36-16,-14 5-80 15</inkml:trace>
  <inkml:trace contextRef="#ctx0" brushRef="#br0" timeOffset="109727.92">15076 15858 251 0,'-10'-13'0'0,"6"-4"6"16,0 2-2-16,3-1-1 15,-1 1-3-15,1 3 12 0,0 4 16 16,1 3 1-16,0 5-10 16,1 0-19-16,11 6-5 15,3 8-2-15,4 6 3 16,6 3 3-16,0 4 0 0,1-2 1 16,-1 2 0-16,-7-4 0 15,1-6 0-15,-3 0 0 16,-5-6 1-16,-2-5 0 15,0-3 1-15,-3-3-2 16,-1-4 3-16,0-12 3 0,-3-4-2 16,-2-9-1-16,1-6 0 15,1-6 0-15,2-3-3 16,3-1-10-16,2-1-32 16,0 5-92-16</inkml:trace>
  <inkml:trace contextRef="#ctx0" brushRef="#br0" timeOffset="110109.26">15526 15725 191 0,'0'0'11'16,"0"0"19"-16,0 0-4 15,0 0-10-15,0 0-5 16,0 0 3-16,0 0-2 15,0 0-2-15,0 0-1 0,-21-19 0 16,9 24-8-16,0 9-4 16,0 5 2-16,2 3-1 15,2 5 2-15,2-5 0 16,3-1-1-16,3-6-2 16,0-4 0-16,0-4 0 15,9-6-1-15,2-1 4 0,1-2 2 16,3-9 1-16,3-3 2 15,-1-4-3-15,4 0 0 16,-4 5 0-16,-2-1-2 16,0 4 1-16,0 5-2 15,-1 2 0-15,0 2 0 0,-3 1-1 16,2 0 0-16,-2 0-25 16,-4 0-47-16,-1 0-55 15</inkml:trace>
  <inkml:trace contextRef="#ctx0" brushRef="#br0" timeOffset="110915.48">15643 15412 297 0,'0'0'8'0,"0"0"8"16,0 0-6-16,0 0-9 15,0 0-10-15,0 0 1 16,0 0 2-16,0 61 3 16,11-24 2-16,1 2 1 15,3-1 0-15,3-3 1 0,-2-3 1 16,1-7-1-16,-1-4 0 16,0-6 0-16,-1-7 0 15,1-2 0-15,-3-6 2 16,1 0 0-16,-1-9 1 15,-1-5-1-15,-1-4 2 0,-1-1-2 16,0-2-1-16,-6 0-1 16,-1 4 1-16,-1 2-2 15,-2 4 2-15,0 5 4 16,0 3 1-16,0 3-6 16,0 0-3-16,0 2-9 0,0 8 6 15,0 2 2-15,4 2 4 16,-1 1-1-16,2-2 0 15,4 0 0-15,1-3 0 16,1-5 0-16,1 1 1 16,5-6-1-16,0 0 1 0,2 0-2 15,1-9 0-15,1-2-1 16,0-2 2-16,-5 0 0 16,-1-1 2-16,-2 3-2 15,-3-2 3-15,-4 3 3 16,0 2 2-16,-4 1 1 15,-2 4-3-15,0-1-4 0,0 2-2 16,0 2-4-16,0 0-1 16,-2 0-1-16,0 4 3 15,1 4 1-15,1 1 0 16,0 1 0-16,0 0-2 0,7-3 1 16,2-1 1-16,0-3 1 15,5-2 0-15,0-1 2 16,5 0-3-16,-1-8 0 15,4-5 1-15,-4-3 1 16,-1 1 0-16,0-4 0 0,-4-2 1 16,1 2 1-16,-5-2 0 15,-1 4 1-15,-3 3 1 16,0 4 1-16,1 4-3 16,-2 6-2-16,3 0-3 15,1 2-5-15,4 10 2 0,-1 4 1 16,1 5 2-16,-5 2 2 15,-1 4-6-15,-4 0-34 16,-2-2-61-16</inkml:trace>
  <inkml:trace contextRef="#ctx0" brushRef="#br0" timeOffset="111682.71">7708 15087 286 0,'-4'0'2'0,"-2"0"1"0,1 3-2 15,3 8 0-15,-2 6-2 16,-1 3 0-16,2 1-6 15,1 1-26-15,0-4-10 16,2-5-10-16,0-3-3 16,0-6-12-16</inkml:trace>
  <inkml:trace contextRef="#ctx0" brushRef="#br0" timeOffset="111778.08">7675 15202 64 0,'0'0'49'0,"0"0"3"16,0 0-1-16,-13-38-8 15,9 38-28-15,4 4-17 0,0 14 6 16,6 5-13-16,11 4-45 15,8-6-49-15</inkml:trace>
  <inkml:trace contextRef="#ctx0" brushRef="#br0" timeOffset="112060.92">9215 14763 87 0,'0'0'131'0,"0"0"-130"0,0 0 1 16,0 0-2-16,0 0-3 15,0 0-36-15,0 0 25 16,0 0 15-16,0 30-2 16,0-16-42-16,2-2-39 15</inkml:trace>
  <inkml:trace contextRef="#ctx0" brushRef="#br0" timeOffset="114765.13">1552 6335 97 0,'0'0'2'0,"0"0"-2"0,0 0 0 15,0 0 0-15,0 0-9 0,0 0-8 16,0 0-3-16,38 40 4 16,-38-18 12-16,0 7 4 15,0 4 0-15,-4 1 1 16,-2 7-1-16,2 3-25 15</inkml:trace>
  <inkml:trace contextRef="#ctx0" brushRef="#br0" timeOffset="114843.25">1571 6928 19 0,'14'46'9'0,"1"-3"-3"16,8-4-3-16,6-9-4 16</inkml:trace>
  <inkml:trace contextRef="#ctx0" brushRef="#br0" timeOffset="126021.17">648 6063 94 0,'-6'-7'3'0,"1"1"1"0,1 2-2 0,2 1-1 16,0 1-2-16,-1 2 2 15,1 0 1-15,1 0-2 16,1 0 0-16,0 0-2 16,-2 5 0-16,2 6 1 0,0 3 0 15,0 3 0-15,0 4 1 16,0 3-2-16,-2 4 2 15,0 4-1-15,-2 4 1 16,-1 6 0-16,1 5 0 16,0 7 0-16,-4 6 0 0,4 2 0 15,-2 5 0-15,3 3 0 16,-1 1 0-16,2-2 1 16,0 1-1-16,2 2 0 15,0-2 0-15,0-1 0 16,0 1 0-16,0-2 0 0,0 2 0 15,0 1 0-15,-3 1 2 16,-2 2-2-16,1 0 0 16,0 0 1-16,1 4 0 15,1 0 0-15,-2 3-1 16,2 2 1-16,-1 3-1 0,-4 5 1 16,3 3-1-16,-3 1 0 15,1 0 2-15,1 3-2 16,-1-1 0-16,3-3 1 15,-1-1-1-15,1-1 0 16,3-1 0-16,-2 0 0 16,0 0 0-16,0 4 0 0,0 0 0 15,2-1 1-15,0 3-1 16,0 1 0-16,0 1 1 16,6-1-1-16,3 4 1 15,7 2-1-15,-1-3 1 16,3 1-1-16,1 3 1 0,0-1-1 15,-1-2 1-15,-2-1-1 16,2 4 1-16,-5 0 1 16,1-1 10-16,-5 3-1 15,1 2-2-15,-2 4-2 16,0 2 3-16,1 3-7 0,-1-1 1 16,2 2 0-16,-1-1-3 15,3 1 0-15,-2-2 1 16,2-1 1-16,1-1 0 15,-4-1-1-15,2-3 3 0,-1-1 3 16,-4-4 0-16,1-1-4 16,-1-2-2-16,0-2 0 15,2-2-1-15,-1 0-1 16,3-3 1-16,0-1-1 16,1-4 0-16,4 0 0 15,14 80 0-15,-13-92 0 16,-1-5 0-16,1-3 0 15,-3-4 0-15,1-6-1 16,-7-2 2-16,-1-6-2 16,-6 2 2-16,0-5-1 15,0-2 3-15,-2-3 2 0,-6-1 7 16,1-1-4-16,-5-1-5 16,3-4-2-16,-1-4-1 15,2-3-1-15,2-4-4 16,2-6-22-16,3-5-31 15,1-6-8-15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21:30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2380 2276 87 0,'0'0'1'0,"0"0"-1"0,0 0-2 15,0 0 8-15,0 0-6 16,0 0 3-16,0 0 1 16,0 0 0-16,-36-10 3 15,30 9 0-15,-1-2-1 0,1 0-2 16,1 1-1-16,3 0 1 16,-3 2 0-16,5-3 7 15,-2 3 5-15,0 0-1 16,2 0-10-16,0 0-11 15,0 1 4-15,0 9 1 0,2 2-1 16,5 2 1-16,-2 0 1 16,4 3 0-16,-1-1 0 15,1-2 0-15,0-1 0 16,2-3-2-16,-2-6-2 16,1-4 2-16,3 0 3 0,5-7 8 15,2-17 14-15,13-10 8 16,8-13-10-16,7-13-10 15,15-12-3-15,14-12-8 16,16-10 3-16,14-8 1 16,12-9-3-16,3-12-145 0</inkml:trace>
  <inkml:trace contextRef="#ctx0" brushRef="#br0" timeOffset="-10305.1">3836 10687 50 0,'-4'3'3'0,"0"-2"0"0,2 1-2 0,0-1 0 16,0 3 0-16,0-1 0 16,-3 0 0-16,3 0 0 15,-2 0 0-15,0-2 3 0,0 2 8 16,2-2 3-16,0 1-8 15,2-1-6-15,0 1-1 16,0-1 0-16,0 3 0 16,0-1 0-16,0 2 1 15,2-1-2-15,4 1-2 0,0 0 5 16,3-1 4-16,2 2-4 16,2-1 1-16,6 1-2 15,-2 1 2-15,6-1 1 16,1 0 0-16,6-1-4 15,3-1 1-15,5 1-2 16,4-2 2-16,5-2-2 0,2 0 4 16,5-1-2-16,6 0 0 15,1 0 0-15,1 0 1 16,1-3 0-16,1-1-1 16,1 3 0-16,3-1 1 15,-1 2 0-15,0 0-1 0,2 0 0 16,2 0-1-16,3 0 3 15,0 6-3-15,4-2 2 16,2 2 0-16,5 0-2 16,3-2 1-16,3-1-1 15,3-2 0-15,4-1 1 0,-2 0-1 16,1-1 1-16,1-6-1 16,1-3 2-16,-5 3 2 15,-1-1 3-15,1 0 1 16,-4 1-3-16,-3 1 2 0,-5 2-4 15,-5 0 1-15,-4 2 2 16,-6 1-4-16,-4 1 0 16,-1 0 0-16,-4 0-1 15,0 0-1-15,-2 4 3 16,-4 2-3-16,-4-1 1 16,-2 3-1-16,-6 0-4 0,-7-1-23 15,-4 0-26-15,-8-5-64 16</inkml:trace>
  <inkml:trace contextRef="#ctx0" brushRef="#br0" timeOffset="-7653.25">3784 10701 73 0,'-2'-3'4'0,"-2"-1"14"0,-1 1 1 15,0-1-3-15,-1 1-5 16,1 0-3-16,1 3-3 0,-2 0-2 15,3 0-3-15,-4 0-2 16,3 5 1-16,1 3-2 16,1 2-3-16,0 1 1 15,2 0 3-15,0 1 1 16,4-1 0-16,6-2 0 0,3 1-1 16,7-3-1-16,0 0 3 15,7 0-3-15,4-3 6 16,7-1 0-16,5 0-1 15,3-1-3-15,6 0 7 16,6-2-4-16,5 0 1 16,8 0 0-16,6 0 0 0,4 0 3 15,9-4-2-15,4-2 0 16,5 2-4-16,1 2 1 16,3-1-1-16,4 0 1 15,1 0-1-15,6-1 1 0,2-1 2 16,2-1 2-16,5 1-1 15,-1-1 1-15,0 1-1 16,0 0-1-16,-8-2 3 16,-1 3-4-16,-9-1 1 15,-5 0 0-15,-6 1 2 16,-7-2-2-16,-8 2 1 0,-11-2 3 16,-11 3-1-16,-10-1-1 15,-8 4-3-15,-6 0-1 16,-6 0 0-16,-3 0-2 15,-8 0-42-15,-5-3-112 16</inkml:trace>
  <inkml:trace contextRef="#ctx0" brushRef="#br0" timeOffset="-5632.35">8062 10717 15 0,'0'0'44'0,"-2"0"-21"0,2 0 1 0,0 0-4 16,0 0-8-16,0-3-3 16,2 0-2-16,3 2-2 15,3-1-3-15,0 1-1 16,3-1-1-16,2 1 0 0,3 1 0 16,1 0 0-16,1 0-1 15,5 0 2-15,-2 0-2 16,2 0 1-16,2 0 1 15,2 0 0-15,2 0 3 16,0 0 2-16,5 0-2 0,3 1-3 16,3 5-1-16,3 0 1 15,3 1-1-15,4 0 1 16,4 0-2-16,-1 1 1 16,1-2 0-16,4-3 0 15,0 0 1-15,0-3-3 0,5 0 3 16,0 0 2-16,4 0 0 15,2 0-2-15,5-3 0 16,1 3 0-16,4 0-1 16,1 0 0-16,-1 0 1 15,0 0-1-15,2 6 1 0,0 0-1 16,-1 2 0-16,-2 1 1 16,1 1-1-16,-1 1 0 15,-3-1 0-15,0-2 0 16,-4-2 0-16,-2 0 0 15,1-5 0-15,-3-1 1 16,-2 0 2-16,0-10 10 0,1 0 0 16,-1 0-3-16,-4-3 4 15,3 0-11-15,-4 0-2 16,1-2-1-16,-7-2 1 16,0-1-1-16,-8-2 0 0,-2-3 2 15,-5-1-2-15,-3-4 0 16,-3-2 1-16,-3-4 0 15,-4 1 2-15,-5-4 4 16,-2-1 1-16,-3 0 4 16,-7 0-3-16,-2-3-4 15,0 0-4-15,-5-3 1 0,-2 0 0 16,0-3-2-16,-2 2 1 16,-10-1-1-16,1 1-1 15,-5 2 1-15,-1-1 1 16,-6 0-1-16,-1 2 0 0,-4 0-1 15,-2 3 2-15,-2 2-1 16,-4 3-2-16,-2 3 1 16,-3 3-3-16,-2 3-1 15,-4 2 1-15,-4 5 0 16,-3-1 2-16,-3-1-2 0,-5 3 4 16,-1-1 0-16,-1-1 1 15,-1 2-1-15,0-1 0 16,-1 3 1-16,1 0 0 15,0 1-1-15,-3 2 1 16,-1 1-2-16,-4 1 1 0,-4 4 0 16,-1-4-1-16,-4 3 1 15,0 0-1-15,0 0 0 16,-1 0 2-16,2 3 0 16,4-1 0-16,-4 0-1 15,3 5 0-15,-4 0 0 16,0 0 0-16,2 0 0 0,0 3 0 15,-2 4 0-15,1 0 1 16,0 3-1-16,4 0 0 16,-2 5 0-16,1 0 0 15,4 0-1-15,4 5 2 16,4 1-1-16,4 1 0 0,3 3 1 16,-2 0-2-16,2 1 1 15,2 5 0-15,-1-2 0 16,1 4 0-16,3 5 0 15,0 1-1-15,2 2 1 16,4 3 0-16,2 1 0 0,2 2 0 16,1 0-1-16,6 0 1 15,5 1 0-15,1 2 0 16,6-1 0-16,3 1 0 16,6-4 0-16,3-1 0 15,9-2 0-15,2-5 0 0,2-1-2 16,8-1 0-16,8-1-2 15,8 1 3-15,1-1-1 16,6-2 2-16,5-1 0 16,2-3-1-16,7-1 1 15,1-2 0-15,8-2 0 0,2-3 0 16,7-1 0-16,4 0 0 16,4-6 0-16,3 0 0 15,2-1 1-15,7-4-3 16,4-2 4-16,3-3-1 15,4-1-1-15,4-3 1 0,2 0-6 16,-2-3-46-16,-2-10-47 16</inkml:trace>
  <inkml:trace contextRef="#ctx0" brushRef="#br0" timeOffset="-5091.09">9613 9488 100 0,'-6'-3'-4'0,"3"-1"8"0,1 1 0 0,2 3-2 16,0-2-2-16,0 2-14 0,0 0 13 15,0 0 1-15,0 0 1 16,2 0-1-16,0 2 2 16,2 3-4-16,3-3 5 15,1 0 1-15,3-2 4 16,7 0 5-16,3-12 1 0,10-6 3 15,11-8 4-15,11-10 2 16,21-8-8-16,11-6 3 16,17-8-3-16,19-8-8 15,18-6-5-15,17-5-3 16,14-8-35-16,11-9-70 0</inkml:trace>
  <inkml:trace contextRef="#ctx0" brushRef="#br0" timeOffset="-2250.42">3816 11805 11 0,'6'0'22'0,"0"1"-8"0,2-1 5 16,-1 0-3-16,1 0-4 16,-1 0-4-16,2 1 1 15,-2-1-1-15,1 2-4 16,1-1-3-16,1-1 1 0,1 2-1 15,2-2-1-15,1 3 0 16,2-2 1-16,1 2-1 16,1 0 0-16,0 1 0 15,6 0 0-15,1-1 0 0,4 3 0 16,2-2-1-16,3 0 1 16,1 2-1-16,5-2 2 15,3 1-3-15,4 0 3 16,2 1 0-16,0-1 1 15,5 1-1-15,0-1 3 16,4-1-4-16,4-3 4 0,5 2 2 16,1-3-1-16,8 0 3 15,0 0-2-15,6-3 2 16,-2-1-4-16,1-3 0 16,6 0 1-16,1 2-1 15,3 0-2-15,3 1 0 0,4 2-1 16,1 1 2-16,1 1-1 15,-3 0-2-15,-1 0 0 16,0 0 0-16,-4 0 0 16,-1 0 0-16,3 0 0 15,-4 0 0-15,-3 0 1 0,-1 0-1 16,-3 0 2-16,0 0-1 16,-5 1 1-16,-2-1 2 15,-2 2-2-15,-3-2 0 16,-5 0-1-16,-7 0 1 15,-3 0-1-15,-8 0 0 0,-6 0-1 16,-7 0-22-16,-10-2-38 16,-11-2-48-16</inkml:trace>
  <inkml:trace contextRef="#ctx0" brushRef="#br0" timeOffset="-1668.65">4166 11799 70 0,'0'0'2'0,"0"0"-1"0,0 0-1 0,0 0 4 16,0 0 1-16,0 0-1 15,0 0 0-15,45 12 2 0,-34-11-1 16,5 2 0-16,2-2-2 16,6 2 0-16,5 0-2 15,7 0 0-15,9 1 1 16,4-1-2-16,7-3-24 15</inkml:trace>
  <inkml:trace contextRef="#ctx0" brushRef="#br0" timeOffset="637.21">8438 11869 128 0,'0'0'-3'0,"0"0"5"0,0 0 0 0,0 0 1 0,0 0-3 15,0 0 1-15,0 0-1 16,0 0 0-16,0 0 0 0,0 0 1 15,0 0-1-15,0 0 1 16,-27-7-1-16,27 7-1 16,0 0-4-16,0 0 2 15,4 0 3-15,6 0 0 16,2 4-1-16,4 0-2 16,4 0 1-16,2 0 2 0,4 1 1 15,3-2-2-15,2 1 0 16,4-3 2-16,1 1 0 15,4-1 1-15,3-1 8 16,3 0-5-16,4 0-2 16,-2 0 0-16,4 0-1 0,-2 0-2 15,3 3 1-15,-1 1 0 16,6-1-1-16,2 3 0 16,-1-2 0-16,3-3 0 15,-1 1 0-15,1-2-2 16,-2 0 0-16,-1 0 8 0,-1 0 4 15,0 0-5-15,-1 0 1 16,-1 0-4-16,0 0 1 16,0 0-1-16,1 4-1 15,0-2 0-15,1 1 1 16,-2 4-1-16,2 0-1 16,0 0 0-16,1 1 0 15,3 2 1-15,-2 1-1 0,5 0 0 16,0 0 1-16,4-4-1 15,3 0 0-15,0-1 0 16,1-3 0-16,3-2 1 0,-4-1-3 16,0 0 2-16,-1 0-2 15,-2 0 11-15,2 0-1 16,-1 0-5-16,-1 0-1 16,2 0 0-16,1 0 0 15,2 1 0-15,0 1-1 0,1-1 0 16,-1-1 0-16,-1 0 0 15,0 0-1-15,0 0 0 16,-3 0 1-16,2 0-1 16,3 0 0-16,1 0 1 15,-2 0-1-15,3 0 0 0,0-1 1 16,1-1-1-16,0 1-1 16,3 1 3-16,2 0-1 15,-1 0-2-15,3-3 2 16,1 3-1-16,1-1 0 15,-1 0 2-15,1 0-2 16,1 0 0-16,1 0 0 0,-3-1 0 16,1 2 0-16,-1-1 0 15,-3 1 0-15,0-2 0 16,-5-1 0-16,1 1 2 16,0-1 0-16,3-1 0 15,0 1-1-15,0-2-1 0,1 1 1 16,1 1 1-16,-1 0-2 15,-2 0 0-15,2 2 0 16,-2 0 0-16,1-1 0 16,-1 2 1-16,-1-1-1 15,3-2-1-15,-2 3 2 16,0-1-1-16,-1-1-1 0,1 2 4 16,0 0-3-16,0 0 0 15,2 0 0-15,0 0 0 16,2 0 0-16,0 2 0 15,4-2 1-15,-3 0 0 0,6 0 1 16,-2 0-1-16,4 0-1 16,-1-3 1-16,-3 0-1 15,1 0 1-15,-4-1-1 16,-2-2 0-16,-1 2 1 16,0-2-1-16,1 0 3 0,1-1 1 15,3 2-3-15,1-1 0 16,3 0 0-16,-3 2-1 15,0-1 1-15,-2 0-1 16,-1 2 0-16,-4-4 0 16,-2 1 1-16,-4 0 2 0,0 0 6 15,-6-1 1-15,-2 1-5 16,-2-1-2-16,-3 1-1 16,0-1 0-16,-4 0-1 15,-2 3-1-15,-4-2 0 16,-4 2 0-16,-4-1 1 15,-8 1-1-15,0 0 0 0,-6 1 0 16,-5 1 0-16,-2 2-1 16,-4-1-21-16,-5 0-40 15,-5-2-35-15</inkml:trace>
  <inkml:trace contextRef="#ctx0" brushRef="#br0" timeOffset="3057.36">19542 9842 66 0,'-2'-9'9'0,"0"2"20"0,2 0-3 15,0 3-1-15,0-1-8 0,2 1-11 16,8 0-8-16,3 3 3 16,4-1-2-16,3 2 4 15,1 0-4-15,2 0 2 16,-1 2 3-16,1 5-2 16,1 3-4-16,-3 1 3 0,3 4 0 15,-4 1 0-15,1 0-1 16,-2 5 0-16,-3-1 1 15,0 3-1-15,-4 0 1 16,-4 4 0-16,-1 1 1 16,-3 3 2-16,-4 3-3 0,0 3 1 15,0 3-2-15,-8 1 0 16,0 2 0-16,-5 1 0 16,-3 3 1-16,0 1-1 15,-2 3 1-15,1 5 0 16,-4 3-1-16,4 2 0 0,2 3 1 15,2 0-1-15,7 4 0 16,1-1 0-16,4 0-1 16,1-3 1-16,2-3 0 15,9-3 0-15,3-3-1 16,3-4 0-16,5-2 0 0,3-7 2 16,-2-2 2-16,3-6 1 15,-1-3-2-15,0-5-1 16,-3-2 1-16,-3-5-1 15,-3-1 0-15,-5-2 0 16,-1-3 1-16,-7-1-2 0,-3 0-3 16,0 2-1-16,0 0 3 15,-8 3 2-15,-3 3 1 16,0 7-2-16,-6 3 0 16,5 4 1-16,-2 3-2 15,1 3 2-15,2 4-1 0,0 4-1 16,2 3 1-16,2 2 0 15,0 6 0-15,0 0 0 16,2 4 0-16,2 1 0 16,1 0 0-16,2 2-1 15,0-2 2-15,0-1-2 16,0 0 1-16,1-2 0 0,2-1 0 16,-1-2 0-16,0 0 0 15,-2-3-1-15,0-5 2 16,0-3-1-16,-9-4 1 15,-1-5 0-15,-5-8 1 0,-2-3 2 16,-7-6 6-16,-5-5 6 16,-5-3 1-16,-12-4-6 15,-2-3-6-15,-10-2-3 16,-7-1-2-16,-7-3 0 16,-5 0-11-16,-2 0-45 0,3-13-57 15</inkml:trace>
  <inkml:trace contextRef="#ctx0" brushRef="#br0" timeOffset="4018.25">20447 11234 106 0,'0'1'7'0,"0"-1"5"0,0 2-14 0,0 3 1 16,0-1 2-16,0 4-1 15,0 0-8-15,0 2-3 16,0 0 9-16,-1 0 1 15,-1-1 1-15,2 1 1 16,0-2 0-16,0-1 0 0,0 2 1 16,0-1 0-16,0-2 0 15,5 2 1-15,1-1 3 16,1-4-1-16,2 1 1 16,1-2 2-16,4-2 6 15,2 0 12-15,2-9 9 16,4-7-12-16,4-6-7 0,6-6-3 15,2-5-3-15,5-7-2 16,6 0 0-16,5-4-5 16,5-4-2-16,6-3-1 15,4-4-21-15,1-4-95 16</inkml:trace>
  <inkml:trace contextRef="#ctx0" brushRef="#br0" timeOffset="11573.53">5203 16036 76 0,'0'0'6'0,"-2"0"4"0,0-2-2 0,2 1-4 15,-2-1 0-15,0-2-1 0,2 1 2 16,0 1 4-16,-2 0 5 15,0-1 1-15,2 2 2 16,0-1-9-16,-1 1-2 16,1 1-5-16,0 0-1 15,0 0-4-15,0 0-11 16,0 0 6-16,0 0 8 0,0 0-1 16,1 0 2-16,3 0 0 15,0 3 0-15,0 0 0 16,-1 0 0-16,3 2 0 15,-1 1 0-15,0 0 0 16,1 1 0-16,-2 1 0 0,3 1 2 16,-3 3-4-16,4-3 2 15,-2 2 2-15,3-1-2 16,-3 0 0-16,4-3-2 16,1 0 1-16,-2-4-1 15,5-1-2-15,-1-2 0 16,2 0 4-16,3-9 7 0,2-6 13 15,5-6 7-15,2-7 0 16,6-2-9-16,5-6-5 16,4-4-3-16,2-3-2 15,4-2-3-15,4-2-4 0,0 1 4 16,1 3-5-16,2 1 3 16,-1 8-2-16,-2 4-2 15,-1 4-15-15,-4 5-22 16,-5 4-46-16</inkml:trace>
  <inkml:trace contextRef="#ctx0" brushRef="#br0" timeOffset="12648.86">9385 16027 102 0,'0'-7'-7'0,"0"0"16"0,0 0 2 15,0 1-2-15,0 3-4 16,0 0 0-16,0 1 0 0,0 0 0 15,0 1-1-15,0 1-2 16,0 0-5-16,0 0-6 16,0 0 6-16,0 0 1 15,2 1-1-15,1 3 3 16,-1-1 0-16,2 4-1 0,-1-2 1 16,0 3 0-16,3-1 0 15,-2 5 0-15,1-1 0 16,1-1 1-16,-1 5-1 15,4-3 2-15,-2 1-2 16,1-2 0-16,1 0 1 0,0-1-1 16,2-2 0-16,-2-1 0 15,5-4 0-15,-5-2-1 16,7-1-1-16,1-3 5 16,2-8-3-16,2-8 9 15,2-2 2-15,4-6 2 0,4-4 1 16,2-5 5-16,3-5-8 15,9 0-5-15,0-7-1 16,11-2 0-16,4-4 0 16,4 3-4-16,6 0-1 15,0 2 2-15,-2 0-46 0,-5-1-84 16</inkml:trace>
  <inkml:trace contextRef="#ctx0" brushRef="#br0" timeOffset="15795.41">16402 14837 125 0,'-3'-10'4'0,"-5"1"6"0,4 0 6 0,-2 0-5 16,0-2-5-16,1 1-4 0,-5 0-1 16,2 1 0-16,1-1-1 15,-2 2 1-15,0-2 0 16,-2 1 4-16,1-1 2 15,-4 1 3-15,2 0-6 16,-3 0 1-16,0 1-4 0,-2 0 0 16,-4 0-1-16,0 0 0 15,-4 1-1-15,-1-3 1 16,-2 0 0-16,-3 1 1 16,-5-1-1-16,0 0 0 15,-1 0 0-15,-2 3 1 16,0-1-2-16,1 1 0 0,2 2 2 15,-2 1 0-15,-1-2-1 16,0 1 0-16,1-1 1 16,-3 0-2-16,-5 1 2 15,-2-1-3-15,-2-1 13 16,-3 1-10-16,-2 1 0 0,-2-2 0 16,1 0-1-16,-1-1 1 15,1 0 1-15,0-2 2 16,0-3 1-16,-4 3 1 15,1-1-1-15,0-1-3 16,-6 1-1-16,-1 0 1 0,-3 1-1 16,-2 0 0-16,-1 3-1 15,1 1 1-15,-3 0-1 16,0 2 0-16,-3 1 0 16,2 3 0-16,0 0 0 15,-2 0 0-15,-2 0 0 0,-2 3 0 16,3 4 0-16,-1 0 1 15,1 0-2-15,-2 2 2 16,4 2-1-16,-2 1-1 16,4 2 1-16,-2 1 0 15,2 1 0-15,-2 1 0 0,4 2 0 16,-1 0-3-16,-1-1 4 16,2 0 0-16,0 0-1 15,-1 1 1-15,0-1-1 16,1 2 0-16,2 1 0 15,-1 1-2-15,2-1 4 16,3-1-2-16,3 1 0 0,6-1 1 16,2-1-1-16,0 1 0 15,4 2 0-15,0 1 0 16,-1 5-1-16,3 1 1 16,2-1 0-16,4 3 0 0,4-1 0 15,7 1 0-15,1 1 0 16,6-4 0-16,2 5-1 15,4-1 0-15,0 1 0 16,4 6 1-16,2 3-2 16,6 1 2-16,1 2-2 15,5 1 0-15,1-1-2 0,5-1 2 16,11-1 2-16,2-3-3 16,8 1 0-16,3 1 0 15,5 2 2-15,2 2 1 16,6 1 1-16,1 0-1 15,6 2 2-15,-2-3-1 0,4-3-1 16,3-3-4-16,1-3 5 16,3-3 4-16,7-4-4 15,3-1 1-15,3-4 0 16,7-2 0-16,3-2-1 16,4 1 1-16,2 0 0 0,-2-2-1 15,6 2 0-15,1-1 0 16,0 1 0-16,4 0-1 15,7 2 0-15,-2-1 1 16,6 0-1-16,0-1 1 16,3 1-1-16,1 1 1 0,4-1-2 15,5-2 1-15,-3 3 1 16,4-1 0-16,3-2-1 16,5-1-1-16,1 1 2 15,1-3-1-15,5-3 1 16,0 1-1-16,0-4 0 0,0-3-1 15,-2-5-1-15,-1-2 3 16,0-2 0-16,1 0 7 16,-2-7-7-16,0-3 4 15,-6-2-2-15,-3-2-2 16,-3 0 0-16,-7-5-3 0,-1-2 3 16,-4-3 2-16,-3-4 4 15,0-4 2-15,0-4-5 16,-7-3 2-16,-4-2-3 15,-4-2-1-15,-5-2 0 16,-7-2-1-16,-2-3 6 16,-7-1-5-16,-7-3 30 0,-3-1-31 15,-7-1 1-15,-4 0 2 16,-5-1 1-16,-8 0 1 16,-3-1 3-16,-5-2 0 15,-8 3-1-15,-2-1-1 16,-6 1-4-16,-3-4 1 0,-6 4-1 15,-2 0-1-15,0-1 2 16,-13 2 1-16,-5 2-1 16,-4 1 0-16,-5 2-2 15,-4 0 0-15,-4 2-2 0,-6 1 0 16,-1 3 0-16,-3 2 2 16,-4 6-3-16,-3 1 7 15,-4 2-4-15,-1 0 1 16,-4 2-1-16,-3 0-7 15,0 2 12-15,-3 2-7 0,-2 1 0 16,-2 3 0-16,-5 0 1 16,0 5-1-16,-5 0 0 15,-1 3 0-15,-5 3 0 16,3 2-5-16,-2 1 7 16,2 4-2-16,2 1 0 15,2 2 1-15,6 1-1 0,-3 2 0 16,7 0 0-16,2 0 0 15,6 0 0-15,0 3 0 16,5 4-1-16,5-1-1 16,6 5-5-16,1 1-2 15,7-1 0-15,3 3-14 0,4 2-14 16,3 2-21-16,2-3-23 16,8-7-70-16</inkml:trace>
  <inkml:trace contextRef="#ctx0" brushRef="#br0" timeOffset="16571.49">17709 14750 49 0,'3'2'2'0,"4"3"0"0,-1-2-1 0,2 3 1 15,-3-2-1-15,0 2 1 16,0 1 0-16,0 0 1 0,0 0 4 15,0 0-2-15,0 0-2 16,2 0 1-16,0-1-2 16,2 1 2-16,0 0 2 15,-2-2-2-15,5 0-1 16,0-2-1-16,-1 0 8 16,1-3 5-16,3 0 3 0,3 0 1 15,1-10 4-15,4-3-6 16,4-4 0-16,2-3-4 15,4-5-1-15,4-5-6 16,6-4 4-16,5-7-3 0,6-7 2 16,6-2 2-16,8-6 2 15,10-3-6-15,0-1-2 16,3 2-2-16,2 1 1 16,-3 4-3-16,0 5-4 15,-8 5-10-15,-5 6-20 0,-6 1-75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21:43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7049 7341 27 0,'0'0'9'0,"0"0"-8"0,0 0 1 16,0 0 9-16,0 0 8 15,0 0-4-15,0 0-8 0,0 0-3 16,0 0-2-16,0 0-2 16,0 0 2-16,1 0-2 15,1 3 1-15,-2-2-1 16,2 0 1-16,-2 1 0 16,2-1-1-16,-2 2 1 15,0-1 0-15,2 0 1 0,-2 3 0 16,0-1-1-16,2-1 0 15,-1 4-1-15,0 0 0 16,0 2 1-16,2 0-1 16,-1 3 1-16,-2 0-1 0,2-1 0 15,-2 3 1-15,0 0-1 16,2 2 1-16,-2 1 0 16,0 1-1-16,2 3 1 15,-2 1-1-15,0-1 1 16,0 2 1-16,0-3-2 15,0 0 1-15,0-2 1 0,0-1-1 16,0-3-1-16,0 3 1 16,1-3 0-16,0 1 0 15,1 3-1-15,1 2 1 16,-3 1-1-16,2-1 0 16,-2 3 0-16,0 0 1 0,0-2-1 15,0 1 1-15,-2 0 3 16,-4-1 0-16,3-1 0 15,-4-1 1-15,3-1-3 16,1-1-1-16,1 0-1 16,0-4 1-16,0 0 0 0,2-2-1 15,-4 2 1-15,4-2 0 16,0 1-1-16,0 1 1 16,0-1-1-16,0 2 0 15,0 1 1-15,0 0-1 16,0-2 0-16,0 1 0 15,0 0 2-15,4-2-2 0,-2-1 2 16,2-1 0-16,-1 1-1 16,-1-1 0-16,3 0 1 15,-1-1-2-15,-4-1 0 16,2 2 1-16,-1-1-1 16,0 1 1-16,1-2-1 0,1-1 0 15,-1 1 0-15,0 1 1 16,0-2 1-16,0-1-2 15,0 1 1-15,1-1 0 16,-3-2 0-16,0 2-1 0,0-2 1 16,0-1 1-16,0 0-1 15,0 0 1-15,0-2 2 16,0 2 0-16,0-2 1 16,0 1 1-16,0-1-2 15,0 1-1-15,0 2-2 16,0-3 1-16,0 2-2 15,0 0-2-15,5-3 0 0,-3 0-34 16,3-11-47-16</inkml:trace>
  <inkml:trace contextRef="#ctx0" brushRef="#br0" timeOffset="2376.78">7208 7257 47 0,'0'-4'6'0,"0"2"5"0,0 0-4 0,0 0-1 0,0 2-1 15,0 0 2-15,0-1-2 16,0 1 0-16,0 0 0 16,0-2 11-16,0 1 2 0,0 1 3 15,0-1 2-15,-2 1-7 16,2-2-8-16,0 2-3 15,0 0-2-15,0 0-2 16,0 0-3-16,0 0 2 16,2 0 0-16,3 4 0 15,4-1 1-15,2 1-1 0,2-1 0 16,3 0-1-16,1 0 1 16,2-2-1-16,3-1 1 15,1 0 3-15,-1 0-4 16,2 0 3-16,1-1-1 15,-2-2 1-15,-2-1 0 0,0 1-1 16,-3 0-1-16,0 0 0 16,0 2 2-16,-1 0-2 15,1-1 2-15,0 2-2 16,0 0 0-16,0 0 0 16,-1 0 1-16,0 0-1 0,0 0 1 15,1 0-2-15,-2 0 2 16,4 0-2-16,2 0 2 15,-2 0-1-15,0 0 0 16,1 0 0-16,-4-1 0 16,2-2 1-16,-3 1-1 0,1 1 0 15,-4-3 0-15,1 2 0 16,1-1 2-16,-1-1-2 16,-3 2 0-16,1 1 0 15,-1 0 0-15,-1 0 0 16,0 1 0-16,-2 0 0 0,-1 0 0 15,-3 0 0-15,0 0 0 16,1 0 0-16,-2 0-2 16,1 0 4-16,-1 2-2 15,3 1 1-15,-2-2-1 16,-1 2 2-16,3-1-2 0,-1-1 0 16,2 2 0-16,-3 0 0 15,1-2 0-15,1 1 1 16,-2 2-2-16,2-1 2 15,0 1-2-15,-2 0 1 16,-2-1-7-16,3 3 6 0,-3 1 1 16,0 0 2-16,0 0 1 15,-1 0-3-15,1 2-2 16,1 0 4-16,-1 0-2 16,0 1-3-16,0 3 3 15,-2 0 1-15,0-1-1 0,0 3 0 16,2-1 2-16,-2 3-2 15,0 1 0-15,1 1 0 16,-1 2 0-16,2-2 0 16,0 5 0-16,0-1 0 15,0 0 0-15,0-4 0 0,0 4 0 16,-2-2 1-16,2-1-1 16,-2 0 0-16,1 1 0 15,-1 2 0-15,0-2 0 16,0 4-1-16,0 0-1 15,0-2 2-15,0 2 0 16,0-1 2-16,0 0-2 0,0 1 0 16,0-3 0-16,0 1 0 15,0 1 0-15,0 1 0 16,0-3 0-16,0 2 0 16,0-1 0-16,0 0 0 15,-2-2 0-15,2 2 0 0,-1-2 0 16,1-2 0-16,0 1 0 15,0-2 0-15,0-1 0 16,0-1 0-16,0 1 1 16,0-2-1-16,0-2 0 15,0 1 0-15,0-2 0 0,0 0 2 16,0-4-4-16,0 0 4 16,0-1-2-16,0 0 0 15,0-2 0-15,0 0 0 16,0 0 0-16,0 0 0 0,0-2 1 15,0 1-2-15,0-1 2 16,0 1-1-16,0 0 0 16,0-2 0-16,0 1 0 15,0-2 0-15,0 2 0 16,0-3 1-16,0 2-2 0,0-1 1 16,0-1-1-16,0 1 1 15,-2-1 0-15,-2 3 0 16,-3 0 0-16,-4 0-2 15,0 3 1-15,-2-1 1 16,-1 1 0-16,-1-2 0 16,-2 2 0-16,2-3 0 0,-3-2 0 15,-4 2 0-15,2 0 1 16,-2-2-1-16,1 2 0 16,-1 1 0-16,-4 1 0 15,1 2-1-15,0 1 1 16,0-1-2-16,-2 0 4 0,1-2-2 15,2 0 0-15,3 1 0 16,-2-2 0-16,1-1 0 16,4 0 0-16,-2 0 0 15,2 0 0-15,2-2 0 16,1-1 0-16,-1 0 1 0,5 0 1 16,-2 0-1-16,1-3 0 15,4-1-1-15,-3 1 4 16,-1 0 11-16,1 2-13 15,-2-2-2-15,1 2 0 0,2-1 0 16,-2 1 1-16,1 1-1 16,0 0 0-16,2-2 0 15,0 1 0-15,0 1 0 16,2-1 1-16,-1 0-1 16,3-1 2-16,-2 1-1 15,3-1 1-15,-4 2-2 0,4-2 0 16,-2 2 0-16,-1 0 0 15,1-1 1-15,-2 1-1 16,2 0 0-16,-1 0 1 16,1 0-2-16,0 0 1 15,0 0 1-15,2-2-1 0,0 2 0 16,1-1 1-16,-1 1-1 16,-1 0 1-16,2 0 1 15,0-1 0-15,-2 1 1 16,1-2-1-16,1 2-1 15,-1 0 0-15,0-1 0 16,0-2 1-16,1 3 0 0,-1-1 0 16,-3-1 1-16,2 2 0 15,1-2-1-15,-3 2 1 16,1 0-3-16,-2-1 0 16,2 1 1-16,0 0 0 15,1 0-1-15,3 0 0 0,-2 0 2 16,1 0-1-16,3-1 0 15,-5-2 0-15,5 3 0 16,-4-4-2-16,1 0 2 16,1-1-2-16,-2-2 1 15,-2 0 0-15,1-1 1 0,0 1 3 16,-2 1-4-16,3-3 0 16,-4 2 0-16,3 0 1 15,0 0-2-15,0-3 1 16,3 0-12-16,0-3 0 15,2-1-1-15,0-6-20 0,0-3-32 16,0-5-68-16</inkml:trace>
  <inkml:trace contextRef="#ctx0" brushRef="#br0" timeOffset="3273.76">7316 7268 38 0,'-8'0'3'0,"0"0"4"0,-1 0-2 0,-3 0 3 0,1 3 2 16,1 0 1-16,-2 0-2 15,1-1-1-15,2 0-5 16,0 0 1-16,0-2-2 15,1 0-1-15,3 0 2 16,-4 0 2-16,4 0 1 0,-3 0-3 16,3 0-1-16,-3 0-2 15,0 0 0-15,2 2-1 16,-1 1 2-16,1 0-1 16,-2 3-1-16,2-2 1 15,1 1 0-15,-4 0 0 16,3-1 0-16,-3 1 0 0,4-3 1 15,-3 1-1-15,3-3 1 16,1 0 0-16,-3 2 4 16,4-2 1-16,1 0 0 15,0 0-3-15,2 0-2 0,0 0-1 16,0 1 1-16,0-1-2 16,0 0 1-16,0 3 0 15,-2-2 0-15,2 1 0 16,0 2 0-16,0-1 0 15,0 7 0-15,0 0 0 16,0 4 1-16,0 6-1 0,0 2 0 16,0 3-2-16,0-1-28 15</inkml:trace>
  <inkml:trace contextRef="#ctx0" brushRef="#br0" timeOffset="8349.46">7213 7302 61 0,'-1'-2'9'0,"-1"-1"2"0,0 1-3 0,-2-2 2 15,1 3-2-15,2-1-4 16,-2 0-2-16,3 0 0 15,-2 2 0-15,0-1 2 16,2 1 0-16,0 0-1 16,0 0-2-16,0 0-2 0,0 0 0 15,0 0 0-15,2 0 1 16,3 0-1-16,3 0 0 16,-3 0 2-16,6 0-2 15,-2 0 0-15,0-4 1 16,2 0 1-16,-2 0 0 0,0 3 0 15,2-2 0-15,-2 0 0 16,2 2-1-16,-1-2 0 16,2 2 1-16,2-1-2 15,2 1 1-15,1-1 0 16,3 1 0-16,1-1 0 0,-2 2 1 16,2-1-1-16,1-2-1 15,1 0 0-15,-2-1-2 16,3 0 4-16,2 1-1 15,-1-3 1-15,-1 3 0 16,-1-3-1-16,1 1 1 0,-4 1-1 16,0 1 2-16,-2-2-2 15,0 0 2-15,0 2-1 16,-2 0-1-16,-1 1 0 16,0 0 0-16,-1 0 1 15,-3 1-1-15,-1 1 0 0,-2 0-1 16,-1 0 0-16,-2 0-1 15,2 0 2-15,-1 1-1 16,-3 3 1-16,3-2-1 16,0 1 2-16,4 0-1 15,-4 0 0-15,3-1 1 16,2-1-1-16,-1 0 0 0,-1-1 2 16,1 0-2-16,0 0 0 15,-2 0 0-15,1 0 0 16,-4 0 0-16,4 3 0 15,-5 0 0-15,-1 3-3 16,1-1 1-16,0 2 1 0,-2 0-1 16,1-1 3-16,1 1 0 15,3 0 0-15,0 3 0 16,0-3-1-16,3 0 0 16,0 0 1-16,-2-1-1 15,-1 1 0-15,-3-1 0 0,1 1 0 16,-2-1 0-16,-1-1 0 15,-2 1-3-15,2 1 3 16,-2-1 2-16,0 4-2 16,0-3 0-16,0 3 1 15,0 0-1-15,0 1 0 0,0 0 0 16,-4 2 1-16,0-1-1 16,0-1-1-16,0 0 2 15,-1 1-1-15,1 0 0 16,2 0 2-16,-2 4-2 15,0-1 0-15,1 4 0 16,0 0 0-16,-1 1 0 0,0 0 1 16,1 3-1-16,-1-2 0 15,-2 2 0-15,1-2 0 16,0 1 1-16,1-2-1 16,1 1 0-16,1 0 0 0,0-1 0 15,2 0 0-15,-2 1 0 16,2 0 0-16,0-1 1 15,0 3-2-15,0-3 1 16,0 4 0-16,2-1 0 16,0-2 0-16,1 3 0 0,1-1 0 15,1-2 0-15,-1-1 0 16,-2 0 0-16,1-2 0 16,1 0 0-16,-2-3 0 15,0-1 0-15,-1-5 0 16,0 4 0-16,-1-5 0 0,0-2 0 15,0 2 0-15,0 0 0 16,0-1 0-16,0 1 1 16,0-1-1-16,0-4-1 15,0 4 1-15,0 1 1 16,0-3-2-16,0 1 1 16,0 0 1-16,0 2-2 0,0-1 1 15,0-4 0-15,0 5 0 16,0-3 0-16,0 0 1 15,-4 1-1-15,0 0 0 16,-1-1 0-16,1-2 0 0,-1 3 0 16,-1-5 0-16,3 2 0 15,1 0 1-15,0 0-2 16,-2-2 1-16,2 2 1 16,1 0-1-16,-1 1 0 15,0-1-1-15,0 1 1 0,-5 1 0 16,4 2 0-16,-1-3 0 15,-1 0 0-15,1-1 1 16,0 0-2-16,-1-2 2 16,0 2-1-16,1-3 0 15,-1 3 1-15,1-2 1 16,0 1-1-16,-1 0 0 0,2 0-1 16,-1 1-1-16,0-2 1 15,-3 4-4-15,1-3-7 16,-5 1-15-16,-1 0-53 15</inkml:trace>
  <inkml:trace contextRef="#ctx0" brushRef="#br0" timeOffset="11296.24">9575 8492 63 0,'-8'-4'8'0,"1"0"12"0,-2 1-8 0,4 3-6 15,-3-2-1-15,1 0 2 16,-1 2 1-16,0 0 2 15,1-1-4-15,1 1-3 16,-4 0 1-16,4 0 2 16,1 0-4-16,-1 0 0 0,-1 0-2 15,2 0 3-15,-2 0-3 16,3 0 0-16,-4 0 0 16,1 1 0-16,-3 3 0 15,2 3 0-15,-1-1 0 16,-2 1 0-16,2 2 0 0,0-1 0 15,0 1 0-15,2 1 0 16,-2 2 0-16,-1 1 0 16,0 2 0-16,1 0-2 15,0 1 2-15,0-2 0 16,2 3 0-16,-3 1 0 0,5-1 2 16,-4 2-2-16,4-1 0 15,-3 2 0-15,3 0 0 16,-3 0 0-16,2 1 0 15,2 1 0-15,-1 0 0 16,1-2 0-16,0 0 0 0,0-1 0 16,0-1 0-16,0-1 1 15,0-1 0-15,1-1 0 16,1 0 2-16,0 2 0 16,2-2-1-16,0 4-1 15,0-2-1-15,0 0 1 0,0 1-1 16,0-2 1-16,1 2 0 15,1-5-1-15,2 3 2 16,-2-5-1-16,2 2 1 16,-1 0 1-16,2-2-1 15,-3 3-1-15,2-1 0 0,-2 0 0 16,3-1-1-16,-1 1 2 16,0-3-2-16,4 0 3 15,-2 0 3-15,1 0 2 16,1 0-2-16,2 0 1 15,-1-1-3-15,-2 0-2 0,1 1 1 16,0 0-3-16,0 0 1 16,-2-1-1-16,1 1 1 15,0-2 0-15,0-1-1 16,2 0 0-16,-1 1 4 16,2-3 0-16,-2-1-1 0,2 1-2 15,3 0 0-15,-4-2 0 16,2 0 1-16,1 0-1 15,-1 1-1-15,-1-1 0 16,2 1 1-16,-3 2-1 16,3-3 1-16,-2 1-1 15,3 1 0-15,1 0 1 0,-3 2-1 16,3-1 0-16,-1 0 0 16,-2 1 0-16,1-2 1 15,-1 0-1-15,1-2 0 16,0 1 0-16,-1-4 0 0,3 0 0 15,-3 0-1-15,2 0 1 16,3 0-1-16,-1-4 1 16,-1-1 2-16,-1 1-1 15,1-2-1-15,-3 1 2 16,2 0-1-16,1 1 1 0,2-2-2 16,-1 2 0-16,1 0 0 15,-1-2 0-15,4 2 0 16,-2-1 0-16,1 0 1 15,-2 0-1-15,2 0 0 16,-1 1 0-16,1-1 1 16,-2-2-1-16,0 2 0 0,2-1 0 15,-1-3 0-15,1 1 0 16,-4-1 2-16,4-2 0 16,-1-2-1-16,1 0 2 15,-3 1-3-15,0-1 0 16,-1 0 1-16,0-1-1 0,-2 0 1 15,1-2 1-15,-4 2-1 16,-1-3 0-16,2 0 1 16,-4-3 0-16,1-1 0 15,2-2 0-15,-3-4-1 16,2 1 0-16,-1-2-1 0,-1 2 0 16,-2-2 1-16,-2 4-1 15,-2 1 2-15,0 2 2 16,0 0 2-16,-6 2 1 15,-1-1-1-15,1 3-5 16,-2 1 1-16,2 1-1 0,-1-2 9 16,-2 1-10-16,3-2 1 15,-5-2-1-15,4 0 1 16,-4-3-1-16,-1 2 0 16,0 0 0-16,-1 1 2 15,1 0 0-15,0 0 0 16,1 4 0-16,0-2-1 0,0 4 2 15,1-2-2-15,2 2-1 16,0-2 0-16,0 2 0 16,-1-1 0-16,-2-1 0 15,-1 0 1-15,0-1-2 0,1 2 2 16,-6-1-2-16,2 2 0 16,0-2 1-16,1 2 1 15,-4 0-1-15,3-2 0 16,-3 3 0-16,0 1 1 15,2 0-5-15,-4 1 2 0,0 2 1 16,-4 1 3-16,1 2-1 16,-6 0-3-16,-5 5-3 15,-8 1-20-15,-9 0-32 16,-10 0-109-16</inkml:trace>
  <inkml:trace contextRef="#ctx0" brushRef="#br0" timeOffset="19842.09">7523 7217 37 0,'0'0'4'0,"0"0"8"0,0 0-2 0,-2 0 1 16,2-2 6-16,0 0-9 0,-2 2-3 16,2 0-1-16,-1 0-3 15,0 0-2-15,1 0-3 16,-2 0 1-16,1 0 3 16,-1 0 0-16,-4 0 1 15,1 0-1-15,-2 0 1 0,0 0 2 16,-3 0-2-16,1 2 0 15,-1 0-1-15,0 1 0 16,1 1 0-16,-3-1 0 16,1-1-1-16,0 2 2 15,-2-3-1-15,2 1-1 16,-1-2 2-16,-1 3-1 0,0-2 1 16,-3-1 0-16,3 2 0 15,-1-1 0-15,3-1 1 16,-1 1-1-16,1-1 1 15,3 2 4-15,1-2-2 16,-2 0-1-16,4 0-3 0,-1 1 2 16,-1-1-1-16,0 0-2 15,0 3 1-15,1-2 0 16,-1 2 1-16,-2 0-1 16,2 1 0-16,-1 1-1 15,3-1 2-15,-1 0-1 0,2-3 0 16,0 2 0-16,2-1 0 15,0-1 0-15,-2 2 0 16,1 1 0-16,-1-2 0 16,2 1-1-16,-4 1 2 15,3-1-1-15,-2-1 0 0,0 0 0 16,3 2 0-16,-2 2 0 16,0-2 0-16,0 3 0 15,1-1 0-15,-1 1 0 16,-1 0-1-16,0 2 2 15,-1-1-1-15,0 2 0 0,1 0 0 16,-4-1 0-16,4 2 0 16,1 0 1-16,0 0-2 15,3-2 1-15,-1 3 0 16,2 0-1-16,0-1 1 16,0 2 0-16,-2 0 0 0,0 0 0 15,-2 1 0-15,1 1 0 16,-6 1 0-16,2 0 0 15,1 0 1-15,-3 1-1 16,1 0 0-16,2 0 0 16,2 1 0-16,-1-1 0 15,3-1 0-15,0 1 0 0,0 0 0 16,2-1-1-16,-3 2 1 16,3-2 0-16,0 0 0 15,0 2 0-15,0-1 0 16,0 1 0-16,0 0 0 15,3 1 0-15,-1 1 0 0,-2-1 0 16,2 1 0-16,-1-2 0 16,-1 0 0-16,1 0 0 15,0-1 0-15,-1-2 0 16,4 2 0-16,-2-1 0 0,0-1 0 16,1 0 0-16,3-1 0 15,-1-1-2-15,-2 1 2 16,3 0-1-16,-4-2 2 15,2 0-1-15,-4 1 0 16,2-3 0-16,-1 3 0 16,-1-2 0-16,4 3 0 0,-2-2 0 15,0-1 0-15,3 0 0 16,0 2-1-16,3-3 1 16,-3 1-1-16,3 1 1 15,0-1 0-15,0-1 0 0,1 1 0 16,-3 0 0-16,2-2 0 15,-1 0 0-15,1-2 0 16,-1 0-1-16,2-1 1 16,0 1 0-16,-3-3 0 15,3 2 0-15,1 1 0 16,-3-1 0-16,1-1 0 0,2 1 0 16,0-1 0-16,1 1 0 15,1 0 0-15,-1-2 0 16,0 3 0-16,1-2 1 15,1 0-1-15,0 0 2 16,0 0-2-16,0 0 2 0,3-1-2 16,-2 1 0-16,4-1-2 15,0-2 4-15,-1 0-2 16,4-1 2-16,-4 3 1 16,1-1-2-16,1 0 0 15,-4 0-1-15,3-2 1 0,-3 1-1 16,0-2 0-16,0 0-4 15,3-2 4-15,1-3 1 16,0-4 8-16,3 2-3 16,0-2 1-16,3 0-3 15,2 1 0-15,1 1 0 0,4-1-2 16,-3 2 1-16,0 2 0 16,0 0-2-16,-4 2 2 15,-4 2-3-15,0-1-18 16,-6-2-33-16</inkml:trace>
  <inkml:trace contextRef="#ctx0" brushRef="#br0" timeOffset="21001.71">7523 7253 76 0,'12'0'0'0,"-1"-4"2"0,5-1 5 0,-1-1-3 16,3 2-2-16,-3-3-1 15,3 4 2-15,0-1-8 16,-2-1 11-16,-1 2-6 16,1 0 0-16,-3 3 1 0,1-2 1 15,1 2-2-15,2 0 0 16,0 0 1-16,1 0-1 16,0 0 0-16,-3 0 0 15,2 0 1-15,-8 2-1 0,1 1 0 16,-3 0 0-16,0-1 0 15,-2 1 1-15,1 1 0 16,-2 1-1-16,1-1 1 16,2 1 1-16,-4 3-2 15,0 0 2-15,0 2-1 16,-1 0-1-16,-2 2 1 0,2 2 0 16,-2 1 0-16,0 1 0 15,2 2 0-15,0 1 0 16,1 2 0-16,1 1 0 15,3 0-1-15,0 2 0 16,-1-1 0-16,1 0 0 0,0-2 0 16,0-2 0-16,-3 0 2 15,-2 0-2-15,-1 1 0 16,0 0 2-16,-1 0 0 16,0 2 0-16,0 4-1 15,0 2 1-15,0 1-2 0,0 0 0 16,0 0 0-16,5 2 0 15,-1-5 0-15,0-1 0 16,2-2 0-16,0 1 0 16,-3-1 1-16,-2-2-1 15,-1 3 0-15,0-1 0 0,0 0 0 16,-1-1 0-16,-4 1 1 16,1-2-1-16,-2 1-1 15,2-1 1-15,0-1 0 16,0-2-3-16,1 1-2 15,-3-1-5-15,-4 2-1 0,1-1-11 16,-2-4-28-16</inkml:trace>
  <inkml:trace contextRef="#ctx0" brushRef="#br0" timeOffset="35046.11">9868 8469 69 0,'0'0'15'0,"0"0"-11"0,0 0-2 0,0 0-1 0,0 0-1 15,0 0 0-15,0 0 1 16,0 0 2-16,0 0 5 16,0 0 6-16,0 0 3 15,0 0-11-15,0 0-2 16,0 0-3-16,0 0-1 15,0 0 0-15,-3 0 0 0,3 0 0 16,-4-2 1-16,1 1-1 16,-2-2 1-16,2-1 1 15,-5 1 6-15,3-3-2 16,-4 2-2-16,2-2 2 16,-1 3-3-16,1-2-1 0,-1-1-1 15,2 2 0-15,-3 1-1 16,1-3 2-16,0 2-2 15,0-2 3-15,1 3 4 16,1-1 0-16,0 1-1 16,-1-1 0-16,3 1-3 15,0 0-1-15,-2-1-1 0,3 1-1 16,-4 2 0-16,0 0-1 16,-3-1 1-16,3 1 0 15,-4 0 0-15,1 0 0 16,0 1 1-16,-2 0-1 0,1 0-2 15,-1 0 2-15,0 0 1 16,5 0-2-16,-2 0 1 16,0 0 0-16,4 0-1 15,-1 1 1-15,0 1 1 16,3-2-1-16,-5 0 1 16,2 3 0-16,-2-2-1 0,1 2-1 15,-3 1-1-15,1 1 2 16,1 0 0-16,0 0 0 15,2 0 0-15,-1 1 0 16,3 1-1-16,-2-1 1 0,0 3 0 16,0 0 0-16,-2 1 0 15,1 0 0-15,-4 4 0 16,1 0 0-16,-1 2-1 16,1 1 1-16,-4 0-1 15,1-1 1-15,1 2 0 16,-1-1 0-16,1 0 0 0,1-2 0 15,-1 1 0-15,0 0 0 16,1 1 0-16,2-3 0 16,-3 2 0-16,2-2 0 15,3-1 0-15,-2 2 1 16,4-3-1-16,-2 1 0 0,1 1 0 16,2 0 0-16,-4 1 1 15,4 0-2-15,-2 2 2 16,3 1-1-16,-1-2 0 15,-1 3 0-15,1-1 0 16,2-1 1-16,-3 0-1 0,0 0 0 16,3 2 0-16,-2-2 0 15,2 1 1-15,-2 2-1 16,2-1 0-16,2 0 0 16,-1-1 0-16,1 0 0 15,0-4 0-15,0 0 1 0,0-1-1 16,0-1 1-16,0 2 0 15,2-3-1-15,0 2 1 16,1 1-1-16,-1 0 0 16,0-1 0-16,0 1 0 15,-1 0 2-15,1-1-2 0,2 0 0 16,-2-1 1-16,3 0-1 16,-3-2 1-16,3 0-1 15,1 0-2-15,-3-1 3 16,3-1-2-16,0-1 2 15,0 0 0-15,-2-1-1 0,0-2 0 16,-1 2 0-16,1-2-1 16,0 0 2-16,-1-1 0 15,1 0 0-15,1 3 0 16,-3-3-1-16,2 3 0 16,1-3 0-16,-1 0 1 0,-1 2-1 15,1-1 0-15,3 0-2 16,-4 0 3-16,1 2-1 15,2-2 0-15,-3-1 0 16,3 1-2-16,1-1 1 16,-2 0 1-16,1 1 0 15,1-1 1-15,1 0 0 0,0 0-1 16,1 0 1-16,-1 0 0 16,4 1-1-16,-5-1 0 15,3 2 0-15,2-2 0 16,-1 2 1-16,-2-1-1 15,4-1 0-15,-2-1 0 0,0-2 0 16,3 0-6-16,-3 0 6 16,5 0 1-16,-1 0-2 15,1 0 4-15,0-4-2 16,2 3 0-16,-1-1-1 16,1 0 0-16,-3 1 1 0,1 0-1 15,-1 1 0-15,4-3-1 16,-1 3 1-16,-2-1 1 15,4-1-2-15,-1 0 2 16,2-1-1-16,-1-2 0 16,-3 0 0-16,2 2-1 0,-1-3 1 15,-5-1-1-15,2 0-4 16,-1-3 5-16,-1 2 2 16,1-1-1-16,-1 0 0 15,1 0 1-15,1 0-2 16,-1 2 1-16,1-2-1 0,-1 2 0 15,-3 0 0-15,0 0 0 16,3-1 1-16,-4 0-1 16,1 0 0-16,1 0-1 15,-1 0 0-15,3-2 1 16,-3 2 1-16,0-3-1 0,1 1 0 16,0 0 1-16,-1-2-1 15,1 2 2-15,-3 0-2 16,0-2 0-16,2 0 4 15,-4-1 1-15,0-2 2 16,4-1-4-16,-5-5 0 0,3-2-2 16,-4-5 0-16,4-2 0 15,-3-7-1-15,1-6-6 16,-5-5-46-16</inkml:trace>
  <inkml:trace contextRef="#ctx0" brushRef="#br0" timeOffset="36697.94">9423 8526 12 0,'0'0'4'0,"0"0"-4"0,0 0 3 15,0 0 5-15,0 0 4 16,0-2 2-16,0-1-4 16,0-1-2-16,0 1 0 15,0 0-3-15,0 0-3 0,0-1-1 16,0 0-1-16,2-1 1 16,2 0-1-16,4-1 0 15,-3-1 0-15,1 2 0 16,0 0 0-16,-3 2 1 0,1-2-1 15,0 2 1-15,-1-1 6 16,-1-1-1-16,3 1-1 16,1 0-3-16,1-2-2 15,-1 3 1-15,4-1-1 16,-3 2 0-16,3 0-1 16,-2 2-3-16,-2 0-18 0,-2 0-50 15</inkml:trace>
  <inkml:trace contextRef="#ctx0" brushRef="#br0" timeOffset="39224.76">7058 7207 50 0,'0'-1'13'0,"0"-2"1"0,0 0-1 0,-2 3-8 15,2 0-5-15,-2 0-1 16,0 0-8-16,2 1 3 16,-2 4 6-16,0 2 0 15,1 0 2-15,-1 2-2 16,0-2 1-16,0 4 0 0,2 2 1 16,0 4-2-16,0-1 1 15,0 5-2-15,0 0 1 16,0 5 1-16,0 1-1 15,0 1 0-15,0 2 1 16,-2-2-1-16,-1 1 2 0,2-2 0 16,1 1 1-16,-1-1 0 15,1 1-1-15,0 1-2 16,0 1 0-16,0 1 1 16,0-1-1-16,0 3 1 15,0-1-1-15,1 2 0 16,1-1 0-16,0-2 0 0,0-3 1 15,0-2-2-15,0-4 2 16,1-1-1-16,3-3 2 16,0-2 0-16,-1 2-1 15,0-2 0-15,-1 4-1 16,-2-2 0-16,-1-1 1 0,-1 3-1 16,0 0 1-16,0-1-1 15,0-1 0-15,-1 0 0 16,-1-3-1-16,-2-8-6 15</inkml:trace>
  <inkml:trace contextRef="#ctx0" brushRef="#br0" timeOffset="39810.04">7329 7328 0 0,'0'0'7'0,"0"0"6"0,0 0 16 0,0 0-18 16,0 0-11-16,0 0-9 16,0 0-29-16</inkml:trace>
  <inkml:trace contextRef="#ctx0" brushRef="#br0" timeOffset="40946.29">7329 7328 12 0,'-11'-10'19'0,"11"10"-17"15,0 0-2-15,0 0 3 16,6 0 3-16,1 0 5 16,1 0-1-16,4 0-1 0,1 0-6 15,2 0-2-15,2-1 0 16,3 1 1-16,0 0-2 15,2 0 2-15,-1 0-2 16,2 0-2-16,0 0 4 0,0 0-2 16,4 0 0-16,-2 0 0 15,2 0 0-15,0 0 0 16,2 0 0-16,-3 0 1 16,3 0-1-16,-1 0 0 15,-1 0 0-15,-1 0 1 0,0 0-1 16,-1 0-1-16,-6 0 1 15,2-2 1-15,-2-2-2 16,-4 0 2-16,-1 0-1 16,-3 2 0-16,-1-2 0 15,-3 2 0-15,0 0 0 0,0 0 1 16,1 2-2-16,-1-1 1 16,2-1 0-16,-2 2-1 15,0 0-2-15,1 0 3 16,-1 0 0-16,0 0 0 15,-2 0 0-15,1 0 0 16,-2 3 0-16,0 0 2 0,0 0-2 16,-2 2 1-16,2-3 0 15,-4 5 0-15,2-1 0 16,-2 1 0-16,0 1 0 16,2 1-1-16,-2 4 1 15,3 1 0-15,1 0 0 0,0 3 0 16,-1 6 0-16,4 1-1 15,-3 4 0-15,-2 2 0 16,2 4 0-16,1-1 2 16,-3 0-2-16,1-2-2 15,3-3 4-15,-1-1-2 0,-3-1 0 16,1-2 0-16,-2 0 0 16,-1 0 1-16,0 0 0 15,0 2 2-15,-1 0-2 16,-2 2 1-16,-1 0-1 0,-3 4 0 15,2-2-1-15,1-1 0 16,-3 0 0-16,3-1 0 16,-5-4 0-16,4-1 2 15,-3-3-2-15,3-5 1 16,-3 0 3-16,4-3 0 16,0 0-2-16,-1-2 0 0,2-2-2 15,2 2 0-15,-1-3 0 16,2 0 1-16,-2 0-1 15,2-1 0-15,0 0 0 16,0-2 0-16,0 1 0 16,0 0 0-16,0-2 0 0,0 0 0 15,0 1 0-15,2-4 0 16,-2 2 0-16,2-1 0 16,-2 2 0-16,0-2 0 15,0 1 0-15,0 0 0 16,0-2 1-16,0 3-1 0,0 1 0 15,0-2 1-15,-4 1-1 16,2 1 0-16,-3-1 0 16,0 1 0-16,-2 2 0 15,-1-1 0-15,-5 1 0 16,-5 1 0-16,-5 3 0 16,-6 1 0-16,-7 4-5 0,-8-4-42 15</inkml:trace>
  <inkml:trace contextRef="#ctx0" brushRef="#br0" timeOffset="42568.94">7121 7383 56 0,'-5'0'2'0,"-1"0"-1"0,-1 0-1 0,1 2 0 16,-2-1 1-16,4 2 0 16,0-1 2-16,0-2 2 15,2 1-3-15,1 2 0 16,1-2-2-16,-2 2 0 16,2 0 0-16,-2 1 0 0,2 3 0 15,-2 0 0-15,2 2 1 16,0 5-1-16,0 2 0 15,0 4 1-15,0 1-1 16,0 3 0-16,0-1 0 16,0 2 1-16,0 0-1 15,0-1 0-15,0-2 0 0,0 0 1 16,0-1-1-16,0 2 2 16,0 1 1-16,0 0-2 15,0 0 0-15,0 3-1 16,0 0 0-16,-5-1 1 15,3 2-1-15,1-2 0 0,-1 2 0 16,-2-1 0-16,2-1 0 16,-1-1 1-16,1-1 1 15,0 0-1-15,0-1 0 16,0-4 1-16,0 2-2 0,0-3 2 16,2 1-1-16,-2-2-1 15,1 0 0-15,-2 1 1 16,3-3-1-16,-2 2 0 15,0-2 0-15,2-1 1 16,0-1-1-16,0-1 0 0,0 0 0 16,0-3 2-16,0 1-4 15,2-3 2-15,3 1 0 16,-3 0 2-16,3 0-4 16,-3-2 4-16,2 1-2 15,-1-1 0-15,1-1-2 16,0 2 2-16,-1-3 0 0,4 1 0 15,-1-1 0-15,-1 2-1 16,1-3 1-16,1 1 0 16,2 0 0-16,0 1 0 15,-2-1-1-15,1-1 1 16,2-2-1-16,-2 2 1 0,-1-2 1 16,1-1-1-16,0 2 1 15,-1-1 0-15,1-1-1 16,-1 2 0-16,2-1 0 15,0 0 0-15,0-1 2 16,2 2-2-16,0-2 0 0,3 0-2 16,-1 0 1-16,-2 0 1 15,3 0 0-15,-1 0 1 16,1 0 1-16,-1 0-2 16,-4 0 0-16,2 0 1 15,0 0-1-15,0 0 0 0,1 0 1 16,-3 0-1-16,5 0 0 15,-1 1 0-15,-1-1 0 16,2 0 1-16,-1 0-1 16,-1 0 0-16,-1 0 1 15,0 0 0-15,1 0 1 0,-1 0-2 16,3-1-5-16,-1-5 10 16,1 3-8-16,1-2 11 15,0 0-5-15,3-1-2 16,0 1 0-16,-1-1-1 15,2 1 1-15,0-1-1 16,1 0 0-16,1 2 0 0,-4-2 0 16,2 3 0-16,1 1 2 15,-5-1-2-15,1 0 0 16,-2 0 0-16,4 0 0 16,-8-1 1-16,2 1-1 15,1-1 0-15,-2 2 0 0,-2-2 1 16,1-1-1-16,2 3 0 15,-3-1 0-15,3 0 0 16,-5-1 0-16,3 4 0 16,-2-3 0-16,0 2 0 15,-1-2 0-15,-1 3 0 0,-1 0-1 16,2 0 0-16,-3 0-9 16,1 0-12-16,-1 0-42 15</inkml:trace>
  <inkml:trace contextRef="#ctx0" brushRef="#br0" timeOffset="44171.38">7604 7260 2 0,'11'0'2'0,"2"0"0"0,1 0-1 16,2 0 0-16,-1 0-1 15,3 0 1-15,-3 0-1 16,2 0 2-16,0-4 2 16,1-1 4-16,0 0-4 15,-5-1 3-15,0 2 1 0,-1-1-1 16,-1 1-3-16,1 1 1 15,-2-1-2-15,1 1-1 16,3-1-2-16,-3 1 1 16,3 0-1-16,1 2 2 15,1 1-2-15,-2-3 0 0,3 2 0 16,-1 0 0-16,2 1 0 16,-3 0 0-16,-1 0 0 15,1 0 0-15,-4 0 0 16,3 0 0-16,-3 0 1 15,1 2 1-15,-1 1-2 0,-1 0 1 16,2 1 0-16,-1 0 0 16,0 3 0-16,0-1 1 15,-1 0-1-15,3 5 2 16,-4-1-1-16,-2 3 0 16,1-2 0-16,-4 3-1 0,0 2 0 15,-2-2 1-15,0 2-1 16,-2 2 1-16,0-1 0 15,0 0-1-15,0 1 3 16,0-1-4-16,2 1 2 16,0 1 1-16,1 2-1 0,-1 6-1 15,-1 0 0-15,0 4 0 16,-1 0-1-16,0 2 0 16,0-2 0-16,0-1 1 15,-4-2-1-15,1-1 0 0,1 0 1 16,-2-2-1-1,-1 0 1-15,0-1-1 0,1 0 0 16,-1 2 1-16,-1-2-1 16,-1 1 1-16,0-2-1 15,-1 1 1-15,3-1 0 16,3-2 0-16,-2-5-2 16,2 1 2-16,2-4-1 0,0-2 0 15,0 1 2-15,0-2-2 16,2 1-2-16,2-1 4 15,2-2-2-15,-2 2 0 16,1 4 1-16,2-3-2 0,-2 1 2 16,-1 2-1-16,0 2 0 15,-1 0 0-15,1-1 0 16,-2 1 0-16,0-5 0 16,-2 1 1-16,2-2-2 15,-1-2 2-15,-1 2-1 16,0-3 0-16,0 0 0 0,0 0 0 15,0-1 0-15,0 0 0 16,0 0 1-16,-3-1-1 16,-1-2 1-16,-2 1-1 15,3-1-1-15,-3-1 2 16,-1-1 2-16,0-1 4 0,-2 0 6 16,-2 0 2-16,-1 0-1 15,-1 0-6-15,-2 0-5 16,1 0-2-16,-2 0-1 15,1 0 0-15,1 0 0 16,1 0-1-16,2 0-5 0,-2 0-4 16,4 1-1-16,-2 1-3 15,1 0 2-15,2 0-17 16,-1 1-17-16</inkml:trace>
  <inkml:trace contextRef="#ctx0" brushRef="#br0" timeOffset="49301.2">8137 9500 10 0,'-1'8'4'15,"-1"1"-3"-15,1 2 0 0,-1 1 2 0,0 3-2 16,0 2-1-16,-1 1 1 15,1 5-1-15,0 3 0 0,-2 2 0 16,2 5 0-16,-2 2 1 16,2 4-2-16,1-1 2 15,0 3-1-15,1 2-1 16,0 1 1-16,0 2 0 16,-2 3 1-16,0 1-1 15,-2 4 0-15,-1 1 3 0,1 2 0 16,-2 0 2-16,2 4-2 15,0 0-2-15,4 2 1 16,0 0 0-16,0 3 1 16,0-1 3-16,0 5-2 15,0-1 0-15,0-1-4 0,0-2 1 16,0-3-1-16,-2-6 0 16,-2-4 0-16,0-8 0 15,1-1 1-15,1-2 1 16,2-1 2-16,0 0-3 0,0 3 1 15,0 1-1-15,0 1-1 16,4 5 1-16,3 0 1 16,-3 3 3-16,2 3-4 15,0 4 1-15,0-1-4 16,-1 1-5-16,-1-1-20 16</inkml:trace>
  <inkml:trace contextRef="#ctx0" brushRef="#br0" timeOffset="49457.75">8121 12214 11 0,'0'0'17'0,"6"44"-8"0,-2-24-7 0,-1-2-1 16,1 2-1-16,1-3 0 0,-1 2 0 15,-1-1 0-15,1-2 0 16,0-2-1-16,-2-3 0 16,-1-1 1-16,1-4-1 15,-1-5-3-15,2 1-17 16</inkml:trace>
  <inkml:trace contextRef="#ctx0" brushRef="#br0" timeOffset="58257.04">7306 7290 51 0,'0'-2'2'0,"0"0"1"0,-4 2-3 15,0 0-3-15,1 0-10 16,-1 0 6-16,0 0 3 0,1 0 6 16,1-2 2-16,-1-1 2 15,3 1 0-15,0-2-5 16,0 3-1-16,-2-2 1 16,2 2 0-16,-2-2 0 15,0 3 4-15,-2-3 0 0,2 2 4 16,-1-2 4-16,1 2-6 15,-2-1-5-15,1-1 1 16,1 2-3-16,0-2 1 16,-3 0-1-16,-1-1 1 15,1 1-1-15,-3-1 0 0,-2 2 2 16,1 1-2-16,-2-2 0 16,-3 0 4-16,2 2 5 15,1-1 0-15,-1 0-4 16,3 1-3-16,0 1-1 15,0 0-1-15,2 0 1 0,-2 0-1 16,3 0 0-16,-1 3 0 16,0 0 0-16,1-1 2 15,1 2-2-15,-4-1 1 16,2 1-1-16,-3 2 1 16,5 1-1-16,-4-1 0 15,2 2 0-15,0 0 0 0,3 1 0 16,0 1 0-16,-2 0-1 15,0 3 1-15,0-2 0 16,1 5 0-16,-4-1 0 16,3 1 1-16,-2 4-1 15,4-2 0-15,2 1 0 0,0 2-1 16,0 0 0-16,2-1-1 16,0 4 2-16,0-2-1 15,2 2 1-15,2 0 0 16,-2-1 0-16,-1-2 0 0,-1 1 0 15,1-1 0-15,0 0 0 16,1-1 0-16,0 0 0 16,1 1 0-16,-1-1 0 15,0 2 0-15,1 0 0 16,-2 2 0-16,0 0 0 16,1 2 0-16,-2-2 0 0,0 0 0 15,0-3 0-15,0 1 0 16,0-2 0-16,2-2 0 15,0-2 0-15,1-2 0 16,1 1 0-16,3-2-1 16,-2 0 0-16,1-2 0 0,-2-1 0 15,0 2-1-15,3-2 2 16,-5-2-1-16,2-1 0 16,0 3 1-16,0-1 0 15,-2 1 0-15,0 0 0 16,-1 1 1-16,3 0-1 0,-4 1 0 15,2-2 0-15,-2-1 0 16,2 0 0-16,0 1 0 16,-2-3 0-16,2 3 0 15,0 1 0-15,1-4 0 16,0 2 0-16,1 2-1 0,-2-2 1 16,1 2-1-16,-1 1-4 15,0 1 2-15,0-1 0 16,-2 1 2-16,0 0 0 15,0-2 1-15,0-4 0 16,0-1 0-16,0-2 0 16,0-1 0-16,0 0-3 0,4-2 2 15,-2 1 0-15,3-1 2 16,2 2-1-16,0-2 0 16,-1 2 0-16,1 0 0 15,2 1 0-15,2-2 0 0,-2 1-1 16,3-2-1-16,-1 2 2 15,2-2 0-15,0 2 0 16,0-3 0-16,3 0 0 16,0 0-3-16,0 0 3 15,-1 0-5-15,3 0 3 16,-3-3 3-16,0-2 7 0,0 0-5 16,1 1 3-16,1 0-5 15,-1-2 2-15,2 3-3 16,2-3 1-16,0 1-1 15,1-1 1-15,0 2 0 16,0 0-1-16,-1 0 0 0,-3 2 0 16,4-1 0-16,-3 2 0 15,2-1 0-15,0 1-1 16,2 0 1-16,1-1 0 16,2 2 1-16,1-3-1 15,-1 3 0-15,-1-3 0 0,-3 1 0 16,-1-1 0-16,-3 0 0 15,1-1 0-15,-5 0 1 16,1-2-8-16,-3-4-35 16</inkml:trace>
  <inkml:trace contextRef="#ctx0" brushRef="#br0" timeOffset="59764.37">7339 7315 4 0,'1'-4'56'0,"-1"0"-53"0,0 1 6 16,0 1 0-16,3 0-1 15,-1-1-2-15,0-1 0 16,1-1 0-16,3 1 0 16,1 0 0-16,1-2-2 0,4 3-1 15,-3-1-2-15,5 0 0 16,1 0-1-16,3 1 1 16,-3 1-1-16,3-1 1 15,-1 2-1-15,6-2 0 16,0 2 0-16,0-2 0 0,4 0-1 15,2 1 2-15,3 0-2 16,1-1-1-16,-2-1 0 16,4-1-2-16,-4-1 0 15,-2 1 0-15,-2-1 3 16,-3 0 1-16,-1 1-1 0,-3-1 1 16,0 2 0-16,-2 0 1 15,-3 0-2-15,1 1 1 16,-3 0 0-16,-1 2 1 15,1 0-2-15,-2 1 1 16,0-2 0-16,-1 2 0 0,-2 0 1 16,0 0-2-16,0 0 1 15,-4 0 1-15,1 0-2 16,-3 0 1-16,2 4-2 16,-2 3-7-16,0-1 13 15,-1 1-5-15,2 1 1 0,-3-1 0 16,0 3 1-16,2-3-1 15,0 2 2-15,0-2-2 16,0 4 0-16,1-1 1 16,1 3-1-16,-2-1 0 15,0 3 0-15,0-1 1 0,0 3-1 16,-1-1 0-16,4 1 0 16,-3 0 0-16,0 3 0 15,0-2 0-15,2 1 1 16,1 1-1-16,0 2 1 15,1 1 0-15,-1 1 0 16,-2 4 0-16,0-2 0 0,0 0-1 16,-1-2 0-16,0 0 1 15,-2-2 1-15,0 0 0 16,0-2-1-16,0 3 0 16,0-2-1-16,0 3 1 15,0-1-1-15,-2-2 0 0,2 3 1 16,0-3-2-16,0 0 1 15,0-2 0-15,0 0 1 16,0 1-1-16,2-2 0 16,1 3 1-16,-1-2-1 15,-1 0 1-15,-1-3-1 0,0-1 0 16,0-4 0-16,0-1 0 16,0 0 0-16,0-3 0 15,0 0 0-15,0-1 0 16,3 1 0-16,-1 0 0 15,0 0 0-15,-2 3 0 0,3-3 1 16,-3 3-2-16,0 1 1 16,0-3 0-16,0 0 0 15,-5 2 1-15,0-3-1 16,1 3 0-16,0-3 0 16,-1 0 1-16,1 1-1 0,0-1 0 15,-2-2 0-15,2 1 0 16,0-2 1-16,-1 2-2 15,1-3 2-15,2 1-1 16,-2-3 0-16,-1 1 0 16,2-1 1-16,1 2-1 0,0-3 0 15,0 1 0-15,-2 1 1 16,1-1 1-16,-1-1 1 16,0 3 0-16,-4-1 1 15,4 0 0-15,-3 1-3 0,1 1 0 16,0 1-2-16,0-1 1 15,-1 3 0-15,1 0-2 16,-1 0-8-16,-1-1-13 16,-2-3-45-16</inkml:trace>
  <inkml:trace contextRef="#ctx0" brushRef="#br0" timeOffset="65690.61">7591 7200 86 0,'0'0'4'0,"0"0"5"0,0 0 1 0,0 0-4 0,0 0-4 15,0 0 1-15,0 0 2 16,0 0-3-16,0 0 0 16,0 0 1-16,-33-20-3 0,31 20-2 15,0 0 1-15,-4 3 0 16,0 2 1-16,1 0 0 16,-4-2 0-16,-3 1 0 15,2-1 0-15,-2 0 2 16,-1-2 0-16,-2 1 0 0,-1 1 2 15,-1 0-1-15,0 0 0 16,-3 1-2-16,3 1 0 16,-2-1-2-16,4 1 2 15,-3-1-1-15,5 0 0 16,-1-1 0-16,1 0 1 16,1-2 0-16,1 2 1 0,-2-1 0 15,-1-1-1-15,1 3 1 16,-3-1 0-16,-1 0-1 15,3 0 0-15,-2 1 0 16,1-3 1-16,4 2 3 16,1-1-1-16,-1-1-2 0,2 1-1 15,1-1 0-15,-1 1 0 16,2 0-1-16,0 0 1 16,-1-1 1-16,2-1 1 15,0 2 0-15,0 0-2 16,1 0 0-16,1 1-1 0,-1-1 0 15,0 2 0-15,1 1 0 16,-1-1 0-16,3 1 0 16,0-1 0-16,2 0-1 15,-2 2-1-15,2-1 2 16,0 1 0-16,0 3 0 0,0-1 0 16,0 2 0-16,-2 0 1 15,2 3-2-15,-3 0 1 16,2-1 0-16,-1 1-1 15,1 0 1-15,1 1 0 16,-2 0 1-16,2 1-2 0,-3 0 2 16,3 5-2-16,0-3 1 15,0 2-1-15,5 0-2 16,0 3 1-16,1-1 1 16,-1 2 1-16,-1-3 0 15,0 1 0-15,-2 2 0 0,-2-2 0 16,3 0 0-16,-3-1 0 15,0 1 0-15,1-2 0 16,-1 2 0-16,0 0 0 16,0 1 0-16,0 1 0 15,0-1 1-15,0-2-1 0,0 3 0 16,6-2-1-16,-2-1 0 16,3 0-4-16,-1 0 7 15,1 0-1-15,-2 0-1 16,-1-1-2-16,-4 3 3 15,0-1 0-15,0 0-1 0,-6-2 0 16,-1 2 1-16,2-2-1 16,1-3 0-16,2-4 0 15,0-1 0-15,1-1 0 16,1-1 1-16,0-1-2 16,0 0 1-16,0 0-1 15,0 1 2-15,0-1-1 0,0 2-2 16,0 0-3-16,0-4 3 15,1 2 2-15,0-1-3 16,0-1 0-16,-1-2 3 16,2 3 0-16,0-1 0 15,0 0 0-15,0-1-2 0,1 1-2 16,1-2 2-16,1 1-1 16,-1 0 2-16,0-3 1 15,1 1 0-15,-3-1 1 16,0 1-1-16,2 0-1 15,-1-1-1-15,4 0-2 0,-4-2 3 16,5 2 3-16,-3-1 2 16,1 1-3-16,2-1 1 15,0 3-1-15,-1-2-1 16,4 1 0-16,-4 1 0 16,2-3 1-16,1 2-1 0,2 0-1 15,1-2 0-15,3-1 0 16,-1 2-1-16,2-2 1 15,2 0 1-15,2 0 3 16,3 0 1-16,1-3-1 16,1-1 1-16,1 2-3 0,0-1 0 15,-3-1 0-15,1 4-1 16,0-3 1-16,-1 3-1 16,-2-1-3-16,3-2-4 15,2 0 13-15,-2 0-4 16,1-1 2-16,3 0-4 0,-2 0 1 15,2-1 0-15,-2 2-1 16,-2-1 1-16,-4-1-1 16,-2 0 2-16,-1 2-2 15,-3 2 0-15,-3 0 1 16,-3 1-6-16,-3 0-15 0,-1 0-18 16,-1-2-25-16</inkml:trace>
  <inkml:trace contextRef="#ctx0" brushRef="#br0" timeOffset="66800.02">8020 7306 54 0,'0'0'24'0,"0"-2"-21"0,0-1 1 16,0-1 2-16,2 0 2 15,0-1 1-15,-1 2 4 16,2 1-8-16,2 0-2 16,-3 0-2-16,3 1 1 0,3 0-4 15,2 1 2-15,-2 0 0 16,3 0 0-16,1 0 2 16,-3 0-2-16,0 0-2 15,0 6 1-15,-2 1 0 16,-1 1-1-16,-2 2 3 15,-1 3-2-15,1 0 1 0,-4 2 2 16,0 1-2-16,0 4 1 16,0-2-1-16,0 4 1 15,0 2-1-15,0 1 0 16,-2 4 0-16,0 2 0 16,-1 3 2-16,-1 0-4 0,0-1 2 15,0-2 0-15,-1-2-1 16,-1-5 2-16,2-3-1 15,0 0 0-15,0-1 0 16,-1-2 0-16,1 0 0 16,0 0 0-16,-2-2 0 0,4-2 0 15,-2-2 2-15,2 3-2 16,-1-5 0-16,1 1 0 16,1 0 1-16,0-2-1 15,1 1 0-15,0-4 0 16,0-2 0-16,0 0 0 0,0-2 0 15,0-2 0-15,0 1 0 16,0-1 0-16,0 0 1 16,0 0-1-16,0 0 1 15,0 0 1-15,0 0-1 16,-2 1-1-16,0 1 0 16,0-1 0-16,-1 0 0 0,1 1-1 15,0 0 1-15,2-1 0 16,0 0 0-16,-3 0 0 15,3-1 0-15,0 2 0 16,0-2 1-16,0 0-1 0,0 0 2 16,0 0 7-16,0 0 4 15,0 0-7-15,0 0-4 16,0 0 0-16,0 0-1 16,0 0 0-16,-2 0 0 15,2 0 0-15,0 0-1 0,-2 0 3 16,2 0-3-16,-2 0 0 15,1 0 0-15,0 0 0 16,1 0 0-16,0 0-2 16,0 0-4-16,0 2-3 15,0-1-4-15,0-1-8 16,0 2-7-16,0-2-38 0</inkml:trace>
  <inkml:trace contextRef="#ctx0" brushRef="#br0" timeOffset="78478.96">6437 6429 24 0,'0'0'1'0,"2"-2"0"0,0 1-1 0,-1 0 1 16,1-2-1-16,3 3 1 15,-3-1-1-15,0 0 0 16,0-1 1-16,-1 2-1 16,0 0 2-16,0 0 0 15,-1 0 0-15,0 0 4 0,1 0-1 16,0 4 0-16,1 0-2 15,0 1 2-15,-2-1-2 16,2 0-2-16,0 0 2 16,-1-1-2-16,1 1 3 15,2-2 0-15,1-1 2 0,-1-1-2 16,3 0 2-16,4-5 6 16,7-10 2-16,4-7-2 15,10-6-5-15,6-7-4 16,8-2 0-16,2-7-4 15,5-6-48-15</inkml:trace>
  <inkml:trace contextRef="#ctx0" brushRef="#br0" timeOffset="79226.67">7668 6411 21 0,'0'0'2'0,"0"0"15"0,0 0 2 0,0 0-5 16,0 0 2-16,0 0 10 16,0 0 7-16,53-28-16 15,-16 1-11-15,11-8-3 0,16-12 1 16,8-7-25-16,8-11-125 15</inkml:trace>
  <inkml:trace contextRef="#ctx0" brushRef="#br0" timeOffset="85343.38">6511 7143 64 0,'0'-2'10'0,"-3"-1"-3"0,3 0-1 0,0 1-3 15,0 1 1-15,-2-2-1 0,2 2 2 16,-2-2 2-16,2 3-1 16,-2 0 0-16,2-1-1 15,0 1-3-15,0 0-2 16,0 0-2-16,0 0-2 16,0 0 3-16,0 0 1 0,0 0-1 15,0 0 2-15,0 0-1 16,0-2 2-16,0 2 0 15,0 0 0-15,0 0-1 16,0-1 0-16,0 1 0 16,0-3-1-16,0 3 0 0,0 0 0 15,0-1 2-15,0-1-2 16,-3 2 0-16,2-1 0 16,0 0 1-16,-1 0-1 15,0 1 1-15,0-1 0 16,0 1 2-16,2 0 1 15,0-2-1-15,-2 2-3 0,2 0 1 16,0 0-2-16,0 0-2 16,0 0-2-16,0 0 1 15,0 0 4-15,0 0-1 16,0 0-3-16,0 0 2 0,0 2 0 16,0-1 1-16,0 2-5 15,0-1-3-15,0-1-2 16,0-1-12-16</inkml:trace>
  <inkml:trace contextRef="#ctx0" brushRef="#br0" timeOffset="90837.8">6328 6298 77 0,'0'0'9'0,"0"0"-5"0,0 0 0 0,0 0-2 0,-43-1-1 15,32 1-1-15,3 0 2 16,0-2-2-16,-1 1 0 15,3-2 0-15,-3 2 0 16,0-1 0-16,2-2 3 16,-1 1-1-16,1 2 3 15,-2 0-4-15,2 0 0 0,-2 1-2 16,0 0 1-16,2 0-1 16,-2 0 1-16,1 0-1 15,2 3 1-15,-2 0 0 16,3 3 0-16,-1 0-1 0,1 2 1 15,1 3-1-15,-3 1 1 16,1 1-2-16,1 3 2 16,-3 2-1-16,3 3 0 15,-5 2 1-15,2 4-1 16,-1 0 1-16,-1 0 0 0,4-2 0 16,-2 1 0-16,3-3 0 15,1-1 0-15,-1 0 0 16,4-3 1-16,1 1-2 15,-2 0 1-15,2 0 0 16,0 1 0-16,0 0-1 16,0 1 1-16,0 1 0 0,0 1 0 15,0-3 0-15,-2 3 0 16,2-2 0-16,0-1 0 16,-2-3-1-16,2-1 1 15,0-1 0-15,0-3-3 16,0-2 2-16,0 2 1 0,2-3-1 15,2 0 1-15,2 0-2 16,0-2 1-16,1 2 1 16,1-1-1-16,4-1 0 15,-1 1 1-15,0-1-1 16,1 2 1-16,1 0 1 0,1 0-1 16,1 2 0-16,3 2 1 15,-1-2-1-15,0 1 1 16,5-1-1-16,-2-2 1 15,4-2-7-15,-1-4 3 0,-4-1-2 16,2-3 14 0,-1 0-6-16,-3 0 1 0,2-3 1 15,-4-2-2-15,5 0-1 16,-1-2 1-16,-2 3-1 16,1-2 0-16,2-1 0 15,2 2-1-15,-1-2-4 0,-1-3-21 16</inkml:trace>
  <inkml:trace contextRef="#ctx0" brushRef="#br0" timeOffset="91813.45">7208 7274 26 0,'0'-3'21'0,"0"3"-11"0,0 0 4 0,-2 0-9 0,-4-1-4 16,3 1 0-16,-3 0-1 15,-2 0 1-15,-2 0-2 16,1 0 2-16,-1 4-1 16,-1 0 0-16,3-1 0 15,-4 2 2-15,5 0-1 16,1-1-4-16,-1-1-2 0,5 1-7 16,0-3-17-16</inkml:trace>
  <inkml:trace contextRef="#ctx0" brushRef="#br0" timeOffset="94005.73">7125 7354 13 0,'-2'-3'23'0,"0"-1"-10"0,-1 1 7 16,1 0-8-16,0 0-4 15,0 1-1-15,0 1-4 0,2 1-2 16,0 0-1-16,0 0-1 16,0 0-3-16,0 0 4 15,0 0-1-15,4 0 1 16,3 3 0-16,0 0-2 0,2 1 1 15,0-2 0-15,6 0-3 16,3-2 2-16,2 2 4 16,3-2-1-16,6 0 0 15,-3 0 0-15,3 0-1 16,1 0 0-16,0 0 1 16,2 1-1-16,-3-1 0 0,4 0 0 15,-3 0 0-15,3 0 0 16,-2 0 0-16,-2-6-1 15,-1 1 2-15,0 2 0 16,-3-1 0-16,-4 1-1 16,0 0 2-16,0 0-2 0,-1 2 1 15,-1-2 0-15,2 0-1 16,-2-1 1-16,0 1-1 16,-1-1 2-16,-3-1-2 15,0 1 0-15,-2-1 0 16,0 2 0-16,-2-1 0 0,-2 2 0 15,-3 1 0-15,0 1 0 16,-2 0 0-16,-2 0 0 16,2 0 0-16,-3 1-2 15,1 3 2-15,2-1 2 16,-2 2-2-16,0 1-3 0,0 0 1 16,0 1-3-16,1 3 5 15,0 1 2-15,-1 4-1 16,0 2 1-16,-2 4-4 15,0 3 4-15,0 4-2 16,0 3 0-16,0 1 0 0,0 2 2 16,-2 0 1-16,2-2-2 15,0-1 1-15,0-1-1 16,0 1 0-16,4 0 1 16,3 1-1-16,-1 4 0 15,-1 4-1-15,4 1 1 0,-5 5 0 16,3-1 0-16,-3 2-1 15,1-1 1-15,0-2-1 16,-1 1 0-16,-2-4 0 16,0 2 0-16,1-2 1 15,-3-1-1-15,0-2 0 16,0-1 0-16,0 0 0 0,-6-3-1 16,1 0-1-16,-5-3 2 15,4-2-1-15,-1-4 1 16,1-5 0-16,-3-6 1 15,2-5-1-15,0-2 0 16,-6-3 4-16,2-2-2 0,-3-2 1 16,-2 0-1-16,-4 0-1 15,0 0 0-15,-2 0-2 16,-3-3-2-16,-2 0-2 16,-2 2 0-16,1-1 0 0,-1-2 1 15,2 2 4-15,-2-3 0 16,4-2 1-16,0 0-1 15,3-2 0-15,4 1 1 16,-2-1 0-16,5-1-93 16</inkml:trace>
  <inkml:trace contextRef="#ctx0" brushRef="#br0" timeOffset="96133.43">8154 7263 20 0,'-34'123'-20'0,"-3"-6"22"0,0-8 2 0,-1-8-2 0</inkml:trace>
  <inkml:trace contextRef="#ctx0" brushRef="#br0" timeOffset="97038.64">7340 8098 27 0,'0'0'12'0,"0"0"-13"0,0 0 2 0,0 0 2 0,0 0 1 16,0 0-4-16,0 0 3 16,0 0-2-16,0 0 1 15,0 0 0-15,0 0 1 16,16 35-2-16,-14-28-1 16,2 2 0-16,-1-2 0 15,3 0 0-15,1 0 0 0,-2-1-1 16,1-2 0-16,-2-1 1 15,3 0 1-15,-1-3 2 16,2 0 3-16,-2 0 1 16,3 0-2-16,3 0 2 15,-3-7-4-15,3-2-3 0,3-2 6 16,2 0-6-16,-1-4 1 16,3-2 0-16,0 0 2 15,3 0-3-15,-1-4 1 16,-2 2 0-16,4-2 0 15,-3 1 0-15,2-1-1 0,-1 0 1 16,1 2-1-16,0 1 0 16,0 2-2-16,-1 2-5 15,-6-2-10-15,1 5-42 16</inkml:trace>
  <inkml:trace contextRef="#ctx0" brushRef="#br0" timeOffset="97771.01">7282 8156 46 0,'0'0'17'0,"0"0"-20"0,0 0 4 0,0 0-1 16,0 0 0-16,0 0 0 16,0 0-1-16,0 0 0 15,0 0-4-15,0 0 7 0,14 40-2 16,-10-30 0-16,-2 1-2 15,0-1 4-15,0 1-2 16,0-2 0-16,2-2 0 16,2 0 1-16,1-1-1 15,1-5 2-15,4-1 1 16,1 0-1-16,3-7 3 0,1-3 2 16,1-3-5-16,2-1 3 15,3-4-1-15,-1-2-1 16,1-1-1-16,3-1 5 15,1-2-4-15,4-3 3 16,-1-1-3-16,5-3 1 16,2 1 0-16,0-1-3 0,-1 2 1 15,-3 3-1-15,-4 4 0 16,-4 3-1-16,-9 5 1 16,-2 4-1-16,-4 4 0 15,-4 2 0-15,-1 1 0 0,-2 2 1 16,-1-1-1-16,-2 1 1 15,0 1-1-15,0 0 0 16,0 0-3-16,0 0-8 16,0 0-11-16,0 0-8 15</inkml:trace>
  <inkml:trace contextRef="#ctx0" brushRef="#br0" timeOffset="98491.05">7352 8135 95 0,'0'0'2'0,"0"0"2"0,0 0-4 0,0 0-2 15,0 0-2-15,0 0 3 16,0 0-1-16,0 0 0 0,0 0-1 15,-7 41 0-15,11-35-3 16,5-2 5-16,-1-1 2 16,4-2-3-16,2-1 3 15,2 0 9-15,3-10-1 16,2-1 1-16,3-8-2 0,3 0 0 16,3-4-2-16,5-3 3 15,1-5-2-15,6 1-3 16,3-1-2-16,1 0 1 15,-1-1-4-15,-4 1-44 16</inkml:trace>
  <inkml:trace contextRef="#ctx0" brushRef="#br0" timeOffset="102410.52">7275 7303 47 0,'0'0'3'0,"0"0"-2"0,0 0 0 0,0 0 0 16,0 0 0-16,0 0 5 15,0 0 4-15,-38-2 3 16,32 1-2-16,1-1-4 16,-1 2-4-16,-1 0-1 15,2 0-1-15,-1 0-1 16,-1 0 0-16,0 0-4 0,0 3 0 16,-3 0-3-16,3 0 6 15,-3-2 1-15,1 2 0 16,3-1 3-16,-1-1-2 15,3 0 3-15,-3 1-4 16,2-1 0-16,3 2 0 0,-2-3 0 16,-1 3 0-16,3-2 0 15,0 2 0-15,0 0 0 16,-3-2 0-16,2 0 0 16,0 1 1-16,0 1-1 15,1-1 1-15,-4 2-1 16,4 0 0-16,-1 2 0 0,-1-1 0 15,1 3 0-15,1 0-1 16,0 0 1-16,2 4 0 16,-1-1-1-16,1 3 1 15,0 2 0-15,0 2 0 0,-2 2-2 16,2 0 2-16,-2 4 2 16,0-1-4-16,0 3 2 15,-3-2 0-15,3 4-1 16,-2-4 2-16,2 2-1 15,2-2 0-15,-2 0-1 0,2-1 1 16,0 1 1-16,0 0-2 16,6 2 1-16,-2-2 0 15,1 0 1-15,-1 2-2 16,-2-1 1-16,1-2 0 16,-2 4 0-16,0-2 1 0,1-2-2 15,-2 1 0-15,1-2 0 16,-1-2-1-16,2-1 0 15,-2-2 2-15,0-2-1 16,2-1 0-16,-2 0 1 16,0-1 1-16,0 0-1 0,0-2 1 15,0 3 0-15,-5 0-1 16,0-2 1-16,3-1 1 16,0-1-2-16,2 0 0 15,-2 0 0-15,2-2 1 16,0 2-1-16,0-1-1 15,0-2 1-15,0 2-2 0,0-1 2 16,0-1-1-16,4 0 1 16,-4 1-1-16,2-2 2 15,1 2-2-15,2-1 2 16,-3-3-1-16,0-1-1 0,1 1 0 16,1-1 0-16,0 0 2 15,-2-1-1-15,3 0 1 16,2 2 0-16,-1-1-1 15,1 0 1-15,0 0-1 16,4-1-1-16,-2 1 1 16,0-3-1-16,5 1 1 0,-1 0-1 15,0-1 1-15,1 0 1 16,3 0 1-16,-1 3 0 16,-1-2-1-16,3-1 0 15,0 2-1-15,0-2 1 0,2 0 1 16,-2 0-2-16,2 0 0 15,-2 0 0-15,2 0-2 16,0 0 2-16,1 0 0 16,-2 0 2-16,-1 0-2 15,-2 0 0-15,0 0-17 16</inkml:trace>
  <inkml:trace contextRef="#ctx0" brushRef="#br0" timeOffset="103842.52">7285 7270 29 0,'10'0'2'0,"1"0"0"0,5 0-1 0,0 0 1 16,4 0 0-16,0-3 0 16,2 3 0-16,3-3 0 15,-3 3 1-15,3 0-1 16,-3 0 1-16,1 0-2 16,1 0 2-16,1 0 1 0,0 0 0 15,-3 0-1-15,4 2 0 16,-1-2-1-16,0 0-1 15,2 0 1-15,-3 0-1 16,3 0 0-16,-2-2 0 16,-1-2-1-16,-1 1 0 0,-4-1 1 15,-1 2-1-15,-2 0 0 16,0 0 2-16,-3 2 2 16,1-1-1-16,-3 1-1 15,1 0-1-15,-2 0 2 0,-1 0-3 16,-1 0 1-1,0 0-1-15,-3 0 0 0,1 0 0 16,-2 1-1-16,-1 3-1 16,1 1-1-16,1 0 1 15,-1 4 2-15,-1-2 0 16,3 1 1-16,-2 2 0 0,-1 2 0 16,3 2 0-16,-1 0 2 15,-2 2-3-15,1 1 1 16,0 4 0-16,0-1 0 15,1 3-1-15,-1 2 2 16,0-1-2-16,2 2 0 0,0 0 0 16,-2-1 0-16,3-1 0 15,-2-2 0-15,4-2 0 16,-2-1 0-16,1 0 0 16,-1-1 0-16,2 2 0 15,-4 0 0-15,1 2 0 0,-4 0 0 16,0 4 1-16,-1-1-1 15,-1 2-1-15,0-3 1 16,0 2 0-16,0-6 0 16,0 0 0-16,0-3 0 15,0 1 0-15,0-1 0 16,0 0 0-16,0 0 0 0,0 0-2 16,-2 0 2-16,-3 2 0 15,-2 2 2-15,1-2-2 16,-3 2 1-16,4-3 0 15,-3 1 0-15,3-3-1 16,-1-1 0-16,3-2 1 0,0 1-2 16,1-1 2-16,2 0-1 15,-2 1-1-15,2-4 2 16,0 1-1-16,0 0 0 16,0-2 0-16,0 2 0 15,0-3 0-15,0 0 0 0,0-1 0 16,0 0 0-16,0 0 0 15,-2 0 0-15,-2-1 0 16,1 0 0-16,-3-2 0 16,-4 2 0-16,0-2 0 15,-3 2 1-15,-4-1 2 0,-3-2-1 16,-4 3 2-16,-3 0-2 16,-2-1 2-16,0 1-3 15,-3-1-1-15,1-3-9 16,0-2-100-16</inkml:trace>
  <inkml:trace contextRef="#ctx0" brushRef="#br0" timeOffset="105346.79">18698 5005 61 0,'0'0'33'0,"0"0"-8"0,0 0-9 16,0 0-2-16,0 0-5 15,0 0-4-15,0 0 0 0,0-37 0 16,0 32 6-16,0 1-2 16,0 1-1-16,0 2-6 15,0 0-1-15,0 1-2 16,0 0-4-16,-2 0-2 16,-5 1 16-16,1 7-8 0,-4 1-1 15,-2 4-2-15,1-1 2 16,-4 4-1-16,1 1 1 15,-2 0 0-15,2-1 0 16,1-1 0-16,6 0 0 16,1-1-2-16,4 0-2 15,2-3-2-15,0 1-3 0,4-4 7 16,6 1 9-16,3-2-6 16,2-3 2-16,1-1 0 15,-1-2 0-15,0-1 1 16,1 0-2-16,-4 0 1 0,-3 0-2 15,-1 0 0-15,-5 0-2 16,-1 0 1-16,-2 0 0 16,0 0-4-16,0 6-3 15,-5 1 15-15,-3 6-4 16,-2 1-2-16,-3 4-2 0,2 1 1 16,-1 2-1-1,4 1-1-15,1-2 0 0,-1-1-1 16,5-2 0-16,1-1 0 15,2-2 0-15,0-4 2 16,0-2 2-16,3-3 4 16,5 1-1-16,1-4 3 0,3 0 1 15,1-2-1-15,2 0-2 16,2 0-3-16,2 0 1 16,-1-3-2-16,4 0 1 15,0-2 0-15,0 0-5 16,-1-2-41-16,-1-4-58 0</inkml:trace>
  <inkml:trace contextRef="#ctx0" brushRef="#br0" timeOffset="105667.82">19062 5179 72 0,'0'0'1'0,"0"0"2"0,-43 43-1 16,35-29-1-16,2 0-1 15,5-1 0-15,1-2-2 0,1-5 6 16,11-2 14-16,1-4-13 15,3 0 10-15,5 0-2 16,0-7-6-16,6-4-5 16,0-2 1-16,-3-1-9 15,2-3-15-15,-7-2 1 0,-4-2-15 16</inkml:trace>
  <inkml:trace contextRef="#ctx0" brushRef="#br0" timeOffset="105937.55">19112 4874 132 0,'0'0'2'16,"0"0"1"-16,0 0-12 16,0 0 8-16,0 0-2 15,-4 37 2-15,4-16 0 0,0 2 2 16,-4 4 3-16,2 0 2 15,1-2 1-15,1 1 6 16,0-4-7-16,0 0-2 16,0-1-1-16,2-2-1 15,7-2 1-15,0 0 1 0,2 0 0 16,4-6-7-16,3 0-26 16,1-5-23-16</inkml:trace>
  <inkml:trace contextRef="#ctx0" brushRef="#br0" timeOffset="107056">19510 5064 120 0,'0'0'3'16,"0"0"25"-16,0 0 3 0,0 0-5 15,0 0-15-15,0 0 1 16,0 0-8-16,-45-10-7 15,26 26 2-15,0 1-2 16,-1 0 0-16,4 0 2 16,3 0-2-16,6-3-2 15,2 0 1-15,4-4-3 0,1-1-2 16,4-5 12-16,6-1 1 16,4-3 2-16,4 0-1 15,1 0-1-15,3-10 1 16,0-1-2-16,2-5 0 15,1 3 0-15,-6-1-3 0,0 0-1 16,-5 2 1-16,-5 4 1 16,-1 1-1-16,-5 4 0 15,-2 3 0-15,-1 0-3 16,0 0-8-16,0 11 1 0,0 2-2 16,-3 4 19-16,0 3-5 15,-1 1-3-15,1 2-2 16,0 4 1-16,2-1 1 15,-5-1-2-15,2 2 3 16,0-1-2-16,-3-3 1 16,2-1 2-16,0-5-2 0,0-4 1 15,2-3 1-15,1-3-1 16,0-3 2-16,0-4 1 16,-2 0 18-16,2 0-8 15,0-7-8-15,-1-7-7 16,1 0-2-16,0-6-11 0,2-1 1 15,0-2-9-15,0-1 15 16,0 1 8-16,6-1 2 16,3 3 0-16,3 0-1 15,1 3-2-15,5 2 1 16,-2-2-1-16,4 1 0 0,0 3 1 16,-2-3 0-16,0 3 0 15,-1-2 1-15,-3-1 0 16,-5 2 0-16,0 0 0 15,-4-2-1-15,-1 0 1 16,-4 4 1-16,0 3 0 0,0 0 4 16,-6 5 2-16,0 3-6 15,-5 2 1-15,-1 2-2 16,-5 11-3-16,1 4 1 16,-2 1 0-16,3 3 1 15,2-2-2-15,4 1-2 0,2-3 2 16,7-2-2-16,0-3-3 15,0-1-4-15,9-1 8 16,2 0 3-16,3-3 1 16,-1-2-1-16,2-3 0 15,1 0 1-15,-1-2 0 0,2 0 2 16,-4-2-1-16,1-5 0 16,-2 0 0-16,0 0 3 15,-3-3-1-15,-1-1-2 16,2 1 1-16,-4-3-1 15,1 2 3-15,-2-2-4 16,1 0 1-16,-2 0-1 0,0 3 0 16,0 0 1-16,0 2 6 15,0 2-2-15,1 2-2 16,3 0-4-16,2 1 0 16,-1 0 0-16,2 3-1 15,2 0 1-15,-1 0-3 0,1 0 1 16,-2 8-2-16,-2 0 0 15,1 1-3-15,-4 4 3 16,-2-1-2-16,-2 2 4 16,-2-1 3-16,0 2-1 15,-2 1-1-15,-8-2 10 0,-7 6-9 16,-3-2-29-16,-4-1-53 16</inkml:trace>
  <inkml:trace contextRef="#ctx0" brushRef="#br0" timeOffset="107417.75">19163 5578 73 0,'24'-8'2'0,"4"-2"1"0,5-2 2 0,5-2-1 15,1 0 8-15,2 1 1 16,4-4 10-16,-1 2 7 16,3 0 3-16,4 1-14 15,2 3-7-15,0 1-7 16,-2 2-4-16,0 2 0 15,-5 0 1-15,-3 3-1 0,-6 1 0 16,-5 2-1-16,-3 0 1 16,-8 0-5-16,-6 0-15 15,-7 5-22-15,-8 2-16 16,-2 1-54-16</inkml:trace>
  <inkml:trace contextRef="#ctx0" brushRef="#br0" timeOffset="107687.9">19416 5627 33 0,'0'0'9'0,"0"0"15"0,0 0-8 15,46 0 3-15,-22-6-1 16,3-3 1-16,8 1-7 16,0-1-2-16,6 2-4 15,4-1 0-15,2 2-3 16,2 0-2-16,1 3 2 0,-2-2-12 16,-3-1-53-16</inkml:trace>
  <inkml:trace contextRef="#ctx0" brushRef="#br0" timeOffset="110110.93">8458 2417 92 0,'0'0'7'0,"0"0"6"0,0 0-3 0,0 0 1 15,0 0 0-15,0 0-1 16,0 0 1-16,0 0-6 16,0 0-3-16,0 0-3 15,0 0-13-15,0 0 7 16,-29-7 5-16,33 15 0 0,2 1-2 15,3 1 2-15,1 1-2 16,0-1 1-16,2 1-2 16,2-3-1-16,-1-1 3 15,3-3-3-15,-1-3 1 0,1-1 6 16,1 0-1-16,2-7 7 16,5-8 4-16,1-7-1 15,6-6 0-15,3-9-3 16,6-6 0-16,4-4-3 15,4-4-1-15,3 0 1 16,-2-1-2-16,2-1 0 16,1 2 0-16,-5 1 0 0,4 5 1 15,-6-1-2-15,2 7-1 16,-7 4 1-16,-4 7 0 16,-7 8 0-16,-5 6-1 15,-7 4 1-15,-6 7-1 0,-3 3-5 16,-6 3-36-16,-2 11 0 15,-8 3-34-15</inkml:trace>
  <inkml:trace contextRef="#ctx0" brushRef="#br0" timeOffset="110728.89">8579 2441 63 0,'0'0'3'0,"0"0"9"0,0 0-3 0,-36-6-5 16,28 6 0-16,2 0-3 0,2-1 2 15,0 0 4-15,2 0-1 16,1 1-1-16,1 0-3 16,0 0-7-16,0 0 1 15,0 0 3-15,1 6 0 16,5 0-3-16,-2 4 2 15,1 0-1-15,4 1 1 0,-4-1 4 16,3-1-4-16,-3-1 1 16,3-4-3-16,-1-4 0 15,2 0 3-15,2 0 9 16,5-11 12-16,-1-3-9 16,4-7-1-16,5-7-2 0,3-6 0 15,2-8 1-15,9-8 1 16,4-3-3-16,3-5 3 15,4-4-2-15,3 1-3 16,-1-2-1-16,3 5-1 16,0 2-2-16,-1 7 0 0,-6 6-1 15,-4 11 1-15,-7 6-1 16,-7 6 0-16,-6 7 0 16,-4 3-2-16,-5 6 1 15,-1 4-3-15,-3 0 3 0,0 4-4 16,-4 8-44-16,-6 2-9 15</inkml:trace>
  <inkml:trace contextRef="#ctx0" brushRef="#br0" timeOffset="-147822.25">6039 6281 92 0,'0'0'5'0,"0"0"-3"0,0 0 3 15,0 0 1-15,-11-41-2 16,9 34-3-16,0 0 0 16,0 1-1-16,2 2 1 15,-3 0-1-15,2 2 0 16,-1 2-6-16,1 0-59 0</inkml:trace>
  <inkml:trace contextRef="#ctx0" brushRef="#br0" timeOffset="-147656.98">6006 6223 83 0,'0'0'3'0,"0"0"-1"16,0 0-1-16,0 0-1 15,0 0 0-15,0 0-2 16,-40 37-10-16,33-27-6 16,0-1 0-16,0 0 12 15,3-6 6-15,0 0 0 0,1-3-5 16</inkml:trace>
  <inkml:trace contextRef="#ctx0" brushRef="#br0" timeOffset="-144542.58">6016 6232 0 0,'0'0'0'0,"0"0"0"0</inkml:trace>
  <inkml:trace contextRef="#ctx0" brushRef="#br0" timeOffset="-144124.97">6016 6232 9 0,'0'0'24'16,"0"0"-6"-16,0 0-5 16,-17-37-1-16,17 34-3 15,-2 0-4-15,2 0 0 16,0 3-3-16,0 0 0 0,0 0-2 16,0 0-4-16,0 0 4 15,0 0 0-15,0 0 0 16,0 3 0-16,0 4 0 15,0 3 0-15,-2 6 0 16,0 2 0-16,-3 6 1 0,0 5-1 16,-1 6 0-16,1 5 1 15,1 5-1-15,-2 5 0 16,1 4 2-16,0 6-2 16,-2 5 0-16,-2 6 0 15,1 4 0-15,-4 2-2 0,1 5 0 16,-3 4 1-16,2-4-1 15,1-2-1-15,1-4 1 16,1-3 1-16,3-8 1 16,0-6 0-16,3-6 0 15,0-3 1-15,-1-3-1 16,0-2 0-16,-1-1 0 0,1 3 0 16,-3 3 0-16,0 3-3 15,0-1-15-15,3 2 4 16,0-6 4-16,2-1 9 15,2-4 1-15,0-2 0 16,0-3-24-16</inkml:trace>
  <inkml:trace contextRef="#ctx0" brushRef="#br0" timeOffset="-143172.16">5135 6332 2 0,'-5'0'31'0,"-5"0"-16"0,4 0-3 0,-3 0-8 16,3 2-2-16,1 4-2 16,-2 1-3-16,5 3-10 15,0 1-21-15</inkml:trace>
  <inkml:trace contextRef="#ctx0" brushRef="#br0" timeOffset="-142893.79">5070 8176 40 0,'-3'156'-5'16,"-1"-7"6"-16,1-2 0 15,1 0 1-15,0-5-1 16,-1 3-1-16,-1-3 1 16,-5-1 0-16,1 4 2 15,-2 2-2-15,0 8 1 0,5 0-1 16,3 1-3-16,2 6-30 15</inkml:trace>
  <inkml:trace contextRef="#ctx0" brushRef="#br0" timeOffset="-142581.48">5107 12188 62 0,'-2'122'2'0,"-4"-4"3"16,1-4 2-16,0 1 7 15,-3-3 4-15,3-3-1 0,-3 2-4 16,3-6 7-16,0-3-7 16,1-5-8-16,4-3-1 15,0-9-1-15,2-4-3 16,7-7 0-16,0-3 0 16,0-6-1-16,2-6 1 15,0-4-2-15,0-3 1 0,1-4-5 16,-4-4-5-16,3-2 0 15,-4-3 1-15,2-1 7 16,-2-1 3-16,-3 1 0 16,-1-1 0-16,1 0-2 0,3-3-12 15,-5-6-9-15,1-8-19 16</inkml:trace>
  <inkml:trace contextRef="#ctx0" brushRef="#br0" timeOffset="-139131.34">7745 7196 42 0,'4'0'4'0,"1"0"-3"0,1 0-1 15,-1 0 1-15,-1 0-1 0,1-3 0 16,-3 3 0-16,0-2 0 15,-1 1 2-15,-1 0 10 16,0-2 5-16,0 3-9 16,0-1-1-16,-3 0-5 15,-4 1-1-15,0 0-1 0,-1 0 0 16,-1 0 2-16,-1 0-2 16,-3 2 0-16,-1 2 0 15,0-1 0-15,-1 0 0 16,0 1 2-16,-1-1 0 15,1 0 3-15,-1 0 0 0,3-3 2 16,-5 3-3-16,3-2-3 16,-2 3 0-16,2-1 0 15,-1-1-1-15,-2 1 0 16,1-1 1-16,1 0-1 0,0-2 0 16,1 1 0-16,1-1 1 15,-1 0-1-15,1 0 0 16,1 0 0-16,-3 0 0 15,3 0-1-15,0 0 2 16,1 0-1-16,1 0 0 16,0 1 0-16,2 1-1 0,2-1 0 15,-2 1-1-15,2 1 0 16,0-2 1-16,3 2 0 16,2-2 2-16,-2 2-2 15,1 0 1-15,0 1 0 16,2 1-1-16,-4 2 1 0,1 1 0 15,0-1 0-15,1 2 0 16,-1-1 0-16,-1 0 0 16,1 0 0-16,0-1 0 15,-2 0 1-15,2 1-1 16,-2 1 0-16,1 0 0 0,1 1 1 16,0 0-2-16,1 1 1 15,0 0 1-15,2 2-2 16,1 2 2-16,0 1-1 15,0 4 0-15,0 3 0 16,-1 2 0-16,-3 3 0 0,-3 3 0 16,1-4 0-16,-1 0 0 15,-2-2 0-15,2-5-1 16,3-1 1-16,-4-3 0 16,2-1 0-16,2 0 0 15,-3 0 0-15,1 0 0 0,-1 5 0 16,0 0 0-16,0 0 0 15,1 1 0-15,0 1 0 16,1-1 0-16,0 0 0 16,1-1 0-16,4 0 0 15,0 0 1-15,0 0-1 0,0-2 0 16,0 2 0-16,4-2 0 16,1 0 0-16,0-1 0 15,1-2 0-15,-2-1 0 16,-1 2-1-16,1-2 1 15,-2 0 1-15,1-2-1 16,-3 0 0-16,0 0 0 0,0-1 0 16,0 1 0-16,0 3 0 15,-3-1 1-15,-1-1-2 16,3 3 2-16,0-5-1 16,1 3 0-16,0-5 0 0,0 4 0 15,0-5 0-15,2 2 0 16,5 0 0-16,-3-3 0 15,3 0 0-15,-1 2-1 16,1-2 1-16,2 0 1 16,0 1-1-16,2 0 0 15,0 0 0-15,-1 2 0 0,2-1 0 16,2 1 0-16,-3-2 1 16,3 1-1-16,1-1 0 15,4-2-2-15,0-2 1 16,3-2 1-16,3-1 0 15,3-1 1-15,2 0-1 0,4-1 2 16,-2-5 0-16,3-3 0 16,1-1 0-16,1 1 1 15,0-1-2-15,-1 0 0 16,1 1 0-16,-6-1-1 16,-2 4 0-16,-2 1 1 0,-2 2-1 15,-7 0 0-15,0 3 0 16,-5 0-1-16,-1 0-6 15,-6 0-16-15,-4 0-50 16</inkml:trace>
  <inkml:trace contextRef="#ctx0" brushRef="#br0" timeOffset="-137957.03">4855 6142 168 0,'-4'0'-2'0,"-2"0"8"0,2 0 0 0,4 0-4 16,-2 0 0-16,2 0-2 15,0 0 0-15,0 7 0 0,0 2 1 16,0 4-1-16,-2 2 0 15,2 8 1-15,0 4-2 16,0 8 2-16,0 5-2 16,0 10 1-16,2 5 1 15,0 6-2-15,3 8 2 0,4 7-2 16,-2 8 1-16,1 4 0 16,2 10 1-16,-4 11-2 15,1 8 1-15,-1 8 0 16,-3 10 1-16,1 7-1 15,-1 8 1-15,-1 2-1 0,0 10 1 16,1 4 1-16,1 8 2 16,-2 5 6-16,0 5 3 15,0 5-2-15,0 10-6 16,-1 1-2-16,-1 3-2 16,0 5 1-16,0 2-1 0,0 2 1 15,0 1 0-15,0 0 1 16,-1-3 4-16,-3-5-6 15,0-1-1-15,-1-8 0 16,-1-6-2-16,-2-11-4 16,0-10-13-16,-3-10-6 0,-1-17-11 15,-5-18-21-15,-1-19-42 16</inkml:trace>
  <inkml:trace contextRef="#ctx0" brushRef="#br0" timeOffset="-136938.99">4122 6234 129 0,'0'0'32'0,"0"0"-17"16,0 0 14-16,-42-14-9 0,34 14-11 16,2 0-8-16,-1 3-1 15,-1 12 0-15,0 4-1 16,0 10 1-16,1 6 0 16,-2 10 0-16,0 7-2 15,4 6 2-15,-1 6 0 0,1 10 2 16,3 5-2-16,2 6 0 15,0 9 1-15,9 8-1 16,2 8 0-16,7 2 1 16,-3 9 0-16,6 3 0 15,-1 9-1-15,-3 5 1 0,0 6 0 16,-2 8-1-16,-3 9 1 16,-2 5-1-16,-1 6 0 15,-1 1 0-15,2 3 0 16,1 5 0-16,-1-1 0 15,-1 0-1-15,1 5 1 16,0 7-2-16,-4 1-2 0,-4-3-3 16,1 2 3-16,-3-5 3 15,0-6 0-15,0-12 1 16,0-7 0-16,-2-9 1 16,2-7 1-16,0-9 1 0,0-9-2 15,2-8 0-15,2-8 1 16,-2-5-1-16,0-9 1 15,-2-3-1-15,0-4 2 16,0-7 1-16,-8-9 1 16,1-5 3-16,-2-7 1 0,2-7-3 15,-2-6 0-15,1-8-3 16,2-5 0-16,0-7 0 16,-1-5 1-16,3-4 0 15,2-6 0-15,-2-2-2 16,2 0 0-16,1-2-2 15,1-1 1-15,0-3-1 0,0-2 0 16,0 0-1-16,0-1-1 16,0-1 2-16,1 0 0 15,1 0 2-15,2-1-4 16,0 0-7-16,3-2-19 0,-1 0-49 16</inkml:trace>
  <inkml:trace contextRef="#ctx0" brushRef="#br0" timeOffset="-135642.18">4301 6132 114 0,'-14'-17'-29'0,"5"-3"31"0,0 2 5 0,0-2-1 0,0 2 6 15,-1-1-1-15,-2 2 1 16,1 0-1-16,-2 1-4 16,-1 2-3-16,1 3-3 15,-3-2 1-15,5 5-3 0,0-1 1 16,2-1 0-16,4 2-1 16,5 0-2-16,0 0 1 15,0 0-2-15,9 0-1 16,7 1 3-16,4 1 1 15,8-2 1-15,7-1 0 0,7-2-1 16,6 1-1-16,6-4 2 16,5 2-5-16,5-6 9 15,7 2-6-15,6-2 0 16,4-1 5-16,8 1-1 16,5-3 1-16,4 1-3 0,5 0 1 15,3-1-1-15,3 2 2 16,7-1-1-16,0 0-1 15,5 1 1-15,0 0-1 16,2 2 0-16,4-2 1 16,1 1-1-16,3 1 0 0,1 0 0 15,5 3-1-15,5-2 2 16,1-1-2-16,3 2 2 16,1-3-1-16,2 1 0 15,1 0 0-15,-2 1-1 16,0 1 1-16,-3 2 0 0,0 1 0 15,3 0 0-15,1 4 1 16,3-2-1-16,2 1 0 16,5-1-1-16,2 2 2 15,3-1-1-15,-3 0 0 0,-1 0 0 16,1 2 0-16,1-2 0 16,1 2 0-16,0 1 0 15,2-1 1-15,7 2-2 16,-2-1 2-16,0 0 0 15,4 1-1-15,2-1 0 16,3 0 0-16,0 0 0 16,0 1 0-16,4-1 0 0,-1-1 0 15,3 2 0-15,-2 0 0 16,2 2 0-16,2-1 1 16,-2 1-1-16,-4 2-1 15,-7 1 1-15,-2 0 0 0,-7 0 0 16,-10 0 0-16,-12 0-27 15</inkml:trace>
  <inkml:trace contextRef="#ctx0" brushRef="#br0" timeOffset="-131969.95">8574 2481 2 0,'0'0'13'0,"0"0"-2"0,0 0 0 0,0 0 1 16,0 0 3-16,0 0 5 0,0 0-5 15,0 0-7-15,0 0-5 16,0 0-2-16,0 0 1 16,0 0 5-16,0 0 0 15,0 0-2-15,29-9-4 16,-26 9-1-16,1 0 1 0,2-1-2 16,3-2 2-16,0-3-1 15,7-4 1-15,2-5 10 16,6-6 9-16,3-8-1 15,6-7 0-15,10-9-5 16,4-6-1-16,11-13-3 0,13-14-8 16,12-16-2-16,5-15-26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29:05.2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2938 1508 77 0,'0'0'2'0,"0"0"5"0,0 0 6 0,0 0-3 0,0 0 2 16,0 0 3-16,0 0-12 16,0 0-1-16,0 0 1 15,0 0-1-15,0 0-1 0,0 0 0 16,0-19-1-16,0 19 0 15,0 0 0-15,0 0 0 16,0 0 2-16,0 2-1 16,0 1 0-16,2 4 1 15,2-3-2-15,0 3 1 16,-1 0-1-16,1 0 0 0,-2 0 0 16,0-1 2-16,0-3-1 15,1 1 0-15,-1-1-1 16,1-3 1-16,-1 0-1 15,2 0 2-15,3-10 31 16,0-4-6-16,7-9-13 0,5-7-3 16,6-5-2-16,8-8-1 15,7-5-5-15,7-6 6 16,12-3-8-16,5-5 0 16,1-8-8-16,-2-5-127 15</inkml:trace>
  <inkml:trace contextRef="#ctx0" brushRef="#br0" timeOffset="5009.12">20252 3311 74 0,'0'0'4'0,"0"0"0"0,0 0-3 0,0 0 0 0,0 0-2 16,0 0 2-16,0 0-1 15,0 0 0-15,0 0 1 16,0 0 8-16,0 0 18 0,0 0 6 16,0 0-7-16,29-27-3 15,-28 25-8-15,0 0-7 16,1 0-6-16,-1 1-3 15,1 0 1-15,-1 1 1 16,2 0-1-16,-3 0 0 16,0 0-1-16,0 0 2 0,0 0 2 15,0 0-3-15,0 0 0 16,0 0-32-16,0 0-8 16,0 4-9-16,0 0 2 15,0 0-14-15</inkml:trace>
  <inkml:trace contextRef="#ctx0" brushRef="#br0" timeOffset="5485.54">20252 3311 90 0,'40'-19'40'0,"-40"19"1"16,0-4-12-16,0 0-5 16,0 0-9-16,0 1-5 15,0 1-4-15,-2-1-3 16,1 0 1-16,-1 0-2 0,0 3-2 16,0-4 4-16,0 1 0 15,0 0-1-15,-3 2 0 16,3-1-1-16,0 0-1 15,0 2-1-15,-1 0 1 16,1 0 0-16,-2 0-2 0,0 0 1 16,1 0 1-16,-1 0-1 15,0 0 1-15,1 2-2 16,0 1 2-16,1 0-1 16,-3 1 0-16,2-1 0 15,0 1 0-15,-1 1 0 0,-1-2 0 16,0 1 0-16,3-2 0 15,-2 2 0-15,2-3 1 16,-1 3-2-16,2-3 2 16,0 1-1-16,-1-2 0 15,2 4-1-15,-3-4 2 0,0 3-1 16,2 0 0-16,-2-2 0 16,2 1 0-16,-2 0 0 15,3 0 0-15,-2-2 0 16,2 1 0-16,-2 1-1 15,2-1 1-15,0-1 0 16,-1 2-1-16,1-1 1 0,0 2 0 16,0-2-2-16,0 2-2 15,0 0-11-15,0-3-25 16,0 0-35-16,0 0-63 16</inkml:trace>
  <inkml:trace contextRef="#ctx0" brushRef="#br0" timeOffset="6062.39">20253 3288 57 0,'0'0'33'0,"0"0"-22"0,0 0 0 0,0 0-2 15,0 0 4-15,0 0-7 16,0 0 1-16,0 0-2 15,0 0 2-15,-40-10-3 16,30 18 0-16,-1 2-1 16,1 3-3-16,-1 1 0 0,-1 0 0 15,2-1 0-15,3 1 0 16,-1 0 0-16,3-2 1 16,3-1-1-16,-1 0 2 15,3-2 0-15,0 1 0 16,0-3 4-16,5 3 2 0,2-3 4 15,1 0-1-15,4 0 1 16,-3-1 0-16,2-3-6 16,4 3 0-16,0-2-4 15,2-3 2-15,-4 1 4 16,3-2-5-16,-1 0 4 0,-1 0-2 16,-1 0-1-16,-2 0-1 15,1 0 0-15,-3 0-2 16,1 0 0-16,0-2 0 15,-3 2-1-15,-1-1-17 16,-2-2-59-16,-3-4-56 0</inkml:trace>
  <inkml:trace contextRef="#ctx0" brushRef="#br0" timeOffset="8632.16">20513 3396 119 0,'0'0'5'0,"0"0"-1"0,-2 0 0 0,-2 0-4 0,0 0 0 16,-3 2 0-16,-2 3 2 16,0 1 3-16,0 1 3 15,-1 1-1-15,0 0-1 0,1 3-3 16,1 1 0-16,1 1-1 15,4-1 0-15,3 0-1 16,0-1-1-16,0-2 0 16,10-5 3-16,4-1 16 15,3-1 10-15,2-2-8 0,4 0-7 16,1-3-5-16,3-5-7 16,-6-1 0-16,0 0 0 15,-5-1 0-15,-2-1 0 16,-4 1 1-16,-5-3 6 15,-3 2 5-15,-2-2-3 0,0 1-2 16,-9 0-6-16,-6 3 2 16,-5 2-5-16,1 4 2 15,-4 3-2-15,-1 0-2 16,3 6-9-16,3 5-11 16,2 2-14-16,9-3-32 15,7-3-26-15</inkml:trace>
  <inkml:trace contextRef="#ctx0" brushRef="#br0" timeOffset="9066.73">20744 3401 50 0,'0'0'150'0,"0"0"-146"16,40-20 1-16,-30 17-1 15,1 0 2-15,-5 3-2 16,0 0-3-16,-1 0-1 0,-3 5-1 15,2 3 0-15,0 2-2 16,-1 3 2-16,-1 0 4 16,-1 1-1-16,1-1 1 15,0-1-2-15,-2-2 1 16,0-2 0-16,0-3-2 0,0-2 0 16,0-1 0-16,0-2 1 15,0 0 3-15,2 0 0 16,0-3-6-16,2-7-2 15,1 0 4-15,3-3 0 16,1-1 1-16,1-2 0 16,-1 4-3-16,3-1 3 0,-1 1 0 15,2 4 6-15,1-1 4 16,2 4-4-16,1 0-3 16,3 5 0-16,-3 0-2 15,1 0 1-15,1 0-2 16,-8 10-1-16,-1 3 1 0,-3-1-1 15,-4 5-11-15,-3-2-31 16,0 2-3-16,-3-4-43 16</inkml:trace>
  <inkml:trace contextRef="#ctx0" brushRef="#br0" timeOffset="9407">21244 3354 274 0,'0'0'-10'0,"0"0"18"0,0 0-5 0,0 0-4 0,40-8 2 16,-28 17-1-16,-3 3 0 16,0 2 0-16,-2 3 0 15,1-1-1-15,-2-2-1 0,0-1 5 16,-2-4-2-16,0-2-1 15,0-3 0-15,-1-3 0 16,0-1 1-16,-1 0 10 16,4-5 19-16,-3-7-13 15,5-1-7-15,-2-3-1 0,2-4 0 16,0 2-4-16,-1 1-3 16,1 0-1-16,1 3-2 15,1 5-1-15,-1 5-19 16,3 3-27-16,-1-1-62 15</inkml:trace>
  <inkml:trace contextRef="#ctx0" brushRef="#br0" timeOffset="9770.25">21653 3337 295 0,'0'0'-18'0,"0"0"36"0,0 0-9 16,0 0-9-16,0 0-1 15,0 0-13-15,0 0 17 16,0 0-2-16,0 0 3 16,-21 31-4-16,15-15 0 15,2 1 0-15,3 1-2 0,1-2 1 16,0-1-2-16,7-2-2 16,5-4-3-16,-1-3 6 15,5-6 3-15,-1 0-3 16,2 0 5-16,3-9-3 0,-1-3 1 15,-2-3 1-15,-2-2 2 16,-4 0 1-16,-2-1 2 16,-5-1 2-16,-4-1-3 15,0 3-3-15,-8 3-6 16,-8 3 6-16,-2 2-3 0,-3 5-6 16,-1 4-9-16,0 0-11 15,4 0-44-15,4 0-64 16</inkml:trace>
  <inkml:trace contextRef="#ctx0" brushRef="#br0" timeOffset="10082.82">21962 3050 205 0,'0'0'17'0,"0"0"10"0,0 0-18 0,0 0-6 15,0 0-7-15,0 0-2 16,0 0 6-16,0 0 3 0,2 54 0 16,-6-28-1-16,3-1 1 15,-1 5-4-15,-2-2 2 16,4 1-1-16,0-1 0 15,0-2 0-15,0 3 0 16,0-3-1-16,4 1 1 0,-1-4-3 16,3-2-56-16,2-6-44 15</inkml:trace>
  <inkml:trace contextRef="#ctx0" brushRef="#br0" timeOffset="10432.94">22125 3330 240 0,'0'0'27'0,"0"0"-5"16,0 0-19-16,0 0-7 15,0 0 0-15,0 0-4 16,0 0 12-16,0 0 0 0,0 39-3 16,0-27 0-16,0-1 1 15,3-2-4-15,5 1-2 16,0-4 1-16,5-4 3 15,1-2-7-15,5 0 2 16,0-1 0-16,4-9 0 0,-3-2 2 16,-2 0 4-16,0-1 0 15,-8 3 4-15,-2 2 11 16,-2 1 4-16,-3 5-7 16,-1 2-7-16,-2 0-7 0,1 2-3 15,-1 6 3-15,2 4-4 16,-1 0-10-16,0 1-6 15,1 0-22-15,0-3-31 16,2-5-21-16</inkml:trace>
  <inkml:trace contextRef="#ctx0" brushRef="#br0" timeOffset="10716.69">22568 3033 262 0,'0'0'-14'0,"0"0"22"0,0 0-7 0,0 0 0 16,0 0-4-16,11 47 4 0,-11-21 4 15,0 5-2-15,-1-1-2 16,-3-1 0-16,0 0-1 15,1-5 1-15,0 2-1 16,0-5 0-16,1 0 0 16,1-1-1-16,0-3-10 0,0-4-54 15,1-6-24-15</inkml:trace>
  <inkml:trace contextRef="#ctx0" brushRef="#br0" timeOffset="10972.53">22520 3287 244 0,'0'0'20'0,"0"0"-4"15,0 0-16-15,37-31 4 16,-16 26 0-16,1 0-1 16,2 2-3-16,1 3 0 0,-2 0-1 15,-1 0 2-15,-1 6-1 16,-3 4 0-16,-4 3 1 15,-3-1-2-15,-3 0 2 16,-2-1 0-16,-2 1 0 0,-2-1-3 16,0-1-4-16,0-2-16 15,0-5-43-15,1-3-43 16</inkml:trace>
  <inkml:trace contextRef="#ctx0" brushRef="#br0" timeOffset="11123.46">22869 3169 284 0,'0'0'17'15,"0"0"-3"-15,0 0-12 16,0 0-1-16,0 0-22 0,0 0-78 16,0 0-13-16</inkml:trace>
  <inkml:trace contextRef="#ctx0" brushRef="#br0" timeOffset="11669.96">23024 3256 222 0,'0'0'12'0,"0"0"-2"15,0 0-5-15,0 0-9 0,0 0-10 16,-48-13 12-16,33 16 1 15,3 6 1-15,0-1 0 16,4 4-1-16,2-1 1 16,3-1-1-16,1 3-1 15,2-2 0-15,0 0-5 0,5-3 1 16,6-1 1-16,-4-3 4 16,4-1-1-16,2-3-1 15,-1 0 5-15,1 0 1 16,0-4-3-16,-2-2 3 15,1-3 1-15,-1-2-1 16,1-1 1-16,0 0-2 0,-1 0 1 16,-1 1-1-16,0 1-1 15,0 0 5-15,1 3 5 16,-4 3-2-16,2 2-7 16,1 0 0-16,-1 2-2 0,0 0 0 15,-2 0 0-15,-2 5 0 16,1 4 1-16,-3-1-3 15,-3 2 2-15,2-1-2 16,0-2 7-16,-1-1-3 16,1-1 0-16,3-2-8 0,3-3 2 15,3 0 5-15,-1 0 4 16,3-3 12-16,3-1-7 16,1 0-2-16,-2 4-5 15,0 0-3-15,-5 4 0 16,-7 13-1-16,-3 4-24 0,-17 6-54 15,-18 0-16-15</inkml:trace>
  <inkml:trace contextRef="#ctx0" brushRef="#br0" timeOffset="12097.36">19096 3591 226 0,'0'0'14'0,"0"0"12"0,0 0-10 0,0 0-10 16,0 0-6-16,40-11 1 0,-7 8 0 16,11 1 0-16,8 0 0 15,3-2-27-15,7-2-127 16</inkml:trace>
  <inkml:trace contextRef="#ctx0" brushRef="#br0" timeOffset="12425.05">19435 4334 280 0,'0'0'-12'0,"39"-6"14"15,-13 2-1-15,5 0 2 16,3 0-9-16,3-1-21 15,5 0-16-15,0-5-48 16</inkml:trace>
  <inkml:trace contextRef="#ctx0" brushRef="#br0" timeOffset="12931.21">20393 4118 297 0,'0'0'2'0,"0"0"-4"15,0 0-2-15,2 39-6 16,-2-14 8-16,0 4 5 16,0 5-2-16,0 0-2 0,0 0-2 15,0-3-3-15,0-4-2 16,1-5-1-16,3-4 8 15,-2-4-5-15,0-5-8 16,0-4-5-16,-1-3-12 16,0-2-17-16,-1-4 26 0,1-11-4 15,0-5-29-15,0-7 42 16,3-5 13-16,-2-5 4 16,3-2 4-16,4 0-3 15,4 0-5-15,2 4-6 16,2 5 3-16,2 8 10 15,0 4 21-15,3 7 0 0,-2 2-3 16,0 6-9-16,1 3-2 16,-1 0-6-16,-4 8-5 15,-2 7-3-15,-4 1 1 16,-6 4-3-16,-4 1-8 16,0-1 9-16,-9 0 5 0,-7-2-2 15,-2-3 1-15,-2 0 2 16,-1 1-1-16,3-2-2 15,2 0-2-15,5-2-3 16,6-4-70-16</inkml:trace>
  <inkml:trace contextRef="#ctx0" brushRef="#br0" timeOffset="13313.91">20903 4206 251 0,'0'0'4'0,"0"0"9"0,0 0 3 0,0 0-8 16,0 0-8-16,0 0 11 15,0 0-13-15,0 0 6 16,0 0-3-16,-45-1 2 0,33 15-2 16,1 2-1-16,4-1-1 15,1 1 0-15,5 0-1 16,1-5-1-16,0-1-7 15,7-2-14-15,3-6 17 16,7-2 6-16,1 0 4 0,3-4-3 16,1-6 2-16,3 0 3 15,-3-2 0-15,-3 3 1 16,-4 0 2-16,-3 3 0 16,0 2 2-16,-6 3-5 15,3 1-3-15,-4 0-1 0,4 0-1 16,-2 5 0-16,2 5-7 15,4 0-22-15,-2 1-25 16,4-4-34-16,4-2-40 16</inkml:trace>
  <inkml:trace contextRef="#ctx0" brushRef="#br0" timeOffset="13699.06">21338 4229 102 0,'0'0'14'0,"0"0"27"16,0 0-2-16,0 0-16 15,8-38-14-15,-21 38-2 0,-4 0-2 16,-1 1-1-16,-5 9-3 16,3 2-1-16,3 3 0 15,2-1 0-15,7 0-1 16,0 2 0-16,6-3 0 16,2 0-3-16,0-3-12 0,11-2-11 15,2-5 5-15,5-3 19 16,4 0-5-16,0 0-20 15,3-6-2-15,-1-5 15 16,-2-1 11-16,-1-2 5 16,-3-4 19-16,-4-2 15 0,-1 0 6 15,-3-1-11-15,-3 0-18 16,-2-1-5-16,-3 4-1 16,-2 2 2-16,0 2-3 15,-1 5-1-15,-6 2-3 16,1 3 8-16,-2 4-8 0,1 0-1 15,-2 3 1-15,2 10-8 16,-1 2-29-16,4 4-43 16,3-3-15-16</inkml:trace>
  <inkml:trace contextRef="#ctx0" brushRef="#br0" timeOffset="13897.77">21725 4145 33 0,'0'0'194'0,"0"0"-185"0,30-39-4 0,-26 29-2 0,-4 1 1 15,0 3-17-15,-7 1-11 16,-2 2 21-16,-2-1 3 16,1 4 0-16,-1 0-2 15,0 0-26-15,0 1-23 16,4 3-7-16</inkml:trace>
  <inkml:trace contextRef="#ctx0" brushRef="#br0" timeOffset="14661.51">21722 4185 85 0,'0'0'182'15,"0"0"-175"-15,0 0-10 16,0 0 4-16,0 0-6 0,0 0 3 16,0 0 3-16,0 0-5 15,-38 7 3-15,21-1 1 16,-3-1 1-16,-1 4-1 16,1 2 0-16,1-2 0 15,5 4 0-15,3-3 0 0,6 1-3 16,5-4 1-16,0 2-4 15,2-5-14-15,12 0 14 16,2-3 0-16,8-1 5 16,1-1 2-16,4-10 4 15,2-5-4-15,1-4 1 0,-1-4-1 16,0-3-1-16,-2-4 1 16,-5-1 2-16,-3-2 2 15,-5 0-1-15,-3 3 5 16,-5 3-4-16,-6 5-2 15,-2 2-2-15,0 5 4 16,-7 6-11-16,-3 6 18 0,-4 4-11 16,-1 0-1-16,-3 11-1 15,1 6 1-15,0 6 0 16,0 1-1-16,5 5 0 16,2 0 0-16,7 0 0 15,1-2 0-15,2-2 0 0,2-3-6 16,9 1 2-16,5-5 3 15,3-4 1-15,5-4-4 16,5-4 5-16,4-5 3 16,3-1-2-16,4-1-1 15,-2-8 0-15,-2-3 0 0,-1 0 0 16,-4-4 0-16,-5 2 0 16,-2 1 2-16,-9 2-1 15,-3 4 1-15,-7 1 2 16,-2 2 13-16,-2 4-3 15,-1 0-12-15,0 0-10 0,0 6 5 16,0 2 8-16,0 2-3 16,1 3 0-16,4-2-4 15,2-1 0-15,2-1 2 16,2-2-2-16,-1-3 2 16,3-1-2-16,0-3 3 0,4 0 2 15,1 0-1-15,-1-1 0 16,-6-5-11-16,-7-1-104 15</inkml:trace>
  <inkml:trace contextRef="#ctx0" brushRef="#br0" timeOffset="15172">19290 5087 192 0,'0'0'-8'0,"0"0"16"0,0 0 12 0,0 0-9 16,0 0-19-16,0 0 4 15,0 0 19-15,0 0 7 0,57-2-8 16,-28-2-6-16,6 1-3 16,1-2-3-16,1-1-1 15,4 2 0-15,3-2-1 16,1 2 0-16,4-2-22 15,1-1-47-15,0-3-48 0</inkml:trace>
  <inkml:trace contextRef="#ctx0" brushRef="#br0" timeOffset="15706.1">20994 4756 180 0,'0'0'-41'15,"0"0"43"-15,0 0 5 0,0 0-5 16,0 0-2-16,0 0-5 16,0 0 12-16,0 0-4 15,0 0 2-15,-53-30-2 16,37 30-1-16,-3 6-2 16,1 4 1-16,3 0-2 15,2 1 1-15,4 3-2 0,6 1 0 16,3-1 0-16,0 0-3 15,9 0 5-15,5 0 4 16,3-2 10-16,4-1 4 16,2 0 4-16,0-1-7 15,-2 0-11-15,2 0-1 0,-5 0-2 16,-5 0 1-16,-4-3-1 16,-3 1 0-16,-3-2 1 15,-3 1 0-15,-4 1-2 16,-10 3 14-16,-5-1-9 0,-4 1-3 15,-3 2-2-15,-2-3-12 16,5-1-9-16,3-5-2 16,9-4-14-16,7 0-48 15</inkml:trace>
  <inkml:trace contextRef="#ctx0" brushRef="#br0" timeOffset="15941.08">21266 4674 307 0,'0'0'-17'0,"0"0"32"0,0 0-12 0,0 0-6 0,0 0 0 16,0 0-2-16,3 40 5 15,-3-18 4-15,0 5-4 16,0 1 0-16,0-1 1 0,-3 0-9 15,1-1-9-15,-1 0-6 16,0-5-28-16,0-4-38 16</inkml:trace>
  <inkml:trace contextRef="#ctx0" brushRef="#br0" timeOffset="16460.06">21188 4870 277 0,'0'0'-5'0,"0"0"5"16,0 0 5-16,44-40-3 15,-25 31-5-15,4 2 7 16,1 0-8-16,-2 4 4 16,2 3 3-16,1 0-3 15,0 0 0-15,-4 3-1 0,1 6 2 16,-4 2-3-16,-1 3 0 15,-4-1-3-15,-3 1 2 16,-4-1 0-16,-2 1 1 16,-4-4-2-16,0 1-1 15,0-2-4-15,-6-2 17 0,0-3-7 16,-1-1 1-16,2-3 1 16,0 0 3-16,3 0-2 15,-1-1 5-15,3-8-1 16,0-4-10-16,0-1 5 15,11-4 0-15,1-3-4 16,5 1 4-16,4 1-4 0,-2 5-1 16,3 1-4-16,-3 3 6 15,2 3-1-15,-2 3 1 16,-2 3 0-16,1 1 0 16,-3 0-1-16,-3 10 1 15,-3 3-1-15,-3 3-1 0,-4 1 1 16,-2 0 0-16,0-1-3 15,0 1 7-15,0-3 2 16,-2 0-5-16,-1-1-1 16,2-3-27-16,0-6-56 15,1-4-58-15</inkml:trace>
  <inkml:trace contextRef="#ctx0" brushRef="#br0" timeOffset="16616.16">21794 4659 335 0,'0'0'-13'0,"0"0"17"0,0 0 2 0,0 0-17 16,0 0-91-16,0 0 33 16,-37 5-62-16</inkml:trace>
  <inkml:trace contextRef="#ctx0" brushRef="#br0" timeOffset="17321.18">22022 4781 198 0,'0'0'1'15,"0"0"1"-15,0 0-3 16,0 0-4-16,0 0-7 0,-54-8 1 15,30 14 21-15,0 5-6 16,1 5-3-16,6 2-1 16,3 3-1-16,7-2-1 15,4 1 0-15,3-6-6 16,1-3-3-16,10-4 5 0,9-5 9 16,-1-2-2-16,5-1-1 15,4-11 2-15,2-2-5 16,1-6 4-16,-2 1-1 15,0-6 2-15,-3-2 3 16,-1 0 0-16,-3 0-1 0,-1-3 5 16,-1 0 4-16,-6 2 0 15,1 1-6-15,-4 3 1 16,-4 4-1-16,-1 6 4 16,-3 4 6-16,-3 4-2 15,0 6-13-15,0 0-4 16,-9 4 9-16,-1 11-8 0,0 6 1 15,-4 2 1-15,2 5-2 16,2-1 1-16,3 3-1 16,3-3 0-16,4-2-1 15,0-2-1-15,0-3-4 16,9-2 4-16,6-5-1 0,1 0-2 16,7-5 4-16,3-3 6 15,2-4-3-15,3-1 1 16,2 0 2-16,1-6-2 15,3-5 3-15,-2-2-1 16,0-1 1-16,-6-1-4 0,-3-2 1 16,-9 5-1-16,-5-2 2 15,-10 4 1-15,-2 0-2 16,-4 6-3-16,-12 3 7 16,-2 1-2-16,-2 0-2 15,-1 8 0-15,3 5-1 0,3 2-1 16,4 0 0-16,8 3-3 15,3-1-1-15,10 2-8 16,14-1 5-16,13-5-22 16,10-8-58-16</inkml:trace>
  <inkml:trace contextRef="#ctx0" brushRef="#br0" timeOffset="19897.66">19727 5882 35 0,'0'0'-21'0</inkml:trace>
  <inkml:trace contextRef="#ctx0" brushRef="#br0" timeOffset="20333.87">19727 5882 94 0,'-9'-44'5'0,"9"38"8"16,0 2-4-16,0 3-4 15,0-3 2-15,0 2 0 0,0-1 6 16,0 3 1-16,0 0 1 16,0 0-7-16,0 0-9 15,5 5 1-15,-1 10 1 16,1 2-1-16,3 7 1 15,1 12 0-15,2 6-1 16,0 11 0-16,-2 7 1 0,-1 5-2 16,-2 6 4-16,-2 4-2 15,-1 1 3-15,0-4 0 16,2 2 2-16,-3-4 3 16,2-2 3-16,0 0 7 15,0-6-5-15,-2 2-9 0,0-6 2 16,-1-1-3-16,-1-6-1 15,0-4-1-15,0-6-1 16,0-5-4-16,-3-8-8 16,-3-7-8-16,0-12-16 0,-3-9-48 15</inkml:trace>
  <inkml:trace contextRef="#ctx0" brushRef="#br0" timeOffset="20967.86">19790 5777 129 0,'0'0'9'0,"0"0"13"0,0 0-17 15,0 0-4-15,0 0 0 0,0 0-1 16,0 0 1-16,48 16-1 16,-27-14 0-16,2 0-3 15,5-2 1-15,3 0 2 16,5-4 2-16,4-5-1 15,6 2 0-15,4 0 2 16,4-1-2-16,5-1 0 0,9-1 0 16,4-1-1-16,6 1 0 15,3-2 1-15,1 0-1 16,-1 0 1-16,-7 1-1 16,-2 1-1-16,-6-1 2 15,-1 2 6-15,-7 2-4 0,-1 0-2 16,-4 1 1-16,0 2-2 15,-7 0 0-15,-4-1 0 16,-4 3 0-16,-4 1 0 16,-2 1-1-16,-3 0-12 15,-2 0-26-15,-4 0-37 0</inkml:trace>
  <inkml:trace contextRef="#ctx0" brushRef="#br0" timeOffset="21487.07">21519 5607 88 0,'0'0'19'0,"0"0"-3"0,0 0-7 0,0 0-2 16,0 0 0-16,0 0-6 0,0 0 1 15,0 0-2-15,0 39 2 16,0-19-1-16,0 3 0 16,0 8 0-16,-5 2 0 15,2 7-1-15,-3 5 2 16,1 6-2-16,1 5 1 0,0 2 1 15,2 2-2-15,2-1 2 16,0-2 1-16,0 0-2 16,0 0 4-16,2-1 0 15,-2 4 4-15,0-2 5 16,0 1-1-16,-1-3 0 0,-4 1-6 16,-1 3 0-16,-2-3-1 15,1-2 1-15,0-1-4 16,1-4 0-16,2-5 1 15,-2-8 1-15,3-3 2 16,0-7-3-16,1 0 1 0,-4-3-4 16,1 2 0-16,-1-5-1 15,-3 2-2-15,0-2-7 16,-4-4-37-16,-4-4-53 16</inkml:trace>
  <inkml:trace contextRef="#ctx0" brushRef="#br0" timeOffset="22149.93">19861 7297 139 0,'0'0'7'0,"0"0"17"0,0 0-5 0,0 0-15 0,0 0-2 16,0 0-7-16,0 0 4 15,0 0 1-15,0 0-1 16,53-11 3-16,-23 6 6 16,3-2 5-16,7 0-2 0,6-3-1 15,6 0-4-15,4-1-5 16,7 2 0-16,8-1 0 15,3-4 0-15,9 2-1 16,6-2 1-16,7-2-1 16,5-2 0-16,1 0 2 0,9-3 1 15,2 2-1-15,1 1 2 16,-3 2-1-16,-5 3-1 16,-13 4-2-16,-13 4-12 15,-16-1-21-15,-21 2-15 16,-17 0-26-16</inkml:trace>
  <inkml:trace contextRef="#ctx0" brushRef="#br0" timeOffset="23287.24">20282 5720 50 0,'21'-7'8'0,"0"2"-4"0,-2-1 1 0,-1 2-3 15,-2 1-1-15,-2 0-1 16,-1 0 0-16,-2 2-4 0,-2-1-26 15</inkml:trace>
  <inkml:trace contextRef="#ctx0" brushRef="#br0" timeOffset="23985.04">20490 5685 47 0,'0'0'10'0,"0"0"-3"16,0 0 6-16,0 0 9 0,0 0-1 16,0 0-15-16,0 0-6 15,0 0 3-15,11 14 0 16,-7-3-1-16,4 2 1 16,-1 4 0-16,5 0-2 15,-2 3 3-15,4 0 0 0,-3 4 0 16,2 2 0-16,-1 2-2 15,-2 2 1-15,-1 6 0 16,1 0-2-16,-5 4 3 16,-1 0-1-16,0 2 3 15,-2-2 5-15,1 0 3 16,-1-3-3-16,-1-4-4 0,0-2-5 16,1-3 1-16,0 2-2 15,-1-3 2-15,1-3-3 16,-2-1 1-16,2-2-1 15,-2-5 2-15,0-2-2 16,0-2 0-16,0-3 1 0,0-3-1 16,0 0 1-16,0-2-1 15,-2 0 1-15,-4-1-1 16,1 0 0-16,-3 0 1 16,0-2-1-16,-5 1 0 15,0-1 1-15,-4 2 0 0,-2-1-1 16,-2 2 0-16,-8 0 0 15,-4 0 0-15,-1 2 0 16,-3 0-1-16,-6 0 0 16,0 2-2-16,-6 0-9 15,2 1-6-15,-7 2 1 0,-2-2 9 16,1 0 8-16,4-1 2 16,3-1 0-16,2 0 6 15,6 0 1-15,5-1-1 16,0 2-5-16,2-1-2 15,3 2-1-15,1-2 0 16,5 0 1-16,4 0-1 0,2-1 0 16,7-2 0-16,4-1-1 15,2-2 1-15,3 1-5 16,2-2-38-16,0 0-14 16</inkml:trace>
  <inkml:trace contextRef="#ctx0" brushRef="#br0" timeOffset="26197.06">20049 5868 24 0,'-3'0'17'0,"1"0"8"0,0 0-10 0,0 0-10 16,1 0-4-16,1 0 0 0,0 0-2 15,0 0 0-15,0 0-2 16,0 0 6-16,0 0 3 16,0 0 2-16,0 0 5 15,0 0 8-15,1 0 7 16,-1 0-6-16,0-1-8 0,0-1-9 16,0 2-3-16,0 0-1 15,0-1-1-15,0-1 2 16,0 2-4-16,0-1 2 15,0 1 0-15,0 0-1 16,0 0 1-16,0 0 1 16,0 0 1-16,0 0-1 0,0 0-1 15,0 0-3-15,0 0-10 16,0 0 5-16,1 0 7 16,2 0 1-16,-1-1 0 15,-2 0 1-15,0 0 1 16,1 0 0-16,0-1 2 0,0 1 1 15,-1-1-5-15,0 0 1 16,0 0 0-16,0 1-1 16,0-1 1-16,0 1-2 15,0-1 0-15,0 1-2 16,-1-2 6-16,-1 0-1 0,2-1-1 16,-2 1 3-16,2-1-5 15,-2 1 2-15,1-2-2 16,0-1 2-16,1-1-2 15,-1-2 0-15,0 1 1 16,0-1 0-16,0-1 1 0,-1 0-1 16,2 2 0-16,-1-2 1 15,1 0-1-15,0 1 0 16,0 2-1-16,0-1 0 16,0 2 0-16,0-1 2 15,0 0-1-15,1 1 0 0,1 0 0 16,0-1 0-16,0 0 0 15,0 0 0-15,0-1 0 16,-2-1 0-16,0-1 1 16,2 2-1-16,-2-2 0 15,1 0 0-15,1-2 0 16,-1 1 0-16,2 1 1 0,1 0-2 16,-2-1 1-16,-2 2 0 15,4 2 1-15,-2 3 1 16,0-2-2-16,2 1-2 15,-1 0 1-15,3 0 1 0,0 0 0 16,2 0 0-16,1-1-1 16,1 2 3-16,0 0-2 15,-1 1 0-15,1 1 0 16,-2 0 0-16,2 1 0 16,-1 1 2-16,-1 0-4 15,2 0 2-15,1 0 0 0,-4 0 0 16,5 0 0-16,-2 0 0 15,1 1 0-15,1 3 0 16,-1 1 0-16,0 1 0 16,-1 3-2-16,0-1-3 15,-5-1 4-15,3 3-1 0,-2-3 1 16,-2 4 1-16,0-2 0 16,0 1 0-16,-1-1 0 15,1-1 1-15,0 3-1 16,2-3 0-16,0 2 0 0,-1-2 0 15,-1 1 0-15,2-1 0 16,-1-1 0-16,0 0 0 16,-1-1 2-16,-2-2-2 15,-1 2 1-15,0-1 0 16,0 0 2-16,-1-1 0 16,2-1 0-16,-2 1-1 0,0-1 1 15,2 0-1-15,-2-2 0 16,0 1 1-16,0-1-1 15,0-1 0-15,1 3 1 16,-1-3 1-16,0 0 3 16,0 0 2-16,0 0 0 0,0 0 0 15,0 0-1-15,0 0-4 16,0 0-3-16,0 0 0 16,0 0-1-16,0 0 0 15,1 1-1-15,1 1 1 16,-2 0 1-16,0 1-2 15,2 0 1-15,-2 3-2 0,0-2-7 16,1 3-16-16,-1-4-26 16,0-1-35-16</inkml:trace>
  <inkml:trace contextRef="#ctx0" brushRef="#br0" timeOffset="26868.9">20334 5705 77 0,'0'0'6'0,"0"-2"8"0,0 2-9 0,0 0-5 15,0 0 2-15,0 0 2 16,1 0-2-16,1 0 0 16,1 0 1-16,-1 0 3 15,0 0 1-15,0 0-5 0,-2 0 0 16,2 0 0-16,0 0-2 15,1 0 1-15,1 6-1 16,0-2 1-16,1 1 0 16,1 0-1-16,0 1 0 15,1-1 0-15,-1 1 1 0,0-3 0 16,2 1 1-16,-2-1 4 16,0-3 2-16,-3 3 2 15,0-3 0-15,2 0 5 16,-2 0 5-16,-2 0-5 15,1 0-8-15,2 0-1 16,0-3-4-16,0-2 2 0,1-2 4 16,1-2-4-16,0 0-2 15,2-3 1-15,-1-1-3 16,1-3-7-16,0 0-36 16,0-1-47-16</inkml:trace>
  <inkml:trace contextRef="#ctx0" brushRef="#br0" timeOffset="31288.68">22441 7172 61 0,'2'0'14'0,"0"0"2"0,0-4 5 0,2 1-3 0,-2-3-3 15,-1 3-3-15,2 0-3 16,0-2-4-16,1 0-4 16,-1 1 0-16,-1-1 1 15,1 0 0-15,-3-2 7 0,1 3 4 16,0-1-4-16,-1 1-4 15,0-1 0-15,0 0-1 16,0 1-2-16,0 0 1 16,-3 2-1-16,-1 1 0 15,-5 1-2-15,-2 0-2 0,2 3-2 16,-5 5 1-16,-1 4 3 16,-1 1-1-16,2 2 2 15,1-1-1-15,2 1 0 16,2-3 0-16,3 1 0 15,1-3-1-15,5 0 1 16,0-2 0-16,1 1-2 0,8-3 1 16,3 4 1-16,3-5 0 15,0 1 3-15,5 1-3 16,0-1 1-16,0-2-1 16,0 1 1-16,-2-1 0 15,-2 1-1-15,-3 0 0 0,-4-1 1 16,-2 1 0-16,-3 1-1 15,-4 1 1-15,0-1-3 16,0 1 5-16,-6 1 0 16,-4 1-3-16,1-2 3 0,-4-1-2 15,0 0 1-15,-1-2 1 16,-1 0 0-16,2-1 2 16,-1-2-2-16,2 1-2 15,2-1-1-15,2-1-1 16,2 0-7-16,3 0-34 15,2 0-46-15</inkml:trace>
  <inkml:trace contextRef="#ctx0" brushRef="#br0" timeOffset="31651.42">22680 6974 177 0,'0'0'7'0,"0"0"-6"0,0 0-1 0,0 0 1 0,0 0 3 15,6 40 4-15,-3-23-3 16,2-1 3-16,2 1-4 16,0 0-1-16,2 1 1 15,-1-2-2-15,0 3 1 16,1-2-2-16,-4 0-1 0,3-1 1 16,-5 0 1-16,1-1-7 15,-2-3-19-15,-1-3-21 16,-1-1-24-16</inkml:trace>
  <inkml:trace contextRef="#ctx0" brushRef="#br0" timeOffset="32399.15">22646 7156 161 0,'0'0'-17'16,"0"0"24"-16,0 0-4 16,0 0 1-16,0 0 8 15,0 0 8-15,43-34 2 16,-28 27-7-16,3 1-8 0,3 1-4 16,0 0-3-16,2 1 1 15,-1 0-1-15,-2 4 1 16,0-1-1-16,-2 1 1 15,-2 0-1-15,-2 0 1 16,-1 1-2-16,-2 5 2 0,0 1 0 16,-4 0-1-16,-3 0 0 15,2 3 0-15,-5-2 1 16,-1 1-1-16,0-2 0 16,0 0 1-16,0-1 2 0,0 1-3 15,-1-1 0-15,-4-1 1 16,1-2-1-16,0 1 1 15,2-3 0-15,-2 0-1 16,2-1 2-16,0 0 1 16,0 0 6-16,1 0-6 15,1-2 0-15,-1-5-1 0,1 0-2 16,0-4 2-16,0 0-2 16,0-2 0-16,0-3 0 15,0 0-2-15,1 2 0 16,6-3-7-16,2 4-5 15,1 1-7-15,4 2-13 0,-1 1 0 16,2 3-5-16,-1 2 5 16,1 0 9-16,0 1 9 15,-1 0 11-15,-1 2 5 16,0-1 1-16,-1 1-1 16,-6 1 2-16,1 0 8 0,-3 0 11 15,-2 0 0-15,-2 0 5 16,0 1 7-16,0 5-1 15,0 3-9-15,0 1-8 16,0 2-4-16,-3 1-7 16,1 3-2-16,1-2 0 15,0 1 0-15,1-3-1 0,0 1 1 16,0-5 0-16,0 1-1 16,1-3-1-16,5-1 0 15,3-5-7-15,-4 0-43 16,3 0-54-16</inkml:trace>
  <inkml:trace contextRef="#ctx0" brushRef="#br0" timeOffset="32555.83">23121 6922 234 0,'0'0'4'0,"0"0"14"0,0 0-9 0,0 0-7 0,0 0-3 15,0 0-15-15,0 0-63 16,0 0 15-16</inkml:trace>
  <inkml:trace contextRef="#ctx0" brushRef="#br0" timeOffset="33203.82">23338 6977 114 0,'0'0'8'0,"0"0"-4"16,0 0 0-16,0 0 8 15,0 0 14-15,0 0-18 16,0 0-4-16,0 0 1 16,-30 0 5-16,18 3-1 0,-1 3-7 15,1 4 0-15,1 1-1 16,3 2-1-16,2-2 1 15,2 2-1-15,3-3 0 16,1 1 1-16,0-2 0 16,0-2 0-16,0 0 0 0,4-4 0 15,2 1-1-15,2 0 2 16,3-2 0-16,-1-2 0 16,1 0 0-16,-1 0-3 15,-1-4 2-15,-1-4 1 16,-3-3 1-16,1-2 0 0,-3-1 1 15,-1-3-1-15,-2-4-2 16,0-2 0-16,0 0-1 16,0-3-1-16,0-2 1 15,0 1 0-15,0 0-1 16,0 2 1-16,0 1 0 0,-2 5 1 16,0 5 0-16,0 3 0 15,1 4 1-15,-2 2-2 16,3 4 0-16,-1 1-1 15,0 0 1-15,0 0-14 16,1 0 9-16,-1 7 4 0,1 0 1 16,-2 0 0-16,2 3 0 15,0 2-1-15,0 0 1 16,0 2 0-16,0 2 0 16,2 2 0-16,0 0 0 15,4 1 1-15,-2 1 0 0,0-1-1 16,1-1 0-16,-1-1 1 15,1 0-1-15,0-1 1 16,2-2-1-16,-2 0-1 16,0-4-28-16,0-1-46 15</inkml:trace>
  <inkml:trace contextRef="#ctx0" brushRef="#br0" timeOffset="33702.8">23444 6990 150 0,'0'0'-1'0,"0"0"0"0,0 0 2 16,0 0 0-16,0 0-1 16,0 0 0-16,0 0-1 15,42-4 6-15,-35-2 8 0,3-2-3 16,0-2 1-16,-1-1-6 15,2 0-2-15,-2 0-3 16,-2 0 0-16,-1 2 0 16,-3 2 0-16,-2 1 2 15,-1-1-1-15,0 4 6 0,0-2 4 16,-2 3-7-16,-2-1-1 16,-2 2-3-16,-2 1 1 15,0 0-1-15,-1 3-1 16,0 4 2-16,-3 1-2 15,2 5 1-15,1-3 0 0,-1 2 0 16,4 0 0-16,2 1 1 16,1-3 0-16,1 2 1 15,2-1 1-15,0-1 1 16,0-2 0-16,0 2-2 16,0 0 0-16,5-3 0 0,-1-2 2 15,2 0 1-15,-2-1 5 16,6-1 4-16,-3 0-4 15,2-3-7-15,4 1-4 16,3 0 4-16,2-1-11 16,1 0-38-16,0-2-46 0</inkml:trace>
  <inkml:trace contextRef="#ctx0" brushRef="#br0" timeOffset="35284.06">23788 6872 28 0,'0'0'66'0,"0"0"-46"0,0 0-14 0,0 0-5 15,-4 0 0-15,3 0-1 16,0 2 1-16,0-1 3 16,0-1 9-16,0 0 5 15,1 0-11-15,0 1-5 16,0 1-1-16,0-1 1 0,0 1-1 15,5 0 1-15,0-2-1 16,1 0 3-16,2 0 8 16,0 0 1-16,1 0 2 15,1 0 1-15,-2-2-5 16,0-1-5-16,3 0-5 16,-4 0 0-16,2 3-1 0,-2 0-1 15,0 0-19-15,-1 0-23 16,-2 0-24-16,-3 0-32 15</inkml:trace>
  <inkml:trace contextRef="#ctx0" brushRef="#br0" timeOffset="35497.51">23814 6957 101 0,'0'0'10'0,"0"0"1"15,0 0 16-15,0 0 12 16,0 0-6-16,0 0-17 16,0 0-4-16,0 0-3 15,0 0-3-15,29 3-4 16,-19-3-1-16,3 0-3 0,1 0-24 16,-1 0-50-16</inkml:trace>
  <inkml:trace contextRef="#ctx0" brushRef="#br0" timeOffset="36189.8">24091 6821 63 0,'0'0'46'0,"0"0"-17"15,0 0-7-15,0 0 0 16,0 0-3-16,0 0-12 15,0 0-5-15,0 0-1 16,0 0-1-16,8 0 0 0,-8 0 1 16,1 0-1-16,2 0 4 15,-1 0 12-15,1-4 3 16,1-2-6-16,2 1-9 16,-1-3-3-16,4 1-1 15,-4-3 0-15,1 2-1 0,0 1-1 16,-2-2 1-16,2 2 1 15,-3-1 0-15,-1 0 1 16,0 1-1-16,-1 0 1 16,2 2-1-16,-3 0 1 15,0 2-3-15,2 2-3 0,-2-3 0 16,0 2 3-16,0 1 2 16,0 1 1-16,0-2 0 15,0 2 4-15,0 0-4 0,0 0-1 16,0 0-3-1,2 2 0-15,-1 5 1 0,1 0 1 16,3 3 2-16,1 1 0 16,-3 2 0-16,1 0 0 15,0 1-1-15,-1 2 0 16,-1 1 0-16,-1 0-1 16,1 0 0-16,-1 1 1 0,1-2 2 15,-2 1-2 1,0-3 0-16,2-2 1 0,0-1-4 15,-2-1-17-15,0 0-27 16,0-3-13-16,0 0 11 16</inkml:trace>
  <inkml:trace contextRef="#ctx0" brushRef="#br0" timeOffset="36579.78">24132 7003 92 0,'0'0'17'0,"0"0"-6"0,0 0-6 0,0 0 4 15,0 0 6-15,0 0 1 16,0 0 3-16,0 0 5 0,0 0-3 16,0 0 0-16,40-13-12 15,-30 9-2-15,0 4-5 16,1-2-1-16,0 1-1 16,-1-1 0-16,-1 1 0 15,2 0 1-15,0-1-1 16,-4 0 0-16,2 1 0 15,-3 1 0-15,-1-2 0 0,-2 0 1 16,-1 2-1-16,-1 0-19 16,-1 0-38-16,0 0-39 15</inkml:trace>
  <inkml:trace contextRef="#ctx0" brushRef="#br0" timeOffset="38936.21">22368 7635 17 0,'0'1'3'0,"0"-1"-1"0,0 0-1 0,0 2-1 15,0-2 0-15,0 0 14 16,0 1-3-16,0-1-9 0,0 0 10 16,0 0 1-16,4 0-1 15,2 0 0-15,1 0-5 16,5 0-1-16,-2-3-2 15,3-2 0-15,2-1 0 0,3-1-3 16,-1 0 0-16,2-2 1 16,2 1 5-16,3-1 6 15,2 2 5-15,4 0-4 16,2 0-6-16,5 0-5 16,-2-2-1-16,2 1-2 15,5 1 2-15,-1-1-5 0,1 0 0 16,1-1 3-16,1 0 0 15,3-1 0-15,-5 0-1 16,-2 1 1-16,-1-2 0 16,-4 3 2-16,-2 0-1 15,-1 1 0-15,-2 0-1 0,1 2 0 16,2-2 1-16,0 1-1 16,-1-2 0-16,2 1 2 15,-1 0-2-15,2 0 0 16,0 0 3-16,2 0 5 15,1 0-1-15,-3 0-4 0,2 0-1 16,1 1-1-16,-1 0-1 16,0 0 0-16,-2 1 0 15,-1-1 2-15,1 2-2 16,-4-3 0-16,-1 1 1 16,-1 0 1-16,-2-1 11 0,0 0-1 15,0 1 1-15,-2-1-4 16,3 0-1-16,-1 0-3 15,1 3-1-15,-2-2-1 16,-2 2-2-16,-3 0 0 16,-5 1-1-16,0-1 1 15,-3-1 0-15,-1 1-1 0,-2-3 2 16,1 1-2-16,-3-1 1 16,3-3 0-16,-2-1 1 15,2-2 0-15,0-1-1 16,-1-3-1-16,-1-3 1 15,0 2 0-15,-4-4 1 16,-1 1 0-16,-2-2 1 0,2-1 0 16,-2 1-1-16,-2 1 0 15,1-1-1-15,-1-1-1 16,0 1 0-16,0-1 1 16,0 1 3-16,1-4 1 0,1 2-3 15,1-1-1-15,-1-2 0 16,3 1-1-16,-5 0 0 15,0 1 0-15,0 0 0 16,-9 2-8-16,-1 0 6 16,-4 0-1-16,-2 2 8 0,-3 0-1 15,-1 2-3-15,-1 2-2 16,0 2 0-16,0 2-2 16,0 3 2-16,1 2-1 15,4 1 0-15,-4 2 0 16,3 0 1-16,0 3 0 0,2-1 1 15,-2 1 0-15,1 2 0 16,-2 0 0-16,1 1 0 16,-2 0 0-16,-2 0 0 15,-1 0-1-15,2 5 1 16,-4 2-4-16,1 0-2 16,-2 2 3-16,-1 1 1 0,-1-2 1 15,-6 5 1-15,-1-3 0 16,-4 0-2-16,-2 2 2 15,0-3-1-15,-3 4 0 16,0-2 1-16,-5 2-2 0,0-3 0 16,-3 3-1-16,-2-2-3 15,3-1 4-15,-4 1 1 16,1 0 2-16,4 0 0 16,0-4-1-16,1 4 1 15,-1-2-1-15,-1 0 0 0,2 0 0 16,-1-1 0-16,2 0 0 15,-4 1 0-15,1-1 0 16,1 2 1-16,-3 0-1 16,4 1 0-16,-1-1 0 15,7 3 0-15,1 0 0 16,4-2 0-16,2 2 1 0,2 0-1 16,2 0-1-16,0-1 1 15,3 2 0-15,1 1 0 16,-1-1 0-16,5 0 0 15,1 2 0-15,2-3 0 16,1-1 0-16,4 0 0 0,4-1 0 16,-1 0 0-16,4-1 0 15,2 0 0-15,3 3 0 16,-3 0 0-16,3 1-1 16,1 3 1-16,-1 0 0 15,3 3-1-15,-3 2 1 0,2 3 0 16,-1 0 0-16,0 2 0 15,-1 1 0-15,1 1 0 16,-2-3 0-16,0 2 0 16,-1-2 0-16,1-1 0 15,0-2 0-15,1-3 0 0,0 1 1 16,3-2-2-16,0-3 1 16,0-1 1-16,0-1-2 15,10 0 2-15,7-1 0 16,1-2-1-16,7 1-1 15,5-4-1-15,6-1-25 0,5-4-48 16,3-3-20-16</inkml:trace>
  <inkml:trace contextRef="#ctx0" brushRef="#br0" timeOffset="42437.7">22787 8003 116 0,'-2'1'7'0,"1"-1"31"0,-1 0-11 0,2 0-6 0,0 0-3 16,-2 0-11-16,1-1-1 15,0-1-3-15,-1 1 2 16,1-2-4-16,0 3 0 16,-1-3-1-16,0 2 1 15,0-2 0-15,-2-1 1 0,2 1 8 16,-2 0-2-16,-2 0-1 15,-1 3-4-15,-4 0-2 16,-1 0-1-16,-2 6-1 16,1 1-1-16,0 4 1 15,3 2 0-15,2-2 0 0,5 2-1 16,3 0-1-16,0-3 0 16,2 4-1-16,9-1 1 15,3-2-1-15,0 1 0 16,3-1-1-16,0-1 3 15,0 0 6-15,-2-1-3 16,1 0 0-16,-5 1-1 0,1 0 0 16,-5-1 1-16,0 1-1 15,-3-2 0-15,-3 2 0 16,-1 0 3-16,0-1 2 16,-6 0-2-16,-3 0 0 15,-4-2-1-15,-1 3-2 0,-2-4 1 16,-1 2 0-16,1-3-3 15,5-3-6-15,3-2-7 16,5 0-29-16,3-7-64 16</inkml:trace>
  <inkml:trace contextRef="#ctx0" brushRef="#br0" timeOffset="42744.02">22932 7949 108 0,'0'0'4'0,"0"0"16"0,0 0-16 0,0 0-2 15,0 0 5-15,0 0 7 16,-11 46-2-16,11-30-3 15,0 1-3-15,0 0-4 16,0 2-1-16,3-2 0 16,1-2-1-16,-1 0 1 0,0 0-1 15,-1-2 0-15,-2 1 1 16,0-2-2-16,0-1-16 16,0-4-44-16</inkml:trace>
  <inkml:trace contextRef="#ctx0" brushRef="#br0" timeOffset="43406.01">22865 8103 66 0,'0'0'0'16,"0"0"7"-16,38-14 7 15,-21 7-2-15,0 4-2 0,0-1 1 16,3 0 3-16,-3 2 0 16,-1 1 1-16,1 1-4 15,-3 0 4-15,1 0-1 16,-4 0-7-16,0 6-5 16,0-1 0-16,-4 2-1 15,-1 1-1-15,-1-1 6 0,-1 0-1 16,1 0-4-16,-3 0-4 15,0-2 4-15,-2 0 1 16,0-1 0-16,0-1 0 16,0 1-2-16,-4-2 5 15,-3 1-2-15,1-2-1 0,0 1 6 16,0-1-7-16,0-1 0 16,4 0-1-16,-2 0 2 15,4 0-1-15,0-3-2 16,0-6 5-16,8 1-4 15,1-4 0-15,3 0 1 0,1-1-1 16,0 0-1-16,0 2 2 16,1 0-3-16,0 2 2 15,-1 0 0-15,0 2 0 16,1 0 0-16,-2 4 1 16,0 2-1-16,-5-2 0 0,-1 3-1 15,-2 0 0-15,-2 3 0 16,-2 1-3-16,0 4 6 15,0 1 2-15,0-2-1 16,0 2-1-16,0 1-1 16,-1-2 1-16,-1 1-1 15,1-1-1-15,1-2 1 0,0 1 0 16,0-1-1-16,0 1 0 16,1-3-1-16,5-1-1 15,2 0-5-15,0-3-6 16,0 0-41-16,-1-5-48 0</inkml:trace>
  <inkml:trace contextRef="#ctx0" brushRef="#br0" timeOffset="43549.84">23238 7930 196 0,'0'0'-11'0,"0"0"30"0,0 0-12 0,0 0-18 15,0 0-43-15,0 0 8 16</inkml:trace>
  <inkml:trace contextRef="#ctx0" brushRef="#br0" timeOffset="44390.12">23446 8017 188 0,'0'0'0'0,"0"0"18"16,0 0-2-16,0 0-11 15,0 0 2-15,0 0-5 16,0 0-1-16,-43-16 1 16,30 21-2-16,2 3 1 0,2 5 0 15,3 2-1-15,1-3-1 16,4-1 1-16,1 1-2 15,0-4 1-15,3-1-2 16,2-1-5-16,3-3 1 0,0-2 6 16,5-1 1-16,-2 0-1 15,3 0 2-15,-1-6 3 16,3-4 5-16,-3-1-4 16,-1-3-1-16,1-3-1 15,-1-2 1-15,-2-2-3 0,-1 0 0 16,-3-2 0-16,-1 2 0 15,-1-2 0-15,-3 3-1 16,0 0 1-16,-1 5-1 16,0 2 2-16,0 3-1 15,0 1 0-15,-4 5-3 16,0 1-4-16,0 3 13 0,0 0-9 16,0 0 3-16,2 6-6 15,-3 6 4-15,3 1-1 16,0 4 0-16,0 2 2 15,1 1 2-15,-1 3-4 16,2-2 2-16,0 0 0 0,0-3 0 16,0-2-1-16,0-3 1 15,3-1 0-15,3-3 0 16,2 0 0-16,2-6-1 16,-2 1 7-16,4-1-5 15,0-2 3-15,-1-1-1 16,4 0-3-16,-2 0 1 0,1-4 2 15,-1-3-2-15,1-4 1 16,-3-2 1-16,-4 0 1 16,2 0 0-16,-4-2-2 15,-3 0 1-15,-1 1-2 0,-1 4 0 16,0-1-3-16,0 5-1 16,-2 0-6-16,-3 4 10 15,-3 2 0-15,1 0 0 16,-1 2-2-16,-1 10 2 15,-2 2-1-15,0 2-1 16,4 2 2-16,-1-1-1 0,4-1 0 16,4-1 0-16,0-2-1 15,0-4 0-15,3 2-1 16,8-4-1-16,1-2-5 16,5-1 8-16,1-4-19 15,4 0-47-15,1-2-51 0</inkml:trace>
  <inkml:trace contextRef="#ctx0" brushRef="#br0" timeOffset="44575.13">23900 7856 138 0,'0'0'55'0,"0"0"-23"0,0 0-2 15,0 0-21-15,0 0-9 0,0 0-6 16,0 0 12-16,0 0-28 16,0 0-66-16</inkml:trace>
  <inkml:trace contextRef="#ctx0" brushRef="#br0" timeOffset="44722.21">23913 7974 184 0,'0'0'14'0,"0"0"12"16,0 0-18-16,0 0-8 16,0 0-3-16,0 0-1 0,0 0 5 15,26 12-29-15,-12-16-42 16</inkml:trace>
  <inkml:trace contextRef="#ctx0" brushRef="#br0" timeOffset="45223.47">24135 7811 102 0,'0'0'13'16,"0"0"-7"-16,0 0 0 15,0 0 1-15,0 0 1 16,0 0 0-16,0 0 1 15,0 0 3-15,-25-7 10 16,23 6 4-16,2-1-5 0,0-2-3 16,0 1-9-16,3-1-2 15,6-1-3-15,3 1 0 16,-1 1-2-16,0 2 0 16,1-2 0-16,-1 3-2 15,0 0 1-15,-6 0-4 16,-1 4 0-16,-2 2-5 0,-2 3 0 15,0 1 5-15,-4 2 4 16,-6 0 0-16,-3 3-1 16,-3-1 0-16,2-1 0 15,1 1 1-15,0-2-1 0,2-1 0 16,0-4 0-16,8 0 1 16,-3-3-1-16,3-2 1 15,3-1 0-15,0-1 8 16,1 0-3-16,8 0 6 15,4-5 3-15,5-2 0 0,4-2-8 16,1 2-5-16,5 0-1 16,4 0-1-16,0 1-1 15,3-1-26-15,-2-2-64 16</inkml:trace>
  <inkml:trace contextRef="#ctx0" brushRef="#br0" timeOffset="46818.05">18777 10996 113 0,'0'0'4'0,"0"0"19"0,0 0 8 0,-34-49-9 15,30 36-7-15,-3 0-1 16,3 4 0-16,2 1-9 15,1 1 2-15,-1 4-4 16,2 2-2-16,0 1 0 0,0 0-6 16,0 11 1-16,0 6 3 15,0 8 2-15,0 4-1 16,0 10 0-16,5 5 0 16,4 8 0-16,-2 9 0 0,1 7 0 15,0 9 1-15,0 10-1 16,-4 8 0-16,-1 11 0 15,-3 4 0-15,0 8-1 16,0 5 2-16,0 5-1 16,0 1 3-16,0 3 4 15,4 3-3-15,3 0 3 0,2 1-2 16,4 0 3-16,-5-3-2 16,1-2-1-16,-1-3-1 15,-2-8-3-15,-3-9 1 16,-1-12-2-16,-2-11 0 15,0-14 0-15,2-14 0 16,-2-19-3-16,0-22-42 0,0-19-128 16</inkml:trace>
  <inkml:trace contextRef="#ctx0" brushRef="#br0" timeOffset="47558.07">18761 10850 199 0,'0'0'9'0,"0"0"27"0,0 0-14 0,0 0-20 0,0 0-1 16,0 0 4-16,36-25-4 16,-18 18 0-16,2 0 0 15,0 0-4-15,5-1-6 16,0 1-1-16,5 0 3 0,2 0 7 15,5 3-1-15,7-2 1 16,4 3-3-16,8-1 4 16,7 4-1-16,4-3 2 15,7 3-2-15,3-1 1 0,11-2-1 16,2 0-1-16,8-3 1 16,10-1-2-16,6-3-2 15,10 0 3-15,8-1 5 16,7 1-4-16,6 1 6 15,1 2-3-15,1 0-2 16,2 3 0-16,-1 3 1 0,-3-1-1 16,-4 2-1-16,0 0 1 15,-5 0 2-15,-3 3 0 16,-7 1 1-16,-4-1-2 16,-8-1-2-16,-6 1 1 15,-10-1 1-15,-9 1-2 0,-9-2 0 16,-13 1-10-16,-8-1-9 15,-7 1-17-15,-11-2-12 16,-9 0-14-16</inkml:trace>
  <inkml:trace contextRef="#ctx0" brushRef="#br0" timeOffset="47992.84">22768 10656 228 0,'0'0'22'0,"0"0"3"0,0 0-17 0,0 0-6 16,0 0-4-16,0 0 1 15,0 0 0-15,0 0 2 16,0 0-1-16,-19 54 0 16,17-27 0-16,-2 7 0 15,-2 7 1-15,2 7-2 0,-1 6 2 16,-1 3-2-16,2 7 1 15,2 4 1-15,1 4-1 16,-1 3-1-16,-3 4 2 16,3 3-1-16,0 3 0 15,-1 4 0-15,-3 0 1 0,2 5 0 16,-1 5 2-16,-1 2 1 16,1 4 2-16,-2 7-2 15,2 4-2-15,1 3-2 16,-2 0 1-16,2 1 0 15,-2-2-1-15,4-4 0 0,-1-2 1 16,0-5 1-16,0-8 1 16,-3-3 1-16,-4-4-1 15,-1-9-2-15,-4-6-1 16,-7-4 0-16,-3-7-14 0,-2-14-52 16</inkml:trace>
  <inkml:trace contextRef="#ctx0" brushRef="#br0" timeOffset="48678.44">18865 14009 167 0,'0'0'-2'0,"0"0"11"0,-41 0 4 0,36 0-10 0,5 0-2 15,0 1-3-15,0 2-5 16,9-3 2-16,9 0 16 16,2 0-1-16,6 0-8 15,8 0 0-15,4 0 0 0,6-3-2 16,9-1-1-16,7-1 11 16,11-1 1-16,6-3-4 15,13-2 1-15,10-3-2 16,12-2 1-16,11-5 6 15,8-2 0-15,13-1 0 16,12-2 2-16,9-1 1 0,10 3-1 16,5-3 0-16,10 5-4 15,3 0-4-15,-1 2-3 16,-4 3-2-16,-3 2 0 16,-9 3 3-16,-10 1-4 0,-15 1 1 15,-14 0-3-15,-15 2-6 16,-16 0-12-16,-20-3-9 15,-18-5-17-15,-22-4-52 16</inkml:trace>
  <inkml:trace contextRef="#ctx0" brushRef="#br0" timeOffset="49543.13">19546 10785 70 0,'0'0'-10'0,"0"0"-1"0,0 0-3 0,0 0 13 16,0 0 4-16,0 0 16 0,0 0 13 16,0 0 0-16,-36-43-3 15,36 36-7-15,0-2 2 16,0 4-10-16,-2 1-2 16,2 1-1-16,0 0-1 15,-3 3 6-15,3 0-10 0,0 2-12 16,0 7 0-16,0 10 13 15,0 4-2-15,-1 9-5 16,0 12 0-16,0 9 1 16,0 11 0-16,1 14-1 15,0 13 1-15,0 14-1 16,0 13 0-16,0 9 1 0,0 4-1 16,0 0-1-16,0-3 1 15,3-4 0-15,4-4 0 16,3-1 1-16,-3-1 8 15,3 6 2-15,2 1-2 16,-4 3-1-16,0 1-2 0,-1-3-4 16,-1-5 0-16,-5-9-1 15,0-5 0-15,0-15 0 16,-1-11-1-16,0-13 0 16,1-10-1-16,0-11-3 15,1-7-5-15,-1-12-6 0,2-6-9 16,2-11-27-16,6-8-10 15,-3-3-22-15</inkml:trace>
  <inkml:trace contextRef="#ctx0" brushRef="#br0" timeOffset="50163.9">20311 10558 201 0,'0'0'5'0,"0"0"11"0,1-39 0 0,-1 38 4 15,0 1-8-15,0 7-12 16,-3 10 2-16,-1 6 0 0,-2 8-2 15,4 5 1-15,1 8-1 16,1 6 0-16,0 10 0 16,1 7 0-16,4 6 0 15,3 9 0-15,-2 10 0 16,2 6 0-16,2 8 0 16,0 8 0-16,-1 7-1 0,2 9 1 15,0 6 1-15,-3 7 0 16,-1 9 3-16,0 4 1 15,1 8 4-15,0-1 0 16,1 0-4-16,2-6-2 0,0-13-1 16,2-8 1-16,1-13-3 15,-4-11 2-15,2-11-1 16,-1-13 4-16,0-10-4 16,1-7 0-16,1-11-1 15,3-8 0-15,-2-12-1 16,3-12-18-16,-1-17-33 15,2-11-73-15</inkml:trace>
  <inkml:trace contextRef="#ctx0" brushRef="#br0" timeOffset="50697.2">21269 10616 266 0,'0'0'5'0,"0"0"17"0,0 0-3 0,0 0-12 15,0 0-7-15,0 0 0 0,0 0 0 16,-25 55 0-16,30-9-1 16,1 11 1-16,-2 12 0 15,1 14 0-15,-3 16 0 16,-2 10 0-16,0 14 0 15,0 11-1-15,0 11 2 0,0 9-1 16,0 5-1-16,0 7 1 16,5 1 0-16,3-5 0 15,6-1-1-15,2-5 2 16,0-7 0-16,-1-7 0 16,-2-8 1-16,1-9 2 15,-6-9 2-15,0-6 1 0,-3-10-4 16,-1-4 0-16,-2-5-2 15,-2-8-1-15,0-12 0 16,1-12-23-16,0-17-17 16,1-21-50-16</inkml:trace>
  <inkml:trace contextRef="#ctx0" brushRef="#br0" timeOffset="51216.38">21890 10522 315 0,'0'0'-22'0,"0"0"28"0,0 0 2 16,0 0-12-16,0 0 5 0,5 49 0 15,3-7-1-15,2 12 1 16,1 14 0-16,0 13-1 16,1 13 1-16,0 11-1 15,2 16 1-15,-6 11-1 16,-1 10 0-16,-2 3 0 16,-3 5 0-16,0-1 0 0,-2-1 7 15,0-3 7-15,2-7-4 16,3-6-1-16,2-2 1 15,-2-4 0-15,1-5-4 16,-1-4-5-16,-3-5-2 0,-2-6 2 16,0-10-8-16,-9-13-25 15,-6-20-50-15</inkml:trace>
  <inkml:trace contextRef="#ctx0" brushRef="#br0" timeOffset="51879.01">18671 11404 180 0,'0'0'-2'0,"0"0"1"15,0 0-6-15,0 0-1 0,0 0-4 16,52 22 9-16,-19-20 4 15,11-2 4-15,8 0-5 0,11 0 4 16,9-7-1-16,11 0 2 16,12-3 1-16,13-1 12 15,9-2 9-15,16 0 4 16,10-1-4-16,10 1-7 16,12 1-3-16,11-1-5 15,10 1-4-15,2 2-6 0,4-1 0 16,7 1-1-16,-2 3 0 15,-4-3-1-15,-5 3-1 16,-4 0-2-16,-7-3 0 16,-12 4 4-16,-10 1-1 15,-9-1 0-15,-18 0 1 0,-13 5-1 16,-20-1-7-16,-18 2-27 16,-25 0-32-16,-27 0-35 15</inkml:trace>
  <inkml:trace contextRef="#ctx0" brushRef="#br0" timeOffset="52355.04">19125 11766 297 0,'0'0'-5'0,"0"0"7"0,0 0-12 16,41 9 10-16,1-5 0 0,9-1 0 15,10-2 0-15,12-1-2 16,10 0 6-16,8 0-2 16,10 0-2-16,11 0 1 15,9-1 0-15,13-5-1 16,8-1-2-16,15-1 2 16,7-2-2-16,5 1-1 0,12-1 5 15,5 1 2-15,0 4 8 16,1 4-2-16,-2 1-1 15,-3 0-4-15,-6 3-3 16,-13 2 1-16,-10 2-3 0,-15 0 0 16,-20 0-13-16,-18-2-7 15,-23-1-7-15,-21 2-34 16,-26-2-46-16</inkml:trace>
  <inkml:trace contextRef="#ctx0" brushRef="#br0" timeOffset="52823.95">19096 12583 280 0,'0'0'1'0,"0"0"-1"0,0 0-1 16,0 0 0-16,-7 43-3 0,32-37-4 15,11-4 8-15,9-2-2 16,14 0 11-16,12-2-9 15,17-9 3-15,12-3 0 16,15-3-2-16,16-3 0 16,13-2 0-16,16-1-1 15,10-4 1-15,12 0 3 0,4-3 6 16,9 0 9-16,7 1-3 16,2-3-1-16,2 5 1 15,2 2-1-15,0 2-7 16,-9 1-4-16,-8 4-3 0,-14 4-1 15,-18 0-23-15,-23 4-16 16,-29 1-5-16,-24 6-28 16,-31 1-35-16</inkml:trace>
  <inkml:trace contextRef="#ctx0" brushRef="#br0" timeOffset="53280.07">19083 13177 250 0,'-41'5'-2'0,"13"-3"4"0,10 1 0 16,10 0 4-16,8-3 8 15,8 0-22-15,19 0 8 16,10-1 8-16,15-8-1 16,13 0-2-16,9-4-3 15,15 0 2-15,15-4-3 0,13-4 0 16,14-1 0-16,11-4-1 15,18 0 1-15,15-4 2 16,7-1 9-16,9 4 1 0,4-3 0 16,8 5-1-16,-1-1 1 15,-3 4 3-15,2 2-5 16,-3 4-2-16,-7 6-6 16,-12 3-2-16,-15 7-1 15,-18 0-31-15,-23 2-19 16,-25 7-7-16,-23-2-72 0</inkml:trace>
  <inkml:trace contextRef="#ctx0" brushRef="#br0" timeOffset="54418.72">18837 13594 167 0,'13'1'23'0,"4"-1"-21"0,9 0 9 0,8 0 4 15,8-2-6-15,9-4-5 16,8-1 0-16,10-1-3 15,7-2 0-15,8-4 0 16,8-1-1-16,8 1 0 0,9-5-4 16,7-2-6-16,7 0 7 15,8-5 1-15,8 1 2 16,6-2 8-16,3-2 10 16,2 2 3-16,4 1-7 15,0 1-5-15,-2 2-3 0,-6 1-4 16,-4 2 0-16,-9 0-13 15,-10-2-81-15</inkml:trace>
  <inkml:trace contextRef="#ctx0" brushRef="#br0" timeOffset="56697.52">18965 10724 14 0,'1'0'32'0,"1"0"-3"0,-1 0-9 0,1 0-5 0,-2 0 2 15,2 0-8-15,-2 0-4 16,0 0 14-16,0 0 9 16,0 0-5-16,0 0-7 15,0 0-2-15,0 0-5 0,0 0-5 16,0-3-1-16,0 3 2 15,0-1-1-15,0-1 1 16,0 1 4-16,0-1-6 16,0 0-1-16,0 0-3 15,-2 1 1-15,2-2 1 0,0 1-1 16,0 1 0-16,0 0 0 16,0-1 0-16,0 1-5 15,0-1 5-15,0 1 2 16,0 0-1-16,0-1-1 15,0 2 0-15,0-1 0 0,0-1 0 16,0 2 0-16,0-3 0 16,0 2 1-16,0 0-1 15,0-1-1-15,0 1 0 16,0-1 0-16,0 1 1 16,0 0 0-16,0 0-2 0,0-1 2 15,0 2 0-15,0 0-2 16,2 0-4-16,-2 0-11 15,0 0-5-15,1 0-8 16,-1 5-11-16,0-1 3 16,0-1-13-16</inkml:trace>
  <inkml:trace contextRef="#ctx0" brushRef="#br0" timeOffset="58184.09">18769 10830 64 0,'0'0'9'0,"0"0"-6"0,0 0 7 15,0 0 3-15,0 0-2 0,0 0 4 16,0 0 7-16,0 0-4 15,0 0-4-15,0 0-7 16,0 0-7-16,0 0 1 16,0 0 0-16,-12 3 0 15,9 11 0-15,-1 3-1 16,0 2 1-16,1 2-1 0,0 1 1 16,0 3-2-16,-2-1 1 15,3 2 1-15,-1-2-1 16,2 0 0-16,0 0 1 15,1-1-1-15,0 1 3 16,0 2-1-16,0 1-2 0,0 1 0 16,0 5 0-16,0-2 0 15,0 3 1-15,0 3-1 16,-2 0 0-16,-4 2 1 16,1-1 0-16,-1 0-1 15,0-1 0-15,2-1 1 0,2-4-2 16,-2 1 2-16,2 1-1 15,0-3 3-15,2-1 1 16,-1 1-4-16,-1-1 2 16,0 0-1-16,-3 0 0 15,1 1-1-15,-1 0 0 0,-1 3 1 16,1 2 0-16,-2-1-1 16,1-4 1-16,0-3-2 15,1-6 1-15,3-2 1 16,1-7-1-16,1-2 0 15,0-1 0-15,0 0 0 16,0 2 0-16,0 2 0 0,0-1 0 16,0-1 0-16,0 4 1 15,0-5-1-15,0 3 0 16,1-4 0-16,0 2 0 16,0-2 0-16,2 0-1 0,-2-2 0 15,3 1-2-15,-1 0 1 16,2-1 1-16,-1 0 1 15,0 1 1-15,-1-1 0 16,-1 6 0-16,1-2-1 16,0 4-2-16,1 2 2 15,-1-2-1-15,2 1 0 0,1 1 3 16,-3-4-3-16,3-1 0 16,-2-4 1-16,1 2-4 15,4-1 5-15,-5-3-1 16,3 1 1-16,-1 2-1 0,4 0 2 15,-4-1-1-15,1 0-1 16,4 0 0-16,-3-3-6 16,3 1 9-16,1-3-7 15,3-2 3-15,1-2 2 16,5 0 3-16,0 0 1 0,3 0-1 16,0-2-2-16,3-2 0 15,-1 3 1-15,1-1-2 16,5 0-1-16,-3 0 1 15,3-1-1-15,3 0 0 16,2-1 3-16,7-1 7 16,-2-1 1-16,5-3-3 0,0-1-2 15,1 2 1-15,0-1 1 16,-1 0-2-16,-1 1-3 16,0 2 0-16,-2-1-2 15,-1 3-1-15,-2 1 1 16,-2-1-1-16,-4 4 1 0,-1-3 0 15,-5 0-2-15,-4-1-25 16,-5-7-62-16</inkml:trace>
  <inkml:trace contextRef="#ctx0" brushRef="#br0" timeOffset="60097.8">19086 10643 70 0,'0'0'9'0,"-1"0"16"0,-1-1 4 0,2-1-3 15,-2-1-5-15,-1 2 4 16,2-2-6-16,-2 0-9 16,3 1-6-16,0 0-1 15,-2-1-2-15,2 0 2 16,-1 0-1-16,0-1 0 0,0 3 1 15,1-3-1-15,-2 2 0 16,2-1 0-16,0-1-2 16,0-3-1-16,0 0-2 15,0-2 5-15,3-1-4 16,3-1 5-16,-1 2-2 16,-2-2-2-16,1 1 2 0,-1 0-1 15,2 0 0-15,-4 3 0 16,2-1 0-16,0-1 0 15,2 3 1-15,-3-1-1 16,0 0 0-16,1 0-1 16,1 0 1-16,0 0-1 0,1-2 1 15,0 2-2-15,2-1 4 16,-1-1-2-16,1 1 0 16,0-1-2-16,2 2 3 15,-1 0-3-15,0 1 3 0,1-1-2 16,1 1 2-16,-3 0-2 15,3 1 2-15,2-2-1 16,-5 3 1-16,3-2-1 16,-1 0 0-16,1 1 0 15,-1-1 0-15,-1 0 1 16,-1 2-1-16,-2 0 0 0,1 0 1 16,-2 0-1-16,3 2 1 15,-3-1-2-15,6 0 2 16,-3 2-2-16,3-2 1 15,2-1 0-15,-1-1 0 16,0 1 0-16,1 1 0 0,-1-1 0 16,3 3 0-16,-3-2 0 15,2 0 0-15,0 0 0 16,0 2 0-16,1-2 0 16,-1 1 0-16,1 0 0 15,1 0-2-15,-2 1 3 0,3 1 0 16,-5 0 0-16,3 0 1 15,-4 0-2-15,1 0 0 16,1 3 1-16,-2 1-1 16,1-1 2-16,-3 1-2 15,1 0 0-15,0-1 0 0,-1 3 0 16,0-2 0-16,0 3 0 16,0-1 0-16,1-1 0 15,-2 3 0-15,1-1 0 16,-1 0 1-16,0 3-1 15,-1-2 0-15,1 1-1 0,-3-1 2 16,0 2-1-16,0-1 1 16,2-1 0-16,-3 2 0 15,1-1-1-15,2 1 0 16,-4-1-4-16,1 2 1 16,-1 0 6-16,0-1 0 15,0 3-2-15,1-1 0 0,-3 1 0 16,2-3 0-16,0 1-1 15,-1 1 0-15,1-2 1 16,2 0-1-16,-2 1 0 16,-1 0 0-16,2 1 0 0,0-2 0 15,1 0 2-15,-2 1-2 16,0-1 0-16,-2-3 0 16,0 3 0-16,2-3 1 15,-2 0-1-15,0 2 1 16,0-4-1-16,0 1 0 0,0 0 1 15,0-2 0-15,0 0-1 16,0-1 1-16,0-1-1 16,0 0 1-16,0 0 0 15,-2-1-1-15,2 2 0 16,0-2 0-16,0 1 0 0,0-2 1 16,-2 4-1-16,2-2-1 15,0-1 0-15,0 2 0 16,-2 0 2-16,0 1-1 15,0-1 3-15,2 0-3 16,-2 0 1-16,1 1-1 0,0-3-1 16,1 3 1-16,-1 0-6 15,-1-2-50-15,0-2-57 16</inkml:trace>
  <inkml:trace contextRef="#ctx0" brushRef="#br0" timeOffset="60688.77">19724 10701 66 0,'3'2'1'0,"-1"-1"2"0,1 2-1 16,-1 0 2-16,1 0 4 15,0 1 7-15,1 0-4 0,0 0 1 16,2-1-2-16,-1 0-2 16,1 1 3-16,1-2 1 15,-1-1 0-15,3-1-1 16,0 0-2-16,-3 0 4 16,3 0 2-16,-1-3 0 0,1-4 1 15,-1-1-5-15,2-4-1 16,0-2-6-16,-1 0-2 15,0-4-1-15,1-2-11 16,0-5-52-16,-5-4-74 16</inkml:trace>
  <inkml:trace contextRef="#ctx0" brushRef="#br0" timeOffset="65641.44">19040 10663 109 0,'-5'1'2'0,"2"2"-1"0,0-2 0 0,1 2-1 15,2-1 1-15,-2-2-1 16,0 1 1-16,1-1 8 16,0 0 26-16,1 0 6 15,0 0-17-15,0 0-13 16,0 0-6-16,0 0-3 0,0 0-1 15,0 0-1-15,0-3 0 16,0-1 1-16,0 0 0 16,0-2 1-16,0 2 1 15,0 0-2-15,0-2-1 16,1 2 1-16,0-1-1 0,1 1 0 16,-2 0 1-16,0 0-1 15,0-1 1-15,0-2-1 16,0 0 1-16,2 0-1 15,0-3 0-15,-2 0 0 16,2 2 0-16,1-2 1 0,-1 0-1 16,2 1 0-16,-2-1 1 15,-1 0-2-15,3 2 2 16,-2-2-1-16,0 2 0 16,-1 0 1-16,1 3-1 15,-2-1 0-15,0 3 1 16,0-1 1-16,0 2-4 0,0 0 4 15,0 0-4-15,2 2 1 16,-2 0 1-16,0-1-5 16,0-1 2-16,0 1 2 15,1-2 2-15,-1-1 0 16,0 0 1-16,1-2 2 0,0 0 3 16,1 0-5-16,2-3 3 15,1 0-1-15,2-2-3 16,0-1-1-16,3 1 0 15,-1-2 0-15,3 0 0 16,-1-1 0-16,2 1 0 0,0-2 0 16,3 1 0-16,2-2 1 15,2-1-2-15,0-2 1 16,3 1 2-16,3-3-3 16,1 1 2-16,2-2-2 15,-2 3 0-15,2-1 1 0,-3-1 0 16,4 3 0-16,-1 0 0 15,1 2 1-15,4 2 0 16,-1 3-1-16,4 1 1 16,-4 3-1-16,3 0 1 15,-2 2-1-15,1 2 0 0,-3 1 0 16,-1 0 1-16,0 1-1 16,-1 0 0-16,-1 1 0 15,0 0 1-15,0 0-2 16,0 0 2-16,0 0-1 15,2 0 0-15,-4 4 0 0,-2 0-1 16,-2 3 2-16,0 0-1 16,-3 0-1-16,0 3 2 15,-2 0-1-15,1 2 0 16,0-1-1-16,-2 0 1 16,0 3 0-16,1-1 0 15,0 1 0-15,-4 2 0 0,4-2 0 16,-3 2 0-16,1 1 0 15,1-1 1-15,-1 1-1 16,-2 2 0-16,0-2 0 16,0 1 0-16,-1 1 0 0,-1-2 0 15,-2-1 0-15,0 1 0 16,0 0 1-16,0-3-1 16,-3 2 0-16,2-2 0 15,-2 3 0-15,1-4 0 16,-5 1 1-16,2-1-1 15,1 1 0-15,-4-1 0 0,1 0 1 16,0 1 0-16,2 0-1 16,-3 0 2-16,1-2-2 15,-1 0 0-15,2-1 0 16,-1-2 0-16,-1 0 1 16,0-2-1-16,-1 0 1 0,0-3 4 15,0 1 1-15,-1-2-1 16,0 1-2-16,0-3-1 15,0 3 0-15,0-1 1 16,0 0-2-16,0-2 0 16,0 1-1-16,0 0 1 0,0-1-1 15,0 2 0-15,0-1 0 16,0 3 0-16,0-2-2 16,-2 1-13-16,-3 0-18 15,2-1-21-15,-4-3-34 16</inkml:trace>
  <inkml:trace contextRef="#ctx0" brushRef="#br0" timeOffset="66062.03">20480 10615 88 0,'2'1'1'0,"0"-1"1"0,1 1 2 0,0-1 1 15,1 1 4-15,0 1-1 0,-2 1-4 16,0 2-2-16,1-1 4 15,1 1 1-15,1 1 2 16,-1 1 0-16,5-2 0 16,-4 0 3-16,3-2 3 15,-3-2-2-15,4 1 1 16,-3-2 8-16,3 0 3 0,-1-4-6 16,3-7-1-16,0-3-3 15,2-3-7-15,1-4-2 16,-2-5-6-16,2-1 1 15,-1-2-2-15,1-4-12 16,-3-4-38-16,0-7-98 0</inkml:trace>
  <inkml:trace contextRef="#ctx0" brushRef="#br0" timeOffset="68225.57">22641 8626 88 0,'0'0'13'0,"0"0"-6"0,0 0 2 16,0 0-2-16,0 0-3 16,0 0 0-16,52-11-3 15,-30 7 3-15,5-1-2 16,1 0 3-16,6 0-1 15,3-2-1-15,4 2-1 0,5-2 0 16,2-1-2-16,1 1 4 16,1-1-3-16,3-1-1 15,1 1 1-15,-2-1-2 16,5 0 2-16,0 0-1 16,2-1 0-16,2 2 0 0,1-1 0 15,1 0 0-15,-2 2 1 16,4-1 4-16,-2-2 1 15,1 1-3-15,-3 0 1 16,2 0 1-16,-3 0-2 16,-1-2 0-16,-3 1-2 0,0 0 0 15,-9 0-1-15,0 1 2 16,-8-1 1-16,-2 2-3 16,-3-2 2-16,-3 0 2 15,-4 2-3-15,0-2 5 16,-1 0-2-16,-2 0 2 0,-1-1-4 15,-4 0 2-15,-1-1 0 16,-6 1 3-16,-4-4 2 16,-2 2 1-16,-4-1-3 15,-1 0-4-15,2 0-1 16,0-2 0-16,1 3-1 0,0-1-1 16,1 0 0-16,2-2 0 15,-3 2 0-15,0 0 0 16,-1-3 0-16,-3 3-5 15,0-2-3-15,0-2 2 16,-1 0 3-16,-6 0 3 16,0-1-2-16,-1 1-1 0,0-2 1 15,1 2 0-15,-1-2 0 16,0 1 0-16,0 1 1 16,1-1 0-16,1 1 1 15,0 0 0-15,-1 2 1 0,1 0 0 16,0 1 0-16,0 3 0 15,-2-2 1-15,1 5 1 16,-2 0 1-16,3 0-1 16,-3 3-2-16,1-1 0 15,-1 0 0-15,-1 2 0 16,1-1-1-16,0 0 0 0,-4-1 1 16,1 0-1-16,-2 0 0 15,-1-2 1-15,0 1-1 16,-5-1 0-16,2 0 1 15,0 0-2-15,-4 0 2 0,3 1-3 16,-3 1 2-16,2 1 1 16,-3 0-3-16,1 2 6 15,1 3-2-15,-4-1-2 16,-1 2 0-16,0 0-3 16,-3 0 2-16,-2 0 0 0,-3 2 2 15,0 3-1-15,1 2 1 16,-3-1-1-16,-2 3 0 15,-1 1 0-15,-4-1 1 16,-3 4-1-16,-4-1 0 16,-3-1 2-16,-1 2-2 15,-4-2 1-15,-3 1 1 0,-1-1-2 16,-1-1 0-16,2 0 1 16,3 0 0-16,3-2-1 15,3-1 0-15,4 1 1 16,0-1-1-16,1 0-1 15,-2 0 2-15,4 0-1 0,0-3 0 16,-2 3 1-16,1 0-2 16,3 0 1-16,0-1 0 15,1 3 1-15,2-1-1 16,1-2-1-16,6 1 2 16,1-1-1-16,4-1 0 0,6-2 0 15,1 1 0-15,4-1 0 16,1 1 1-16,3 0-1 15,-1 1 0-15,2-1 0 16,-1 1 0-16,3 0 0 16,0 1 0-16,1-1 0 0,1 1 1 15,3-1-2-15,1 0 2 16,0 2-2-16,2-1 2 16,-1 2 0-16,3 2 0 15,0 0-1-15,0-1-1 16,0 5 1-16,0-3-1 0,6 2 1 15,0 2 1-15,-2-1-1 16,2-2 1-16,-1 3-1 16,-1-1 0-16,0-1 0 15,-1 1 0-15,-1 0 0 16,-2 0 2-16,0 2-2 0,1 0 0 16,-1-1 0-16,1 2 0 15,0-1 0-15,-1 1 0 16,0 1 0-16,1 2 1 15,0 0-1-15,-1 2 1 16,2 0-2-16,0 1 1 0,0-2 0 16,0 2 0-16,-1 1 0 15,-1-1 0-15,1 0 0 16,0-1 0-16,0 1 0 16,0-2 0-16,0-1 0 15,3-3 0-15,0-1 0 16,1 1 0-16,3-6-1 0,3-1-3 15,1 1 5-15,7-4 0 16,6-2 5-16,6-1-4 16,13-3 0-16,10-1 0 15,12 0-2-15,4 0 0 0,5-10-48 16</inkml:trace>
  <inkml:trace contextRef="#ctx0" brushRef="#br0" timeOffset="69001.86">24655 7903 46 0,'0'5'2'0,"-3"-2"2"0,2-1 5 0,1 0 1 0,0-1 2 16,0-1 1-16,0 0 10 15,0 0 32-15,0-1-23 16,4-6-13-16,1-2-3 0,5-1-5 16,5-3-5-16,1 0-3 15,7-2-5-15,4-2 5 16,3 0-1-16,3-2-12 16,1-2-53-16,1-2-58 15</inkml:trace>
  <inkml:trace contextRef="#ctx0" brushRef="#br0" timeOffset="79360.94">3395 6385 9 0,'0'0'13'0,"41"0"-2"0,-22 0-6 0,2 0-1 0,1 0 0 0,0 0 0 16,1 0 2-16,1 0 0 15,1 3 1-15,5 0-6 16,0 1 0-16,4 0 0 0,-2 0-1 16,3 2 0-16,0-2 1 15,1-1-1-15,0 1 0 16,2-2 0-16,0 2 0 15,4-2 4-15,-3-1 3 16,1 2-1-16,0-3 1 0,3 0 2 16,1 0 0-16,0 0-3 15,6 0-2-15,0 0-3 16,0 0 0-16,2 0 0 16,0 1-1-16,-4 2 0 15,2 0 1-15,2 1-1 0,-4 1 0 16,6 0 0-16,-2 1 0 15,-1-2 1-15,2 1-1 16,0 0 0-16,1-1 0 16,3 0 0-16,1 0 0 15,-2-1 0-15,4-1 0 16,-4 1 0-16,2 1 2 0,-1 1-4 16,2 0 2-16,1-2 0 15,-2 2 0-15,1-3 2 16,-1 1-2-16,0-2 0 15,-2-1 0-15,-1 0 0 0,-1 0 0 16,-2 0 2-16,2 0 0 16,-1 0 1-16,0 0-1 15,2 0 1-15,3 0-2 16,-6 0 0-16,5 0 0 16,-4-3-1-16,0 2 1 15,2-1-1-15,-1 1 0 0,1 0 0 16,1 1 0-16,-2 0 1 15,1 0-1-15,1 0 0 16,0 0 0-16,3-3 0 16,3 0 0-16,-2-1 1 15,1-3-1-15,-1 1 0 0,-3 2 1 16,1 2-2-16,-5-2 2 16,1 3-1-16,-1-1 1 15,-2 2-2-15,1-4 1 16,2 1 1-16,0 0 2 15,1-1 2-15,1-2 0 0,0 2 1 16,-2 0-2-16,-2 1-1 16,0 0 1-16,2-1-2 15,-2 1 0-15,1 2-1 16,-2-2 1-16,2 0-1 16,-1 0 0-16,0-1-1 0,2 2 0 15,0 0 0-15,-3 0 1 16,1-1-1-16,1 1 0 15,-2 0 0-15,-1-1 0 16,3 1 0-16,-2 0 1 16,1-1 1-16,-2 0-2 0,0-1 0 15,0 1 1-15,-4-1-1 16,0 2 0-16,2 0 0 16,-1-1 0-16,-2 0 2 15,-2 2-2-15,1-1 0 16,-3 1 0-16,1-2 0 0,-2 1 0 15,1 0 0-15,-1-1 0 16,0 1 1-16,-2-1-1 16,0-1 0-16,0 4 1 15,-4-2-1-15,1 0 0 16,-1 1 0-16,1-1 1 0,1 2-1 16,0-3 0-16,2 2 1 15,0-2-1-15,-2 0 0 16,2 2 0-16,0-1 0 15,-2 1 0-15,2-2 1 16,2 2-1-16,0-1 0 0,2 0 0 16,-1 0 0-16,-3-1 0 15,-1 2 1-15,-1-1-1 16,0 1 0-16,-5-2 0 16,3 2 0-16,2-1 0 15,0 1 0-15,-3 0 0 0,5-1 0 16,-3 2 0-16,1 0 0 15,-2 0 0-15,0 0 0 16,-2 0 1-16,-1 0-2 16,0 0 2-16,0 0-1 15,-2 0 0-15,1 0 0 0,3 0-1 16,-4 0 2-16,-1 0 0 16,1 0-1-16,-2 0 0 15,0-1 2-15,0 1 0 16,-2-3 0-16,2 3-1 15,2 0-1-15,0 0 1 16,2-3 0-16,2 3-1 0,1-3 0 16,1 0 1-16,1 0-1 15,-4-1 0-15,1 1 0 16,-2-1 1-16,0 0-1 16,-1 2 0-16,1-2 1 15,0 4-1-15,-2-2 0 0,-1 2 0 16,1 0 0-16,-3 0 0 15,-1 0 1-15,-4 0-1 16,2 0 0-16,0 0 0 16,0 0 0-16,2 0 0 15,2 0 2-15,1-1-2 0,3 0 0 16,0-2 0-16,0 3 0 16,0-3 0-16,1 3 0 15,-3-1 0-15,-2-1 0 16,0 1 0-16,0 1 0 0,0-1 0 15,-3-1 0-15,1 2 0 16,1 0 0-16,1 0 0 16,-2 0 0-16,2 0 0 15,-5 0 0-15,3 0 0 16,-1 0 0-16,-1 0 0 16,-1 0 1-16,2 0-1 0,-1 2 0 15,0-1 0-15,0-1 0 16,0 0 0-16,0 1 0 15,1 1 0-15,-2-2 1 16,0 0-2-16,3 0 1 16,0 0 1-16,0 0 0 0,1 0 0 15,1 0 1-15,4 0-1 16,-2 0-1-16,3 0 0 16,1 0 1-16,0 0-1 15,-2 0 0-15,2 0 0 16,0 0 0-16,-1 0 0 0,3 0 0 15,-2 0 2-15,1-2-2 16,1 1 0-16,-1-2 0 16,1 3 1-16,2-1 1 15,-3-1-1-15,1 1 0 16,1-1 0-16,4 1-1 16,-2 0 0-16,3-1 0 0,-2 0 1 15,1-1-1-15,1 1 0 16,-3-2 1-16,0 2-1 15,0-2 0-15,1 3 0 16,-2-1 0-16,3 0 1 16,-4 2-1-16,2 0 0 0,0 0 0 15,-3 0 0-15,2 0 0 16,2 0 0-16,0 0 0 16,1 0 0-16,2 0 0 15,3 0 0-15,-2 0 0 16,1 0 0-16,-1 0 0 0,1 0 1 15,1 0-1-15,-1 0 0 16,4 0 0-16,2 0 0 16,0-2 0-16,2-1 0 15,-2 0 0-15,2-1 1 0,2 1-1 16,-2-1 0-16,3 3 0 16,1-1 0-16,1 1 0 15,3-1 0-15,0 2 0 16,-1 0 0-16,1 0 0 15,0 0 0-15,-4 0 0 16,-3 0 0-16,3 0 0 0,-4-1 0 16,2-1 1-16,2 1-2 15,3 0 1-15,-1-1 1 16,1 2-1-16,1-1-1 16,-2-1 1-16,0 2 2 15,-1-4-3-15,-4 3 1 0,0-2 0 16,-3 0 1-16,-2-1-1 15,2 4 0-15,-5-3 3 16,3-1-3-16,-3 2 0 16,1-2 0-16,-5 1 1 15,0-1-1-15,-3 0 2 0,-1-1-1 16,-1 0 1-16,0-1-1 16,-3 0 1-16,-1 0-2 15,-1 1 1-15,-2-1 0 16,-5 1-2-16,-1 0 2 15,-2 1-1-15,-3 1 1 16,-2 0-1-16,-3-1 0 0,1 4-1 16,-2 0 1-16,-3 0-1 15,-3 0-1-15,-2 0-10 16,-4 7-41-16,0-4-40 16</inkml:trace>
  <inkml:trace contextRef="#ctx0" brushRef="#br0" timeOffset="79944.34">17295 5784 95 0,'0'-5'6'0,"0"2"8"0,0 0-8 16,0 1-4-16,1 2-1 15,1 0-1-15,-1 0 0 0,-1 0-2 16,1 0 1-16,1 1-1 15,-1 4 2-15,2 0 0 16,-1 3 1-16,-1-1-1 16,1 0 0-16,3-1 0 15,1-1 1-15,-1 0 1 16,3-4 4-16,5-1 20 0,6 0 10 16,7-8-9-16,10-8-10 15,11-8-8-15,9-8-2 16,12-6-3-16,9-7-3 15,6-5-1-15,7-4 0 16,6-3-2-16,6-8-21 0,2-2-98 16</inkml:trace>
  <inkml:trace contextRef="#ctx0" brushRef="#br0" timeOffset="82910.88">3653 7575 1 0,'-12'3'13'0,"3"-3"6"0,0 0-6 16,3 0 0-16,1 0 0 0,0 0-3 15,3 0-3-15,2 0-2 16,0 0-4-16,0 0-1 16,0 0 0-16,7 0 1 15,2 3 0-15,2 0-1 16,5-1 2-16,-1 1-4 0,4-1 4 16,2 1-2-16,2-2 0 15,2-1 0-15,0 0 1 16,1 0-1-16,0 0 1 15,2 0-1-15,3 0 0 16,0 0 1-16,2 0-1 0,4 0 1 16,1 0-1-16,0 0 0 15,1 3 0-15,0-2 1 16,-1 2-1-16,0-3 0 16,-3 2 0-16,3-2 0 15,-1 0 0-15,1 0 3 0,1 0 0 16,-1-2 1-16,1-2-2 15,1-2 1-15,-2 3-1 16,1 0-1-16,3 2-1 16,-2-2 0-16,4 3 1 15,-1 0-1-15,-1 0 0 0,1 0 1 16,1 0-1-16,-4 0 0 16,1 0 1-16,1 0-2 15,-2 3 2-15,3 0-1 16,-3-2-1-16,3-1 2 15,-3 0-1-15,0 0 1 0,2 0-1 16,-1 0 0-16,-1-1 0 16,2-2 2-16,3 0 3 15,-5-1-2-15,3 3-1 16,-3-1 0-16,2 1 0 16,-1-2 0-16,-1 1-1 15,0 1 0-15,3-2 0 0,-3 3-1 16,0-1 0-16,-3 1 1 15,0-2-1-15,-1 2-1 16,-2 0 2-16,1 0 0 16,-4 0-1-16,5 0 0 0,0 0 0 15,5 0 1-15,1 0-1 16,-1 0 0-16,5-1 1 16,-4 0-1-16,3-1 0 15,-5 2 0-15,0 0 0 16,1 0 1-16,-4 0-1 0,1 0 0 15,0 0 0-15,-2 0 0 16,2 2 1-16,0-1-1 16,-2-1 0-16,0 0-1 15,2 0 1-15,0 1-1 16,0 1 3-16,-1 1-2 16,1-1 0-16,1-1 1 0,-1 0-1 15,0 0 0-15,0-1 1 16,2 0-1-16,2 0 0 15,-2 0 0-15,3 0 0 16,-3 0 2-16,2 0-1 16,-1 0 0-16,-1 0 0 0,0 0 0 15,1 3 0-15,-3 0 0 16,4 1-1-16,-1 0 0 16,-1 1 0-16,-2 2 2 15,2-1-2-15,0-1 0 16,-2 0 0-16,2 0 1 0,1-2-1 15,-1 3 0-15,0-3 0 16,3-1 1-16,-3 1-1 16,0-3 0-16,-2 3 0 15,3-3 1-15,-1 0-1 16,1 0 5-16,1 0-1 0,1 2-1 16,3-1 0-16,-2 2-3 15,1-2 1-15,-2 2-1 16,0 0 1-16,3-2-1 15,-6 2 0-15,5-1 0 16,-3-1 0-16,1-1 1 16,0 0-2-16,-1 0 3 0,0 2-2 15,3-1 1-15,-3 0 0 16,1-1 0-16,1 0-1 16,1 2 0-16,-1-2 0 15,1 0-1-15,2 0 2 16,-5 0-1-16,6 0 1 0,-2 0-1 15,0-2 1-15,0-2-1 16,1 1 0-16,-2 0-1 16,0 0 2-16,-5 1-1 15,0-1 0-15,-1-1 1 0,1 2-1 16,-1-1-1-16,0 0 2 16,1 2-1-16,-2-2 0 15,0 0 0-15,0 1 0 16,0 0 0-16,-4-1 0 15,3-1 2-15,-6 3-4 16,1-1 4-16,1-1-2 0,-4 3 1 16,1-1-1-16,-4 0-1 15,-1 1 1-15,-3 0 0 16,-2 0 1-16,-1 0-1 16,-2 0-1-16,-1 2-1 15,-3 2 2-15,1 2-2 0,-3 0-6 16,-3-3-42-16,0-2-30 15</inkml:trace>
  <inkml:trace contextRef="#ctx0" brushRef="#br0" timeOffset="84739.81">10060 7611 24 0,'7'0'24'0,"-3"0"-14"0,-1 0-4 0,1-3-3 0,3 1 0 16,-3 0-2-16,1 0-1 15,1 2 0-15,-3-3 0 16,3 3 0-16,-1-2 0 0,-2 0 0 16,3 1 1-16,-2-2 4 15,1 3 2-15,1 0-2 16,-1 0 0-16,4 0-3 16,-2 0-1-16,3 0 1 15,2 1-2-15,3 4 1 16,1-3-1-16,1 0 3 0,4-2 2 15,2 0 4-15,1 0 3 16,3-2-1-16,0-3-1 16,2 0-7-16,2 1-2 15,-2 1 0-15,2 2-1 16,-2-2 0-16,-1 3 0 0,3 0 2 16,0 0-2-16,0 0 0 15,3 0 0-15,1 0 0 16,3 3 0-16,-1 0 0 15,1 1 0-15,1-2 0 16,-1 2 0-16,-1-1 0 0,1-1 0 16,1 0 1-16,-1-2-2 15,3 0 1-15,-3 0 2 16,0 0-2-16,-1-2 1 16,2 1 0-16,-3-2 3 15,1 3-3-15,1-1 0 0,0 1-1 16,0 0 0-16,0 0 0 15,0 2 0-15,-4 4 0 16,1-2 1-16,-3 1-1 16,4-2 0-16,-4-1 0 15,3 1 0-15,3 0 2 0,1-3 0 16,4 3 0-16,0-2 1 16,2 1-2-16,0-1 0 15,0 2 0-15,3 1-1 16,-3-1 0-16,6 3 2 15,1-2-2-15,-3 0-2 0,4 1 4 16,1-4-1-16,0 3-1 16,-1-4 3-16,3 0 7 15,-2 0 3-15,2 0-4 16,0 0-3-16,-5 0-3 16,3 0-1-16,0-2 0 0,-1 0-1 15,2 2-1-15,0 0 2 16,3 0-2-16,0 0 0 15,0 0 0-15,0 0 1 16,1 0-2-16,2 0 1 16,-4 0 1-16,3-3-1 15,0 0 0-15,-2-1 1 0,-1 1-1 16,1-1-1-16,2 1 2 16,0-1-1-16,-2 1 0 15,3-1 0-15,-4 0 0 16,1-1 0-16,-3 1 1 0,0 1-1 15,-1 0 0-15,-3 2 0 16,-2 1 0-16,3 0 1 16,-4 0-1-16,3 0-1 15,-1 0 1-15,0 0 0 16,0 0 0-16,-2 0 1 0,1 1-1 16,2 1-1-1,1-1 2-15,-3 0-1 16,0 0 0-16,1-1 1 0,0 0-1 15,0 0 0-15,-2 0 0 16,4 0 0-16,0 0 1 0,-2 0-2 16,1 0 1-16,2 0 0 15,-1 0 1-15,-1 0 0 16,2 0-1-16,0 0 1 16,0 0-1-16,-2 0 2 15,1 0-1-15,0 0 2 16,1 0-3-16,4 0 2 0,0 0-1 15,1 0-1-15,2 0 0 16,-2 0 1-16,3 0-1 16,0 0 0-16,0 1 1 15,2 3-1-15,-2-1-1 16,3 0 2-16,1 0 0 0,-1-2-2 16,2-1 2-16,1 0-1 15,0 0 0-15,0 0 0 16,-2 0-1-16,-1 0 3 15,1-1-2-15,0-2 2 16,-3 0 0-16,3 2 0 0,2-1-2 16,1-1 3-16,-3 2-3 15,2-2 0-15,0 0 1 16,-1 0 0-16,-5-1 1 16,-1-1 0-16,-2-1 2 15,-2 1-1-15,-2 0 0 0,-3-1-1 16,-2 2 1-16,-2 0-2 15,-1-2-1-15,-6 3 0 16,-5 1 2-16,-2-1-2 16,-6 1 0-16,-4-2-3 15,-1 2 3-15,-4-2-13 0,2 1-23 16,1-7-46-16,1-4-6 16</inkml:trace>
  <inkml:trace contextRef="#ctx0" brushRef="#br0" timeOffset="85287.51">18663 6993 0 0,'0'1'6'0,"0"-1"2"0,0 3 4 0,0-1-1 0,0 2-2 15,0 0-6-15,0 2-1 16,0-1-1-16,0 4 1 15,0-2 1-15,0-1-1 16,0-1 1-16,0 0 1 16,4-4 8-16,3-1 19 15,7-1 38-15,10-13-18 0,10-8-32 16,15-8-9-16,16-8-4 16,12-9-6-16,11-3 1 15,6-4-1-15,6-1-1 16,4 3-10-16,2-2-38 0,5-3-67 15</inkml:trace>
  <inkml:trace contextRef="#ctx0" brushRef="#br0" timeOffset="87222.8">3865 8674 88 0,'0'0'-4'0,"0"0"5"0,0 0 0 16,0 0 0-16,-39 9-1 0,31-2-1 16,-3 2-1-16,-1 2-11 15,-1-3-9-15,-3 1-27 16</inkml:trace>
  <inkml:trace contextRef="#ctx0" brushRef="#br0" timeOffset="88766.57">3413 8782 66 0,'0'0'3'16,"0"0"3"-16,0 0 9 15,0 0-4-15,0 0-2 16,0 0-6-16,0 0 0 16,0 0-3-16,0 0 1 0,-20-11-4 15,22 8 3-15,3 2-1 16,4-3 2-16,-2 1-1 16,5 0 0-16,2-1 0 15,-1 1 0-15,3 1 0 16,-2 0 1-16,6 1-1 0,0-1 1 15,0 1-1-15,2-1-2 16,1 2 3-16,-1-2 0 16,0 1-1-16,3-1 1 15,-2 1-1-15,4 0 2 16,-4-1-1-16,2 0-1 16,2-1 2-16,2 1-3 0,0-1 1 15,3 2 1-15,1-2 0 16,0 2-2-16,3-1 2 15,-4 2-1-15,3 0 0 16,-3 0 0-16,2 0 0 16,-6 0 1-16,1 0-1 0,0 0 0 15,-2 0 0-15,0 3 0 16,2 2 0-16,-2 0 0 16,-2 1 0-16,2-1 0 15,-3 1 0-15,1-2 0 16,-1-1 0-16,1 0 0 0,-2-3 1 15,0 3-1-15,0-2-1 16,0 1 2-16,1-1-1 16,-2-1-1-16,3 3 2 15,-3 0-1-15,3 1 0 16,-1-1 0-16,1 1 0 16,-2 0 0-16,3 2 0 0,1-2 0 15,-3 1 0-15,1-1 0 16,2-1-1-16,-3 0 1 15,2 0-1-15,1-1 0 16,1 0 0-16,0-1 1 0,2-1-1 16,4 2 1-16,-3-1 1 15,3 0-1-15,-1-1 1 16,1 2-1-16,-1-2 0 16,-1 0 0-16,3 0 1 15,-2 0-1-15,1 0 0 0,2 0 0 16,0 0 1-16,0 0-2 15,-1 0 2-15,-1 0-2 16,1 0 2-16,-3 0 0 16,3 1-1-16,-2-1 0 15,4 0 1-15,1 0-1 0,0 0 0 16,0 0 0-16,3 0 0 16,-2 0 1-16,-1 0-2 15,2 0 0-15,-3 0 1 16,1 0 0-16,1 0 1 15,-1-1-3-15,5-1 2 16,-3-2 1-16,2 3 0 0,1-1 1 16,-3 1-3-16,-4 1 3 15,0 0-1-15,2 0 1 16,-4 0-2-16,1 0 1 16,1 0 0-16,2 0-1 15,1 3 1-15,0-2-1 0,-1 1 0 16,2 0 0-16,-1-2 0 15,-1 3 0-15,1-3 1 16,1 3-2-16,1-2 2 16,-1 2-1-16,-2-1 0 15,0-1 0-15,1 1 0 0,-2 0 0 16,1 0 1-16,0-1-1 16,1-1 0-16,1 3 0 15,2-3 0-15,1 0 0 16,1 0 0-16,-1 0 1 15,3 0-1-15,-1 0 0 16,2 0 0-16,1-6 1 0,2 1-1 16,2-1 2-16,-4 2 1 15,2-2-1-15,-4 2-1 16,-1 1 0-16,1-1-1 16,0-1 0-16,-1 1 1 15,0-1-1-15,-3 0 0 0,1 0 1 16,-5 0-1-16,0 1 2 15,-1 0 0-15,4-2 2 16,-3 5-2-16,2-5-1 16,-1 5 0-16,-1-1-1 0,-1-1 0 15,-3 0 1-15,-1 1 1 16,-2 1-2-16,-3-3 0 16,0 4 0-16,-5 0-5 15,-5-1-31-15,-4-5-87 16</inkml:trace>
  <inkml:trace contextRef="#ctx0" brushRef="#br0" timeOffset="91145.18">8381 8731 54 0,'-2'0'7'0,"0"0"5"0,2 0 3 16,0 0-8-16,0 0-7 0,0 0 0 16,0 0 1-16,0 0 0 15,0 0 1-15,0 0-1 16,2 0 2-16,2 0 0 15,4 0-2-15,0 0-1 16,2 0 0-16,3 2 0 0,0 2 0 16,0-1 0-16,4 0 0 15,3-1 1-15,-1 0-1 16,4-1-1-16,-2 1 1 16,5-2-1-16,-2 0 1 15,3 0 0-15,0 0 0 16,0 0 2-16,2 0-2 0,0 0 1 15,0 0-1-15,0 0 0 16,-1 0 0-16,2 1 0 16,0 1 1-16,-6-1-1 15,2 3 0-15,-3-1 2 16,-2 0 0-16,-2 1-1 0,-1 0-1 16,0 1 1-16,2 0 0 15,-2 1-1-15,2 0 0 16,1 0 0-16,1 1 2 15,-1 1-2-15,2-1-2 0,0 2 4 16,-1-1-2-16,2 1 0 16,-1-1 1-16,0 1-1 15,2-2 0-15,0 1 4 16,0 2 1-16,2-3 1 16,0 2-3-16,2-1-1 15,2 0-1-15,-1 3 0 0,5-2 1 16,-3-1-1-16,3-1-1 15,-1 0 1-15,2 0 0 16,-3-4 1-16,3 2 2 16,-1-3 3-16,1 0 0 15,2-1-2-15,3 0-4 0,-3 1 1 16,2-2-2-16,0 1 1 16,1-1-1-16,-1 0 1 15,1 0-1-15,1 0 0 16,-1 0 0-16,2-5 1 15,0 1-1-15,1-1 1 0,-1 1-1 16,-1 0 1-16,0-1-1 16,1 4 0-16,1-5 0 15,2 5 2-15,2-2-2 16,0 0 0-16,0 1 0 16,-2 0 0-16,0-1 0 0,-1 2 0 15,-3-4 0-15,1 4 1 16,-1-2-1-16,-2 0 0 15,1 0 1-15,-3 1-2 16,-4-1 1-16,-1 1 0 0,0 0 1 16,-2 0-2-16,1 2 1 15,-3 0 1-15,2 0-1 16,-1 0 0-16,1 0 0 16,2 0 0-16,-1 0 1 15,1 0-1-15,0 0 0 16,-1 0 1-16,2 3-1 0,-3-2 0 15,-3 1 1-15,0-2-1 16,2 0 1-16,-1 0 0 16,0 0 3-16,3 0 1 15,-1 0 2-15,-2 0-2 16,3-2-3-16,-1-1-1 0,1 1 0 16,-1 0 0-16,2-2-1 15,0 0 0-15,-1 1 0 16,2-1 0-16,-2 1 1 15,1 1-1-15,0 0 0 16,-3 0 0-16,5 1 1 0,-2-2-1 16,3 0 0-16,0 0 0 15,1-1 1-15,4-2-1 16,-3 2 0-16,2-2 3 16,-3 1-3-16,0-1 1 15,-1 3 0-15,-3-1 0 16,1 1-1-16,-1 0 0 0,1 3 0 15,1 0 1-15,4 0-2 16,-3 0 1-16,2 0 0 16,1 0 0-16,2 4 1 15,-1-2-2-15,2 2 1 0,1-3 1 16,1 1-1-16,4 2 0 16,-1-2 0-16,4-1 0 15,-6 0 1-15,4-1-2 16,-4 0 2-16,1 0 0 15,-1 0-1-15,2 0 1 0,0-2-1 16,2 0 1-16,1 1-1 16,-2-1 2-16,4 2-2 15,-5 0 0-15,2 0 0 16,-1 0 0-16,-2 0 0 16,0 2 0-16,-1-1 0 15,0-1 0-15,0 0 1 0,0 0-1 16,1 0 4-16,3 0-1 15,1-1 1-15,-1-2-2 16,2 0 1-16,-2 0-3 16,3 2 1-16,0-2-1 15,1 0 1-15,1 2-1 0,-3-1-1 16,3 0 3-16,0 1 1 16,-1 0-3-16,1 1 0 15,2-3 1-15,0 2 0 16,1-1-1-16,0-2 1 15,-1 1-1-15,1-2 2 0,-1 0-2 16,1 0 5-16,1 0-5 16,0-2 1-16,0 2 0 15,-2 0 0-15,-1 0-1 16,-1 0 1-16,2 1-1 0,0 0 1 16,0 0 0-1,-3 1 0-15,5 1-1 0,-2 1 1 16,1 1-1-16,-1-1 2 15,-2 1-2-15,0-1 1 16,-2-1-1-16,-4-1 2 16,2 1-1-16,-1-2 3 0,1 1 0 15,3-1-2-15,1 1-1 16,2 1-1-16,-3-2 0 16,1 0 0-16,-2 1 0 15,-3-2 0-15,-2-1 1 16,-3 1-1-16,1-1 1 0,-5-2 2 15,0 2 2-15,-1 1-2 16,-2-2-1-16,-1 4-1 16,-2-1-1-16,-1 1 0 15,-4 0 0-15,-2 0 1 16,-6 1-1-16,-2 0 0 0,-2 1 0 16,-4-1 0-1,0 1 1-15,-5 0-1 0,0 0 0 16,0 1 0-16,-2 0 0 15,-2 0 0-15,2 0 0 16,-1 0 0-16,1 0 0 16,-1 0 0-16,1 0 0 0,1 0 0 15,0 0 0-15,2 0 1 16,2 0-1-16,2 0 0 16,-1 0 0-16,1 0 0 15,0 0 0-15,3 0 0 16,-1 0 0-16,1 1 0 0,0 0 0 15,0-1 0-15,2 1 0 16,-1 1 0-16,-2-2 0 16,0 1 0-16,1-1 1 15,-2 2-2-15,-1-2 1 16,1 1 0-16,-3 2 0 0,1-2-1 16,-6 2-4-16,-1 1-20 15,-5-3-41-15,0-1-81 16</inkml:trace>
  <inkml:trace contextRef="#ctx0" brushRef="#br0" timeOffset="91663.1">17831 8366 56 0,'0'2'30'0,"0"-1"-28"0,0 0-2 0,0 1 1 16,0 2 0-16,2-1 1 16,1 3-2-16,1-2-1 15,1 3-1-15,-4 0 1 0,1-1 1 16,0 2 0-16,0-3 0 15,2 2 0-15,0-3 0 16,0-2-1-16,3 0 20 16,0-2 25-16,4 0 7 0,3-11-7 15,8-2-13-15,5-10-12 16,10-5-3-16,11-9-4 16,11-8-8-16,11-6 0 15,11-6-2-15,13-4-1 16,5-5 0-16,9-5-11 0,7-8-51 15</inkml:trace>
  <inkml:trace contextRef="#ctx0" brushRef="#br0" timeOffset="94314.87">2173 9290 87 0,'0'-8'2'0,"0"0"4"0,0 2 5 0,0 2 6 0,0 1 1 16,-2 0-4-16,-3 3 9 15,0 0-15-15,-1 0-6 0,1 2-1 16,-1 6-4-16,0 2 7 16,0 4-4-16,2 2-1 15,-2 5 1-15,3 3-1 16,-1 5 1-16,0 2 0 16,1 5 0-16,0 2-1 0,1 3 2 15,-2 0-1-15,2 3 0 16,0 3 0-16,1 0 0 15,1 4 1-15,-2 3 0 16,2 1-1-16,0 4 0 16,0 5 1-16,0 4-1 0,0 7 1 15,2 6-1-15,-2 6 0 16,0 5 0-16,0 2 0 16,0 1 0-16,-4 2 0 15,2-1 0-15,-4-1 1 16,3-1-2-16,-4-2 1 0,2 1 1 15,-1-1-1-15,0-3 5 16,1 2-1-16,-2 4 3 16,0-1-2-16,1-3 0 15,1 6 2-15,-1 2-4 16,-1 0 2-16,2 2 1 16,1 4-1-16,0 2 0 0,3-1-2 15,-1-2-2-15,2 0 0 16,0-2-1-16,0-4 2 15,4 1-2-15,3-2 1 16,3-2-1-16,-4-4 0 0,-1 4 0 16,1-2 1-16,-6 0 1 15,2 4 1-15,-2 2-1 16,0 1 4-16,-2-4 2 16,-2-2-4-16,0-6 1 15,1-4-2-15,1-5 2 0,2-5-3 16,0 0 0-16,0-3-2 15,0 0 0-15,4-8-6 16,3-14-36-16,-1-20-100 16</inkml:trace>
  <inkml:trace contextRef="#ctx0" brushRef="#br0" timeOffset="99157.02">2171 9471 114 0,'7'7'2'0,"1"-5"-2"0,6-1 1 0,1 3 1 0,3-2-1 16,2-2-1-16,5 0 2 15,-1 0 0-15,3 0-2 16,2-6 1-16,3 0-4 0,3-1 3 15,1-1 2-15,4-3 0 16,3 1-1-16,-1 1 2 16,0-1 1-16,3 3-1 15,-2 1 4-15,4-1-1 16,0 2-2-16,6 0 1 16,-1 2-1-16,4-1 0 15,1 1 0-15,4 1-3 0,4-1 1 16,2 0-1-16,2-1 0 15,2 1-1-15,4 1 0 16,0 0 0-16,0 2 1 16,0 0-1-16,4 0 1 0,-1 0-1 15,5 0 0-15,2 0 0 16,3 0 0-16,6 0 0 16,5 0 1-16,-1-1-1 15,-1-4 1-15,5 0-1 16,-1 0 0-16,-3 0 2 0,0 1-2 15,3-1 2-15,-3 0 4 16,-1 1 2-16,1 3-4 16,2-2-1-16,1 0 0 15,4 1-2-15,0 0 0 16,3-1 1-16,-4 1-1 0,-1-2-1 16,1 1 1-16,-2-1-1 15,-2-2 1-15,1 0-1 16,0 1 1-16,-5-2 1 15,0 3-1-15,-2-2 1 16,0 6-1-16,-1-1 1 0,-3 1-1 16,2 0 0-16,-1 0-1 15,-1 1 1-15,-3 3-1 16,-2 1 1-16,1 0-1 16,0-1 0-16,1 2 1 15,2-2-1-15,1 1 0 0,0 0 0 16,1-3 2-16,-1 2-2 15,3-3 0-15,-1 0 0 16,-1 0 1-16,4-1-1 16,0 0 3-16,2 0 2 15,-1 0 0-15,0 0 0 0,4 0-2 16,1 0-2-16,0 0 1 16,5 0-1-16,0 0 0 15,-1 4-1-15,2-1 1 16,0 4 1-16,1-1-4 15,1-2 2-15,3 0 2 0,-3 0-2 16,3-1 0-16,-2-1 0 16,3-1 1-16,-1 2-2 15,-2-2 2-15,6 2-1 16,-2 0 2-16,0 3-4 16,2-1 4-16,0 0-2 15,3 2 0-15,-2-1 0 0,3-2 0 16,1-1 4-16,-5-2 2 15,6 1 1-15,-3-1-3 16,-2-1 2-16,5 1-3 16,-1-1 0-16,2 0-3 0,0 0 1 15,4 0-1-15,1 0 0 16,1-2 0-16,2-1 0 16,4-2 0-16,-5-2 1 15,6-1-1-15,-2 3-1 16,2-2 2-16,3-1 1 15,-1-1-2-15,-1 1-2 16,1-1 2-16,-1-2-1 0,1 1 1 16,-3-1 1-16,-1 1-1 15,1 0-1-15,1 0 1 16,0-1 0-16,5 2 0 16,-1 0 1-16,3 1-2 0,0 2 2 15,-2-1-2-15,0 3 1 16,-1-2 0-16,-5 2 1 15,-4-1-1-15,-3 0-1 16,-1 2 2-16,-1-2-1 16,-2 0 0-16,-1 2 0 0,-2-1 0 15,0 3-1-15,0-1 1 16,0 0-9-16,1 1 11 16,1 0-2-16,0 0 1 15,0-1-2-15,-4-1 1 16,0 2 2-16,-5-2-1 0,-1 0 3 15,-3 3 3-15,-2-1 3 16,2-2 0-16,0 3 2 16,6-1-4-16,1 1-5 15,4 0 0-15,1 0-3 16,-3 0 1-16,0 0-1 16,-4 5 0-16,-1 1-1 0,-4-2 0 15,-1 3-1-15,1-2 0 16,-4 2 2-16,1-3 1 15,-2 3-1-15,3-1-1 16,-1 1 2-16,3 0-2 16,-1 0 2-16,1 0-2 0,-2 2-3 15,-2-2-2-15,0 0 1 16,-3 0 4-16,0-3-4 16,-2 3 2-16,-1-1 1 15,-4-2 0-15,-2-1 1 16,-1 0 0-16,-7-1 1 0,-3 0-1 15,-6-2 2-15,-4 0 1 16,-7 0 1-16,-7 2 2 16,-5 0 2-16,-8 1-3 15,-1 4 0-15,-5 0-1 0,-1 5-3 16,0-1 0-16,2 5 1 16,0 1-1-16,-2 1 0 15,1 1-1-15,-4 1-1 16,-2 1 1-16,-5 2 0 15,-2-3 0-15,-2 2 0 16,-2 1 2-16,-1 1-3 0,-1 2 3 16,0-1-1-16,0 4-2 15,-4 2 2-15,-3 0-1 16,1 3 1-16,-2 3-1 16,-2 0 2-16,-1 3-1 15,0 1 1-15,-1 0 0 0,-3 4-1 16,2 1 1-16,-3 4-2 15,0 3 1-15,-3 2-1 16,-2 0 2-16,0 4-1 16,0 0 1-16,0 5-1 0,0 0 0 15,0 1 0-15,0 2-1 16,3 1-2-16,1 2-1 16,3-2-2-16,0 3 3 15,2-3 0-15,1 2 2 16,-2 1 0-16,0 1 2 15,-2-1-2-15,-1 2 1 16,-1 2 0-16,1 3 1 0,0 3-1 16,0-2-1-16,3 1 2 15,0-2-1-15,0 0 0 16,-2 0 0-16,1-4 0 16,-4 3 0-16,1-2 0 15,-2 5 0-15,3-1 0 0,-3 1 1 16,-1 0-1-16,-1 2 0 15,0 4-1-15,0-2 0 16,0 0 1-16,-3 3 0 16,0-1 0-16,2-4 0 0,1-2 1 15,0-5-1-15,0-1 0 16,0-3 0-16,0-4 1 16,0-2-1-16,1 0 0 15,-1-3 1-15,0 3-1 16,0-4 1-16,-4-1-1 15,-2-2 0-15,-1-4 0 0,0-3 1 16,-4-4 0-16,2-4 2 16,2-3 2-16,-3-2-4 15,2-3-1-15,-2-1 1 16,1-2-1-16,-3-3 0 16,3-3-1-16,-5-2 1 0,1-4-5 15,-2-2 3-15,-1-3 3 16,-1-4-3-16,1 2 3 15,-3-2 1-15,-3-1-5 16,0 1-2-16,0 1-1 0,-1-2-5 16,-1 0 0-16,2-2 0 15,0 0 10-15,3-2 2 16,-3-1-1-16,3-2 0 16,2 2 1-16,-5-1 1 15,3-2-1-15,-2 2 0 16,0-1-1-16,-2 1 1 0,2 1-1 15,-1-1 0-15,-1 0 1 16,-2 0-1-16,-2-1 2 16,0-1-2-16,-5-1 1 15,-1-1 1-15,-3 0-1 16,-1 0 1-16,1 0-1 0,-4 0 1 16,-2 0-2-16,1 0 0 15,-6 4 0-15,1-1 0 16,-2 2 0-16,0-1 0 15,-2 1 0-15,2-3 0 16,-3 1 0-16,0-2 0 16,0 2 0-16,-1-3 0 0,1 0 0 15,0 0 0-15,0 1 0 16,-1-1 0-16,0 2 0 16,1-1 0-16,-3 1 1 15,-2 0-1-15,1 1 0 0,-3 3 0 16,2-3 1-16,-2 2-1 15,0-2 0-15,1 0-1 16,1 0 1-16,1-3 0 16,-4 0 0-16,2 0 0 15,-1 0 0-15,0 0 0 16,-1 0 1-16,-3 0-1 0,1 0 2 16,-3 0-2-16,3 1 0 15,-4 2 0-15,0 0 0 16,0-1-2-16,3 0 2 15,-4 0 0-15,1-2 0 16,-1 0 0-16,2 0 0 0,-2 0 0 16,0 0 2-16,1-4-2 15,-2 2 3-15,2-1 1 16,1 2-3-16,1-1-1 16,-3-1 1-16,4 2 0 0,0-2 0 15,1 2 0-15,-3-1 1 16,1-2-1-16,0 3-1 15,-2-2 1-15,-1 0 0 16,3-1 0-16,-4 0 0 16,-3-1 1-16,1-1 0 15,0 1-1-15,-2-3 0 0,-1 0-1 16,1 1 0-16,0 0 1 16,0 0-1-16,0 0 0 15,-2 1 3-15,-1 0-6 16,-2-1 3-16,-1 3 0 15,-1 0 0-15,0 0 0 16,0-2 0-16,-3 0 0 0,-2 1 0 16,1 0 3-16,-5 2-6 15,-5-1 3-15,-1 1 0 16,-2 2 3-16,-2 1-3 16,-2 0 0-16,0 0 0 0,-1 0 0 15,-4 0 0-15,-1 0 0 16,1 0 0-16,-3 0-4 15,4 0 8-15,-2 0-4 16,0 0 0-16,2 0 0 16,-1 0 0-16,0 0 0 0,-1 0 0 15,-2 0 0-15,2 0 0 16,-1 1-3-16,0-1 3 16,1 0 3-16,-3 0-3 15,2 0 0-15,0 0 1 16,3 0 2-16,1 0-1 0,2 0-1 15,3 0 3-15,3-5-3 16,6-1 2-16,-1 2-3 16,3-1 0-16,2-3 1 15,0 0 0-15,2 2 1 16,0-3 0-16,-2 2 0 0,0 0-1 16,2 2 1-16,-1 0-1 15,-2-2 3-15,0 1-2 16,3-1-2-16,-3 0 0 15,0 0 0-15,-1 1 0 16,0-1 0-16,-2 0 1 0,-1 4 0 16,-5-1-2-16,0 3 3 15,0 1-2-15,-2 0 0 16,-3 0 0-16,1 0 1 16,0 0-1-16,-2 1-1 15,-3 3 1-15,2-1 1 16,1 1-1-16,-3-1-3 15,0 0 5-15,-1 1-2 0,3-1 0 16,-3 1 0-16,4-2 0 16,0-1 0-16,-2-1 0 15,2 0 1-15,0 0 0 16,-2 0 2-16,0-1-2 16,-3-2-1-16,3 2 3 0,-4-1-3 15,4 1 0-15,-1-1 0 16,4 1 0-16,1 0 1 15,-2-1-1-15,1 2 0 16,-2 0 0-16,-1 0 0 0,-2 7-1 16,0 0 1-16,-3 3 0 15,1-1-1-15,-1-1 1 16,2 1-3-16,0-2 3 16,-1 0 0-16,4-1-2 15,-1-2-4-15,-1-1 6 0,-1-2 1 16,2 2 1-16,-3-3-1 15,0 0 0-15,3 0 3 16,-3 0-2-16,-2-6 0 16,2 1 0-16,-1-1-1 15,-3 0-1-15,3 2 1 0,-3 2 0 16,1 0 0-16,-1 1-1 16,0 1 0-16,1 0 0 15,-1 0 0-15,0 0 0 16,0 0-1-16,0 0 1 15,-1 2-1-15,0-1 1 0,2 1 0 16,-1-2 0-16,4 2 1 16,-2-1-1-16,1 2 0 15,1 0 0-15,2-1 0 16,2 1 0-16,0 0 0 16,0-3 1-16,4 2 0 15,1-1 1-15,1-1-2 0,0 1 2 16,-1 1 2-16,6-1-5 15,-3 2 2-15,6-1-2 16,2-1 2-16,1-1-1 16,4 0 0-16,1 0-1 15,-1 0 3-15,4-3-4 0,0-3 2 16,2 2 1-16,-2 1-1 16,4-1 0-16,-1 0 0 15,3 1 0-15,1-1 0 16,2 1 0-16,3 0 0 0,1 1-1 15,0 1 1-15,3-2-1 16,4 3-1-16,1-2 1 16,0 0 0-16,4-1 2 15,1 0-1-15,4-1 0 16,2-1 0-16,3-1 0 16,4 1 1-16,2 0-1 0,-2-1 2 15,2 0-2-15,2 2 2 16,1-1-1-16,0 1 4 15,3-3 1-15,1 2 5 16,2-1 0-16,0 0 1 16,4 1-1-16,2-1 1 0,-2 0-5 15,4 1 1-15,-2 1 0 16,3-1-3-16,1 1-3 16,1 2-2-16,3 1 1 15,2 1-2-15,6 0-4 16,0 0-44-16,-1-8-107 0</inkml:trace>
  <inkml:trace contextRef="#ctx0" brushRef="#br0" timeOffset="102013.93">12758 12487 49 0,'0'-3'5'0,"0"-1"-1"0,1 2-2 16,-1 0 0-16,0 1 9 16,0 1 3-16,0-1-6 15,0 1-1-15,-1-2 1 16,-1 2-3-16,1 0 1 16,1-1-3-16,-2 1-1 0,2 0-4 15,0 0 1-15,0 0 2 16,0 0-1-16,0 0 0 15,0 4 0-15,2-1 0 16,-1 1 1-16,1-1-1 16,1 1 1-16,1 1-1 0,0-1 0 15,-1 1 0-15,1-2 1 16,0 2-1-16,0-1 0 16,-1-1 0-16,1 1 0 15,1-1 1-15,-3-2-1 16,1 2 0-16,1-2 1 0,0 1 0 15,-1-1 1-15,0-1-1 16,2 0 1-16,1 0 0 16,0 0 0-16,1-3 4 15,1-4-3-15,2-1 0 16,1-4-1-16,2-2 0 16,3-3-2-16,1-3 2 0,3 0 2 15,3-4 0-15,0-2 4 16,3-4 1-16,3-2 0 15,2-2 3-15,4-3-4 16,2-3-2-16,3-3 0 16,2 1-2-16,1 1-3 15,-3 2 0-15,-2 4-1 0,-5 2 0 16,-3 8 0-16,-4 2 2 16,-7 3-4-16,-2 3 4 15,-1 2-2-15,-5 3 1 16,3-2 4-16,-7 4 1 15,3-1-1-15,-2 2-2 0,0 4-1 16,-3-1-1-16,-1 2 0 16,0 2 0-16,-3 1-1 15,1 0 0-15,0 1-3 16,-1 0-1-16,3 0 3 0,0 8-5 16,-3-1-9-16,-1-1-49 15,0-2-87-15</inkml:trace>
  <inkml:trace contextRef="#ctx0" brushRef="#br0" timeOffset="104698.53">12223 16833 11 0,'-4'0'110'0,"0"0"-70"0,2-3-9 0,-1-5-20 15,3 1-5-15,0-3-3 0,0-1-1 16,0-2 1-16,3 2 4 16,3-2 0-16,0 0 3 15,4 1 1-15,1 0-2 16,2 1-6-16,1 1-2 16,-1 1 0-16,3 4-1 0,-3 2 0 15,4 2 1-15,-3 1-2 16,0 0 0-16,4 9 0 15,-2 1 1-15,-1 3-2 16,1 1 4-16,-1 2-2 16,-2-2-2-16,1 2 2 15,-3-2 0-15,-3-1-3 0,0-2 2 16,-5-2-1-16,1-1-1 16,-2-1 3-16,-2-4-2 15,0 1-1-15,0-2-1 16,0-2 9-16,0 0-3 15,-4-2 0-15,0-6-4 0,1-3 2 16,1-1 0-16,-2-5 1 16,4 0 0-16,0 0 0 15,0-3-1-15,8 0-1 16,-2-1 1-16,3 1 0 0,3 0 0 16,1 1 0-16,1 1-1 15,1 1 3-15,3 0-1 16,0 6 1-16,-2 2-1 15,1 2 0-15,0 3-1 16,2 4 0-16,-3 0 0 16,-1 0 0-16,2 4-1 0,-4 5 0 15,2 2 0-15,-3 3-1 16,1 2 2-16,-4-2 1 16,-2 4-1-16,2-2 0 15,-4 1 1-15,1 2 0 0,-4-1 0 16,2-1-1-16,-1 2 1 15,1-1-1-15,3 0 2 16,-2-2-10-16,1-2-36 16,-1-7-40-16</inkml:trace>
  <inkml:trace contextRef="#ctx0" brushRef="#br0" timeOffset="104983.07">13061 16584 241 0,'0'0'1'0,"0"0"7"0,0 0-5 15,0 0 0-15,0 0-2 16,50-23-1-16,-37 17 1 16,1 2-1-16,1 0-1 15,-1 1-3-15,-1 0-23 0,1 0-47 16,-7 2-24-16</inkml:trace>
  <inkml:trace contextRef="#ctx0" brushRef="#br0" timeOffset="105132.51">13213 16680 276 0,'0'0'-10'0,"0"0"10"16,0 0 1-16,55-11 3 16,-31 4-9-16,-2-4-68 15,1-5-63-15</inkml:trace>
  <inkml:trace contextRef="#ctx0" brushRef="#br0" timeOffset="105352.82">13701 16352 219 0,'0'0'46'0,"0"0"-45"16,0 0-3-16,0 0 2 0,0 0 0 15,0 0-6-15,0 0 4 16,34 41 3-16,-30-26-1 16,2 2 0-16,-2 1-6 15,-2 2-21-15,-2 0-43 16,0-3-15-16</inkml:trace>
  <inkml:trace contextRef="#ctx0" brushRef="#br0" timeOffset="105573.08">13711 16609 239 0,'0'0'6'15,"0"0"-14"-15,0 0 8 16,0 0 2-16,0 0-1 16,53-25 1-16,-35 18 0 15,-1-2 1-15,0 0 0 16,-2 1-2-16,3 0-1 0,-3 1 1 15,-1-2-1-15,-3 2 0 16,-2 1-23-16,0-2-56 16,-9-1-63-16</inkml:trace>
  <inkml:trace contextRef="#ctx0" brushRef="#br0" timeOffset="105772.37">13629 16436 255 0,'0'0'-16'0,"0"0"17"15,0 0 1-15,0 0-2 16,59-46 1-16,-33 31-1 16,1 5 0-16,4 0 1 15,-1 2-3-15,0-1-48 0,-1 2-61 16</inkml:trace>
  <inkml:trace contextRef="#ctx0" brushRef="#br0" timeOffset="106270.13">14050 16425 48 0,'0'0'44'15,"0"0"-11"-15,0 0 17 16,0 0-13-16,0 0-8 0,0 0-16 16,0 0-3-16,-14-37-7 15,14 30-1-15,4 1 0 16,5 3-2-16,1-1 1 16,-1 1-1-16,3 3 0 0,1 0 0 15,0 2-1-15,-1 6-1 16,0 1 1-16,-3 1-2 15,-2 2-4-15,-1 1 4 16,-1 1-2-16,-5-2-4 16,0-1-3-16,0 1-5 0,-2-4 3 15,-5-1 1-15,0-4 8 16,-1-3 7-16,3 0 0 16,-1-2 7-16,3-9-4 15,2-3-1-15,1-3-3 16,0-2 6-16,2 1-6 0,6 1 3 15,1 1 5-15,3-1 1 16,1 7-5-16,1-1-2 16,5 5 0-16,-1 3 0 15,-2 1-3-15,0 2 0 16,1 0 0-16,1 8 0 16,-5 2-4-16,1 6-2 0,-7 1-11 15,1 0-9-15,-6-2-34 16</inkml:trace>
  <inkml:trace contextRef="#ctx0" brushRef="#br0" timeOffset="106544.45">14432 16307 165 0,'0'0'66'0,"0"0"-57"15,0 0-1-15,0 0-9 0,0 0-2 16,0 0-2-16,0 0 4 16,15 58 2-16,-12-32 2 15,1 5-2-15,1-2 1 16,-2 3 0-16,1-1-1 16,0 2 0-16,0-3-1 0,-2-2 0 15,1-4 0-15,1-2-8 16,1-7-27-16,-5-8-36 15,0-7-51-15</inkml:trace>
  <inkml:trace contextRef="#ctx0" brushRef="#br0" timeOffset="106847.8">14509 16237 102 0,'0'0'-6'0,"38"-32"9"16,-17 19 4-16,-3 3 0 15,-2 4 3-15,1 5 3 0,-3 1 4 16,-1 1-3-16,-3 9-7 16,0 5-3-16,-4 2 0 15,-3 1-3-15,-3 0 0 16,0 0 0-16,-2-3 1 15,-7 0-3-15,-2 0 2 16,-3-4 2-16,-1 1 6 16,2-1-5-16,-3 1-3 0,3-3-2 15,1 0-26-15,2-4-50 16</inkml:trace>
  <inkml:trace contextRef="#ctx0" brushRef="#br0" timeOffset="107509.01">14742 16255 204 0,'0'0'8'0,"0"0"-7"0,0 0 0 16,0 0-3-16,0 0 1 16,0 0 1-16,0 0 1 15,0 0 2-15,36 45-1 16,-32-38 2-16,3 4-3 15,1-5 1-15,0-3-1 0,1-2 0 16,0-1 0-16,3 0 1 16,0-6 0-16,2-5-1 15,-3-3-2-15,0 0 6 16,-1-3-5-16,-2-2 1 16,-3 2 0-16,-1 0 0 0,0 6 0 15,-2 1 0-15,0 4 1 16,0 3 2-16,0 3-3 15,0 0-6-15,2 10 1 16,-1 2 2-16,3 2 3 16,1 0 2-16,2-2-2 0,0-1 0 15,2-1-1-15,1-6 1 16,0-1-1-16,-1-2-1 16,3-1 2-16,-1 0-2 15,1-10 1-15,-5-4 1 0,3-4 3 16,-1-6-3-1,-1-3 0-15,-3-5 0 0,2-2 0 16,-2 0-1-16,-1 0 0 16,-4 1-1-16,0 5 0 15,-1 2 0-15,-1 8 1 16,0 3-1-16,0 6 0 0,0 5-2 16,0 4 2-16,-1 0-11 15,0 9-5-15,0 7 15 16,1 7 0-16,0 4 6 15,0 1-2-15,0 2 0 16,3-2 3-16,6-2-1 0,-2-2 4 16,4-4-3-16,2 0-2 15,1-3-1-15,6-4 1 16,-1-3-3-16,4-5 1 16,2-5-6-16,-1 0-41 15,-2-15-77-15</inkml:trace>
  <inkml:trace contextRef="#ctx0" brushRef="#br0" timeOffset="107614.78">15572 15878 102 0,'0'0'-1'0,"61"-37"-18"0</inkml:trace>
  <inkml:trace contextRef="#ctx0" brushRef="#br0" timeOffset="108376.77">12894 17278 166 0,'0'0'9'0,"0"0"8"0,0 0-6 0,0 0-8 16,0 0-4-16,0 0-1 15,0 0 2-15,0 0 6 16,0 49-2-16,7-25-1 0,-1 4-2 16,4 2 0-16,-3 1 0 15,3 2-2-15,-1-3 2 16,2-2-1-16,-1-1-2 16,2-8-29-16,-2-9-35 15</inkml:trace>
  <inkml:trace contextRef="#ctx0" brushRef="#br0" timeOffset="108896.75">13130 17209 121 0,'0'0'-5'0,"0"0"15"15,0 0 3-15,0 0-13 16,0 0 1-16,-42 28-3 0,34-11 4 16,-4 3-1-16,3 3-1 15,-2-2 0-15,0 2 3 16,2-3-3-16,-2-4 2 16,-2-1 1-16,2-2 2 15,2-2 0-15,-1-2-3 0,1-1-1 16,3-1-1-16,1-2 0 15,2-3-3-15,1 0-3 16,1-2 1-16,1 0-3 16,0 0 6-16,0 0 4 15,5-6 0-15,3 0 6 0,1 1-5 16,5 1-1-16,1-1 2 16,1 4-4-16,1-1 2 15,4 2-1-15,-1 0 2 16,0 2 0-16,0 2 1 15,0 3 0-15,2 0-1 16,-1 2 1-16,-1 1-1 0,2 0 0 16,-2 1 0-16,1 1-2 15,-4 0 1-15,2 0 2 16,0-1-3-16,-1-1 0 16,-1-3-1-16,0 0 0 15,1-4 0-15,-5-3-44 0,1-6-77 16</inkml:trace>
  <inkml:trace contextRef="#ctx0" brushRef="#br0" timeOffset="109202.33">13547 17281 213 0,'0'0'-8'0,"0"0"9"0,0 0 1 0,0 0-1 0,0 0 2 15,0 0-2-15,38-18 0 16,-24 14 0-16,-1-1-1 15,3 1 0-15,1 1 1 16,2-1-2-16,-2 1 0 16,-2-3-54-16,-4 2-42 0</inkml:trace>
  <inkml:trace contextRef="#ctx0" brushRef="#br0" timeOffset="109350.93">13668 17398 242 0,'0'0'0'0,"0"0"-10"16,0 0 9-16,38 1 1 15,-14-9-3-15,-2-6-45 16,2-2-33-16</inkml:trace>
  <inkml:trace contextRef="#ctx0" brushRef="#br0" timeOffset="110355.02">14283 17002 96 0,'0'0'13'0,"0"0"23"0,0 0-4 0,0 0-17 16,0 0-9-16,0 0-5 0,0 0 1 16,0 0 5-16,0 0 4 15,0 0-5-15,0 0-8 16,0 0 2-16,0 0 0 15,-11 38 4-15,19-16-3 16,-3 4 2-16,3 1-3 0,-1-1 0 16,2 0 0-16,0-1 0 15,-3-4-22-15,-2-1-43 16,2-10-30-16</inkml:trace>
  <inkml:trace contextRef="#ctx0" brushRef="#br0" timeOffset="110768.02">14420 16954 123 0,'0'0'-1'16,"0"0"2"-16,0 0-1 15,0 0-1-15,0 0-5 16,0 0 22-16,0 0 5 15,0 0-2-15,-10 43-8 16,3-23-7-16,-3 0-2 0,0-1-1 16,1-1 0-16,0-4-1 15,-2-2 1-15,4-3-1 16,1-3 1-16,3-3 1 16,1-1 1-16,2 0 11 15,0-2-7-15,0 0-11 0,2 0 10 16,4 0-3-16,4 0-2 15,2 0 0-15,0 0 0 16,3 2-1-16,2-1 1 16,3 1 2-16,-2 0-2 15,4 2 1-15,-2-1-1 0,-2 1-1 16,2-2 0-16,-2 1 0 16,2 0 0-16,-4-3-14 15,-3 0-59-15,-4 0-14 16</inkml:trace>
  <inkml:trace contextRef="#ctx0" brushRef="#br0" timeOffset="111329.86">14680 17051 244 0,'0'0'6'0,"0"0"-3"0,0 0-5 15,0 0-2-15,0 0 2 16,0 0 0-16,0 0-2 15,0 0 3-15,0 0 2 16,16-35 0-16,-17 30 1 16,-3 0 4-16,-5 1-4 0,1 3 1 15,0 1-6-15,-2 0 0 16,3 1 1-16,-1 8-1 16,4 3 6-16,-2 0-1 15,6 1-1-15,0 0-1 16,0-2 0-16,0 0 1 15,6-2 0-15,1-3 1 0,2 1-2 16,2-3 2-16,0-2-3 16,1-1 2-16,2-1-1 15,3 0 2-15,-4-1-2 16,1-8-2-16,-1 0 4 0,-2 1-3 16,-2 0 1-16,-4-2-4 15,1-5 12-15,-3 0 8 16,1-4-12-16,1 1-4 15,-1 0-1-15,1-1 2 16,-1 8-1-16,0 5 0 16,-1 3 2-16,4 1-4 0,-3 2 1 15,2 0 1-15,1 1 1 16,1 6 0-16,3 2 0 16,-1 0 0-16,-1 3 1 15,1-1-1-15,-1-2-1 0,1 0 1 16,-2-1-1-16,2-1 2 15,-1-1-2-15,-1-1 1 16,3-2-5-16,1-2-17 16,2-1-11-16,-3-2-51 15</inkml:trace>
  <inkml:trace contextRef="#ctx0" brushRef="#br0" timeOffset="111748.92">15001 16915 195 0,'0'0'97'0,"0"0"-80"0,0 0 8 0,0 0-17 16,0 0-5-16,0 0-4 15,0 0 1-15,0 0-3 16,0 0 2-16,0 0-1 16,11 15 1-16,-3-4 3 15,0 0-1-15,1 0-2 0,-3-2 2 16,2-1-2-16,-4-1-7 15,1-2-2-15,-1-3-8 16,-2-2-9-16,-1 0 0 16,1-2 23-16,-1-8 3 15,1-5 5-15,2 0-3 0,-2-1 9 16,1-3-4-16,1 1 0 16,2 5-2-16,0-1-2 15,4 3-2-15,1 4 0 16,-2 1 0-16,3 3 0 15,1 2 0-15,1 1 1 0,-2 0-1 16,2 3 1-16,1 4 0 16,-1 0 0-16,1 1 0 15,-1-3-3-15,2 0-19 16,-1-3-7-16,1-2-29 16,-3 0 0-16,1-3-2 15</inkml:trace>
  <inkml:trace contextRef="#ctx0" brushRef="#br0" timeOffset="112276.22">15357 16837 4 0,'0'0'43'15,"0"0"-11"-15,0 0-5 16,0 0 2-16,7-43 13 16,-7 37-3-16,0 1-7 0,-3-1-11 15,-1-1-15-15,0 5-5 16,-2-3 0-16,3 1 1 16,0 1-2-16,1 1-2 15,0 0 1-15,-2 1-3 16,2 1-1-16,2 0 0 0,-2 0 0 15,1 0 1-15,-1 0-7 16,0 0 1-16,2 0 3 16,-2 3 6-16,2 4 2 15,0 2-1-15,0 2 1 16,2 2-1-16,3-2 1 0,3 1 0 16,-1-4-1-16,4 2 1 15,-2-4 1-15,0-2-1 16,3 2 1-16,-2-5-2 15,1 1 0-15,0-2 0 16,-1 0 0-16,0-6 1 0,2-4 2 16,-5-4-3-16,1-3 1 15,-5-3 0-15,-1-3 1 16,-1-1-1-16,-1 0 0 16,0-4 0-16,-6-1-1 15,-2 1-1-15,1-1 1 0,-4 0-2 16,2 2 0-16,2 4-7 15,-3 5 4-15,4 3 4 16,-2 7-1-16,3 5 4 16,2 3 9-16,2 0-11 15,1 11 5-15,0 6-4 16,1 5-1-16,7 4 1 0,5 0 0 16,3 4 0-16,6-3-1 15,7 4-2-15,1-3-24 16,7-3-56-16</inkml:trace>
  <inkml:trace contextRef="#ctx0" brushRef="#br0" timeOffset="112688.18">17054 16200 33 0,'0'0'178'0,"0"0"-160"0,0 0 3 0,0 0-20 0,0 0 0 16,0 0-1-16,-4 47 1 15,12-27 0-15,2 3 1 16,2 0 0-16,0 1-1 16,-1 1-1-16,2-1 2 0,-4-1-1 15,0-2-1-15,0-2 0 16,-4 0 0-16,-1-4 0 15,-2-4-9-15,-2-1-21 16,0-8-42-16,0-2-38 16</inkml:trace>
  <inkml:trace contextRef="#ctx0" brushRef="#br0" timeOffset="112996.68">17071 16287 239 0,'0'0'10'0,"0"0"-3"15,-3-47-5-15,11 34-3 16,3-2 1-16,0 2 1 16,3 0 0-16,1 5-1 15,1-1 3-15,0 5-3 16,1 1 2-16,1 3-2 0,-2 0 0 16,-3 4-2-16,1 8-2 15,-5 1-2-15,-1 2-4 16,-6 1-1-16,-2 0 2 15,0 0 5-15,-4 0 4 16,-6-2 8-16,-3 2-5 16,-2-2-1-16,0 0 1 0,-3-1-2 15,-2 1 0-15,3-1-3 16,2-3-21-16,3-4-27 16,7-4-8-16</inkml:trace>
  <inkml:trace contextRef="#ctx0" brushRef="#br0" timeOffset="113272.2">17448 16270 222 0,'0'0'12'0,"0"0"-10"0,0 0 0 0,0 0-1 16,37-6 3-16,-19 1-2 16,4 0 0-16,-1 1-2 15,1 0 0-15,-3 0-31 0,-2 0-65 16</inkml:trace>
  <inkml:trace contextRef="#ctx0" brushRef="#br0" timeOffset="113414.97">17596 16377 278 0,'0'0'10'0,"0"0"-26"15,0 0 18-15,41 4 0 16,-18-10-4-16,3-4-56 15,2-3-77-15</inkml:trace>
  <inkml:trace contextRef="#ctx0" brushRef="#br0" timeOffset="113870.02">18153 16200 178 0,'0'0'56'16,"0"0"-29"-16,0 0 10 0,0 0-15 15,0 0-11-15,0 0-6 16,0 0-3-16,0 0-5 15,0 0 3-15,5 10-2 16,-1 16 2-16,-1 2 2 16,2 2-1-16,1 1 0 0,-2-1-1 15,0 1 0-15,-1-2-18 16,-3-1-29-16,0-5-8 16,0-6-45-16</inkml:trace>
  <inkml:trace contextRef="#ctx0" brushRef="#br0" timeOffset="114169.49">18128 16252 253 0,'0'0'4'0,"0"0"1"16,24-50 1-16,-11 39-4 15,0 1 0-15,3 2-2 16,-2 4 2-16,1 3-1 15,0 1 1-15,1 0-1 16,-3 4-1-16,1 5-1 0,-4 3 0 16,-2 0 2-16,-4 2-9 15,-4 0-2-15,0-2 3 16,-4-1 0-16,-7 0 7 16,-5-1 4-16,2 3-3 15,-2-3 0-15,1 1-3 16,4 2-8-16,-1-3-14 0,6-1-37 15,4-3-22-15</inkml:trace>
  <inkml:trace contextRef="#ctx0" brushRef="#br0" timeOffset="114560.04">18506 16236 121 0,'0'0'92'0,"0"0"-81"15,0 0 19-15,19-43-12 16,-19 36-2-16,-6 3-12 0,-6 1-2 16,-1 3-3-16,-3 0 1 15,0 2 4-15,-1 10-3 16,1 1 2-16,2 3-2 16,2 2-1-16,5-3 1 15,1 0-1-15,5-2-1 0,1-3 1 16,0-3-3-16,7-3-1 15,5-2 2-15,-1-2 1 16,3 0-2-16,-3-2 4 16,2-6 0-16,0-1 2 15,-2 1 0-15,1-1-3 0,-5 3 1 16,-1 1-1-16,-3 2 1 16,3 2-1-16,-4 1 0 15,3 0-1-15,1 0-2 16,2 4 0-16,3 4-13 15,3 2-10-15,2-3-20 0,5 2-25 16,0-5-18-16</inkml:trace>
  <inkml:trace contextRef="#ctx0" brushRef="#br0" timeOffset="114990.01">18830 16277 59 0,'0'0'81'0,"0"0"-33"15,0 0-5-15,41-40-22 16,-40 29-14-16,-1 0 3 15,-1 1 2-15,-8 3-8 16,-5 2 2-16,-1 2-6 16,-5 3 0-16,-1 3 1 0,2 9 0 15,-2 5-3-15,3 1-18 16,4-1 13-16,6 3-2 16,2-4 1-16,6-3-8 15,0-1-10-15,7-4 5 16,5-3 12-16,3-5 9 0,4 0 1 15,3 0-1-15,3-6 0 16,-3-6 1-16,4-4-1 16,-2-4-1-16,0-7 2 15,-4-1 4-15,-2-6 0 16,-2-2 6-16,-5-1 4 0,-2-1-3 16,0 2-5-16,-7 5-2 15,-1 5-4-15,-1 7 0 16,0 5 0-16,-1 7 6 15,-7 6 3-15,0 1-10 16,-2 9-1-16,-1 11 7 0,3 5-6 16,-1 9 2-16,5 3-2 15,4 3 0-15,0 3-10 16,4-8-33-16,7-4-58 16</inkml:trace>
  <inkml:trace contextRef="#ctx0" brushRef="#br0" timeOffset="115721.55">19237 16254 221 0,'0'0'11'0,"0"0"22"0,34-42-12 0,-32 28-5 16,-2-1 0-16,0 4-3 0,-14-2-8 16,-1 5 4-16,-4 2-7 15,0 3-2-15,-5 3-1 16,0 0 1-16,2 10-2 15,1 3-2-15,3 3-1 16,5 2-5-16,6 0-4 0,2-3 5 16,5 0-9-16,0-3 6 15,12-1-3-15,2-4 11 16,3-3 2-16,4-1-1 16,2-3 2-16,2 0 2 15,0 0-4-15,1-5 3 0,-2-4-1 16,0-4 6-16,-2-1-4 15,-2-4 1-15,-1-5 1 16,-2-3 3-16,-3-3-2 16,-1-3 0-16,-1 0-2 15,-6 0-1-15,-1 1 1 0,-3 4-1 16,-2 3-1-16,0 5 0 16,0 5 2-16,-7 1 3 15,1 5-2-15,-1 1-4 16,-1 3 5-16,0 2-7 15,2 2-1-15,-2 0-1 0,3 7-4 16,-4 7 7-16,2 4 2 16,1 4 0-16,1 3 1 15,5 1-1-15,0 3 1 16,0 0 0-16,0-2-1 16,7 1 1-16,5-4-1 15,2-2 0-15,2-2 1 0,2-4-2 16,0-2 2-16,2-4-1 15,1-3 2-15,1-2 1 16,0-3-3-16,3-2 2 16,1 0-4-16,-4-10 7 15,-1-2-3-15,1-3-2 0,-6 0 2 16,-3-1 3-16,-7 3 1 16,-1 2 2-16,-3 3 4 15,-2 2 0-15,0 3-4 16,0 1-5-16,-2 2-1 15,-2 0-3-15,0 6 8 0,3 7-6 16,1 1-1-16,0 3-1 16,0 2-8-16,0-4-22 15,1-2-25-15,5-6-77 16</inkml:trace>
  <inkml:trace contextRef="#ctx0" brushRef="#br0" timeOffset="115862.81">19734 16115 288 0,'0'0'7'0,"0"0"0"0,0 0-6 0,0-41-3 0,0 35-17 16,2 3-18-16,2 2-61 16</inkml:trace>
  <inkml:trace contextRef="#ctx0" brushRef="#br0" timeOffset="116382.22">19749 16219 231 0,'0'0'11'0,"0"0"2"16,0 0-9-16,0 0 1 15,0 0-4-15,0 0-2 16,9-43 1-16,-6 33 0 15,3 1 1-15,3 1 2 16,1 1-2-16,2 2 1 0,-1 2-1 16,3 1-1-16,-3 2 2 15,2 0-2-15,-1 8-2 16,-2 1 1-16,2 1 0 16,-5 3-1-16,0-2-4 15,-1-1 2-15,1-3 4 16,-2-1 0-16,1-3 1 0,-1-3-1 15,1 0 2-15,4 0 1 16,-2-7-8-16,-1-3 15 16,1-3-7-16,0-4-3 15,-1 3 0-15,-3-2 3 0,0 2-1 16,0 1 0-16,-4 5 5 16,0 1 4-16,0 1-4 15,0 5-5-15,0-1 0 16,0 2-2-16,0 0-11 15,2 0-7-15,2 7 15 16,2 2 2-16,-2 1 1 0,1 1 1 16,1 2-1-16,-2 1 3 15,1 0-2-15,0 5 0 16,-5 1 1-16,0 2-1 16,-6 2-5-16,-13 2-9 15,-12 4-76-15</inkml:trace>
  <inkml:trace contextRef="#ctx0" brushRef="#br0" timeOffset="117107.07">17522 17074 95 0,'0'0'35'0,"0"0"24"0,0 0-14 0,0 0-20 0,0 0-10 0,0 0-6 15,12-45-1-15,-7 33-5 16,-3-1 0-16,1-1 1 16,-1 1-2-16,-1 2-1 15,-1 1 0-15,0 3 0 16,0 3-1-16,-4 2-7 0,-6 2 5 16,-1 2-1-16,1 11 0 15,-4 4 0-15,1 3-1 16,3 2 2-16,0-1-1 15,7-3-2-15,3-2 1 16,0 0 3-16,7-3 1 0,5 0 0 16,5 0 1-16,1 0 1 15,3-2 0-15,-1 1-4 16,1 0 5-16,0-1-3 16,-6-4 1-16,0 2-1 15,-4-2 0-15,-3-3 1 0,-3 0-1 16,-5-1-2-16,0-3 1 15,-7 3 3-15,-8 0-2 16,-4 1 0-16,-3-1-1 16,0 1-2-16,-2 2 1 15,3-2 2-15,5 0-4 0,3-4-41 16,6 0-77-16</inkml:trace>
  <inkml:trace contextRef="#ctx0" brushRef="#br0" timeOffset="117342.27">18039 16997 236 0,'0'0'15'0,"0"0"-2"0,0 0-9 0,0 0 0 16,0 0-2-16,0 0-1 16,0 0-1-16,49-4 0 0,-33-2-14 15,-3-2-82-15</inkml:trace>
  <inkml:trace contextRef="#ctx0" brushRef="#br0" timeOffset="117471.02">18110 17183 112 0,'0'0'32'0,"0"0"-62"16</inkml:trace>
  <inkml:trace contextRef="#ctx0" brushRef="#br0" timeOffset="117933.3">18781 16774 264 0,'0'0'12'0,"0"0"5"16,0 0-8-16,0 0-7 0,0 0-1 15,-48-30-3-15,38 29 2 16,-1 1-1-16,-3 0-2 16,1 0 5-16,-5 9-1 15,3 3-4-15,-3 4 3 16,3 2-1-16,-1 1 0 0,6 1-3 16,4-2 3-16,2-1-2 15,4 1 0-15,0-4 2 16,7-1 1-16,3-1-1 15,4-1 2-15,-1-1-1 16,0 0 1-16,3 0-1 0,-3 0 2 16,1 0-2-16,-1-1 1 15,-3 0-1-15,0 0 0 16,-3-2 1-16,-4 0-1 16,-3 0 0-16,0-1-2 15,0 0-1-15,-8 0 2 0,-2 0 2 16,-2 2-1-16,-1 0 0 15,-5-1-14-15,2-4-57 16,-1-1-75-16</inkml:trace>
  <inkml:trace contextRef="#ctx0" brushRef="#br0" timeOffset="118210.93">18884 16700 160 0,'0'0'87'16,"0"0"-82"-16,0 0 2 0,0 0-7 0,0 0-9 16,0 0 7-16,0 0 6 15,0 0 3-15,-1 57 0 0,0-29-4 16,0 4-2-16,1 1 1 15,0-2-2-15,0 0 2 16,1-5-6-16,2-5-17 16,3-5-23-16,-6-5-22 15,0-7-51-15</inkml:trace>
  <inkml:trace contextRef="#ctx0" brushRef="#br0" timeOffset="118766.52">18797 16899 274 0,'0'0'4'15,"0"0"-4"-15,0 0 0 16,51-38-2-16,-31 28 6 16,3 3-4-16,-5 1 1 0,6 3 0 15,-6 3-1-15,4 0 1 16,-3 0 0-16,0 7-1 15,-1 3 0-15,-2 2-1 16,-2 1 0-16,-2 1-2 16,0 0 2-16,-5-1-1 15,2-2-3-15,-4 0 3 0,1-2-3 16,-4 0-5-16,-2-2-1 16,0-2 2-16,0 1 2 15,0-2 3-15,-7-1 6 16,2-2 2-16,1-1 6 0,-4 0 1 15,4-1-2-15,1-6 4 16,-2-2-4-16,3 0 1 16,2-4-4-16,0-2-4 15,2 0 2-15,6-2 1 16,4-2-5-16,0 4 1 16,1 2-1-16,-2 2-2 0,3 2 0 15,-2 3-1-15,1 3 2 16,-2 3-1-16,-1 0 2 15,2 0-1-15,-5 6 0 16,1 7-1-16,-2 1 2 0,0 3-1 16,-1 1 1-16,-1 0 1 15,-2-1 2-15,2-1-3 16,-1-2 0-16,0-3 0 16,1-4-10-16,3-3-33 15,-2-4-41-15,2 0-37 0</inkml:trace>
  <inkml:trace contextRef="#ctx0" brushRef="#br0" timeOffset="118923.08">19290 16706 317 0,'0'0'-6'0,"0"0"15"0,0 0-3 0,0 0-7 16,0 0-15-16,0 0-25 15,0 0-15-15,0 0-28 16</inkml:trace>
  <inkml:trace contextRef="#ctx0" brushRef="#br0" timeOffset="119456.18">19452 16851 77 0,'0'0'144'15,"0"0"-138"-15,0 0 1 16,0 0-4-16,0 0-2 16,0 0 4-16,0 0 11 15,13-33 4-15,-22 28-2 0,1 3-7 16,0 2-8-16,0 0-3 16,1 0 1-16,-1 7-2 15,2 3-1-15,1 4-5 16,2-1-2-16,3 2-1 15,0-1 3-15,0-4 1 0,2-2-2 16,4-2 1-16,2-3 4 16,1-3-1-16,3 0-1 15,-3-2 1-15,2-8 6 16,-1-3 2-16,3-4 3 16,-4-2-2-16,-2-3 2 0,-1-2-2 15,0-3 1-15,-2 0 2 16,-2-3-2-16,-2 0-4 15,0-1-2-15,0 1 1 16,0 6 0-16,0 3 0 0,-1 7-1 16,-2 5-1-16,0 3 2 15,1 6-6-15,-3 0 9 16,2 2-12-16,0 11 7 16,0 5 0-16,-1 6 2 15,2 2 0-15,2 5 0 16,0 0 1-16,2-1 0 0,8 1 0 15,3-2 0-15,2-4-1 16,1-3-3-16,3-5-19 16,0-6-26-16,1-6-51 15</inkml:trace>
  <inkml:trace contextRef="#ctx0" brushRef="#br0" timeOffset="119811.04">19758 16801 249 0,'0'0'17'0,"0"0"-16"0,0 0-2 16,0 0 1-16,0 0 1 0,0 0-1 15,0 0 1-15,0 0 0 16,0 0-3-16,0 0 2 16,8 7-1-16,-5-7 3 15,-1-7 10-15,1 0 2 16,-1-4-7-16,0-2-3 0,-1 2-2 15,-1 1-1-15,0 1 0 16,0 3 0-16,-1 4-2 16,-4 2-1-16,-3 0 3 15,1 12-3-15,-3 3 3 16,4 3 0-16,-2 3-1 0,5-1 1 16,1 0 0-16,2-3 1 15,0-3 2-15,4-2-3 16,7-1 1-16,4-5-3 15,3-3-2-15,5-3-20 16,2-2-37-16,4-9-105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31:39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12430 7927 53 0,'0'0'5'0,"0"0"-3"0,0 0 1 15,0 0 0-15,0 0 3 16,0 0-3-16,0 0 0 16,0 0 6-16,0 0 3 0,0-38-2 15,0 34 4-15,0 0 4 16,0 2-7-16,0 1 2 16,0 1-3-16,0 0-8 15,0 0-5-15,0 0 0 16,0 0 7-16,0 1-2 0,4 5-2 15,0-2 1-15,-1 0-1 16,3 2 1-16,-2-1 0 16,0 2-1-16,0-1-2 15,0 1 1-15,-2-2 2 16,1-1 1-16,-1 2 0 16,2-2 0-16,2-1 0 0,-3-2 0 15,6 1-2-15,-5-2 2 16,3 0 1-16,0-4 9 15,4-5 1-15,-2-3 0 16,1-3-6-16,3 2-3 0,0-5-1 16,3-1 1-16,-2 2-1 15,5-4-1-15,-2-2-1 16,4 2 0-16,0-3 0 16,0 0-1-16,1-1 1 15,1 1-1-15,-2 0 3 0,0 0 0 16,-1 4 2-16,-2-1-2 15,0 4 0-15,-5 1-2 16,-1 2 1-16,-1 3 2 16,-4-1 4-16,2 2 1 15,-3 3 2-15,-1-1 0 16,-3 2 1-16,0 2 1 0,0 1-4 16,-2 2-4-16,2 0-4 15,6 1-2-15,-3 0 0 16,5 0-2-16,1 2-5 15,-2-2-46-15,-6-6-110 16</inkml:trace>
  <inkml:trace contextRef="#ctx0" brushRef="#br0" timeOffset="1747.66">5670 14918 60 0,'0'0'3'0,"38"-28"-2"15,-20 15-1-15,-3 1-1 0</inkml:trace>
  <inkml:trace contextRef="#ctx0" brushRef="#br0" timeOffset="2515.32">5814 14809 126 0,'0'0'-2'16,"0"0"6"-16,0 0 18 15,0 0 13-15,0 0-32 16,0 0 0-16,0 0-2 0,0 0 0 16,0 0-3-16,-16 0-1 15,16 0 1-15,7 0 3 16,2 0 0-16,0 0-1 16,4 0 0-16,1 0 0 15,2 0 0-15,1 0 1 0,3 0 0 16,-3-2 0-16,4-1 1 15,-1-3 3-15,0 3-3 16,3 0 1-16,1-2 2 16,3 1-3-16,2 1-1 0,1 0 0 15,5 1 0 1,-1 0-1-16,5 2 0 0,-1 0 0 16,5 0 1-16,-3 0-1 15,2 0 0-15,1 0 0 16,-1-1 0-16,4-2 1 15,-2 0 0-15,1 0 0 0,-2-2 1 16,0 2 2-16,0 0-1 16,-4 1-3-16,0-1 2 15,0 1-2-15,-3 0 0 16,-1 2 1-16,1-4-1 16,-3 4 0-16,-3-3 0 0,1 3 0 15,-6 0 2-15,1 0-4 16,-6 0 2-16,-4 0-8 15,-3 0-17-15,-4 3-18 16,-4 1 7-16,-5 1-20 16</inkml:trace>
  <inkml:trace contextRef="#ctx0" brushRef="#br0" timeOffset="3127.66">6218 14838 45 0,'0'0'16'0,"48"-1"5"0,-21-3-3 16,6 2-1-16,0-2-5 15,1 3 6-15,2-1 0 16,3 2-7-16,1 0 1 0,1 0-2 16,3 0-6-16,4 2 2 15,0-1-1-15,2 2-1 16,2-2 1-16,1-1-3 15,1 0 0-15,1 0 0 16,-2-2 1-16,-3-1 2 0,-2 0 4 16,-6 1 4-16,-4 1-2 15,-5 1-4-15,-2 0-2 16,-4 0-2-16,-6 0 1 16,-1 3-3-16,-3 0 0 15,-3-2-1-15,-3 3 1 0,0-4-1 16,-1 0 0-16,0 0-1 15,-1-4-25-15,-2-10-56 16</inkml:trace>
  <inkml:trace contextRef="#ctx0" brushRef="#br0" timeOffset="4702.97">5385 4955 77 0,'0'0'12'0,"0"0"-11"0,0 0-2 0,0 0 1 15,0 0 2-15,0 0-3 16,0 0 3-16,0 0 0 0,0 0 4 16,0 0-3-16,0 0-2 15,0 0-1-15,-2 38 3 16,2-31-2-16,0-1 0 16,4-2-1-16,2 0 1 15,-2-1 0-15,4 0 0 0,-2 1 0 16,1-1 1-16,-1-1-1 15,1 1-1-15,0-1 1 16,-2 0 1-16,-1-1-1 16,0-1-1-16,3 0 3 15,0-5-1-15,2-7 2 16,-1-2 4-16,5-3-6 0,0-4 0 16,5-4-1-16,-3-2 1 15,6-2-1-15,0-5 3 16,4-2 7-16,0-1 2 15,2-1 2-15,2-5 0 16,2 1-1-16,0-1-3 0,-2 3-3 16,0 1-3-16,-4 4 1 15,-1 4-1-15,-2 8-1 16,3 6-2-16,-4 4-2 16,-8 4-1-16,-7-3-66 0</inkml:trace>
  <inkml:trace contextRef="#ctx0" brushRef="#br0" timeOffset="8856.29">14891 14040 64 0,'0'0'35'0,"0"0"-23"0,0 0-7 0,0 0-1 16,0 0-3-16,0 0 0 16,0 0 2-16,0 0 10 0,-39 10 7 15,37-10-2-15,-1 0-2 16,1 0 3-16,2 0-8 15,0-2-2-15,0-2-8 16,0-1 7-16,0-1-3 16,3-4-1-16,3 3-3 0,2-2 1 15,0-2 0-15,-1 1-1 16,4 0 2-16,-2 0 0 16,1 0 0-16,2 2-2 15,0 5-1-15,0-1 1 16,2 3 0-16,-3 1-2 15,3 0 0-15,1 4 1 0,0 4 0 16,-1 5-1-16,2-1 1 16,-2 3 0-16,-2 0 0 15,0 1 0-15,-3 1-2 16,0-1 1-16,-2 1-2 0,-3 0 2 16,0 0 0-16,-3 0 2 15,-1-1-3-15,0-1 2 16,0 0 0-16,0-3-2 15,0 0-1-15,0-5-7 16,-1-2 1-16,-1-3 4 0,1-2 2 16,1 0 3-16,0 0 3 15,0-7-2-15,-1-2 0 16,1-1 2-16,0-3-2 16,0-1-2-16,0 2 1 15,0-1 0-15,0-2-3 0,0 3 3 16,4-1 3-16,1 0 2 15,1 2 1-15,4-2 0 16,1 3-4-16,2 0-2 16,3-2 3-16,-1 1-1 15,1 3 0-15,0-1-1 16,1 2 2-16,2 0-3 0,-4 1 0 16,1 4 0-16,-3 0 0 15,0 2 0-15,-1 0 0 16,-1 3-2-16,-2 4 1 15,0 2 1-15,-2 1-1 16,-1 0 0-16,0 1-1 0,0 2 3 16,-1-1 0-16,-1 0 0 15,2 1 0-15,-3 1-1 16,1 0 1-16,0 0 1 16,1 3-1-16,-1 0 1 15,1-1-2-15,-1 2-3 0,0-2-42 16,3-5-47-16</inkml:trace>
  <inkml:trace contextRef="#ctx0" brushRef="#br0" timeOffset="9320.69">15724 14108 94 0,'0'0'29'0,"0"0"1"0,0 0-1 16,0 0-9-16,0 0-8 15,0 0-5-15,0 0 3 0,0 0 1 16,40-7-1-16,-27 4-1 16,5 1-2-16,0-1-1 15,2 0-2-15,1 0-2 16,3-1 0-16,0 1-2 0,-1 0 1 15,3 3-1-15,0-1 0 16,0 1 1-16,-4 0-1 16,0 0 0-16,-3 0 0 15,-2 0-1-15,-3 0-4 16,-3 0-20-16,-2 0-16 16,0 0-48-16</inkml:trace>
  <inkml:trace contextRef="#ctx0" brushRef="#br0" timeOffset="9761.82">15974 13973 160 0,'0'0'5'0,"0"0"18"0,0 0-10 16,0 0 0-16,0 0 0 16,0 0-1-16,0 0 1 15,0 0-1-15,0 0-11 16,-8-12-1-16,8 12-3 16,0 5 2-16,0 2 1 0,0 4-2 15,0 1 2-15,4 1 0 16,0 0 0-16,1 2 2 15,1-2-2-15,0 3 1 16,0-2-1-16,-2 1 0 16,-1-2 2-16,-2 3-2 0,0-2 0 15,-1 2 0-15,0 1 0 16,0-1 0-16,0 1 0 16,0 0 1-16,0-2 0 15,0 0-1-15,0-1 1 16,0-2 0-16,0 0 0 0,0-4-1 15,1-2-16-15,4-6-55 16,1 0-94-16</inkml:trace>
  <inkml:trace contextRef="#ctx0" brushRef="#br0" timeOffset="10231.14">16431 14064 112 0,'0'0'5'0,"0"0"-3"0,0 0 0 0,0 0 5 16,0 0 9-16,0 0 1 15,0 0 5-15,0 0-7 0,-39-7-2 16,36 3 1-16,1 1-4 16,2-1-3-16,0 0-8 15,0-1 3-15,0 1 4 16,10-2-6-16,-3 2-2 15,4 0 2-15,2 0 1 16,0 2 1-16,0-2 0 0,1 4-1 16,1 0-1-16,-1 0 1 15,-1 0-2-15,-1 4 1 16,-3-1-1-16,-1 4-1 16,-5 0-3-16,0 0-3 15,-3 0-11-15,0 1-3 0,-1-3-8 16,-6-1-10-16</inkml:trace>
  <inkml:trace contextRef="#ctx0" brushRef="#br0" timeOffset="15555.15">16517 14020 165 0,'0'0'5'0,"0"0"1"0,0 0-8 0,0 0-11 0,0 0 9 15,0 0 4-15,0 0 0 16,0 0-2-16,0 0 0 15,0 0 6-15,13 13-2 0,-6-10 1 16,0 0 0-16,2-2-3 16,-4 3 2-16,1-1 6 15,-2 2 0-15,-1 0-5 16,-2 4-3-16,-1 1-1 16,0 1 0-16,-1 3 0 15,-6 0 1-15,-4 1 2 0,-2 0-1 16,0-2 0-16,1 0-1 15,3-2-1-15,-2-1 0 16,1 0 5-16,2-1-4 16,2-1 2-16,3-2-1 15,-1-5-1-15,3 2 1 0,1-3 1 16,0 0 15-16,3 0 9 16,5 0 0-16,4-6-13 15,3 1-8-15,2-1-2 16,4 0 1-16,2 1-3 0,-2-1-1 15,2 3 1-15,-2 0 0 16,1 2 0-16,-6 0-1 16,-1 1 0-16,-3 0 0 15,-2 0-2-15,-4 0-45 16,-2 0-62-16</inkml:trace>
  <inkml:trace contextRef="#ctx0" brushRef="#br0" timeOffset="16182.93">16825 13986 231 0,'0'0'3'0,"0"0"0"16,0 0-1-16,0 0 1 0,0 0-3 15,0 0-4-15,0 0-2 16,0 0 2-16,0 0 4 16,27 47 3-16,-24-27-3 15,4 0 1-15,-3 0-1 16,0-2 0-16,-1-1 0 0,-1-4 2 16,0-2-2-16,0-2 1 15,0-2 0-15,-2-4 0 16,2-3 1-16,-2 0 2 15,0 0 2-15,0-6-6 16,0-4-18-16,0-4-14 0,0-4-4 16,0-3 32-16,0-1 4 15,0-2 2-15,0-2 3 16,0-1 13-16,0 1-3 16,7 1-1-16,0 5-3 15,2 2-1-15,-2 2-2 0,4 6-2 16,-2 2-3-16,2 2 0 15,1 3 0-15,1 0-3 16,4 3 0-16,1 0-1 16,-1 0 1-16,0 0-1 15,1 6 0-15,0 0 0 16,-7 5-2-16,-1 0 1 0,-2 2-2 16,-3-1 2-16,-4 0-2 15,-1 0 2-15,0 0 0 16,-6-3-1-16,-5 1 4 15,-1-3 6-15,-3 0-2 16,-2-1 1-16,2-1-2 0,0 1-3 16,1-3 1-16,3 2-2 15,1-3-6-15,6 1-41 16,4-3-53-16</inkml:trace>
  <inkml:trace contextRef="#ctx0" brushRef="#br0" timeOffset="16545.18">17264 14094 135 0,'0'0'18'0,"0"0"9"0,0 0-14 16,0 0 2-16,0 0 2 16,0 0-2-16,0 0-1 0,0 0-1 15,37-17-1-15,-21 16-3 16,4-2-2-16,-1 1-5 15,2 0 0-15,1 1-2 16,2-1 2-16,1 0-2 16,0 2 0-16,4-3-7 0,-1-1-25 15,-1-3-38-15</inkml:trace>
  <inkml:trace contextRef="#ctx0" brushRef="#br0" timeOffset="16857.66">17783 13858 127 0,'0'0'1'0,"0"0"28"0,0 0 2 15,0 0-10-15,0 0-15 16,0 0-7-16,0 0 0 15,0 0 0-15,0 13 4 16,0 0 1-16,0 1 1 0,0 3-2 16,0 2 1-16,0-1 0 15,0-1 1-15,0 0-2 16,0-1-2-16,0-2 0 16,0 0 1-16,1-2 0 15,2-2 1-15,-1-1-1 16,0-2-24-16,1-6-53 0</inkml:trace>
  <inkml:trace contextRef="#ctx0" brushRef="#br0" timeOffset="17341.84">17957 13824 142 0,'0'0'-1'0,"0"0"6"16,0 0-2-16,0 0-3 0,0 0 1 16,0 0 0-16,0 0 0 15,37-22 1-15,-35 22 1 16,-2 5-2-16,0 1 1 16,0 2 6-16,-6 1-1 15,-1 4-3-15,-5-2 1 0,-1 3-10 16,-2 1 15-16,-1-1-8 15,-1 0-2-15,-1-3-3 16,2 1 5-16,1-2-1 16,4-2 0-16,3-2-1 15,0 0 0-15,5-1 0 0,1-2-1 16,2 1-1-16,0-1-1 16,0 1 0-16,0-1 5 15,2 1 1-15,3 1-2 16,1-2 5-16,0 1 3 15,4 1 4-15,-3-2-4 16,6 3-3-16,-1 0-1 0,4 2-3 16,-1-2 1-16,1 2 4 15,1 0-4-15,-1 0-1 16,-1 2-1-16,3 0 0 16,-2 3 1-16,-2-2-8 15,-5 0-61-15,-6-1-118 0</inkml:trace>
  <inkml:trace contextRef="#ctx0" brushRef="#br0" timeOffset="18473.75">15306 14495 111 0,'0'0'11'0,"0"0"-12"0,0 0 2 0,0 0-1 15,0 0 0-15,0 0 0 0,0 0 0 16,0 0 2-16,0 0 8 15,0 0 7-15,0 0-1 16,0 0-8-16,0 0-4 16,-7 15-1-16,7-13-2 15,2 0 0-15,2 0 0 16,3 0 3-16,5 0-4 0,-4-2 4 16,4 2 1-16,1-1-2 15,1-1 0-15,2 3 1 16,-2-2-3-16,5 2 0 15,-2-2 0-15,5 1-1 16,2-2 0-16,1 0 1 0,6 0 0 16,0 0 0-16,3 0 3 15,5 0 2-15,-1 0-2 16,7 0-4-16,0-2 3 16,6-2-3-16,5 0 0 15,2 1 0-15,5-3 0 0,1 0 0 16,4-2 0-16,1 1 3 15,2-2 4-15,1 1 3 16,2 0-7-16,4-1-1 16,0 2-1-16,0 0 0 15,2 1-1-15,1 1 0 0,0-2 1 16,-5 1-1-16,3 0 2 16,-2 1-2-16,2-3 3 15,0 3 0-15,2-2 1 16,0 1 2-16,-1-1-2 15,-1 0 1-15,-2 1 4 0,-6-1-3 16,-5 1 0-16,-9 2-4 16,-4-2 2-16,-8 2 0 15,-5 1 2-15,-5 0-3 16,-4 1-3-16,-6 0 1 16,-6 2-1-16,-4 0-1 0,-5 2-7 15,-5 3-39-15,-5 1-49 16</inkml:trace>
  <inkml:trace contextRef="#ctx0" brushRef="#br0" timeOffset="19186.57">17331 14763 129 0,'0'0'6'0,"0"0"16"0,0 0-12 16,0 0-3-16,0 0 1 0,0 0-1 15,0 0 2-15,0 0-5 16,0 0-1-16,7-41-2 16,-7 35 1-16,0 2-2 15,-1 0-2-15,-5 2-13 0,-3 2 13 16,-4 0 2-16,1 0-3 15,-2 9 6-15,1-1-2 16,0 3-2-16,2 1 2 16,4 0-1-16,-1 0 0 15,2-1 0-15,6-2-1 16,0 1 0-16,0-3 0 0,8-1 7 16,3-1 11-16,5-2-4 15,1 0-4-15,2 0-3 16,1 3-4-16,1-2 0 15,-2 0-2-15,-2 3 0 16,-1 0-1-16,-3-1 2 0,-1 1-2 16,-4 0 0-16,-1 2 0 15,-2-2 0-15,-5 2 0 16,0-1-2-16,0 2 1 16,-5-2 2-16,-6 0 3 15,-2-1-3-15,-1-2 1 0,-4-1 0 16,-3 0 1-16,-1-2 1 15,0 0 4-15,-4-2 8 16,3 0-2-16,1 0-1 16,2 0-3-16,5 0-6 15,3-4-1-15,7-4-8 0,3-4-54 16,2-7-170-16</inkml:trace>
  <inkml:trace contextRef="#ctx0" brushRef="#br0" timeOffset="20081.97">18561 14256 6 0,'1'0'46'0,"0"0"-32"0,1 0-4 0,1 0-1 16,0 0 2-16,1 0 3 0,-1 0-3 16,0 0 3-16,3 2 5 15,-3 0 2-15,0 1 2 16,2 0-4-16,-1 0-4 16,-1 0-2-16,3 1-3 15,2 2-4-15,2-1 0 0,-2 2-3 16,5 1-1-16,0-1 0 15,2 2-1-15,1-3 0 16,-2 1 1-16,1-2-1 16,1 0 1-16,-1 1 1 15,-1-2-1-15,-1 2 1 16,-4-2-3-16,1 0-1 0,-2-1-30 16,-5-3-15-16,-1 0-45 15</inkml:trace>
  <inkml:trace contextRef="#ctx0" brushRef="#br0" timeOffset="20516.23">18768 14221 102 0,'0'0'11'0,"0"0"11"0,0 0-2 0,0 0 1 15,0 0-17-15,0 0-1 0,0 0 0 16,0 0-4-16,0 0 3 16,-41 45 1-16,31-28 0 15,-1 3 0-15,1 0 0 16,0-3 0-16,1-3-2 16,1 2 5-16,-2-5 4 15,2-1 5-15,0-3-4 0,0-1-4 16,2 0-4-16,0-2-2 15,4-3 1-15,2-1-10 16,0 0-41-16,1-1-44 16</inkml:trace>
  <inkml:trace contextRef="#ctx0" brushRef="#br0" timeOffset="25102.7">18511 14360 94 0,'-5'0'5'0,"3"0"2"0,-4 0-1 15,4 0-1-15,0 0 8 16,1 0 10-16,1 0 8 0,0 0-12 16,0 0-1-16,0 0-5 15,0 0-9-15,0 0-5 16,0 0 3-16,5 0 0 16,3 0-2-16,3 0 1 0,3-3-1 15,2-1 0-15,4 1 3 16,3-1 5-16,3-1 1 15,1-2-1-15,3 3-1 16,0-2-2-16,4 0-2 16,-3 2-2-16,-2-3 2 15,0 3-3-15,-2 1 1 0,-3 1-1 16,-6 1 1-16,-3 0-1 16,-2 0 0-16,-5 1 0 15,-3 0-10-15,-3 0-34 16,-2 0-59-16</inkml:trace>
  <inkml:trace contextRef="#ctx0" brushRef="#br0" timeOffset="25522.81">18669 14132 159 0,'0'0'2'0,"0"0"3"0,0 0 22 15,0 0-12-15,0 0-13 0,0 0-1 16,0 0 1-16,-13 52 4 16,13-27 1-16,0 6-2 15,0 2-4-15,0 3 3 16,3-1-4-16,-1 2 2 16,0 0-1-16,-1-4 1 0,-1-1-1 15,0-1 0-15,0-5 0 16,0-2 2-16,0-4 0 15,0-3-1-15,0-2-4 16,0-4-12-16,0-6-32 16,0-5-42-16</inkml:trace>
  <inkml:trace contextRef="#ctx0" brushRef="#br0" timeOffset="25864.98">18433 14401 201 0,'0'0'-1'0,"0"0"2"16,0 0 2-16,0 0 1 15,0 0 4-15,0 0 3 16,0 0-6-16,0 0-3 15,0 0 3-15,35-15 4 16,-7 13-1-16,1 2 0 0,6 0-7 16,-3-2 1-16,1 1-2 15,0-3 1-15,0 1 1 16,-1-3-1-16,0 2 0 16,-2-3-1-16,-2 1 2 15,-2 2-1-15,-5 0-2 0,-9-2-20 16,-4 2-59-16,-8-3-37 15</inkml:trace>
  <inkml:trace contextRef="#ctx0" brushRef="#br0" timeOffset="26227.73">18638 14158 109 0,'0'0'2'0,"0"0"11"0,-19 51 17 15,14-24 1-15,-2 2-15 16,4 2-3-16,1 2-3 16,0 2 0-16,2-1-5 15,0 0 3-15,0 0-4 0,2-3-1 16,1 1-1-16,2-2 0 16,1-3 1-16,-1 0 1 15,1-3-5-15,0-6-27 16,3-8-38-16</inkml:trace>
  <inkml:trace contextRef="#ctx0" brushRef="#br0" timeOffset="26812.66">19253 14263 193 0,'0'0'5'0,"0"0"-4"0,0 0 0 15,0 0 1-15,0 0 0 16,0 0 0-16,0 0 7 16,0 0 7-16,0 0-3 15,27-18-4-15,-23 12-4 16,2-3-2-16,0 0 0 0,0-3-3 16,0 0 0-1,-1 1 0-15,-1-4 0 0,-1 5 1 16,1-3-1-16,-2 5 0 15,1-2 2-15,-3 1 1 16,2 3-2-16,-1 2-1 16,-1 1 0-16,2 2-1 0,-2 1-2 15,0 0-5-15,0 6 1 16,0 5 2-16,0 5 2 16,0 2 3-16,0 4 1 15,0 2-1-15,1 1 0 16,3 2 2-16,1-3-2 0,-1-1 1 15,-1 0 0-15,4-3-1 16,-4-1 1-16,-2-3 0 16,0 0-1-16,-1-2-1 15,0 0-14-15,0-2-17 16,0-1-24-16,-3-3 10 0</inkml:trace>
  <inkml:trace contextRef="#ctx0" brushRef="#br0" timeOffset="27003.37">19302 14476 185 0,'0'0'6'0,"0"0"17"0,0 0-6 16,0 0-11-16,0 0 4 16,0 0-5-16,0 0-2 15,0 0 0-15,38-5 1 0,-17 2-2 16,0 0-1-16,1-3-9 15,2-2-49-15,2-2-59 16</inkml:trace>
  <inkml:trace contextRef="#ctx0" brushRef="#br0" timeOffset="28362.89">19465 13405 160 0,'0'0'3'0,"0"0"8"0,0 0-1 16,0 0-8-16,0 0-1 16,0 0 0-16,0 0-1 15,0 0 2-15,0 0 1 16,0 0 8-16,0 0-2 0,29-5-5 15,-21 3-2-15,5 2-2 16,0 0 2-16,3 0-2 16,1 0 1-16,1 0-1 15,1 0 0-15,3 0 0 16,-2-1 0-16,2 1 0 0,-2-2 1 16,1 2 0-16,-4 0-1 15,-1 0 0-15,-2 0 1 16,-1 0-1-16,-2 3 0 15,-3 3 0-15,-1 2-1 16,0 2 0-16,-2 0 0 0,0 5 0 16,0 0-1-16,1 5 1 15,0 0 1-15,-2 1 1 16,0 3-2-16,1 0 2 16,-1 0-1-16,-1 0-1 15,1-2 1-15,-1 2 0 0,-1-2 0 16,0 0-2-16,-1-2 3 15,-1 3-1-15,0-2 1 16,0 2 0-16,0-1 3 16,0 0-1-16,0-1 0 15,-3 4-1-15,-1 0-1 16,2 0 1-16,0 1 0 0,0 0-2 16,2-1 1-16,-1 2-1 15,1-1 0-15,0-1 1 16,0 2-1-16,0-2 1 15,0 0 0-15,5-1 0 16,-3 0 0-16,2 0 0 0,-1-1 0 16,-1 0-1-16,0-2 0 15,0 2 0-15,-2-3 4 16,1 1 1-16,-1 1 1 16,0 0-1-16,0 1-3 15,0 1 0-15,0 0-1 0,0-1-1 16,0-1 0-16,0 0 1 15,0 2-1-15,0-1 0 16,0 0 1-16,3 1 0 16,0-1 1-16,0 1-1 15,1-2-1-15,2 1 0 0,-3-3 1 16,1 0-1-16,0-2 0 16,-1-1 1-16,1 0-1 15,-1 2 0-15,0-3 1 16,0 2-1-16,-1-1 0 15,-2 0 0-15,0 1 1 0,0 0-1 16,0-1 1-16,-2-2-1 16,-3-1 0-16,1-1 1 15,0-3 0-15,1-1 1 16,-2-2 4-16,0-1-1 16,2 0-1-16,-5-1 0 0,2 0-2 15,-4 2-1-15,-4-1 1 16,-2 0-27-16,-7-5-68 15</inkml:trace>
  <inkml:trace contextRef="#ctx0" brushRef="#br0" timeOffset="29815.93">14819 13618 114 0,'-3'-2'3'0,"1"-1"9"0,-2 1 0 0,0 0 0 16,1 1 3-16,-3 0-1 16,0-2-4-16,2 3 8 15,-2-1-6-15,1 1-5 0,-4 0-4 16,-1 0-1-16,0 0-2 16,-1 5-3-16,-5 1 1 15,1 0-2-15,-7-1-2 16,3 0 2-16,-2 1 4 15,0-2-1-15,-2 0 1 16,1-1 0-16,2 0 1 0,0 0 0 16,2-1-1-16,2 1 1 15,3 0-1-15,0 0 0 16,6-2 0-16,2-1 0 16,1 3 0-16,4-3 1 15,0 3 0-15,0-2-2 0,0 2 1 16,0 4 1-16,0 0-1 15,0 1 2-15,0 0-2 16,0 3 0-16,-2 0 0 16,2 1 0-16,0 0 0 15,-2 2 0-15,2 0 1 0,0 1 0 16,0 2 0-16,0 2-1 16,0 2 1-16,0 1 0 15,0 0-1-15,0 1 0 16,2 3 0-16,0-2 1 15,3-1-1-15,1 1 1 0,0-2-2 16,1 0 2-16,-1-1-1 16,2 1 0-16,-4 1 0 15,-1-1 0-15,-1 1 0 16,2 2 0-16,-4 1-1 16,0-1 2-16,2 2 0 0,-2 3 1 15,0 0-1-15,0 2 1 16,2 0 0-16,-2 3 0 15,0 2-2-15,0 3 2 16,4-1-1-16,-1 1 1 16,2-1-1-16,-1-2-1 15,3-5 1-15,-2-2 1 0,2-4-2 16,-1-5 0-16,-2 2 0 16,3-3 1-16,-3-2-1 15,-1 3 0-15,4-1 0 16,-5 2 1-16,1 0-2 15,-1 0 1-15,0 0 1 0,2 1-1 16,-2-2 0-16,0 1 0 16,0-4 0-16,0-1 0 15,1 0 0-15,-1-4-1 16,-2 0 2-16,3-4-2 0,-3 0 2 16,0 0-1-16,2-2 0 15,-2-1 0-15,2-1 1 16,-1 1-1-16,1-2 1 15,2 0 0-15,0 1 0 16,-1-2 2-16,5-1 3 16,2 0 4-16,5-1-4 0,5-1-2 15,7 0-1-15,4 0 1 16,7 0-42-16,4-10-92 16</inkml:trace>
  <inkml:trace contextRef="#ctx0" brushRef="#br0" timeOffset="45181.25">19513 7703 75 0,'0'0'15'0,"0"0"11"0,0 0-8 16,0 0 0-16,0 0-5 0,0 0-2 15,0 0-4-15,0 0-4 16,0 0-1-16,0 0-2 15,0 0 1-15,0 0-1 16,0 0 0-16,8-13 1 16,-5 19-1-16,-1-2 0 0,1 0 0 15,-1 1 0-15,1 0 0 16,1-2 1-16,-1 0-1 16,0 1 0-16,1-2 0 15,1-2 0-15,-1 0 0 16,2 0 0-16,3-10 0 15,2-4 10-15,3-6 8 0,8-6-3 16,-1-5-4-16,6-4-4 16,2-2-3-16,4-3-3 15,1-6-2-15,2 1-17 16,-3-6-86-16</inkml:trace>
  <inkml:trace contextRef="#ctx0" brushRef="#br0" timeOffset="45907.24">21274 7632 15 0,'0'0'1'0,"0"0"4"0,0 0 7 0,0 0 1 16,0 0 3-16,0 0 14 15,0 0 8-15,0 0-24 0,0 0-1 16,0 0-7-16,38-37-3 15,-22 17-2-15,7-3 0 16,6-8 1-16,5-4-2 16,6-5-5-16,2-8-69 15</inkml:trace>
  <inkml:trace contextRef="#ctx0" brushRef="#br0" timeOffset="49173.64">15700 15688 94 0,'-3'0'10'0,"-2"0"7"0,2 0-9 0,0 0-5 15,2 0-2-15,1 0 0 16,-2 0 11-16,0 0 12 15,2-2-5-15,-2 2-4 16,0 0-5-16,0 0-3 16,2 0-4-16,-2 0-1 0,1 0-2 15,-3 0 0-15,-1 0 0 16,1 0 1-16,-3 0 1 16,0 3 0-16,1 2-2 15,0-1 0-15,1 0 1 16,-4 0-1-16,4-1 0 0,-1 1 0 15,1-1 2-15,1 3-1 16,-3-3-1-16,4 1 2 16,-1 0-1-16,-2-1 1 15,3 1-1-15,1 0 0 16,-4 1-1-16,3 0 1 0,0 0-1 16,-1-1 0-16,1 2 1 15,0-1-1-15,1 1 0 16,-1 1 0-16,-1 0 1 15,1 0-1-15,1-1 0 16,-1 2 2-16,2 1-2 0,-2-2 0 16,1 3 0-16,-1 0 0 15,1-3 1-15,1 0-1 16,1 0 0-16,0 0 1 16,0 0 0-16,-1-1 0 15,1 3-1-15,-1-1 0 0,1 2 1 16,0 0-1-16,0 0 0 15,0 3 0-15,0-2 0 16,0-1 1-16,3 3-1 16,4-2 1-16,-1-1 0 15,2 0-1-15,-3 0 1 0,1-1 0 16,1-2-1-16,2 0 0 16,-4-3-1-16,3-1 2 15,-2-1 0-15,4 0 5 16,-3-2-2-16,2 0-3 15,4 0 4-15,0 0-5 0,-2 0 0 16,3-1 0-16,-1-5 1 16,-1 2-1-16,1-3 0 15,-2 0 2-15,0-2-1 16,0-1-1-16,-4 0 4 16,2 2-1-16,-6-2 1 15,1 0-2-15,-2 0 1 0,-2-1 0 16,0 1-1-16,0-2 1 15,0-1-2-15,0 2 0 16,-4-2-1-16,0 2 1 16,1 2-2-16,-3 2 0 0,2 0 0 15,0 4-2-15,-4-1 2 16,3 3 1-16,-4 1 1 16,2 0-2-16,-3 0-2 15,-1 1 5-15,-4 6-2 16,0 0-3-16,-5 2 4 15,-2 2-7-15,1-1 9 0,-1 3-2 16,2-1-1-16,1 0-1 16,5 3-1-16,4-4-24 15,6-6-49-15,4-5-50 16</inkml:trace>
  <inkml:trace contextRef="#ctx0" brushRef="#br0" timeOffset="49786.01">16158 15879 84 0,'0'0'4'0,"3"0"-1"0,0 0-3 0,2 0 4 0,1 0 1 15,1 0 7-15,2 0 9 16,-1 0 4-16,2 0 3 16,4 0-4-16,1 0-2 15,1-2-5-15,4 0-12 16,-3 1-3-16,4-1 1 0,-1 0 0 16,1 0-1-16,1-1 0 15,0 1 0-15,-5 0-1 16,1-1 0-16,-2 0-1 15,-2 2 1-15,-1-2-1 16,-2 1 1-16,0 1-2 0,-2 0-2 16,-5-2-37-16,-1 0-68 15</inkml:trace>
  <inkml:trace contextRef="#ctx0" brushRef="#br0" timeOffset="50147.93">16356 15720 199 0,'0'0'6'0,"0"0"11"0,0 0-17 0,0 0 0 15,0 0-1-15,0 0-1 16,0 37 6-16,0-21-3 16,0 2-1-16,0 2 1 0,0 0-1 15,2 3 1-15,-2-2-1 16,2 5 0-16,0-2 1 15,0-1-1-15,2-1-1 16,0-2-24-16,-1-5-34 16,5-8-42-16</inkml:trace>
  <inkml:trace contextRef="#ctx0" brushRef="#br0" timeOffset="50861.09">16763 15761 121 0,'0'0'21'0,"0"0"14"0,0 0-21 0,0 0-12 0,20-36 1 15,-10 30-3-15,3 0 6 16,0 2 2-16,0 1 10 16,-1 3-4-16,0 0-9 15,1 0-3-15,1 0-2 16,-2 9 0-16,-1-1 0 0,-4 5-2 16,2 0-1-16,-5 0 0 15,-2 1-1-15,-2 1 4 16,0 0 0-16,-2-1-6 15,-7 0 1-15,0 1-6 16,-4-2 1-16,-3 0 3 16,3 0-16-16,-3-2-2 0,3-1 15 15,1-1 8-15,1-2-1 16,4-3-5-16,2 0-4 16,2-3 9-16,3-1 4 15,0 0 11-15,0 0 16 16,0 0-1-16,5-1 3 0,6-4-5 15,2 0-9-15,0 1-6 16,0 0-5-16,3 0 4 16,0 0-1-16,1 2 3 15,0 1-1-15,0-1-8 16,0 2-1-16,-1 0-1 0,3 0 1 16,-4 0-1-16,1 3 0 15,-2 1-2-15,2-1-7 16,-3-3-19-16,1 0-43 15</inkml:trace>
  <inkml:trace contextRef="#ctx0" brushRef="#br0" timeOffset="51253.93">17346 15544 195 0,'0'0'5'0,"0"0"7"0,0 0-10 0,0 0-2 15,0 0-1-15,-38 19 2 16,30-8-1-16,-1 3 2 0,-1 5 0 16,0-1 2-16,0 6-2 15,1-1 0-15,-2 4-1 16,2-3 1-16,0 0 0 16,3-1-1-16,3-2 3 0,1-5-1 15,2 0 0-15,0-1-2 16,0-1 0-16,5-2-1 15,3-3-12-15,2-4-85 16</inkml:trace>
  <inkml:trace contextRef="#ctx0" brushRef="#br0" timeOffset="51644.98">17456 15749 196 0,'0'0'2'16,"0"0"-2"-16,0 0-2 16,0 0-1-16,0 0 5 15,0 0-1-15,-14 48 1 16,11-34-2-16,3 2 1 16,0-2 1-16,0-1-1 0,9-4-1 15,1 0 0-15,3-3 0 16,3-3 1-16,-1 0 2 15,0-3 4-15,0 0-2 16,0 0 1-16,-3-5-3 16,0-2-1-16,-2-2 0 15,-5 0 5-15,-1-4 2 0,-3 2-3 16,-1-1 2-16,0 0 0 16,-4 0 1-16,-6 0-7 15,-4 3 4-15,-1 1-6 16,0 3-2-16,0 4 2 0,2 1-1 15,0 0-10-15,3 3-24 16,3 1-32-16,3-4-32 16</inkml:trace>
  <inkml:trace contextRef="#ctx0" brushRef="#br0" timeOffset="52079.6">17704 15523 1 0,'0'0'188'0,"0"0"-187"0,0 0 1 0,44-3-1 0,-34 3-1 15,1 0 0-15,0 6 0 16,1 4 2-16,0 1-1 16,2 6 1-16,-1 0-2 15,1 3 0-15,-1 2 2 16,-2 0-2-16,1 1-1 0,-3-3 2 16,-1 1 2-16,-3 0 2 15,4-1-2-15,-7 0 2 16,-1 3 2-16,-1-1-3 15,0 1-3-15,0-3-1 16,-1 2 1-16,-7-1-1 0,-2-3 2 16,1 1-2-16,-5-2-2 15,1-2 4-15,1-2-1 16,-2 0-1-16,1-4-1 16,1-4-29-16,5-5-52 15</inkml:trace>
  <inkml:trace contextRef="#ctx0" brushRef="#br0" timeOffset="52670.63">18119 15754 106 0,'0'0'6'0,"0"0"-4"0,0 0-1 0,0 0 0 16,0 0 9-16,0 0 9 15,0 0 20-15,0 0-10 16,0 0-4-16,43 0-2 16,-35 0-2-16,2-2-5 0,0 0-5 15,2-1-4-15,0 1-2 16,-1 0-2-16,0-1-1 15,1 2-1-15,-1-1-1 16,1 1 0-16,-2 1 3 16,1 0-6-16,0 0 0 0,1-3-29 15,-2-1-61-15</inkml:trace>
  <inkml:trace contextRef="#ctx0" brushRef="#br0" timeOffset="54078.66">18481 15588 60 0,'0'0'12'0,"0"0"10"0,0 0-9 0,0 0-9 15,0 0 2-15,0 0 2 16,0 0 1-16,0 0 3 16,0 0 10-16,0 0 6 15,0 0-11-15,-10-4-3 0,10 4-4 16,0-2-5-16,0 1-2 15,0 0-3-15,2-1 2 16,2 1-1-16,1-1 0 16,1 1-5-16,0 0 7 15,4 0-1-15,1-1 0 0,-1 0 3 16,1 0 2-16,0 0-4 16,2 2 0-16,-2 0-2 15,-3 0 0-15,3 0 1 16,-1 0-2-16,-3 0 0 15,0 0 0-15,0 0 1 16,1 0-1-16,-3 2 0 0,1 2 0 16,-1 0 0-16,0-1 0 15,-1 3 0-15,-2-1 0 16,-2 1-1-16,2 1-1 16,-2-1 0-16,0 1 1 0,0-1 4 15,0 1-1-15,-4 0-5 16,-2-1 3-16,0 1-1 15,-2-2 1-15,1 0 0 16,-1 0 0-16,-1-1 1 16,2 2 0-16,2-3-2 15,-1-1 2-15,3 0-1 0,-1 0-1 16,-1-1 1-16,3-1 0 16,2 1 0-16,0-1 1 15,0 0 2-15,0 0-2 16,0 0-1-16,0 0 1 0,0 0-1 15,0 0 1-15,0 0 0 16,3 0-3-16,3 0 2 16,-2 0-1-16,3-1 2 15,-1 0 1-15,4-1 2 16,-2 1-1-16,1-1 0 0,0 2-2 16,1 0 0-16,-2 0-1 15,1 0 0-15,-2 0 0 16,2 0 1-16,-2 0-1 15,-1 0 0-15,-1 1 0 16,0 1 0-16,-1 3 1 16,-1-1-1-16,0 2 0 0,-1 0-1 15,0 0 3-15,1 0-1 16,0 1 1-16,-1 0-2 16,0-1 0-16,0 0 0 15,-1 0 0-15,0 0 0 16,2 0-5-16,-3-1 3 0,0 0 4 15,0 2-4-15,-4-1 2 16,-1-1 0-16,0 2-2 16,-1-1 4-16,1 1-3 15,-3-4 1-15,2 1 0 16,0 0 0-16,-1 0-1 16,3 0 2-16,-5-1-1 0,1-1 0 15,2 1-1-15,-2 0-1 16,0-1 1-16,0-1 1 15,1-1 0-15,0 0 0 16,1 0 1-16,-1 0 1 0,3 0-2 16,-1 0 0-16,-1 0-2 15,1 0 4-15,-3 0-4 16,4 0 1-16,-4 1-3 16,2 0-38-16,-2-1-50 15</inkml:trace>
  <inkml:trace contextRef="#ctx0" brushRef="#br0" timeOffset="55800.42">15510 16551 132 0,'-1'0'12'0,"1"0"18"0,0 0-19 0,0 0-8 15,3-1 2-15,3-5 0 16,-1 3-5-16,-2-1 0 0,2 1 2 16,-1 2-1-16,-1-1 0 15,2 0 1-15,-1 0 0 16,2 0 0-16,3 0-4 16,1-1 2-16,-2 1 0 15,4 0 0-15,1-1 2 0,0 2-2 16,3 0 1-16,-2-1-1 15,3 0-4-15,1 1 7 16,0 0-2-16,2 0 8 16,1-1-3-16,3 0-2 15,3 1-1-15,0-1-3 0,2 2 0 16,1-2 1-16,3 0-1 16,2-1 0-16,1 0 0 15,0 0 0-15,3-2 0 16,0-1-4-16,3 2 10 15,1-2-9-15,2-1 0 0,4 3 12 16,2 1-8-16,-1-1-1 16,4 1 1-16,-1 1-1 15,3-2 0-15,0 2 0 16,3 0 0-16,2 0 0 16,-2-2 1-16,3 3-1 0,1-1 0 15,1-2 0-15,-2 1 0 16,2-2 0-16,0-1 0 15,-2 0 1-15,3-1 0 16,0-1-2-16,5 2 1 16,-5-2 1-16,2 1-1 0,1-1 1 15,-2 0 0-15,0 1 3 16,-5 0 0-16,1 1 2 16,-3 1 0-16,-2 0-5 15,0-1 1-15,0 2-1 16,0 1 1-16,1-1-1 15,-3 1-1-15,2 0 1 0,-1 0-1 16,0 2 2-16,0-2-1 16,-3 2 2-16,-2-1 1 15,-5 1 2-15,-4-1-2 16,-4 1-1-16,-6 0 3 0,-3-1 0 16,-3 0-1-16,-4 0 2 15,-2-1-2-15,0 1-2 16,-4 1 0-16,-2-2-3 15,-1 0 0-15,2 1 0 16,-4 0 0-16,-4 1 0 16,2 1-4-16,-5 0-12 0,-4 0-19 15,0 0-58-15,-6 5-52 16</inkml:trace>
  <inkml:trace contextRef="#ctx0" brushRef="#br0" timeOffset="56797.76">17944 16561 63 0,'-3'2'4'0,"1"-2"7"0,-3 0 3 16,3 0 9-16,0 0 6 15,0 0 2-15,1 0-4 16,-1 0-8-16,2 0-5 0,0-2-10 15,0 1 2-15,0-2 2 16,2 1 0-16,3-2-5 16,4 0 3-16,0 0 4 15,2-2-4-15,2 2 1 16,1-2 1-16,2 3-5 16,1 2-2-16,1-2 0 0,-4 3-1 15,0 0 0-15,-2 0 0 16,0 2-1-16,-7 3 0 15,1 1 0-15,-2 1-1 16,-3 0-1-16,-1 3 2 16,0 0-2-16,-1 0-7 15,-9 1 2-15,-1 2-3 0,-2-2-5 16,-1-1 9-16,2-1 5 16,1-3 1-16,2 0 2 15,4-3-1-15,1-1 1 16,2-1 0-16,2-1 2 0,0 0 5 15,0 0-7-15,0 0 0 16,2 0 5-16,4 0-8 16,1 0 2-16,0 0-2 15,0 0 3-15,2 0-2 16,0 0 1-16,-2 0 0 16,3 0 2-16,2 0 1 0,-4 3-1 15,0 4-2-15,0 2 0 16,0 2 0-16,-4 0-5 15,0 1 4-15,-4-1 2 16,0-1-2-16,0-3 0 0,0 0 0 16,-7 1 1-16,0-3 8 15,-4 1-1-15,-2-1 0 16,-5-2-4-16,-2 2-1 16,2-1-1-16,-3-3 0 15,1 0 4-15,0-1-2 16,1 0 3-16,3 0 3 0,0 0-1 15,-1-2-6-15,5-2-2 16,-1 1 0-16,5-2-2 16,2 0-3-16,6-2-11 15,0-5-38-15,4 0-99 16</inkml:trace>
  <inkml:trace contextRef="#ctx0" brushRef="#br0" timeOffset="57443.62">19523 16205 75 0,'-2'0'35'0,"2"0"0"0,-4 0-10 0,4 0-10 0,0 0-4 16,0 0 3-16,0 0-1 15,0 0-5-15,0-3-3 16,0 3-4-16,0 0 3 16,4 0 5-16,1-2-2 15,3 2 1-15,4-2-6 0,1 0 0 16,2-1-1-16,3 1 0 16,1-1-1-16,3-1 3 15,-2-1 3-15,2 1-1 16,5-3 1-16,-2 1-3 15,-3 0 0-15,2 1-2 0,-1-1-1 16,-4 3 0-16,-4 2 0 16,-3 0 1-16,-2-1-2 15,-4 2-4-15,-3 0-13 16,-3 0-13-16,0 0-35 0,0-1-46 16</inkml:trace>
  <inkml:trace contextRef="#ctx0" brushRef="#br0" timeOffset="57813.79">19760 16050 90 0,'0'0'24'0,"0"0"7"0,0 0 1 0,0 0-4 0,0 0-2 16,0 0-19-16,0 0-7 15,0 0-1-15,0 0 3 16,-1 0 0-16,1 7-1 0,0 4-1 16,0 2 1-16,0 4-1 15,0 0 1-15,0 2-1 16,2-1 1-16,2 3 2 15,2-3-2-15,-2-1 0 16,1-2 1-16,0 0-2 0,-2-1 0 16,0-3 0-16,0 0 0 15,-1-2-1-15,1-1-5 16,-1-3-37-16,0-4-55 16</inkml:trace>
  <inkml:trace contextRef="#ctx0" brushRef="#br0" timeOffset="58299.1">20120 15956 124 0,'0'0'16'0,"0"0"-10"15,0 0-6-15,0 0 1 0,0 0 3 16,0 0 3-16,0 0 0 16,0 0 3-16,0 0-2 15,9 48-2-15,-7-33 1 0,1 3-5 16,-1-1-2-16,2 3 2 16,-1-1 1-16,-1-1 0 15,0 2 3-15,0-2 0 16,3-2 1-16,-3 2-3 0,-1-2-2 15,1-2 1-15,-1 2-3 16,0-3 0-16,0-3 0 16,-1 1 0-16,0-4-3 15,0-1-15-15,0-5-55 16</inkml:trace>
  <inkml:trace contextRef="#ctx0" brushRef="#br0" timeOffset="59687">20133 15505 70 0,'0'0'14'0,"0"0"1"0,0 0-1 0,0 0-3 16,0 0-6-16,39-8-4 15,-29 6 1-15,1 0-1 16,-2-2 5-16,1 2 7 15,1-2 7-15,-2 1-7 0,0-1-2 16,2 1-5 0,0 0-2-16,-2 2 0 0,3-2-3 15,-1 2 0-15,-1-1 0 16,0 1 1-16,-2 1 0 16,1-3 2-16,-2 3-1 15,0 0 0-15,-2 0 2 0,1 0-2 16,0 0-1-16,0 0-1 15,-2 3-1-15,1 1 1 16,-1 2 0-16,0-2-1 16,1 3 0-16,-2 0 0 15,3 2 2-15,-2-1 3 0,-1 1-3 16,1-1-2-16,0 2-4 16,-1 0 7-16,0 0-1 15,0 2-2-15,1-1 1 16,-1 0-1-16,-3 5 0 15,0-4 0-15,2 4 1 16,-1 1-1-16,-1 0 0 0,0 1 0 16,1 3-1-16,-1-3 3 15,0 2-1-15,0-1 1 16,1 1 0-16,1 0-1 16,0 0 1-16,0-1-2 15,0 0 1-15,0-1-1 0,-2-1 0 16,1 0 0-16,0 0 0 15,0 0 2-15,1 0-2 16,0 0 0-16,-2 0 0 16,4 0 0-16,-2 3 0 15,-2-2 0-15,3 3 0 0,-2-1 0 16,3-1 1-16,0 1-1 16,-2 0 1-16,1 0 0 15,1-2 0-15,0 1 0 16,-1-1-1-16,-1-1 0 15,2 0 1-15,-2-1-1 0,1 1 0 16,-1-1 0-16,-1 1 1 16,1-1-1-16,0 1 0 15,1-2 1-15,2 1-1 16,-3 0 0-16,2 0 2 16,2 1-2-16,-4-5 0 0,3 5 0 15,-3-3 0-15,1 0 1 16,0 0-1-16,-1-2 0 15,0 1 0-15,0-1 1 16,-1 3-1-16,0-1 1 16,0 1-1-16,-1 2 1 0,0-1 0 15,0 2-1-15,0-2 0 16,0 1 0-16,0-1 1 16,1 1 1-16,0-1 5 15,-1 2-4-15,3-2-2 16,-3 0 1-16,0 2-2 0,0-3 2 15,0 1-1-15,0 0-1 16,0-1 0-16,-5-1 0 16,-1 2 0-16,-2-3-1 15,-7 1 1-15,-5 0-4 16,-13-2-8-16,-10-4-73 0</inkml:trace>
  <inkml:trace contextRef="#ctx0" brushRef="#br0" timeOffset="61082.12">15056 15695 7 0,'-9'4'24'0,"-1"-3"6"0,2 1-5 16,-1-2-5-16,0 2-2 15,-2-1-5-15,4 0-8 0,-4 1-2 16,-1-1-2-16,2 2-1 16,-3 0 6-16,2-2 7 15,1-1 0-15,-1 3-3 16,2-2 0-16,0 1-9 0,1-1 0 15,2 2-1-15,0-3 0 16,1 3 0-16,1-1 0 16,0-1 0-16,1 0 0 15,1 3 0-15,-3-2 1 16,2-1-1-16,1 2 0 0,0-2 0 16,2 2 1-16,-4-3 0 15,4 3 0-15,-2-1 1 16,-1 2 1-16,2-1 0 15,0 1-1-15,0 3 2 16,1 0-3-16,0 0-1 16,0 3 2-16,0 0-1 0,0 1-1 15,0 1 0-15,2 2 0 16,4-1 0-16,-2 2 0 16,-1 0 1-16,4 3 0 15,0 2-1-15,1 1 0 16,1 3 0-16,2 1 0 0,-1 0 1 15,2 4-1-15,2 0 0 16,-3 1 0-16,3 1 0 16,-1 1 0-16,-2 1 1 15,1 0-1-15,-1 3 1 16,1-2-1-16,-4 2 0 0,-2-1 0 16,0 2 0-16,-1 0 1 15,-2-3-1-15,1 0 0 16,-2 0 0-16,1-4 0 15,-1 4 0-15,1-3 1 16,1 3-1-16,2-1 0 0,0 1 0 16,4 2 0-16,-1-1 2 15,0-1-2-15,2 0 0 16,0-1 0-16,0 0 0 16,-1-2 0-16,-1-3 0 15,-1-1 0-15,2-4 1 0,-2-1-1 16,1-3 2-16,-3 1 1 15,4-1 5-15,-2-1 3 16,2-1-1-16,3 0-2 16,0-1-1-16,2-1 1 15,6 1-2-15,3-5-2 0,5 1 0 16,7-2-4-16,8-3 4 16,6-7-27-16,7 0-46 15</inkml:trace>
  <inkml:trace contextRef="#ctx0" brushRef="#br0" timeOffset="62547.88">22022 15779 74 0,'-3'0'65'0,"0"0"-64"0,1 0 4 0,1 0-3 16,-3-3 3-16,0-3 17 15,1 2 10-15,0 1-4 16,1-1-3-16,0-1-3 16,2 1-8-16,0 1-4 15,0-1-6-15,4 1-6 0,4-1 4 16,1 1 1-16,2 0 3 16,4-1-3-16,1 3-1 15,1-1-1-15,4 2 0 16,-5 0 0-16,0 0-1 15,-1 3-1-15,-1 4 1 16,-5 0-1-16,-4 2-1 0,0 1 1 16,-3 0 1-16,-2 1 0 15,0 2 0-15,0 0-2 16,-6 1 0-16,0-3-2 16,-1 2 2-16,-1-2 2 15,1-3 0-15,1-1 1 0,1-2-1 16,0 1 0-16,-1-1 1 15,0-1-1-15,1 0 0 16,1 0-2-16,-3-1-6 16,3-2 4-16,2 2 4 15,-2-3 2-15,3 0-1 0,1 0 3 16,0 0 0-16,2 0-4 16,8 0 2-16,1 0 2 15,4-3-1-15,3 0-2 16,2-1 0-16,-2 3-1 15,4-2 0-15,-1 2 0 16,2-1 1-16,0 2-2 0,0 0 1 16,5 0-8-16,-3-1-28 15,-2-2-63-15,-3 0-79 16</inkml:trace>
  <inkml:trace contextRef="#ctx0" brushRef="#br0" timeOffset="62855.14">22567 15689 199 0,'0'0'3'0,"0"0"14"0,0 0-12 0,0 0-2 16,0 0 2-16,45-3 7 0,-30 6 8 15,1 4-6-15,3 1-9 16,1 0 1-16,0 2-5 16,0-2 0-16,1 1-1 15,-3-1 1-15,-1 0-1 16,0-1 0-16,-3-3 0 0,-2 3 0 16,-2-3-3-16,1-1-11 15,-4-3-20-15,-2 0-39 16,-2 0-50-16</inkml:trace>
  <inkml:trace contextRef="#ctx0" brushRef="#br0" timeOffset="63111.74">22790 15616 201 0,'0'0'4'0,"0"0"0"15,0 0-3-15,0 0 0 16,0 0 0-16,-28 41 0 16,23-26 3-16,-4 2 0 15,3 3 0-15,-5 0 0 16,3 1-2-16,0-5 1 0,0 4-3 16,2-2 1-16,0-3 0 15,0 0-1-15,3 0-4 16,3-7-38-16,0-4-57 15</inkml:trace>
  <inkml:trace contextRef="#ctx0" brushRef="#br0" timeOffset="63751.47">23101 15612 137 0,'0'0'4'0,"0"0"-4"0,0 0 1 16,0 0-1-16,0 0 2 16,0 0-2-16,0 0 0 15,-41 26 4-15,38-26 19 16,-3 0 4-16,4 0-6 15,-2 0-12-15,4-2-6 0,0-2 3 16,0-1-3-16,0 0 1 16,6-3-5-16,5 1 1 15,2 1 0-15,1 0-2 16,-1 2 1-16,1 1 1 16,-1 2-1-16,0 1 3 15,-5 0-1-15,2 2-1 0,-2 7 0 16,-4 1-3-16,-2 5-4 15,-2 0 6-15,0 4 2 16,0-1-2-16,-4 0 1 16,-3-2-3-16,-1-2 2 15,0-1 0-15,-2 0 1 0,1-5 0 16,0 0 0-16,1-1 0 16,-1-2 1-16,2-2-1 15,3 1 0-15,1-2 0 16,2-1 0-16,1-1 2 0,0 0 0 15,4 0-1-15,4 0 9 16,3-4 2-16,3-2 0 16,4 1 0-16,-4-1-4 15,4 1 3-15,-1 1-2 16,3 2-2-16,-2 1-2 16,2-1-4-16,-1 2-1 0,-3 0 1 15,1 0-1-15,-4 0-3 16,-1 3-11-16,-4-1-17 15,-3-2-35-15,-2 0-76 16</inkml:trace>
  <inkml:trace contextRef="#ctx0" brushRef="#br0" timeOffset="63979.35">23480 15323 10 0</inkml:trace>
  <inkml:trace contextRef="#ctx0" brushRef="#br0" timeOffset="64976">23420 15273 36 0,'-19'-16'41'16,"-2"-2"-9"-16,-1 2 1 0,-2-1-12 16,-5 0-11-16,-4 3-6 15,-3-3-3-15,-2 3-1 16,-2-1 0-16,-3 1 2 16,0 0 16-16,1 1 2 15,-3 0 0-15,3 1-4 0,2 1-3 16,-3 2-4-16,3 0-4 15,-1 4-3-15,-1 1-1 16,-2 4-1-16,1 0 1 16,-2 0-2-16,-3 5 2 15,3 2-1-15,0 4 0 16,-2 2 1-16,0 3-1 0,0 1 0 16,-2 1-1-16,1 4 2 15,-2-1-1-15,1 3 0 16,-1 2 0-16,-2 1 0 15,2 0 0-15,0 1 0 16,2 3 0-16,3 1 2 0,4 0-2 16,2 2 0-16,4 0 1 15,2-1-1-15,4 3 1 16,0-1 0-16,5-1-1 16,1 1 1-16,3 0 0 15,4 0 3-15,2 0-4 0,4-1 1 16,3 1 0-16,3-2 1 15,2 2-1-15,2-1 1 16,0 0-1-16,4 0 1 16,7 1 1-16,3-1-1 15,7-2 1-15,0 1 0 0,4-2-1 16,4 1 1-16,1-1 0 16,4 0 1-16,0-1-3 15,5 1 0-15,3 0-1 16,2 2 1-16,4 0 0 15,0 1-1-15,4 0 1 0,-1 0-1 16,3-2 0-16,1-3 0 16,1-4-1-16,-2-2-2 15,5-3 4-15,2-3-2 16,1-1 2-16,3-5 0 16,3-1 1-16,1 0-2 0,0-4 1 15,1-1-1-15,1-4 0 16,-3-1-1-16,-1 0-2 15,-1 0 1-15,-1-5 2 16,0-3 0-16,1-2 0 16,-4-2 0-16,0-2 0 0,-6-1 0 15,-2-1 0-15,-6-3 0 16,-3 0 1-16,-7-2 0 16,-1-1 6-16,-4-3 0 15,-2-1 0-15,-4-2-3 16,-5-1 2-16,1-1-4 0,-5-1 8 15,-3-2 2-15,-1-1 8 16,-3-4 0-16,1-3 0 16,0-2-7-16,-1-2-4 15,-1-2-5-15,1-2 9 16,-2 2-10-16,-2-1-1 16,-2 2 0-16,-5-1 0 0,0-2 4 15,0 2 2-15,-2 0-7 16,-6 2-2-16,-3 0 0 15,-3 1 2-15,-3 1 2 16,-2 2 1-16,-4-2-4 16,-5 3-2-16,-1 2 3 0,-6 0 2 15,-3 4-2-15,-3 3 0 16,-6 2-1-16,-2 2-2 16,-7 7 3-16,-3 0-13 15,-5 2-39-15,-3-1-44 16,-4-5-13-16</inkml:trace>
  <inkml:trace contextRef="#ctx0" brushRef="#br0" timeOffset="66548.39">22601 8153 203 0,'0'-15'5'0,"0"-1"1"0,0 5 4 0,0 1 1 0,0 1-9 15,5 2 0-15,1-1-2 16,3 2 0-16,0 0 1 16,1 1 0-16,2 2 0 0,-2 0-1 15,3 3 1-15,1 0-1 16,1 0 0-16,4 3-1 16,3 5 2-16,1 2-1 15,0 5 0-15,2 1 0 16,0 7-1-16,-6 1 0 0,1 5 1 15,-3 2-1-15,-5 4 1 16,-4 5 0-16,-4 3 0 16,-3 2-2-16,-1 5 3 15,-1 3-1-15,-6 3 0 16,-3 6 0-16,-1 1 1 16,1 1-1-16,3 4 1 0,1 0-2 15,3 1 2-15,3-2-1 16,0-1 0-16,3-2 0 15,10-3 0-15,7-4 1 16,3-6 0-16,3-3 0 0,5-4 2 16,6-3-3-16,-3-8 1 15,0-4-1-15,-2-4 0 16,-3-5 1-16,-4 0 0 16,-6-6 0-16,-1 0-1 15,-7-1 0-15,-4 1 0 0,0-2-2 16,-5-1 3-16,-2 5-2 15,0-2 0-15,-9 5 0 16,-3 3-1-16,-2 2 1 16,-2 5 2-16,-2 3-2 15,2 2 1-15,-2 4 1 0,3 4-1 16,0-1 0-16,3 7 0 16,3 2-1-16,0 4 1 15,4 3 0-15,0 1 0 16,3 2 0-16,2 0 0 15,-1 2 1-15,1 3-1 16,0 0 0-16,0 2 0 0,0 3 0 16,1 0 2-16,2 1-2 15,-1 0 0-15,3 0 0 16,-3-2 0-16,1 4 0 16,1-1 0-16,-3-1 0 15,-1-1 0-15,0 1 0 0,1 1 1 16,1-2-1-16,1-2 0 15,2-1 0-15,1-3 1 16,1-3-1-16,1-3 1 16,-2-1-1-16,-1-3 0 15,-2-3 0-15,-1-3 0 0,-2-1 0 16,0-4 0-16,0-5 0 16,-2-4 1-16,-5 0-1 15,-2-7 1-15,-5 1 0 16,-4-4 2-16,-3-2 2 0,-3-3 0 15,-4-2 0-15,-4-3 2 16,-4-2-2-16,-5 0-3 16,-4-2-2-16,-6-2 0 15,-5-1-2-15,-5-4-54 16</inkml:trace>
  <inkml:trace contextRef="#ctx0" brushRef="#br0" timeOffset="67053.62">21546 12606 125 0,'47'0'3'0,"7"0"15"0,3 0 3 0,6 0-3 0,2-2-5 15,1 1-6-15,1-2-2 16,2 3-1-16,-2-4-1 16,1 2 1-16,-2-2-2 15,-2 3 1-15,-1-2-2 0,1 0 0 16,-5 2 0-16,-3-1 1 15,-2 2-2-15,-6 0 0 16,-3 0 0-16,-8 0 0 16,-4 0 0-16,-7 4 0 15,-7 2-16-15,-6-2-28 0,-5-1-23 16</inkml:trace>
  <inkml:trace contextRef="#ctx0" brushRef="#br0" timeOffset="67438.64">21677 12846 198 0,'0'0'5'0,"0"0"-4"16,0 0-4-16,0 0 1 15,36 11 2-15,-10-11 4 0,7 2-3 16,6-2-1-16,7 0 2 16,6 0-6-16,2 0 6 15,5-2 0-15,5-1 0 16,2-4-1-16,3 3-1 15,-2-2 0-15,2-1 4 16,-2 0 2-16,-2 1 2 0,-3 3 1 16,-3-1 4-16,-1 2-6 15,-4 2-5-15,-6 0-2 16,-6 0 0-16,-10 0-33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34:01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17808 7385 112 0,'0'0'-2'0,"0"0"4"0,0 0-1 15,0 0-1-15,0 0 1 16,0 0-1-16,0 0 1 16,0 0-1-16,0 0 1 15,0 0 0-15,-37-13 1 0,34 13-2 16,1 0 0-16,1-1 1 15,1 1-1-15,0-3-3 16,2 3 2-16,6-3 4 16,2 0 1-16,1-1 0 15,1 2 1-15,3-2-3 0,-1 4-1 16,1-1-1-16,0 1 0 16,1 0 0-16,-3 0 1 15,1 0-1-15,-2 0 0 16,0 0 1-16,1 3-1 0,-1 4 0 15,0 0 0-15,0 1 0 16,-3 2-1-16,1 3 1 16,-2 1-1-16,-3 1 2 15,1 2 0-15,-4 2 1 16,-2 0-1-16,0 4 0 16,0 1-1-16,-4 2 3 0,-4-1-1 15,1 1 0-15,-3-1 0 16,1 4 0-16,1-1-1 15,1 0 0-15,-3 5 0 16,4 0-1-16,-2 5 0 16,3 2 3-16,-4 2-3 0,4 2 1 15,0-1-1-15,2-2 1 16,1-1-1-16,2-3 1 16,0-3 0-16,2-4-1 15,6-2 1-15,2-2 1 16,1-5-2-16,1 0 1 0,2-4 3 15,0-3 4-15,3-1 3 16,-1-3-5-16,-2-1-6 16,-1-2 4-16,1 0 3 15,-6-3-2-15,1-1-4 16,-5-1 0-16,-1 2 0 0,-2-1-2 16,-1 1-4-16,0 2 2 15,-3 2 2-15,-4 2-1 16,-4 2 2-16,-1 4 0 15,2 0-1-15,1 5 2 0,-1 2 0 16,2 4-1-16,3 7 0 16,1 5 1-16,-1 5-1 15,2 5 1-15,1 2-1 16,0 2 0-16,2 0 0 16,0 2 1-16,0-4-1 15,4 3 2-15,4-3-1 0,-1-3 0 16,2 1 0-16,2-1 0 15,-1 0 0-15,0-1 1 16,1 3-1-16,-6 1 0 16,3 0-1-16,-5-3 0 15,-1-1 1-15,-1-1-1 0,-1-6 0 16,0-4 0-16,-3-4 0 16,-4-4 0-16,-4-1 1 15,-3-3-1-15,-1-4 4 16,-6-1 2-16,1-4 3 15,-3-1-2-15,-4-1-1 0,-2-2-4 16,-3-1-1-16,-5-3-2 16,-5-1-10-16,-2-5-74 15</inkml:trace>
  <inkml:trace contextRef="#ctx0" brushRef="#br0" timeOffset="31247.81">14133 8849 91 0,'0'0'18'0,"0"0"3"0,0 0-5 0,0 0-12 16,0 0-3-16,0 0 1 15,0 0 2-15,0 0-1 16,0 0 2-16,0 0 5 15,0 0 2-15,0 0 0 16,0 0-3-16,0 0-1 0,-1-3 0 16,-1 2-1-16,-2 0-3 15,1-1-1-15,0 2 0 16,-1-3 0-16,0 2 1 16,0-2 0-16,1 0-2 15,-1 2 1-15,2 1-1 16,-4-2-2-16,4 0 0 0,-1 1 2 15,0 0-2-15,-1 1 1 16,2 0-1-16,1-1 0 16,-1 1 2-16,0-2-2 15,0 2 0-15,-2-1 0 0,0 1 0 16,-1-2 1-16,-2 1 1 16,2-2 1-16,-2 2-1 15,3-1 1-15,-4 1-2 16,1 0 0-16,0-1 1 15,0 1-2-15,-1 0 1 0,0-1-1 16,1 2 1-16,1 0-1 16,-2 0 0-16,3 0 0 15,-4 0 0-15,4 0 2 16,-1 0-2-16,0 0 2 16,1 0 1-16,-2 0-2 0,2 0-1 15,-1 0 0-15,1 0 0 16,1 0 0-16,-4 3 0 15,2 0 0-15,-3 1 0 16,3 0 0-16,-4 0 1 16,2-1-1-16,-1 3 0 15,0-1 0-15,-1 1 0 0,2-3 0 16,-1 3 0-16,-2-1 0 16,2 2 0-16,0-1 1 15,-2 0-1-15,1 1 0 16,0 0 0-16,-2-1 0 0,2 2 0 15,1-1 0-15,2-1 0 16,-2 0 0-16,2-1 0 16,1 1 0-16,1 1 0 15,-3-1 0-15,2-1-1 16,-2 4 1-16,3-2 0 0,-5 2 0 16,4 2 0-16,-2-1 1 15,3 0-2-15,-2 1 2 16,2 2-1-16,1-2-1 15,2-3 1-15,-2 0 1 16,2 1-2-16,-1-1 1 16,1 1 0-16,0 0 0 0,-1 3-1 15,0 0 2-15,0 1-1 16,0 0 0-16,-1-1 0 16,1-2 0-16,0 0 1 15,2-2-2-15,-1 2 2 16,2 0-2-16,-2 0 2 0,2 1-1 15,0 0 0-15,-2 1 0 16,1-1-1-16,0 2 2 16,1-2-1-16,0 1 0 15,0-1 0-15,0-1 0 16,0 0-1-16,2 0 2 0,2-2-1 16,-4 2-1-16,2-1 2 15,-1-1-1-15,1 1-1 16,0-1 1-16,0 0 1 15,2 0-1-15,-1 2 0 16,-1-4-1-16,1 3 1 0,3-3 0 16,-2 0 0-16,-1 1 0 15,3 0-1-15,-2 0 1 16,0-1 0-16,0-1 1 16,2 1-2-16,-5 0 1 0,3 0 1 15,0-2-2 1,0 3 2-16,-3 0-1 0,1-1 0 15,2 1 1-15,-1 0-1 16,-1-3 0-16,0 3 0 16,1-1-1-16,0 1 1 15,2 1 0-15,-1-3 0 0,0 2 0 16,4 0 0-16,-5 1 0 16,3-2 0-16,-2 0 0 15,1-2 0-15,1 1 0 16,-1-1 0-16,-1 0-1 15,3 0 2-15,-3 1-2 0,3-1 1 16,-2-1-1-16,2 1 1 16,0-1 0-16,-2 1 0 15,2 0 0-15,-3-1 1 16,2 0-2-16,0 0 1 16,1 1-2-16,0-4 2 0,2 3-1 15,0-1 0-15,1 0 1 16,0-2 0-16,1 2 0 15,-4-1 0-15,1 0 0 16,0 0 0-16,-2-1 0 16,0 2 0-16,1-2 0 15,0 0 0-15,2 0-1 0,0 0 0 16,0 0 1-16,3 0 0 16,0 0-1-16,-1-4 0 15,0 1 0-15,0-1 2 16,1 1-3-16,-1-3 2 0,0 2-1 15,1-1 0-15,-3-1 1 16,1 0 2-16,2 1-1 16,-1-1 0-16,-3-1-3 15,3 0 5-15,1 0-5 16,-1-1-1-16,1 0 2 16,-5-2 3-16,3 1-1 0,-3 1 0 15,0-5 3-15,-1 3-1 16,1-1 0-16,-3-2-1 15,4-4-1-15,-3 1-1 16,-1-1 0-16,2-1 1 16,-2-3-1-16,1 2 0 0,2-2 0 15,-4-1 0-15,3 0 0 16,0 0 1-16,-3 1-2 16,1 4 1-16,-2 3 1 15,0 0-1-15,-2 2 1 16,0 1 7-16,0 1 0 0,0 0-2 15,0-1-3-15,-2-1-2 16,-2 0 1-16,0 0-2 16,1 1 1-16,-1-3-1 15,0 1 0-15,1-3 0 16,-1 2 1-16,-2-1-1 0,2 0 1 16,0 0 0-16,-3 1 3 15,1-1-1-15,-4 2 0 16,2 1 0-16,1 0 2 15,-2-2-1-15,0 3-2 16,1-1 0-16,3 1-2 16,-4 0 0-16,2 1 0 0,-2 0 1 15,-1 1-2-15,-1 1 1 16,3-1 2-16,-2 2 3 16,0 1-2-16,1 1-1 15,1 0 0-15,3 0-2 0,-4 1 1 16,6 2-1-16,-1-1 0 15,4 3-2-15,0 0-4 16,0 0-24-16,0 4-34 16,0 7 4-16,0 4-46 15</inkml:trace>
  <inkml:trace contextRef="#ctx0" brushRef="#br0" timeOffset="32241.04">13856 9886 57 0,'0'-3'37'0,"0"3"-21"0,0-1 2 0,0-1 9 16,0 2-7-16,0 0-8 0,0 0-12 15,0 0-2-15,0 0 2 16,0 0-1-16,2 0-4 16,0 3 5-16,2 4 6 15,-2-1-4-15,0 2-1 16,2 1 1-16,-2 2-2 0,2-1 1 16,-2 0-1-16,2 0 1 15,-2-3-1-15,1-1 1 16,1-2-1-16,1 0 0 15,1-1 2-15,1-3-6 16,-1 0 6-16,2 0 3 0,3-2-4 16,0-4 2-16,-1-3 1 15,4-2 2-15,1-3-1 16,4-1 2-16,-3-2 0 16,2-1-7-16,2 1 5 15,-3 0-4-15,-2 0 0 16,1 1 0-16,-1 3 0 0,-2-1-1 15,1 1 4-15,-1 2 6 16,-2 0 3-16,2-2-4 16,-2 3-4-16,-4 0 2 15,2 3-1-15,-3 0-3 16,1 2-1-16,-4 1 0 0,-1 0 0 16,0 4 1-16,-1-1 1 15,0 1 2-15,1 0-1 16,-2 0-2-16,0 0-3 15,0 0-2-15,2 0-4 16,1 0-18-16,-3 0-25 16,0 0-48-16</inkml:trace>
  <inkml:trace contextRef="#ctx0" brushRef="#br0" timeOffset="34357.18">15310 7507 62 0,'2'-3'1'0,"0"0"0"0,-2 1-1 0,1 0 0 16,-1 1 2-16,0-1 13 16,0 1 5-16,0-1-5 15,0 1 2-15,-1 0-4 16,-3-2-2-16,2 3-7 0,0 0 0 15,0-2 1-15,1 1-4 16,1 1 0-16,-1-1-1 16,0 0 0-16,1 1 1 15,-4-2 1-15,2 2 1 16,-2-2 2-16,1 2-1 0,-2 0-3 16,0 0 0-16,2 0-2 15,0 0 2-15,-1 0-1 16,-2 0 0-16,3 0 0 15,-5 0 0-15,2 0 0 16,-3 0 0-16,1 3 0 0,-4 0 0 16,1 3 0-16,-3-1-1 15,0 2 2-15,-1-1 0 16,0 3-1-16,-1-1 1 16,0-1 0-16,-1 2 0 15,2 1 2-15,1-2-1 0,2 1-2 16,1-1 1-16,2 1-1 15,-2 1 0-15,3 0 0 16,1-1 0-16,-4 0 0 16,6 1 0-16,-3-1 0 15,1 0 0-15,1 0 0 0,2 2 0 16,0-2 1-16,-1 4-1 16,2-2 0-16,0 3 0 15,-1-1 0-15,-1 1 0 16,2-1 0-16,-1 1 0 15,0 0 0-15,-1 2 1 16,1 0-1-16,-2 2 0 0,0 0 1 16,2 1 0-16,-2 5 0 15,3-3 1-15,1 2 1 16,0 1-2-16,2 0 0 16,0-2 0-16,0 1 0 15,0-2-1-15,0 2 0 0,0-1 0 16,0-2 0-16,0-1 0 15,4-1 1-15,-3 2-1 16,1-3 0-16,1-1 0 16,2 1 0-16,-3 0 0 15,2-3 1-15,-1 3 0 0,2-3 0 16,-1 2 1 0,1-1 1-16,3 0-3 0,2-1 0 15,-4-1 0-15,5-2 1 16,-1 0-1-16,-1-1 0 15,1-2 0-15,-1 0 1 0,1-1-1 16,-2-1 0-16,3-2 1 16,1 2-1-16,-3-1 1 15,5 0-1-15,0-1 2 16,3-3-1-16,-2 2 1 16,3-3-1-16,-3 0 2 0,2 0-1 15,-2 0 2-15,3 0 0 16,-3 0 1-16,-1-3-3 15,1-1 0-15,-3 1-2 16,1-1 0-16,0-2 0 16,-1-2 3-16,-1 1-2 0,0-2 8 15,3-1-4-15,-3 1-1 16,2-3-2-16,-2 0 0 16,3 0 1-16,-3-1 3 15,-1 0-2-15,1 2 0 16,-3-3-3-16,0 2 2 0,-1 0-1 15,-2 0 1-15,2-2 0 16,-1 0 4-16,0-1-1 16,1-3-1-16,1 0-2 15,-1-2-2-15,3-2 0 16,-3 1-1-16,2-3 1 16,-5 0-1-16,1-2 0 0,-1 2 1 15,-3 0-1-15,0-2 1 16,0 3 0-16,-1-1-1 15,0 0 1-15,1 0-1 16,0 1 1-16,0-2-2 16,2 1 2-16,-3 0-1 0,0 2 0 15,0 3 1-15,0-1 1 16,0 4 4-16,-5-4-3 16,1 6 1-16,-4-2-1 15,3 1 1-15,-4 0-2 16,4 0 0-16,-3 0-2 0,3 1 1 15,-4 1-1-15,2 0 0 16,-1 0-1-16,-1 1-1 16,-3 1 3-16,2-1 0 15,-3 1 0-15,0 2-1 16,1 0 1-16,-2 1 0 0,1 1 1 16,1 1-2-16,3-1 1 15,-1 2 0-15,1 2 1 16,1-1-4-16,2 1 4 15,1 2-4-15,-3-1-3 16,3 2 4-16,-2 0 0 0,-1 0 4 16,3 0-3-16,-3 0 1 15,2 0-1-15,-2 0 0 16,1 0-2-16,0 6 2 16,-2-2-1-16,2 2-5 15,0 1 6-15,3-1-4 0,-2-1-2 16,1 4-2-16,4-2-10 15,1 0-8-15,0 0-20 16,0-1-29-16,0-6-35 16</inkml:trace>
  <inkml:trace contextRef="#ctx0" brushRef="#br0" timeOffset="34884.64">15268 7240 38 0,'2'-1'61'0,"-2"0"-60"0,0 1 7 16,0 0-3-16,0 0-3 15,2 0-2-15,-2 0 1 16,1 1 0-16,1 4 1 0,-2 2-2 15,1-1 2-15,0 3-1 16,-1-4 3-16,1 1 0 16,0-2 1-16,1-2-2 15,0-1 0-15,3-1 5 16,0 0 9-16,3-7 19 0,3-6-9 16,5-4-14-16,0-3-2 15,6-4 0-15,0-1-3 16,4-2 2-16,0-2-3 15,4 2-4-15,0-1-2 16,1 2-1-16,1 3 1 0,-2 2-1 16,-1 4-14-16,-5 0-35 15,-7 4-69-15</inkml:trace>
  <inkml:trace contextRef="#ctx0" brushRef="#br0" timeOffset="36598.78">14151 7675 48 0,'0'0'5'0,"0"0"11"0,0 0-4 0,0 0-4 15,0 0 2-15,0 0 1 16,0 0 3-16,0 0-4 16,0 0-3-16,9-39-2 15,-9 38-4-15,0-2 0 0,0 3-1 16,0-1 3-16,0-1 6 16,0 2 3-16,0-1 1 15,-1-1 0-15,-1 1-7 16,0-2 0-16,-3 2-4 15,0-1 0-15,1 2-2 0,-3-3-3 16,1 3 3-16,-4 0 0 16,-2 0 2-16,1 0-2 15,-3 6-1-15,1 3 0 16,2-1-1-16,-3 2 3 0,1 0 0 16,1 1-1-16,1 1-1 15,0 1 2-15,0-1-1 16,2 1 0-16,-2 0 0 15,-3 4-1-15,2-1 2 16,-3 2-1-16,2 2 0 0,-1 1 0 16,1 3 1-16,1-1-1 15,0 4-1-15,3-2 1 16,-2 3 1-16,0-3-1 16,4 2 0-16,0 0 0 15,-1-4 1-15,3 4-1 16,2-4 0-16,-1 2 0 0,2-1 0 15,1 0 0-15,1-1 0 16,0 1-1-16,0-2 1 16,5-1 0-16,-1-3 0 15,3-2-1-15,1 2 1 16,-2-2 0-16,1-2 1 0,-1 2-1 16,3-2 0-16,-2 0 0 15,0-1 0-15,1 1 0 16,-1-3 0-16,2 1-1 15,0-1 1-15,0-2 0 16,3-1-1-16,-2 0 1 0,4 0-1 16,-3-2 2-16,-2 1 0 15,3-1-1-15,0-1 0 16,2-2-1-16,-3 1 0 16,4-2 1-16,-1-1 1 15,-1-1-1-15,1 0 1 0,-1 0 0 16,1 0 1-16,-1-1-1 15,2-5 3-15,1-1 2 16,-2-2-3-16,2 1 0 16,-2-1-3-16,1-1 0 15,-2 0 0-15,-1-1 0 16,0 1 1-16,-3 0 3 0,1-1 8 16,-1-2 2-16,1-1-4 15,0-2-1-15,-1-1 0 16,1-3-2-16,0 0-1 15,-2-2-3-15,1-1-1 0,0-1-1 16,0 0 0-16,0-2 0 16,-2 3 1-16,2 0 1 15,-5 1 0-15,1-1 2 16,-1 3-4-16,-2-2 4 16,-1 0-4-16,1-2 0 15,-2 3 1-15,1-2-1 0,-1-1-1 16,0 1 0-16,0-1 0 15,0 3 1-15,0-2-1 16,0 1 1-16,0 1 0 16,-3 3-1-16,0-2-1 15,-1 3 2-15,-2 2 0 0,0-1-1 16,0 2 1-16,1 1-1 16,-3 0 1-16,3-1 0 15,-3 4-1-15,3-3 2 16,0 3-2-16,-1-1 1 15,3 1-1-15,-1 0 0 0,-3 3 0 16,3-2 0-16,-1 1-1 16,-3 3-1-16,0 1 2 15,-3 0-1-15,0 1 2 16,0 3 1-16,-2 0-2 16,2 0 0-16,1 0 0 0,1 0-4 15,1 7-2-15,3 0-3 16,-1 3-9-16,1-1-10 15,3-1-23-15,2 1-22 16,0-5-3-16</inkml:trace>
  <inkml:trace contextRef="#ctx0" brushRef="#br0" timeOffset="37611.92">14197 7345 41 0,'0'0'12'0,"0"0"8"0,-2 0-10 0,2 0-6 16,0-3 4-16,0 2 1 16,0-1 0-16,0 1-2 15,0-2 0-15,0 3 0 16,0 0 0-16,0 0 5 16,0-1-6-16,0 1-4 0,0 0-2 15,0 0-1-15,0 0-1 16,0 0-2-16,0 0 3 15,0 0 1-15,0 1-1 16,0 2 1-16,0 0-1 16,2 0 1-16,0-1 0 0,0 1 1 15,-1 0-1-15,2 1 0 16,0-3 0-16,0 1 0 16,-1 0 0-16,0-1 0 15,-1 1 0-15,0-2 0 16,0 1 0-16,1-1 0 15,0 0-1-15,0 0 2 0,2 0-1 16,-1-4 1-16,3-3 0 16,2-2 0-16,0-1 1 15,1-3-1-15,3-2 0 16,0-2 1-16,2-3-1 16,4-3-1-16,0-2 3 15,0-2-1-15,4 0 2 0,1-2 1 16,-1 1 3-16,4 1-1 15,-1 1 3-15,-2 2-5 16,0 1-1-16,-2 2-2 16,-3 3-1-16,-3 3 1 0,-1 1-1 15,-5 4 0-15,-3 0 0 16,1 5 0-16,-4 2 2 16,-3 1-1-16,0 2 1 15,0 0-2-15,0 0-3 16,0 0-6-16,0 0 4 15,0 5-1-15,0 2-18 16,0 1-15-16,-3 2 5 0,-3-3 0 16</inkml:trace>
  <inkml:trace contextRef="#ctx0" brushRef="#br0" timeOffset="38947">14135 7368 8 0,'1'0'2'0,"2"0"4"0,-3 0 0 0,0-1-2 16,0-1 4-16,0 2 7 16,0 0-4-16,0 0-10 15,0 0 2-15,0 0-1 16,0 3-2-16,0 3 0 0,0-1 0 15,0-2 1-15,0 3-1 16,0-5 0-16,0 2 2 16,0 0-1-16,0-2 4 15,0-1 2-15,0 0-1 16,0 2-3-16,0-2 0 0,0 0-3 16,2 0 5-16,3-3 4 15,4-6 0-15,-1-2-2 16,4-2-2-16,4-4 3 15,1-4 1-15,3-5 2 16,3-5-2-16,6-3-3 0,3-7 0 16,3-2 1-16,1 2 3 15,2 0-4-15,0 5-3 16,-6 2-2-16,-2 9 0 16,-7 4-1-16,-1 6-1 15,-6 7-3-15,-3 5-22 16,-6 3-15-16,2 0-26 0</inkml:trace>
  <inkml:trace contextRef="#ctx0" brushRef="#br0" timeOffset="40385.44">14047 7336 0 0,'0'0'14'0,"0"2"-6"0,0 0 6 16,0-1-2-16,0 3-6 15,0-4-2-15,3 1-1 0,4-1 2 16,-1 0-1-16,3 0 1 15,-1-5 5-15,5-3 5 16,4-4 0-16,3-7 0 16,5-2-6-16,0-7-7 15,3-4-3-15,3-6-62 0</inkml:trace>
  <inkml:trace contextRef="#ctx0" brushRef="#br0" timeOffset="42421">17848 7278 99 0,'-3'0'4'0,"0"0"3"0,1 0-4 16,0 0-3-16,2 0 1 15,-2 0-1-15,1 0 2 0,1-1 14 16,0-2 4-16,0 0-11 16,0-1-8-16,1-2 2 15,5 2-3-15,0-2 0 16,2 2 1-16,-2-1-1 16,1-1 0-16,1 4 0 0,0-2-1 15,1 1 1-15,0 0 0 16,2-1-4-16,-3 1 6 15,2 1-2-15,0 0 0 16,0 2 2-16,-3 0-2 16,2 0 0-16,-2 0 0 15,-1 7 0-15,-1 0-3 0,1 2 2 16,-2 1 5-16,-1 1-4 16,0 3 0-16,-2-1 1 15,0 0-1-15,1 1 1 16,0-1-1-16,-2-1 1 15,0 3 1-15,0-1-2 0,0 2 1 16,0-1 0-16,0 5 0 16,-4 0 1-16,-2 1 0 15,-2 2 4-15,2 3-1 16,1 1-3-16,-3 1-1 16,2 2-1-16,1 1 0 0,1 1 0 15,0 0 0-15,0 1-1 16,0-1 2-16,-1 2-1 15,-3 2 0-15,2-1 1 16,-2 1-2-16,3-3 1 16,-4-1 1-16,6-3-2 0,3-4 2 15,0-3-2-15,0-3 1 16,1-2 0-16,6-1 0 16,0-3-1-16,-1-3 2 15,1-3 1-15,-1 0 0 16,2-2 1-16,-1-1-3 0,0-2 0 15,0 0 1-15,0-1 0 16,-2-1-3-16,1 0 3 16,-3 0-4-16,-1 0 6 15,1 0 7-15,0 0-3 16,-3 0 0-16,2 0-1 0,-2 0 10 16,0 0 1-16,0 0-7 15,0 0-6-15,0 0-2 16,0 0-4-16,0 0 6 15,0 6-3-15,-4 3-1 0,1 5 0 16,0 3 0-16,2 1 0 16,1 2 0-16,-2 3 0 15,2 1 0-15,0-1 0 16,0 2 0-16,0 2 0 16,5 3 0-16,3-1 0 15,-1 3 0-15,2 2 0 0,0-1 0 16,1 1 0-16,0 1 1 15,-1-3-2-15,-3 0 2 16,2 0 0-16,-4 0 0 16,-3-2 1-16,1 3 0 15,-1-1-1-15,-1 4 0 0,0 1-1 16,0 4 1-16,0 3-1 16,-4 0 0-16,0 4 0 15,-1-4 0-15,1-2 0 16,1-3 0-16,-1-3 0 15,0-2 1-15,1-3-1 0,-4 0 2 16,-1-1 6 0,1 1-2-16,0-1-4 0,-3 2-1 15,2 1-1-15,-1-3 0 16,-1 2 0-16,2-5 0 16,-1 0 0-16,-2-5 0 15,0-2 1-15,2-1-1 0,-2-4 0 16,-5-2 1-16,3-3 2 15,-3-1 4-15,1-4 3 16,-1-3-3-16,1-2-3 16,-3 0-6-16,4 0 1 0,-2-7 1 15,-1-3-7-15,-2-3-7 16,-1-3-11-16,-3-4-12 16,-2-1-48-16,-5-2-35 15</inkml:trace>
  <inkml:trace contextRef="#ctx0" brushRef="#br0" timeOffset="43517.34">17816 8290 20 0,'2'5'2'0,"1"-2"1"0,1 0-1 0,0 0-1 16,0 0-2-16,0-2-1 0,1-1-13 15,-1 3 8-15,0-3 4 16</inkml:trace>
  <inkml:trace contextRef="#ctx0" brushRef="#br0" timeOffset="44279.23">18056 8374 4 0,'0'0'8'0,"0"0"-6"0,0 0-1 16,0 0 3-16,0 0 2 16,0 0 13-16,0 0-2 15,0 0-11-15,0 0-2 16,0 0-3-16,0 0-1 0,6 18-1 16,-6-17-3-16,0 2 0 15,-4-3-5-15,3 0 6 16,0 2 3-16,0-2 1 15,0 0 0-15,0 0 0 16,1 1 3-16,-1-1-1 0,1 0 3 16,0 1 3-16,0-1-3 15,-2 3-2-15,2 0-3 16,0-2-3-16,-4-1-36 16</inkml:trace>
  <inkml:trace contextRef="#ctx0" brushRef="#br0" timeOffset="51516">19709 5179 69 0,'0'-4'52'0,"4"1"-46"0,-4 1-1 0,2 0-4 15,-2 0-2-15,1 0 4 16,0 1 0-16,-1 0 5 0,1 1-4 15,-1 0-5-15,1 0-1 16,0 0 2-16,2 4 1 16,-1 3-1-16,0 2 0 15,2 5 1-15,-3-1 0 16,2 4-1-16,2 0 2 0,-3 0-3 16,0 0 3-16,-2 0 5 15,1 2-1-15,-1-2-2 16,1 0 0-16,0-1-1 15,-1-1 0-15,0-1-1 16,1-1-1-16,0 2 0 16,0-4-1-16,-1 0 0 0,1-3-11 15,0-3-33-15,3-4-12 16</inkml:trace>
  <inkml:trace contextRef="#ctx0" brushRef="#br0" timeOffset="51963.83">19921 5232 87 0,'0'0'7'16,"0"0"-6"-16,0 0-1 15,0 0 1-15,0 0 2 16,0 0 1-16,0 50 2 0,0-35-3 16,0-1 1-16,0 0 1 15,0-2 3-15,3-1 3 16,1-1-6-16,2-3 2 16,2-4 3-16,0 0 4 15,-1-3-4-15,2 0 0 0,2 0-2 16,0-3-2-16,-1-4-2 15,1-4 4-15,-1-1-1 16,-2-1 1-16,0-1-1 16,-3-3 2-16,-1 0 2 15,-4 0-4-15,0-1 1 16,0 1-4-16,0 1-2 0,-8 3 2 16,0 3-3-16,-1 6-3 15,-3 4 2-15,-1 0-8 16,1 5-29-16,1 7-8 15,3-2-14-15,2 2-17 16</inkml:trace>
  <inkml:trace contextRef="#ctx0" brushRef="#br0" timeOffset="52433.98">20194 5198 151 0,'0'0'-30'0,"0"0"31"16,0 0 1-16,0 0 1 16,0 0 2-16,0 0 7 0,0 0 4 15,12-39 2-15,-9 35 10 16,0 1-17-16,4 0-7 16,2-1-3-16,1 3-2 15,4-1-1-15,1 2 2 16,1 0 2-16,-1 0-1 0,0 0-1 15,-1 6 0-15,-2 1 0 16,-3 2-1-16,-5 2-3 16,-1 0-3-16,-3 5-1 15,0-2 4-15,-7 0 6 16,-5 3-3-16,1-4 2 16,0 0 0-16,2-5 0 15,1-2 0-15,3 0 1 0,2-2-2 16,2-2 0-16,1-1 1 15,0-1-2-15,0 0-5 16,2 0 6-16,5 0 13 16,5 0 9-16,1-3-11 0,1-2-2 15,4-1-5-15,3 0 2 16,-1 2-6-16,3-1 1 16,1 1-1-16,0 1-24 15,-3-2-22-15,0-1-41 0</inkml:trace>
  <inkml:trace contextRef="#ctx0" brushRef="#br0" timeOffset="52905.23">20654 5109 112 0,'0'0'-2'0,"0"0"2"0,0 0 1 16,0 0-1-16,0 0-1 0,0 0 0 16,0 0 2-16,0 0 4 15,0 0 1-15,-16 36 1 16,16-26-2-16,3-1 0 16,4 2 1-16,-2-4-1 15,0 0-1-15,2-4 4 16,1 1 2-16,2-3 1 0,0-1 5 15,5 0-3-15,-1-1-6 16,0-6-1-16,1-1-3 16,-2-2-1-16,1 0 1 15,-3-2-1-15,-3 0 0 16,1 0-1-16,-2 1 1 0,-3 5 0 16,-1 0-1-16,-1 1-1 15,-2 3 3-15,1 2 1 16,-1 0-4-16,0 0-6 15,0 7 3-15,0 2 2 16,2 1 6-16,1 1-5 0,3-1-1 16,-1 2 0-16,4-3 1 15,1 3-1-15,3-2-17 16,0-3-34-16,1-4-40 16</inkml:trace>
  <inkml:trace contextRef="#ctx0" brushRef="#br0" timeOffset="53190.04">21211 5044 120 0,'0'0'-9'0,"0"0"14"0,0 0 8 0,0 0 3 16,0 0 5-16,0 0 2 15,0 0-17-15,0 0-13 0,0 0-3 16,0 0 16-16,42-12 5 16,-24 16-1-16,0 1-4 15,4-2-2-15,-3 2-2 16,2 0-1-16,-4-2 3 16,-1 0-3-16,-1 0-6 0,-1-2-12 15,-1-1-24-15,-3 0-27 16</inkml:trace>
  <inkml:trace contextRef="#ctx0" brushRef="#br0" timeOffset="53431.06">21374 4982 142 0,'0'0'19'15,"0"0"11"-15,0 0-13 0,0 0-12 16,0 0-7-16,0 0 0 16,0 0-2-16,-27 45 4 15,20-25 0-15,-2 0 0 16,3 3-1-16,-4-2 1 16,4 0-1-16,0-1-19 0,1-4-34 15,5-6-42-15</inkml:trace>
  <inkml:trace contextRef="#ctx0" brushRef="#br0" timeOffset="53744.8">21669 4872 99 0,'0'0'-9'0,"0"0"14"15,0 0 7-15,0 0 9 16,0 0-2-16,0 0-20 0,0 0 2 16,0 0 2-16,13 26 0 15,-13-10-2-15,0 2 0 16,2-1 5-16,-2-3-4 15,2 2-2-15,1-6 2 16,2 1-2-16,-1-1-4 0,1-4-27 16,1-5-50-16</inkml:trace>
  <inkml:trace contextRef="#ctx0" brushRef="#br0" timeOffset="54100.04">21852 4826 177 0,'0'0'-12'0,"0"0"18"15,0 0-1-15,0 0-6 0,0 0 1 16,0 0 0-16,-38 52-1 16,34-35 0-16,2 0-1 15,2-3-7-15,0-1 8 16,5-3-2-16,4-4 2 15,1 0 1-15,1-4 5 16,4-2 1-16,1 0 3 0,1-2 2 16,-1-7-4-16,0-1-1 15,-3-1 2-15,-1-4 2 16,-3-1-3-16,-6 0 2 16,-3-1-1-16,0 2-2 0,-1 0-5 15,-11 4-1-15,-1 2-6 16,-1 5 9-16,-2 4-18 15,2 0-19-15,0 0-30 16,4 0-48-16</inkml:trace>
  <inkml:trace contextRef="#ctx0" brushRef="#br0" timeOffset="54619.61">22142 4763 78 0,'0'0'-5'15,"0"0"8"-15,0 0 5 16,0 0 2-16,0 0 8 16,0 0 5-16,0 0 0 0,0 0-9 15,0 0-7-15,21-38-6 16,-14 36 1-16,3 1 1 15,2 1-3-15,-3 0 1 16,2 0-1-16,-1 1-1 16,2 5 0-16,-5 1-3 0,1 0 3 15,-2 2-1-15,-2-1-3 16,-4 2-2-16,0-1 1 16,0 1-2-16,-6-2 4 15,-5 2 9-15,1-3-2 16,-3 3-1-16,-1-3 0 0,3 2-1 15,1-2 0-15,4-2 0 16,1-2-1-16,2 2 0 16,3-4-1-16,0 2-3 15,0-3 0-15,0 4 4 16,6-4 5-16,-1 0 7 0,7 0 0 16,0 0 5-16,2 0-2 15,2 0-4-15,0-5-5 16,2 0-2-16,1 2-2 15,-2-2 0-15,2 2-2 16,1 0 1-16,-4 0-12 0,1-1-36 16,-2-3-39-16</inkml:trace>
  <inkml:trace contextRef="#ctx0" brushRef="#br0" timeOffset="55327.52">22567 4648 2 0,'0'0'93'0,"0"0"-93"0,0 0 1 0,0 0-1 15,0 0 1-15,0 0 1 16,0 0-2-16,0 0 1 16,3 37 0-16,-3-26 4 15,1-4 3-15,1 2 0 0,1-1-1 16,0-2 0-16,1 0 1 15,3 1-3-15,-1 0 0 16,3-3 2-16,0 2-1 16,2-3 2-16,-1-2-4 0,1 2 1 15,2-3 4-15,-2 0 2 16,2 0 0-16,-1 0-2 16,1-3-4-16,-1-1-2 15,-2-2 1-15,2-1-2 16,-5 0 1-16,-1 1-1 0,-1-2 0 15,0 0 1-15,0 0-1 16,-3 0 0-16,0-1 0 16,0 2-1-16,-1 0 2 15,-1 0-3-15,0 1 0 16,0 2-1-16,0 0 0 16,0 0-2-16,0 2 4 0,0-1 0 15,0 2 1-15,0-1-2 16,0 2 2-16,0-1-2 15,0 1 0-15,0 0-1 16,0 0 1-16,0 0-3 16,0 0-2-16,0 3 2 0,0 5 0 15,3 1 6-15,1 5-5 16,-1 3 2-16,3 2-1 16,0 5 1-16,2 4 0 15,-2 6 3-15,-1 1-5 16,-3 4-52-16,-1-1-46 0</inkml:trace>
  <inkml:trace contextRef="#ctx0" brushRef="#br0" timeOffset="74957.85">19705 5941 17 0,'0'0'9'0,"0"0"2"0,0 0-4 0,0 0-10 0,0 0-11 15,0 0 11-15,2 0-5 16,-1 0-1-16,1 0 4 16,1 0 3-16,-1 0 2 0,1 0 0 15,2 0 0-15,-1 0 7 16,1-2 2-16,0-1 0 15,2 3-1-15,-2-1-2 16,2-2-1-16,-2 0-4 16,0 2 1-16,1-1-2 15,0 0 2-15,2 0 0 0,0 0 3 16,1-2 1-16,3 3-1 16,0-3 0-16,2 2-3 15,1-3 0-15,1 1-2 16,2 0 1-16,2-1-1 15,-2-1 1-15,4-1 2 0,0 2 8 16,-1-1-2-16,3 0-4 16,3-1-1-16,-3 1 0 15,1-1-1-15,0 1 4 16,1-1-5-16,1 0-3 16,0 1 8-16,-2-1-6 0,2-1 0 15,-3 2-1-15,4 0 1 16,-1-3-1-16,2 0 1 15,3 1-1-15,-2-1-1 16,1-1 1-16,2-1 0 16,-2 4 1-16,1-2-1 15,-3-1 1-15,2 2-1 0,-2-1 0 16,-2 1 0-16,0 0 0 16,0 0-1-16,2-2 2 15,-2 4-1-15,2-2 2 16,0-1-1-16,-3 2 0 0,1-1 0 15,-3 1 1-15,-1 0-2 16,1 1 1-16,-3-3 2 16,3 3 1-16,0 1 1 15,3-2-3-15,1 2-1 16,-2-3 0-16,1 4 0 0,2-5-1 16,0 3 0-16,1-1 1 15,-1-1-1-15,0 1 2 16,2-2-4-16,-2-1 4 15,0 3 0-15,1-1 4 16,-1 1-3-16,2-1-1 0,2 1 0 16,-3 0 0-16,2 0-1 15,-1-1-4-15,1-1 6 16,-2 2-4-16,0 0 4 16,0-3-2-16,3 1 1 15,-3 1-1-15,3-2 1 16,1 3 0-16,1-3 0 0,4 2-1 15,-2 0-1-15,3-1 0 16,-2 0 2-16,3-1-2 16,-3 0 0-16,2 0 0 15,-1-1 0-15,1 1 1 16,-1 0-1-16,-1-3 0 0,0 3 0 16,-3-1 0-16,0 1-1 15,-1-3 3-15,-2 3-2 16,2 0 1-16,-3 0 6 15,1 1 0-15,-2-2 0 0,2 4-3 16,-3-3-1-16,-2 3 0 16,2 0-1-16,1-1-2 15,1-1 1-15,2 1-1 16,1 0 1-16,-1-1-1 16,-1 0 1-16,0-1-1 15,-4 0 0-15,0 0 0 16,-2 0 2-16,-4 0 4 0,2-1 4 15,-5 1-4-15,-2 1-1 16,0 0-1-16,-1 0 0 16,-2 2-1-16,-3-1-1 15,2 3-2-15,-4-1 2 0,0 2-1 16,-5 1 0-16,0 2 0 16,-1-1-1-16,-2 2 1 15,-1 0 2-15,0 0-7 16,0 5-14-16,-12 2-57 15,-6-2-30-15</inkml:trace>
  <inkml:trace contextRef="#ctx0" brushRef="#br0" timeOffset="90322">20160 6436 90 0,'0'0'12'0,"0"0"18"0,0 0 4 16,0 0-12-16,0 0-7 15,0 0 0-15,0 0-5 16,0 0-7-16,0 0 11 0,0 0-10 16,0 0-5-16,-26 0 1 15,21 14-5-15,-7 2-7 16,1 2 13-16,1 1-1 15,-2-1 0-15,3 1 2 16,1-1-2-16,3-1 2 0,2-1 0 16,1 2-1-16,2-2-1 15,0-2-1-15,3 0-1 16,8-2 2-16,0-4-4 16,4-2 1-16,3 0 11 15,1-5-6-15,3-1 0 0,-2 0-34 16,3-3-77-16</inkml:trace>
  <inkml:trace contextRef="#ctx0" brushRef="#br0" timeOffset="90670.95">20390 6521 189 0,'0'0'11'0,"0"0"-1"16,0 0-6-16,-40 12-2 15,32-4-2-15,0 4-1 0,0 0 1 16,3-2 2-16,1 3 0 16,2-4 0-16,2 0-2 15,0 0 1-15,0-3-2 16,7-2-2-16,3 0 6 16,0-4-2-16,3 0 4 15,3 0 3-15,-3-8-1 0,1-3-2 16,0-2 0-16,-3 0-1 15,-3-3 2-15,-5 2 0 16,-2-2 0-16,-1 2-1 16,-1 3-2-16,-9 1-1 15,1 1 0-15,-4 5-4 0,-1 4-3 16,-3 0-9-16,-2 12-20 16,2-3-17-16,4 1-44 15</inkml:trace>
  <inkml:trace contextRef="#ctx0" brushRef="#br0" timeOffset="91112.27">20511 6450 279 0,'0'0'1'0,"0"0"-3"16,0 0-1-16,0 0-2 15,0 0-1-15,0 0-9 16,0 0 14-16,0 0 2 16,16 38-2-16,-14-22-2 0,1 0 2 15,0 0 1-15,0-2-1 16,-1 1 2-16,0-3-1 16,-2-4-1-16,0 1 0 15,0-3-4-15,0-4-7 16,0-2 8-16,0 0 9 0,0-2-2 15,2-8 0-15,1-5 1 16,1-3-2-16,2-1-1 16,-1 1 1-16,0 0-1 15,-2 2 0-15,1 3 4 16,2 3 11-16,-3 3 0 0,4 0-5 16,2 1-5-16,1 2-4 15,4 4-2-15,-3 0-1 16,3 0 0-16,-1 3-1 15,-2 7 1-15,-2 4-2 16,-4 0-27-16,-1-1-46 0,-2-3-53 16</inkml:trace>
  <inkml:trace contextRef="#ctx0" brushRef="#br0" timeOffset="91426.65">20767 6398 162 0,'0'0'78'0,"0"0"-74"0,0 0-20 0,0 0 11 16,0 0 5-16,21 38-1 0,-14-24-2 16,3-1-1-16,0-3 2 15,-3 0-5-15,2-4 2 16,-2-2 0-16,-1-1 0 15,-1-3 22-15,1 0 6 16,1-6 10-16,0-7-8 0,-1-2-12 16,1-7-4-16,-2 0-1 15,2-1-5-15,-1 0 1 16,-2 3 2-16,1 6-14 16,0 1-5-16,-2 3-55 15,-3-1-118-15</inkml:trace>
  <inkml:trace contextRef="#ctx0" brushRef="#br0" timeOffset="91938.18">21234 6418 175 0,'0'0'3'0,"0"0"-7"15,0 0 5-15,0 0 0 0,0 0-2 0,23 52-2 16,-23-29-2-16,0 5 3 0,-8 1-2 16,-9 5 3-16,-9-1 0 15,-3-4-37-15,0-7-63 16</inkml:trace>
  <inkml:trace contextRef="#ctx0" brushRef="#br0" timeOffset="92450.34">21368 6291 193 0,'0'0'3'16,"0"0"-12"-16,0 0-2 15,0 0 0-15,0 0 9 16,18 47 4-16,-12-28-2 0,-1 2 0 16,1-2 0-16,-2 0 0 15,-1-6 0-15,-1-1 0 16,-1-3 0-16,0-3-2 15,-1-3 1-15,0-3 4 16,0 0 18-16,-2-6-9 0,-2-6-12 16,1-4-22-16,-3-5-25 15,2-1 17-15,1-3 4 16,0 0-11-16,2 3 41 16,-1 1 27-16,2 3-1 15,0 3-3-15,0 2 7 0,1 2-14 16,7 1-14-16,2 1-4 15,3 2-2-15,3 3 0 16,0 1 0-16,-2 2 0 16,1 1-2-16,-4 0 0 15,-4 5-6-15,-3 5-5 0,-4 4 7 16,0 1 8-16,-6 2-5 16,-7 1-9-16,-3-1-4 15,-2 0 0-15,-1-3 1 16,2-1-14-16,5-8-32 15</inkml:trace>
  <inkml:trace contextRef="#ctx0" brushRef="#br0" timeOffset="92813.43">21622 6220 190 0,'0'0'46'0,"0"0"-45"0,0 0-11 0,0 0-8 16,0 0 7-16,0 0 17 16,-33 53-6-16,22-33 0 15,6 1-2-15,-1-4-2 0,5-1-2 16,1-3 1-16,0-5 1 16,9 1 5-16,0-7 0 15,0-2 0-15,5 0 3 16,-3-4 5-16,3-9 6 15,-1-4 2-15,-2-1-9 0,2-3-4 16,-6 1 0-16,1 0-2 16,-4 1 1-16,-3 4-1 15,-1 3 0-15,0 2 0 16,-1 5-2-16,-8 5 6 16,-1 0-5-16,-4 4-24 0,-5 7-19 15,-1 3-16-15,3-2-1 16</inkml:trace>
  <inkml:trace contextRef="#ctx0" brushRef="#br0" timeOffset="93212.08">21876 6168 99 0,'0'0'27'0,"0"0"-8"16,0 0-11-16,0 0-1 15,0 0-4-15,-39 21 0 16,28-10-2-16,4 5-2 0,-3-3 2 16,8 1-2-16,0-1 0 15,2-2 1-15,0 0 0 16,2-3 0-16,3-3-4 15,4-2 5-15,0-3 2 16,1 0 9-16,3 0 9 0,-1-8-8 16,1-2-5-16,-1-2 4 15,-4-2 1-15,-2 0 0 16,-4 0 0-16,-2 1-6 16,0 2-5-16,-10 2-4 15,-3 2 5-15,-4 4-13 0,0 3-6 16,-2 0-13-16,1 4-12 15,3 2-32-15</inkml:trace>
  <inkml:trace contextRef="#ctx0" brushRef="#br0" timeOffset="93546.62">21971 5982 76 0,'0'0'0'0,"0"0"2"0,0 0 4 15,0 0 0-15,7 49 4 0,-5-30-2 16,2 6-3-16,-1-2 3 15,-1 1-1-15,1-1-2 16,0-3 2-16,1-2 3 16,0-3-3-16,-1 0 1 15,2-2-3-15,-3 0-2 0,1 1 0 16,1 0 1-16,-2 0 3 16,-2-2-35-16,0-2-48 15</inkml:trace>
  <inkml:trace contextRef="#ctx0" brushRef="#br0" timeOffset="94628.42">20272 7006 71 0,'0'0'11'0,"0"0"11"0,0 0-6 0,0 0-8 0,0 0 1 16,0 0-6-16,0 0-3 15,0 0 1-15,0 0 6 0,0 0-7 16,0 0-1-16,0 0-4 16,-2-6-4-16,2 6 2 15,0 0 5-15,0 0 0 16,0 1 3-16,0-1-1 16,0 0 0-16,1 0 0 15,1 0-1-15,2 0 0 16,1 0 1-16,1 0-4 0,1 0 3 15,0 0 6-15,4 0-4 16,0 0-1-16,1-1-1 16,3-5 0-16,3 2 4 15,1-2 7-15,2 1 1 0,4-4 0 16,5 2 0-16,2 0-4 16,2-2-5-16,6 0-1 15,2-2-1-15,5 0 2 16,3 1-1-16,2-4-1 15,4 0 0-15,-1-2-1 16,1-1 1-16,4-1 8 0,2-2 4 16,-2 1-1-16,5-2-2 15,-2 4-3-15,0-2-4 16,-3 3-1-16,-4 1-1 16,-5 1 2-16,-4 3-2 15,-5 1 0-15,-10 1 2 0,-3 0 1 16,-4 1 2-16,-7 2 0 15,-2 1-1-15,-4 2-2 16,-2 0 0-16,-2 3-1 16,-3 0-20-16,-4 0-57 15,-1-4-61-15</inkml:trace>
  <inkml:trace contextRef="#ctx0" brushRef="#br0" timeOffset="95340.11">22338 6249 36 0,'4'0'31'0,"-4"0"-31"0,0 0-9 15,0 0-22-15,0 0 4 16</inkml:trace>
  <inkml:trace contextRef="#ctx0" brushRef="#br0" timeOffset="95974.46">22338 6249 24 0,'0'0'38'16,"0"0"-13"-16,0 0-4 15,0 0-5-15,0 0-7 16,0 0-10-16,0 0-2 16,4 0 0-16,-4 0 2 15,0 0 1-15,0 0 1 16,0 0-2-16,0 0 5 0,0 0 6 15,0 0-7-15,0 0 0 16,0 0-2-16,0 0 0 16,0-2-1-16,0 1-2 15,0-2 1-15,0 2 3 0,0-1-2 16,-2-2 1-16,0 2 2 16,2 0-3-16,0-3-1 15,0 1 0-15,0 1 0 16,0-1-6-16,4-2-1 15,-1 2 1-15,1 0 4 0,-1-2 4 16,2 0-1-16,-4 2 1 16,2-3 1-16,-1 3 0 15,1-3 0-15,-1 1 1 16,2-1-3-16,0 1-3 16,-1-1-12-16,2 0-8 15,-4 3 5-15,2-2 8 0,-1-1 13 16,1 0 1-16,3 0-2 15,-1-2-1-15,2 2 0 16,0-3-1-16,3-1 0 16,2 1-5-16,1 0 5 15,1 1 1-15,-1-2 4 0,4 1 6 16,1 2 1-16,3-2-2 16,0 1-5-16,1 1-3 15,0-2-1-15,-1 4 1 16,-2 0-2-16,2-1 0 15,0 3 0-15,-2-2 0 0,3 1 1 16,1-1-1-16,0 0 3 16,2 2 2-16,0-2 2 15,1 1 3-15,0-1-1 16,1 3 0-16,-3-2-2 16,0 3-5-16,-5-1-1 0,-3 2 0 15,-1-1 0-15,-4 1 0 16,-3 1-1-16,0-3-1 15,0 3-9-15,-5-3-22 16,-1-4-17-16</inkml:trace>
  <inkml:trace contextRef="#ctx0" brushRef="#br0" timeOffset="96236.77">23040 5782 146 0,'0'0'0'0,"0"0"2"0,37-5-2 0,-24 5 0 16,-3 0 0-16,0 2-2 15,-3 7 1-15,-3 0-4 16,-2 2 1-16,-2 5 3 15,0 5 1-15,-8 2-9 0,-8 6-15 16,-6 2 4-16,-6 1-13 16</inkml:trace>
  <inkml:trace contextRef="#ctx0" brushRef="#br0" timeOffset="104686.98">20169 6202 26 0,'0'0'12'0,"0"0"-1"0,0 0 2 15,0-2 2-15,0 1-1 0,0 1 4 16,0-1-2-16,0-1-2 16,0 2-5-16,0-1 1 15,0 1-3-15,-2-2-4 16,2 2 0-16,-3 0-4 15,1 0-3-15,-1 0 10 16,0 0-7-16,-3 0 2 0,1 0 1 16,0 0-1-16,-1 0 0 15,1 0 1-15,-4 0-3 16,4 0 0-16,-2 3 1 16,1-1 0-16,-2 0 0 15,2 1 1-15,-1-1-1 0,0-1 0 16,-1 3 0-16,-1-1 1 15,-1 1-4-15,-1 1 4 16,0 0-1-16,1-2 0 16,1 3-2-16,0-2 5 15,4-1-3-15,1 1 0 0,-1-1-1 16,2 1 0-16,0 2 1 16,1 1-1-16,-2 0 0 15,2 3 1-15,-2 0 0 16,2 2-1-16,-2 0 1 0,2 1 0 15,-2 1-1-15,2 0 1 16,-1-1-1-16,-1 3 1 16,2-2-2-16,-2 2 1 15,2-1 1-15,0 1-1 16,2 1 0-16,0-3 1 0,0 0-2 16,0 2 2-16,0-2 0 15,6 1 3-15,-2 0-2 16,2 1 2-16,-1-1-3 15,1 2 1-15,-3 2-1 16,2-1 1-16,-3 2 0 16,0-3 2-16,0 2 3 0,-2-1-1 15,2-2-1-15,-2 2 3 16,0-1-5-16,0 0 2 16,1 3 0-16,0-3-2 15,0 0 0-15,-1 0 1 16,2-4 0-16,0 0 1 0,2-2-1 15,1-2-1-15,-1-1 3 16,5-1-2-16,-3 0-2 16,2-2 1-16,5 0-1 15,-2-2-1-15,4-1 1 16,4-2 6-16,3 0-2 0,-1 0-1 16,3 0-1-16,0-7-20 15,0-1-45-15,-4-3-27 16</inkml:trace>
  <inkml:trace contextRef="#ctx0" brushRef="#br0" timeOffset="106401.93">20163 6179 36 0,'0'0'8'0,"0"0"-6"0,0 0-1 0,4 0 0 16,1 0-1-16,-1 0 0 15,2 0 0-15,0-1-1 0,0-2 0 16,0 0 13-16,1-1 3 16,2 1-5-16,1-1-6 15,3-2 0-15,3 3-4 16,3-4 1-16,4 1-2 16,2-1 5-16,3 0-5 0,0-2 7 15,1 1-4-15,0-2 8 16,2 0 2-16,0 0-1 15,-2-1-4-15,1 1 1 16,-1 0-5-16,2 2-1 16,-5 2 0-16,-1 0-1 15,-1 1 1-15,-3 3-1 0,0-1-1 16,-4 2 0-16,5-2 1 16,-4 0-1-16,1 0 1 15,-1 1-1-15,-2 0 0 16,-2 1 2-16,0-1-2 15,-4 1 0-15,-1 1 0 0,2-2 0 16,-2 1 0-16,-1 1 0 16,2-1 0-16,-1-1 0 15,-2 2 0-15,3 0 0 16,0-1 0-16,-4 0 0 16,3 0 0-16,-3 1 0 0,2 0 0 15,-3 0 0-15,3 0 0 16,-3 0 0-16,2 0 0 15,-1 0 0-15,0 0 0 16,0 0 0-16,1 0 0 0,0 1 1 16,1 1-1-16,-2 1 1 15,-1 0-1-15,1-2 0 16,0 2 0-16,-1-2 0 16,0 2 0-16,0-3 0 15,1 3 0-15,0-2 0 0,2 1-1 16,-2-1 1-16,4 1 0 15,1-2 0-15,-1 0 0 16,0 0 0-16,1 0 1 16,-4 0 0-16,-1 0 2 15,-3 1-2-15,-1-1 0 16,-1 3-1-16,0 0 1 0,-1 2-1 16,0 1 1-16,0 1 0 15,0-1 1-15,0 4-1 16,0 1-1-16,0 2 1 15,0 1 1-15,0 0-1 16,0 2-2-16,-2 0 3 0,0-1-1 16,-1 4 1-16,-1-1-1 15,0 2-1-15,0 0 0 16,1 0 1-16,-2-1 3 16,3 0-4-16,0 0 0 0,1-1 2 15,0-1-2-15,1 3 1 16,0-4 1-16,0 2-1 15,0-1 1-15,0 0-2 16,0-1 1-16,0-2-2 16,0 0 2-16,0 1-1 15,1-1 1-15,0-2-1 0,1 1 0 16,0-1 0-16,3-2 1 16,-3-2 1-16,-2 2-2 15,3-3 2-15,-1 0-2 16,0-1 0-16,2 1 1 15,-4-1-1-15,2-1 1 0,-1-2 0 16,-1 2 0-16,1-4 0 16,-1 3 0-16,0-1 1 15,0 1-1-15,0 0 3 16,-1-2-3-16,-2 2 1 16,0 2-3-16,0-2 5 0,-1-1-3 15,-1 1-2-15,-2 1 3 16,2-1-2-16,-3 1-1 15,1 0 5-15,-4-1-1 16,1 0-6-16,1-1 10 16,0 0-4-16,-3 1-1 0,1-2-1 15,-4 0-2-15,-1 1 0 16,-1 0 6-16,-5 0-4 16,4 0 0-16,-6 0-3 15,-1 0 3-15,0 2 3 16,-1-2-3-16,-4 4-1 0,1-1 3 15,-1 1-3-15,0-1 1 16,1 1 0-16,-2-2-1 16,2 2 0-16,1 1-2 15,1-1-14-15,0 1-10 16,-1-2-13-16,-1-2-35 0</inkml:trace>
  <inkml:trace contextRef="#ctx0" brushRef="#br0" timeOffset="111746.57">22352 6217 6 0,'0'0'45'0,"0"0"-25"0,0 0-6 0,0 0-5 0,-1 0-7 15,1 0-2-15,-1 0-1 16,0 0 0-16,-1 0-3 16,0 1 5-16,1-1-1 15,-3 2 4-15,0-2-3 16,1 0 2-16,1 0 2 16,1 0 2-16,-1 0 5 0,0 0 0 15,1 0 3-15,0 0-4 16,0 0-5-16,1 0-1 15,0 0-2-15,0-2 1 16,0 0 0-16,0-2-2 16,0 1 0-16,0-1-4 0,0 2 1 15,0-2 2-15,1 1 3 16,3-1-4-16,-2 0 0 16,-1-1 2-16,2 0-2 15,0-1 1-15,0 0 0 16,1-1 1-16,-3 1-2 0,2-1 1 15,1 0 1-15,1 0-2 16,0 0 0-16,4-1 3 16,-4 0-3-16,4 1 0 15,-1 0 0-15,3 0 1 16,-1-3-1-16,0 3-1 0,1-3 2 16,-1 3-1-16,-1 0-1 15,2-1 2-15,-3 2-1 16,1-3 0-16,-2 5 0 15,1-3 0-15,-2 1 0 16,1 2 1-16,-1 0-1 0,4-2 0 16,0 2 0-16,-2-1 0 15,5 1 0-15,0-3-1 16,-1 4 1-16,1-1 0 16,0 1 0-16,1 1 0 15,-1 0-1-15,1-1 1 0,-2 2 0 16,1-1 0-16,-1 1 0 15,-3-2 1-15,1 0-1 16,1 2-1-16,-2-2 1 16,3 0 0-16,0-1 0 15,1 1 0-15,3-1 0 0,-1 2 0 16,3-2 0 0,-2 4 0-16,0-2-1 0,-1 2 1 15,-1-2-1-15,0 0 1 16,0 1 0-16,0-2 1 15,0 2-1-15,-2-1 1 16,0 1 0-16,-1-2-1 0,0 3 0 16,-2-1 0-16,3 0 1 15,-3 0-1-15,-1 1 0 16,2 0 0-16,-2-2 0 16,-1 1 0-16,1 1 0 15,-1-1 1-15,0 0-1 0,-1 0 0 16,1 0 1-16,-3 1-1 15,0 0 1-15,-1 0-1 16,0 0 0-16,-3 0-5 16,0 0-36-16,0-1-25 15</inkml:trace>
  <inkml:trace contextRef="#ctx0" brushRef="#br0" timeOffset="112166.69">23007 5715 71 0,'0'0'6'0,"1"-2"4"0,-1 2-3 16,1 0-5-16,0 0-1 0,2 0 3 15,3 3 3-15,-1 3 0 16,3 1-1-16,1 7-3 16,1 2 0-16,-2 5-1 15,-3 6-5-15,-5 7 10 16,-2 10 0-16,-21 10-5 0,-12 7-9 16,-13 0-45-16</inkml:trace>
  <inkml:trace contextRef="#ctx0" brushRef="#br0" timeOffset="113311.89">21000 6811 7 0,'0'0'26'0,"0"0"-7"0,0 0-2 15,0 0-5-15,0 0-4 16,0 0-5-16,0 0 2 15,0 0 0-15,0 0-1 16,0 0-2-16,0 0-1 0,39-34 0 16,-25 30-1-16,0-1 1 15,3 1-1-15,2 0 1 16,3 0 1-16,2-1 3 16,2 1-2-16,1 0 0 0,1-1-2 15,2 0 2-15,1-1 0 16,5-1 2-16,-3-1 0 15,3-1 0-15,0 1 0 16,1-1 0-16,0-1 1 16,-1 2 3-16,-2-1-3 0,-3 2 0 15,-1 0-2-15,-3 0 0 16,-4 1 2-16,1-1-5 16,-3 4 0-16,-2-1 0 15,-4 1 0-15,-3 0 0 16,-2 2 0-16,-4 0-1 15,-3 1 1-15,-1 0 0 0,-2 0 14 16,0 0 5-16,0 0-7 16,0 0-5-16,0 0-3 15,0 0 2-15,0 0-6 16,0 0-1-16,0 0 0 16,0-1-1-16,0 1 1 0,0 0-3 15,1 0 2-15,0 0 1 16,1 0 1-16,0-1-2 15,0-1 2-15,-1 2 0 16,1-2 1-16,0 0-2 16,0 2-2-16,1-2 1 0,-1 2 2 15,-2 0 1-15,2-1-2 16,-2 1 0-16,0-1 1 16,0 1-1-16,1 0 1 15,-1 0-1-15,1 0-1 16,0 0 1-16,1 0 0 0,0 0 0 15,2 0 0-15,-4 0 0 16,2 0 0-16,-1-1 0 16,0 1 1-16,-1 0-1 15,0 0 1-15,0 0-1 16,0 0-1-16,0 0-1 0,0 0-15 16,0 0-8-16,0 0-17 15,0 0-23-15,0 0-35 16</inkml:trace>
  <inkml:trace contextRef="#ctx0" brushRef="#br0" timeOffset="114057.64">22456 6183 8 0</inkml:trace>
  <inkml:trace contextRef="#ctx0" brushRef="#br0" timeOffset="114180.09">22456 6183 4 0,'0'0'30'0,"0"0"-5"0,0 0-8 16,0 0-10-16,9-25-3 16,-4 19-3-16,1 1 0 15,2 0 0-15,2-2 1 16,-3-1 1-16,2-1-2 0,3 1 0 16,2-2 1-16,-1 1-5 15,2-4-21-15</inkml:trace>
  <inkml:trace contextRef="#ctx0" brushRef="#br0" timeOffset="117618.82">23332 5814 124 0,'0'0'16'0,"0"0"-16"0,0 0 1 0,0 0 0 15,0 0 1-15,0 0 1 16,0 0-1-16,0 0-1 0,0 0-1 16,0 0-26-16</inkml:trace>
  <inkml:trace contextRef="#ctx0" brushRef="#br0" timeOffset="117804.58">24072 5588 150 0,'0'0'-12'0,"47"-10"11"0,-27 6 0 16,0 1 2-16,-3 2-11 15,0-2-27-15</inkml:trace>
  <inkml:trace contextRef="#ctx0" brushRef="#br0" timeOffset="117982.14">24572 5479 201 0,'0'0'10'15,"0"0"10"-15,0 0-10 16,0 0-6-16,0 0-2 15,0 0-1-15,0 0-7 16,43-19-34-16,-34 18-53 16</inkml:trace>
  <inkml:trace contextRef="#ctx0" brushRef="#br0" timeOffset="119619.47">22276 7379 38 0,'0'-1'-1'0,"-2"-2"8"0,0 0-10 16,-2 2 6-16,2-2 4 15,1 3 3-15,0 0 1 16,1-3-6-16,0 3-8 0,0 0 0 16,0 0-26-16</inkml:trace>
  <inkml:trace contextRef="#ctx0" brushRef="#br0" timeOffset="119712.42">22276 7379 34 0,'-7'-14'4'0,"10"14"3"0,-1 0-7 15,0 0-7-15</inkml:trace>
  <inkml:trace contextRef="#ctx0" brushRef="#br0" timeOffset="120893.41">22293 7379 13 0,'-2'0'25'0,"0"0"1"0,1 2-17 15,-2-1-9-15,2 3-28 0,-1-1-17 16</inkml:trace>
  <inkml:trace contextRef="#ctx0" brushRef="#br0" timeOffset="121001.1">22293 7379 88 0,'0'0'4'0,"-34"27"15"0,34-27-10 16,0 0-20-16,0 0-14 16,0 0 4-16,3 0-25 15</inkml:trace>
  <inkml:trace contextRef="#ctx0" brushRef="#br0" timeOffset="121058.1">22268 7403 25 0,'0'0'28'0,"0"0"-18"0,0 0-9 15,0 0-20-15</inkml:trace>
  <inkml:trace contextRef="#ctx0" brushRef="#br0" timeOffset="121390.91">22268 7403 112 0,'11'-21'0'15,"-8"14"2"-15,0 0 3 16,0 4 15-16,-2 0 14 0,1 3 1 15,1 0-16-15,1 6-22 16,4 8 2-16,3 12 2 16,2 6 2-16,1 10-2 15,-1 7-1-15,-2 8 10 16,-1 7 0-16,-2 3-8 16,-3 4 7-16,-2 0-1 0,-2 0 1 15,-1-6-1-15,0-4-2 16,0-7-3-16,0-7 2 15,0-6-1-15,0-5-2 16,-1-8-2-16,1-4-3 16,0-8-5-16,0-6-11 0,0-7-16 15,0-3-33-15,0-15-59 16</inkml:trace>
  <inkml:trace contextRef="#ctx0" brushRef="#br0" timeOffset="121810.45">22388 7358 89 0,'0'0'3'0,"0"0"1"0,41-20-1 0,-19 14-1 15,4-1-2-15,6-3 0 16,4-1 1-16,6-2 5 16,3-3 0-16,2-2 12 15,2 1-3-15,5-2-7 0,-2 1-3 16,3 1-4-16,3 1 1 16,-1 2 0-16,-2 3-12 15,-4 1-34-15,-6 0-39 16</inkml:trace>
  <inkml:trace contextRef="#ctx0" brushRef="#br0" timeOffset="122230.61">23334 7080 83 0,'0'0'11'0,"0"0"15"16,0 0-9-16,0 0-12 16,0 0-1-16,0 0 7 15,0 0-6-15,0 51-2 16,0-29 2-16,0 5 1 0,0 6-2 15,0 8 1-15,0 9-2 16,-2 10 0-16,-2 8-2 16,-1 4 0-16,0-1 4 15,1 3 0-15,1-6-3 16,1-5-2-16,1-5 0 16,1-4 0-16,-1-6 1 15,1 0-1-15,0-4 3 0,0-1-2 16,0-3-1-16,0-2-6 15,-2-2-21-15,-4-4-14 16,0-5 0-16,-2-4-44 16</inkml:trace>
  <inkml:trace contextRef="#ctx0" brushRef="#br0" timeOffset="122715.21">22568 8474 59 0,'0'0'1'0,"0"0"1"0,0 0 15 0,43-18 5 0,-22 8-6 15,2 1 6-15,4-3 4 16,6-1 0-16,1-3 5 16,5 1-14-16,4-1-11 15,2-2-3-15,1 3-1 16,2 0-1-16,1 2 0 0,-5 1-1 16,-2 1 0-16,-4 4 1 15,-4 1-1-15,-8 2-2 16,-4 1-10-16,-2 3-14 15,-9 0-21-15,-6 0-23 16</inkml:trace>
  <inkml:trace contextRef="#ctx0" brushRef="#br0" timeOffset="123227.88">22625 8731 152 0,'0'0'43'0,"0"0"-26"0,0 0-8 0,0 0-3 15,0 0-8-15,0 0 2 16,0 0 3-16,8-35-2 16,-8 26 1-16,0 2 2 15,0 1 10-15,-3 1 1 0,-3-1-2 16,1 5-1-16,-4 1-4 15,2 0-1-15,-1 3-8 16,0 9 1-16,2 8-1 16,1 3 0-16,1 5 2 15,4 4-2-15,0 2 2 0,0 3-1 16,0-1 1-16,6-1-1 16,-1-1 1-16,2 0-1 15,-2-3 0-15,-2-1 0 16,-1-2-6-16,-2-4-14 15,0-5-11-15,0-2-11 0,-3-7-25 16,-4-7-49-16</inkml:trace>
  <inkml:trace contextRef="#ctx0" brushRef="#br0" timeOffset="123413.59">22496 8972 104 0,'0'0'5'0,"0"0"-3"0,0 0 6 15,44-19 3-15,-24 11-6 16,1 0-4-16,3-2-17 16,1 0-52-16</inkml:trace>
  <inkml:trace contextRef="#ctx0" brushRef="#br0" timeOffset="124124.87">22821 8872 49 0,'0'0'165'0,"0"0"-165"15,0 0-12-15,0 0 15 16,0 0 1-16,0 0-7 15,0 0 5-15,0 0-2 16,27 3 2-16,-24-9 2 0,-1 0 3 16,0-3 1-1,-1 0 1-15,0 2-6 0,-1-2 0 16,0 2 0-16,0 4-1 16,-2-1 4-16,-2 3 6 15,-4 1-3-15,3 0 0 0,-4 5-6 16,4 7 0-16,-1 2-1 15,3 3-2-15,2 0-1 16,1 1 0-16,0-2 0 16,5 1-1-16,4-4-4 15,3-2-7-15,-1-4-3 16,5-2-11-16,-3-4-17 0,2-1-8 16,2 0 19-16,0-10 2 15,-2-3-13-15,2-4 32 16,-2 2 35-16,-6-2 10 15,3 0-7-15,-6 2 3 0,-2 3 0 16,-3 3 4-16,-1-1 5 16,0 5 6-16,-1 3-18 15,-7 2-14-15,-1 0-8 16,-4 0 2-16,-1 11-7 16,0 2 6-16,2 4-3 0,1 3-1 15,5-2 0-15,1 0-2 16,4-3-2-16,1-3-6 15,0-4-2-15,2-1-14 16,4-5-3-16,2-2 15 16,1 0 9-16,2-9 4 15,2-4 4-15,0-1-4 0,2-3 4 16,-3 3 1-16,-3 1 10 16,0 2 0-16,0 4-3 15,-5 2-3-15,1 3-7 16,1 2-1-16,-1 0-1 15,2 0 0-15,-4 5 1 16,4 1-6-16,-1 4-7 0,1-2-14 16,-1-1-28-16,-3-2-28 15</inkml:trace>
  <inkml:trace contextRef="#ctx0" brushRef="#br0" timeOffset="124380.17">23168 8597 251 0,'0'0'3'0,"0"0"14"0,0 0-2 0,0 0-3 0,0 0-9 15,0 0-3-15,0 0-6 16,0 0 3-16,0 0-3 0,4 54 8 15,0-24 2-15,2 3-3 16,-3 0-10-16,1-3-11 16,-2-3-20-16,0-6-31 15,-2-4-23-15</inkml:trace>
  <inkml:trace contextRef="#ctx0" brushRef="#br0" timeOffset="124587">23116 8782 205 0,'0'0'5'16,"0"0"6"-16,0 0-21 16,0 0 15-16,0 0-7 15,0 0 4-15,0 0-2 0,48-38 0 16,-30 31-2-16,-1-1-23 15,1 0-44-15</inkml:trace>
  <inkml:trace contextRef="#ctx0" brushRef="#br0" timeOffset="125121.17">23312 8711 94 0,'0'0'28'0,"0"0"2"15,0 0-24-15,0 0-7 16,0 0 9-16,0 0 1 15,0 0 1-15,-1 42 2 16,4-31-4-16,1 0-1 16,-1 2-5-16,2-3-1 0,1-1 0 15,-4-2-1-15,0-2 0 16,1-2-5-16,-1 0 1 16,1-3-1-16,0 0 10 15,0-4 1-15,-1-6 0 16,3-2 4-16,-1-5 1 15,1-1 5-15,0-1-3 0,0-2-4 16,2 7-6-16,0-1-1 16,-4 4-1-16,-1 6 0 15,1 2 1-15,0 3 0 16,-3 0-4-16,2 0 1 16,1 7 0-16,-1 5-1 0,4 0 4 15,0 3 6-15,0 1-7 16,0-3-5-16,0 0-10 15,2-2-7-15,-1-4-18 16,-1 0-15-16,-1-4 0 16,1-1 0-16,-3-2 1 0</inkml:trace>
  <inkml:trace contextRef="#ctx0" brushRef="#br0" timeOffset="125633.35">23482 8775 39 0,'0'0'40'16,"0"0"-6"-16,0 0 7 15,2-41-4-15,-2 31-15 16,2 3-7-16,0-3 0 15,1 3 3-15,5 0-11 0,-4-3-4 16,4 3-2-16,-1 1-1 16,-1 0 2-16,1 2-2 15,-2 4 0-15,2 0 0 16,-3 0-3-16,0 0-2 0,0 9 5 16,-1 1 0-16,1 3 0 15,0 1 3-15,-1-2 3 16,2 1-5-16,3-2-1 15,-2-3-2-15,1-4-2 16,1-1-2-16,1-3-6 0,1 0-2 16,-2-6 16-16,3-3-2 15,-1-6 2-15,-2-1 0 16,3-3-1-16,-3-1 2 16,-3 1-3-16,-1 1 1 15,0 2 1-15,-3 1 0 16,-1 4 0-16,0 3 1 0,0 2 3 15,-1 1 1-15,-5 2-2 16,1 1-6-16,1 2 1 16,-1 0 0-16,0 0 2 15,-2 0 0-15,3 8 0 16,0 4-3-16,-1 5 1 0,1 2 0 16,1-1 1-16,3 2-1 15,0-3-2-15,0 0 1 16,2-3-2-16,8-4 0 15,1-1 0-15,3-5-2 16,-2-1-9-16,5-3-4 0,0 0-9 16,1-7-13-16,3-6 1 15,-3-1 1-15</inkml:trace>
  <inkml:trace contextRef="#ctx0" brushRef="#br0" timeOffset="125982.27">23919 8551 72 0,'0'0'19'0,"0"0"13"0,0 0 7 0,0 0-16 16,1-38-12-16,-8 36-9 16,-1 1 2-16,1 1 4 15,-2 0-3-15,2 0-3 0,-2 0 3 16,2 4-3-16,1 2-2 16,1 1 0-16,0 1 0 15,1 1 0-15,4 1-1 16,0-2-3-16,0 2 7 15,6 0 1-15,1 0 1 16,0 0 5-16,0-2-4 0,1 1-4 16,0-2 1-16,0 0-1 15,-2-1-1-15,2 0 2 16,-1 1-2-16,-1-2 1 16,-2 1-1-16,-2-2 1 15,-1-1-2-15,-1 1-3 0,0-1-4 16,0 0-3-16,-5 0 6 15,-4-2-7-15,0 1-27 16,1-2-33-16,3 0 4 16</inkml:trace>
  <inkml:trace contextRef="#ctx0" brushRef="#br0" timeOffset="126147.02">23911 8581 69 0,'0'0'39'0,"0"0"0"16,0 0 5-16,0 0 3 0,0 0-11 15,0 0-17-15,0 0-14 16,0 0-9-16,0 0-5 16,-17 22 14-16,0 12 0 15,-3 5-22-15,-6 2-50 16,-3 2-73-16</inkml:trace>
  <inkml:trace contextRef="#ctx0" brushRef="#br0" timeOffset="126877.77">22424 9372 79 0,'0'0'0'0,"0"0"3"0,0 0-4 16,0 0-3-16,0 0-10 15,0 0-48-15</inkml:trace>
  <inkml:trace contextRef="#ctx0" brushRef="#br0" timeOffset="135206.9">15265 7170 49 0,'0'0'0'0,"0"0"-22"0</inkml:trace>
  <inkml:trace contextRef="#ctx0" brushRef="#br0" timeOffset="135690.94">15265 7170 61 0,'23'7'5'0,"-22"-10"-4"15,1 0 2-15,0 0-1 16,2 1-1-16,-2 1 1 16,0 1-2-16,-1 0 1 15,1 0 0-15,0 0 3 16,2 5-1-16,-2 0 1 15,2 2 3-15,2-3-1 0,0 3 0 16,-1 0-2-16,1-1 0 16,-2-3 1-16,1 3-3 15,0-1-1-15,-2-4 0 16,1 2 1-16,0-3 2 0,0 0 7 16,-1 0 9-16,1 0 1 15,3-2-5-15,-1-4-4 16,3-3-8-16,-2-2 0 15,3-1-1-15,1-2-2 16,1-3 4-16,2-3-1 16,1-2 0-16,0-1-1 0,0-4-2 15,3 1 0-15,-1 1 0 16,1 1-2-16,-1 3-12 16,-3 3-6-16,-1 6-13 15,-2 2-4-15,-3 5 4 16,-6 1-39-16</inkml:trace>
  <inkml:trace contextRef="#ctx0" brushRef="#br0" timeOffset="138076.69">23257 5905 21 0,'0'0'-6'0</inkml:trace>
  <inkml:trace contextRef="#ctx0" brushRef="#br0" timeOffset="138150.37">23257 5905 25 0,'21'30'-14'0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36:57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2318 6429 88 0,'-9'0'2'0,"-2"0"2"0,-1 0 2 0,-1 0 2 16,-1 0-4-16,-3 3-3 16,-1 1 0-16,-2 2 1 0,0 0-2 15,-1 2 1-15,0-4-1 16,0 4 2-16,-1 0-2 16,2 0 0-16,-4 1 0 15,1 4 0-15,0-1 1 0,-1 1-1 16,0 1 0-16,-1 1 0 15,0-2 0-15,-2 2 0 16,3-3 0-16,-3 0 1 16,-2 1 3-16,2 0 0 15,1 1 2-15,-1 0-2 16,4 2-1-16,1 1-1 0,-2 1-1 16,1 3 0-16,2 1-1 15,2 2 1-15,-2 2 0 16,2-1 0-16,1 1-1 15,-3-1 0-15,4-1 0 0,-4 1 0 16,3-1 0-16,1 1-1 16,-1-2 1-16,4 1 0 15,0 1 0-15,6-1 0 16,1-2 0-16,1 1 0 16,1-2 0-16,2-1 0 15,-1 3 0-15,4-3 0 0,-2 0-1 16,2 0 1-16,0-1 0 15,0 1 0-15,4-1 0 16,4-1 0-16,1 2 0 16,3-2 0-16,2 1 0 15,1 1 0-15,2-2 1 0,0 2-1 16,3-1 1-16,1 1-2 16,-2-2 1-16,4 1-1 15,-2-4 2-15,3 1-1 16,0-3 0-16,3-2 1 15,2-4 1-15,2 0 0 0,-1-1-1 16,5-1 0-16,-2-2-1 16,3 2 3-16,-2-2-3 15,-2-1 0-15,-1 1 0 16,0-1 0-16,1-1 0 16,3 0 0-16,-1 1 0 15,1-2 0-15,3 0 0 0,1 0 1 16,-1 0 0-16,1 1-1 15,-1-1 1-15,-2 3-2 16,1-1 1-16,0 0 1 16,1 1-1-16,0-1 0 15,0-1 0-15,0 2 0 0,2-2 0 16,-2 2-1-16,1-1 2 16,-2 0-1-16,1 1 0 15,2-3 0-15,1 3 0 16,1-3 0-16,0 1 0 15,1 1 1-15,-1-1-1 0,1 2 0 16,-2-1 0-16,3-1 0 16,-1 3 0-16,1-4 0 15,1 0 0-15,-1 0 1 16,1 0-2-16,0 0 2 16,-3 0-2-16,3-2 2 15,-2-1 1-15,6-2 1 0,-2 1 3 16,4 0 3-16,3-3 0 15,-1 1-2-15,7-1-4 16,1-2-1-16,4 2 0 16,4 0 0-16,0 0-1 0,-1 1 0 15,1-1 0-15,-2 3 0 16,-6-3-4-16,-4-4-44 16,-8-8-30-16</inkml:trace>
  <inkml:trace contextRef="#ctx0" brushRef="#br0" timeOffset="1316.66">2501 6476 120 0,'7'0'1'0,"-2"0"-1"0,4-3-1 0,3 0 2 15,2 0 0-15,0-1 0 16,4 3-1-16,2-1 1 16,-3 1-2-16,4-1 2 15,0 1-1-15,4 1 0 0,0 0 1 16,4 0-1-16,2 0 0 16,3 0-2-16,4 0-2 15,2 0 4-15,5 0-2 16,2 0 1-16,4-3 6 15,3-4-2-15,2 0-2 0,4 1 0 16,-2 1-1-16,3-1 1 16,2 2 0-16,1-1 0 15,1 1 0-15,2-3 1 16,2 1-1-16,1-1 0 16,1 2 0-16,-2-1 0 0,2-1 0 15,-1 1 1-15,-1 2 1 16,0-1 1-16,0-1-2 15,1 3 0-15,-2-1 0 16,0 2-1-16,-3-1 0 16,0 3 0-16,-3 0-2 0,-1 0 2 15,-3 0-1-15,0 0 0 16,-2 0 2-16,-2 0-2 16,-7 3 0-16,0 1 0 15,-7 3 0-15,-4 1 0 16,-1 0 0-16,-6 5 0 15,-2-2 0-15,-2 3 0 0,-3 1 1 16,-2 0-1-16,-2 5 1 16,-2 0 0-16,-2 1-3 15,-2 2-1-15,-2 0 2 16,-3 1 1-16,-1-1 0 0,-1 2 0 16,-1-1 1-1,-2 2-1-15,3-2 2 0,-3 4-1 16,-1-2-1-16,1 2 1 15,2 2-1-15,-2-3 0 16,0 4 0-16,-2-1-1 0,2 1 1 16,-2 1 0-16,2 0 0 15,0 0 2-15,3 0-1 16,2 2 0-16,0-1 0 16,-1-2 1-16,1 0-2 15,-1-1 1-15,2-1 0 0,-4-4 0 16,-2 2-1-16,-1-1 2 15,-1-2-2-15,0-1 1 16,0-3-1-16,-5-2 1 16,-7 0-2-16,-1-5 1 15,0 0 9-15,-5-4 9 16,-5-1-1-16,-3-1-5 0,-4 0-3 16,-9 0-3-16,-4-2 2 15,-11 3-5-15,-8 1-1 16,-15 2 0-16,-13 3-1 15,-18 8-1-15,-19 3-2 16,-21 6-44-16,-19-5-164 0</inkml:trace>
  <inkml:trace contextRef="#ctx0" brushRef="#br0" timeOffset="2600.31">3165 6761 91 0,'0'0'10'0,"0"0"-1"0,46-46 16 0,-16 17-3 15,11-8-8-15,9-13-7 16,20-13-1-16,19-13-4 16,21-13 0-16,23-18 1 15,22-16-2-15,15-19-68 16</inkml:trace>
  <inkml:trace contextRef="#ctx0" brushRef="#br0" timeOffset="6721.2">17994 8243 56 0,'-2'0'8'0,"-1"0"-6"0,2 0-2 16,0 1 3-16,0-1 9 0,1 2 3 15,0-1-8-15,0 3-4 16,0-1 0-16,0 4-2 15,0 1 0-15,0 0 0 16,0 3-1-16,0 1 0 16,4 3 1-16,2 2-1 15,-2 2 2-15,0 4-1 0,2 3 0 16,-3 4-1-16,3 4 0 16,-1 3 0-16,3 4 0 15,0-1 0-15,0 4-1 16,-1 0 1-16,4 0-1 15,-2 0-1-15,1-1 1 0,1 0 6 16,-1 2 2-16,-1 3 1 16,1 3-1-16,-2 5 1 15,-2 1 2-15,1 2-2 16,-4 2-5-16,0 1 2 0,-1 0-3 16,-2-3 1-16,0 0 1 15,0-5-2-15,0-5 0 16,0-3-1-16,-1-6 0 15,-4-5 1-15,1-4-1 16,-2-2 1-16,1-5 0 16,-1-3-1-16,2-3 1 0,0-9-30 15,2-9-39-15</inkml:trace>
  <inkml:trace contextRef="#ctx0" brushRef="#br0" timeOffset="7306.15">18064 8304 112 0,'0'0'3'0,"0"0"6"0,0 0 2 15,0 0 1-15,0 0-6 0,0 0-4 16,0 0 2-16,0 0-1 16,48-33-7-16,-24 30 8 15,6-1-1-15,6-1-3 16,4 0 0-16,6 1 0 15,7-1-2-15,2-1 0 0,9 0 0 16,4-3 2-16,6-1 0 16,9 0 0-16,6-1 1 15,4 0-1-15,5-1 1 16,6-1-2-16,0 2 2 16,-1 0 0-16,-3-2-2 15,-3 2 2-15,-3-1-1 0,-7 2 0 16,-5-1 0-16,-7 2 0 15,-12 0-1-15,-8 0-59 16</inkml:trace>
  <inkml:trace contextRef="#ctx0" brushRef="#br0" timeOffset="7718.25">19953 8065 25 0,'0'0'4'0,"0"0"7"0,0 0 2 15,0 0-3-15,0 0-1 16,0 0-3-16,0 0 3 15,29 48-1-15,-27-35 1 16,2 3 3-16,-4 2 0 16,2 8-3-16,0 5-1 0,-2 5-2 15,1 6-4-15,-1 7 0 16,2 3 2-16,0 6-3 16,5 2 0-16,-3 1 3 15,5 1 1-15,0 1 1 16,3 1 1-16,-1-1-1 0,-1 3 1 15,0 4-1-15,-3-1-3 16,-3 5 0-16,-4 1-1 16,0 1-2-16,0-4-51 15,-9-8-81-15</inkml:trace>
  <inkml:trace contextRef="#ctx0" brushRef="#br0" timeOffset="8700.24">18135 9940 49 0,'0'0'35'0,"0"0"-30"0,0 0 12 15,0 0-4-15,0 0-3 0,0 0-1 16,0 0 1-16,0 0-8 16,0 0 0-16,0 0 0 15,49-17-1-15,-26 14 2 16,5-1 0-16,6 0-2 16,3 0 0-16,5 2 1 15,6-2-2-15,4 1 0 0,6-2 1 16,0 3-1-16,7-1 0 15,2-1 0-15,6-1 0 16,4-1 1-16,2 0-1 16,2-1 0-16,7-1 1 15,-3-2 2-15,-2 0 5 0,-5 2 4 16,-2-2-3-16,-4 3-4 16,-5-2 3-16,-3 2-3 15,-6 0 0-15,-3 0-3 16,-7 0-1-16,-5-2-1 15,-6 2 0-15,-5-1 1 0,-5-1-1 16,-3-1 1-16,-4 2 2 16,-3-2 2-16,-4 0 1 15,0-3 1-15,-2 2-4 16,-2-2 0-16,-1 0 1 0,-3-4 3 16,0-1 4-16,-5-2-2 15,0-4-1-15,0-5 1 16,-5-2-2-16,-6-2-1 15,-2-5-4-15,-2 4-2 16,-5-3-5-16,-4 4-24 16,-6-3-63-16</inkml:trace>
  <inkml:trace contextRef="#ctx0" brushRef="#br0" timeOffset="9404.31">18164 8544 192 0,'0'0'14'0,"0"-2"14"0,0-2-15 0,0 3-7 16,0-2-3-16,0 1 0 16,0 1 0-16,0 1-3 15,3 0-3-15,-1 0-14 16,2 0-75-16</inkml:trace>
  <inkml:trace contextRef="#ctx0" brushRef="#br0" timeOffset="10039.01">18761 8518 188 0,'0'0'7'0,"0"0"7"0,0 0-8 0,0 0-4 0,0 0-2 16,0 0 1-16,0 0-1 15,0 0-4-15,0 0-21 16,0 0-29-16,0 0-57 15</inkml:trace>
  <inkml:trace contextRef="#ctx0" brushRef="#br0" timeOffset="10416.42">19315 8450 257 0,'0'0'-5'16,"0"0"5"-16,0 0 0 15,0 0-4-15,0 0-18 0,0 0-13 16,0 0-21-16,0 0-2 15</inkml:trace>
  <inkml:trace contextRef="#ctx0" brushRef="#br0" timeOffset="10615.11">19670 8382 299 0,'0'0'-2'0,"0"0"2"15,0 0-4-15,0 0 2 16,0 0-62-16,0 0-43 16</inkml:trace>
  <inkml:trace contextRef="#ctx0" brushRef="#br0" timeOffset="11029.62">18445 8853 269 0,'0'0'1'0,"0"0"-3"16,0 0-9-16,0 0-8 16,0 0 2-16,0 0-2 15,0 0-15-15,0 0-4 0,0 0-42 16</inkml:trace>
  <inkml:trace contextRef="#ctx0" brushRef="#br0" timeOffset="11305.3">19250 8717 227 0,'0'0'15'16,"0"0"-13"-16,0 0-1 0,0 0-1 15,0 0 0-15,0 0-5 16,0 0-17-16,0 0-16 15,12 5-14-15,-7-5-55 16</inkml:trace>
  <inkml:trace contextRef="#ctx0" brushRef="#br0" timeOffset="11476.6">19744 8663 297 0,'0'0'2'0,"0"0"0"16,0 0-5-16,0 0 2 15,0 0-47-15,0 0-87 16</inkml:trace>
  <inkml:trace contextRef="#ctx0" brushRef="#br0" timeOffset="11811.32">18293 9179 282 0,'0'0'-2'0,"0"0"6"16,0 0-4-16,0 0-28 15,0 0-23-15,0 0-10 16,0 0-13-16</inkml:trace>
  <inkml:trace contextRef="#ctx0" brushRef="#br0" timeOffset="11988.06">18888 9081 275 0,'0'0'-8'0,"0"0"8"15,0 0 0-15,41-7-22 16,-37 7-51-16,-4 0-21 0</inkml:trace>
  <inkml:trace contextRef="#ctx0" brushRef="#br0" timeOffset="12179.88">19385 9021 295 0,'0'0'3'0,"0"0"0"0,0 0-1 16,0 0-3-16,36-14-2 15,-32 14-54-15,-4 0-57 16</inkml:trace>
  <inkml:trace contextRef="#ctx0" brushRef="#br0" timeOffset="12499.84">18329 9478 188 0,'0'0'-29'15,"0"0"35"-15,0 0 5 0,0 0-15 16,0 0-18-16,0 0-17 16,40-7-71-16</inkml:trace>
  <inkml:trace contextRef="#ctx0" brushRef="#br0" timeOffset="12678.43">19385 9271 254 0,'0'0'-7'0,"47"-3"8"16,-27 3-1-16,-7 0-22 15,-1 0-52-15,-5 0-40 16</inkml:trace>
  <inkml:trace contextRef="#ctx0" brushRef="#br0" timeOffset="12836.51">19612 9287 419 0,'0'0'-45'16,"0"0"43"-16,0 0-61 16,0 0 6-16,0 0-150 15</inkml:trace>
  <inkml:trace contextRef="#ctx0" brushRef="#br0" timeOffset="13091.31">18589 9687 307 0,'0'0'1'16,"0"0"-6"-16,0 0-15 16,0 0-8-16,41 0-50 15,-20-3-99-15</inkml:trace>
  <inkml:trace contextRef="#ctx0" brushRef="#br0" timeOffset="13227.45">19252 9590 309 0,'0'0'2'15,"0"0"-16"-15,40 8-41 16</inkml:trace>
  <inkml:trace contextRef="#ctx0" brushRef="#br0" timeOffset="18498.52">3453 8772 73 0,'0'-1'8'0,"0"-3"10"0,0 1-1 0,0 2-3 16,0-1-6-16,0 1 2 16,-2 1-8-16,0-2 0 15,0 2-1-15,-3 0-1 0,3-1 1 16,-2 1-2-16,-3 0 2 15,2 0-1-15,-3 0 0 16,3 0-1-16,-3 0 0 16,0 0 0-16,1 0 1 15,1 0 1-15,-1 0-1 0,1 0-1 16,-2 1 2-16,2-1-1 16,-3 2 0-16,-3-1 0 15,2-1 0-15,-3 3-1 16,-4-2 0-16,2 1 3 15,-1 0 0-15,-1 0 1 0,-1-1 2 16,0 2 1-16,2 0-1 16,-2 2-5-16,3 1 0 15,-1 0 1-15,-1 3-1 16,2-1 1-16,0 1 0 16,-1-1-1-16,1 2 0 0,-3 0 0 15,1 1 0-15,-2-2-1 16,-1 2-1-16,-2 2 2 15,0 0 0-15,-1 0 0 16,0 1-3-16,1 2 3 16,0 1 2-16,1 0-2 0,2 0 0 15,1-2 0-15,1 3-1 16,2-1 0-16,0-2-1 16,1 2 1-16,2 0-1 15,2-1 3-15,3-1-1 16,1 1 0-16,2-2 0 0,3 2 0 15,1-2 1-15,0-1 0 16,0 2-1-16,0-2 2 16,0 0-1-16,1 0-1 15,3 1 0-15,2 0-1 16,-1-1 2-16,4 1-1 0,-2-1 0 16,1 0 0-16,3-2-1 15,-1 1 1-15,-1-1-2 16,1-1 2-16,2-2 0 15,-1 1-1-15,1-1 1 16,-2 0 0-16,3-1-1 0,1 2 1 16,-1-3 0-16,1 1-1 15,-1 0 1-15,3 0 0 16,2-1 1-16,-2 1 0 16,-1 0-1-16,1 2 0 15,-1-2-1-15,-1 0 1 16,1 2-1-16,-1-2 1 0,-1 0 0 15,0-2 0-15,1 1 0 16,-1-1 0-16,2 0 1 16,0 2-1-16,1-1 0 15,-1-2 0-15,1 3 0 16,1 0 0-16,1-1 0 0,1 1 0 16,-2-1 0-16,2 1 0 15,2-1 0-15,0-1 1 16,1 1-1-16,-3 0 0 15,4-1 0-15,-2 2 1 16,1-1-1-16,-2 0 0 0,0-1 0 16,3 1 0-16,-2-4-1 15,2 1 1-15,4-1 3 16,0-2-1-16,0 2-1 16,4-1 1-16,0 0-2 15,-1 0 1-15,3-1-1 16,-2 2 1-16,1-2 0 0,-1 0 0 15,2 0 0-15,1 0-1 16,-1 2 2-16,3 0-2 16,0-1 0-16,2 1 1 15,0-1-1-15,-2 0 0 16,1 0 1-16,1-1-1 0,-3 0 0 16,2 0 0-16,-1 0 0 15,0 0 1-15,1 0-2 16,2 0 2-16,-5 0-1 15,1 2 0-15,-2-1 0 16,1 2 0-16,-3-3 1 0,0 4-1 16,3-2 0-16,-3-1 0 15,2 2 0-15,3 0 0 16,-2-1 0-16,2 1 1 16,-2 2-1-16,1-1 0 15,-1 0 0-15,1 1 0 0,-2 0 0 16,3-2 0-16,1 0 0 15,-1 0 1-15,3-1-1 16,-1-2 0-16,0 1 0 16,-1-1 0-16,2 0 1 15,1 0 0-15,-2 0-1 0,3 0 1 16,1-3-1-16,3 1 1 16,-3-1-1-16,3 1 0 15,0-3 1-15,2 3 1 16,0 0-2-16,1-2 0 15,0 0 1-15,1-1-1 16,2 1 0-16,-3-2 0 0,2-1 0 16,0 2 2-16,-1 0-2 15,2 0 0-15,1 0 0 16,2 1 1-16,-3 1-1 16,2-1 1-16,1 1-1 0,-2 0 0 15,-1-1 1-15,1 4-1 16,1-1 0-16,-2 1 0 15,1 0 0-15,-1 0 0 16,0 0 1-16,3 0-1 16,0 0 0-16,0 0 0 0,-1 0 0 15,1-2 0-15,0 2 1 16,-5 0-1-16,2 0 0 16,1 0-1-16,-3 0 1 15,2 0 0-15,-2 0 1 16,0 0-1-16,1 0 0 0,-2 0 1 15,0 0-2-15,0 0 1 16,0 0 1-16,-1-3 0 16,-3 1 0-16,4 0-1 15,-4 1 2-15,1-1-2 16,2 2 0-16,-1-1 1 16,0-1-1-16,0 2 0 0,-1-2 1 15,-1 0-1-15,0-1 1 16,2 2-1-16,-1-2 0 15,-1-1 0-15,6 1 1 16,-4 0-2-16,2-1 3 16,0 2-2-16,0-2 0 0,1-1 1 15,0 3-1-15,0-2 0 16,0 1 0-16,-1 0 0 16,0 2 1-16,-1-1-1 15,0 1-1-15,-2-1 2 16,0 1-2-16,4 1 2 0,-1-3-2 15,0 3 1-15,0-1 1 16,0 1-1-16,1-2 0 16,-4 1 0-16,2-2 0 15,-2 2 0-15,0-1 0 16,-1 1 0-16,-1-1 0 0,-1 1 0 16,-2 1 0-16,5 0 1 15,-3 0-1-15,6 0 0 16,2 0 0-16,-2 0 0 15,1 3 1-15,2 0-1 0,1 1 0 16,-4 0 0-16,4 0 0 16,0 1 1-16,-1 0-1 15,2 0 0-15,2 0 1 16,0 2-3-16,-2-4-23 16,-3-1-54-16</inkml:trace>
  <inkml:trace contextRef="#ctx0" brushRef="#br0" timeOffset="31192.87">2942 8562 15 0,'6'2'7'0,"-1"-1"0"0,1-1 2 0,-1 2-2 16,4 0-3-16,-2 0 0 15,2 1 1-15,2-2-1 16,4 2-2-16,1-2 4 0,0-1 0 16,6 0 1-16,3 0-5 15,-1 0 1-15,3 0-2 16,4-4 0-16,0 1 0 16,0 0-1-16,3-1 0 15,0 0 0-15,2 0 3 16,-3 1 2-16,3 0-2 0,-3 2-1 15,1 1 1-15,0 0-2 16,3 0-1-16,0 0 1 16,3 1-1-16,-2 2 1 15,4-1-1-15,1 0 1 16,1-2 0-16,-3 2-1 0,3-1 0 16,-4-1 0-16,1 0 1 15,-1 1-1-15,-4 1 1 16,1-2 1-16,-5 1 1 15,1 1-1-15,-2-2 0 16,0 0 0-16,-4 0 1 0,1 0-1 16,1 0 2-16,0-6-1 15,-3-3 1-15,1-1 0 16,-4-1 0-16,-4-2 1 16,0-1 3-16,-4-2 4 15,1-1 0-15,-3-1-3 0,-1-2-6 16,-4 2 0-16,1-1-2 15,-2-1 0-15,0-2 0 16,-5 3 0-16,1-4-1 16,-3-1 3-16,0 1 0 15,0 1 1-15,0-1 2 0,-2 0-3 16,-1 2 0-16,-4 1-1 16,2-1 0-16,3 0-1 15,-2-1 1-15,2 1-1 16,-3-2-1-16,3 2 1 15,-4-2-1-15,-2 1 0 0,-2 0-5 16,-3 4 5-16,-3 0 1 16,0 0 3-16,-2 4 0 15,-2-3-2-15,2 3-3 16,-2-2 2-16,1 2 0 16,0 0 0-16,-2 0-1 0,-1-1 1 15,0 1-1-15,-3 1 0 16,-1 3-3-16,-2-1 3 15,-1 4-1-15,-4 1-1 16,-1 5 3-16,-1 1-1 16,1 0 0-16,-1 0 0 15,1 1 0-15,0 3 1 0,3-1-1 16,-1 3-1-16,-1-2 0 16,0-1 0-16,1 1-1 15,-3 1 2-15,-3-2 0 16,2 2-1-16,-5-1 1 0,1 2 1 15,-1-2-1-15,-1 1 1 16,-4 2-1-16,-1-2 1 16,-2-1-1-16,-3 1 0 15,-2 2 0-15,2 1 0 16,2 0 0-16,0 0 0 16,6 2 0-16,2-3 1 0,1 2-2 15,4-1 2-15,5-2-1 16,5 1 0-16,2-1 0 15,6-1 0-15,1 1 0 16,5 1-1-16,-1 0 0 16,5 2-4-16,1 2 4 0,3 1-1 15,0 0 1-15,1 1 1 16,3 1 0-16,1 0 0 16,0 1 0-16,0-3 0 15,0 1-1-15,0-3 1 16,2 2-1-16,1-1 1 0,2 0-1 15,-1 2 0-15,-2-2 0 16,3 4 1-16,-1-1 0 16,-1 0 0-16,1 0 0 15,0-1 0-15,1 1 0 16,-3 2 0-16,1-1-1 16,-1 2-2-16,0 1 2 0,2 0 0 15,3 1 1-15,3 0 1 16,7 1 0-16,6-3 2 15,12 3 0-15,7-6-3 16,10-4-36-16,6-7-45 0</inkml:trace>
  <inkml:trace contextRef="#ctx0" brushRef="#br0" timeOffset="32145.25">4515 7959 11 0,'1'0'4'0,"0"1"1"0,0-1 9 0,-1 0-4 0,0 0 7 16,0 0-4-16,0 0 0 15,0 0-5-15,0 0-4 16,0 0-4-16,0 0 0 15,1 0 0-15,2 0 0 16,-1 0 3-16,5 0 5 0,4-4 10 16,4-6-1-16,8-4-3 15,6-5-3-15,11-2-6 16,7-3-2-16,12-2-1 16,6-2 0-16,10-1-1 15,3 0-6-15,1-3-66 0</inkml:trace>
  <inkml:trace contextRef="#ctx0" brushRef="#br0" timeOffset="34138.56">4801 8585 51 0,'0'0'15'0,"0"0"-11"0,0 0 8 0,0 0-10 16,0 0 0-16,0 0 0 15,0 0-2-15,0 0 1 16,0 0 2-16,0 0-1 0,0 0-2 16,0 0 0-16,29 3 1 15,-20 1-1-15,3-1 1 16,-2 1-1-16,3-2 1 15,2 0-1-15,-1-1 0 16,5-1 2-16,-1 0-2 0,0 0 0 16,2 0 0-16,0 0 0 15,2 0 0-15,1-3 1 16,-1 1 1-16,2 0-1 16,3 0 0-16,0-1 1 15,0 3-1-15,2-3 0 16,0 3-1-16,-2 0 0 0,2-1 1 15,-2 1-2-15,2 0 1 16,0 0 1-16,7 0-1 16,-3 0 0-16,3 0-1 15,0 0 1-15,2 0 0 16,2 0 1-16,0 0-1 0,2 0 0 16,1 0 0-16,-2 0 3 15,1 0 1-15,1 0 1 16,-3 0-2-16,0 0-1 15,0 0-1-15,0 0 1 16,0 0-1-16,5 0-1 0,-2 0 2 16,6 0-1-16,2-2 0 15,-1 0 0-15,3-1-1 16,-2 0 0-16,3 0 1 16,0 0-1-16,0 3 0 15,1-3 0-15,3 3 0 0,-2-4 0 16,-2 1 0-16,2-1 0 15,-3 0 0-15,1 1 2 16,-2-1 0-16,-2 0 3 16,2 1-1-16,-4 1-2 15,0-1-1-15,0 3 0 0,2-1 0 16,-1 0 0-16,1 0-1 16,-1 0 2-16,-2 1-2 15,0 0 1-15,2 0-1 16,-4 0 0-16,4 0 0 15,-2 0 0-15,4 0-1 0,-3 0 1 16,2 0 0-16,2 2 1 16,2 0-1-16,-1 1 1 15,1 1-1-15,-1-4 1 16,1 2-2-16,-2-1 2 16,1-1-1-16,-1 0 0 15,4 0 0-15,-3 0 0 0,3 0 0 16,0 0 0-16,2 0 0 15,-4 0 0-15,1-1 0 16,1-1 1-16,-2 0-1 16,0 0 1-16,-1-1-1 15,-2 0 0-15,3 1 1 16,0-2-1-16,2 0 2 0,2 1-2 16,2-2 0-16,-2 2 0 15,5-1 0-15,-2 1 1 16,1-1-1-16,1 1 0 15,-1 1 0-15,1 0 0 0,1 2 0 16,1 0 0-16,0 0 0 16,2 0 0-16,2 0 0 15,-1 0 0-15,1-1 1 16,1 1-2-16,-3-2 2 16,0 2-2-16,1-1 1 15,-3 1-1-15,3 0-3 0,1 0-2 16,-2 0 0-16,2 0-8 15,3 0 12-15,-1 0 3 16,0 0-1-16,0 0 0 16,2 0 0-16,0 0 1 0,1-2 0 15,4-1 0-15,-2 0 0 16,3-1-1-16,2 3 0 16,1-3 0-16,0 2 0 15,-3-4 0-15,-1 2 0 16,1-2 1-16,2-1-1 0,1 0 1 15,1 2 0-15,3-1-1 16,1-1-1-16,-2 2 2 16,-2 0-1-16,-3-1 0 15,-1 0 1-15,-1-1-1 16,-2 3 0-16,1-3 6 16,0 1 6-16,0 0-5 15,-2 0 1-15,-1-2 1 0,0 1-2 16,-3 0-3-16,-2 0 0 15,1-1-1-15,-3 2-1 16,-4-1-1-16,-1 0 0 0,-6 1 1 16,-5 0-2-16,-4 3 0 15,-9-1 0-15,-4 1 1 16,-3 1-1-16,-6 1 0 16,-3 1 0-16,-6 0-19 15,-2 0-49-15</inkml:trace>
  <inkml:trace contextRef="#ctx0" brushRef="#br0" timeOffset="37957.32">6395 8669 33 0,'-12'0'4'0,"2"-4"13"16,0 1 3-16,-3 1-11 15,0 2-3-15,-5 0-3 0,0 0 0 16,-2 0-2-16,-1 0 0 16,-1 3 1-16,0 1-2 15,-1 1 0-15,-1-1 0 16,2 3 0-16,-1-1 0 16,1 0 0-16,4 2 0 0,-4 0 1 15,3 3-1-15,2 1 1 16,1 2-1-16,-1 2 0 15,1 0 1-15,0 1-1 16,0 0-2-16,1 0 1 0,-3 1-3 16,3 2 0-16,-3 0 2 15,1-1 2-15,0 3 0 16,-1-1-7-16,2 2 11 16,0 1-3-16,3 2-1 15,0-1 0-15,4 0 1 0,0 0-1 16,2-2 0-16,2 1 0 15,1-1 0-15,2-3 0 16,2 1 0-16,0-2 0 16,0 0 0-16,0 1 0 15,2 0 0-15,2 0 0 16,2 1 1-16,0 1-1 0,0-1 0 16,1 3 0-16,-1 0 0 15,2-1 0-15,-1 1 0 16,1-3 1-16,2 1 0 15,-2-1 0-15,3-3 1 16,1 2-1-16,-1-2 0 0,2 1 2 16,1 1-3-16,1 0 1 15,1-1-1-15,1-1 1 16,4 2 0-16,0-2-1 16,2-1 1-16,2 0 2 15,0 0-3-15,2 0 1 0,2-3-1 16,0-1 1-16,2 0-1 15,0 0 0-15,3-2 0 16,-1-2 1-16,1 2-1 16,1-2 0-16,-3 1 1 15,1-2-1-15,-1 0 0 16,2 0 0-16,1-3 0 0,1 0 1 16,-1-3-1-16,4-1 1 15,2-1 1-15,0 0 1 16,-1 0 0-16,3-5-1 15,-2-2 0-15,2 0 0 0,0-3-1 16,0 0 0-16,-1-2-1 16,1 0 1-16,-5-1-1 15,0-2 1-15,0-4 1 16,0 2-1-16,-5-3-1 16,1-2 1-16,-3-1 0 0,-2-1-1 15,-2-2 1-15,-2 2 2 16,-1 0 3-16,-2-2-1 15,1 2-1-15,-6-3-1 16,-1 0-1-16,-3 0 0 16,-3-3 2-16,-1-1-3 15,-5 1 5-15,-2-2 1 0,1 0 2 16,-1 0 1-16,0-1-6 16,0 0 0-16,-2-1 0 15,0 0-1-15,0 0 0 16,0-1 0-16,-7 1 2 15,-3-1-2-15,1 0 1 0,-5 1-1 16,-1 1 0-16,-1 1-1 16,-1 2-1-16,-2-1-1 15,1-2 1-15,-2 0 0 16,-4-2-2-16,1-1 3 0,-4 0-2 16,-2 1 2-16,-4 3 0 15,1 3 0-15,-8 2-1 16,0 4-1-16,-5 5 0 15,-3 2 1-15,-4 7 0 16,-6 5-5-16,-3 4-22 16,-8 0-48-16,-9 0-54 0</inkml:trace>
  <inkml:trace contextRef="#ctx0" brushRef="#br0" timeOffset="40576.66">3426 8778 38 0,'-6'-4'2'0,"-3"1"5"0,-2 2-4 0,-3 1-2 15,1 0 0-15,-1 0 0 16,-1 0 0-16,1 0 1 0,-1 0-1 15,1 0 0-15,-1 1-1 16,-1 3 0-16,-3 1 0 16,0 0-1-16,-2 4 3 15,2-2 6-15,-5 0 0 16,3 0-1-16,1-1-2 0,0 0-1 16,2 1-1-16,1 1 0 15,2-4-1-15,2 3-1 16,0 1 0-16,-1 0 0 15,-1 2-1-15,-1 1 0 16,1 1 0-16,-1-1 1 16,1 1-1-16,1 0 0 0,1-2 1 15,3 0-2-15,1 0 2 16,3-1-2-16,2 2 1 16,0-2 0-16,1 0 0 15,-4 3 0-15,2 2 0 0,-1-3 0 16,-1 3 0-16,-2 1 0 15,2-1 1-15,-1-1-1 16,1-1 0-16,1 0-1 16,0-2 2-16,2 0-2 15,2 0 1-15,0 1 0 16,0 0 0-16,-1-2 0 0,1 3 0 16,0 0 1-16,0 0-1 15,0 0 0-15,2 0 0 16,0 0 0-16,0 1 0 15,0 0 0-15,0-2 0 16,2 2 0-16,0 0 0 0,2 0 0 16,1 0 0-16,-1-1 0 15,0 2 0-15,2-1 0 16,-2 1 0-16,1-1 0 16,1 1 0-16,-2-1 0 15,3 0 0-15,-2 0 0 0,-1-2 0 16,3 0 0-16,-3-2 0 15,3 2-1-15,2-3 0 16,-2 0 1-16,2-1 0 16,3 0 0-16,0-2 1 15,1 2 0-15,1 1-1 0,-1-3 0 16,3 0 0-16,-3 2 2 16,1-1-2-16,1-2 0 15,-4 0 0-15,3 0-2 16,-3 1 1-16,1-1 2 15,-4 0 1-15,3 1-1 0,-1 0-1 16,1 0 0-16,-3-1 0 16,4 2 1-16,-1-1-1 15,0 1 0-15,1 0 0 16,0-1 0-16,0 2 0 16,3-1 0-16,-2 0 0 0,1-1 0 15,-1 2 0-15,1-2 0 16,0-1 0-16,1 3 0 15,-2-3 0-15,0 0 0 16,1-1 0-16,-5 0 0 16,3 0 1-16,-1 1-1 15,-2-1 0-15,4 1 0 0,-2-1 1 16,0 2-1-16,3-3 0 16,-3 1 0-16,3-1 0 15,-1 1-1-15,0-2 2 16,0-1-1-16,0 1 0 15,2-1 1-15,0 0-1 0,1 0 1 16,-1 0-1-16,1 0 0 16,1 0 0-16,-1 0 0 15,2 0 0-15,2 0 1 16,1 0-1-16,-2 0 0 16,4 0 0-16,-2 0 0 0,1-1 0 15,-3-1 0-15,0-2 0 16,0 2 0-16,-3 0 1 15,3-1 0-15,-2 3 1 16,3 0-2-16,-2 0 2 16,2 0-2-16,1 0 0 15,0 0 0-15,2 0 0 0,0 0 0 16,3 0 1-16,-4 0-1 16,1 0 0-16,1 0 0 15,-1 0 0-15,-3 0 0 16,2-1 0-16,-1-1 1 0,0-2-1 15,-2 1 0-15,-1-1 1 16,-1 0 0-16,-1 1 0 16,-1-1-1-16,0-1 1 15,2 1-1-15,-1-3 1 16,3-1 0-16,0-2 0 16,3 0 0-16,-2-2-1 0,0-1 0 15,3-2 1-15,-4 3-1 16,-2-5 0-16,0 3 2 15,-1 0-2-15,-1-2 1 16,-1-1 0-16,-1-1-1 0,-1-2 1 16,-2 2 3-16,1-3-1 15,-1-1 4-15,-3 1-4 16,1-2 2-16,-1 0-4 16,0 0 1-16,-3-1-1 15,-3 2 0-15,0 0 2 0,0 1-3 16,-1 0 1-16,0 1 0 15,0 1-1-15,-3 1 1 16,-3-1-1-16,-4 1-2 16,-1 1 2-16,1-2 1 15,-4 1 4-15,1-2-4 0,-1 2 0 16,-2-2-1-16,1 1 0 16,-1-1 1-16,-2 1-2 15,3 0 2-15,-5 1-2 16,1-1 2-16,0 1 0 15,0 1-1-15,0 1 0 16,-2-1 6-16,1 4 0 0,-1 0-1 16,-2-2 2-16,0 3-4 15,-2-2 2-15,-2 1-4 16,-2-2 2-16,-4-1 0 16,-1 2 1-16,-5-2 2 15,-1 1 0-15,-4 0-2 0,-2 1-1 16,-4 4-2-16,-4 3-2 15,-6 6 1-15,-7 1 0 16,-11 14-2-16,-9 6-42 16,-18 4-54-16</inkml:trace>
  <inkml:trace contextRef="#ctx0" brushRef="#br0" timeOffset="42592.25">4942 10601 53 0,'0'0'5'0,"0"0"1"0,0 0 3 0,0 0-5 0,0 0-2 15,0 0 4-15,0 0 5 16,0 0-8-16,0 0-7 15,0 0 4-15,-18 2 2 16,22 1-2-16,5 1 0 16,-1-1 2-16,4 4-2 0,4 1 0 15,4-3-2-15,3 3-1 16,8 0-1-16,5-3 2 16,7-2 2-16,5 0 6 15,4-3 0-15,6 0 4 0,5 0 1 16,2-6-3-16,8-1 1 15,1-1-3-15,4-1-1 16,5 2-3-16,2 0-1 16,1 1-1-16,2-2-1 15,-3-4-37-15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37:48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7537 7598 40 0,'2'-1'18'0,"-2"-2"5"0,0 1-17 0,0 1-4 0,0 1-2 15,0 0 1-15,2 0 0 16,-2 0 0-16,3 0-2 16,3 0 1-16,0 0 0 15,2 0-13-15</inkml:trace>
  <inkml:trace contextRef="#ctx0" brushRef="#br0" timeOffset="342.66">7993 7554 94 0,'0'0'2'16,"0"0"-1"-16,0 0 1 15,0 0-2-15,0 0 0 16,0 0 0-16,0 0 0 16,0 0 0-16,0 0 0 0,27-10-5 15,-23 10-19-15,-1 0-46 16</inkml:trace>
  <inkml:trace contextRef="#ctx0" brushRef="#br0" timeOffset="663.53">8694 7453 61 0,'0'0'1'0,"0"0"-5"16,0 0 3-16,0 0-12 15,0 0-9-15,0 0 10 0,0 0 6 16,0 0 5-16,43 7 0 15,-38-7 1-15</inkml:trace>
  <inkml:trace contextRef="#ctx0" brushRef="#br0" timeOffset="4560.72">16212 7795 11 0,'4'0'4'0,"0"0"12"0,-1 0-1 0,1 0-4 0,0 0-2 15,0 0-5-15,0 2-2 16,2-1 0-16,-1 2 2 16,-1-2 3-16,2 1-2 0,-2 2 2 15,-1-1-4-15,1 1 0 16,1 1-2-16,0 0 3 15,1 1-2-15,1 1-1 16,1-1 0-16,0-1 0 16,1 2 0-16,1-1 1 15,0 1-1-15,1-2 3 0,0 0-1 16,2 2-1-16,-2-1-1 16,-2-2 0-16,0 0-1 15,0 0 1-15,-4 0-1 16,0 0 0-16,1-1 1 0,-1-1 1 15,-2 1 0-15,0-3-4 16,-1 2-18-16,-2-2-29 16</inkml:trace>
  <inkml:trace contextRef="#ctx0" brushRef="#br0" timeOffset="5307.57">16385 7742 10 0,'0'0'14'0,"0"0"3"0,0 0 3 16,0 0-4-16,0 0-3 15,0 0 0-15,0 0-1 0,0 0-5 16,0 0-4-16,0 0 0 15,0 0-1-15,-8-2 3 16,8 2-2-16,0 0-2 16,-1 0 0-16,1 0 0 15,-1 0-1-15,0 0 0 0,1 0-1 16,-2 4 2-16,0 3-1 16,-2 1 0-16,-1 1-1 15,2 1 2-15,-2 4 0 16,0-4 2-16,0 2-1 15,-1-1 0-15,1 2 1 0,0-2 0 16,-1 1 1-16,1-1-3 16,-1-1 1-16,1 3-2 15,0-5 1-15,-3 2 1 16,3 1-2-16,-3-3 0 16,3 0 1-16,-1-1 0 15,2-1 2-15,2 1-2 0,-3 0 2 16,3 0 0-16,-1 0 2 15,2 0 0-15,0-1-6 16,0-3-36-16,1-3-37 16</inkml:trace>
  <inkml:trace contextRef="#ctx0" brushRef="#br0" timeOffset="6276.62">17340 7790 73 0,'1'-2'11'0,"-1"-1"4"0,0 2-7 0,0 0 2 15,0-1 3-15,0 2 3 16,0-1-2-16,0 1-3 0,1 0-8 16,1 0-4-16,2 0 0 15,2 0 1-15,2 1 0 16,0 3 0-16,4 3 0 16,1-4 1-16,2 4-2 15,1-1 1-15,3 0 1 0,-4 0-1 16,1-1-1-16,0 2 2 15,-2-1 0-15,-1-2-1 16,-1 2 1-16,0-2-1 16,-3 0 0-16,-3-1 0 15,0 1 1-15,0-2-1 0,-2 2 1 16,-1-3-1-16,-1 1 0 16,0 0 1-16,-2-1-3 15,0 1-8-15,0 0-11 16,0-2-22-16,0 0-46 15</inkml:trace>
  <inkml:trace contextRef="#ctx0" brushRef="#br0" timeOffset="6723.53">17546 7736 77 0,'0'0'7'0,"0"0"3"0,0 0 2 0,0 0-4 16,0 0 4-16,0 0 3 15,0 0-3-15,0 0-2 0,0 0-7 16,0 0-4-16,-2-16-5 16,2 16 1-16,-1 4 4 15,-1 1 1-15,-5 2 2 16,2 1-2-16,-4 2 5 16,1-1 0-16,-4 2 2 0,1-2-2 15,-1 3 0-15,0 0 1 16,-1 0 2-16,0 1-3 15,1 1-1-15,-1 1-1 16,1 1 0-16,-1 2-1 16,1-1 1-16,1 3 0 0,1 0 2 15,0-1-4-15,-1-2-42 16,-1-8-66-16</inkml:trace>
  <inkml:trace contextRef="#ctx0" brushRef="#br0" timeOffset="7642.15">15702 8329 41 0,'0'0'8'0,"0"0"1"0,0 0-4 16,0 0-2-16,0 0-2 0,0 0 1 15,0 0-1-15,0 0 3 16,0 0 7-16,0 0 3 16,0 0-7-16,0 0-2 15,-7-15 0-15,7 13 2 16,0 2-1-16,-2-1 3 15,2 1-1-15,0 0 3 16,0 0-8-16,0 0-5 0,0 0 3 16,0 0 0-16,2 4-2 15,2 2 1-15,-3 0-1 16,2 1 0-16,2-2-1 16,-3 2 1-16,3-1 1 15,1 1 0-15,2 0 3 0,0-1-2 16,2 3 1-16,3-1 0 15,-2-1 1-15,1 1-2 16,0 1 1-16,-3-2 0 16,-1-1-1-16,0-2-1 15,-2 2 1-15,1-2-1 0,-2-1 2 16,1 1 1-16,1-1 0 16,-2-1 1-16,1 0-3 15,-4 0-21-15,-2-2-21 16,0 0-49-16</inkml:trace>
  <inkml:trace contextRef="#ctx0" brushRef="#br0" timeOffset="8041.91">15908 8258 66 0,'0'0'10'0,"0"0"-2"0,0 0-6 0,0 0-1 16,0 0 1-16,0 0 3 15,-40 10 1-15,30-1 4 16,-1 4-4-16,-3 1 4 0,-2 7-4 16,0 0-4-16,0 5 2 15,-1 1 0-15,-5 4 0 16,2 5 0-16,-4 4-1 15,-1-1-24-15,-1-2-85 16</inkml:trace>
  <inkml:trace contextRef="#ctx0" brushRef="#br0" timeOffset="8924.59">15691 9481 70 0,'0'0'20'0,"0"0"1"0,0 0-5 0,0 0-4 16,0 0-1-16,0 0-7 16,0 0-3-16,0 0-3 15,0 0-1-15,0 0 1 16,0 0 1-16,0 0 1 0,13 13 0 15,-7-2 0-15,1-4 1 16,4 2 0-16,0-2-1 16,1 2 2-16,-3-4 1 15,1 2 3-15,2 0-5 16,-3-1-1-16,0 0 0 16,-1 0 1-16,1-1-1 0,-1 2 0 15,0 0 1-15,-2-1 1 16,0 1-4-16,-2-1-11 15,-2-2-11-15,-2-1-14 16,0-2-44-16</inkml:trace>
  <inkml:trace contextRef="#ctx0" brushRef="#br0" timeOffset="9194.34">15838 9487 119 0,'0'0'15'16,"0"0"18"-16,0 0-7 0,0 0-14 16,0 0-9-16,0 0-7 15,0 0 0-15,-40 18 2 16,26-1 2-16,-2 3 0 15,1 3 0-15,-1 1 1 16,0-1 2-16,3-2-18 0,0-4-44 16,7-7-69-16</inkml:trace>
  <inkml:trace contextRef="#ctx0" brushRef="#br0" timeOffset="10526.81">16897 8325 47 0,'-2'0'26'0,"0"0"-16"0,2 0-1 0,-3 0 0 15,2 0 3-15,1-3-1 16,0 3 3-16,0-1 1 16,-2 1-2-16,2 0-2 15,0 0-10-15,0 0-5 0,-1 1 0 16,1 6 2-16,0 0 2 15,0 3 0-15,0 2 0 16,9 0 2-16,-2 1-1 16,3-1-1-16,2 0 1 15,1 0 0-15,1-2 2 0,-1 0-1 16,0-2-1-16,-1-1 2 16,-2-1-2-16,-1 1 2 15,1-3-1-15,-6 1-8 16,-1-4-34-16,-2 1-13 15</inkml:trace>
  <inkml:trace contextRef="#ctx0" brushRef="#br0" timeOffset="10938.48">17035 8332 48 0,'0'0'4'0,"0"0"10"0,0 0 3 16,0 0-9-16,0 0 7 0,0 0-2 15,0 0-7-15,-42 10-6 16,20 10-1-16,-5 5 4 15,-5 10-2-15,-5 7 3 16,-1 8-1-16,-2 3 1 16,2-1-46-16</inkml:trace>
  <inkml:trace contextRef="#ctx0" brushRef="#br0" timeOffset="11672.78">17946 8319 45 0,'0'0'2'0,"0"0"-2"0,0 0 1 15,0 0-1-15,0 0 0 0,0 0 1 16,0 0 3-16,0 0 9 15,0 0-5-15,0 0 1 16,0 0-2-16,0 33 2 16,8-22-4-16,1-2 5 15,3 2-3-15,0 1-2 0,4 0 2 16,0 1-2-16,2-3-1 16,-3 0-1-16,0 0 0 15,-2-1-1-15,-2-4-1 16,-4 2 1-16,-1-4-1 15,-4 0-1-15,-2-1-19 0,0-2-20 16</inkml:trace>
  <inkml:trace contextRef="#ctx0" brushRef="#br0" timeOffset="11899.77">18077 8304 180 0,'0'0'-10'0,"0"0"27"15,0 0 4-15,0 0-20 16,0 0-7-16,-48 14 4 16,30 6 1-16,-5 6 2 15,0 5 0-15,-3 4-14 16,-7-1-35-16,2-4-49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38:53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17159 11133 96 0,'0'0'64'0,"0"0"-61"0,0 0-1 0,0 0-2 16,0 0-5-16,0 0-9 15,0 0 7-15,-39 3 7 16,35-2 1-16,0 3-1 15,2-1 0-15,0 2 1 0,1 0 2 16,1 5-1-16,0-1 1 16,0 2 0-16,7 1-1 15,3 0 4-15,4 3 1 16,2-1 0-16,2-1-2 16,-1-1 1-16,4 1-2 15,2-2 9-15,0-1 3 0,3-1 0 16,2 0-7-16,2-3-3 15,0 2-3-15,2-3-2 16,-3 2 0-16,1-1 0 16,-1-2 0-16,-2 2 0 15,-3-2-1-15,-6 3 1 0,0-1-2 16,-9 0-16-16,-6-3-60 16,-3-2-76-16</inkml:trace>
  <inkml:trace contextRef="#ctx0" brushRef="#br0" timeOffset="206.1">17520 11279 198 0,'0'0'91'16,"0"0"-89"-16,0 0-3 16,51-21 1-16,-32 18 0 0,3 3 0 15,-2 0 0-15,0 0-1 16,-3 13 0-16,-3 1 1 15,-1 3-2-15,-5 4 1 16,-4 2-9-16,-4 3-27 16,-2-4-38-16,-9-2-21 0</inkml:trace>
  <inkml:trace contextRef="#ctx0" brushRef="#br0" timeOffset="655.08">18517 11090 72 0,'0'0'-3'16,"0"0"7"-16,0 0 11 0,0 0 22 16,0 0 10-16,0 0-9 15,0 0-16-15,-15-39-1 16,6 36-10-16,-4 3-10 16,0 0-1-16,-3 0-1 15,0 5 1-15,-4 7 0 16,-1 2 0-16,1 3-7 0,0 1 14 15,3 4-6-15,-1-1 0 16,7 2 0-16,3-3 1 16,6-2 0-16,2-1-1 15,0-1-1-15,5-3 2 16,7-2 1-16,1-4-1 0,7 0 2 16,5-2-2-16,4-3 2 15,7-2-2-15,1 0-15 16,0 0-73-16</inkml:trace>
  <inkml:trace contextRef="#ctx0" brushRef="#br0" timeOffset="1003.98">18768 11175 265 0,'0'0'5'15,"0"0"-4"-15,0 0-3 0,0 0 2 16,-43 29-1-16,32-15 0 15,0-1 2-15,6 2 1 16,1-3-2-16,4-1 0 16,0-4-3-16,4-1 3 15,8-2 2-15,3-3-2 0,3-1 3 16,7-1 2-16,-1-7-3 16,-1-2 0-16,-1-3-2 15,-4 2 2-15,-2 0-1 16,-7 1 1-16,-4 1 6 15,-4-1 2-15,-1 2 4 16,-2-1-6-16,-10 2-9 0,-4 1 0 16,-2 3 1-16,-1 1-1 15,-3 2 2-15,4 0-2 16,-1 5-1-16,3 4-28 16,2-1-47-16,5-3-102 15</inkml:trace>
  <inkml:trace contextRef="#ctx0" brushRef="#br0" timeOffset="1473.92">18971 11137 297 0,'0'0'-2'0,"0"0"2"15,0 0 2-15,0 0-2 16,38-20 0-16,-31 20-3 15,-2 0 2-15,1 6 0 0,-1 3 0 16,3 2 0-16,-2 0 1 16,2 4 1-16,-3-1-2 15,3-3 2-15,-1 2-1 16,2-3 1-16,-4-3 0 16,3-3-1-16,-3 1 0 0,2-3 1 15,-5-2-1-15,2 0 1 16,0 0 1-16,1-4-2 15,0-5 2-15,1-2-2 16,3-2 0-16,1-1 0 16,2 1-2-16,2-1-2 0,-1 1 2 15,1 2 1-15,-1 1 1 16,3 3 0-16,-3-1 0 16,2 4 1-16,1 3-1 15,1 1 1-15,-2 0-1 16,3 0 0-16,-1 7 0 0,0 2 0 15,-4 2 0-15,1 1 0 16,-4 0 0-16,-4 2 0 16,-1 1-6-16,-5-2-26 15,0-2-36-15,0-4-39 16</inkml:trace>
  <inkml:trace contextRef="#ctx0" brushRef="#br0" timeOffset="1794.02">19510 11114 192 0,'0'0'12'0,"0"0"-1"0,0 0 2 0,0 0-9 16,0 0-4-16,40 0 2 15,-32 9-2-15,3 2 0 0,1 2 1 16,2 0 0-16,1-2 0 15,-1-1 0-15,1-3 0 16,-1-2 0-16,-1-4 1 16,-1-1 5-16,-1 0 6 15,0 0-3-15,-2-7 2 16,-1-4 2-16,-1-1 1 0,0-3-4 16,-3-1-5-16,3 0-6 15,-4-1 1-15,2 5-2 16,1 0-27-16,-2 3-21 15,-1 2-57-15</inkml:trace>
  <inkml:trace contextRef="#ctx0" brushRef="#br0" timeOffset="2136.35">19916 11078 148 0,'0'0'31'0,"0"0"-30"16,0 0-2-16,0 0-1 15,0 0-4-15,0 0 8 16,7 36 3-16,-11-25-3 16,1-2 2-16,2 1 2 15,1-1 4-15,0-2-5 0,6-1 0 16,1-1-2-16,5-3 0 16,1-2-1-16,3 0-1 15,0 0 1-15,1-3-1 16,-2-6 0-16,-1-1 2 15,-5-1 6-15,-3-3 5 0,-6 2 2 16,0 0-4-16,-2 2-7 16,-11 1-6-16,-6 5 0 15,-1 3 0-15,-1 1 0 16,0 0 0-16,1 3-2 16,5 2-17-16,3 1-50 15,7-6-91-15</inkml:trace>
  <inkml:trace contextRef="#ctx0" brushRef="#br0" timeOffset="2505.96">20142 10789 161 0,'0'0'44'0,"0"0"-36"0,0 0 11 0,0 0-12 16,0 0-9-16,0 0 2 0,0 0-1 15,0 0 2-15,-9 57-1 16,9-29 3-16,1 2 1 15,5 3 1-15,-2-2 1 16,3 0 0-16,1-5-3 16,0-2-3-16,-1-2 1 0,4-3 1 15,-2-3-2-15,0-1-1 16,1-3-14-16,2-1-31 16,-1-5-26-16,1-5-12 15</inkml:trace>
  <inkml:trace contextRef="#ctx0" brushRef="#br0" timeOffset="2841.19">20340 11066 34 0,'0'0'116'0,"0"0"-63"15,0 0-6-15,0 0-29 16,0 0-16-16,0 0-5 16,0 0 3-16,0 0 0 0,2 16 1 15,-2-5 0-15,0-1-1 16,1-1 1-16,2-1 0 15,1-2-1-15,1-3 0 16,4-2 1-16,0-1 1 0,2 0 0 16,2-7 0-16,1-4-1 15,-3-2 0-15,1 2-1 16,-2-1 1-16,-1 5-1 16,-5 0 0-16,-1 3 3 15,2 4 6-15,-3 0-8 16,2 0-1-16,1 0-1 0,1 8 0 15,1 2 1-15,2 0-4 16,-2 0-8-16,2-2-9 16,2-2-7-16,-2-2-21 15,1-4-18-15</inkml:trace>
  <inkml:trace contextRef="#ctx0" brushRef="#br0" timeOffset="3103.93">20663 10812 251 0,'0'0'-33'16,"0"0"23"-16,0 0 10 16,0 0 0-16,9 53-2 15,-4-28 4-15,0 2-2 0,0 0 1 16,3 0 1-16,2-1-1 15,-4-4 0-15,2-2 0 16,-3-4 0-16,-2-2-1 16,-1-1 1-16,-2-3-2 15,0-3-22-15,0-2-41 0,-5-3-8 16</inkml:trace>
  <inkml:trace contextRef="#ctx0" brushRef="#br0" timeOffset="3339.51">20626 11035 132 0,'0'0'15'0,"0"0"37"16,0 0-24-16,0 0-11 15,0 0-3-15,0 0 0 16,0 0-8-16,37-14-4 16,-14 14 0-16,4 0 0 15,0 0-1-15,-2 0-1 0,-1 3 0 16,-4 4 0-16,-5 1 0 15,-1 2 1-15,-5-1-1 16,-1 2 2-16,-6-1-2 16,0 1-16-16,-2-4-34 15,0-1-40-15</inkml:trace>
  <inkml:trace contextRef="#ctx0" brushRef="#br0" timeOffset="3482.44">20804 10944 183 0,'0'0'64'0,"0"0"-56"16,0 0-7-16,0 0-9 15,0 0-55-15,0 0 0 16,0 0-23-16</inkml:trace>
  <inkml:trace contextRef="#ctx0" brushRef="#br0" timeOffset="3879.96">21144 11025 182 0,'0'0'-4'16,"0"0"4"-16,0 0-1 16,0 0-9-16,-49-2-6 15,30 2 14-15,-2 5 2 16,2 2 1-16,0 1-2 15,5 2 4-15,2-1-1 0,3 4-1 16,3-2 2-16,3 0-1 16,3-2-1-16,0-3-2 15,3-1 1-15,9-3 7 16,2-2 12-16,5 0 3 16,1 0-11-16,4-5-5 0,-3-2-4 15,2-1-1-15,-2 1-1 16,-3-3 1-16,-5 0-1 15,-4-1 2-15,-4 1 6 16,-5-2 7-16,0 2-3 0,-7 2-6 16,-8 1-2-16,-4 4-5 15,-4 3 0-15,-3 0 2 16,0 4-7-16,3 4-24 16,3 0-31-16,5-2-23 15</inkml:trace>
  <inkml:trace contextRef="#ctx0" brushRef="#br0" timeOffset="4328.96">21215 11008 183 0,'0'0'-3'0,"0"0"8"15,0 0-2-15,0 0-1 16,37-19-2-16,-30 19 1 15,0 0 3-15,-1 0 2 16,0 0 1-16,1 5 0 0,4 2 0 16,-6 3-3-16,5-2 1 15,-3 2-5-15,2 0 1 16,-3-3 1-16,1 0-2 16,-4-2 1-16,1-1 0 15,0-1-1-15,-4-2 0 0,0 0-2 16,0-1-1-16,0 0 3 15,0 0 10-15,0-1-6 16,-5-5-2-16,2-2-1 16,3-2 0-16,0-4-3 15,0-2 0-15,2 1 4 0,8-1-1 16,2 2 0-16,1 1-1 16,1 6 1-16,-1 3 2 15,3 4 0-15,2 0-1 16,2 5-1-16,1 11-1 15,2 5 0-15,-3 6 0 0,-1 7 0 16,-6 3-10-16,-11-1-64 16,-2-1-92-16</inkml:trace>
  <inkml:trace contextRef="#ctx0" brushRef="#br0" timeOffset="5517.31">17168 11843 54 0,'-4'3'7'0,"1"-2"-5"0,3 1-1 0,0 2-1 16,0-2 0-16,0 3-2 16,0-1 2-16,0 1 0 15,4 2 2-15,1 0 4 0,1 1 2 16,1 1 3-16,0 1 6 15,3 1-7-15,2 0-1 16,1 1 0-16,4 1 1 16,1-2 1-16,3 3 0 0,2 0 1 15,4 1-4-15,2-1-3 16,2-1 0-16,1-2-2 16,3 0 2-16,-1-2 2 15,1-2-1-15,0-1 2 16,3-3-1-16,-1-1-1 15,0-2 3-15,0 0-1 0,2 0-1 16,-2 0-4-16,-4 0-1 16,-2 0-2-16,-4 0 1 15,-5-2-1-15,-3 0 1 16,-6 1-1-16,-2-2-1 16,-4 1-3-16,-3 1-21 0,-4-3-21 15,0-2-20-15</inkml:trace>
  <inkml:trace contextRef="#ctx0" brushRef="#br0" timeOffset="5695.15">17931 11979 64 0,'0'0'122'0,"0"0"-120"0,48 0-1 0,-29 6 0 16,0 7-1-16,1 4 1 0,-4 4-4 15,-2 5 3-15,-2 2-4 16,-7 1-29-16,-4-4-19 16</inkml:trace>
  <inkml:trace contextRef="#ctx0" brushRef="#br0" timeOffset="6371.67">18935 11903 78 0,'0'0'10'15,"0"0"16"-15,0 0-4 16,0 0-8-16,18-39-3 15,-15 32-2-15,-3 3-3 0,0-1 0 16,0 0-1-16,0 4-2 16,-7-1-1-16,-3 2-2 15,-3 0-1-15,-4 0-1 16,0 8 3-16,-4 1 0 16,1 3-1-16,4-1-1 0,0 2 3 15,5 0-1-15,0-2-1 16,8 0 2-16,3-1 1 15,0 0-3-15,5-1 5 16,7-1 4-16,3-1 3 16,7 1-1-16,0-2-4 15,4 2-1-15,-2-3-3 0,3 2-1 16,-3 2-2-16,-3-2 1 16,-2 3-1-16,-5-3 1 15,-5 2-1-15,-3-1 0 16,-6 0-1-16,0 0 0 15,-7 2 0-15,-8-2 2 0,-5 2 0 16,-5 0 3-16,-2-1-3 16,1 0 1-16,1-1-2 15,2-3 1-15,5 1-1 16,5-4-5-16,5-2-37 16,3 0-61-16</inkml:trace>
  <inkml:trace contextRef="#ctx0" brushRef="#br0" timeOffset="6670.07">19206 11826 176 0,'0'0'2'0,"0"0"3"0,0 0-4 0,0 0-6 0,0 0 8 16,0 0 0-16,-9 50 2 16,7-29 3-16,1 3-4 15,1 2 0-15,0-4 0 16,0 1-2-16,3-3 1 16,4-3-1-16,-2 0 0 0,-1-3 0 15,2-1-1-15,-3 0-1 16,0-2 0-16,0-4-21 15,-3-4-50-15</inkml:trace>
  <inkml:trace contextRef="#ctx0" brushRef="#br0" timeOffset="7538.61">19070 12001 142 0,'0'0'87'0,"0"0"-79"0,0 0-3 15,0 0-4-15,0 0 0 16,0 0-1-16,0 0 0 15,47-10 0-15,-33 8 0 16,2 0 0-16,2 0 0 0,-1-1-1 16,2 0 0-16,-1-1 1 15,-1 1 6-15,0 2-1 16,0-2-1-16,-3 3-2 16,2 0 1-16,-5 0-3 15,1 0 0-15,-1 3 2 0,0 1-2 16,2 6 0-16,-4-3 0 15,1 2 0-15,1 1 0 16,-1 1 0-16,-1-1 0 16,-3 0 1-16,1-1-1 15,-2-1 0-15,-3-2 0 0,-1-1-1 16,-1 1 1-16,0-3 0 16,0 0 0-16,0-2-2 15,0 2 5-15,-3-2 0 16,-1 1-2-16,0-2 2 15,2 0 0-15,0 0 2 0,2 0 0 16,0-4 3-16,0-4-6 16,0 0 4-16,0-1-3 15,0-2-2-15,0 1-1 16,2 0-1-16,2-3 1 16,2 2-2-16,1 2-2 15,1-2 3-15,2 2 1 0,-1 1 0 16,2 1 0-16,2 1-3 15,0 1 3-15,2-1 1 16,0 3-2-16,1 3 1 16,0-3 0-16,3 2 0 15,-4 1 0-15,0 0 0 0,-1 0 0 16,-1 0 0-16,-1 0-1 16,-4 4 2-16,0-1-2 15,-3 4 0-15,-1 1 1 16,-2 0-1-16,0 0 1 0,-2 2-1 15,1-1 1-15,-1 1 1 16,2-2-1-16,0 2 1 16,0 0 0-16,2-3 1 15,-1 2-2-15,2-1 2 16,1 0-2-16,-2-2 0 0,3 0 0 16,2-2 1-16,3-2 0 15,0-1 1-15,2-1-5 16,-1 0-36-16,-2-6-71 15</inkml:trace>
  <inkml:trace contextRef="#ctx0" brushRef="#br0" timeOffset="7688.13">19727 11859 279 0,'0'0'-14'0,"0"0"23"0,0 0-4 0,0 0-6 15,0 0-21-15,0 0-38 16,0 0-34-16</inkml:trace>
  <inkml:trace contextRef="#ctx0" brushRef="#br0" timeOffset="8413.92">20080 11984 120 0,'0'0'-8'16,"0"0"11"-16,0 0 3 16,0 0-6-16,0 0 3 15,0 0 5-15,0 0 5 0,-47-23-6 16,29 22-6-16,5 1-1 15,-4 0-1-15,3 0 3 16,0 0-2-16,0 5 0 16,-1 4 0-16,2 2 0 15,0 0-1-15,5 2 1 0,0 0-1 16,6-2 1-16,2 0-1 16,0-2 1-16,1-2 2 15,8 1 2-15,2-3 0 16,5-1 2-16,-1-4 1 15,4 0-2-15,1 0 2 16,-2-2 3-16,4-7 0 16,-1-2-2-16,-2-3-5 0,0-1-1 15,-1-5-2-15,-2 0 2 16,-4-2-2-16,0-1 1 16,-4-4-4-16,-3 0-5 15,-4 1-17-15,-1 1-1 0,0 0-2 16,-6 0 10-16,-5 3 12 15,-2 2 7-15,0 0 2 16,0 4 1-16,1 1 2 16,3 4-3-16,-1 2-2 15,4 3 2-15,2 3 1 0,2 0-2 16,2 3-1-16,0 0-2 16,0 0 0-16,0 3 1 15,0 8 1-15,0 4-1 16,4 2 1-16,-1 1 0 15,2 4 0-15,-1-2 9 16,0 1 2-16,2-2 4 0,-1-1 0 16,1 0 5-16,-1 0-3 15,2 1-6-15,-1-1-5 16,1 1-5-16,-1 1-1 16,0-2 0-16,2 0 0 0,-2 0 0 15,2-3 0-15,-1-2-7 16,2-3-30-16,1-6-46 15</inkml:trace>
  <inkml:trace contextRef="#ctx0" brushRef="#br0" timeOffset="8883.67">20334 11952 146 0,'0'0'-16'0,"0"0"12"0,0 0 5 0,0 0-1 16,0 0 0-16,0 0 2 16,0 0 5-16,0 0 17 15,0 0 0-15,0 0-12 16,46-1-8-16,-35-6-1 0,3-1 0 16,-2-2 1-16,2-1 0 15,-3 0 3-15,-2 1-1 16,-1 0-1-16,-2 2 0 15,-5-1-4-15,-1 2 1 16,0 2-4-16,-1 0 1 16,-7 2 0-16,-1 2 0 0,-1 1-3 15,0 0 0-15,0 0 2 16,-3 8 1-16,0 2 1 16,0 2-1-16,-2 3 0 15,2 2 1-15,-1 1 0 16,4 0 0-16,4 2 0 0,-1-2 0 15,5 1 2-15,2-4 1 16,0 1 7-16,1-4-3 16,9-1 2-16,4 0-1 15,4-2 3-15,7-1-2 0,3-1-5 16,3-1-3-16,1-3 1 16,-5-2-31-16,-5-1-85 15</inkml:trace>
  <inkml:trace contextRef="#ctx0" brushRef="#br0" timeOffset="9667.37">17239 12343 120 0,'0'0'2'0,"0"0"-1"0,0 0-1 0,0 0 1 15,-23 44 0-15,21-30-1 16,1 1 1-16,1 2 2 0,0 2 2 15,1 1 3-15,8 2 1 16,5 2-1-16,1-1-2 16,5 2 0-16,3-1-2 15,5 0 4-15,2-1 7 16,4 1-1-16,2-3-1 0,3 2 2 16,2-3-3-1,2 1 0-15,2-2-4 16,1-1-2-16,3-1 0 0,3-5 2 15,1-1-2-15,-2-1-2 16,-1-3-2-16,1-3-1 16,-5-1 1-16,0-3-1 15,-4 0 0-15,0 0 0 0,-3 0 0 16,-3-3 0-16,-3 1-1 16,-2 0 0-16,-8 1 1 15,-5-1-3-15,-2 2-11 16,-6-1-18-16,-3-2-30 0,-2-1-39 15</inkml:trace>
  <inkml:trace contextRef="#ctx0" brushRef="#br0" timeOffset="9885.71">18315 12692 282 0,'0'0'-6'0,"0"0"5"0,0 0 2 0,37-9 0 16,-18 9-1-16,0 0 0 0,2 7 0 16,-1 8 0-16,-1 4 0 15,-3 5-1-15,-2 4 2 16,-3 3-1-16,-6 2-5 16,-3 0-23-16,-2-1-15 15,0-5-36-15</inkml:trace>
  <inkml:trace contextRef="#ctx0" brushRef="#br0" timeOffset="10308.11">19069 12715 122 0,'0'0'-5'0,"0"0"10"15,0 0 2-15,0 0-6 16,0 0 2-16,0 0 4 15,0 0 10-15,-13 47 12 16,13-26-2-16,1 3-6 16,6 2-5-16,1 0-4 15,3 1-5-15,-6-2-4 0,3-1 0 16,-3-1-2-16,2-3 0 16,-5-2 0-16,0-5-1 15,1 0 1-15,-3-2-1 16,1-4 0-16,-1-1-3 15,0-5-23-15,0-1-34 0,0-4-23 16</inkml:trace>
  <inkml:trace contextRef="#ctx0" brushRef="#br0" timeOffset="10620.96">19081 12732 165 0,'0'0'-7'0,"0"0"9"16,37-27 0-16,-22 23-2 16,4 1 1-16,-3 3 2 0,0 0 1 15,0 0 1-15,-2 10 2 16,-2 0-2-16,0 1-2 16,-4 2 0-16,-4 0 2 15,-2-2 3-15,-2-1 2 16,0 0 0-16,-1 0 4 0,-9-1-3 15,-3-2 2-15,-2 1-9 16,-1 1 0-16,-1-2-4 16,0 0 3-16,4 0-3 15,2-4 0-15,3 0-10 16,6-2-18-16,2-1-46 0,3 0-22 16</inkml:trace>
  <inkml:trace contextRef="#ctx0" brushRef="#br0" timeOffset="10998.14">19461 12746 235 0,'0'0'6'16,"0"0"-2"-16,0 0-4 16,0 0-2-16,0 0-2 15,0 0 7-15,0 0-4 16,0 0 3-16,-27 33 0 0,22-19 0 15,3 1-1-15,2-1-1 16,0 0 1-16,1-3-2 16,9-1 1-16,4-5 1 15,1-3 0-15,1-2 1 16,2 0-1-16,4 0 0 16,-4-5 0-16,-1-4 0 0,-1-1 0 15,-4-3 0-15,-4 0 2 16,-1-1 2-16,-4 0 5 15,-3 0-1-15,0 1 0 16,-9 4-4-16,-3 0-2 0,-2 2-3 16,-2 5-1-16,-1 2 2 15,-1 0-2-15,-1 3-3 16,3 8-24-16,2 1-15 16,0-1-43-16</inkml:trace>
  <inkml:trace contextRef="#ctx0" brushRef="#br0" timeOffset="11445.93">19806 12779 148 0,'0'0'6'0,"0"0"15"0,0 0 2 0,0 0-19 16,0 0-2-16,0 0-2 0,-46 28 1 16,31-18 0-16,2 2-1 15,2-1 2-15,5 2 1 16,1-4 0-16,4 2 0 16,1-1 1-16,1 0-2 15,8-2-1-15,4-1 2 0,2-1 1 16,3-3-1-16,4-2 0 15,-3-1 2-15,3 0 0 16,2-4-2-16,-2-5 3 16,1 0 5-16,-1-3-2 15,-5 1-2-15,-2-2-1 0,-5 0-2 16,-5-1 0-16,-5 1 0 16,0 0-1-16,-5 2-3 15,-8 3-1-15,-5 2 2 16,1 3-2-16,-4 3-1 15,1 0-4-15,2 5-11 0,-1 4-8 16,7-2-23-16,2-4-54 16</inkml:trace>
  <inkml:trace contextRef="#ctx0" brushRef="#br0" timeOffset="12079.97">20059 12397 59 0,'0'0'0'0,"0"0"3"0,0 0 4 0,0 0-5 0,0 0-1 16,0 0-1-16,0 0 1 15,0 0 2-15,30 44 9 16,-25-16 7-16,-3 1-5 16,2 1 6-16,-2-1 7 0,0-1-3 15,2 1-5-15,1-5-4 16,0 2-2-16,2-2-4 15,-1 0 0-15,3-2-2 16,-3-2-2-16,5-2 1 0,-1-2-2 16,-2-4 0-16,3-3-2 15,1-2 1-15,1-4-1 16,-1-3 2-16,3 0 3 16,-1-2-2-16,-1-5-2 15,3-3-2-15,-5-2 0 16,-1-3 0-16,0 1 0 0,-3-1-1 15,-2 3 2-15,-1 1-2 16,0 2 0-16,-4 2 1 16,0 6-1-16,0-1 0 15,0 2 0-15,0 0-5 16,0 5 4-16,0 3 2 0,2 3 0 16,0 2 0-16,4-1-1 15,2-1 0-15,3-1 2 16,0-2-2-16,2-2 0 15,2 0 0-15,0-5 0 16,2-1-4-16,-1 0-23 0,0-2-25 16,-4-10-39-16</inkml:trace>
  <inkml:trace contextRef="#ctx0" brushRef="#br0" timeOffset="12207.77">20424 12557 106 0,'0'0'129'0,"0"0"-119"0,0 0-6 0,0 0-9 16,0 0-80-16,0 0-29 15</inkml:trace>
  <inkml:trace contextRef="#ctx0" brushRef="#br0" timeOffset="12763.58">20525 12701 165 0,'0'0'2'0,"0"0"-7"16,0 0 5-16,0 0-7 16,0 0 4-16,0 0 3 15,0 0 3-15,-36-10 10 0,35 3 8 16,1-2-8-16,0 1-9 15,6 1-5-15,4 1-3 16,2 0-7-16,4 1 5 16,0 3 5-16,3 1 1 0,-3 1 2 15,2 0 1-15,4 1 5 16,-6 9-2-16,2 1-3 16,-3 4-2-16,1 2 1 15,-5 0-2-15,1-3 0 16,-4 2 1-16,-4-4-1 15,0-3 1-15,-2-4-1 16,1-1 1-16,-3-3-1 0,0-1-2 16,0 0 18-16,0 0-6 15,-6-6-8-15,2-2-2 16,-1-4 0-16,1-2-1 16,2-1-3-16,2 0 3 0,0 0-1 15,0-1 1-15,6 5 2 16,3 1 2-16,1 0 6 15,3 3-1-15,0 3 1 16,2 2-1-16,0 2-4 16,2 0 0-16,-1 0-4 15,3 7 1-15,-5 3-1 0,1 3 1 16,-2 1 0-16,-4 0-3 16,-2 2-16-16,-2-5-20 15,1-1-41-15</inkml:trace>
  <inkml:trace contextRef="#ctx0" brushRef="#br0" timeOffset="13418.43">21134 12658 167 0,'0'0'8'0,"0"0"13"0,0 0-11 15,0 0-3-15,8-41-9 16,-20 38 5-16,-4-1-3 15,-1 3 2-15,0 1 7 16,0 0 1-16,-3 0-5 16,3 2-3-16,1 4-1 0,3 4 0 15,4-3-1-15,3 3-1 16,2 0-1-16,4 0-1 16,0-3-1-16,4 0-4 15,4-3 6-15,4-2 0 16,3-1 3-16,2-1-2 0,2 0 1 15,-2 0 1-15,3-3-1 16,-4-4 0-16,2-1 1 16,-5 1-1-16,0 0 1 15,-4-2 2-15,-4 2 1 16,2 2 1-16,-5 0 1 0,0 1 1 16,-2 1-2-16,0 0 4 15,0 3-4-15,0 0-2 16,0 0-1-16,0 0-1 15,0 5 0-15,0 5-1 16,0 1 0-16,0 4 0 0,1 2 0 16,5 2 1-16,2 2 0 15,-1 3-1-15,1 2 1 16,2-1-1-16,-5-1 1 16,1 1-1-16,0-2 0 15,-2-1 0-15,-2-1 0 16,2-1 1-16,-4 1-1 0,0-2 0 15,0-2 0-15,0 1-1 16,-4-6 2-16,0-2-1 16,-1-3 0-16,0-4-2 15,-1-2 2-15,-3-1 29 0,2 0-19 16,-6-3-1-16,1-5 0 16,-1-2 2-16,3-2-6 15,2-3-5-15,2-2-3 16,3-3-12-16,3-5-31 15,2-5-77-15</inkml:trace>
  <inkml:trace contextRef="#ctx0" brushRef="#br0" timeOffset="15348.33">21799 10688 27 0,'-4'0'1'0,"1"-1"2"0,0-2 3 15,0 0 14-15,-2 0 4 0,2-1-5 16,-1 1-2-16,0-1-5 16,0 1 1-16,0 1-1 15,1 0-7-15,1-1-3 16,0 3-1-16,2-3 0 16,0 2-2-16,0-1 4 0,0 1 3 15,0-2-2-15,0 3-1 16,3-3-2-16,0 2 2 15,1 0-2-15,-1 0 0 16,1 1-1-16,2 0 1 16,-1 0-1-16,4 0 0 15,0 0 0-15,3 0 1 0,1 0-2 16,-1 3 2-16,3 0 0 16,-2 3 0-16,3-2 1 15,-1 2-2-15,1 2 0 16,1 0 1-16,-2 0-1 15,0 3 0-15,1-1 0 0,-4 0 0 16,-1 0 0-16,-4 3-1 16,-2-3 0-16,-2 0 0 15,-3 0 0-15,0 0-1 16,0 3 0-16,0-2 4 16,0 2-2-16,0 0 1 0,0 2-1 15,0-1 0-15,0 2 0 16,0 1 1-16,0 0-1 15,0 1 0-15,-1 1 0 16,-4 1 0-16,2 2 0 16,0-3 1-16,0 5 1 15,1-2-1-15,2 2 1 0,0-2 3 16,0 3-4-16,0-1 1 16,2 0 2-16,4 0 4 15,0 0-4-15,1-3 2 16,2 2-2-16,1-3 1 15,2-2 0-15,0-1-1 0,1-1-3 16,1-2 1-16,1 0-2 16,-2-2 1-16,-1-2-1 15,-2-2 0-15,-2 1 0 16,-3-2 2-16,-2 0-2 16,-3-1-2-16,0 1 1 0,-2 1-1 15,-6 2 2-15,-4 1 0 16,-1 1 0-16,1 1 2 15,-1 1-2-15,1 3 1 16,0 0-1-16,2 3 0 16,0 1 2-16,3 3-4 0,-1 2 4 15,0 4-2-15,1-1 0 16,0 4 1-16,1-1 0 16,2 0 0-16,0 0 0 15,0 0-1-15,2-2 1 16,1 1 0-16,0 2 1 0,-1 1 2 15,2 0 2-15,-2 0-1 16,-1 0 1-16,1 2-3 16,0-1-1-16,0 3 0 15,-1-1 0-15,2 3-1 16,0 3-1-16,-1 1 2 16,-1 1-1-16,1-1-1 0,2 0 2 15,0-1-2-15,-2 0 2 16,2-1-1-16,0 1 2 15,0 1-2-15,-1-3 2 16,1 3 0-16,-1-3-1 0,1 0 0 16,-1 1 1-16,-1 0 1 15,0 0-2-15,-2 3 0 16,-1 2-1-16,-1 2-1 16,-3-2 1-16,-1-1 1 15,0-5-2-15,-2-1 0 0,-1-6 1 16,-7-2-1-16,1-5 0 15,-5-4 0-15,-4-3 0 16,-4-3 0-16,-3-7 2 16,-6-3-15-16,1-7-14 15,-2 0-12-15,0-17-85 16</inkml:trace>
  <inkml:trace contextRef="#ctx0" brushRef="#br0" timeOffset="16229.83">22520 11772 102 0,'-6'0'4'0,"4"0"2"0,0 0-2 0,1 0-1 15,-1-3-3-15,-2 3 1 16,0-2-1-16,-1 1 1 15,-4 0 1-15,-1 1 10 16,2 0 8-16,-6 2-10 16,1 7-5-16,-1 4-3 0,-1 1-1 15,3 3 1-15,0 0 1 16,6 0 5-16,2-1 4 16,4-2 2-16,0-1 5 15,0-2-5-15,5-2-1 16,3 2-2-16,5-2-2 0,2-2-2 15,5 0 0-15,-1-1-4 16,6-2-1-16,2-1-1 16,1-2-6-16,1-1-21 15,-2 0-15-15,-1-1-31 16,-5-8-24-16</inkml:trace>
  <inkml:trace contextRef="#ctx0" brushRef="#br0" timeOffset="16571.52">22699 11849 145 0,'0'0'12'0,"0"0"8"16,0 0-18-16,-37 8-1 15,29 1 1-15,0 1 2 16,3 4 0-16,3-1 4 16,2-2-5-16,0 1-4 15,2 0 5-15,8-3 2 0,2-1-2 16,2-2 0-16,4-5 3 15,2 1 0-15,0-2 0 16,0 0-4-16,-3-5-1 16,-2-3 1-16,-4-2-2 15,-2-3 0-15,-5 0 2 0,-4-1 1 16,0 0 2-16,0 0-3 16,-8 1-1-16,-6 5 3 15,0 2 1-15,-1 3-6 16,-1 3-1-16,0 0 0 15,3 0-3-15,0 6-13 16,5 2-21-16,3 1-30 0,5-3-7 16</inkml:trace>
  <inkml:trace contextRef="#ctx0" brushRef="#br0" timeOffset="17062.75">22895 11843 42 0,'0'0'75'0,"0"0"-72"0,0 0 5 16,0 0 1-16,0 0 3 16,36-3-7-16,-29 6-4 15,-2 3 1-15,1 4 0 16,-2 0 0-16,1 4 2 15,0-3-3-15,-2 5 3 0,-1-3-2 16,1 1 0-16,0-3-1 16,-3 0-2-16,0-3 2 15,0-1 1-15,0-3-2 16,0 0 5-16,-5-4 2 0,1 0 6 16,0 0-1-16,0-4-5 15,-1-6-4-15,3 1-2 16,2-3-1-16,0-3 3 15,0 0 0-15,3 1-2 16,7-2 3-16,-1 5-1 16,3 0 0-16,3 3-1 0,0 1 1 15,3 4-1-15,-4 2-1 16,4 1 0-16,-1 0-1 16,-2 1 0-16,-3 6 0 15,0 4 1-15,-4 0-2 16,-3 3 1-16,-4-1-2 0,-1 0-11 15,0 1-13-15,-1-3-18 16,-4-5-15-16</inkml:trace>
  <inkml:trace contextRef="#ctx0" brushRef="#br0" timeOffset="17397.46">23195 11836 160 0,'0'0'3'0,"0"0"1"0,0 0 17 0,45-13-11 16,-33 13-7-16,-3 0-3 15,2 10 1-15,-3 1-1 16,-1 4 1-16,3 0 0 16,-2 4 0-16,-2-2 2 15,3-2-2-15,-3-2 0 0,0-3 0 16,-2-1 0-16,-1-4-1 15,0-3 2-15,-1-2 2 16,1 0 23-16,-1-4-1 16,0-6-14-16,-1-3-6 15,1-1-3-15,-1-2-1 0,1 0 1 16,2-2-3-16,-1 4 0 16,1 1-5-16,2 0-18 15,0 5-17-15,4 1-60 16</inkml:trace>
  <inkml:trace contextRef="#ctx0" brushRef="#br0" timeOffset="17724.95">23537 11833 187 0,'0'0'14'15,"0"0"-15"-15,0 0 1 0,0 0 0 16,-20 38 1-16,16-29 0 15,-2 1-1-15,4-3 1 16,2 0-1-16,0-1 1 16,0-2-1-16,4-3 8 15,6-1-3-15,0 0 1 0,1 0-2 16,2-1 0-16,-2-6-3 16,0-3 3-16,-3 0 7 15,-2-1 3-15,-2-1-3 16,-4 2 0-16,0 2 0 15,-6 1-8-15,-5 1-2 0,-3 6-4 16,1 0 5-16,-1 0-6 16,3 0-18-16,1 6-12 15,1-5-40-15,5-1-89 16</inkml:trace>
  <inkml:trace contextRef="#ctx0" brushRef="#br0" timeOffset="18047.13">23727 11522 157 0,'0'0'5'16,"0"0"29"-16,0 0-27 0,0 0-6 15,0 0 3-15,0 0 1 16,14 45 4-16,-10-19 0 16,-2 3 0-16,2 3-6 15,0 0 1-15,2 0-2 16,-1-1-1-16,-1-2 1 0,3-4-1 16,-3-3 0-16,3-1 1 15,-2-5-2-15,3-2-1 16,-5 1-16-16,2-6-21 15,2-5-42-15</inkml:trace>
  <inkml:trace contextRef="#ctx0" brushRef="#br0" timeOffset="18415.93">23889 11830 236 0,'0'0'3'0,"0"0"16"16,0 0-5-16,0 0-12 0,0 0-9 15,0 0 4-15,0 0 3 16,0 0 1-16,-1 27-1 16,1-17 2-16,0-1-3 15,0 1 2-15,2-5-1 16,5 0-3-16,-2-4 5 0,6-1-1 16,-3 0 0-16,3 0 1 15,2-6-1-15,-3-2 2 16,1-4-2-16,-1 1-1 15,-1 0 1-15,-1 2 1 16,-4 1 3-16,-1 2 7 0,-2 5-1 16,3-1-6-16,-2 2-5 15,0 0-2-15,1 3 2 16,1 4 0-16,0 3 0 16,0-3 0-16,1 3-2 15,0-3-11-15,-1-1-9 0,0-1-8 16,-1-3-39-16,1-2-2 15</inkml:trace>
  <inkml:trace contextRef="#ctx0" brushRef="#br0" timeOffset="18671.3">24175 11565 144 0,'0'0'11'0,"0"0"43"0,0 0-24 0,0 0-15 0,0 0-13 16,0 0-3-16,0 0-1 15,0 0 4-15,0 49 4 16,0-22-3-16,2 5-2 16,0 0 1-16,4-2 0 0,-3 0-1 15,0-3-2-15,-3-4-7 16,0-5-15-16,0-2-25 15,-2-6-21-15</inkml:trace>
  <inkml:trace contextRef="#ctx0" brushRef="#br0" timeOffset="18912.91">24107 11783 150 0,'0'0'62'0,"0"0"-62"16,0 0 2-1,54-35 0-15,-30 29-1 0,-3-1 0 16,2 4 3-16,-4 0 5 16,1 3 2-16,-4 0-5 15,-3 6-4-15,-5 5-1 16,0 0 1-16,-3 1-2 16,1 1 0-16,-5-1 0 0,-1-1-5 15,0-1-15-15,0-2-10 16,-1-2-28-16,-5-6-32 15</inkml:trace>
  <inkml:trace contextRef="#ctx0" brushRef="#br0" timeOffset="19035.23">24316 11658 212 0,'0'0'5'0,"0"0"-1"16,0 0-17-16,0 0-71 0</inkml:trace>
  <inkml:trace contextRef="#ctx0" brushRef="#br0" timeOffset="19555.08">24462 11744 115 0,'0'0'103'16,"0"0"-99"-16,0 0-1 15,0 0-3-15,0 0-2 16,0 0 3-16,-36 3-1 0,21 4 1 16,1 1 0-16,4 2-1 15,3 0 0-15,1 1 1 16,3-1-1-16,3-1-9 16,0-2-11-16,0-3-4 15,9 2 13-15,-2-5 8 0,4 1 2 16,1-2 1-16,0 0 1 15,2 0-1-15,-1-6 1 16,0-1-1-16,-3 0 1 16,-1 0-1-16,-1-2 1 15,-3 2 1-15,0 1 6 0,0 1 10 16,-3 2 2-16,1 0-8 16,0 0-6-16,1 3-4 15,-2 0-2-15,2 0 0 16,-1 0 0-16,2 0-2 15,-2 3 1-15,1 3 1 16,-2-1 1-16,2 1-1 16,-1-1-1-16,-1-3 1 0,2 0 0 15,4-2 0-15,-1 0 1 16,1 0 1-16,3-2-2 16,2-4 4-16,0 1 1 15,1-1-1-15,-5 5-3 0,-2 1-1 16,-4 0-1-16,-3 8-12 15,-4 9-47-15,-17 3 12 16</inkml:trace>
  <inkml:trace contextRef="#ctx0" brushRef="#br0" timeOffset="20315.22">22927 12201 172 0,'0'0'-1'0,"0"0"0"0,0 0-1 16,0 0 2-16,0 0-2 15,24 41 4-15,-18-22 6 0,0 3 12 16,1 0-3-16,2 2-8 16,2-3-6-16,0 1-1 15,2-4 0-15,5-1 0 16,1-6-2-16,3-1-5 15,2-3-6-15,5-7-16 16,0 0-12-16,1 0-15 0</inkml:trace>
  <inkml:trace contextRef="#ctx0" brushRef="#br0" timeOffset="20657.25">23370 12298 102 0,'0'0'15'0,"0"0"33"0,0 0-5 16,0 0-28-16,0 0-4 15,-49-33-2-15,35 33 1 16,-4 4-5-16,4 9-2 16,1-3 0-16,5 3-3 15,5-2 0-15,0 2 1 0,3-5-2 16,0 1-2-16,10-5 0 16,3 0-1-16,3-4-1 15,2 0 3-15,0-1-2 16,3-8 5-16,-2 0-1 0,-3-1 0 15,-2 1 1-15,-4 2 1 16,-3 1 0-16,-3 4 4 16,-2 1 6-16,0 1-4 15,-1 0-9-15,0 0 1 16,2 2 0-16,1 5 1 16,0 0 0-16,2 0 0 0,2 2-4 15,2-2-16-15,-2-4-38 16,1-3-63-16</inkml:trace>
  <inkml:trace contextRef="#ctx0" brushRef="#br0" timeOffset="21118.54">23524 12261 208 0,'0'0'6'0,"0"0"14"15,0 0-22-15,0 0 4 16,0 0-2-16,0 0 1 0,0 0-1 15,0 0 1-15,44 45-1 16,-30-39 1-16,-1-2 0 16,1-1-1-16,2-3 1 15,2 0-1-15,-2-3 0 16,1-6 0-16,-6-2 1 0,0 0-1 16,-3-2 0-16,-4 0 0 15,-1-2 1-15,-1 3 0 16,-1 2-1-16,1 3 0 15,-2 2 0-15,1 4 0 16,0 1 0-16,1 0-3 0,0 5 2 16,2 6 1-16,2 3-1 15,-1 1 1-15,3 3 0 16,-1 0 0-16,2-1 0 16,-2 3 0-16,-2-4 1 15,0 1-1-15,-4-4 0 0,-1-1-1 16,0-3 1-16,0 0-2 15,-7-2 7-15,-8-2 4 16,-4-3-1-16,-2 2-4 16,0-3-3-16,-1-1 1 15,1 0-2-15,7 0 0 16,3-1-8-16,8-9-26 0,3-1-76 16</inkml:trace>
  <inkml:trace contextRef="#ctx0" brushRef="#br0" timeOffset="21459.66">23897 12255 195 0,'0'0'4'0,"0"0"3"0,0 0 5 0,40-14-7 16,-33 12-4-16,-4 0-1 15,1 0 3-15,-1-1 5 0,-1-1-2 16,0-2-4-16,0-1-1 15,0 1-1-15,-2-2 0 16,0 1 0-16,0 4-1 16,0-1-4-16,-5 4 7 0,-2 0-2 15,-3 0-1-15,0 7 6 16,1 4-4-16,1 2 1 16,1 1-1-16,3 1 0 15,4-1 0-15,0 0 0 16,2-3 2-16,8-1-3 15,3-3 1-15,0 0 1 0,3-3-1 16,2-2-7-16,-2-2-28 16,3 0-25-16,-4-4-4 15</inkml:trace>
  <inkml:trace contextRef="#ctx0" brushRef="#br0" timeOffset="21737.26">24116 12205 89 0,'0'0'34'0,"0"0"5"15,0 0 3-15,0 0-32 16,0 0-7-16,0 0-2 16,39-17-1-16,-32 23 0 0,-3 5 1 15,4 1 2-15,-5 1-2 16,2-1 1-16,2 1-2 16,-2-1 1-16,0-3-1 15,-2-2 0-15,-1-2-3 0,0-5-3 16,-1 0 4-16,2-3 6 15,1-10 1-15,-1-4 6 16,2-2 4-16,2-2 0 16,3 0-8-16,2 0-5 15,1 1-2-15,0 3-15 16,1 3-41-16,-3 3-50 0</inkml:trace>
  <inkml:trace contextRef="#ctx0" brushRef="#br0" timeOffset="22114.85">23830 12654 129 0,'0'0'25'0,"0"0"11"0,0 0-11 0,0 0-2 0,42-17-6 16,-27 14-4-16,1 1 1 15,7-1-4-15,4 1-5 16,2-2-5-16,4 3 0 0,1-1 1 16,0 1-4-16,-4-1-10 15,-2 2 0-15,-3 0-3 16,-3 0-14-16,-9 0-54 16</inkml:trace>
  <inkml:trace contextRef="#ctx0" brushRef="#br0" timeOffset="22300.57">23940 12711 133 0,'0'0'57'0,"0"0"-32"16,0 0-15-16,0 0 7 16,0 0 5-16,70 1-8 15,-25-8-8-15,10 3-1 16,7 0-3-16,3-1-1 15,3-2-23-15,1-1-153 0</inkml:trace>
  <inkml:trace contextRef="#ctx0" brushRef="#br0" timeOffset="23987.77">18620 11600 42 0,'-3'0'4'0,"0"0"11"0,3 0 3 0,0 0-2 15,0-1 4-15,0 0-2 16,0 0-2-16,0 1-11 16,0-1-5-16,2 1 1 15,5 0-1-15,2 0 2 16,4 0-2-16,2 0 0 0,3 0-4 15,2 0 0-15,2 0 1 16,4 0 1-16,5-2 2 16,1 0 0-16,9-1 0 15,1 0 0-15,5-1 0 16,6-2 0-16,5-1 0 0,7 0 0 16,4-2 0-16,4-1 0 15,6 0 0-15,4 1 0 16,6 0 1-16,3-1-1 15,2-1 0-15,4 2 1 16,4-1-2-16,1 2 2 16,3-2-1-16,2 0 2 0,2 1 5 15,0-1-5-15,-1 1-1 16,-4 0-1-16,-2-2 1 16,-7 1 0-16,-8 0-1 15,-2 0 1-15,-7-2-1 16,-3 1 4-16,-7 1-2 0,-6 0 2 15,-5 1-2-15,-8 1 0 16,-6 2-1-16,-4 2 0 16,-5 1-1-16,-6 3 0 15,-3 0 0-15,-4 0-1 16,-3 0-15-16,-5 0-27 0</inkml:trace>
  <inkml:trace contextRef="#ctx0" brushRef="#br0" timeOffset="24404.76">19169 12286 7 0,'0'0'-1'0</inkml:trace>
  <inkml:trace contextRef="#ctx0" brushRef="#br0" timeOffset="24842.11">19021 12333 38 0,'0'0'31'0,"0"0"-12"0,0 0-12 15,0 0-2-15,0 0 2 16,0 0-2-16,0 0-1 16,-13 0-1-16,13 0-1 15,0 2-6-15,8-1 17 16,3 2 2-16,4-2-10 16,5 2-1-16,6-3 0 0,7 0-2 15,1 0-1-15,8 0 3 16,5 0 5-16,5-6-5 15,5-1 2-15,3-1 0 16,10-2 0-16,2 0-1 16,6-2-2-16,2 1-1 0,5-1 0 15,-1 0-1-15,-2 1 1 16,-2 1 0-16,-4 1 3 16,-2-2 5-16,-5 2-2 15,-4 2-5-15,-3 0 0 16,-6 1-2-16,-7 1-1 0,-8 2 1 15,-7 0-1-15,-7 0 0 16,-3 3 0-16,-9 0 0 16,-1 0-3-16,-7 0-45 15,-5 0-36-15</inkml:trace>
  <inkml:trace contextRef="#ctx0" brushRef="#br0" timeOffset="25638.96">18964 12911 147 0,'0'0'0'0,"0"0"1"0,50-10 1 0,-24 7 0 0,10-1 0 16,7-2 1-16,9 1 0 16,12-2 0-16,3-3 6 15,11-2-4-15,9-2 0 16,7-1-2-16,4-1-1 16,5-1 2-16,5 0 4 15,1 0 6-15,0 1 0 0,1 2 1 16,0 1-6-16,-7 2-5 15,-3 1-2-15,-6 0-1 16,-6 3-1-16,-13 1 1 16,-7 0-1-16,-10 2 0 15,-12 0 2-15,-10 1-2 0,-9 3-2 16,-7-1 2-16,-11 1-12 16,-9 0-25-16,-6 0-25 15,-19 0 13-15</inkml:trace>
  <inkml:trace contextRef="#ctx0" brushRef="#br0" timeOffset="25987.83">19200 12866 106 0,'0'0'-3'0,"0"0"8"16,0 0-7-16,0 0 9 0,37 28 4 15,9-25 14-15,13-2 1 16,12-1-3-16,14 0-2 16,9-2-6-16,8-7-4 15,9-2-2-15,7-3-1 0,5-1-3 16,3 0-1-16,3-1 0 15,3 0-4-15,-2-2 1 16,-5 2-1-16,-4 0 1 16,-9-2-1-16,-7 1-1 15,-11 0 0-15,-15 1-15 16,-14-2-29-16,-23 0-57 0</inkml:trace>
  <inkml:trace contextRef="#ctx0" brushRef="#br0" timeOffset="26671.21">19306 13211 145 0,'0'0'3'0,"0"0"25"0,0 0 14 16,0 0-33-16,0 0-13 0,0 0 5 16,0 0-1-16,16 57 2 15,-5-33-2-15,1 0 2 16,1 0-1-16,-2 0 1 16,-3-2-1-16,0-4 3 15,-4-1-1-15,-2-6-1 0,-2-3 0 16,0-3-2-16,-4-3-1 15,-10-2-4-15,0 0-22 16,-1-8-4-16,-3-6 22 16,2-3 7-16,2-5 2 15,4-2 5-15,1-3 2 0,5 1 2 16,1 0-5-16,3 2 2 16,1 2 1-16,9 4-3 15,6 1-2-15,4 6-2 16,1 2 0-16,4 4-1 15,0 2 0-15,0 3 1 0,-2 0 1 16,-2 1-1-16,-2 9 0 16,-5 3 1-16,-4 1-1 15,-2 2 1-15,-8-2 0 16,0 0 0-16,-4-1 0 16,-6 0 1-16,-1-2 2 0,-3-1-1 15,2 1 0-15,3-3-3 16,4-1-15-16,4-3-39 15,1-4-26-15</inkml:trace>
  <inkml:trace contextRef="#ctx0" brushRef="#br0" timeOffset="26997.53">19641 13280 75 0,'0'0'15'0,"0"0"14"0,0 0 13 0,0 0 3 0,0 0 0 16,35-37-20-16,-44 35-15 0,-5 2-6 15,0 0-5-15,-2 4 1 16,0 4-1-16,1 1 5 16,3 2-2-16,5-2-2 15,4-1 1-15,3-2 1 16,0-2-4-16,10-1 0 16,5-3 1-16,7 0-2 0,0 0-1 15,3 0-3-15,-1-6 1 16,-2 0 4-16,-3 1 3 15,-4 2-1-15,-3 2 1 16,-4 1-1-16,1 0 2 0,0 0-1 16,3 0 1-16,-1 3-2 15,3 1-16-15,1-1-6 16,5-2-18-16,-2-1-1 16,7 0-22-16</inkml:trace>
  <inkml:trace contextRef="#ctx0" brushRef="#br0" timeOffset="27387.92">20115 13225 166 0,'0'0'30'0,"0"0"11"15,0 0-19-15,0 0-20 0,-51-13-6 16,31 16 5-16,-4 7-1 16,1 0 1-16,6 3 2 15,1 1-1-15,5-1-2 16,6-3 1-16,5 0-2 15,0-3-12-15,3-4-2 16,10-3 7-16,5 0 4 0,4-2-4 16,-2-9 2-16,2-3 2 15,-3-3 3-15,-2-1 2 16,-5 0-1-16,-3-3 4 16,-3-1 3-16,-2-2 10 15,-4 0-4-15,0 0-1 0,0 1-6 16,0 4-7-16,0 1-4 15,0 7 4-15,-4 2 5 16,-1 7-4-16,3 2 0 16,-4 1-3-16,2 11 6 15,2 6-1-15,2 3-2 0,0 3-2 16,12 2-15-16,1-1-25 16,5-2 0-16,3-3-40 15</inkml:trace>
  <inkml:trace contextRef="#ctx0" brushRef="#br0" timeOffset="28022.76">20310 13237 54 0,'0'0'28'16,"45"-12"5"-16,-27-1 17 16,-5 1-2-16,-5-1-11 15,-4-2-12-15,-4 1-7 16,0 4-6-16,-3 2-7 16,-10 2-7-16,-3 2 1 15,0 4-1-15,-4 0 3 0,2 7 0 16,0 3 1-16,5 4 1 15,1 0-2-15,6 2 2 16,4-3-4-16,2-1-4 16,2-2 1-16,7-3-1 0,6-3 5 15,1-3-3-15,3-1 4 16,2 0-1-16,0-9-1 16,3-1 1-16,-4-5-1 15,0-2 1-15,-2-2-2 16,-2-4 2-16,-3-4 2 0,-2 1-1 15,-6-4-1-15,2 3 0 16,-7 0-3-16,0 4 2 16,0 3 0-16,-2 3 0 15,-5 8 2-15,2 2 0 16,-2 2-1-16,1 5-1 0,0 0-3 16,0 6 0-16,1 7 3 15,1 5 1-15,1 3 0 16,3 3 1-16,0 2-1 15,4-1 3-15,5 0 0 16,7-2 1-16,-1-1 0 0,5-2 0 16,1-6-1-16,3-3-2 15,0-3-1-15,0-6 1 16,4-2 1-16,0 0-2 16,-1-7 0-16,0-3 0 15,-4-4-1-15,-3-2-2 16,-2 2 3-16,-9 1 2 0,-2 2 1 15,-5 1 6-15,-1 4 2 16,-1 2 2-16,0 3-5 16,-3 1-5-16,0 0-1 15,-3 1 0-15,1 6 0 16,3 3-2-16,0 2-1 0,2 0-4 16,0 1-12-16,3-2-13 15,5-5-24-15,1-3-30 16</inkml:trace>
  <inkml:trace contextRef="#ctx0" brushRef="#br0" timeOffset="28165.79">20864 13053 222 0,'0'0'3'0,"0"0"13"0,0 0-10 0,0 0-5 15,0 0-6-15,0 0-7 0,0 0-29 16,0 0-50-16,0 0 25 15</inkml:trace>
  <inkml:trace contextRef="#ctx0" brushRef="#br0" timeOffset="28336.33">20927 13118 82 0,'0'0'38'0,"0"0"-1"15,0 0-14-15,0 0-12 16,0 0-4-16,0 0-7 0,0 0-6 16,11-11-25-16,-9 11-54 15</inkml:trace>
  <inkml:trace contextRef="#ctx0" brushRef="#br0" timeOffset="29367.65">17036 13796 135 0,'0'0'-7'0,"0"0"5"0,0 0-4 16,0 0 6-16,0 0 0 15,0 0 0-15,1 40 1 16,7-29 0-16,-1 5 4 0,3 1 3 16,4 4 1-16,-1 1-4 15,1 3-3-15,3 0-1 16,1 4 1-16,3-1-1 15,3 1 1-15,3 2 4 16,4-1 7-16,2 1 0 0,8 2 1 16,6 1-4-16,2-2 4 15,6 0 0-15,6-1 1 16,2-4-5-16,7-3-1 16,1-2-4-16,0-5-2 15,0-1-1-15,-1-3-1 0,-1-3 1 16,-2-1 1-16,-5-4 0 15,0-2 4-15,-4 0 0 16,-3-3-3-16,-3 0-1 16,-5 0-2-16,-5-3 0 15,-4-1-1-15,-5-3-7 0,-7 3-29 16,-7-4-32-16,-9-2-39 16</inkml:trace>
  <inkml:trace contextRef="#ctx0" brushRef="#br0" timeOffset="29552.66">18493 14273 247 0,'0'0'5'15,"0"0"17"-15,0 0-27 16,0 0-2-16,0 0 10 16,40-3-2-16,-21 16 3 0,0 4-3 15,-3 7 3-15,-3 5-2 16,-8 6 0-16,-5 6-9 15,-5 1-33-15,-14 0-64 16</inkml:trace>
  <inkml:trace contextRef="#ctx0" brushRef="#br0" timeOffset="31411.37">14052 12092 229 0,'-9'-9'-2'0,"2"-1"13"0,-1 2 5 16,1 0-6-16,2 3 4 0,-3 1-12 15,3 2 3-15,-4 2-4 16,-2 0-3-16,1 0-1 15,-3 11 2-15,-2 5-1 16,-2 7 0-16,1 4 0 16,2 4 2-16,3 0 1 15,6-1 0-15,5-1 0 0,0-1 1 16,7-7 1-16,13-2-2 16,5-4 1-16,3-6-2 15,7-5-2-15,4-4-14 16,1 0-20-16,-2-11-51 15</inkml:trace>
  <inkml:trace contextRef="#ctx0" brushRef="#br0" timeOffset="31709.95">14251 12180 158 0,'0'0'-1'0,"0"0"4"15,0 0 0-15,-48 45-1 0,38-26-2 16,3 2 1-16,3-4 1 15,2-3 0-15,2-3 1 16,2-4 1-16,8-3 1 16,3-4 2-16,6 0 2 0,-1-8-1 15,0-4-1-15,2-3-4 16,-7 0 3-16,-3-1 6 16,-4 0 9-16,-4 2 12 15,-2 0-10-15,-4 0-11 16,-7 5-8-16,0 2 0 0,-2 4-3 15,-3 3-3-15,3 0-4 16,0 5-3-16,5 6-21 16,1-1-21-16,3 0-54 15</inkml:trace>
  <inkml:trace contextRef="#ctx0" brushRef="#br0" timeOffset="32109.99">14366 12158 163 0,'0'0'19'0,"0"0"-26"15,0 0 5-15,44-11 2 16,-33 11 1-16,2 4-10 16,-4 6 7-16,-1 4 5 15,0-1-2-15,-3 3 2 16,-1-2-3-16,0 0 2 0,-4-2 1 15,0 0 0-15,0 0 4 16,-6-4-2-16,1-1 1 16,-3-4-3-16,2 0 3 15,0-3 7-15,1 0 7 16,3-10-10-16,0-3-2 16,2-2 0-16,0-1-5 0,5-2 0 15,6 1-1-15,4 2-2 16,2 3 2-16,4 3 0 15,1 3-1-15,1 2 0 16,3 4 1-16,-3 0 0 16,-1 6-1-16,-2 5-1 15,-2 3-18-15,-3-2-21 0,-2 0-22 16,-3-4-26-16</inkml:trace>
  <inkml:trace contextRef="#ctx0" brushRef="#br0" timeOffset="32415.24">14711 12096 158 0,'0'0'30'0,"0"0"-30"0,0 0-2 16,0 0-1-16,0 0 2 16,41-9 3-16,-26 21 0 15,0 3 1-15,0 1 0 16,-1 1 3-16,-1-3-4 15,-1 0 0-15,-3-4-2 16,-2-4 1-16,0-3 1 0,-4 1 10 16,-2-4 10-16,0 0 25 15,-1-1 7-15,0-8-28 16,0-4-16-16,0-4-5 16,0-1-2-16,0-5-3 15,0-1 2-15,6 1-6 0,1-1-34 16,5 0-28-16,1 3-62 15</inkml:trace>
  <inkml:trace contextRef="#ctx0" brushRef="#br0" timeOffset="32749.07">15096 12035 211 0,'0'0'20'0,"0"0"-20"16,0 0 0-16,-16 44 0 0,5-29 0 15,2 3 0-15,2-1 3 16,0-2-3-16,5-2 1 16,2-3 0-16,0-2 0 15,5-3-1-15,6-3 0 16,5-2 6-16,-1 0-1 16,3 0-3-16,0-9-1 0,0-3 1 15,-5-2-2-15,-4-3 2 16,-4-1 5-16,-3-1 3 15,-2 1 0-15,-5 0-3 16,-8 3-6-16,-2 5 2 16,-2 0-1-16,0 6 0 0,-3 4-4 15,2 0 0-15,2 1-7 16,2 8-27-16,-1-5-24 16,5-3-49-16</inkml:trace>
  <inkml:trace contextRef="#ctx0" brushRef="#br0" timeOffset="33041.14">15094 11650 231 0,'0'0'3'16,"0"0"-6"-16,0 0-2 15,0 0 1-15,0 0-3 16,35 53 6-16,-24-27 4 0,1 4-1 16,3 3 1-16,-2-2-2 15,1 2 2-15,0-2-2 16,-1-1 0-16,0-3 2 16,-2 1-2-16,3-4 1 15,-3-1 1-15,0-3 0 0,0-4 0 16,-2-5-35-16,2-4-93 15</inkml:trace>
  <inkml:trace contextRef="#ctx0" brushRef="#br0" timeOffset="33388.92">15389 11924 262 0,'0'0'31'16,"0"0"-29"-16,0 0-8 15,0 0 6-15,0 0 0 16,6 37 0-16,-3-23 1 0,3 3-1 16,1-3 1-16,-2-1-1 15,3 0 0-15,1-6 0 16,0-3-3-16,1-3-3 16,2-1-1-16,-3 0 9 15,1-8-1-15,1-6-5 0,0 1 10 16,-4-4-8-16,1 1 2 15,-3 4 0-15,1 2 0 16,0 4 3-16,0 6 0 16,1 0-4-16,3 0 0 15,2 7 2-15,-2 3 0 0,4 4 3 16,-2-1-18-16,-2 0-18 16,2 1 0-16,-3-1-24 15,-1-9-14-15</inkml:trace>
  <inkml:trace contextRef="#ctx0" brushRef="#br0" timeOffset="33644.96">15685 11623 277 0,'0'0'-7'0,"0"0"-6"15,0 0 12-15,6 59 1 16,0-31 0-16,0 3 1 16,1 0 0-16,0 2 2 0,2-1-5 15,-4-2 5-15,1 2-1 16,-4 1-1-16,-2-4 0 16,0-1-15-16,0-5-36 15,-6-3-18-15,-3-8-12 16</inkml:trace>
  <inkml:trace contextRef="#ctx0" brushRef="#br0" timeOffset="33859.47">15715 11852 119 0,'0'0'28'0,"0"0"-4"0,45-30 14 15,-28 26-3-15,2 2-15 16,-1 2-9-16,1 0 0 15,-1 6-8-15,-3 5-3 16,0 3-1-16,-4 0 5 0,-1 1-6 16,-5 3 1-16,-2 2-11 15,-1-2-8-15,-1-6-23 16,-1-2-57-16</inkml:trace>
  <inkml:trace contextRef="#ctx0" brushRef="#br0" timeOffset="34014.92">16004 11794 283 0,'0'0'-7'0,"0"0"-20"0,0 0-20 16,0 0-16-16,0 0 20 15,0 0-53-15</inkml:trace>
  <inkml:trace contextRef="#ctx0" brushRef="#br0" timeOffset="34606.07">16081 11846 248 0,'0'0'4'0,"0"0"-3"15,0 0-1-15,0 0-1 16,0 0-4-16,-42 6-3 0,33 2 6 15,0 3 0-15,4 1 1 16,3-1 1-16,0-1-2 16,2 3 2-16,0-2 0 15,4 1 0-15,1-4 2 0,5 1-5 16,0-2-10-16,-3-4-6 16,1-3 5-16,0 0 14 15,-2 0 2-15,-4-5 1 16,0-6 7-16,-1 1 3 15,1-5-7-15,0 3-2 0,2-2-1 16,-1 1-2-16,3 0-1 16,1 4 0-16,-1 1-2 15,2 3-4-15,1 2 3 16,0 2 1-16,0 1 0 16,2 0 0-16,-4 6 1 0,1 4-3 15,-1-1 3-15,-1 4 0 16,-1-2 4-16,-1-1-1 15,1-2 0-15,-2-2-2 16,0-2 2-16,2-3-1 16,-3-1 2-16,1 0 28 15,3-10-2-15,1-3-20 0,2-3-4 16,5-4-2-16,-3 3-2 16,7 0-1-16,-1 2 0 15,2 3-1-15,2 4 1 16,0 4-1-16,3 4 0 15,1 0 1-15,-5 7 0 0,2 7 1 16,-5 7-1-16,-2 3-22 16,-6 7-19-16,-3 1 20 15,-6 5-34-15,-7 1 8 16,-14 0-47-16</inkml:trace>
  <inkml:trace contextRef="#ctx0" brushRef="#br0" timeOffset="35011.98">14602 12529 205 0,'0'0'-5'0,"0"0"6"0,71-11-6 0,-20-1 9 0,14-5 2 15,9-3 0-15,13-6 9 16,10-3 2-16,6-3 0 15,7-3-6-15,5 0-3 16,3 2-2-16,-5 0 0 0,-3 2-3 16,-2 1-1-16,-12 3-2 15,-11 5 1-15,-9 2 0 16,-15 6 1-16,-15 5 0 16,-19 6-8-16,-18 3-54 15,-11 2-99-15</inkml:trace>
  <inkml:trace contextRef="#ctx0" brushRef="#br0" timeOffset="35310.37">15221 12460 303 0,'0'0'1'0,"0"0"-1"15,0 0-7-15,0 0 5 16,-3 38 2-16,13-14 2 16,3 0-2-16,3 2 0 15,-1-4-2-15,4 1-10 0,2-6-2 16,1 0-3-16,4-6 0 15,3-3-2-15,2-7-10 16,0-1-42-16</inkml:trace>
  <inkml:trace contextRef="#ctx0" brushRef="#br0" timeOffset="35674.87">15579 12522 231 0,'0'0'1'16,"0"0"6"-16,-45-5 4 0,29 5-9 15,3 4-1-15,-1 4 0 16,3 2 0-16,2 2 0 16,6-1 0-16,2 0 0 15,1-1-1-15,0 1 1 16,9-2 1-16,2-3 1 16,4-3-3-16,3-1 7 0,-1-2-4 15,1 0-9-15,1-5 0 16,-6-4 0-16,-1-1 5 15,-5-1 2-15,-1 2-1 16,-4 1 0-16,-2 1 1 16,0 2 7-16,0 1 9 0,0 1-1 15,0 3-9-15,0 0-6 16,0 0-2-16,0 4-2 16,2 5 5-16,0-1-3 15,5 1-7-15,1 1-12 16,2-1-8-16,1-1-21 0,0-5-23 15,0-3-52-15</inkml:trace>
  <inkml:trace contextRef="#ctx0" brushRef="#br0" timeOffset="35801.75">15713 12489 242 0,'0'0'20'15,"0"0"10"-15,0 0-33 16,0 0 2-16,0 0-2 15,0 0-33-15,15 50-69 16</inkml:trace>
  <inkml:trace contextRef="#ctx0" brushRef="#br0" timeOffset="36457.69">14366 14180 213 0,'0'0'3'0,"0"0"15"0,0 0-4 0,0 0-13 16,0 0-8-16,4 43 5 16,4-10 6-16,-1 5 0 15,4 5-3-15,0 2 0 0,0 0 1 16,1-1-1-16,-3-2 0 15,-1-4 1-15,-4-2-2 16,2-5-3-16,-4-1-10 16,-2-8-23-16,0-6-47 15</inkml:trace>
  <inkml:trace contextRef="#ctx0" brushRef="#br0" timeOffset="36727.43">14381 14354 109 0,'0'0'65'0,"10"-48"-33"16,0 28-1-16,3 2-20 15,3 3-10-15,2 5 0 16,0 6-1-16,1 1 0 16,-1 3-2-16,-2 0-8 0,-1 12 11 15,-3 2-4-15,-1 4 4 16,-6 2-1-16,-5 0 0 15,0 1 2-15,-2 1 3 16,-9-2-4-16,-5-2 1 0,-3-1-1 16,4-3-11-16,4-2-23 15,1-8-23-15,7-4-15 16</inkml:trace>
  <inkml:trace contextRef="#ctx0" brushRef="#br0" timeOffset="37034.82">14705 14273 173 0,'0'0'-16'16,"0"0"16"-16,0 0 4 15,4 36 0-15,-4-18 3 16,1-1-4-16,2 0 0 0,2-3-1 16,3-5 3-16,3-2-2 15,1-4 0-15,1-3 1 16,1 0 7-16,-1-3-7 15,1-6 0-15,-5-3-1 16,-3-2 6-16,-4-2 14 0,-2 2 7 16,-1-1-8-1,-9 1-14-15,-2 4-6 0,-5 3 2 16,-1 7-4-16,3 0-5 16,-5 6 2-16,5 5-7 15,0 5-7-15,5-2-13 16,5 0-18-16,3-5-31 0</inkml:trace>
  <inkml:trace contextRef="#ctx0" brushRef="#br0" timeOffset="37377.44">14949 14239 250 0,'0'0'9'0,"0"0"-13"16,0 0 3-16,0 0-14 15,0 0-7-15,0 0 20 16,21 38 3-16,-20-25-1 0,3-3-2 16,3-1 5-16,-2-2-3 15,3-3 1-15,1-1-1 16,2-3 1-16,2 0 5 16,-1-5-3-16,1-6 0 15,-4-2 0-15,-4-1 1 16,-3 0 10-16,-2 1 9 0,-1 0 4 15,-9 2-18-15,-2 3-7 16,-3 2 0-16,0 5-1 16,0 1-4-16,3 0 1 15,3 7 0-15,2 4 3 0,4 0-13 16,3-2-39-16,0-3-37 16,0-6-50-16</inkml:trace>
  <inkml:trace contextRef="#ctx0" brushRef="#br0" timeOffset="37860.33">15152 13809 159 0,'0'0'9'0,"0"0"24"0,0 0-28 0,0 0-3 16,0 0-4-16,-15 55 2 15,15-22 0-15,4 2 0 0,4 4 3 16,3 0-2-16,3 3 1 16,3-1 2-16,3-6-2 15,2 1 2-15,-1-5-1 16,2-5-1-16,1-4 0 0,-5-6 0 15,2-4-2-15,-2-4 1 16,3-5 5-16,-5-3-1 16,2 0 4-16,-2-3-5 15,-1-8-2-15,-5-4 4 16,-2-2-4-16,0-1 2 16,-6-2 0-16,-2 4-4 0,-1 2 0 15,0 3 1-15,0 4 14 16,0 4 1-16,0 1-7 15,-1 2-11-15,1 0 1 16,0 6 0-16,2 3 3 16,6 1 0-16,1 0-4 0,3 1-4 15,-1-4-25-15,1 0-16 16,-2-6-61-16</inkml:trace>
  <inkml:trace contextRef="#ctx0" brushRef="#br0" timeOffset="37988.87">15527 14059 127 0,'0'0'180'15,"0"0"-179"-15,0 0-6 16,0 0-46-16,0 0-49 0</inkml:trace>
  <inkml:trace contextRef="#ctx0" brushRef="#br0" timeOffset="38621.97">15603 14104 251 0,'0'0'1'15,"0"0"-3"-15,0 0 3 0,0 0 2 16,0 0-2-16,0 0-1 15,0 0-2-15,40 14-1 16,-33-2 2-16,2-1 2 16,-4 0 0-16,1-2-1 15,-3-2-1-15,0-3-7 16,-1-1-17-16,1-3-12 0,-3 0 7 16,0-4 25-16,2-5 0 15,-2-2 2-15,0-3 5 16,2 0 7-16,2-2 2 15,2 3 1-15,-1-1-1 16,3 5 2-16,-1 2-3 0,4 4-7 16,0 3-2-16,-2 0 0 15,3 0 2-15,0 3 0 16,0 2 0-16,-1 2 3 16,0-3-2-16,-1 3-1 15,0-4 0-15,1-2-1 0,1-1 3 16,1 0 0-16,-2-4-3 15,2-3 1-15,-3-4 2 16,1-1 3-16,-8 1 3 16,-3-2-2-16,0 0 7 15,-1 2-9-15,-10 2-6 0,-1 4-1 16,-2 0 4-16,2 4-6 16,1 1 0-16,-1 1 4 15,2 7-3-15,5 3 1 16,3 2-1-16,2 2 1 15,0 0 0-15,7 2-1 16,5 1 1-16,2-2 0 0,1 2 1 16,2 2 0-16,-2 0 0 15,-1 3-1-15,-5 2 1 16,-5 6-7-16,-4 4-45 16,-12 4-55-16</inkml:trace>
  <inkml:trace contextRef="#ctx0" brushRef="#br0" timeOffset="39040.93">15447 14909 154 0,'0'0'30'0,"0"0"-27"0,0 0 11 0,21-54-3 16,-19 30 8-16,-2-3 2 15,0-4 3-15,-4-1-10 16,-9-3-6-16,-5-1 1 0,-2-1-1 16,-2-2-6-16,-5 4 2 15,2 1-3-15,0 2-8 16,6 5-3-16,-3 6 12 15,9 7-4-15,2 5 1 16,5 9 0-16,4 0-3 16,2 19-2-16,0 8 4 0,3 7 0 15,11 6 4-15,4 2 0 16,6 2-1-16,4-4 2 16,6-6-3-16,0-3 1 15,5-7-13-15,2-5-6 16,1-5-19-16,0-7-29 0,-3-4-18 15</inkml:trace>
  <inkml:trace contextRef="#ctx0" brushRef="#br0" timeOffset="39368.87">15774 14713 107 0,'0'0'21'0,"22"-48"28"16,-20 28 0-16,-2 3-22 0,0 5 10 16,-5 5-14-16,-5 3-18 15,-2 4 0-15,0 0-1 16,-1 8-6-16,2 5 7 15,2 2-5-15,0 5 0 16,5-3 0-16,3 0 0 0,1-3 0 16,0-1 0-16,3-3 0 15,8-4-7-15,0-5-15 16,3-1 2-16,1-3 13 16,1-11 0-16,0-4 6 15,-2-4 2-15,-2 1 1 0,-3 1-3 16,-5 6 2-16,-1 3 5 15,0 5 11-15,-3 4 3 16,0 2-13-16,0 0-10 16,4 0 2-16,0 7-3 15,0 3 8-15,3 1-14 0,-1-2-31 16,2 0-13-16,-3-8-83 16</inkml:trace>
  <inkml:trace contextRef="#ctx0" brushRef="#br0" timeOffset="39783.03">15907 14547 272 0,'0'0'4'0,"0"0"-11"16,0 0 5-16,0 0 2 16,0 0-6-16,36 29-4 15,-27-21 3-15,2-1 3 0,3 0 5 16,-1-5-2-16,2-2-1 15,-1 0-1-15,1-10 2 16,-1-3-5-16,-1-1 1 16,-4-4 4-16,-3 2 1 15,-1 2 4-15,-3 2 9 0,-2 2 14 16,0 3 4-16,0 4-3 16,0 3-15-16,0 0-16 15,2 1-5-15,3 10-1 16,4 4 9-16,-3 4 1 15,2 2 0-15,1 2 0 0,-3 1-2 16,1 0 1-16,-5-3-2 16,-2 1 2-16,0-4-1 15,-2-2 2-15,-7-1-4 16,-5-5 0-16,1-3-2 16,-3-4-9-16,1-3-15 15,1 0-7-15,3-8 6 16,4-9-17-16,5-4-28 0</inkml:trace>
  <inkml:trace contextRef="#ctx0" brushRef="#br0" timeOffset="40060.23">16186 14537 117 0,'0'0'19'0,"0"0"22"16,50-24-16-16,-34 14-10 15,-3 0-10-15,0 0-3 16,-6 0 1-16,-1 0 1 15,-5-1 13-15,-1 4 6 0,0 1-3 16,-1 1-10-16,-6 3-4 16,1 2-1-16,-4 0-5 15,2 5-3-15,-1 6 3 16,3 7 2-16,-2 2-1 0,6 0-2 16,2-3 3-16,0 0-3 15,1 0-1-15,12-6-6 16,-2-3-6-16,5-5-12 15,2-2-5-15,2-1-11 16,-2-6-48-16</inkml:trace>
  <inkml:trace contextRef="#ctx0" brushRef="#br0" timeOffset="40337.93">16458 14393 155 0,'0'0'2'0,"0"0"0"0,0 0 1 15,0 0 0-15,42 21 2 16,-32-6-1-16,4 1 0 16,-3 2 0-16,-2 1-1 15,2-3-4-15,-4 2-8 16,-3-5-1-16,-1-3 5 16,-3-5 7-16,0-3 1 0,0-2 30 15,0-6 27-15,0-8-39 16,-2-5 4-16,-1-5 1 15,1-3-6-15,2-4 0 16,0-5-11-16,0-5-10 0,10-4-5 16,7-6-57-16,0-3-135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39:43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5950 10221 11 0,'0'0'11'0,"0"0"-4"16,0 0-1-16,0 0-2 0,0 0 2 16,0 0 0-16,0 0 0 15,0 0-2-15,0 0-1 0,0 0-1 16,0 0 4-16,-36-11-5 15,34 14-1-15,0 4 1 16,0 1-1-16,-1-1 0 16,1 5 2-16,0-1 0 15,-2 3 1-15,-1 2-1 0,2 2 1 16,-1 1-1-16,2 2 0 16,-3 3 0-16,3 3-3 15,0 4 2-15,2 1-1 16,-2 2 0-16,0 3 2 0,2 1-2 15,-2 3 1-15,1-1 0 16,0 0 0-16,1-2-1 16,0 2 2-16,0-2-2 15,0-1 0-15,0 0 0 16,0 0 0-16,0-3 1 0,0 3 0 16,0 0 2-16,0 0 0 15,0 4-2-15,0 2 2 16,-1 3-2-16,1 3 0 15,0 2-1-15,0-1 1 16,0-1-1-16,0 1 1 16,0-6-1-16,0 0 1 0,0-4-1 15,-3-2 0-15,-1-1 1 16,2-1-1-16,-2-1 2 16,2-2 3-16,1 1 4 15,1-1-5-15,0 5-1 16,0 2 1-16,0 3-3 0,0 5 1 15,0 0-1-15,0 0-1 16,3-1 1-16,3-4-1 16,-2-4-1-16,2-1 2 15,0 0-1-15,-2-1 0 16,-1 3 0-16,1 2 0 16,0 2 0-16,-2 0 0 0,-2 0 0 15,1 0 1-15,2-2 1 16,-1 1 4-16,0 0 2 15,2 0-1-15,-1 0-5 16,3 3 0-16,0 1-1 0,2 1 0 16,-2 2 0-16,-1 1-1 15,1 3 2-15,-2-3-2 16,-1 3 0-16,1-1 1 16,1-1 1-16,-3-1 3 15,1 1-2-15,-1 3 2 16,2-2-4-16,-2 0 2 0,0-1-1 15,-1 0 2-15,0-1 1 16,-1 2-1-16,1-1 3 16,-1 1-3-16,0-1-1 15,2-2 1-15,-2 1 1 16,0-1-1-16,0 2 1 0,0 2-4 16,0 1 1-16,0 1-1 15,-2 0 1-15,-3-1-1 16,-3-2 4-16,1-1-1 15,-2-1-2-15,2-1-1 16,-2-3-1-16,3-4 1 0,-2-5-1 16,4-8 1-16,2-6 1 15,2-9-4-15,0-10-24 16,0-5-44-16,7-27-40 16</inkml:trace>
  <inkml:trace contextRef="#ctx0" brushRef="#br0" timeOffset="1173.55">6075 10223 97 0,'0'1'5'0,"-5"0"9"0,1 2 2 0,2-1-12 16,-4-1-4-16,5 3 6 0,-3-1 1 15,4 1-5-15,0 0-3 16,0-2-1-16,0 2 1 15,5 2 0-15,5 0 0 16,4-1 4-16,1 1-2 0,3 0-1 16,6 0 0-16,1-1-1 15,2 0 0-15,6-1 1 16,3 0 2-16,3-3-3 16,1 1 3-16,2 4-2 15,5-2 1-15,-3 0-1 16,6 0-1-16,2 1 0 0,-1 0 1 15,5 1-1-15,0-5 1 16,2 2 0-16,3-3 0 16,3 0 2-16,3 0 0 15,0 0-1-15,2-4 0 16,3 1-1-16,-1 0 1 0,-1 3-1 16,0-1 2-16,3 1-2 15,0 0 1-15,2 0-1 16,0 0 0-16,-1 1 0 15,-1 2 1-15,1 1-1 16,0-1 0-16,-6-3 0 0,1 0 0 16,3 0 0-16,-1 0 2 15,2 0-1-15,2 0 0 16,0 0 1-16,2 0-1 16,2 0-1-16,0-3 0 15,-3 2 1-15,2-2 0 0,-5 0 2 16,2 0-1-16,-1 1 0 15,-3 0-1-15,3 1 1 16,-3-1-2-16,-2 2 2 16,3-3 1-16,-5 3 0 15,0-4 6-15,0 3-5 0,0-2-2 16,0 0 0-16,1 3-1 16,-3-4-1-16,1 4 1 15,-6 0-1-15,-1 0 0 16,-3 0 0-16,-4 0 1 15,-1 0-1-15,-3 0 0 0,-3 0 2 16,-5 0-4-16,-6 0 4 16,-1 0-2-16,-4 0 0 15,-7 0 1-15,1 0 0 16,-7 0 0-16,-1 0 0 16,-3 4 1-16,-1 2 0 15,-2-1-4-15,-2 1-16 0,1 1-19 16,-4 0-12-16,-2 0-28 15</inkml:trace>
  <inkml:trace contextRef="#ctx0" brushRef="#br0" timeOffset="2093.67">10592 10419 67 0,'0'0'5'0,"0"0"-7"0,0 0 3 0,0 0 1 0,0 0 2 15,-2 49 3-15,2-28-1 16,0 7-1-16,0 4-3 0,0 7 0 16,0 3-1-16,-4 4 1 15,1 3 0-15,-1-1 4 16,-2 2 3-16,3-1-2 15,3-1-1-15,0-1-3 16,0-3-2-16,0 0 1 16,0-2 1-16,0-2 1 0,0 1 0 15,1-1 2-15,0 3 0 16,0 0 0-16,0 2-2 16,2 0 0-16,-3 2-2 15,2 1-1-15,0-1 0 0,0 3 0 16,-1 1-2-16,1-1 2 15,-2-2-1-15,0 2 0 16,0-2 0-16,0 3 2 16,0-3-2-16,-5 2 1 15,-2-4-1-15,2-2 4 16,1-2 7-16,-2-2 3 0,1 0-5 16,3 2 1-16,-2-1-2 15,-1 2 0-15,3 1-3 16,-1 0-1-16,3-2-2 15,0-1 1-15,0-4 0 16,0-3-3-16,3-2 0 0,4 0 2 16,-1-1-4-16,0-1 5 15,1 2 0-15,-4 3-1 16,0 0 1-16,1-1 1 16,-2 4 0-16,-2-1-1 15,2 3 0-15,-2 0-2 16,2 1-1-16,-2 5 0 0,0 1 1 15,0 2-1-15,0 2 0 16,-6 5 0-16,-1-1 3 16,2 2-2-16,-2 0 1 15,1 1-1-15,0 0 0 0,1 0 1 16,2-4-2-16,1 0 0 16,2 0 1-16,0-3-1 15,0-2 0-15,0-1 2 16,0-3 1-16,0-1 0 15,4 2 0-15,-1 1 0 0,2 1-2 16,1 5-1-16,-2 0 0 16,3 3 1-16,-3-1-2 15,4-4 2-15,-4 1 0 16,-1-4-1-16,3-1 0 16,-4-4 2-16,2-2-1 15,-3-2 2-15,0 0-7 0,-1-2 13 16,0-2-9-16,0-2 2 15,0-1 0-15,-2-5-1 16,-2-3-4-16,2-4-11 16,-7-13-30-16,-3-7-113 15</inkml:trace>
  <inkml:trace contextRef="#ctx0" brushRef="#br0" timeOffset="3288">6154 15132 59 0,'-5'-14'-6'0,"1"3"12"0,-2 1 1 0,2 3-1 16,0 3 0-16,-1 2 4 15,-1 1-4-15,0-1-1 0,0-2 9 16,-1 1 9-16,1 0 6 15,2 0 2-15,-2-1-6 16,3 0-9-16,-2 1-5 16,-1 0-1-16,5 0-3 15,-3 0-3-15,2 2 1 0,0 1-4 16,2 0 0-16,0 0-1 16,0 0-2-16,0 3-8 15,2 4 3-15,4 0-6 16,1 2 1-16,1-1 5 15,4-3 3-15,-1 0-7 16,3-2 1-16,5 1 2 0,4-1 12 16,4 1 2-16,5 1-5 15,7 1 0-15,4 2 0 16,4-1 0-16,5-1-9 16,3 1 16-16,6-2-9 15,0-2 1-15,3 2 0 0,1-3 1 16,2 0-1-16,0-2-2 15,2 0 0-15,1 0-1 16,3 0 4-16,3-2 3 16,4 0-2-16,3 2 0 15,2 0-1-15,5 0-1 0,2 0 0 16,1 0 1-16,2 0 0 16,1-6 1-16,2-5-1 15,-2-5 0-15,-2-7 0 16,-1-1-1-16,-1-3 1 15,-5-3 1-15,-1 5 6 0,-1 1-1 16,1 5-3-16,-3 5-1 16,-2 5-1-16,-2 5-1 15,0 4 0-15,-5 0 1 16,0 9-1-16,-5 2 4 16,-2 2-3-16,-3-2 1 0,1 0 3 15,-6-3-3-15,1 0 0 16,-4-2-1-16,0 1 0 15,-7-1-2-15,0 2 2 16,-4 0-2-16,0 0 4 16,-5-1 0-16,1-1 1 0,-1-1-2 15,0-1-1-15,0-2 1 16,2-1-2-16,0-1 2 16,6 0 0-16,-1 0 0 15,4 0-3-15,-6-2-23 0,-3-12-94 16</inkml:trace>
  <inkml:trace contextRef="#ctx0" brushRef="#br0" timeOffset="8656.16">13437 11855 112 0,'0'0'2'0,"0"-1"5"0,3 0-1 0,-3 1-4 0,0 0-2 15,0-1 0-15,0-1 0 16,0 2 10-16,0-2 1 16,0 0-2-16,0-1 0 15,-3 1-1-15,0 0-2 0,0 0-3 16,0 1-1-16,-3-2-2 15,-1 2 2-15,-3-1-2 16,0 0 2-16,-1-1-1 16,-3 0 0-16,1 0 2 15,-1 0-1-15,1 3 1 0,0 0-2 16,-1 0-2-16,1 0 0 16,-3 0 2-16,1 7-2 15,-5 0-1-15,1 3-4 16,-1 0 10-16,-2 0-2 15,-1 1-2-15,0 1 1 0,2-1 0 16,-3-1 1-16,3 1-1 16,2 0 0-16,0 1 0 15,4-2-1-15,-5 3 1 16,5 0-1-16,-2 2 0 16,-1 0 0-16,0 2 2 15,0 1-1-15,3 2 0 0,-3 0 0 16,3-1-1-16,0 0 0 15,3 0 0-15,0-2 1 16,3-2-1-16,0-1-1 16,3 1 1-16,1-2 0 15,-1 2-2-15,3-1 3 0,-3 2-2 16,1 1 3-16,1 0-3 16,-2 1 1-16,3 0 0 15,1-3-1-15,2 2 0 16,0-1-2-16,0-2 2 15,0 0 0-15,0 0 0 0,3-2-1 16,5-2-2-16,-3 0-1 16,3 1 9-16,0-2-3 15,4 2-1-15,0-1 2 16,1 0-1-16,1 0-1 0,-1-2 1 16,1 1-1-16,0-2-1 15,0 0 2 1,1 0-1-16,2 0 1 0,2-1 0 15,-2-1 0-15,3 1 2 16,-1 0 0-16,0-2-2 0,1 2 1 16,-1-2-1-16,-1 2-1 15,2-2 1-15,0 0 0 16,3-1 0-16,0 1 1 16,-1-3 4-16,3 1-2 15,1-2-1-15,3 0 0 16,-2 0 0-16,0 0-1 0,3 0 0 15,-1 0 0-15,-2 0-2 16,1 0 0-16,-2 0 1 16,0 0-1-16,2 0 1 15,-3 0-1-15,2 0 0 16,2 0 2-16,2-2-1 16,1 1 0-16,3 1 0 0,-4 0 0 15,5-1 0-15,-4 0-1 16,3 1 1-16,-3-2-1 15,3 0 0-15,-1-2 1 16,4 0 0-16,-3 0 0 0,4-2 1 16,1 1-1-16,0 0 1 15,-2-2-1-15,0 1 1 16,-4-1-2-16,1 0 0 16,-3 0 1-16,2-1 1 15,3-1 3-15,-1-1-1 0,1 0-2 16,0 0-1-16,2-1 1 15,0-2 0-15,-1 2-2 16,-1-6 1-16,-1 5 0 16,-2-5 0-16,2 0 1 15,-6 1-2-15,1-2 0 16,-4 1 1-16,-1 2-1 0,-2 2 1 16,-5-3-1-16,-2 3 1 15,-3 0 0-15,-6-2-1 16,1 1 1-16,-4-2 0 15,0-2 0-15,-3-2-1 16,0 3 0-16,0-3 2 0,-2-1-2 16,0-1 0-16,0 1 0 15,0-2 0-15,0 1 0 16,0-3 1-16,-4 3-1 16,-2-1 0-16,0 0-1 15,-4 3 2-15,0-1 0 0,-1 3 1 16,-2 0 1-16,-1 4-1 15,1-2 1-15,-5 1-3 16,4 2 2-16,-1-1-1 16,0 2 0-16,-1 0-1 15,2-1 2-15,-4 3-1 0,3-1-1 16,-3 0 0-16,1 3 0 16,0 0 1-16,-2 2 0 15,0 2 0-15,1 0-1 16,-3 1 1-16,0 0-1 15,-1 2 0-15,-1-1 0 0,-1 1 1 16,-3-2-1-16,2 3 1 16,-2-3-1-16,0 0 0 15,0 0 0-15,0-2 0 16,-1 0 1-16,1 1-1 16,-2 0 0-16,-6-2-2 0,-1 3 5 15,-7-1-3-15,-4 3 1 16,-6 1-1-16,-5 0 0 15,-1 0 0-15,-4 4 0 16,-1 5 0-16,1 3 0 16,3 1-1-16,0 3 0 15,4-1-3-15,7 1-3 0,-1 1-8 16,6-1-5-16,-1 1-8 16,3-2-6-16,-3 1-13 15,7-2-14-15,2-1-36 16</inkml:trace>
  <inkml:trace contextRef="#ctx0" brushRef="#br0" timeOffset="10806.47">13442 12638 104 0,'0'0'8'0,"0"-2"2"0,0 0-3 16,0 2-4-16,0-1-5 0,-2 0-5 15,-1-1 1-15,-1 0 12 16,2 1-4-16,-1-2 0 15,-1 2 3-15,-3 0-3 16,1 0 1-16,-2 1 0 16,0 0-2-16,-1 0 0 0,-2 0 1 15,0 0-1-15,-1 0 1 16,-1 2-2-16,2 2 1 16,-5-1 0-16,1 0 0 15,0 0 0-15,-1-1 0 16,-1 1 0-16,0 0 3 0,-1 0 1 15,1 0 1-15,0 1-2 16,-3 0-3-16,1 2-1 16,0 0 1-16,1 2-1 15,0-1 0-15,-2 2 0 16,3-2 0-16,1 1 0 0,0 1 1 16,0 1-1-16,-1 0-1 15,-1 3 2-15,1 2-1 16,0 1-1-16,-1 2 1 15,0 1 0-15,3 1 0 16,0-2-1-16,1-1 1 16,4 2-1-16,0-4 0 0,3 0 1 15,0 0-1-15,0-1-1 16,3 2-1-16,-2 0 0 16,3 0 6-16,1 0-5 15,0 1 1-15,-1 0 0 16,3-3 1-16,0 1 0 0,0 0 1 15,0 1 0-15,0 3-1 16,3 0 2-16,-1 1-2 16,0 1 1-16,0-2-1 15,3-1-1-15,1-5-2 16,-1 1 3-16,4-5-1 16,0 2 7-16,-2-1-2 0,3 0-1 15,0 0-2-15,-1 1 0 16,1-1-1-16,2 1 1 15,1 1-2-15,1-2-4 16,1 1 7-16,2-2 14 0,2 1-10 16,2-2-2-16,1 2-1 15,0 0 0-15,2 0 0 16,1 0-2-16,0 1 0 16,0 1 0-16,1-1-1 15,1-1 1-15,4 0 0 0,-2 1-1 16,2-2 1-16,-1 0 0 15,3-1 0-15,0-1 0 16,-2 0 1-16,4 1 0 16,-4 1 0-16,1 0-2 15,3-1 1-15,-3 1-3 16,5-2 5-16,-3 0-2 0,4-3-1 16,0-3 1-16,0-1 0 15,0 0 2-15,1-1 2 16,3-6-1-16,-1-2-2 15,4 0-1-15,2 1 1 16,-1-3 0-16,2 0-1 0,-4 0 0 16,1 2 0-16,-4 1 0 15,1-1 0-15,-4 0-1 16,2 0 1-16,-2 0-1 16,3-1 0-16,-3-1 1 15,0-2-1-15,-1-1 0 0,0-2 1 16,-4-1 0-16,-3 0-1 15,-3 1 2-15,-1-2-1 16,-2 0 1-16,-5 0 1 16,-2-1-2-16,-2-1 2 15,-3-2 0-15,-4-2 2 16,0 0 3-16,-2-3-2 0,-5-1-2 16,1-1-1-16,0-2-3 15,-2 1 0-15,0 0 2 16,0 0-2-16,-2-1-1 15,-3 1 0-15,-7-1 1 0,0 0 0 16,-2 0 0-16,-2-1 0 16,-2 0 0-16,-2 0 4 15,0-1 1-15,-2 4 0 16,2 3 1-16,-5 2-3 16,1 5 2-16,-1 3 0 0,-1 3-5 15,-5 6 0-15,-4 4-5 16,-3 3-16-16,-4 7-36 15,-8 3-46-15</inkml:trace>
  <inkml:trace contextRef="#ctx0" brushRef="#br0" timeOffset="12073.43">6089 10278 149 0,'-9'-3'-17'0,"0"-3"25"0,6 2 12 0,-1 2-15 15,-2 2-3-15,1 0-2 0,-4 0-8 16,2 0-10-1,-2 0-2-15,1 2-2 0,0-2-4 16,4 0-23-16</inkml:trace>
  <inkml:trace contextRef="#ctx0" brushRef="#br0" timeOffset="12728.16">5999 10251 39 0,'0'0'19'16,"0"0"2"-16,0 0 1 0,0 0-7 15,0 0-2-15,0 0 3 16,0 0-1-16,-11-33-10 15,8 33-5-15,1 0 1 16,2 0 4-16,-2 0-5 16,0 0 1-16,2 0 1 0,-4 0-1 15,1 6-1-15,1 1 0 16,-2 5-2-16,0 0 2 16,1 1-1-16,-2 3 0 15,-1-1 0-15,1 4-3 0,1-1 5 16,-2 6-1-16,1-1 0 15,-2 6 0-15,2 3-1 16,-1 4 1-16,-3 5-1 16,-1 2 1-16,2 3 7 15,-1 4-3-15,0 1-1 16,0 5 1-16,2 2-2 0,1 0-1 16,0 3 1-16,0 0 0 15,2 1 0-15,-1 3 1 16,3 0 0-16,0-1-2 15,2 1 0-15,0 0 0 16,0-1-1-16,0-4 1 0,0 1 1 16,0-4-2-16,0-3 1 15,0-3 0-15,0-4-1 16,0-3 2-16,-2-3-1 16,0-1-1-16,-1 1 3 15,2 2-1-15,1-1 0 0,0 2 0 16,0 0-2-16,0 2 3 15,4-2-2-15,0-2 1 16,-2 2-2-16,2-5 1 16,1-1-1-16,2-3-2 15,0 0 1-15,-1-3 1 16,3 0 0-16,-2-1 2 0,0 0-2 16,-1 0 1-16,-1-1 0 15,-1-3-1-15,0-1 1 16,2-2-1-16,-4-3 0 15,0-3 0-15,2-3 2 16,-3-1 0-16,3-3-1 0,-2-1 1 16,2-3-15-16,-1-5-32 15,4-2-14-15</inkml:trace>
  <inkml:trace contextRef="#ctx0" brushRef="#br0" timeOffset="14799.99">6022 10257 87 0,'0'0'7'0,"0"0"1"0,0 0 2 0,0 0 2 16,0 0-6-16,0 0 5 15,0 0-1-15,0 0-13 16,0 0 7-16,0 0-4 16,0 0 1-16,0 0 0 15,0 0-2-15,40-22 2 16,-17 22-2-16,4 0 2 0,4 0-1 15,4 0 0-15,3 0 0 16,4 0 0-16,1 0 0 16,3-2-1-16,6-3 1 15,0 1-1-15,3-3 2 16,3 0-1-16,1 0 13 0,3-2-11 16,1 2-2-16,1-1 2 15,1 0-1-15,-2 0-1 16,2 3 0-16,-5 1 0 15,0 0 0-15,-4 3 0 16,-2-1 0-16,-2 1 0 0,-1-2 0 16,-2 3 0-16,-4 0 0 15,0 0 0-15,-1 0 0 16,1 0 0-16,-3 0 0 16,3 0 0-16,2 0 0 15,0 3 1-15,-4-3-1 0,0 1 0 16,-2 2 0-16,-3 0 0 15,-5 0 0-15,1-2 0 16,-3 2 0-16,-4-2 0 16,0 1 1-16,-2-2-1 15,0 1 0-15,-6 1 1 0,2-2-1 16,-1 0 0-16,-4 0 1 16,-1 1 0-16,-2-1-1 15,-2 2 1-15,-1 0-1 16,-4 0 0-16,1-1-1 15,-3 1 1-15,-1 0-1 0,1 1 1 16,-1-1-1-16,-1 1 0 16,0 0-1-16,0 1-1 15,-1 0 1-15,1 3 2 16,0-1-1-16,0 2 1 16,-2 2 0-16,2 2 2 15,0-1-1-15,0 3 1 0,1 2-2 16,1 2 1-16,-2 2-4 15,-2 4 6-15,3 5-2 16,-3 1 2-16,0 3-3 16,0 6 1-16,0 1 1 0,0 1-1 15,-3 4 0-15,1 1 1 16,-2-2-2-16,2 1 1 16,1-1-1-16,-1 2 0 15,2 1 3-15,-2-2 0 16,2-2 0-16,0-1 3 15,0 0-5-15,0-3 1 16,0 1-1-16,0 1 0 0,0 2-1 16,4 0 1-16,-1 1 0 15,3 1 0-15,-1-1 1 16,2-2-2-16,-1-2 0 16,1-1 0-16,-1-1 1 0,2 0-1 15,-2-1 1-15,-1 2-1 16,-1-2 1-16,-2-1 0 15,2 0 2-15,-4-2-1 16,0-1 0-16,0-1 1 16,1-2-2-16,-1 2 0 0,0 1 0 15,1 0-1-15,3 1 1 16,-4 0 0-16,0 2-1 16,0 0 1-16,0-1 0 15,0 0-1-15,0 1 2 16,0-2-2-16,0 1 0 15,0-2 0-15,0 1 0 0,0-1 0 16,0-3 0-16,0-2 1 16,0-1-1-16,0 0 0 15,0-5 0-15,0-1 2 16,0-1-1-16,0-2-1 0,0-2 0 16,0-2 0-16,0-1 0 15,0-2 1-15,0-4-1 16,0-1 0-16,0-1 0 15,2 0 1-15,-2-5 1 16,0 1-1-16,0-1 8 0,0 0 25 16,0 0-12-16,0 0-16 15,-5 0-1-15,0-1-3 16,-1-2-1-16,-1 0 0 16,-3 2 0-16,-2-1 0 15,-1 1 0-15,-3 1 0 16,1 0 0-16,-2 0 0 0,0-1-1 15,-4 0 1-15,1 0 3 16,-1-1-2-16,-2 1 0 16,-2 1-1-16,-4 0-1 15,0 0 1-15,-2 0 0 16,1 0-1-16,-3 0 1 0,0 0-1 16,-1 0 1-16,-2 0-1 15,-1 3 0-15,-4-1 0 16,1-1 0-16,-2 0 1 15,1 2-1-15,1-3 0 16,2 0 0-16,-1 0 0 0,4 0 0 16,-3 0 0-16,0 0 0 15,-5 1 0-15,3-1 0 16,-4 1 0-16,-1 1 0 16,3 0 0-16,-1-1 0 15,-1 3 0-15,3-1-1 0,-2 1 1 16,1 1 0-16,0-5 0 15,1 3-1-15,1-3 1 16,3 0 0-16,3 0 0 16,-1 0 0-16,3-8-1 15,-4 3 1-15,4-1-1 0,-3-1 1 16,1 2 0-16,3 0 1 16,0 3-1-16,2 1 1 15,4 0 6-15,1 1-14 16,1 0 8-16,3 0-1 15,3 0 0-15,-1 0 0 16,1 0 0-16,2 1 1 0,-3 5-1 16,3-2 3-16,-4 2 3 15,2 0-6-15,-1-1 1 16,3 1-1-16,-2 0-1 16,5-3 2-16,0 1-1 15,1-3-11-15,0-1 1 0,0 0-26 16,0-3-43-16,0-15-58 15</inkml:trace>
  <inkml:trace contextRef="#ctx0" brushRef="#br0" timeOffset="15682.34">6012 10290 83 0,'0'-4'3'0,"0"2"6"0,0-1-1 0,0 1-1 15,-2 2-8-15,0-1 1 16,0 1 5-16,0 0-2 0,-1-3 0 16,3 3-2-16,-2 0 0 15,0-1 0-15,0 1 6 16,0 0-3-16,2 0-4 15,-2 0-2-15,1 0-1 16,0 7-2-16,1 2 3 0,-1 7 2 16,1 4 0-16,-3 7-1 15,1 6 1-15,0 7 0 16,-3 8-1-16,1 3 1 16,0 4 0-16,-2 4 0 15,1 0 0-15,-3 1 0 16,2 0 0-16,0-2 0 0,1 6 1 15,-4-2 0-15,2 5-1 16,1 7 1-16,-1 1 1 16,-1 5-1-16,0 2-1 15,1 3 1-15,3 1 0 16,2-7 0-16,2-1 0 0,0-3 2 16,0-1 0-16,0-1 0 15,0-4-1-15,0 1 3 16,0-2-1-16,0-1-1 15,0-5-1-15,0-3 0 16,2-4 0-16,0-5-1 0,-1-6-1 16,0-6 1-16,-1-4 0 15,0-5 0-15,0-4 1 16,0-5 0-16,-2-3 4 16,-2-1 0-16,0-4-1 15,1-3-2-15,2-3-1 0,1-2 1 16,0-4-6-16,4-2-44 15,4-19-13-15</inkml:trace>
  <inkml:trace contextRef="#ctx0" brushRef="#br0" timeOffset="17452.89">6046 10365 99 0,'0'0'2'0,"0"0"4"0,0 0-2 16,0 0-2-16,0 0-1 0,0 0 0 15,0 0-1-15,0 0 1 16,0 0 3-16,0 0 2 16,41-32 4-16,-20 30-1 15,4 0-5-15,6 1-3 16,5-1 0-16,7 2 0 16,3 0 1-16,4-1-1 0,2-3-1 15,3-1 2-15,3-3-1 16,2 1-1-16,-1-2 0 15,3 2 0-15,0-3 0 16,1 3 0-16,2-3 1 16,0 2-1-16,1 0 0 0,0 1 1 15,-3 0-1-15,-3 3 1 16,-4 1-1-16,-3 0 0 16,-1 2 0-16,-6 1 0 15,0 0 0-15,-2 0 0 16,-3 0 0-16,-4 0 0 0,-1 0 0 15,0-3 0-15,1-1 1 16,2-5-1-16,1-2 3 16,-2 2 3-16,-2-2-1 15,2-2-3-15,-6 5-1 16,-3-1 0-16,-5 4-1 0,0-1 2 16,-5 2-2-16,0-1 0 15,-3 2 0-15,-3-1 0 16,3 1 1-16,-3-1-1 15,1 1 0-15,-3 3 1 16,-2 0-1-16,2 0-1 0,0 0 0 16,-2 0-2-16,-1 2 1 15,2 3 0-15,-3 3 1 16,2 2-1-16,-2-1 0 16,-3 4-3-16,0 0 2 0,1 3 6 15,-3 1 0 1,2 2 1-16,-2 1-3 0,-1 2-1 15,2 0 0-15,1 1-1 16,-4 4 1-16,0 1 0 16,2 5 0-16,-2 1 2 15,0 5-1-15,0 2 0 0,0 1-1 16,0 1 1-16,0 0-1 16,0 1 1-16,0 0-1 15,0 1 0-15,0 2 0 16,-2 5 0-16,-3 1 1 15,0 1 0-15,1 4 1 0,-3-1-1 16,1 0-1-16,1-2 0 16,1 1 0-16,-3-1 0 15,1 0 0-15,3-5 1 16,-3 1 3-16,2-2 3 16,1-1-4-16,1 0-3 0,2-1 1 15,0-3 1-15,0 1-1 16,0-6 0-16,4-2-1 15,-1-2 0-15,3-1-1 16,-2-2 0-16,-1 0 1 16,1 2 0-16,3-1 1 15,-4 0-2-15,1-1 2 0,2-2-1 16,-3 1 0-16,3-1 0 16,-2 1 0-16,-1-1 0 15,4 0 0-15,-3 2 1 16,-2 2-13-16,1-2 16 0,-1-2-1 15,0 0-2-15,-2-5-1 16,0-2 1-16,0-6-2 16,0 0 3-16,0-3 1 15,0-2 2-15,-5-1-3 16,1-1 1-16,-2-2-1 0,-2 0 1 16,-2-1 2-16,1-2-2 15,-8 1-1-15,2 1 1 16,-1 2-1-16,-1-1-1 15,-5 1 0-15,1 2 0 16,0 2-3-16,0-2-2 16,-2-1 0-16,0 2 3 0,2-1 2 15,-1 0-1-15,1-2 2 16,-1-1 0-16,-1 1-2 16,1-3 3-16,-3 1-1 15,0-2-2-15,-3 0 1 16,-1-3 0-16,-2 1-1 0,-4-3 1 15,-2 2-1-15,1-2 1 16,-2 0-1-16,-3 0 0 16,-1 0 1-16,0 0-1 15,-1 0 1-15,1 0-1 16,-2-4-1-16,3 0 1 0,-3-2 1 16,4 0-1-16,-7 0 0 15,4-2 1-15,-4-1 0 16,1 2 2-16,0 1-1 15,0 1 4-15,-2-1-3 16,4 3-2-16,-3 0 1 0,0 3-2 16,-2 0 0-16,-3 0 1 15,3 0-2-15,0 0 1 16,2 2 1-16,0 0-1 16,0 0 0-16,3-2 0 15,1 0 0-15,2 0 0 0,1-1 2 16,3-4-1-16,5 0 1 15,3 0-2-15,3-2-2 16,5 0-24-16,6-7-55 16</inkml:trace>
  <inkml:trace contextRef="#ctx0" brushRef="#br0" timeOffset="21294.8">6095 10918 22 0,'-2'-1'11'0,"0"-2"8"0,2 0 1 15,-2 0-4-15,-1 1-4 0,2 0-3 16,0-1-1-16,-1 2-1 16,2 1-2-16,0-1-2 15,0 1-2-15,-2 0 0 16,2 0-2-16,0 0-4 16,0 0 4-16,0 0 0 0,0 2 1 15,2 4-1-15,0-2-1 16,0 2 0-16,3 0 1 15,-3-1 1-15,0 1-1 16,1-3 1-16,0 1-2 16,0-4 2-16,1 0 0 15,1 0 3-15,2 0 2 0,4-8 10 16,5-6-3-16,3-4-6 16,6-3-2-16,6-4-1 15,3-1-3-15,3-2 1 16,3-4-17-16,-1 0-62 0</inkml:trace>
  <inkml:trace contextRef="#ctx0" brushRef="#br0" timeOffset="21822.14">7161 10690 12 0,'0'0'40'0,"0"0"-28"0,0 0-7 16,0 0 0-16,0 0 4 15,0 0-2-15,0 0 0 16,0 0-3-16,0 0-2 16,0 0 3-16,0 0 13 15,20 7-4-15,-2-18-5 16,3-1-5-16,7-2-2 0,3-3 1 15,4 0-1-15,-2-2-16 16,-2 0-45-16</inkml:trace>
  <inkml:trace contextRef="#ctx0" brushRef="#br0" timeOffset="22462.77">6158 12009 15 0,'0'0'5'0,"0"0"12"0,0 0-2 0,0 0-4 16,0 0-2-16,0 0-4 16,0 0 2-16,0 0-6 15,0 0 2-15,0 0 11 16,0 0 9-16,35 14 0 0,-14-28-19 15,3-4-1-15,6-5 2 16,5-1 0-16,5-3-19 16,2-3-37-16</inkml:trace>
  <inkml:trace contextRef="#ctx0" brushRef="#br0" timeOffset="22946.02">7316 11880 81 0,'0'0'0'0,"0"0"11"0,0 0-6 15,0 0-2-15,44-26 1 0,-28 15-1 16,4 1-2-16,3-1-1 15,3-1 1-15,-1-2-7 16,-1-3-97-16</inkml:trace>
  <inkml:trace contextRef="#ctx0" brushRef="#br0" timeOffset="25679.28">6368 10228 57 0,'0'0'6'0,"-2"-4"-5"0,0 1 1 0,-1-1-1 16,-1-2 5-16,-1 1 6 0,-2 0 0 15,-1 1-2-15,1 1-5 16,-4-1-1-16,2 4-1 15,-2 0-2-15,-3 0-1 16,3 0 0-16,-1 0 0 0,-1 4-3 16,1-1 2-16,-3 0 1 15,1-2 0-15,-1 1 0 16,2 0-1-16,-3-2 2 16,3 0-1-16,-1 0 0 15,1-2 1-15,1-4-1 16,-1 2 0-16,3 0 0 0,-2 1 0 15,-1 0 0-15,2 1 2 16,-1 0-2-16,2 1-2 16,3 1 4-16,-2 0-2 15,2 0 0-15,1 0 0 0,1 0 0 16,-3 3 0-16,2 0-2 16,-2 2 4-16,1-1-2 15,-2 0 0-15,0 2 0 16,0-1 0-16,1 1 0 15,1 0 0-15,-1-1 0 16,2 1 0-16,1-2 0 0,1 1 0 16,2 1 0-16,-2-1 0 15,0 2 0-15,2 0 0 16,0 0 0-16,0 2 0 16,2-1-2-16,-4 2 2 15,4 3-1-15,-3 1 0 0,2 2 1 16,1 2-1-16,0 4 0 15,-1 3 0-15,1 1 1 16,0 8 0-16,0 0 0 16,0 4 0-16,0 3 0 15,-2 3-1-15,2-1 1 0,-2 1 0 16,2 0 0-16,-4 0 0 16,0 0 0-16,0 0 0 15,-2-1 0-15,-1-2 0 16,1 0 0-16,-1 0 0 15,-2 2 0-15,0-2 1 16,1 2-1-16,1 3 0 0,0 3 1 16,2-2-1-16,1 0 1 15,0-2-1-15,3-2 0 16,1-4 0-16,0 1 1 16,0 0-1-16,0 1 0 0,5-1 0 15,-1-3 0-15,0 1 0 16,1-4 1-16,2 2-1 15,-5-2 0-15,3-1 0 16,-3 2 1-16,0 2-1 16,-2 1 0-16,0-2 2 15,0 2-1-15,0-4 0 0,0 0-1 16,0-4 0-16,0-1 1 16,0 0 0-16,0 0-1 15,0 2 1-15,0 1 0 16,0 2 1-16,-4 2-1 15,0 0 1-15,1-2 1 0,-1 3-2 16,-3-6 0-16,4 0 0 16,1-2-1-16,0-5 1 15,0-1 0-15,2-3 0 16,0-2 0-16,0-1-1 0,0-3 2 16,2 2-2-16,2-2 3 15,-1 1-2-15,4 1 0 16,-5 0 0-16,2-1 0 15,1-1-1-15,-3-2 1 16,4-3-1-16,-3-1 1 0,3-1-1 16,0-2 1-16,0-1 0 15,1 0 0-15,1-1 0 16,2 0 2-16,0-2-2 16,4 2-1-16,1-3 0 15,4 0 0-15,-2 0 2 16,6 0-2-16,4-3 0 0,0-1 5 15,4 0-1-15,2 0-2 16,3 1-1-16,2 1 0 16,1 2-1-16,5 0 0 15,-2 3-1-15,3 7 0 16,-3 0 0-16,2 1 1 0,2-1 0 16,2 3 0-16,2-2 1 15,4-1 0-15,0-3 1 16,-1-5 0-16,2-2-16 15,-3-6-82-15</inkml:trace>
  <inkml:trace contextRef="#ctx0" brushRef="#br0" timeOffset="33584">6320 10308 84 0,'0'0'3'0,"0"0"-1"0,0 0 0 0,0 0 2 0,0 0-2 16,1-41 4-16,-1 35 4 16,0 2 3-16,0-1 0 15,0 3-6-15,-3 0-2 16,-3 1-5-16,0 1 1 0,1-1-1 15,1 1 0-15,-4-2 0 16,2 2 1-16,-1 0 0 16,-1 0-1-16,-2 0 1 15,-1 4 1-15,-2 3-1 16,-3-2 1-16,3 0-2 16,-3 1 1-16,1-5 0 0,3 1-1 15,1-1 0-15,-1-1 0 16,0 0 1-16,3 0-1 15,-1 3 0-15,2-3 0 16,3 0 0-16,1 0 2 16,-2 0-2-16,5 0 0 0,-3 0 0 15,1 0 0-15,-3 1 0 16,3 1 0-16,-1-2 0 16,-1 3 0-16,1-1-2 15,0 1 2-15,-1 0 0 16,2 1 0-16,-1-1-1 0,2 3 1 15,-3-3 0-15,2 3 0 16,2-2 0-16,-1 1-1 16,0-2 1-16,0 2-1 15,-2 3 0-15,0-1-1 0,2 5 0 16,-2 2 2 0,-2 0 0-16,3 3-1 0,-3 1 0 15,1 1 0-15,-2 2 1 16,0 1 0-16,1 0-1 15,0 1 2-15,3-2-2 16,1-1 1-16,-1 1-2 0,1-1-2 16,2 0 1-16,0 4 1 15,0 0 1-15,0 3 0 16,0 5 1-16,0 4 0 16,0 5 1-16,0 5 0 15,0 4-1-15,-4 1-1 0,1 0 0 16,-1 1 0-16,2-4 0 15,-2-6 0-15,1 1 1 16,1-5-5-16,0-1 4 16,-5-1-1-16,4-2 1 15,-1 0 2-15,-2 1 0 0,1 1 0 16,-1 2 2-16,0 5-1 16,-2 1 1-16,1 1-1 15,1 2 0-15,1-4 1 16,-2-6-3-16,5-5 0 15,-1-5 0-15,2-7-2 16,1 0 1-16,0-3 0 0,0 2 1 16,0 0 0-16,0 3 0 15,0 2 1-15,0 0 0 16,0 2 1-16,0 1-2 16,1-2 1-16,0 1-1 15,1-1 0-15,0-1 0 0,0-4 0 16,0 0 0-16,2-3 0 15,-3-2 0-15,2-3 0 16,-3 1 0-16,2 1 0 16,-2-2 0-16,0 3-1 15,0 2 2-15,0 3 0 16,0 2 0-16,0-1 0 0,0 0 0 16,0-3-1-16,0-3 0 15,0-4 0-15,0 0-1 16,0-1 0-16,0 0 1 15,0-2 0-15,2 1 0 16,2 3 1-16,-1-1-1 0,3-1 2 16,-2-1-2-16,2 2 1 15,-2-1-1-15,0 0 0 16,1-2 1-16,1 1-1 16,-3 0 0-16,4 0 0 0,-1 0 0 15,-1-1 0-15,1 0 0 16,1 0 0-16,2-1-1 15,-2-3 1-15,2 1 0 16,-1-3 1-16,2-1-1 16,-2 1 1-16,1 0-1 0,1-1 1 15,1 3-1-15,2-1 0 16,2 2 1-16,1 0-1 16,4 2 0-16,-1 2 0 15,4-2 0-15,2-2 0 16,2 1 0-16,0 0 0 15,0-2-1-15,0 1 1 0,0-1 0 16,-4 0 0-16,2 2 0 16,-2-1 0-16,-1 0 0 15,2-1 0-15,1 0-1 16,0-2 1-16,0 2-1 0,2-3 1 16,2 2 1-16,0-3 0 15,0 1-1-15,2-1-2 16,3 0 2-16,-3 0 0 15,2-1 3-15,1 0 0 16,-3-1-3-16,1 2-18 16,-4-1-15-16</inkml:trace>
  <inkml:trace contextRef="#ctx0" brushRef="#br0" timeOffset="36773.23">6004 10375 57 0,'0'-1'9'0,"0"-4"9"0,-1-1-3 15,1 1-8-15,0 0-5 16,0 2-1-16,0-1 0 16,0 0-1-16,0-2 1 0,1 5-1 15,1-3 0-15,0 2 0 16,0-1 0-16,0 2 0 16,0 1 0-16,4-2 0 15,0 2-1-15,0 0 1 16,3 0 0-16,-1 0-1 0,0 0 0 15,3 0 1-15,-2 0-1 16,5 0 0-16,-1 0 2 16,3 0 0-16,3 0 1 15,0 0-2-15,3 0 1 16,-2 0-1-16,5 0 1 16,0 0-2-16,1 0 1 0,1 0 0 15,2 0 0-15,-1 0 1 16,0 0-1-16,-1 0 0 15,0 0 0-15,0 0 0 16,2 0 1-16,-2 0-1 16,2 0 0-16,2 0 1 0,0 0 0 15,1 0 0-15,-1 0 0 16,2 0-1-16,0 0 2 16,1 0-1-16,3 0 0 15,3 0 0-15,2 0 1 16,5 0-1-16,1-2 1 0,0-1-1 15,-2-3 0-15,-1 0-1 16,-3 1 0-16,-3 0-1 16,1 1 1-16,-2 0 1 15,0 1-2-15,-4-1 1 16,1 2 0-16,-2 1 0 0,2-2 0 16,-4 1 0-16,0 1 1 15,-3 0-1-15,2 1 0 16,-2 0 0-16,2 0 0 15,-1 0 0-15,-2 0 0 16,0 0 0-16,2 0 0 0,-5 0 0 16,0 0 0-16,-3 0 1 15,-1 1 1-15,-6 0-2 16,1 1 0-16,-3-2 1 16,1 0-1-16,-2 0 0 15,2 0-1-15,1 0 1 0,-1 0 1 16,3 0-1-16,-1 0 1 15,-1 0 1-15,-1 0-2 16,1-2 1-16,-1 2-1 16,-2 0 0-16,3 0 0 15,-3 0 2-15,0 0 0 0,1 0-1 16,0 0 1-16,2 1-1 16,-3 3 1-16,3-1-1 15,-3 1 0-15,0 3 0 16,-1-1-1-16,-2 2-1 15,-4 2-1-15,-2 0 0 16,1 0 2-16,-1 3 1 0,-2 0 1 16,0 1 1-16,2 3 0 15,0 2 2-15,-2 0-3 16,3 4 2-16,2 1-4 16,-1 3 2-16,0 3 1 15,-3 0-1-15,1 1-1 0,-2 1 1 16,0-3-1-16,0 1-1 15,0-2 0-15,0 1 0 16,0 0 0-16,2 1 0 16,0 0 0-16,-2 3 0 15,0 2 1-15,0 1-1 0,-2 2 0 16,-3-1 0-16,1-1 1 16,0-1-1-16,1 1 0 15,0-1 0-15,3 1 0 16,0-1 0-16,0 2 0 15,0-1 0-15,0-2 0 16,0-1 0-16,0-1 1 0,0 2 4 16,0 0 1-16,0 2 0 15,-2 2-2-15,-2 2-1 16,-2 2-1-16,1-2 1 16,1 0-2-16,-1-3 0 0,0-4 0 15,1-3-1-15,0-5 0 16,2-1 0-16,-1 0 1 15,1 3 0-15,-3 0 1 16,2 3-1-16,0 3-1 16,-2-1 1-16,1 4 0 0,2-2 2 15,1 0-2-15,1-3 1 16,-2-1-1-16,2-1 0 16,-2-4-1-16,2 0 0 15,0-2 0-15,0-1 0 16,0-2 0-16,0 0 0 15,0 0 0-15,2-2 1 0,1 0-1 16,0-1 0-16,3 1 0 16,-4 0 1-16,1-1 0 15,-1 1 1-15,2-2-2 16,-4 1 0-16,2-4 0 16,-2-2 0-16,2-2 0 0,-2-2 0 15,0-4 1-15,0 1-1 16,0-3 0-16,0 1 0 15,0-1 2-15,0 2-1 16,0 0 0-16,-4 0 1 16,-3-2-1-16,0 2 1 0,0-2-1 15,-1 1 1-15,1-1-1 16,-4-1 1-16,2 3-1 16,0-3-1-16,-5 3 0 15,3-2 0-15,-2 1 0 16,-1 1-1-16,1-1 1 0,-1-1 0 15,-1 1 0-15,-1 1 0 16,1-1 1-16,-1 0-1 16,3 0-1-16,-3 2 2 15,-1-3-1-15,1 1 1 16,0 1-2-16,-2-3 1 0,-2 0-1 16,0 0 1-16,-3 0 0 15,-1 0 1-15,2-1-1 16,-1-2 2-16,-1 1-1 15,1-1 0-15,-2 3-1 16,1 0 0-16,-2 0-3 0,0 0-3 16,2 0-1-16,-3-1 3 15,0 0 4-15,-1-2 0 16,-3 0 3-16,1-1 0 16,-1-1 1-16,0 2 2 15,0-1-3-15,1 0-1 0,-1 1-2 16,2 2 1-16,0-1-1 15,0 2 0-15,0-1 0 16,-1 1 0-16,2-2 1 16,-1 2-2-16,2 0 2 15,-1 0-1-15,0 0 0 0,1 0-1 16,1 0 0-16,-1 2 1 16,2-1 0-16,0 2 0 15,-2-2 0-15,2 1 0 16,2-1 0-16,0 2 1 15,-2 0-1-15,0-2 0 0,3 2 0 16,0-1 0-16,0-1 0 16,4 0 0-16,-3 0 0 15,1-1 1-15,3 0-2 16,-3 0 2-16,1 2-1 16,0-2 0-16,1 2 0 0,2-2 0 15,0 1 0-15,1-1 0 16,1 0 0-16,-1 0 0 15,3 0-1-15,-1 0 2 16,2 0-1-16,-3 0 0 16,3 0 0-16,-2 0 0 15,0 2 0-15,4 0 0 0,-1-1 0 16,0 0 1-16,3 0-2 16,-3-1 1-16,2 0 0 15,1 0 0-15,-1 2 0 16,0-2 0-16,1 1 0 15,1-1 0-15,-1 1 0 0,3 0 0 16,-1 0 0-16,0 1-1 16,3-2 2-16,0 0-1 15,-2 1 0-15,1-1 0 16,1 0-1-16,0 0 2 0,0 0-1 16,-2 0 1-16,2 0 0 15,-2 0 0-15,2 0-1 16,0 1 0-16,0-1 0 15,0 0 1-15,0 0-1 16,0 0-1-16,0 0 1 16,2 0 1-16,0 0-2 0,0 0 1 15,-1 0-1-15,1 0 1 16,0 2-1-16,0-2 1 16,0 0 1-16,0 1 0 15,0-1-1-15,0 0 0 16,-2 0 0-16,2 0 0 0,0 0 0 15,0 1 0-15,-2 1 0 16,2-2 0-16,0 0 0 16,0 0 0-16,0 1 0 15,0-1 0-15,0 0 0 16,0 0-1-16,0 2 0 0,0-2 1 16,0 1-1-16,0-1 1 15,0 2 0-15,0-1 1 16,0-1-2-16,0 1 1 15,0 1 0-15,0-1 1 16,0 1-1-16,0-1 1 16,0 0-1-16,0 2 0 0,0-1 0 15,0-1 1-15,2 0-2 16,0 2-1-16,0-1-3 16,3-1-11-16,-1-1-23 15,-1-1-49-15</inkml:trace>
  <inkml:trace contextRef="#ctx0" brushRef="#br0" timeOffset="38602.19">17723 12482 87 0,'0'0'-2'0,"0"0"-1"0,0 0 3 0,0 0 0 0,0 0-8 16,0 0 7-16,0 0 6 15,0 0 5-15,0 0-3 16,0 0-3-16,15 40-2 0,-12-34-1 16,2-1-1-16,-1-2 2 15,2 1 0-15,1-4 1 16,-1 0 2-16,4 0 9 15,2-1 16-15,1-9-6 16,1 0-8-16,2-4-9 16,2-4 0-16,1-2-2 0,0-3 0 15,3 0-2-15,-3-4 0 16,6 0 6-16,-2 0 1 16,3-1-6-16,0 2 2 15,0 4-4-15,-2 2 0 16,-4 5-2-16,-4 4 3 0,-2 5-3 15,-8 4 0-15,-3 2-7 16,-3 0-21-16,0 7-15 16,-5 5 6-16,-7 1-13 15,-3 0-38-15</inkml:trace>
  <inkml:trace contextRef="#ctx0" brushRef="#br0" timeOffset="38870.73">17842 12516 88 0,'0'0'27'0,"0"0"10"0,0 0-10 0,0 0-16 16,0 0-3-16,36-31-2 16,-14 17-1-16,5-3 11 15,2-2-13-15,9-1-2 0,-1-2-3 16,2-4-77-16</inkml:trace>
  <inkml:trace contextRef="#ctx0" brushRef="#br0" timeOffset="41149.05">13017 10780 77 0,'-11'1'0'0,"4"-1"4"0,-2 1-3 16,0 2 1-16,0 0-14 15,-4 0 2-15,-1-1 11 16,1 1 2-16,-2 0 5 15,-1-1 3-15,1 0-4 0,-1 0-3 16,3-1-3-16,-3 1 1 16,1 1-2-16,1-2 1 15,-2 2-1-15,-2-2 1 16,-1 1 1-16,-2-2 4 16,-2 0 0-16,-6 0 4 0,-2 0 5 15,-1 1 0-15,-1 2-9 16,-4 1-4-16,1 3 0 15,-3 3-2-15,1 0-2 16,-3 4-7-16,0 2 0 0,1-2 8 16,0 3 1-16,4-3 0 15,-1 2 4-15,6 0 2 16,-1 2-2-16,7 1-3 16,0 1 0-16,3 2-1 15,3 1 0-15,2 4 0 0,0-2-2 16,7 1 1-16,-1-2-2 15,3 3 1-15,4-4 1 16,2 2-2-16,0 0 0 16,2 0-1-16,0 0 2 15,2-3 0-15,3 2 0 16,6-2 0-16,0-1-2 0,0-3 3 16,3 2-3-16,1 0 3 15,1 0 0-15,1 0 1 16,1 0-1-16,5 1-4 15,-1-1 8-15,7 0-1 16,2 1-1-16,1-2 1 0,4 0 0 16,-1-2 0-16,2-2 2 15,0-1-1-15,1-3-4 16,-3 1 2-16,2-4 1 16,-2 2 1-16,2-3-1 15,0 0 1-15,2-1-2 0,1-2 0 16,2-3 1-16,3-1 1 15,0 0-1-15,4-5 2 16,-2-6-1-16,2-2-1 16,-3-2 0-16,-1-1-2 0,0-2 1 15,-2 1 0-15,-3-2-1 16,0 1 1-16,-1 0-1 16,-1-2 2-16,-5 1-2 15,0-2 0-15,-6 0 1 16,-4-3-1-16,-2 4 0 15,-6-3 1-15,-3-1 7 0,-3 0 10 16,-4-3 1-16,-4 0-2 16,0-3-3-16,-1-1-7 15,0-3 2-15,-1 1-3 16,-7-1-1-16,1 0-2 16,-6 0-1-16,-1 1-1 0,-3 1-2 15,-5-1 0-15,-2 2-2 16,-2-2 1-16,-1 3 2 15,1 0 5-15,-3 3 5 16,2 3 0-16,0 3-6 16,2 4 0-16,0 6-3 15,2 2 0-15,2 4 0 0,-1 4-3 16,-1 1-9-16,4 0-17 16,0 7-16-16,0 1-19 15,1-4-11-15</inkml:trace>
  <inkml:trace contextRef="#ctx0" brushRef="#br0" timeOffset="41519.21">12888 10588 60 0,'-4'2'0'0,"4"-2"1"0,0 0 4 0,0 0 2 15,0 0 16-15,6-10 7 16,0-2 1-16,3-7-8 16,3-4 5-16,3-5 13 15,3-3-24-15,6-7-2 16,6-4-10-16,8-3-1 0,7-7-3 16,6-7-1-16,5-10-49 15</inkml:trace>
  <inkml:trace contextRef="#ctx0" brushRef="#br0" timeOffset="47143.04">10352 16908 112 0,'3'5'2'0,"-1"-1"-7"0,1 2 6 0,0 2-1 15,-1 1-1-15,-1-2-2 16,0 2 9-16,-1 2 3 16,2-1 3-16,-2 3-4 15,0-4-3-15,4 2-4 0,-2-3 0 16,-1 0-1-16,2-4-1 15,0-1 0-15,-1-2-1 16,-2-1-1-16,0 0 9 16,0 0 35-16,0-4-10 15,0-6-22-15,0 0-3 16,0-4-2-16,-3-2-3 0,0-1 0 16,0-3 0-16,-1 1 0 15,0-3-1-15,1 1 0 16,1-3 1-16,2-2-1 15,0-1 0-15,0-3-1 16,5 0 0-16,5 1 1 0,4 2 1 16,-3 4-2-16,2 1 1 15,-1 7-1-15,1 2 1 16,-5 6-1-16,3 4 0 16,-1 3 1-16,-1 0-1 15,2 3 0-15,0 9-3 0,0 3 1 16,1 2 5-16,-3 3-2 15,2 1 0-15,0-1 0 16,-4 3 1-16,1 0-2 16,0 1 1-16,-4 0 0 15,0 0 1-15,-1 3 4 0,-1 0-5 16,-2-3-6-16,0 0-19 16,0-1-16-16,-9-2-21 15</inkml:trace>
  <inkml:trace contextRef="#ctx0" brushRef="#br0" timeOffset="47349">10431 16906 138 0,'0'0'-2'0,"0"0"5"15,0 0 4-15,43-37-5 0,-26 29-1 16,3 1 0-16,0 0-1 16,3 1-8-16,0-2-19 0,-4 2-9 15</inkml:trace>
  <inkml:trace contextRef="#ctx0" brushRef="#br0" timeOffset="47654.31">10669 16785 127 0,'0'0'22'0,"0"0"20"16,0 0-35-16,0 0-13 16,0 0 5-16,0 0-3 15,0 0 3-15,44 46 1 16,-35-29 0-16,3 0 0 16,0-3 1-16,-1 0 0 0,1-3-1 15,-2-3 3-15,0-3-2 16,1-3 0-16,-4-1 1 15,1-1 1-15,-3-2 2 16,4-11 11-16,-4-2 0 0,3-6-6 16,-3-3-2-16,2-1-2 15,-3-1-1-15,3 0-2 16,-1 0-1-16,1 0-1 16,3 1-5-16,0 3-34 15,1 4-45-15,-2 2-18 16</inkml:trace>
  <inkml:trace contextRef="#ctx0" brushRef="#br0" timeOffset="49284.12">11034 16733 126 0,'0'0'9'0,"0"0"21"0,0 0-7 15,0 0-15-15,5-47-5 16,-5 37-1-16,0 3 0 16,0 0 3-16,-3 1 0 15,-3 4 4-15,-3 0-4 0,0 2-3 16,0 0 1-16,-2 11-3 15,0 1-1-15,0 5-1 16,2 1-4-16,2 2 4 16,1 0-1-16,0-2 3 15,5 0-1-15,1 0-1 0,0-4-2 16,2-1-1-16,7 1-1 16,0-2 4-16,4-1-1 15,-2-4 0-15,2-1 1 16,0-2 2-16,1-4-1 15,0 0 4-15,-1 0 4 0,-1-11 5 16,1-1 1-16,-4-2-3 16,0-3-4-16,0 3-3 15,-4-5 1-15,1 1-2 16,-4 1 1-16,0-2-1 16,-2 0 0-16,1 0-1 0,-1 1 0 15,0-1 0-15,2 5-1 16,-1-1 2-16,2 4-2 15,2 4 0-15,0 2-2 16,3 2 1-16,-3 1 0 16,5 2 0-16,0 0-1 0,-2 3 0 15,2 4 2-15,1 2-1 16,0 1 1-16,-2 1 0 16,3 0-1-16,-2-1 4 15,1 0-2-15,-1 0 0 16,0-1 1-16,1-5-3 15,1 0-6-15,-1-2-11 0,1-2-5 16,-1-2-9-16,-1-8 2 16,2-2 17-16,-5-3 8 15,1-3 4-15,-3-2 2 16,-1 0 0-16,-4 3 12 16,0 0 17-16,0 3 13 0,0 2-11 15,-6 1-26-15,-1 5 5 16,-1 2-7-16,-2 4-3 15,1 0-1-15,-2 4 5 16,0 9-5-16,2 1-2 0,0 5 7 16,1 1-3-16,4-2-3 15,2 0 1-15,2-3-3 16,0-4-8-16,8-4-15 16,3-4-1-16,5-3 15 15,1 0 9-15,3-10 3 16,-3-5 2-16,4-4-2 15,-3-1-3-15,-4 0 3 0,-1 1 5 16,-2 2 1-16,-4 2-1 16,-3 4-2-16,-2 3 4 15,-2 3 9-15,0 2 0 16,0 3-13-16,0 0-5 0,-5 6 0 16,4 1 5-16,0 4-3 15,1 2-1-15,0-3-4 16,1 1-9-16,9-3 0 15,2-4-6-15,1 3 9 16,1-4 1-16,2-3 2 0,2 0-1 16,-1-3-7-16,3-8 14 15,-4-2 1-15,2-6 1 16,-5 0 4-16,-1-1 7 16,-2-2 4-16,-3 4 1 15,-5 1-5-15,-2 1-2 0,0 5-1 16,-6 4 2-16,-3 1-3 15,0 3 1-15,-2 3-4 16,4 0-2-16,-1 6 2 16,3 5-8-16,-2 3-2 15,5 2-16-15,1 3 28 0,1 0-7 16,0 0-2-16,4-2-1 16,6 0 1-16,1-1 2 15,1 1 2-15,3-2 0 16,1 2 5-16,-1-1-2 15,-1 0-3-15,-1-1 0 0,-4 1 1 16,-4-1-1-16,-3 0-2 16,-2-3 1-16,-3 1 3 15,-7-3 0-15,-2-1-2 16,-1-4 2-16,2-3 0 16,-1-2 0-16,4 0-1 0,3-4-3 15,3-5 2-15,2-4-1 16,0 0-1-16,2-4 1 15,9 0-3-15,3-1 3 16,1-2-2-16,1-1-3 16,0 2 6-16,2-3 0 0,0 2-1 15,-5-3 3-15,0 2 2 16,-4-1 5-16,0 4-6 16,-5-1-2-16,-2 2-2 15,-2 6 4-15,0 2 0 16,0 5 0-16,-3 0-2 0,-2 4-3 15,-1 0-1-15,1 3 4 16,0 5-2-16,1 4 2 16,4 2-3-16,0 3 0 15,0-2 0-15,9 0-4 16,4-1-1-16,2-2-2 16,8-1 3-16,0-3-2 0,3-4-23 15,1-2-41-15,0-2-53 16</inkml:trace>
  <inkml:trace contextRef="#ctx0" brushRef="#br0" timeOffset="49554.05">12226 16213 253 0,'0'-1'11'0,"0"1"6"0,-3 0-15 0,0 5-6 15,0 7 9-15,-1 3-5 16,2 5 0-16,0 3 1 16,2 1-2-16,0-1 0 15,0 1 0-15,8-1 0 16,-3-2 1-16,3 0-1 0,-1-4-3 16,2-5-8-16,-6-2-16 15,1-5 0-15,-2-3-7 16,-2-2-10-16,0-3 32 15,0-11-23-15</inkml:trace>
  <inkml:trace contextRef="#ctx0" brushRef="#br0" timeOffset="49782.12">12219 16311 47 0,'0'0'65'0,"-4"-51"-28"16,4 29 9-16,0 3-15 16,2 1-9-16,5 3-16 15,4 4-5-15,2 1 0 0,0 3-1 16,1 4 0-16,-1 3-3 15,-2 0-1-15,1 4 4 16,-5 9-1-16,1 1 0 16,-6 5-4-16,-1-1 0 15,-1 3 4-15,0-3 1 0,-8 0-2 16,-2-4-1-16,-2-1 3 16,1 2-13-16,1-7-5 15,3-4-28-15,0-4-64 16</inkml:trace>
  <inkml:trace contextRef="#ctx0" brushRef="#br0" timeOffset="50108.79">12438 16179 249 0,'0'0'7'0,"0"0"3"0,0 0-18 15,0 0-1-15,0 0 15 16,-8 39-3-16,4-24 3 15,3 2-6-15,1-1 0 16,0-3-2-16,0-2-2 16,1-3-1-16,7 0-1 15,-1-4-1-15,3-3 10 0,0-1-1 16,-2 0 2-16,3-5 1 16,-1-4 3-16,-4-4-2 15,-1 2 0-15,-3-5 4 16,-2 2 0-16,0-2 0 15,-4-1-3-15,-5 3-1 0,-3 4-5 16,-1 3-2-16,-1 7-7 16,-1 0-16-16,1 11-9 15,1 5-17-15,0 1-28 16</inkml:trace>
  <inkml:trace contextRef="#ctx0" brushRef="#br0" timeOffset="50479.02">12659 16111 134 0,'0'0'10'0,"0"0"44"16,0 0-21-16,0 0-20 15,0 0-12-15,0 0 4 16,0 0-2-16,0 0-7 0,-29 53 7 15,27-33-4-15,2-2 0 16,0-1-4-16,4-6 1 16,4-1-5-16,1-4 2 15,3-5 9-15,1-1 2 16,0 0 0-16,2-7 0 0,-4-6 2 16,0-1 3-16,-3 0 1 15,-2-2 4-15,-6 1 6 16,0 2-3-16,0 0-9 15,-6 5-4-15,-6 3-4 16,1 5-12-16,-5 0-14 0,1 5 1 16,-1 9-14-16,1-1-20 15,3-2-32-15</inkml:trace>
  <inkml:trace contextRef="#ctx0" brushRef="#br0" timeOffset="50971.89">12769 15676 141 0,'0'0'-1'15,"0"0"22"-15,0 0-9 16,0 0-23-16,0 0 3 15,0 0 9-15,0 54 9 16,3-23-10-16,3 2 5 0,-1 4-1 16,3 1-2-16,0-1 5 15,2 1-6-15,1-2 1 16,1-3 0-16,-2-2 0 16,1-3 1-16,2-5 4 15,-1-3-2-15,0-4 1 0,1-6 0 16,1-2 2-16,-1-6-2 15,0-2-2-15,1 0 2 16,-3-6 2-16,2-5-2 16,-2-5 0-16,-2-1-3 15,0-3 1-15,-2 2-1 0,-3 1 1 16,-3 2-3-16,1 4 1 16,0 5-1-16,-2 3 0 15,0 2 1-15,0 1-4 16,0 0-4-16,4 3-4 15,-1 6 4-15,6 0 7 0,-2 3-3 16,3-4-12-16,-1 2-11 16,-1-4-45-16,0-5-1 15</inkml:trace>
  <inkml:trace contextRef="#ctx0" brushRef="#br0" timeOffset="51097.48">13118 15818 78 0,'0'0'-77'0</inkml:trace>
  <inkml:trace contextRef="#ctx0" brushRef="#br0" timeOffset="51838.86">13169 16013 114 0,'0'0'75'0,"0"0"-28"15,0 0-30-15,0 0-9 16,-14-36-10-16,10 22 0 16,2 1 3-16,2 1-3 0,0 0 5 15,0 2-4-15,0 3-4 16,7 0 2-16,4 2 1 15,0 2-1-15,2 1 3 16,3 2 2-16,-3 0-15 16,3 9-15-16,-5 2 9 0,3 2 7 15,-6 0 4-15,1-1 7 16,-4 0 0-16,0-4 1 16,-3-1 0-16,0-3 0 15,-2-2 1-15,0-2 7 16,0 0 33-16,0 0-7 0,0-10-30 15,0 0-1-15,1-3-1 16,3-1 2-16,2 0-2 16,1 1-2-16,2 3 0 15,0 2 1-15,0 3-2 16,2 3 1-16,0 2-3 0,0 0 0 16,3 3 0-16,1 4 2 15,1-2 1-15,-1 1 1 16,0-3-1-16,-1-2-1 15,-1-1-2-15,-1 0-1 16,-3-5 2-16,-2-5 4 0,2-4 1 16,-5-1 2-16,-4 1 4 15,0 0-2-15,0-1 0 16,0 2-4-16,-2 1 0 16,-2 5-3-16,-1 1-4 15,5 5-2-15,0 1-7 16,0 0-44-16,5 11 45 0,4 5 9 15,2 2 1-15,2 5 1 16,2-1 1-16,1 3 0 16,2-1 0-16,0-1 1 15,-3-2 0-15,-1-1 2 16,-3-2 2-16,-4-5 0 0,0-3 0 16,-7-1 3-16,0-4 12 15,-2 1 10-15,-14-1-3 16,-2 4-21-16,-8 4-5 15,-5 2 0-15,-1 4-2 16,-7 4 0-16,0-2-19 0,-4 0-52 16,0-8-51-16</inkml:trace>
  <inkml:trace contextRef="#ctx0" brushRef="#br0" timeOffset="53441.92">6416 10218 99 0,'0'0'4'0,"0"0"1"0,0 0-3 0,-4 0-3 0,-2 3 1 16,-3 1 2-16,-3-1-2 15,2 3 2-15,1-2-1 16,-3 0-1-16,1 1 0 15,-2-1-5-15,-3 2-9 0,-1-2 0 16,-4 0 7-16,-3-1 11 16,-1 2-1-16,-2 0-2 15,-4-2 0-15,1 1 0 16,-1 0 4-16,3-1 9 16,1 1-1-16,0-3 4 15,2 1 1-15,0-2 1 16,1 0-4-16,0 2 12 0,1-1-25 15,-2 3 0-15,5 2-1 16,1 0-2-16,1 1 1 16,4 3-2-16,-2 1-4 15,5 0 0-15,-2 4 2 0,4 2-1 16,2 2 1-16,1 3 1 16,-4 6 2-16,4 2-1 15,-1 4 1-15,1 0-1 16,-1 3 2-16,0-1-1 15,3 1 1-15,3-2 1 0,1 1-2 16,0 0 2-16,0-1-2 16,0 4 1-16,0 1 0 15,1-1 1-15,-1 3-1 16,0-2 2-16,0 5-5 16,0 1 6-16,0 2-3 0,0 6 0 15,1 2 0-15,2 3 0 16,4 1 0-16,0 1 0 15,-1-4 0-15,1-2-2 16,-1-4 2-16,0-4-2 16,0-6-2-16,-1-3 8 15,1-2 9-15,-2-2-2 0,0 2-4 16,2-2-3-16,-2 3-3 16,0 1 1-16,-2 3-1 15,1-1 0-15,-1 3 2 16,0-1-2-16,-2-2 0 0,2 1 0 15,1-1 0-15,-1-2-1 16,3-3 2-16,-3-3-2 16,-2-1 1-16,0-8-1 15,2 0 0-15,-2-5 0 16,0-2 0-16,0-1 0 16,0-2 0-16,0 0 1 0,0 0-1 15,0-2 0-15,0-1 2 16,0 0-2-16,0 1 0 15,0 0 0-15,0-2 0 16,0 3 0-16,0-4 1 16,2 5-2-16,-1-1 1 0,5 0 0 15,-2 4 0-15,3 1-2 16,2-1-4-16,0 0 5 16,2 0 0-16,5-2-1 15,1-2 1-15,6-4-1 16,4-5-2-16,6-3 0 0,9-5 11 15,3-17-9-15,7-14-109 16</inkml:trace>
  <inkml:trace contextRef="#ctx0" brushRef="#br0" timeOffset="55270.25">5840 10396 141 0,'3'0'-19'0,"-1"-3"24"0,2-1 0 16,0-2-1-16,1 2-2 0,2-2-1 15,-2 0 0-15,-1 2 0 16,0-1-1-16,1 0 0 16,-1 2-2-16,2 1-8 15,2 0-2-15,-1-1 3 16,3-1 2-16,4 1 5 0,-1 2 2 16,3-3-2-16,0 2 2 15,2-1 0-15,2 0 2 16,4 1 2-16,1 0 0 15,2-1-2-15,4 2 1 16,3 0-1-16,1-1-1 0,3-2 1 16,3 2-2-16,1-1 2 15,0-1-2-15,5-3 1 16,3 0-2-16,-1 0 2 16,3-3-1-16,3 3 0 15,-2-3 1-15,-1 3-1 0,2 0 0 16,0 1 0-16,-3-1 0 15,4-2 1-15,1 1 0 16,1 1 0-16,1 0 3 16,-5 0 2-16,3 1 1 15,-2 2-1-15,-5 1-4 16,4 1 0-16,-1 0-2 16,-5 0 1-16,2-1 0 0,-1 2 1 15,0-2 0-15,0 0-1 16,2-1-1-16,-2-2 1 15,0 1 0-15,-2-1 0 16,-2 2-1-16,-2-2 1 0,-4 4 0 16,0 1 1-16,-2 1-2 15,-3 0 1-15,-3 0-1 16,-1 3 1-16,-2 3-1 16,-1-1 1-16,-3 1-1 15,-6 0 0-15,0 1 2 0,-2 0-2 16,-2 3 0-16,-2 0 0 15,-2 0 1-15,-3 2-2 16,0 1 2-16,-2 2 1 16,-2 0-3-16,-2 1 0 0,0 1 3 15,0 1 0-15,0 2-1 16,0 4 1-16,-4 2-1 16,-2 2-1-16,1 3 1 15,-2 4 1-15,2 4-4 16,-1 2 5-16,0 2-1 15,1 1-1-15,0 4 0 16,1-4-1-16,3 2 1 0,1-2-1 16,0 2 2-16,0 0 3 15,0-2 1-15,0 4 2 16,0-1-2-16,0 6-3 16,0 1 1-16,0 8-2 0,0 7-1 15,0 7 0-15,-2 7 1 16,2 2-5-16,0-3-9 15,0-5-8-15,5-10 1 16,2-9 10-16,2-13 6 16,-3-9 2-16,1-7 5 15,0-4 7-15,-3 2 3 0,1-4-5 16,-3-2-4-16,0-1-1 16,-2-2-1-16,0-5-2 15,0 1-1-15,0-4 2 16,0-1-2-16,-7-1 4 0,1-1 0 15,-5-2-3-15,2 0 7 16,-7 0-10-16,-1 0 5 16,-4 0-8-16,-4 0 10 15,-6-2-5-15,-5 3 3 16,-2-1-2-16,-9 2 0 16,-1 5-1-16,-5-2-16 0,-6 1-50 15</inkml:trace>
  <inkml:trace contextRef="#ctx0" brushRef="#br0" timeOffset="57508.36">17691 12438 33 0,'0'0'2'0,"0"0"0"0,0 0 7 0,0 0 7 16,0 0 5-16,0 0-2 15,0 0-9-15,0 0-3 16,0 0 7-16,0 0-5 0,0 0 6 16,0 0-4-16,-12-6 5 15,12 6-4-15,0 0-9 16,0 0-4-16,2 0-5 15,-2 0-1-15,1 0 6 16,0 5 0-16,2 2 1 16,2 0 1-16,-3 1-1 0,1-2 0 15,1 1 0-15,0-3-1 16,-2 2 0-16,1-3 1 16,-1-3 0-16,1 2-2 15,2-2 4-15,-2 0 3 0,1 0 4 16,1 0 1-16,0-2-2 15,3-1-3-15,1-4 1 16,2-3-2-16,2 0-1 16,4-2 1-16,5-1-3 15,-1-3 1-15,4-1-1 0,0-1 0 16,0 0 0-16,-3-3 0 16,-2 3 0-16,-4-1 0 15,-3 1 2-15,0-1 8 16,-5 1 1-16,-1 2-5 15,-1 3-4-15,0 2-3 16,-5 1 1-16,1 5 0 0,-1 2-1 16,-1 0-3-16,0 3 1 15,0 0-1-15,0 0-6 16,0 0-25-16,0 4-3 16,0 3-33-16</inkml:trace>
  <inkml:trace contextRef="#ctx0" brushRef="#br0" timeOffset="57784.52">17826 12519 99 0,'0'0'47'0,"0"0"-47"0,0 0 12 0,0 0-5 15,43-40 8-15,-24 22 6 16,5-2-7-16,1-1 0 16,3-2-5-16,5 0-5 0,4-1-3 15,-1-4-17-15,2-1-102 16</inkml:trace>
  <inkml:trace contextRef="#ctx0" brushRef="#br0" timeOffset="60212.32">6297 10257 39 0,'-7'0'22'0,"0"-2"2"0,0 2 3 15,-1-1-4-15,0-2-4 16,0 2-3-16,1-1-1 0,0 1-8 15,-2 1-1-15,2 0-6 16,-3 0 1-16,1 0-2 16,-1 0 2-16,0 0-1 15,1 0 1-15,-1 1-1 16,0 1 1-16,1-1-1 0,-1 2 1 16,-1 0-1-16,1-2 1 15,0 5-1-15,1-2-1 16,1 2 1-16,1-1-2 15,-1 0-2-15,4 0-4 16,-2 2 4-16,1-1 2 0,-1 0 0 16,0 4 2-16,2-3-1 15,-2 0 1-15,1 0 0 16,3 0 0-16,-2-2-1 16,0 1 1-16,2 0 0 15,-1 1 0-15,2-1 0 0,1 1-1 16,-2 3 1-16,2-3 0 15,-2 5 0-15,0 0 0 16,0 0 0-16,-1 2 0 16,1 1 0-16,0 1 0 15,0 2 1-15,2-2-2 0,0 1 1 16,0 2 1-16,0-1-2 16,0-1 0-16,0 5 1 15,0-1 0-15,0 3 1 16,0-3-1-16,0 5-1 15,0-1 2-15,0 1-1 16,-2 1-1-16,-2 1 1 0,1 2 0 16,-2 1 0-16,1-1 0 15,-1 4 0-15,1-4 0 16,0 3 0-16,0-3 0 16,1 1 0-16,1 0 0 15,-3 0 0-15,0 3 0 0,-1 2 0 16,-1 2 0-16,1-1 0 15,-1 0 0-15,5 0 0 16,1 0 0-16,1 0 1 16,0-3-1-16,0 7 0 15,0 0 1-15,0 2-2 0,0 4 2 16,0-2-1-16,0 1 0 16,-6-2 0-16,0-3 0 15,1-4 1-15,-1 0-2 16,-2-2 2-16,0 1-1 15,3-2 0-15,-3 0 0 0,2 0 1 16,-1-4 1-16,4 0 0 16,0-1 3-16,3-3-1 15,0 2-1-15,0-1-1 16,0-1-2-16,3 0 0 16,3 1 0-16,0-1 0 0,0 0 1 15,0-2-1-15,-4 1 0 16,1-2 1-16,-2 0-1 15,2-1 1-15,-3-3 0 16,4-1-1-16,-2 0 0 16,1-4-1-16,4-1-2 15,-1-2 1-15,1-1 1 0,-1 0 1 16,4 0 0-16,-1 0-2 16,1 1 1-16,2-1 2 15,-1 0-2-15,0-1-1 16,1-2 4-16,-2 0-7 0,1 0 6 15,3-3 9-15,-1 2-5 16,3-2 1-16,-1 2-1 16,4 0-3-16,-2 1-1 15,3 1-1-15,3 1 4 16,0-2-3-16,-3 0-1 0,6-3 0 16,1-1-4-16,-2-1 1 15,2-2 1-15,0 0 3 16,-1 0-2-16,1 0 3 15,0-2-1-15,4-5 1 16,0 1-1-16,5-2 8 0,-2-2-3 16,6 1-1-16,-2-1-4 15,0 2 1-15,-3-1-1 16,-3 4 0-16,-1-2-1 16,-4 2 1-16,-6 4-1 15,1-2 2-15,-7 3-1 16,1 0 0-16,-5 0 1 0,0 0-1 15,0 0 1-15,-2 6 0 16,2 1-15-16,-5-4-51 16,-2-3-106-16</inkml:trace>
  <inkml:trace contextRef="#ctx0" brushRef="#br0" timeOffset="62078.27">16379 15544 240 0,'0'3'0'0,"0"4"-8"0,0 3-10 0,0 7 5 15,-2 6 3-15,-1 7 8 0,1 13 3 16,-2 8-1-16,-1 8 2 16,2 12 2-16,1 12 6 15,0 10-6-15,-3 7 1 16,1 11-3-16,0 9-1 16,-3 1-1-16,2-2 1 15,3-1 2-15,2-10-4 0,0-11-1 16,0-12 2-16,2-11-3 15,3-12-3-15,-2-12-6 16,-2-9-34-16,-1-14-47 16</inkml:trace>
  <inkml:trace contextRef="#ctx0" brushRef="#br0" timeOffset="63016.69">16484 15554 144 0,'0'0'-22'0,"0"0"21"0,0 0 1 0,0 0-2 0,38-27 3 16,-25 20 16-16,0 2 12 16,1-1 1-16,1 2-9 15,4-1-9-15,3 2-7 16,5-1-3-16,2-1-1 0,2 0-1 16,5 1 0-16,1-2 0 15,4 3 1-15,8-2-2 16,3-1 2-16,7 2 0 15,2-2 0-15,9 0 0 16,3 1 0-16,3 0-1 0,3-1 0 16,3 1 0-16,0-5 1 15,4 2-2-15,3-2 1 16,-4-2 0-16,1 2 2 16,-3 0 2-16,1-1-1 15,-3 1-2-15,-2 0 0 0,-3 0 0 16,-4 2-1-16,-3-1 0 15,-6 2 1-15,-3 0 0 16,-8 1-1-16,-2 1 0 16,-6-1 1-16,-1-1 0 15,-4 4 0-15,-1-1 1 0,-5 0-2 16,-1 3 0-16,-8-1 0 16,-3 0-3-16,-7 2-1 15,-4 0 2-15,-3 0 2 16,-3 0 0-16,-1 0-1 15,-1 0 1-15,0 0-2 0,-1 0 0 16,0 0-3-16,0 0-5 16,1 4 9-16,2-4 1 15,-4 3 0-15,2-2 0 16,0 1 0-16,-2 0-3 16,0 1 2-16,0-2 1 15,0 3 9-15,0-1-6 0,0 1-1 16,0-1 2-16,0 0-1 15,1 1 1-15,0 0-1 16,1 1 1-16,-1-1-2 16,4 0-1-16,-3 0 1 15,1 1-2-15,-1-2 0 0,2 1-2 16,0 0 4-16,-1-1-2 16,1-2-23-16,3-1-85 15</inkml:trace>
  <inkml:trace contextRef="#ctx0" brushRef="#br0" timeOffset="64020.91">18946 15293 122 0,'0'1'25'0,"-2"2"-24"0,0 1-5 0,-1 4 5 15,0 4 0-15,0 3-1 0,-1 4 1 16,-1 4 0-16,1 4 1 15,2 2 7-15,2 6 7 16,0 3 1-16,0 4-4 16,2 4-6-16,5 8-2 15,0 3-3-15,-1 7 0 16,1 4-2-16,4 5 1 0,-2 2 5 16,-1 2 6-16,2 0 0 15,-1 0-3-15,2-3-2 16,0 2 4-16,-2-3-2 15,-3-2-6-15,1-1 0 0,-2 1-2 16,-2-4 1-16,-1-2-2 16,0-4 0-16,2-4 0 15,-2-4 0-15,-1-8 0 16,1-7 0-16,2-8 0 16,0-7-9-16,-4-10-36 0,0-8-69 15</inkml:trace>
  <inkml:trace contextRef="#ctx0" brushRef="#br0" timeOffset="65223.05">16387 17199 210 0,'0'0'22'0,"0"0"-13"0,0 0 0 0,0 0-6 16,0 0-2-16,0 0-1 15,0 0-2-15,0 0 2 0,0 0-1 16,0 0 0-16,0 0-1 16,0 0-1-16,0 0 6 15,-8 20-3-15,12-3 2 16,1 5-1-16,1 3 0 15,2 2 0-15,0 3-1 0,-2-1 0 16,1 3 0-16,0-3 0 16,-2 0 0-16,1-4 0 15,-1-1 0-15,1-2 0 16,0-4 0-16,0 2 0 16,1-2 0-16,1 1 0 15,-3-4 0-15,4 0 1 0,-2-1-3 16,1-4-2-16,1 0-19 15,3-1 21-15,2-1 5 16,5-4-4-16,2 3 2 16,3-5 1-16,6-1 1 15,4-1-2-15,3 0-1 0,4-3 0 16,1-6 2-16,6 1-4 16,-1-2 2-16,5-1 2 15,4-2 5-15,4 0 5 16,5-1 0-16,3 0-1 0,6-3-8 15,3 4-1-15,3 1-2 16,2 0 0-16,4 1 1 16,2-1 2-16,0 1 2 15,-1 2-2-15,3-3 1 16,-3 0 6-16,0 0-1 0,0 0-3 16,-4-1-4-16,-5 2 0 15,-1-2-2-15,-9 2 1 16,-8-2 2-16,-7 2-3 15,-11-2 1-15,-7 3-1 16,-8-3 1-16,-11-1-1 16,-5-2-17-16,-7-6-30 0,-4-4-150 15</inkml:trace>
  <inkml:trace contextRef="#ctx0" brushRef="#br0" timeOffset="66163.17">17348 15394 52 0,'6'-2'11'0,"2"2"16"0,-4 0 0 0,3 0-2 15,-2 7-6-15,2 6-8 16,-1 4-4-16,-2 8 1 16,1 7-5-16,-1 9-2 15,-2 9 1-15,-1 11 0 16,1 10 1-16,-1 9-3 16,5 6 0-16,-4 8-5 0,3 0 10 15,3-1-2-15,-5 3 0 16,5-3 9-16,-2 0-2 15,0-4 0-15,0 6 1 16,1-4-2-16,2 1-1 16,0-2-3-16,0-6-2 0,2-5 0 15,0-9-2-15,-2-8 0 16,0-9 0-16,1-8 0 16,-2-9-1-16,-4-9-5 15,-2-12-24-15,-2-15-41 16,0-4-102-16</inkml:trace>
  <inkml:trace contextRef="#ctx0" brushRef="#br0" timeOffset="66796.36">16074 16426 120 0,'0'0'6'0,"0"0"38"0,0 0-1 0,0 0-21 0,0 0-7 16,0 0-4-16,0 0-5 15,0 0-1-15,0 0-5 16,0 0-4-16,-16-14-5 15,24 14 9-15,3 2-1 16,4 0-4-16,5 1 0 0,3 0 2 16,6-2 1-16,3-1-2 15,8 0 0-15,7 0 6 16,5-1-1-16,5-5 8 16,7-2 0-16,7-1 3 0,6 0-2 15,6-1 0 1,7 0 0-16,10 0-2 0,6-2 3 15,3 1-3-15,9-1-2 16,7 0-3-16,1 0-2 16,3 1-1-16,3-2 2 15,-4 3-2-15,-3-5 1 16,-4 3 0-16,-11-2 0 0,-9 0-2 16,-10 0 1-16,-12 0-6 15,-18 2-8-15,-12-2-12 16,-18 1-26-16,-17 0-100 15</inkml:trace>
  <inkml:trace contextRef="#ctx0" brushRef="#br0" timeOffset="67678.74">16774 15936 104 0,'0'0'11'0,"0"0"19"0,0 0-12 0,0 0-8 15,0 0-7-15,0 0 0 16,0 0 1-16,0 0 2 16,0 0 4-16,0 0 6 15,0 0-4-15,0 0-8 16,-1-11-4-16,1 11 3 0,0 0-5 16,0 0 2-16,3 1 3 15,2 2-1-15,0 4-2 16,1-4-1-16,4 4 1 15,-2-1 0-15,0 1 0 16,2-1 1-16,-4 1-1 0,1 0 0 16,-1-2 0-16,1 1 0 15,0 0 1-15,0-2-2 16,-1 0 1-16,3-1-1 16,-2 0-1-16,1-2 0 15,0-1 1-15,-1 0 1 0,2 0 0 16,-1-2 10-16,2-5 2 15,2-3-1-15,1-3-7 16,2-4-2-16,2 0-1 16,2-3 0-16,-1-3 1 15,2 0-1-15,0-1 0 0,-4-1-1 16,0 1 2-16,-1 0 0 16,-3 3-1-16,0 3 0 15,-3 1 0-15,-4 7-4 16,-1 6-21-16,-3 3-48 15,-1 1-38-15</inkml:trace>
  <inkml:trace contextRef="#ctx0" brushRef="#br0" timeOffset="68226.13">16790 15944 70 0,'0'0'-3'0,"0"0"3"0,0 0-1 0,0 0-2 0,0 0 3 16,0 0 1-16,22 38 4 15,-19-33 11-15,1 1 1 16,0 0 4-16,2-1 2 16,-2-2-8-16,2 2-6 0,-2-3-2 15,3 0 0-15,-2-2 7 16,3 0-3-16,0-3 7 16,4-6-2-16,2-2-7 15,0-3-2-15,3-3-1 16,3-4-3-16,1-2-1 0,4-3 4 15,1-1-2-15,2-7-2 16,3 1-1-16,0-2-1 16,0-2-4-16,-2 0-27 15,-2 5-103-15</inkml:trace>
  <inkml:trace contextRef="#ctx0" brushRef="#br0" timeOffset="68832.02">16850 15943 103 0,'0'0'1'0,"0"0"1"0,0 0 0 16,0 0-2-16,0 0-5 15,0 0-10-15,0 0 10 0,0 0 8 16,0 0 6-16,0 0-1 15,0 0-1-15,-5 34-1 16,4-24 2-16,1 0-5 16,0 0-1-16,0 0 3 15,0 0-1-15,3-1-2 0,2-2-1 16,0-3 2-16,4-1 0 16,-2-3 8-16,3 0 10 15,6-6 8-15,2-8-6 16,5-9-7-16,7-4-10 15,6-8-3-15,6-8-1 0,3-8-1 16,5-9-24-16,1-5-84 16</inkml:trace>
  <inkml:trace contextRef="#ctx0" brushRef="#br0" timeOffset="77679.36">12724 10424 71 0,'0'0'32'0,"0"0"-15"0,0 0 1 15,0 0-2-15,0 0-5 16,0 0-6-16,0 0-2 16,0 0-3-16,0 0 2 15,0 0-1-15,0 0-1 0,0 0 1 16,0 0-1-16,0 0 0 16,8-16 0-16,-4 16 0 15,-2 0 0-15,4 0 0 16,1 3 0-16,-1 3-1 0,4 0 1 15,-3 1 0-15,1 0 0 16,1 3 0-16,-1 1 0 16,0-1 0-16,-1 2 0 15,1-2 0-15,2 0 1 16,-3-2-1-16,1 1 0 0,0-1 0 16,2-2 0-16,-3 0 0 15,2-1 0-15,0 0 0 16,-2 1 0-16,1-4 1 15,-1 1-2-15,2-1 1 16,-4-2 0-16,3 0-1 16,-1 0-1-16,2-5 4 0,2-4-1 15,0-2 1-15,3-5 2 16,1-2 1-16,2-3-1 16,-1-1 5-16,5-6 0 15,-3 0 4-15,4-5 5 16,1-5 0-16,3-5-5 0,4-5-1 15,3-2 1-15,-2-3 0 16,5 2-2-16,-4 3-2 16,-1 5-2-16,-2 8-4 15,-4 3-1-15,-1 8 1 16,-8 6-3-16,-2 2 0 0,-2 8 0 16,-6 2-1-16,-1 6-2 15,-2 0-18-15,-3 11-21 16,0 8-10-16,-14 5-22 15,-9 5-74-15</inkml:trace>
  <inkml:trace contextRef="#ctx0" brushRef="#br0" timeOffset="78271.08">12805 10444 86 0,'0'0'3'0,"0"0"-3"0,0 0 1 15,0 0 0-15,0 0 0 16,0 0-1-16,9 44 0 16,-7-35 2-16,2-2-4 15,-2 0 5-15,4-3 1 0,0 0 5 16,-2 0-2-16,1-2 1 16,3-1-4-16,2-1-2 15,-2 0 3-15,3 0 0 16,4-5 1-16,4-8 1 15,1-1 4-15,3-5 3 0,4-6 7 16,6-4-5-16,1-7-1 16,6-7 3-16,5-7-4 15,4-8-3-15,5-5 1 16,4-6-3-16,4-1-5 0,-1-2-3 16,-1 1-4-16,-4-2-74 15</inkml:trace>
  <inkml:trace contextRef="#ctx0" brushRef="#br0" timeOffset="81409.1">10613 17230 102 0,'-3'0'8'0,"1"0"-3"0,2 0-3 0,-3 0-2 15,1 0 0-15,0 0 2 16,0 0-2-16,1 0 2 16,0 2 6-16,0-2 3 15,1 0-5-15,0 1-2 0,0-1-5 16,0 0-1 0,0 0 3-16,3 0 0 0,6 0-1 15,-3 0 1-15,4 0-1 16,0 0 0-16,2 0 1 15,-1-3-1-15,3-1 1 16,-1-2-1-16,5-1 1 0,-1 0 0 16,3-1 0-16,3 0-1 15,-1-2 2-15,3 0-4 16,0-2 4-16,2 0-1 16,0 1-1-16,1 0 0 15,2-2 1-15,1 2 1 0,1-1 0 16,1 2 0-16,2-1 0 15,1-1 1-15,-2 1-1 16,1 0-1-16,-2-2 0 16,1 1 2-16,-1-2 3 15,1 0-2-15,2 1-1 0,-3-2-1 16,4 1-14-16,0-1 30 16,-2 0-15-16,3-1-3 15,-1-1 1-15,-3 3-1 16,1-2 1-16,-1 1 0 15,1 2-1-15,-3-2 1 0,1 3-1 16,0-1 1-16,-4 4 1 16,-4 2-2-16,-2 0 0 15,-3 3 0-15,-5 1 0 16,-6 1 0-16,-1 1 0 16,-2 1 0-16,-2 0-2 0,-4 0-6 15,0 0-31-15,0 0-18 16</inkml:trace>
  <inkml:trace contextRef="#ctx0" brushRef="#br0" timeOffset="82227.53">10682 17280 1 0,'0'0'11'0,"0"0"-9"0,0 0-1 15,49-22 0-15,-38 16 0 0,-3 3 2 16,1 1 0-16,1-2 8 16,-1 2 4-16,1-2-2 15,2 3-1-15,1-5-2 16,1 2-4-16,1-2 1 15,3-2-2-15,2 0-1 16,3-3-2-16,1 3-1 0,3-2-1 16,0 0 1-16,0 0 0 15,3-1 3-15,3 0 8 16,-2 0 5-16,3-3 1 16,3-1-10-16,3 1-3 15,3-3-1-15,-1 2 0 0,3-2 0 16,4-1-3-16,-1 1 1 15,0-1-2-15,0 1 2 16,0 0 4-16,-4 0 0 16,0 0 6-16,-1 1-1 15,1-2-4-15,-4 5-3 0,0-2-3 16,-4 2 0-16,-4 1 0 16,-4 1 0-16,-5 4-1 15,-5 0 0-15,-4 1 1 16,-4 3-1-16,-3 1 1 15,-3 1-1-15,-2 1 0 0,-2 0-1 16,0 0-4-16,0 2-6 16,-6 5-7-16,-5 0-56 15,-3 0-33-15</inkml:trace>
  <inkml:trace contextRef="#ctx0" brushRef="#br0" timeOffset="82946.37">10766 17151 11 0,'0'0'33'0,"0"0"-33"0,0 0-2 0,43-20-7 0,-30 14 2 15,0 0 8-15,0 1-1 16,2 0 7-16,0 1 15 16,3 1 4-16,-2-1-9 15,4-1-8-15,2 0-5 16,5 2-2-16,-3-3-2 0,5-1 1 16,3 0-1-16,2-2 1 15,0 0 5-15,3-4 11 16,1-3 5-16,2 0-5 15,3 0 1-15,1-4-5 16,1 1-9-16,2-2-5 0,0 4 15 16,-4 0-11-16,-2 0-1 15,-2 3 1-15,-9 3 1 16,-2 1 3-16,-6 1 1 16,-4 3-2-16,-5 3-1 15,-1-1-2-15,-4 4-2 0,-1 0 0 16,-4 0 0-16,-1 0-1 15,-2 2-2-15,0 2-22 16,-3-3-57-16</inkml:trace>
  <inkml:trace contextRef="#ctx0" brushRef="#br0" timeOffset="88543.66">6596 10287 87 0,'0'-9'1'0,"0"0"-3"0,0 3-2 0,0 1-11 16,0 5-13-16,0 0 1 15,-5 0 23-15,-5 0 13 0,1 3 16 16,-1-2-1-16,0-1-6 15,3 0-3-15,-3 0-5 16,4 0-5-16,-3-1 1 16,-3-5-2-16,1 2 6 15,-2-1 2-15,-3-1-3 16,1-1-2-16,-1 2-4 0,-1-2-3 16,-4 3 0-16,1-2 1 15,0 2-2-15,-2 0 1 16,-1 1 0-16,-4 0-2 15,2 0 2-15,-1 3 2 16,0 0-2-16,3 0 0 0,-2 3 0 16,4 7 1-16,0 4-2 15,0 0-3-15,4 2-8 16,-1 1-3-16,3 0 7 16,-1-3 7-16,5 1 1 15,-1-3 0-15,3 1 1 0,1 1 0 16,0 2 1-16,4-2-1 15,-1 6-1-15,3 1 0 16,2 5 0-16,0 2 0 16,0 5 0-16,0 0 0 15,0 2 0-15,0 4 0 0,0 0 2 16,0 1-2-16,0 1 0 16,0 6 1-16,0 4 0 15,0 5 0-15,0 3 0 16,0 5-1-16,-4 7 0 15,0-3 0-15,-3 3 0 16,-4-5 0-16,2-5 0 0,0-5 0 16,-2-4 0-16,4-7 1 15,0-1 0-15,1 0 0 16,-1 4-1-16,4-2 0 16,-1 2 0-16,-2 5 1 15,3 1-1-15,-1 1 0 16,-1 5 0-16,0 1-1 0,1 0 1 15,2-3 1-15,-3-5-2 16,4-7 1-16,1-6 0 16,0-7 0-16,0-5 0 15,6-1 1-15,3-6-1 16,2 1 1-16,4-1 0 0,1-2 2 16,5 1-2-16,3-2-1 15,5-3-1-15,4-3 0 16,2-8-17-16,3-4-37 0</inkml:trace>
  <inkml:trace contextRef="#ctx0" brushRef="#br0" timeOffset="89819.4">6506 10257 124 0,'0'0'0'0,"0"0"6"0,0 0-2 15,0 0-5-15,0 0 2 16,0 0 0-16,2 0-1 15,6 0 1-15,2 0-2 16,6 0 1-16,4 0-1 0,5 0 2 16,4 0-2-16,2-2 2 15,3-1-1-15,1 2 1 16,3-3-1-16,3 1-1 16,-1-1 0-16,5-1 1 15,0-2 0-15,6 2 0 0,2-1 4 16,3-3 3-16,2 1-2 15,3-2-1-15,1 3 0 16,1 0-2-16,-5 1-1 16,0-1-1-16,-6 4 1 15,-4 0-1-15,0 2 0 0,-6-2 1 16,0 0-1-16,-1 0 2 16,-3 2-2-16,-3-2 0 15,-3 0 0-15,-3 3 0 16,-2 0 0-16,-5-1 0 15,-2 1 0-15,-2 0 0 0,-5 0 1 16,-1 0-2-16,-5 0 2 16,-1 0-1-16,-4 4 0 15,0-1 1-15,0 1 2 16,0 0-1-16,2 2-1 16,0 0 1-16,-2 2-2 15,2-1 0-15,1 2 1 0,1 4-1 16,-1-3 0-16,2 5 1 15,-3-1-1-15,1 1 0 16,1 0-1-16,-2 1 1 16,1 1 2-16,0-1-2 15,-3 2 1-15,1 3 0 0,-1 4 1 16,0 3 2-16,-2 5-3 16,0 6 0-16,0 4 0 15,0 2 0-15,0 6-1 16,0 1 1-16,2 3-1 15,0 0 0-15,1 1 0 0,3-4 0 16,0-3 0-16,4-4 0 16,-4-4 0-16,1-1 0 15,-2-1 1-15,2 2-1 16,-3 4 0-16,-2 3-1 16,1 3 3-16,1 3-2 0,-2 3 0 15,0 4 0-15,0 2 0 16,-1 2 0-16,0 0 0 15,-1-1 0-15,0 0 0 16,0-3 0-16,0-2 0 16,0-5 0-16,0-3 0 0,0-6 0 15,0-4 0-15,0-5 0 16,-1-5 0-16,-2-1 2 16,-1-2-2-16,-2 3 1 15,1 1-1-15,-2 3 0 16,4 1 0-16,-3 2 0 0,4 1 0 15,-2 0 0-15,3-2 0 16,-1-4 0-16,0-3 0 16,0-6 0-16,0-6 0 15,2-4 0-15,0-5 2 16,0-5 6-16,0 1-2 0,-2-3-5 16,0 1-1-16,-2 0 1 15,0-2 3-15,-7 1 4 16,-7 1-6-16,-6 1-2 15,-12 2 0-15,-11 2-6 16,-18 1-56-16</inkml:trace>
  <inkml:trace contextRef="#ctx0" brushRef="#br0" timeOffset="99492.03">6174 10268 184 0,'0'0'-48'0,"0"0"48"0,0 0 3 0,0 0 2 15,-16-43-4-15,14 36 0 16,0 0 0-16,-1 3 1 16,-1 0-1-16,2-1 0 15,-2 3 0-15,2 0 0 16,2 2-3-16,0 0-11 0,0 0-14 15,0 3 19-15,0 3 4 16,0-1 1-16,0 0 3 16,0 0 0-16,0 1 1 15,0-2 1-15,0 3-2 16,0 2 0-16,0-2 1 0,-4 4 0 16,2-1-1-16,0 2 0 15,-1 0 1-15,1 0-2 16,0 3 1-16,-2 1 2 15,2 2-1-15,0 1 3 16,0 5-3-16,2 4-1 0,-1 4 0 16,0 2 1-16,0 4-1 15,-2 5 0-15,-1 0 0 16,-2 2 0-16,-1 0 0 16,-2 2 0-16,-1 0 0 15,0 1 1-15,1-2-1 0,-1-1 0 16,0-5 0-16,1-2 0 15,-1 1 0-15,2-4 0 16,-1 2 1-16,-3 6 0 16,1 5 3-16,-2 5 6 15,-1 6-2-15,2 9-5 0,0 6-1 16,3 6-1-16,0-3-2 16,3-2 1-16,-2-7 0 15,2-6 0-15,-1-8 0 16,1-5 0-16,-1-5 1 15,-2-3-1-15,3-1 0 0,3-1 0 16,-1 1 0-16,1 1 0 16,2 3-1-16,-1 0-1 15,1 2-8-15,-1-3-9 16,2-5-26-16</inkml:trace>
  <inkml:trace contextRef="#ctx0" brushRef="#br0" timeOffset="101106.51">6041 10348 91 0,'0'0'3'0,"0"0"0"0,0 0 2 0,0 0 1 0,0 0-4 0,0 0-2 16,0 0 1-16,41-40 0 15,-28 35-1-15,3-2 0 16,2 0 0-16,4 0-1 15,3 0 1-15,2-1 1 16,4-1 0-16,3 0-1 0,3 0 0 16,3 0 0-16,1 2 1 15,3-4-1-15,1 4 0 16,2-2 0-16,0-1 0 16,2 4-1-16,1-2 0 15,0-1 0-15,4 3 1 0,1 2 1 16,1 0 0-16,4 3 0 15,-3-1-1-15,1 1 0 16,1-2 1-16,-2-1-1 16,0-2 0-16,-3-1 0 15,-1 0 0-15,-2-2 1 0,-1 0-1 16,-6 1 1-16,-2 0-1 16,-3-1 3-16,-5 1-2 15,-1 2 2-15,-2 0-1 16,-2 1 0-16,-2 0 0 15,-2-1 0-15,1 1-1 0,-3 2 0 16,-1 0-1-16,-4-1 0 16,-3 4 1-16,-3 0-1 15,-1 0 0-15,-6 0 0 16,3 0 1-16,-4 3 1 16,3 1 0-16,-1 3 0 0,0 2 0 15,2 1-1-15,-1 3-1 16,1 2 0-16,0 2 1 15,0 3 0-15,1 0 0 16,1 3-1-16,-1-2 1 16,0 3-1-16,2-1 0 0,-2-2 0 15,-1-1 0-15,2-1 1 16,-4-1 0-16,3 1 0 16,0-1 2-16,0 2 0 15,2 0-2-15,0 3 0 16,-1 2 0-16,-1 6 0 0,-1 3 0 15,-4 5 1-15,-3 3-2 16,-1 4 0-16,0 1 2 16,1-1 1-16,0 0-1 15,6 0-1-15,-3-2 0 16,-1 1 0-16,3-1 0 0,-2 0 0 16,-4 0 0-16,0 1 0 15,0 1 3-15,0 6 2 16,0 1 3-16,0 7-4 15,0 5 0-15,0 5-4 16,0 3 0-16,2 1 0 0,3-4-1 16,0-8 0-16,-2-8 0 15,1-7 0-15,0-6 0 16,-2-5 1-16,0-2 1 16,-1 6 5-16,1 1-1 15,0 4-4-15,0 1-2 16,2 2 2-16,-1 2-2 0,-1 2 0 15,0 0 0-15,-1 0 0 16,1-2 0-16,-2-6 0 16,2-7 0-16,-2-7 0 15,0-7 1-15,2-6 11 16,-2-2-2-16,0-2-8 0,0-3-1 16,0 0-1-16,0-1 0 15,0-1-1-15,-4-1 1 16,-1-2 1-16,-2 0-2 15,1-2 2-15,-1 1-1 16,0-3 1-16,1 2 0 0,-4 0-1 16,2 0 0-16,-1 0 0 15,-1-1 0-15,-1 1 0 16,-1 0 0-16,-3 0 0 16,2-3-1-16,-2 0 1 15,0 0 3-15,-2 0 0 0,0 0 0 16,-5 0-2-16,1 0-1 15,-4-2 0-15,-6-2-3 16,-7 1-4-16,-6-2-4 16,-10 2-12-16,-9 0-10 0,-13 0-25 15,-11 1-56-15</inkml:trace>
  <inkml:trace contextRef="#ctx0" brushRef="#br0" timeOffset="105750.73">6625 10318 89 0,'0'0'-3'0,"0"0"8"0,-38-15 11 0,25 13 2 16,-3-2-4-16,3 1-6 16,1-1-4-16,-1 2-3 15,-1-1-1-15,-1 0-1 16,-3 3-9-16,0 0-18 0,-2 0-8 16,-1 0 9-16,-4 0 17 15,2 4 11-15,-2-1 3 16,3 0 10-16,0-1 2 15,1 0-5-15,1-1-5 16,0 1-1-16,0 0-3 0,-1 3-2 16,2 1 0-16,-4 1 0 15,-2 3 0-15,3 3 0 16,0 0 0-16,0 1-2 16,1 0 2-16,4 0 0 15,1 2 2-15,3-1-2 0,-1 0 0 16,1 3 0-16,2-1 0 15,-3 4 0-15,3 2 0 16,-2 1 0-16,4 2 0 16,2-2 0-16,-1 0 0 15,4-1 0-15,0-3 0 0,4 1 0 16,0-1 0-16,0 1 0 16,0 2 0-16,5-2 0 15,4 4 1-15,-4 0-1 16,3 2 2-16,-3 2-1 15,-1 3 2-15,1 2 0 0,-5 0-1 16,0 3-1-16,0 4 1 16,-2 2 0-16,-6 5 1 15,-2 4-2-15,-1 3 0 16,-5 3-1-16,2 0 1 16,-3 1-1-16,1 0 0 0,-2-3-1 15,-1 0 3-15,2-2-1 16,1-1 1-16,3-2 1 15,-1 0 2-15,4 3-3 16,5 0-1-16,3 1 0 16,2 5 0-16,4 1-2 0,11 2 1 15,8 1-2-15,4 1 0 16,6-1-20-16,3-9-36 16</inkml:trace>
  <inkml:trace contextRef="#ctx0" brushRef="#br0" timeOffset="106983.76">7022 10343 110 0,'17'0'1'0,"0"0"1"0,4 0-1 0,1 0-1 16,2 0 0-16,-1 0 1 15,3 0-1-15,2 0 0 0,1-3 0 16,4-2 0-16,3-4 0 15,4 1-6-15,1-2-14 16,-1 1 2-16,-1 2-1 16,-3-1 14-16,-2 2 5 15,-4-1-1-15,1 1 13 0,-3-1 12 16,1 0-4-16,2 0-2 16,-1 1-3-16,-1 1-6 15,0 2-5-15,-3 1-3 16,-1 2 0-16,-4 0 0 15,-8 0 0-15,-2 0-1 16,0 0 1-16,-4 3 0 0,-1 3 0 16,1-1 1-16,1 1-1 15,2 3-1-15,1-1-1 16,1-1-3-16,-1 2-1 16,1-1-2-16,0 1 5 0,-3 1-1 15,-3 1 1-15,2 2 2 16,-2 1 0-16,1 5 1 15,-1-1-1-15,-1 4 1 16,2 3 0-16,0 2 0 16,1 3 0-16,-1 2-1 15,0 3-1-15,-4 1-1 0,1 4 5 16,-2 1-2-16,-2 5-2 16,0 1 7-16,0 4-2 15,0 1-2-15,2 2 0 16,-2 0-1-16,0-1 0 0,2-3-1 15,-1-2 2-15,-1-1 0 16,1 2 0-16,-1 1-1 16,0 3 2-16,0 1-2 15,0 4 0-15,0 3 0 16,0 3 1-16,-1 3-2 16,-2-2 1-16,-3 3-1 0,1-2-1 15,-2-3-3-15,3-10 0 16,1-1-3-16,3-6 11 15,-2-6-5-15,2-5 2 16,0-2-1-16,0-1 0 16,-2-2 1-16,0 0 0 0,-2 0-1 15,2 1-1-15,1-2 1 16,-3-1 2-16,-1-3-2 16,1-2-1-16,-1-4 2 15,-2-6 0-15,1-2-2 16,-3-1 1-16,2-2 3 15,-2 1-3-15,-4-2 0 0,0 4-14 16,-1 1-8-16,-6-1 2 16,-3 3 5-16,-6-1-21 15,-4 3 19-15,-9-1 4 16</inkml:trace>
  <inkml:trace contextRef="#ctx0" brushRef="#br0" timeOffset="108577.84">16844 15922 69 0,'0'0'30'0,"0"0"9"0,0 0-10 0,0 0-9 15,0 0-3-15,0 0-6 0,0 0-5 16,0 0-5-16,0 0-1 15,0 0-4-15,0 0 7 16,0 0-2-16,-3 4-1 16,3 3 0-16,0 1 0 15,1 0 0-15,2-1 1 0,-1 2-2 16,3-2 0-16,-3 0-2 16,1-3-2-16,2 1 2 15,-1-3 1-15,-1 1-1 16,1-3 1-16,2 0-1 15,0 0 3-15,4 0 0 0,-2-6 1 16,2-1-2-16,2-3 2 16,1-2-1-16,3-1 2 15,-1-4-1-15,5-2 4 16,-2-2-1-16,6-4 1 16,-1-1 1-16,4-4-2 0,0 0-3 15,-3 3 1-15,0 0-1 16,-5 6-1-16,-5 5 2 15,-3 5-4-15,-5 5-12 16,-6 6-37-16,0 0-46 16</inkml:trace>
  <inkml:trace contextRef="#ctx0" brushRef="#br0" timeOffset="109102.93">16879 15987 2 0,'0'0'29'0,"0"0"-3"0,0 0-9 0,0 0-5 15,0 0-4-15,0 0 2 16,0 0 11-16,0 0 3 0,36 1 2 16,-27-8-6-16,0-2-11 15,1-4-5-15,4 0-1 16,1-2-2-16,4-1-1 15,0-4 1-15,4 0-1 16,0-3 1-16,1-1 0 0,-1 0-1 16,1 2-13-16,-7 1-44 15,-5 3-52-15</inkml:trace>
  <inkml:trace contextRef="#ctx0" brushRef="#br0" timeOffset="109715.65">16873 15905 26 0,'0'0'7'0,"0"0"-2"0,0 0 17 15,0 0-11-15,0 0-4 0,0 0-4 16,0 0-3-16,0 0 1 16,0 0-1-16,0 0 0 15,-5 20 2-15,5-14 2 16,0 1 4-16,0 0-4 15,2 2-1-15,3 0 1 0,1 1-3 16,0 3 0-16,4-4-1 16,-4 1 0-16,2-2-1 15,3-2 3-15,-4-2 3 16,2-3 0-16,1-1 0 16,1 0 0-16,1-1 2 0,2-8 7 15,3-3 2-15,2-3-10 16,3-5-4-16,3-3 10 15,2-3-10-15,1-4-1 16,3-1 0-16,0-1 0 16,-3-2-27-16,0-1-43 0</inkml:trace>
  <inkml:trace contextRef="#ctx0" brushRef="#br0" timeOffset="110178.59">16881 15981 94 0,'0'0'1'0,"0"0"-1"0,0 0 1 16,0 0-1-16,0 0-1 15,0 0 6-15,0 0 8 16,0 0 8-16,44-8 3 0,-30-2-14 16,5-2-5-16,3-3-3 15,4-2 0-15,1-3-2 16,3-4-14-16,-1 0-30 15,-2-2-23-15</inkml:trace>
  <inkml:trace contextRef="#ctx0" brushRef="#br0" timeOffset="110562.8">17006 15948 8 0,'0'0'87'0,"0"0"-86"0,0 0 3 16,0 0 2-16,44-46 1 0,-29 32 0 15,5-4 2-15,-2-1 1 16,6-4-8-16,-1 1-1 15,3-4-6-15,-1-2-42 16</inkml:trace>
  <inkml:trace contextRef="#ctx0" brushRef="#br0" timeOffset="112863.85">14821 11941 149 0,'0'0'4'0,"0"0"6"0,0 0-13 16,2 2 2-16,-2 2 3 16,1 0-2-16,1 0 0 0,-2 2 1 15,0-2-2-15,2-1 1 16,-2 0 1-16,0-3-1 15,4 0-2-15,5 0 18 16,7-10 30-16,6-7-24 16,13-6-14-16,12-5-6 0,14-5-2 15,10-8 0-15,4-4-67 16</inkml:trace>
  <inkml:trace contextRef="#ctx0" brushRef="#br0" timeOffset="114208.22">13453 12674 85 0,'0'0'5'0,"0"0"11"0,0 0-5 0,0 0 0 16,0 0-1-16,0 0-6 16,0 0 5-16,0 0-5 15,0 0-4-15,0 0 4 0,-46-37-1 16,36 34-4-16,-1 2 6 15,-3 0-1-15,-1 1-4 16,-4 0 0-16,1 0 0 16,-4 0 1-16,2 0-1 15,-2 0 1-15,0 0 1 0,0 0-1 16,4 2 2-16,-4 4 2 16,3 0-4-16,-2 1-1 15,3 1 0-15,-1 2-1 16,-2 1 2-16,2-1-1 15,-1 3 1-15,2 3-2 0,-2 1 1 16,-1 3 0-16,4 1 0 16,-1 3-1-16,2 0 1 15,-1-1 0-15,4-2-1 16,-1-1 1-16,3 0 0 16,-1-3 0-16,3 0 0 0,-1 0 1 15,5 0 2-15,0-1-1 16,2 0 0-16,2 2-2 15,1 1 0-15,0 1 1 16,3 1-1-16,3-1-1 16,1 1 1-16,3 2 1 15,0-1-1-15,-3 0 1 0,3 0-1 16,0 0 1-16,3-1 2 16,0-1-1-16,3-2-1 15,2 0 1-15,0-3 1 16,4 2 1-16,3-3 0 15,-2-1-2-15,3 4 3 0,2 0 3 16,-1 0-7-16,1 3 2 16,3 1 0-16,-2 1-2 15,2 3-1-15,2-1 0 16,3 0 0-16,2-2 0 0,-3 0 0 16,2-3 0-16,1-2-3 15,-1-3-3-15,2-1 9 16,2-5 3-16,5-3-3 15,2-4-1-15,7-1-1 16,-2 0 2-16,1-5-3 16,-2-13-59-16</inkml:trace>
  <inkml:trace contextRef="#ctx0" brushRef="#br0" timeOffset="117033.63">7720 10328 69 0,'-4'0'13'0,"2"0"9"0,-3 0-5 16,3-3-2-16,1 0 1 0,-1-1-1 16,0-2 1-16,2 0-4 15,-2 1-2-15,-1 0-1 16,2-1-2-16,0 1-4 16,1-2-2-16,0 0 0 15,0-3-2-15,0-1 0 0,5-2 2 16,1 0 2-16,6-4-2 15,-1 0-2-15,3 1 2 16,3-4 1-16,0 3-2 16,-1 2 1-16,3-1-1 15,-4 3 0-15,1 1 0 0,-1 0 0 16,0 1-1-16,2 4-1 16,3-2 1-16,1 1-1 15,2-1 3-15,0 1 0 16,4 1-1-16,0-1 0 15,0 3 1-15,0 0-2 0,0 0 1 16,1 0 0-16,-3 3 0 16,1 0 0-16,-1 0 1 15,-4 2-1-15,-2 0 0 16,-2 0 0-16,-2 0 0 16,0 0 0-16,-1 0 0 0,2 2 2 15,-3 1-2-15,3 1 0 16,-1-1 0-16,1 4 0 15,0 0-2-15,4 2 4 16,-5 1-2-16,3 1 0 16,-3-1 0-16,-1 1 0 15,-3 0 0-15,1 1 0 0,-4-2 0 16,1 2 0-16,-2-2 0 16,2 4 1-16,-2-3-1 15,-3 2 2-15,1-1-1 16,1 3-4-16,-1-2 3 0,-4-2 0 15,1 2 3-15,-1-2-1 16,0-1-1-16,-1 1 2 16,0-2-1-16,0-2-1 15,0 0 0-15,0-1-1 16,2-2 2-16,0 0-2 0,0-1 0 16,1 1-4-16,1-1-20 15,0 0-27-15,-2-3-21 16</inkml:trace>
  <inkml:trace contextRef="#ctx0" brushRef="#br0" timeOffset="117232.99">8507 10294 87 0,'0'0'67'0,"0"0"-56"0,0 0-1 0,0 0-12 0,0 0 4 16,0 0 0-16,41 2 0 15,-22-2-4-15,-3 0-62 16</inkml:trace>
  <inkml:trace contextRef="#ctx0" brushRef="#br0" timeOffset="118500.77">8279 10360 120 0,'0'0'-11'0,"0"0"15"16,0 0-1-16,0 0-4 15,0 0 6-15,0 0-6 0,0 0 1 16,0 0 1-16,-16 25 1 16,12-11 0-16,1 4-1 15,-3 0 0-15,1 7-1 16,3 0 0-16,-2 5 0 15,-2 2 1-15,3 1-1 16,2 2-1-16,-3 0 2 0,2-1 1 16,-1 0 2-16,1 2 4 15,0 2-3-15,0 0-1 16,2 6-3-16,-4 1 0 16,1 1 1-16,-1 1-2 15,3-1 1-15,1 1-1 0,0-3 2 16,0 1-1-16,0 2 2 15,0 0-1-15,0 1-2 16,1 3 21-16,2 3-4 16,-3 2-5-16,0 2-7 15,1 1 0-15,2 0-4 0,-1-2 1 16,0-1-2-16,0-2 2 16,1-3-3-16,1-2 2 15,0-2-1-15,-2-2-1 16,1-4 1-16,2 0 0 15,-3-2 1-15,0-4-1 16,0-1 0-16,-1-1 1 0,0 1-1 16,0-3 0-16,-1-1 2 15,1 2-2-15,0-3 1 16,1 1 1-16,0-4-1 16,0-1 1-16,2-2-2 0,-1-3 1 15,2-3-2-15,-1-3 2 16,1 2-1-16,-1-2 1 15,0 0-1-15,-1-1 2 16,0-2-2-16,0 3 1 16,-1-3 0-16,-2 1-1 15,3-1 1-15,-1-1-1 0,-2 0 1 16,2-1-2-16,1-2 1 16,1 0-3-16,0-2-1 15,-1 0 3-15,5 1 1 16,-2-1 2-16,4 0-2 15,-1-1 0-15,0 0 3 0,2 2-2 16,0-2 1-16,1 0-2 16,1 1 3-16,0 0-2 15,1 1-1-15,-1-2 1 16,1 3-1-16,1-2 0 0,1 0 0 16,-1-1 2-16,1 1 0 15,2-1-2-15,2 0 2 16,-2-1-1-16,4 0-2 15,1 1 2-15,0-1-1 16,3 0 0-16,2 0 1 16,-1-2-1-16,2-1 1 0,3 3-1 15,-1-3-2-15,0 1 2 16,4-1-1-16,-2 0 1 16,0 0 1-16,1 0-4 15,0 0 5-15,3 0-2 16,-1-1 1-16,3-3-3 15,-1-2 2-15,4-1-2 0,-2 1 3 16,1-1 0-16,-2 1-1 16,1 0 2-16,1 1 0 15,-1 0-1-15,0 3 1 16,3-1-2-16,-3 2 1 0,2 1-1 16,-1 0 2-16,-1 0 1 15,0 0 0-15,3 0-1 16,-1 1 0-16,2 2-1 15,0 1-1-15,4-4 1 16,-1 3 0-16,3-3-1 16,-3 0 2-16,4 0-1 0,-5 0 0 15,2 0 1-15,-2-3-11 16,-3-8-21-16,-5-6-54 16</inkml:trace>
  <inkml:trace contextRef="#ctx0" brushRef="#br0" timeOffset="120281.02">8431 10316 87 0,'25'0'-11'0,"4"2"17"0,2-2 1 0,7 0 0 15,2 0-4-15,7 0-3 16,4 0 1-16,3 0 1 16,6-4 4-16,1-4 0 0,3 0 6 15,1-1-4-15,2-1 4 16,5-1-1-16,-3 1-5 15,2 1-2-15,1 0 1 16,0 0-4-16,-1 3 1 16,-1-2 0-16,-5 1 0 0,-1 0 5 15,1-2 3-15,-6 5 0 16,1-2-2-16,-2 3-1 16,-5 0-2-16,-3 1 0 15,-1 0-2-15,-7 2 1 16,-2-1-1-16,-4 1 0 0,0 0 0 15,-7 0-2-15,2 0 0 16,-3 0 0-16,0 0-1 16,-1 0 1-16,-3 0 0 15,-1 1-1-15,-3 3 0 16,0 2 1-16,-5 0-1 16,1 4 0-16,-3 1 1 0,3 4 0 15,-3 1-2-15,2 0 2 16,-1 4-2-16,1 1 2 15,-2 3-2-15,1-1 1 16,-2 7 2-16,1 1-1 0,-1 1-1 16,1 4 1-16,-3 1-1 15,-1 0-2-15,1 0 0 16,-3 1 4-16,2 1 0 16,-4-1-1-16,1 5 1 15,-4 1 1-15,0 4-2 0,1 6 0 16,-1 0 2-16,0 3-2 15,1 0 3-15,-1 2-2 16,2 0-1-16,1-1-1 16,1 0 0-16,-3-1 1 15,3 1-1-15,-4-3 1 16,1 1 1-16,-2 1 1 0,0-2 2 16,0-1 0-16,-1-2-2 15,0 0 2-15,0-1-3 16,1-3 0-16,0 1 1 15,-1 0 0-15,2 2 2 16,-2-2-1-16,0 0-2 0,2-1 0 16,-2 2-2-16,4-3 0 15,-3 1-1-15,1 2 3 16,0-3-2-16,0-2 1 16,0-2-1-16,-2-3 3 15,0-6-3-15,0-3 0 0,0-4 0 16,0-3 0-16,0-2 0 15,0-4 0-15,-4-2 2 16,0-5-2-16,1-2 1 16,-5-2 0-16,2-3 0 15,-4-1 3-15,-1-2-2 0,-3-1 1 16,-4 2-6-16,-2-2 3 16,-3 0 3-16,-2 0-7 15,-3 0 2-15,-1 0 1 16,-2-3 2-16,-2-1-3 15,-4 0 0-15,-5 0-2 0,-5 0 7 16,-6 4-4-16,-5 0 3 16,-3 0 3-16,-4 0 0 15,-2 6-4-15,-3 1-1 16,1 0 1-16,0 3-1 16,-2-3 0-16,-4 3 0 0,3-2 0 15,-1 0 0-15,2-1 0 16,-2 1 0-16,1 1 1 15,5-3 0-15,4 1-1 16,1-3 0-16,6 0 1 16,5-4-2-16,5 0 1 0,4 0 0 15,2 0 0-15,2-7 2 16,4-3-4-16,3 2 4 16,1-1-1-16,4-1 0 15,4 1 0-15,-1 1 0 16,5 1 0-16,-1 1 0 15,1 2-1-15,3 1 0 0,0 3-2 16,2 0-3-16,-3 0-5 16,5 0 3-16,-4 0 2 15,4 0 4-15,2 0 2 16,-1 0-2-16,1 0 2 0,1-3 3 16,-1-1-2-16,-3-2 0 15,4 0 0-15,-6-2 0 16,3 0 0-16,-2-4 1 15,1 2-2-15,1-4 0 16,-2-2 1-16,0-4-2 16,4-1-1-16,-3-3 2 0,-1-3 1 15,2-4-4-15,-1-7-1 16,0-4-3-16,-2-4 1 16,2-4-9-16,0-6-2 15,0-6-23-15,-1-12-50 16</inkml:trace>
  <inkml:trace contextRef="#ctx0" brushRef="#br0" timeOffset="125274.38">19081 12687 57 0,'0'0'22'0,"0"0"-11"0,0 0 1 16,0 0 5-16,0 0-1 0,0 0-7 16,0 0-4-16,0 0-1 15,0 0-2-15,0 0 3 16,0 3-6-16,0-1 1 16,0 3 2-16,0-1-1 15,2 0-1-15,-1 2 0 0,1-2 0 16,0 3 0-16,-1 0 0 15,0 1 0-15,0 1-1 16,2-1 1-16,0 0 1 16,-1-2-1-16,2-1 0 15,3 1 0-15,-4-3 0 16,3-1 0-16,1-1 0 0,0-1 3 16,4 0-3-16,-2 0 1 15,4-5-1-15,1-3 5 16,1-2-4-16,1-2-3 15,3-4 11-15,1 1-6 0,5-2-2 16,0-2 0-16,0 0 0 16,4-1 0-16,-1-1 0 15,-1 1 3-15,2-3 0 16,0 3 2-16,0-1 4 16,-1 1 1-16,1-2-2 15,-1 3-2-15,0-1 2 0,-3 0 0 16,-2 4 1-16,-4 2 0 15,0 2-2-15,-5 2 0 16,0 2-3-16,-5 3 0 16,-1-1 0-16,-4 5 3 15,-1-1 1-15,1 0-1 0,1 2-4 16,-1 0-3-16,2 0 1 16,4 0-2-16,-1 0-20 15,-5-1-67-15</inkml:trace>
  <inkml:trace contextRef="#ctx0" brushRef="#br0" timeOffset="127203.76">5585 11647 159 0,'0'0'6'0,"0"0"-5"0,0 0-2 16,0 0 4-16,0 0 1 0,0 0-2 16,0 0 3-16,0 0 3 15,0 0 3-15,0 0-3 16,-38-21 0-16,32 16-3 16,0-1-2-16,1 0-1 15,-2-1 1-15,2-2 1 0,-4 2-3 16,1 1 3-16,-6 1 1 15,1 0 1-15,-5 3 0 16,0 1-4-16,0 1 0 16,-4 0-1-16,4 0-1 15,-6 8 0-15,1 3 1 0,1 3-2 16,-5 3 1-16,0 3 0 16,-2 1 0-16,-2 1 1 15,-2 2-1-15,3-3 0 16,-1 0 0-16,2-1 0 15,2 0 0-15,0-1 2 0,4-1-2 16,0 2-2-16,0 1 2 16,1 2 2-16,2 0-4 15,-3 3 4-15,1 2-4 16,-1 4 2-16,2 1 0 16,0 3 0-16,-2-1 0 0,4 2 0 15,0-3-1-15,4-4 1 16,6 1 0-16,0-4 0 15,1 0-1-15,5-1 1 16,0 1-1-16,1-2 1 16,2 4 0-16,0-1-1 0,0 2 1 15,0 1 0-15,5-1-1 16,2 0 1-16,-1 0-1 16,3 1 1-16,0-1 0 15,2 1-1-15,-2-1 1 16,3 4 0-16,-1-3 0 15,0 1-1-15,3-1 1 0,0 0 0 16,3-2-2-16,-2-3 2 16,3 3-1-16,0-2 0 15,2 2 1-15,0 0 0 16,2 2 0-16,-3-1 0 0,3 1 0 16,-3 0 1-16,0-3-1 15,1-1-1-15,-4-2-1 16,2-4 2-16,-1-1 3 15,1-3-1-15,-3 0 2 16,2-3-1-16,0-1 2 0,1-1-3 16,0-1-2-16,-2-1 0 15,2-2 0-15,-3 1 0 16,-1-3 2-16,-3-1-3 16,2 0 2-16,-3-3 1 15,0 1-1-15,-1 0-1 16,-2-3 1-16,2 0-1 0,-3 0 0 15,1 0-1-15,0 0-31 16,0-4-28-16,-1-2-16 16</inkml:trace>
  <inkml:trace contextRef="#ctx0" brushRef="#br0" timeOffset="127474.74">5474 13204 45 0,'0'0'15'0,"0"0"11"0,0 0-5 0,0 0-1 0,0 0-1 16,38 35-3-16,-34-20-2 15,0 4-1-15,-4 4-7 16,0 4-3-16,-6 7-2 16,-9 4 1-16,-10 2-13 15,-4 1-98-15</inkml:trace>
  <inkml:trace contextRef="#ctx0" brushRef="#br0" timeOffset="128223.19">5937 12678 51 0,'0'0'2'0,"0"0"4"0,0 0 1 0,0 0 3 16,0 0 6-16,0 0 1 15,0 0 2-15,0 0 0 16,0 0-12-16,0 0-11 16,-5-27 1-16,3 40 0 0,-2 6 6 15,-1 9-2-15,0 7 1 16,-3 4-1-16,-1 9-2 16,-1 6 3-16,-1 7-2 15,0 3 1-15,0 7 0 16,0 0 2-16,2 3 0 0,0-2-2 15,0 3 0-15,1 0-1 16,1 4 1-16,-3 3-1 16,0 8 0-16,3 2 0 15,-1 2 0-15,2 1 0 16,1-1 2-16,4 0 0 0,1-4-1 16,0 1 1-16,4-3-2 15,0-1 5-15,1-6-4 16,2-6 2-16,-3-5 2 15,-2-6-2-15,-1-5 2 16,-1-2 1-16,0-7-3 0,0-5-3 16,0-12-29-16,0-14-29 15</inkml:trace>
  <inkml:trace contextRef="#ctx0" brushRef="#br0" timeOffset="129682.99">6064 12742 90 0,'0'0'25'0,"0"0"-32"0,0 0 6 0,44 11 2 16,-23-8-2-16,4 2 2 15,4-4-1-15,6 2 0 0,5-3 3 16,5 0 3-16,6 0 2 16,7-6-3-16,3 0 0 15,6-1 0-15,7 2 1 16,-3-1-1-16,3 5 2 15,2 1 2-15,-2 0 0 0,0 0 3 16,1 0 0-16,-1 5-7 16,0 0-2-16,-1 3-2 15,-3-1 0-15,-3-1 0 16,-2 0-1-16,-1-2 1 16,1-1 4-16,-2-3 1 0,0 0-3 15,-1 0 0-15,-2-1 0 16,-6-4 0-16,-2-1-10 15,-6-1 23-15,-8 3-12 16,-1 0-3-16,-8-1 1 16,-7 3-1-16,-2 2 0 15,-7 0 0-15,-1 0 1 0,-6 0-1 16,-1 0 0-16,-1 0 0 16,0 0-1-16,-2 0 0 15,-2 4-1-15,1 2 2 16,1 2-1-16,-2 2 2 0,0 7-5 15,0 1 3-15,0 7 6 16,0 5-4-16,0 5-2 16,0 3 1-16,0 7-1 15,2 7 1-15,1 3-1 16,1 4 0-16,-2 0 0 16,-1 5 1-16,1-3-1 0,2 2 0 15,-2-3 0-15,2 2 0 16,-1-1 0-16,4 0 1 15,-2 3 1-15,1 0 0 16,2 1-2-16,0 3 0 16,-2 0 1-16,1 2-1 0,-5 0 1 15,0-1-2-15,-2-4-2 16,0-2 6-16,0-1-3 16,0-5 0-16,0-1 1 15,0-2-2-15,0-2 1 16,0 2 1-16,-2-4-1 0,-2-2 1 15,1-2 0-15,-1-4-2 16,0-2 2-16,-3-2 0 16,2-1 0-16,-3 0 0 15,3 0 0-15,-4-3-1 16,4 0 1-16,-1-4 0 0,1-3-1 16,1-1-1-16,-1-4 1 15,1-3 1-15,1-3-1 16,1-1 0-16,-2-4 0 15,-3-2 1-15,1-2 0 16,-6 3 1-16,-1-2-1 0,-3-2-1 16,-3 3 1-16,-2-1-1 15,-6-1 0-15,0-2 1 16,-6 0-1-16,-1-1 2 16,-4-2-2-16,-9-2 1 15,-2 0 2-15,-7 0-3 0,-6 0 1 16,-5 0-1-16,-6 0 0 15,-2 0 0-15,0 4 0 16,-2-4 1-16,0 2-1 16,0-1 0-16,1-1 0 15,0 0 0-15,0 0 0 0,2 0 0 16,1 0 6-16,1 0 0 16,2 0 3-16,4 0-2 15,1 0 0-15,4 4-3 16,3 2-3-16,2 0 1 15,5 1-1-15,2-1 1 0,3 1-1 16,3-2 0-16,4 2 0 16,6-1 0-16,2 1-1 15,2-1 1-15,6 1-1 16,2-1 1-16,4-1-1 16,4 1 1-16,4-2 0 15,2 3-1-15,1 0-1 0,6 1-6 16,0 0-22-16,6-4-18 15,3-4-87-15</inkml:trace>
  <inkml:trace contextRef="#ctx0" brushRef="#br0" timeOffset="130710.86">17942 14110 87 0,'0'0'3'0,"0"0"-2"0,0 0 7 0,0 0 1 16,0 0-4-16,0 0 17 15,0 0 6-15,0 0 8 16,0 0-8-16,0 0-15 0,-19-8 0 16,16 7-10-16,1 1 2 15,0 0-2-15,1 0-3 16,0 0-2-16,1 0 1 15,-2 0-2-15,2 6 1 16,0 1 1-16,0 3 2 0,0-1-2 16,0-1 1-16,0-1-1 15,2-3-3-15,5-4 2 16,2 0 5-16,5-11 23 16,4-6-9-16,6-7-6 15,5-7-5-15,4-5 3 0,3-2-14 16,3-6 15-16,3 0-9 15,0-2 0-15,5 0-3 16,-3 0-15-16,-1 2-37 16,-8 1-115-16</inkml:trace>
  <inkml:trace contextRef="#ctx0" brushRef="#br0" timeOffset="132384.09">8366 12717 77 0,'-4'-2'4'0,"-1"2"-2"0,2-1-1 0,1 1-1 16,2-2 0-16,-2 2 1 16,2 0-1-16,0-1 1 15,-2-1 9-15,2 1 5 16,-2 1 7-16,2 0-3 16,-3-1-5-16,3 1-9 15,-1 0-3-15,1 0-3 0,0 0 1 16,-1 5 0-16,-1 5-1 15,0 2 1-15,0 5 1 16,-3 3-1-16,1 5 0 16,-1 2 0-16,0 7 0 15,1 2 1-15,0 3-2 0,-1 3 1 16,1 3 1-16,-1 4-1 16,1 2 0-16,-1 3 0 15,1 1 1-15,-3 2 0 16,3 1-1-16,-3 4 1 0,2 2 0 15,1 2 0-15,2 5 3 16,2 2-2-16,0 4 0 16,0 1 0-16,0 2 5 15,4 1-1-15,3-2-2 16,0-1-1-16,-2-4-1 16,3-5 1-16,-3-3 3 15,4-2 3-15,-2-3-3 0,1-3 0 16,-1-1-2-16,-1 0 0 15,-1-3-2-15,0-3 0 16,-3-3 1-16,0-2-1 16,-2-3-2-16,0-2 1 0,0-2 0 15,0-3-1-15,0-5-2 16,-6-7-26-16,1-9-34 16,0-14-27-16</inkml:trace>
  <inkml:trace contextRef="#ctx0" brushRef="#br0" timeOffset="134098.66">8391 12812 76 0,'0'0'-2'0,"0"0"10"0,0 0-6 0,0 0-2 16,0 0-1-16,0 0 1 15,0 0 4-15,42 8-1 16,-21-8 2-16,2 0 3 0,2 0-1 16,6 0 7-16,-1 0-8 15,5-1 5-15,4-2-3 16,5 3-4-16,4-2 0 16,5 0-3-16,5 0 1 15,4 1-2-15,3 0 1 0,5 0 0 16,1 1 2-16,1-2-3 15,6 0 1-15,-3-1 0 16,4 0 3-16,-3-1 2 16,0-4 1-16,-3 1-1 15,-1-2 2-15,0-1-2 0,-5-1 2 16,-4-2-1-16,-1 3 0 16,-8 0-1-16,-5 0-2 15,-4 2-3-15,-7-1 0 16,-3 3 0-16,-4 1 0 15,-6-1-1-15,-2 0 1 16,-2 1 0-16,-2 0-1 0,-4 3 1 16,-4 0-1-16,0 1 0 15,1 1-2-15,-5 0 2 16,3 0 0-16,2 0 0 16,1 1 1-16,0 3 0 15,1 1-1-15,-3 0-1 0,1 1-1 16,-1 0 0-16,-5 1 2 15,0 0 0-15,2 2 0 16,-3-1 2-16,3 1-1 16,-4-1 0-16,3 2-2 15,-1 3-1-15,0 0 2 0,0 1-1 16,-3 3 2-16,1 0 2 16,0 3 0-16,-1 1 0 15,1 2-1-15,1 0-1 16,-3 2 0-16,1 0-1 15,1 3 0-15,0 1 1 0,-2 3-1 16,0 1 0-16,-2 3 1 16,0 5 0-16,0-1 1 15,2 4 0-15,-2 0 1 16,1 1-1-16,0-2-4 16,2 0 4-16,2 1-2 0,-3 1 0 15,0-1 0-15,0-1 0 16,0 2 2-16,-1-2 0 15,-1 2 1-15,0 1 1 16,0 2-3-16,0 3 1 16,-4 2-1-16,1-1 0 0,-1-2-1 15,-2 0 1-15,4-3-2 16,2-2 2-16,0-2-1 16,0 2 0-16,0-1 0 15,0 0 1-15,1-4-1 16,6 4 0-16,-3-1 1 0,1 1 0 15,1 1-1-15,-2-1 0 16,1 1 0-16,2-2 0 16,-1-3 0-16,3-2-1 15,0-2 2-15,0-5 0 16,1 2-1-16,2-2-1 0,-2-1 2 16,-2 0-1-16,1 1 1 15,-2-3-1-15,0-1 0 16,-2-2 0-16,1-3 0 15,-2-2 2-15,0-5-1 16,-1 0-1-16,-1-4 0 16,-2-2 0-16,0-2 0 0,0-3 1 15,0 2-1-15,-6-3 1 16,-3 0 2-16,-4-2-2 16,-6 0 2-16,-1-1 1 15,-3 0-1-15,-4 0-3 0,-1 0 0 16,-3 0 0-16,-2 0 0 15,-4 0-2-15,-3 0 1 16,-4 1 0-16,-6 1 2 16,-4 1-1-16,-1 1 1 15,-3-1-1-15,-4 1 2 0,-1-1-1 16,-1 2 0-16,-3-2 0 16,-1-1-2-16,-3-2 2 15,-1 0-1-15,-6 0 0 16,2 0 1-16,-5 0 2 15,1 0 2-15,2-1 0 0,1-2 0 16,6 1 5-16,4-3-3 16,2 1 1-16,3 0-4 15,1-1 1-15,5 2-3 16,0-1 1-16,3 1-1 16,6 3-2-16,0 0 0 15,5 0 0-15,1 0 0 0,3 0-1 16,2 3 1-16,1 1-1 15,5 3 1-15,1-1-1 16,3 2 0-16,6 0-9 16,4 0-18-16,1-5-29 15,5-3-104-15</inkml:trace>
  <inkml:trace contextRef="#ctx0" brushRef="#br0" timeOffset="134702.9">9096 13618 103 0,'2'0'21'0,"-2"0"10"0,0-2-10 0,0 2-7 15,0 0-8-15,0 0-4 16,0 0-5-16,0 4 0 16,2 3-2-16,0 4 16 0,0 1-10 15,2-1 1-15,-1-1-1 16,3-2-1-16,1-3 1 16,4-5 4-16,2 0 16 15,8-9 7-15,7-11-4 0,8-11-8 16,10-10-11-16,11-9-2 15,13-9-2-15,12-10 1 16,10-9-15-16,11-8-80 16</inkml:trace>
  <inkml:trace contextRef="#ctx0" brushRef="#br0" timeOffset="135658.54">19173 14043 67 0,'0'0'27'0,"0"0"-25"0,0 0 4 0,0 0 6 0,0 0-1 16,0 0-6-16,0 0 5 15,-20 37 1-15,20-28 0 16,0-1-6-16,0-1 3 0,0-2 0 15,5-3 5-15,2-2 9 16,1 0 3-16,5-1-1 16,7-11-2-16,2-6-7 15,9-3-6-15,6-8-4 16,3-3-1-16,6-7 0 0,4-1 0 16,5-3-3-16,8-3-1 15,4 1-19-15,6-4-51 16</inkml:trace>
  <inkml:trace contextRef="#ctx0" brushRef="#br0" timeOffset="138020.93">5410 9366 121 0,'0'0'18'0,"0"0"-12"0,0 0-4 15,0 0-3-15,-42-28-9 16,34 26-6-16,1 2 3 0,-2 0 7 15,0 0 1-15,0 0-3 16,0-1 5-16,0 1 3 16,0-3 2-16,-3 3 3 15,2-1 2-15,1-1 2 16,-2 2-3-16,-3 0 1 0,1 0-5 16,-5 0-2-16,-1 10-1 15,-2 2 0-15,-2 3 0 16,0 1 0-16,-2 2 1 15,-2 4 0-15,0 3 0 16,-2 2 0-16,0 4 0 0,-2 2 0 16,-1 4 0-16,-1 1 0 15,-3 3 0-15,-1 5 0 16,0 2 0-16,-1 3 2 16,3 3 1-16,1 5 0 15,3 4 3-15,2 6-1 0,4 4-2 16,2 4 1-16,2 7-3 15,4 6 0-15,2 3-1 16,1 4 1-16,2 9 0 16,-1 8 0-16,3 7 0 15,-3 8 3-15,-3 9 6 0,3 12 0 16,1 6 4-16,1 11 1 16,3 9-1-16,5 10 3 15,3 7-7-15,0 9 0 16,3 16 1-16,9 11-1 15,3 11 5-15,2 7-7 16,5 8 6-16,-1 3-8 0,5-3-3 16,3-5-2-16,2-5-1 15,2-11-2-15,8-7 7 16,2-15-4-16,6-13-4 16,2-17-23-16,0-22-10 15,1-28-42-15</inkml:trace>
  <inkml:trace contextRef="#ctx0" brushRef="#br0" timeOffset="139431.62">4875 9105 251 0,'0'0'-20'0,"41"-24"17"0,-15 10 3 0,10-1 3 0,6 1 0 16,6 1-3-16,5 1 1 15,7 0 0-15,5 1-1 16,9-2 0-16,1 0 1 15,9 2-2-15,9-2 2 16,6 2-2-16,8-1 1 16,6-2 0-16,6 1 0 0,6-1-1 15,10-1 1-15,5-1 0 16,8-4 0-16,10-1-3 16,6-2 5-16,8-1-7 15,3-2 5-15,10-1 2 16,1 2-1-16,3-1-1 0,1 2 2 15,2 3-1-15,7-2-1 16,-5 2 1-16,-1 1-1 16,0 3 1-16,-4 1-1 15,-10 2-1-15,-7 4 1 16,-6 0 0-16,-10 3 0 0,-6 1 0 16,-12 5 0-16,-7 1 1 15,-9 0-1-15,-6 3 0 16,-11 7 1-16,-4 6-1 15,-9 5 1-15,-6 4-1 16,-5 9 1-16,-5 7-1 0,-9 6 0 16,-9 7 1-16,-5 7-1 15,-7 9-4-15,-8 9-5 16,-7 5 0-16,-7 9 2 16,-6 6 4-16,-4 7 2 15,-3 5 2-15,0 4-4 16,-6 7 8-16,3 5-4 0,-2 5 0 15,1 4-1-15,-1 4 1 16,2 0 1-16,1 2 4 16,-2 5 3-16,6-2 0 15,-2 6-4-15,3 7 6 0,1 7 9 16,1 5-16-16,0 2-4 16,2 7 0-16,-1 1 1 15,-1 3-1-15,-3-4 0 16,-3-1 2-16,-4-2-2 15,-3-3 0-15,-2-4 0 16,-1-5 1-16,0-5 0 0,0-6-1 16,-3-2-1-16,0-15 2 15,-1-4-1-15,-1-10 1 16,2-8-1-16,-7-8 3 16,-2-5-2-16,-8 1 1 15,-7-1-1-15,-6-2 0 0,-11-1-1 16,-4-1-2-16,-8-6-7 15,-5-6 3-15,-5-9-2 16,-3-8 3-16,-7-7-2 16,-2-7 4-16,-9-4 2 15,-6-1 5-15,-7-3 1 0,-10-2-3 16,-10 0-8-16,-8 0-14 16,-9-3-6-16,-7-3 16 15,-8 1 8-15,-7-1 4 16,-9-4-2-16,-6 2 2 0,-9-1 4 15,-7-2 9-15,-7 0 0 16,-4 2 1-16,-7 4-8 16,-4 1 2-16,-5 5 0 15,-2 2-3-15,-2 2 3 16,2-2-2-16,2 0-1 0,5-2-2 16,6-2-5-16,10-1 0 15,10-3-1-15,7-2-7 16,11-2-10-16,14-3-23 15,11-5-61-15</inkml:trace>
  <inkml:trace contextRef="#ctx0" brushRef="#br0" timeOffset="141295.01">18619 11044 231 0,'-2'-2'11'0,"-4"-5"1"0,1 0-8 0,1 0-3 15,0 0-1-15,-4-2-2 16,-2 0-3-16,-2-3 1 15,-1-1 3-15,-4-1 1 0,-1 0-4 16,-4 1 0-16,-1 0 8 16,-4 3-5-16,-4 0-7 15,-2 2-10-15,1-1-5 16,-5 2 5-16,-2-2 14 16,-3 2 3-16,1 0 2 0,-4 3 1 15,-2 0 1-15,-1 2 3 16,0 2 1-16,-3 0-4 15,-2 10 1-15,0 5-2 16,-3 6-2-16,-3 1 1 16,-1 7-1-16,-3 2 1 0,-2 2 1 15,0 4 2-15,1 1 2 16,-1 5-2-16,-3 4 2 16,3 4-1-16,3 3 3 15,-4 4-1-15,5 4-1 16,-1 4-3-16,5 5-1 0,-1 5-2 15,3 2 0-15,1 5 1 16,1 5-2-16,3 2 1 16,3 2 0-16,0 2-1 15,4 5 2-15,1 0-1 16,1 2-2-16,2 3 5 16,3 0-2-16,-1 1-3 0,5-3 2 15,5 0 0-15,5-2-1 16,3-5 1-16,7-3-1 15,4-2 3-15,5-1-2 16,3-5 1-16,0-3-2 16,11 1-1-16,7 0 2 0,4-2-1 15,6-2 1-15,2-1 0 16,5-2 1-16,-1 1-1 16,6-4 0-16,1 0 1 15,2-2-1-15,5 2 6 16,4-4-3-16,6-1 0 0,2 0-3 15,5-6 0-15,6-4 0 16,1-5-2-16,6-5 4 16,2-3-1-16,1-4 0 15,6 0 4-15,1-4-1 16,3-4 1-16,5-1-1 0,2-6 0 16,2-4-2-16,2-6 0 15,1-3 1-15,3-5-1 16,-3-4-2-16,0-3 0 15,0 0 1-15,2-4 3 16,-7-6 1-16,1-5 3 0,-1 0-2 16,-2-5 0-16,-1-3 0 15,-2-5-3-15,1-2 1 16,-4-6 1-16,-2-2-1 16,-1-5 2-16,0-2-4 15,-1-6-2-15,-3-5 2 0,-7-2-8 16,-4-6-8-16,-5-4 9 15,-5-2 3-15,-7-5 3 16,-7 0 0-16,-5-5 5 16,-3-3 7-16,-3-4 3 15,-5-1-1-15,-1-3-1 16,-2 0-4-16,-6-5-3 0,-2-1-2 16,-2 0-2-16,-7-3-1 15,-1 0 0-15,-7-2-2 16,-1 1 2-16,-3-3 0 15,0 3-1-15,-3 0-2 0,-8 1-5 16,-2-1-4-16,-6 0-5 16,-1 3 1-16,-7 0 8 15,-2 0 5-15,-4 6 1 16,-1 3 2-16,-5 5 0 16,-3 0 4-16,-2 2-6 15,-7 6 1-15,-4 1 0 0,-5 3-6 16,-3 3 4-16,-4 6 5 15,-4 3-7-15,-3 4 2 16,-4 6 3-16,-5 2-5 16,-4 7 6-16,-4 7-12 15,-5 3 7-15,-3 3 3 0,-2 6 2 16,-3 4 0-16,1 5-5 16,2 6 0-16,3 5-5 15,8 2-10-15,6 6 3 16,14 9-23-16,15-2-61 0</inkml:trace>
  <inkml:trace contextRef="#ctx0" brushRef="#br0" timeOffset="142365.76">20714 13001 26 0,'0'0'46'0,"2"0"-26"0,3 0-12 15,0-1-9-15,3-4 4 16,0-1 1-16,1-1-6 0,-1 4 5 16,-5-2-4-16,1 2 1 15,-2 0 1-15,1 0 1 16,-1 3 4-16,-2 0-1 16,0-1-4-16,0 1-2 15,0 0 0-15,0 0 1 0,0-2 1 16,0 2 8-16,2 0 17 15,-2 0 9-15,0 0-2 16,0-1-11-16,0 1-8 16,0 0-7-16,0 0-5 15,0 0-3-15,0 0 0 0,0 0 0 16,0 0 1-16,0 1-1 16,1 6-2-16,1 3 3 15,0 0 1-15,2-1 1 16,1 2-1-16,1-1-1 15,3 0-1-15,-1-4 1 0,4-1-3 16,2-3 1-16,3-2-1 16,4 0 6-16,4-9 3 15,5-6-4-15,6-5 1 16,4-6 2-16,8-4 2 16,3-5 2-16,6-5-2 0,2-5 3 15,3-4-3-15,1 0-2 16,2-1-1-16,2 0-1 15,0 1 0-15,2 2-3 16,-2 4 1-16,0 2 0 16,-5 8-1-16,-4 6-1 15,-6 9-12-15,-11 4-23 0,-10 2-69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42:32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12743 12779 148 0,'0'0'7'0,"0"0"11"0,0 0-5 16,0 0-11-16,0 0-2 0,0 0 0 16,0 0 2-16,0 0 1 15,0 0 3-15,0 0-3 16,0 0-3-16,0 0 1 15,0 0-3-15,0 0-8 16,3 4 5-16,6 2-1 0,3-2 5 16,1 0 0-16,5-1 1 15,4 0-1-15,7-3 1 16,3 0 6-16,8 0 1 16,0-3 1-16,5-4-2 15,4-1-1-15,5 0-1 0,0-3 0 16,1 3 4-16,1 0 2 15,2 0-3-15,1 1 0 16,1 6-2-16,2 1-3 16,-1 0-1-16,4 0 0 15,3 7-1-15,2 0 1 0,1-1-2 16,1-1 2-16,-1-2 1 16,-3-3-2-16,-4 0 3 15,-1-1-3-15,-6-9 0 16,-2-4 0-16,-2-1 1 15,-3 2-1-15,-4-2-1 16,-13 1-19-16,-7 0-135 0</inkml:trace>
  <inkml:trace contextRef="#ctx0" brushRef="#br0" timeOffset="738.93">12852 13648 79 0,'0'0'12'0,"0"0"17"0,0 0-3 0,0 0-2 0,0 0-16 16,0 0-7-16,0 0-4 16,0 0 0-16,0 0 4 15,0 0 0-15,0 0 0 16,0 0 0-16,19-8 0 16,-10 8 0-16,3 0-1 0,1 0 0 15,4 0 0-15,4 0 0 16,3 0 0-16,8 0 0 15,-1 0 0-15,5-2-1 16,3 1 1-16,5 0-2 0,4-1 3 16,4-2 9-16,7 2 3 15,5 0 2-15,4-1-3 16,3-2-3-16,3 0-1 16,5-2 3-16,0-2-2 15,2-1-4-15,0-1-4 0,-3 1 0 16,-4-1-2-16,-11 1 0 15,-8-2-34-15,-6 1-75 16</inkml:trace>
  <inkml:trace contextRef="#ctx0" brushRef="#br0" timeOffset="2169.23">5107 10562 19 0,'-4'-1'19'0,"0"-2"0"0,-1 0-4 16,-2-1-2-16,1-1-4 0,3-2-3 15,-1 3-3-15,-2-2 0 16,3 0-1-16,-2 1 1 16,-1-1 3-16,3 1 3 15,-1-1-2-15,0 1 0 16,0 1 3-16,1 0-1 0,1 1-2 16,0 1 1-16,2 0-5 15,-3 2-2-15,3 0-2 16,0 0-1-16,0 0 0 15,0 0 1-15,0 6 3 16,0 3-2-16,0 3 1 0,0 5-1 16,0 1-1-16,0 4 2 15,0 2-1-15,-2 3 0 16,0 0 0-16,1 1 1 16,-1 2-1-16,0 3 0 15,0 1 0-15,-4 4 1 0,3 3-1 16,-3 5 0-16,0-1 1 15,0 4-1-15,-1 0 1 16,3 4-2-16,0 1 2 16,0 2-1-16,3 3 0 15,-2 5 1-15,3 1-1 0,0 3 2 16,0 3-2-16,0 0 0 16,0-1 0-16,0-3 0 15,0-2 0-15,3-2 1 16,0-4-1-16,1-1 1 15,0 1 0-15,-1-1 0 16,1 0 0-16,-2-1-1 16,0 0 1-16,0-3 0 0,-2 0 0 15,2-3 0-15,-2-6-1 16,0 2 1-16,0-6 0 16,0-1-1-16,0-3 2 15,0 1-2-15,0-5 1 0,-2 0 1 16,-2-3-2-16,-1-1 0 15,1 1 1-15,-4-1 0 16,-2-1-1-16,1 1 1 16,-1 0-1-16,0-5 0 15,3-1-1-15,1-7 0 0,2-12-38 16,2-4-105-16</inkml:trace>
  <inkml:trace contextRef="#ctx0" brushRef="#br0" timeOffset="4529.1">5320 10463 15 0,'0'0'5'0,"0"0"3"0,0 0-3 16,0 0 3-16,0 0 7 0,0 0 4 16,-40-35 1-16,30 35-12 15,0 0 2-15,1 3-3 16,-3 3 2-16,3 1-2 15,3 0-2-15,-1-1-1 16,2 0-2-16,3-1-2 0,0 1 1 16,2 0-1-16,0-1 1 15,0-1 1-15,6 1-1 16,1 0 0-16,5 1 0 16,3-1 0-16,3 0 2 15,5 1-3-15,4-2 2 0,8 1-2 16,3 0 1-1,9-1-1-15,2-4 0 0,2 0 0 16,4 0 0-16,0 0 0 16,1 0 0-16,0-4 1 15,2-3-1-15,-2 1 0 16,0-2-1-16,1-1 2 0,1 2 0 16,1-1-1-16,3 3 2 15,1-2-2-15,-1 3 1 16,1 0-2-16,-3 1 2 15,-2-1-1-15,1 1 0 16,-3 0 0-16,-5-1 0 0,0 1 0 16,-1-3 1-16,-4 2-1 15,-3 1 0-15,-3 1 1 16,-2 1-1-16,-5 1 0 16,-6 0 0-16,-2 0 0 15,-5 0 0-15,-2 2 0 0,-2 1-1 16,-3-2 2-16,3-1-1 15,-3 0 0-15,3 0 2 16,-3 0-2-16,-2 0 0 16,-3 0-2-16,-2 0 2 15,-2 0-1-15,-3 0 1 0,0 0 0 16,0 0 0-16,0 0 0 16,2 0 1-16,1 0 1 15,2 0-2-15,2 0 0 16,1 0 0-16,3-1 0 0,1-4 0 15,2 1 0-15,1 2 1 16,-1-2-2-16,-1 3 2 16,-3 1-1-16,-2 0-1 15,-4 0 1-15,1 0-3 16,-3 1 1-16,1 3 2 16,0-1 1-16,0 3 0 0,2 0-1 15,0 1 1-15,0 1-1 16,1 2 0-16,0 0 0 15,2 4-1-15,-4-1 0 16,1 4 2-16,-1 0-1 16,1 5 1-16,-1 0-1 15,-1 2 0-15,1 2 0 0,-1 2 2 16,-2 2-2-16,0 0 0 16,1 3 1-16,-1-1-1 15,0 0 0-15,-2-1 1 16,0-1-1-16,2-2 0 0,-2 0 1 15,3 1 0-15,-2-2 0 16,0 0-1-16,0 1 1 16,-1 5-1-16,0 4 1 15,0 4 0-15,-1 5-1 16,-4 3 0-16,-1 2 0 0,1-1 1 16,3-2-1-16,0-5 1 15,0 0-1-15,2-2 0 16,0-2 2-16,0 1-2 15,0 2 0-15,0-3 0 16,0 1 0-16,0-3 0 0,0-3 2 16,0 0-1-16,2 0 0 15,2 3 1-15,-1 0 0 16,3 2-1-16,-1 0 0 16,2 1-1-16,-3-2 1 15,1-1 1-15,3-4 1 0,-2-2-3 16,2 0 2-16,-3-2-1 15,3-1 0-15,-3 0-1 16,2 0 0-16,-3 0 0 16,-2-1 1-16,0 1 1 15,1-2 1-15,-1 2 0 16,0-1-1-16,0 2-1 0,-2-2 0 16,2 0 0-16,-2 0-1 15,1 0 0-15,1-2 1 16,0 1-1-16,0-5 0 15,1 1 0-15,-1-3 1 16,1-2-1-16,-1-2 0 0,2-3 1 16,-2 0 1-16,2-1-2 15,-3-1 0-15,2-3 0 16,0 0 1-16,-1-1-1 16,-2-2 1-16,0-2 0 0,0 0 1 15,0-1 3-15,0-1 3 16,0 2 12-16,-2-2-5 15,-4 2-11-15,-1-1-4 16,-2-1 1-16,-3 2 0 16,0-1-1-16,-2-1 3 15,-1 0-1-15,-2 0 2 16,-4 0-2-16,0 0 0 0,-4 1-2 16,0 2 0-16,0 1-1 15,0 1 2-15,0-1-1 16,-2-1-1-16,0 0 1 15,0-1 0-15,-4 0 0 0,-3-2 1 16,-1 1 3-16,-5-1-3 16,-1 0-1-16,-1 0 1 15,2 0 1-15,2 0-2 16,0 0 0-16,2 0 1 16,0 0-2-16,-1 0 2 0,-5 0 0 15,1 0-1-15,-2 0 0 16,-4 0 0-16,5 0 0 15,-3 0 1-15,5-2-1 16,0 1 5-16,1-1 2 16,3-1-2-16,-3 1-3 0,5 1-2 15,-3 1 0-15,5-3 0 16,-2 3 1-16,3-2-1 16,0 2 0-16,0-2 1 15,-2 2-1-15,2 0-1 16,-2 0 1-16,0 0 0 15,1 0 0-15,-3 0 1 0,5 0-1 16,-1 0 0-16,2 0 0 16,2 0 0-16,-2 2 0 15,3-2 0-15,1 2 0 16,-2-2 0-16,2 0 0 0,0 0 0 16,4 0 0-16,-4 0 0 15,1 0 0-15,3 0 1 16,-1 0-1-16,0 0 0 15,-1 0 0-15,6 0 0 16,-4 0 0-16,1 0 0 16,1 0 0-16,4-4 1 0,0 3 2 15,-1-1 0-15,3-1 0 16,-1 3-3-16,4 0 1 16,1 0-1-16,1 0 0 15,0 0 0-15,3 0 0 16,3 2-1-16,0 0 1 15,0 0-1-15,2 1-2 0,0 1-6 16,0 0-9-16,0 2-15 16,0-3-5-16,0-2-31 15,2-1 5-15</inkml:trace>
  <inkml:trace contextRef="#ctx0" brushRef="#br0" timeOffset="5379.95">5234 10542 88 0,'-4'-3'7'0,"-2"-4"-2"0,0 0 4 0,2 0-2 15,0 1-4-15,-1-1-2 16,3 3 0-16,-2 0-1 15,-2 3 2-15,1 1 1 0,-2 0 0 16,0 0-2-16,1 3 1 16,-1 5-2-16,-2 3 0 15,2 2 1-15,-1 4-1 16,1 3 0-16,-3 0 0 16,0 4-1-16,1 1 1 15,-1 5 0-15,-1 3 0 0,1 2 0 16,0 5 0-16,1 6 0 15,1 2 0-15,-1 3 1 16,4 0-1-16,1-3 0 16,3 0 0-16,1-1 0 15,0-3 0-15,0 3 0 0,0 2 1 16,0 0-1-16,0 5 1 16,-4 5 0-16,-3 3 1 15,1 4-1-15,-2 4 1 16,2-2 1-16,2 1-3 0,-1-1 1 15,1 0-1-15,4-4 1 16,0-6-3-16,2-8-43 16</inkml:trace>
  <inkml:trace contextRef="#ctx0" brushRef="#br0" timeOffset="7509.26">18399 12568 27 0,'0'0'1'0,"0"0"2"0,-42-15-1 0,28 8 0 0,-2 2 3 15,-3-1 5-15,-2 1 6 16,-2 1-3-16,-3 0-2 16,-1-2 0-16,1 2 1 15,-1 1 1-15,0-1-5 0,2 1-4 16,-1 1 3-16,1 0-5 16,1 2 1-16,1 0-1 15,-4 0 0-15,0 0 2 16,-5 0 3-16,-1 2 0 0,0 4-2 15,-4 3 3-15,-2 2-3 16,1 2-2-16,0 5 0 16,0 2-3-16,-3 3 2 15,2 3-2-15,-1 3 0 16,0 3 0-16,0 2 0 16,5 1 0-16,-2 0 0 0,5 0 0 15,5-2 0-15,1 1 0 16,5-2 0-16,4-2 0 15,1 4 0-15,5-1 0 16,4 0 1-16,-2 2 0 16,6-2 0-16,1 1-1 0,2-3 1 15,0-1-2-15,3-5 1 16,6 0 2-16,0-3-2 16,2-3 1-16,2 1 0 15,0-2 0-15,1 1 2 16,0-1-2-16,2 1 0 0,-1 0-1 15,5 1-1-15,-2 0 0 16,6 1 4-16,-2 1 3 16,4-1-3-16,2 0-2 15,0 1 0-15,-1-1-1 16,1-1 1-16,1-2-1 0,-1-2-1 16,0-2 2-16,3 0-1 15,-2-4 4-15,1 0 6 16,2-1-1-16,2-2-3 15,-2 0-1-15,1 0 1 16,-2 0-6-16,1-1 2 0,-3 0-2 16,0-1 1-16,0-3-1 15,2-2 1-15,0 0 0 16,-1 0 5-16,0 0 3 16,1-2-1-16,1-3-2 15,-2-1-1-15,2 1-2 0,0 1-2 16,-3-1 0-16,1 0-1 15,-3 0 0-15,1-2 1 16,-5 0-1-16,-1-5 1 16,1 4 0-16,1-5 6 15,-3 0 2-15,2-2-2 16,-4 0-2-16,3 0-3 0,-6-1 2 16,-1-1-2-16,-3-3-1 15,-2 2 2-15,0-2 2 16,-2 0-1-16,-1-1-4 15,1-1 3-15,2 0-3 16,-3 3 0-16,2-4 0 0,2 4 0 16,-3 0 0-16,0-1 0 15,0 0 0-15,0 2 0 16,0-1 0-16,0 0 1 16,2 0-2-16,-5-1 1 15,3 0 0-15,-5 0 0 0,1-1 0 16,-2 0 0-16,0-2 2 15,-2 0-2-15,2 2 1 16,-2-2 0-16,0-1-1 16,0 1 1-16,0 2-2 15,0-2 0-15,0 3 1 0,-6-4-2 16,-1 3 1-16,-2 0-1 16,0-1 0-16,-2 0 3 15,0 0 2-15,-1-1 1 16,2 1-2-16,-1 1 0 15,-1-1 4-15,-1 1-4 0,-3 1-2 16,1-1 2-16,-3 3-2 16,0-2 2-16,-4 4-1 15,1-1 1-15,-3 0 1 16,1 5-6-16,1-2 2 16,-5 3-1-16,2 1 2 0,0 1-1 15,0 3 0-15,2 2 2 16,-2 2-3-16,3 2-3 15,4 0-11-15,0 6-11 16,2 3-20-16,3-2-16 16,4-1-40-16</inkml:trace>
  <inkml:trace contextRef="#ctx0" brushRef="#br0" timeOffset="7759.06">18292 12528 127 0,'0'0'12'0,"0"0"29"0,0 0-15 15,2 0-13-15,2-1-3 16,0-4-3-16,6-2 2 0,3-5-2 16,6-6 3-16,6-2 0 15,7-7-3-15,10-7 2 16,9-3-5-16,9-7-1 15,9-1-1-15,9-8-2 16,9-5-2-16,3-9-29 16,-3-5-133-16</inkml:trace>
  <inkml:trace contextRef="#ctx0" brushRef="#br0" timeOffset="9395.09">7575 10589 17 0,'0'0'46'0,"0"0"-43"0,0 0 0 0,0 0 1 0,-47-24-3 16,36 21 0-16,2-1 1 15,0 1-1-15,2-1 2 16,2 0 0-16,1 0 4 0,2 0 1 16,2 3 2-16,0-1-4 15,0 2-2-15,0 0-6 16,0 0 2-16,0 0 0 15,0 6 0-15,0 4 0 16,0 2 2-16,0 2-1 16,-2 4 0-16,-1 5 2 15,1 4-1-15,-4 5 1 0,-2 5-2 16,-3 6 1-16,-1 7-2 16,-3 6 2-16,-1 4 1 15,1 1-1-15,0 3 0 16,2 3-1-16,3 0 1 15,4-2-2-15,-2 2 1 0,4-3-1 16,2 0 1-16,0-2 0 16,0 1 0-16,2-2 0 15,-3-2 0-15,3 1 1 16,-1-1-1-16,1 1 0 0,-3 3 2 16,1 3-3-16,0 2 1 15,-5 2-1-15,0 1 0 16,1-4 0-16,1-6-1 15,1-7 2-15,2-6-1 16,-1-7 0-16,3-5 1 0,0-6-1 16,0-2 0-16,3-4 1 15,3-1-1-15,-2 1 1 16,1-3 0-16,1 1-1 16,-2-1 0-16,0 0 0 15,-2-1 0-15,-2-1 1 0,0-2-1 16,0-3 0-16,0-4 0 15,2-1 2-15,-2-4-2 16,2 1 0-16,-1-2 0 16,2-1 1-16,2 4 0 15,-3-4 0-15,0 1-1 16,1 2 0-16,2 0 0 0,-1-1 0 16,0 0 0-16,1 2-1 15,1-1 1-15,1-1 0 16,2-1-1-16,-2 2 1 15,0-2 0-15,1 0 2 16,1 1 0-16,-2 0-2 0,-1 0 1 16,3-1 0-16,-1 0-1 15,-2 1 0-15,3-1 0 16,-2-2-1-16,4 0 4 16,-2 2 2-16,4-1-1 15,-1 1-2-15,3-1 0 16,1 3-1-16,1-2 0 0,4 0-3 15,2-1 3-15,3 1 0 16,4-1-2-16,3-2-1 16,1-1 2-16,5 0 2 15,1 0-1-15,1 0 0 0,1 0 1 16,3-1-1-16,-2 0 1 16,8-1 1-16,-2 1-3 15,5 1 0-15,2 0 3 16,4 0 2-16,0 0-1 15,5 0-2-15,2 4-2 0,2 4 1 16,6 0-1-16,2-1-1 16,4-1-7-16,-5-5-76 15</inkml:trace>
  <inkml:trace contextRef="#ctx0" brushRef="#br0" timeOffset="12035.93">7798 10601 87 0,'-9'-5'4'0,"3"-1"22"0,-1 2-21 0,2-2-4 15,-1 2 0-15,3 1 1 0,1-1 1 16,2 3 1-16,-2-2-1 16,2 2 1-16,0-1 1 15,0 2-1-15,0 0-3 16,0 0-1-16,7-1 1 15,4 0-1-15,2-1 1 0,0 2-2 16,5-3 3-16,5 2-1 16,0-1 0-16,0-1 1 15,9 0-1-15,-1 1 0 16,8 0-1-16,1-1 1 16,0-1-1-16,3 0 1 0,-1 1-1 15,2-3 0-15,-1 2 0 16,1 0 0-16,2-2 1 15,2 3-2-15,0 0 2 16,1 1-1-16,2 1 0 16,1-1 0-16,-3 2 0 15,4-3 0-15,-1 1 0 0,-1-2 0 16,0 1 0-16,1-2 1 16,-6 0 3-16,0 1-1 15,-4-2-1-15,-4 2 1 16,1 0 0-16,-2-3 2 15,1 1-3-15,-4 2 1 16,3-2-1-16,-5 2-1 0,-1-2 0 16,-2 3 0-16,-2 1 2 15,-3-1-3-15,-1 0 0 16,-4 3 2-16,2-2-2 16,-2 1 0-16,0-1 0 15,1 1 0-15,1 1 0 0,-4-2 0 16,-1 1 0-16,-2 1 0 15,-1 0 0-15,-2 0 0 16,-5 0 0-16,1 0-2 16,-3 0 1-16,-1 4 1 0,-1 1 0 15,1-1 0-15,-1 0 1 16,0 1 1-16,1-1-1 16,3 1-1-16,-2 0 0 15,-1-1 1-15,4 0-1 16,-1 2 1-16,-3 0 0 0,3-1-1 15,-2 2 0-15,0 2-1 16,2 0 2-16,-4 5-2 16,2-3-2-16,-2 5 3 15,3 1 1-15,-3 1 1 16,2 2-1-16,0 2 0 16,1 0-1-16,0 2 1 0,0 0-1 15,-1 3 0-15,-2 2 0 16,1 2 1-16,-1 0 0 15,-1 4-1-15,-1 4-1 16,3 2 2-16,-3 1-1 16,0 2 0-16,0 1 2 0,0 2-2 15,0 0 0-15,0 0 0 16,0-1 0-16,0 1 1 16,0-3-1-16,0 0 0 15,2-4 0-15,2 3 1 0,-1-2-1 16,2 3 0-16,-3-1 1 15,0 3-1-15,0 1 0 16,-2-1 0-16,1-1 0 16,-1-2 0-16,3-2 0 15,2-4 1-15,-3 0-1 0,3 0 0 16,2-2 2-16,-1-2-1 16,-3 2 1-16,3 1-2 15,-2-1 1-15,-1 1 0 16,2 0-1-16,-3 3 0 15,-2-1 0-15,0 1 0 16,0 2 0-16,0-4 0 0,0-1 0 16,0-2 0-16,0-6 2 15,0-2-1-15,0-4 2 16,0-2 3-16,0-3-3 16,0 2-1-16,0-4 0 15,0 0-2-15,0-3 1 0,0 1-1 16,0-2 1-16,0-2-1 15,-2 2 0-15,-3-4 1 16,2 2-1-16,1-2 1 16,-2-1-1-16,1 1 0 15,0-1 0-15,2-1 0 0,-1 0 0 16,0 3 0-16,0-2 0 16,-2 0 0-16,1 1 0 15,2 0 0-15,-1 1 0 16,-2-1 0-16,2 3 0 15,0 0 0-15,-2 1 0 0,1 1-1 16,-1-1 1-16,0 2 0 16,-2-3 0-16,2 1 0 15,-2 0 0-15,1-2 0 16,0-2 1-16,1 0-2 16,-1-1 1-16,-1-2 0 0,3-2 0 15,-1-1 1-15,-4-1 0 16,3 0 0-16,-5 0 0 15,0 0-1-15,-1 0 0 16,-7 3-1-16,3-2 0 16,-6 2-1-16,-1 0 2 0,1 1-1 15,-3-3 2-15,-3 0-1 16,0 0 0-16,-2-1 0 16,-2 0 1-16,-1 0-1 15,-3 0 0-15,-6 0 0 16,-3 0 0-16,-1 0-1 0,-2 0 0 15,-3 4 0-15,2-2-1 16,-1 2-1-16,2-3 1 16,-2 0 1-16,4 0 1 15,-4-1 0-15,6 0 0 16,-2 0 0-16,5 0 1 16,0-6-1-16,1 2 2 0,2-2-2 15,-1-3 1-15,0 3 0 16,-3 0 0-16,4 2-1 15,-3-2 1-15,4 3 0 16,-2 1 1-16,4 0 0 16,1-1 4-16,1-1-1 0,1 4 0 15,-1-3-3-15,2 3-2 16,0-2 0-16,-1 2 0 16,2 0 1-16,0 0-1 15,0 0 0-15,1 0 0 16,1 0-3-16,-1 0 19 0,4 0-16 15,-1 0 0-15,-2 0 1 16,4 0-2-16,-1 1 2 16,2 0-1-16,-1 2 0 15,4-2 0-15,-2 2 0 16,5-1 0-16,1 0 0 16,2-1 0-16,2 0 0 0,4-1 1 15,-1 0-1-15,3 0 1 16,-3 0-1-16,4 0 2 15,2 0 0-15,-2 0 2 16,2 0-1-16,1 0-3 0,1 0 0 16,0 0-5-16,0 0-28 15,0 1-23-15,0-1-40 16</inkml:trace>
  <inkml:trace contextRef="#ctx0" brushRef="#br0" timeOffset="13312.19">19992 13118 83 0,'0'0'9'0,"0"0"-6"0,0 0 6 0,0 0 6 0,0 0 7 15,0 0 4-15,0 0-9 16,0 0-9-16,0 0-2 15,0 0-6-15,4-9 0 0,-4 16 1 16,1 4-1-16,4-1 1 16,-1 3-1-16,-1-2 0 15,3 3 1-15,0-2-1 16,4-2 1-16,-4-3 0 16,1-2 2-16,1-3-1 0,3-2 1 15,0 0 3-15,4-9 9 16,3-4-2-16,4-4-7 15,0-4 2-15,4-1-3 16,4-3-2-16,2-2-2 16,4-2 9-16,8 0-6 15,0 1-2-15,4-1-1 0,1 4 2 16,-1 0-3-16,-2 6 1 16,-8 2 0-16,-5 3-1 15,-5 3 0-15,-4 4 1 16,-7 0 0-16,-1 3-1 0,-5 0 2 15,-2 2-1-15,-4 0 1 16,0 0-2-16,-3 2 1 16,2 0 0-16,-2 0-1 15,-2 0-1-15,3 0 0 16,-1 7-7-16,0-1-22 0,-2-3-37 16,0-3-92-16</inkml:trace>
  <inkml:trace contextRef="#ctx0" brushRef="#br0" timeOffset="14679.06">5166 13053 71 0,'-2'0'8'0,"1"-3"0"0,-1-2-3 16,0 0-1-16,0 0-3 0,-3 0 1 15,2 0-2-15,1-1 0 16,-2-1 0-16,2 3 3 15,-2-1 6-15,1 2-3 16,1 1 2-16,0 0 0 16,0 2 0-16,0 0-2 0,-2 0-7 15,2 4 1-15,0 4 0 16,0 3 0-16,0 8 0 16,0 2 1-16,-2 5-2 15,1 5 2-15,-1 4-2 16,-2 3 2-16,2 2-2 0,-2 1 2 15,-1 3-1-15,1-1 0 16,1 4 1-16,-4 2 0 16,2 3-1-16,1 0 1 15,-3 2 0-15,2 3 0 16,0 2 0-16,-2 4 0 0,3 3-1 16,-4 2 1-16,2 3-1 15,1-2 2-15,3 1-2 16,0-3 1-16,2-2-1 15,2 0 1-15,0-3 0 16,0 0-1-16,4-1 1 16,0 0 3-16,0-1-4 0,-1-2 5 15,1-1-1-15,-4-2 7 16,2-2 0-16,0-2-5 16,0 0-3-16,-2 0 1 15,0 2-2-15,0-1-1 16,0 1 0-16,0-4 0 0,-2-3-1 15,-2-5 1-15,-1-5 1 16,1-4 0-16,2-6 5 16,-2-2-2-16,0-4-4 15,3-2 1-15,1-2-2 16,-3-2 0-16,3-7-3 0,0-7-50 16</inkml:trace>
  <inkml:trace contextRef="#ctx0" brushRef="#br0" timeOffset="16571.09">5141 13134 33 0,'0'0'11'0,"0"0"-7"0,0 0 6 16,0 0 2-16,40-27-3 0,-28 27-2 15,3 0-2-15,1 0-1 16,3 0 0-16,4 0-3 15,6 1 0-15,2-1 0 16,5 0 0-16,7 0 0 16,3 0 1-16,2-2-1 15,1 0 0-15,2 1 2 0,1 1 3 16,1 0 2-16,3 0 0 16,2 0-3-16,0 0 2 15,2 0-3-15,3-2-1 16,0-2-1-16,-1 0 3 0,1-2 1 15,-1-1 1-15,1-2 0 16,-3 0 1-16,-1 1-2 16,-1 1 0-16,-2 0-3 15,-3 0-1-15,-3 3-1 16,-1 0 0-16,-7 1 1 0,-2 0-1 16,-5 0 1-16,-1 2-1 15,-2-2-1-15,-1 2 1 16,-3-1-1-16,0 2 0 15,-1 0 1-15,-3 0-1 16,-3 0 0-16,-4 0 0 0,1 0 1 16,-4 0-1-16,-1 0 1 15,0 0-1-15,3 0 0 16,-3 0 1-16,2 0-1 16,-1 0 0-16,-1 0 0 15,1-1 0-15,-5 1 0 16,0 0-1-16,0 0 1 0,-4 0-1 15,1 0 1-15,1 4 2 16,2-1 0-16,0 1-2 16,-2 0 2-16,3 2-2 15,-2 0 0-15,1 1-4 16,-1 1 3-16,0 1 0 0,0 2 3 16,1 3 3-16,-3 2-3 15,2 2-2-15,-2 2 0 16,-1 4 2-16,1 3-2 15,-2 2 1-15,1-1 0 16,0 5 0-16,-1-3 1 0,-1 4-2 16,-1 0 0-16,0 4 3 15,-2 0-1-15,2 2-1 16,-2 0 2-16,2 0-2 16,0-2 0-16,3-1-1 15,-1-1 0-15,1 2 1 16,0 2-1-16,-1 1 1 0,0 3-1 15,-2 3 1-15,-1-2 1 16,-1-1-2-16,0 0 1 16,0 0 0-16,0 0-1 15,0-1 1-15,-2 4 0 0,-1 1 0 16,-1 1 2-16,0 0-2 16,2 0 0-16,-2-1 0 15,4 2-1-15,-2-1 1 16,2 0-1-16,0-1 0 15,0-3 0-15,0-4 2 16,0-1-2-16,-2-3 1 0,2-3-2 16,0-1 1-16,0 0 1 15,0 1-1-15,0-2 0 16,0 2 2-16,0 1-2 16,0-2 0-16,0-1 0 15,-2-2 0-15,2-5 0 0,0 2 0 16,-2-4 0-16,2-3 0 15,0-2 0-15,0-2 1 16,0-2-1-16,0-1 0 16,0-2 1-16,0 1 0 15,0-1-1-15,0 0 0 0,0-1 0 16,0 0 0-16,0-3 1 16,0 0-1-16,0-2 1 15,-2-1 0-15,-1-1 10 16,-3 0 5-16,-3-2-6 0,-2 2-2 15,0-3-5-15,-2 1-2 16,-3-1 0-16,-1 0 0 16,-4 0-1-16,-2 0 0 15,-4 0 0-15,-4 0 0 16,-2 0 1-16,-1 3-1 16,-4 0 0-16,-3 0 1 0,-1 1-1 15,0 0 1-15,-3-1-1 16,0 1 0-16,0 2 2 15,-1-2-2-15,-4 3 1 16,-3-1-2-16,1 3 5 16,-1-2-8-16,-1 1 4 0,3-1 0 15,-1-1-1-15,1 1 0 16,2-1 1-16,-2 2 0 16,1-1-1-16,1 1 0 15,-2-1 0-15,6-2 1 16,-2 0-1-16,2-1 1 0,0-3 0 15,3-1 0-15,-3 0 0 16,1 0 0-16,2 0 0 16,-1 0 1-16,1 0-1 15,4 0 1-15,-3 0 0 16,1-3 0-16,2-1 5 0,-1 3-5 16,2-2 0-16,3 0-1 15,-1 3 0-15,1-1 1 16,3 1-1-16,0-3 0 15,1 3 2-15,1 0 0 16,-2 0 2-16,4 0 2 0,0-1-4 16,2 1 1-16,4 0-1 15,3 0-1-15,7 0-1 16,4 0-2-16,2 0-6 16,5 0-19-16,0 0-64 15,7 0-97-15</inkml:trace>
  <inkml:trace contextRef="#ctx0" brushRef="#br0" timeOffset="17083.33">6141 15361 101 0,'4'0'59'0,"2"-11"-27"0,7-8-24 0,10-8-5 15,4-11 0-15,4-9-101 16</inkml:trace>
  <inkml:trace contextRef="#ctx0" brushRef="#br0" timeOffset="19041.38">17208 13778 45 0,'0'0'40'16,"0"0"-38"-16,0 0 1 0,0 0-1 0,0 0 2 15,-38-37-1-15,29 29 7 0,4 0-5 16,-3 2-3-16,1-1-1 16,-2 0 2-16,1 4-2 15,0-1 0-15,-2 2-1 16,-2 1 0-16,1 0 1 15,-1 1 1-15,1 0 8 16,-1 0 1-16,0 0-5 0,2 0-1 16,2 6-3-16,-3 2 0 15,2 3-1-15,0 6 2 16,0 6-1-16,1 3 1 16,2 7-1-16,2 6 0 0,0 2 1 15,2 6-2-15,2-1 1 16,0 3 1-16,0-2-2 15,0 0 3-15,1-1 4 16,2 0-5-16,1-1 0 16,-2 0 1-16,1-1 3 15,0-2 2-15,0 1 3 0,-1 1-4 16,-2-2-3-16,0 1 0 16,0-1-1-16,0 0-1 15,-2-5 0-15,-2 0-1 16,-1-5-1-16,1-2 0 15,-3-4 1-15,0-2-1 0,0 0-1 16,1-2 1-16,-1-3-2 16,1 0 2-16,-3-2-1 15,4-3 0-15,-2 0 1 16,3-4-1-16,2 0 0 16,0-3 0-16,2 0 1 0,0-2-1 15,0-1-1-15,2 3 1 16,3-1-2-16,3-1 3 15,1 0-1-15,3 0 4 16,2 1-6-16,5-2 4 0,-1 0-6 16,6-1 6-16,3 0 1 15,4-1 0-15,-1 0 2 16,5-1 0-16,-1 0-2 16,6 2-1-16,1-2-1 15,3 0 0-15,5 0-1 16,2-1 2-16,2 0-2 0,2 0 0 15,-1-1 1-15,2-4 3 16,-1 1 0-16,-1-1-1 16,3-2 0-16,-1 3 0 15,1-2-2-15,-4 1 0 16,-1 2-2-16,0 0 2 0,-1 1-1 16,-4-2 0-16,4 0-1 15,-4 4 2-15,2-3-1 16,-4 2 1-16,1-2-2 15,-1 3 1-15,-2 0 0 16,0 0 0-16,-1 0 0 0,0-3 0 16,-3 3-1-16,0-1 1 15,-5-2 0-15,0 0 0 16,-3-1 0-16,-4-1 0 16,0 0 1-16,-1-1-1 15,-3-1-1-15,-2-3 2 0,-3 3-1 16,1-3 0-16,-6 1 0 15,-4 0 0-15,2-4 0 16,-4 3 1-16,0-3-1 16,-2-1 1-16,2 0 0 15,-2-2 2-15,0-1 0 0,0-4-2 16,-2 1 2-16,2-6-3 16,0-1 0-16,-2-5 0 15,1-3-3-15,2-3 6 16,-3-2-6-16,3-1 3 15,-2-2 0-15,-3 0 0 16,1-3 3-16,-2 1 0 0,0-4 3 16,0 0-5-16,0-1 0 15,0-2-1-15,0 2 0 16,0-3 0-16,0 2 0 16,0 0-1-16,-7 1-2 15,-1 1 0-15,-3 2 5 0,-1 3-1 16,0 5 4-16,2 1-5 15,-2 5-1-15,0 2-1 16,-1 3-1-16,0 5 0 16,-4 2 3-16,3 2-3 0,-4 5-3 15,1 1 3-15,0 3 1 16,0 2 3-16,-1 0 1 16,-2 4-2-16,0-1 1 15,-5 3 0-15,-2 1-2 16,-7 1 2-16,-7 0 1 15,-9 0-2-15,-12 1 1 0,-11 5-2 16,-18 2 1-16,-14 1 4 16,-16 5-4-16,-14 2 0 15,-17 1-20-15,-13-4-25 16,-9-5-100-16</inkml:trace>
  <inkml:trace contextRef="#ctx0" brushRef="#br0" timeOffset="20213.93">7508 12961 35 0,'0'4'14'0,"0"0"3"0,0 2-2 16,0 1-4-16,-3 3-2 0,0 1-3 15,0 5-3-15,1 6-3 16,-3 5 1-16,2 6 0 16,1 6-1-16,2 4 1 15,0 4 0-15,0 6 0 16,0 5-1-16,0 9 2 16,0 4 0-16,0 7-1 0,2 5 0 15,3 5 1-15,-2 0-1 16,1-3 1-16,1 0-1 15,1 0 1-15,-1-1 2 16,1 1-2-16,-1-2 0 16,-4 2 0-16,1 0 3 0,-2-4 5 15,0-4 2-15,0-7-3 16,0-5 0-16,0-4-2 16,0-6 0-16,0-3-2 15,0-2 2-15,0-6-4 16,0-1-1-16,6-3-1 15,-2-6-1-15,-2-3 1 0,1-2-1 16,1-4 0-16,-2-2 1 16,-2-2-1-16,2-2 0 15,-2-4 1-15,0 1 1 16,0-3-2-16,0 0 0 0,0-1 1 16,2-2-1-16,0-1-1 15,4-6-1-15,-2-3-39 16,0-16-56-16</inkml:trace>
  <inkml:trace contextRef="#ctx0" brushRef="#br0" timeOffset="21546.95">7866 13100 95 0,'0'0'14'0,"0"0"-13"0,0 0 2 16,0 0 6-16,48-21-3 0,-31 19-1 16,4 2-1-16,2 0 0 15,8 0 2-15,3 0-2 16,7 0-2-16,7 0-2 16,6 0 4-16,2-7-1 15,7 1-1-15,5-2 1 0,4-1 2 16,2 1-2-16,-2-1-1 15,5 1 2-15,-1-2 1 16,0 1 2-16,-2 1 0 16,0-3-1-16,0 2-2 15,-3-1-3-15,-4 0-1 0,0 0 1 16,-5 0-1-16,-1 0 1 16,-5-1 0-16,-4 1-1 15,-8 1 0-15,-3 2 1 16,-6 3-1-16,-3 0 0 15,-10 4 0-15,2 0 1 0,-6 0-1 16,0 0 1-16,-4 2-2 16,-1 3 1-16,-2 2-2 15,-2 0 2-15,-2 2 0 16,-1 1-1-16,-2 2 6 16,0 1-6-16,-2 4 0 0,0 1 1 15,-2 4 0-15,0 2 1 16,0 0 0-16,0 5-1 15,0 2 1-15,0 2-1 16,0 2 0-16,0 3 0 16,0 2 0-16,0 4-1 0,-4 0 3 15,-1 5-1-15,0 3 1 16,3 1-1-16,0 2 0 16,0 1-1-16,2-1 1 15,0-1-1-15,0-2 0 16,0 1 1-16,4-1 0 0,0-3-1 15,4-2 1-15,0-2 0 16,1-1 2-16,-4-1 0 16,4-1 0-16,-4 2-1 15,1 3 0-15,-4 0 1 16,0 3 0-16,-2 1-2 16,0 1-1-16,0 1 0 0,-4-2 0 15,-2-1 0-15,1-4 0 16,-4-3 1-16,4-4 0 15,-1-2-1-15,1-2 1 16,-3 1 0-16,2 1 0 16,0 1 0-16,0 2-1 15,1-1 0-15,1 1 0 0,0-2 0 16,0 0 0-16,2-3-1 16,-3-4 2-16,3-2-1 15,0-4 0-15,0-2 0 16,2-3 0-16,0-2 1 0,0-2-1 15,0-2 1-15,0-1-1 16,0-2 0-16,0-1 1 16,0 0-1-16,0-1 0 15,0-4 0-15,-2-2 0 16,-2 1 1-16,-1-2 7 0,-2-1 5 16,-4-1-6-16,0 0-2 15,-5 2-3-15,-1-2-2 16,-6 2 1-16,-4 0-2 15,-2 1 1-15,-7 3-1 16,-4 1-1-16,-4 3 0 0,-3 1-2 16,-7 0 2-16,-2 1 3 15,-4-1-1-15,-1-1 1 16,1 0-1-16,-3-3 1 16,-1-2 0-16,1 0 2 15,-2-5-1-15,-1 0-1 0,-4 0 2 16,0 0 0-16,-3-3 2 15,1-3 0-15,-4 1-1 16,1 2 0-16,-4 0-3 16,1 3-2-16,4 0 0 15,-3 4-11-15,2 6-8 16,-2 0-41-16,4-1-140 0</inkml:trace>
  <inkml:trace contextRef="#ctx0" brushRef="#br0" timeOffset="22627.9">20226 14576 138 0,'0'0'6'0,"0"-2"32"0,0 2-1 0,0 0-27 15,0 0-8-15,0 0-4 16,0 2 4-16,0 3-1 0,0 2 1 16,0 3-2-16,0-1 1 15,2-2 0-15,0 0-1 16,4-1 0-16,1-1 0 15,3-4-1-15,4-1-3 16,1 0 2-16,4-7 4 0,4-6 7 16,4-6 1-16,4-2-2 15,2-5 3-15,4-2 0 16,1-2-1-16,2-1-1 16,0-2-3-16,-1 1-1 15,2 3-2-15,-6-1-1 0,1 5 0 16,-2 5-1-16,0 1-1 15,-1 6 0-15,-2 2-1 16,-5 1-7-16,-9-5-80 16</inkml:trace>
  <inkml:trace contextRef="#ctx0" brushRef="#br0" timeOffset="54305.21">3905 13408 51 0,'0'0'16'0,"2"0"-6"0,-2 0-6 0,0 0-2 16,0 0-2-16,2 0 0 16,-2 0 0-16,2 0 1 15,-1 0-1-15,3 0 0 0,-2 0 1 16,2 0-1-16,0 0 0 15,0 0 0-15,0 0 0 16,1 0 0-16,1 3 0 16,-2 4 0-16,4-3 1 15,-4 1-1-15,0 0 0 0,1 2 0 16,-1-1 0-16,0 0 1 16,1 2-1-16,0-2 1 15,-1 1-1-15,0 0 1 16,1-1 0-16,-1-2-1 15,-1 2 1-15,1-5 0 16,3 1 2-16,0-2 4 0,-1 0 7 16,5-5 3-16,5-6-5 15,0-6-4-15,6-2-1 16,3-5-2-16,2-4 0 16,4-2 0-16,0-4 9 15,3-3-2-15,3-1 0 0,-1-2 2 16,3 0-3-16,-3-1-1 15,1 4-5-15,-5 4 0 16,-1 5-1-16,-8 7-2 16,-2 6-1-16,-3 4-1 15,-2 7 0-15,-3 4-1 0,-4 4-9 16,-7 7-41-16,-2-6-53 16</inkml:trace>
  <inkml:trace contextRef="#ctx0" brushRef="#br0" timeOffset="57098.9">13298 11043 86 0,'-6'-12'-4'15,"-5"-4"10"-15,0 2 3 0,0-2-3 0,-7-2-1 16,1-1-3-16,0 2 3 16,-3 0 0-16,2-1-2 0,-2 1-1 15,-3 0-1-15,2 1-1 16,-4 0 0-16,-2 2 1 16,-6 0-2-16,1 0 2 15,-5-1 0-15,0 0 0 16,-3 4 6-16,0-2 2 15,0 1-4-15,-3 3 0 0,-3 0-1 16,0 3-4-16,-3 2 1 16,-2 1-2-16,-1-1 1 15,2 4 0-15,0 0 0 16,0 0 0-16,0 0 0 0,2 0 1 16,2 4-1-16,-3 5 0 15,4 1 0-15,-2 2-1 16,5 3 1-16,0 3 0 15,1 0 0-15,5 1 1 16,-2 0-2-16,1 2 1 0,4 2 1 16,-1 1 0-16,3 1 1 15,0 7 0-15,-2 0-2 16,1 5 0-16,-1 4 0 16,-2 5 1-16,1 3-1 15,-1 4 1-15,5 5 0 0,-1 4 1 16,4 0-2-16,4 5 0 15,1 2 0-15,4 5 1 16,2 1-1-16,3 5 0 16,-1 4 0-16,3 6 1 15,3 7-1-15,1 5 2 0,0 14-1 16,3 7 2-16,2 6 3 16,2 8 5-16,0 3 0 15,10 5-3-15,8-6-3 16,9 5 0-16,9-4-3 15,10-2 1-15,8-1-1 16,11-5 2-16,14-2-1 0,10-4 3 16,10-8 0-16,14-5 8 15,15-10-1-15,13-5-7 16,14-4 1-16,16-10 2 16,17-12-1-16,17-8-4 15,10-13-2-15,8-12 1 0,6-15-2 16,-4-14-14-16,-10-10-93 15</inkml:trace>
  <inkml:trace contextRef="#ctx0" brushRef="#br0" timeOffset="58401.69">12653 10746 13 0,'0'0'2'0,"7"0"5"0,4 0 4 0,2 0-3 15,2 0 0-15,1 0-4 16,5 0 0-16,-2 0 1 0,4 0 5 16,1-2 2-16,6 0-1 15,3-2-2-15,5 0 0 16,7-2-3-16,6-1-1 16,5-1-4-16,4-1 2 15,7-1 1-15,3-1-1 0,0-1 2 16,5-1 6-16,0 1-2 15,4-2-2-15,2 0 1 16,1-1 0-16,3 1-3 16,4 1 0-16,1-1-2 15,0 1-1-15,1 0-2 16,1 2 1-16,1 1-1 0,0 0 1 16,2 4 1-16,2 3 2 15,0 1-2-15,0 2-1 16,-1 0-1-16,-1 5 0 15,0 7 0-15,-7 5 0 16,0 2 0-16,-3 5 0 0,-4 2-1 16,-6 5-2-16,-2 1 0 15,-4 2-8-15,-7 7-1 16,-3 2 0-16,-6 5 4 16,-6 2 2-16,-5 7 4 15,-5-2 1-15,-8 3 1 0,-7 1 0 16,-6 7 0-16,-6 2 1 15,-5 7-1-15,-5 5 0 16,0 11 0-16,-7 3 0 16,-5 3 0-16,-3 6 0 15,-2 2 0-15,-5 1 0 0,3 1 0 16,-3 5 1-16,-1 2-1 16,1 3 0-16,-2 5 0 15,0 1 1-15,-3 4-1 16,-1 2 1-16,-1 0-1 15,-2-2 1-15,-2-2 2 0,-6-5 1 16,-1-2 2-16,-2-4 3 16,-5-3 2-16,0-5-1 15,-2-2-7-15,2-5 4 16,-7-4-1-16,-1-7 2 16,-4-1-1-16,-3-6 4 0,-3 0-3 15,-8-6-3-15,-4-7 1 16,-1-4 0-16,-5-4-3 15,-2-6-1-15,-6-7 2 16,5-3-4-16,0-6 2 16,-1-2-2-16,1-8 0 0,2-5 1 15,4-5-2-15,1-6 1 16,1-4 0-16,-3-5 1 16,5-2-1-16,2-1 0 15,5 0 1-15,1-1 1 16,7-9 6-16,3 3 1 0,6-3 2 15,4-1-9-15,4 2 0 16,6-1 1-16,7 3-1 16,4 0-4-16,5-3-12 15,7-8-56-15</inkml:trace>
  <inkml:trace contextRef="#ctx0" brushRef="#br0" timeOffset="59412.23">21238 13212 64 0,'0'-1'14'0,"0"-1"4"0,0 2-2 0,0-1 1 15,0 1 9-15,0 0-10 16,0 0-13-16,4 0-4 16,-2 0 1-16,3 0 1 0,1 0-1 15,-1 0 0-15,4 0 0 16,-4 0 0-16,3 3 0 16,-5 4 0-16,1 0-1 15,3 0-1-15,-5 3 1 16,1 0 4-16,-1 0-1 15,1 0-1-15,2-3 0 0,-3 0 0 16,2-3 3-16,4-1-1 16,-3-1 3-16,5-2 6 15,3 0 1-15,4-6 5 16,5-8-3-16,7-8-3 0,4-5-6 16,10-9 1-16,8-7-1 15,7-7-1-15,10-4 0 16,7-4-1-16,8-2-1 15,2-3-1-15,4 4 0 16,1 0-2-16,-6 4-2 16,-5 6 1-16,-7 9-5 0,-11 6-24 15,-10 4-23-15,-11 6-55 16</inkml:trace>
  <inkml:trace contextRef="#ctx0" brushRef="#br0" timeOffset="67446.71">15076 16416 236 0,'-4'2'22'0,"2"-2"-11"16,2 0-4-16,0 5-7 0,0 5 2 15,2 6-2-15,2 7 0 16,-2 7 1-16,0 6 0 15,-2 9 1-15,1 4 4 16,1 2-3-16,0 3-1 0,4 0 0 16,-2-1 0-16,4-4-2 15,-1-4 0-15,1-8 0 16,0-6 0-16,2-6-5 16,-3-7-13-16,0-9-28 15,1-9-45-15</inkml:trace>
  <inkml:trace contextRef="#ctx0" brushRef="#br0" timeOffset="67779.67">15127 16512 184 0,'0'0'-13'16,"0"0"20"-16,10-43 4 15,0 30 0-15,1 2 2 16,1 2 11-16,0 1 3 0,5 3-14 16,0 4-5-16,0 1-3 15,1 0-3-15,1 7-1 16,-1 4 0-16,-7 5-1 16,0 5-2-16,-7-1-2 15,-4 3 2-15,0 1 2 0,-13-1 3 16,-3-2-2-16,-8 2 1 15,0-5 0-15,-2 2 1 16,0-1-3-16,1-4 0 16,4 0-2-16,4-4-22 15,4-7-24-15,7-4-42 0</inkml:trace>
  <inkml:trace contextRef="#ctx0" brushRef="#br0" timeOffset="68164.39">15413 16520 264 0,'0'0'1'15,"0"0"0"-15,0 0 0 16,0 0-1-16,0 0-13 16,0 0 16-16,0 0-2 0,-18 50 0 15,12-28 4-15,3 1-1 16,3 0 0-16,0-2 0 15,7-5-2-15,4-1-1 16,5-5-1-16,-1-4-1 16,4-3-1-16,3-3-3 15,-2-3 11-15,2-7-6 0,-1-6 1 16,-2-1-1-16,-3-4 2 16,-5-2 1-16,-3-1-1 15,-2 1 2-15,-6-2-2 16,0 4 2-16,-2 4 3 0,-8 3-1 15,-3 6-3-15,-3 5 1 16,1 3-8-16,-7 6 0 16,6 8-6-16,-4 5-13 15,4 2-9-15,3-1-45 16,4-4-36-16</inkml:trace>
  <inkml:trace contextRef="#ctx0" brushRef="#br0" timeOffset="68555.78">15771 16520 217 0,'0'0'1'16,"0"0"9"-16,0 0 2 16,0 0 3-16,0 0 5 15,0 0-10-15,0 0-2 0,0 0-6 16,0 0 0-16,-7 24-4 15,-2 2 4-15,0-2-2 16,4 0 1-16,3-2 0 16,2-4-1-16,0-3 0 15,2-5-4-15,3-3-2 0,7-4-5 16,0-3 7-16,3-2 4 16,2-10 2-16,1-4 0 15,-3-4 0-15,1-1 2 16,-5-4 0-16,-4 0-1 15,-2 0 3-15,-5 1-4 16,-3 2 3-16,-8 1-1 0,-5 8-4 16,-3 2 0-16,-2 7-2 15,-4 4-11-15,4 4-1 16,2 6-23-16,4-3-26 16,4-5-40-16</inkml:trace>
  <inkml:trace contextRef="#ctx0" brushRef="#br0" timeOffset="69047.78">15920 16122 249 0,'0'0'5'0,"0"0"10"0,0 0-4 0,0 0-9 0,0 0-3 15,0 0 0-15,0 0-2 0,0 0 3 16,23 40 1-16,-19-4 2 16,1 2-1-16,1 3-1 15,-1 2-1-15,6-1 1 16,-4-5 0-16,6 0 1 16,0-4-2-16,1-6 1 0,2-3-1 15,-1-4 1-15,1-5-1 16,-1-2 1-16,1-5-2 15,-1-3 0-15,4-3 1 16,1-2 1-16,-2-2 0 16,2-7-2-16,-3-7 0 0,0 0 1 15,-5-4-4-15,-2 4 4 16,-5 0 0-16,-4 3 1 16,-1 4 1-16,0 3 4 15,0 4 3-15,-4 2-4 16,-4 1-7-16,2 9 4 15,-1 3 0-15,2 2-2 0,4 1 2 16,1 1-1-16,0-3 1 16,0 2-1-16,6-3-1 15,4-2-6-15,3-4-21 16,0-6-32-16,1-1-62 16</inkml:trace>
  <inkml:trace contextRef="#ctx0" brushRef="#br0" timeOffset="69181.74">16337 16369 47 0,'0'0'211'0,"0"0"-205"0,0 0-6 0,-8-41 1 16,8 37-28-16,6 2-64 16,2 2-27-16</inkml:trace>
  <inkml:trace contextRef="#ctx0" brushRef="#br0" timeOffset="69872.2">16381 16547 235 0,'0'0'9'0,"0"0"17"15,0 0-15-15,0 0-7 16,0 0-5-16,-2-36-7 15,10 25 6-15,-3 3 2 16,4 2-2-16,-4 0 4 0,3 6 0 16,-2 0-2-16,2 0 1 15,-1 0-1-15,1 10 0 16,-3 0-2-16,1 2 2 16,-2-1 1-16,-2-1-2 15,0-2 1-15,-2-1-1 0,0-4 1 16,0 1 1-16,0-4 0 15,0 0 4-15,0 0 11 16,1-8-9-16,2-5-5 16,1-1 1-16,1-2-2 0,3 0-1 15,0 1 3-15,1 5-4 16,1 3 2-16,2 3-1 16,-4 4 0-16,2 0 0 15,1 0-1-15,0 10 0 16,-2 0 0-16,2 0 1 15,-2-2 0-15,-1 1 0 0,2-1 0 16,1-4 0-16,2-2 1 16,3-2-1-16,-2 0-1 15,3-6-1-15,-2-4 0 16,0-4 3-16,-2 0-1 16,-4-3 1-16,-2 1 0 0,-5 2 3 15,-2 1 0-15,0 3 0 16,-8 2 0-16,-5 5-2 15,-1 3-4-15,-3 0 3 16,2 4-2-16,-1 6 1 16,3 6 1-16,3-2-2 0,4 3 0 15,5 3-1-15,1-1 0 16,3 0 2-16,7 1 0 16,4 1 0-16,-1 1 1 15,0-1-1-15,-2 3 1 16,-3 1-1-16,-8 3-5 0,-4 3-22 15,-16 0-9-15,-11 3-27 16,-14 1-66-16</inkml:trace>
  <inkml:trace contextRef="#ctx0" brushRef="#br0" timeOffset="70208.14">15729 17038 171 0,'0'0'109'0,"0"0"-100"0,0 0-1 0,0 0-10 15,0 0-2-15,0 0-1 16,2 39 9-16,6-14-1 16,4 6-1-16,-3 3 0 15,3 3-1-15,1 0 0 16,2 0 1-16,-1-3-1 0,1-5-2 16,3-5-17-16,0-10-6 15,4-8-19-15,0-6-46 16</inkml:trace>
  <inkml:trace contextRef="#ctx0" brushRef="#br0" timeOffset="70584.39">16085 17161 56 0,'0'0'140'0,"0"0"-81"16,0 0-9-16,-11-36-25 16,-1 36-19-16,-4 0-6 15,0 8 1-15,0 5-2 16,-2 4 4-16,3 3-3 0,4-1 1 15,2 2-1-15,6-3 0 16,3 0 1-16,0-3 0 16,5-3-1-16,8-5-5 15,1-5-6-15,4-2 2 0,2-4 4 16,-2-10 3-16,2-5 0 16,-7-2 0-16,0 0 3 15,-5 0 0-15,-2 1 2 16,-4 4 2-16,-2 5 5 15,0 1 5-15,0 5 4 16,0 3-3-16,0 2-11 0,-4 0-2 16,3 1-4-16,0 8 1 15,1 2 0-15,0 2 0 16,0 2 0-16,8-2-2 16,2-1-10-16,3-2-13 0,2-3-12 15,-2-6-36-15,3-1-85 16</inkml:trace>
  <inkml:trace contextRef="#ctx0" brushRef="#br0" timeOffset="70982.09">16268 17098 209 0,'0'0'70'0,"0"0"-42"16,0 0-12-16,0 0-13 16,0 0-5-16,0 0-10 15,0 0 12-15,0 0 0 16,0 0 1-16,-1 47 1 0,1-36-2 15,2-4 0-15,8-3-5 16,2-4-7-16,3 0-2 16,-1-5 0-16,2-8 6 15,-2-1 7-15,2-3 2 16,-4 1 6-16,0 2 7 0,-1 4-4 16,-6 2-4-16,1 5 1 15,-3 3-5-15,1 0-2 16,-1 8-4-16,0 7 7 15,1 4 0-15,-2 5-2 16,0 2 0-16,-2 5 0 16,0 1-1-16,0 0 2 0,-3-1-4 15,-8-2-1-15,-2-5 0 16,-3-1 2-16,-4-9 0 16,-3-1 1-16,-1-6 1 15,3-6-1-15,0-1-7 16,4-4-25-16,5-11-11 0,5-8-37 15,5-4-50-15</inkml:trace>
  <inkml:trace contextRef="#ctx0" brushRef="#br0" timeOffset="71301.53">16524 17135 39 0,'0'0'86'0,"0"0"-84"16,38-17 22-16,-29 7 11 0,-1-1-8 15,-3 1-12-15,-3 0-4 16,-2 1 2-16,0 2 1 16,-3 1-3-16,-7 5 1 15,1 1-4-15,-4 0-7 16,1 4 0-16,0 8 1 0,2 5-2 15,5 1 1-15,4-1-1 16,1 2-1-16,1-4-5 16,13-3 3-16,0-2 0 15,8-5 2-15,2-5-3 0,3 0 3 16,1-7-18-16,-2-11-52 16</inkml:trace>
  <inkml:trace contextRef="#ctx0" brushRef="#br0" timeOffset="72512.44">12543 17405 119 0,'0'0'5'0,"0"0"-3"0,0 0-1 0,0 0 0 15,0 0-1-15,0 0 1 16,-47 20 3-16,34-19 14 16,0-1 16-16,0 0-4 15,-1 0-6-15,3 0-9 0,1-1-3 16,-1-2-7-16,2-3-2 15,5-2-2-15,-3-4-1 16,3 1-1-16,2-6 3 16,2-3 4-16,0-3-3 15,0-1 1-15,0-3-3 0,2 0 1 16,7 0-1-16,2-1-1 16,-2 1 1-16,5 0-2 15,3-2 2-15,3 1-2 16,3-2 2-16,4-1-1 15,1 3 0-15,5-2-1 16,2 1 1-16,-1 1 0 0,5 2-1 16,3 1 1-16,2 1 0 15,4 1 0-15,6 1 0 16,4 1 0-16,1 3 0 16,5 2 0-16,-1 2 0 15,3 3 0-15,-1 3-1 0,0 1 1 16,1 3 0-16,1 1 0 15,1 1 1-15,0 2-1 16,1 0-1-16,5 0 1 16,1 0 1-16,2 0 0 15,0 0 1-15,0 0 1 0,-2 2 0 16,-3 1-2-16,-4 1 0 16,-4 1 0-16,-6-3 0 15,-7 1 0-15,-5-1-1 16,-7 1 1-16,-5-2-1 15,-11 3 1-15,-3-2-1 0,-7 1-3 16,-7-1-24-16,-5-2-30 16,-1 0-53-16</inkml:trace>
  <inkml:trace contextRef="#ctx0" brushRef="#br0" timeOffset="72710.14">14508 16622 244 0,'0'0'0'0,"0"0"6"0,0 0-1 0,42-18 2 0,-26 18-3 15,-2 0-2-15,-1 4-1 16,-3 10-3-16,0 8 1 16,-8 7 1-16,-2 7-7 15,-2 5-16-15,-14 2-33 16,-5-2-77-16</inkml:trace>
  <inkml:trace contextRef="#ctx0" brushRef="#br0" timeOffset="73772.57">7235 16209 57 0,'0'0'5'0,"0"0"18"0,0 0 2 0,40 10-5 0,-28-10 2 16,1-10-1-16,1-3 1 16,1-4-11-16,3-6-2 15,1-4 1-15,6-3-3 16,2-2-2-16,3-4-2 0,5 0-2 15,0-3 0-15,5 1-1 16,0-2 1-16,2 0-1 16,5-1-1-16,-3 0 2 15,1 0 4-15,-3 1 5 16,0 1 3-16,-2 4-1 16,-1 3-4-16,-9 4-2 0,-2 6-4 15,-8 3 0-15,-4 8-2 16,-8 4 2-16,-3 4-1 15,-3 0 5-15,-2 3 5 16,0 0-9-16,0 7-6 16,0 6-2-16,-10 0-48 0,-1-7-93 15</inkml:trace>
  <inkml:trace contextRef="#ctx0" brushRef="#br0" timeOffset="75209.71">13862 14036 109 0,'0'0'1'0,"0"0"0"0,0 0 0 0,0 0-1 15,0 0 0-15,0 0 1 16,0 0 1-16,0 0 5 0,0 0 3 16,0 0-8-16,0 0-6 15,0 0 4-15,0 0 0 16,-16 0 0-16,21 0 2 16,-1 1-1-16,-1 2 0 15,-1 0-1-15,2 0 0 16,-2 1-1-16,-2 3 1 0,0-1 1 15,0 2 0-15,2 1 0 16,1 0 0-16,-1-1-1 16,3-1 0-16,-1 0 1 15,1-3 0-15,3-1-2 0,4-3 5 16,1 0 4-16,5-7 14 16,4-6 4-16,3-8-9 15,8-4 2-15,3-8-4 16,5-7 0-16,7-3-4 15,4-7-2-15,8-2-3 0,1 0-5 16,4 2 0-16,1 2 0 16,-1 2-2-16,-5 5-9 15,-6 6-1-15,-8 3 4 16,-7 8-2-16,-9 7 3 16,-5 7-1-16,-8 6-10 15,-4 4-18-15,-8 0-13 0,-5 9-17 16</inkml:trace>
  <inkml:trace contextRef="#ctx0" brushRef="#br0" timeOffset="76205.5">13903 14019 83 0,'0'0'4'0,"0"0"13"0,0 0-7 0,0 0-7 15,0 0 0-15,0 0-2 16,0 0 0-16,0 0 0 16,0 0-1-16,0 0-1 15,0 0 1-15,0 0 0 0,0 0 0 16,0 0 0-16,-35 42 1 16,35-32-2-16,0-1 2 15,4 1-1-15,2-2-2 16,0 0 2-16,-1-3 1 15,3 2-1-15,2-7 0 16,-1 0 3-16,4 0 5 0,5-4 11 16,3-8-6-16,5-4-5 15,0-4-1-15,6-4-3 16,6-5-1-16,0-2-1 16,-1-3 0-16,4-4 5 15,4-4-3-15,1 0-2 0,6-1 0 16,4-1 1-16,0 1-2 15,-1-2 1-15,1 4-2 16,-2 2 1-16,-10 1 0 16,-1 5-1-16,-5 5 1 15,-8 3 0-15,-5 7-1 0,-5 7 0 16,-5 3 0-16,-6 3 0 16,-2 5-3-16,-7 0-19 15,0 10-23-15,-7 0 8 16</inkml:trace>
  <inkml:trace contextRef="#ctx0" brushRef="#br0" timeOffset="77976.74">17445 16835 122 0,'-9'5'29'0,"4"-3"-7"0,1 1 6 0,3-1-21 0,1-1-9 15,0 2 5-15,0-2-4 16,0 1 2-16,0-1 2 15,0 1-1-15,0 0 0 16,0 0-2-16,0-2-1 16,0 0 1-16,0 0 1 15,3-2 7-15,1-7 3 0,3-4-7 16,5-6 0-16,5-5 1 16,4-2-3-16,5-5 0 15,2-1-2-15,9-5 2 16,0-3-2-16,7-4 0 15,2-2 0-15,2-2 1 0,1-4 1 16,-1 1 0-16,-1-5 5 16,-2 2 2-16,-4-4 1 15,0 0-1-15,-2-2-1 16,-1 2-2-16,-3-2-1 16,-1 3 1-16,-3 1 0 0,-3 1-1 15,-1 1-3-15,-3 2 0 16,-4 4-1-16,2 1 0 15,-5 3-1-15,-2 3 0 16,-1 1 0-16,-3 3 0 0,-3 3 0 16,-2 0 1-16,0 5-1 15,-2 1 1-15,0 5 1 16,-1 3 0-16,1 2 0 16,0 2-2-16,1 3-2 15,2 2 2-15,-5 3 0 16,2 1 0-16,-1 1 0 0,-2 3 0 15,0 1-1-15,-1 1 1 16,1 0 0-16,-1-1-1 16,0 2 1-16,0 0 0 15,0 0 1-15,1 0-1 16,-1 0-1-16,0 0-3 0,0 0 1 16,2 0 0-16,-2 0-1 15,0 0 2-15,0 0-2 16,0 0 0-16,0 0 3 15,0 0 1-15,0 0-2 16,0 0 4-16,0 0-2 0,0 0 0 16,0 0 1-16,0 0-1 15,0 0 1-15,0 0-1 16,0 0 1-16,0 0-3 16,0 0-1-16,0 0 2 15,0 0-1-15,-4 3 1 0,-3 4-1 16,-4 3-1-16,-3 6 1 15,-4 1 2-15,-1 0-1 16,-2 6 3-16,-5-2-6 16,1 0 7-16,1-1 1 15,-1-1-2-15,0-2-1 0,1 0-2 16,2-2-5-16,1-1 12 16,3-1-5-16,3-1 0 15,5-4-2-15,4-4-7 16,5-1-19-16,1-3-37 15,5 0-33-15</inkml:trace>
  <inkml:trace contextRef="#ctx0" brushRef="#br0" timeOffset="78397.89">18306 15279 90 0,'0'0'21'0,"0"0"-7"0,0 0-1 16,0 0-2-16,0 0 2 15,0 0-2-15,0 0 2 0,0 0-7 16,0 0-3-16,0 0-3 16,0 0 0-16,0 0-2 15,42-22 2-15,-31 27 0 16,2-1 0-16,3 3 0 0,6 0 0 15,1 0 2-15,2 0-2 16,5 1 1-16,2 1 1 16,0-1 2-16,1 0 0 15,-2-1 2-15,-5 0 0 16,-1-1-2-16,-6 1 2 16,-3-4 4-16,-3 2 0 0,-3-2 1 15,-5-2 0-15,-1 1-1 16,1-2 2-16,-5 0 0 15,1 2-1-15,-1-2-7 16,1 0-2-16,0 0-1 0,-1 2-3 16,0-2-33-16,0 0-57 15</inkml:trace>
  <inkml:trace contextRef="#ctx0" brushRef="#br0" timeOffset="103720.06">11665 7453 115 0,'0'0'-3'0,"0"0"6"0,0 0 4 0,0 0 5 15,0 0-1-15,0 0 1 16,0 0-4-16,0 0 0 16,0 0-6-16,0 0 6 0,4-17-1 15,-6 16-1-15,0-2-2 16,0 0-2-16,-2 1 1 15,1 1-2-15,-2 1-1 16,-3 0-3-16,1 0 2 16,-2 1 10-16,-2 5-10 0,-1 4 1 15,2 3-1-15,-4 1 3 16,1 0-2-16,-3 5 1 16,2-1 0-16,-2 1-2 15,0 2 0-15,-3 0-2 16,-2-1 1-16,2 2 2 0,-1-1 0 15,2-3 0-15,2 2-1 16,-2 3 1-16,5-2 0 16,0 5-1-16,1 2 0 15,-1 3 1-15,-3 5 0 16,1 1 0-16,1 0 0 0,-1 1 0 16,1-1-1-16,1-3 0 15,2 0 0-15,-1-2 0 16,1 0 0-16,-1-2 1 15,4 3 0-15,-1-1-2 16,3-2 1-16,-2 4-2 0,2 0 2 16,1 0-1-16,1 2 2 15,2 1-1-15,0-2 2 16,2 1 0-16,0-1-1 16,0-1 0-16,0-4 0 15,2-1 0-15,0-1 0 0,0-4 0 16,1-1-1-16,1-2 1 15,2 0-1-15,-1-2-1 16,2-1 4-16,1-1-1 16,2-1 1-16,3-2 0 15,-2 0 1-15,6-1-1 0,0 0 0 16,5-3 0-16,3 3 0 16,2-2 2-16,2-1-2 15,3 1 0-15,3 1-2 16,-3-2 1-16,5 0 0 15,-3-2-1-15,1 0 0 16,-1 0 0-16,4-1-1 0,0-2 2 16,2 0-1-16,5-1 0 15,0 0 1-15,6 2 1 16,-3-2-2-16,5-1 1 16,2 1-2-16,1-1 2 15,3-1-1-15,3-1 0 0,3-1 0 16,0 0 0-16,4 0 1 15,4 0 1-15,1 0-2 16,0 0 1-16,3 0-1 16,0 2 0-16,4-2 1 15,-1 0-1-15,5 0-1 0,3 0 3 16,5-5 2-16,-1 1-1 16,1 0 0-16,2 0-2 15,4-1 0-15,1-2 0 16,1 0 0-16,3-2 0 15,2 0-1-15,-2 0 1 0,-1-1-1 16,3 3 1-16,0 0 0 16,-2 1 0-16,2-1 0 15,2 1 0-15,-5 1-1 16,1 1 2-16,2 1-2 16,-2-1 1-16,2 0-1 0,1 0 2 15,3 0 0-15,-2 1 1 16,2 0-1-16,0-2-1 15,2-1 2-15,-5-1-2 16,3 1 1-16,-1-2-2 16,-2-1 0-16,1-2 1 0,-1-2-1 15,1 0 0-15,-4-1 1 16,1-3-2-16,-4 0 1 16,-6-4 1-16,-5-4 0 15,-5 0-1-15,-2-5 0 16,-6-1 0-16,-4 0 1 0,-2-3-1 15,-7-1 0 1,-5 0 0-16,-11 1 1 0,-8-4 1 16,-9 0 6-16,-9-1 6 15,-9-2 0-15,-6 1-6 16,-4-3-3-16,-3 1 0 16,-7-1 0-16,-7 1-2 0,-4-1 0 15,-5-2-4-15,-5 0 1 16,-1 0-1-16,-9-2 0 15,-2 4-1-15,-4 4 5 16,-9 0-2-16,-3 5 0 0,-3 2 2 16,-5 3-5-16,-2 1 2 15,-2 2 0-15,-3 2-1 16,-2 0 1-16,-1 1 1 16,-7 3-1-16,-2-1 1 15,-1 5-1-15,-4-2 0 16,-3 2 0-16,-1 4 0 0,-6 0 0 15,2 4-1-15,-6-1 1 16,2 2-1-16,3 3 1 16,4 1 0-16,2 0 0 15,-3 3-1-15,4 0-2 16,1 0 1-16,-3 0-7 0,-3 7 10 16,1-1-2-16,2-1 0 15,-4 1 0-15,0-1-1 16,2-1 1-16,-1-1 1 15,1-1 1-15,2 2-1 16,0-3 0-16,5 1 0 16,-3-1 0-16,3 0 0 0,-2 2 0 15,3 0 0-15,-3-2 1 16,-3 5-2-16,3-2 2 16,2 1-2-16,-2 2 1 15,-1-1 1-15,3 4-1 0,-2-3 0 16,3 1 0-16,-2 0 0 15,0 1 0-15,1-1 1 16,2-1-1-16,-4 2-1 16,-1-1 1-16,-1 1-1 15,-3 2 1-15,-2 0-1 0,-4 1 1 16,1-2 1-16,0 5-1 16,-3-3 0-16,3 3 1 15,1 5-1-15,-2 4 0 16,-6 2-1-16,0-5-81 15</inkml:trace>
  <inkml:trace contextRef="#ctx0" brushRef="#br0" timeOffset="105271.08">5241 10536 6 0,'0'0'2'0,"0"0"0"0,0 0 1 16,-38 13 0-16,26-8 0 0,-1 1 0 16,3 2-1-16,-1-1-1 15,-1 0-1-15,1 1 1 16,3 1 6-16,-2-1-2 15,1 0-2-15,3 1 0 16,-1 1-3-16,-2 3 1 16,2 0 0-16,-1 1 4 0,3 5 2 15,-5-1-2-15,4 6 1 16,-4 3-2-16,3 5 0 16,-3 3 0-16,0 9-3 15,3 1 0-15,-1 7 0 16,2 3-1-16,0 3 0 0,3 5 1 15,-1-1-1-15,-1 2 1 16,3-3-1-16,-1-1 0 16,1-5-1-16,0-5 3 15,0 0-1-15,0 0 5 16,2-1-1-16,0-2-1 0,0 3-1 16,2 0-2-16,2 3 0 15,2 1 0-15,0 4 1 16,-2 1 0-16,0 2-1 15,1-4 1-15,-3-3-1 16,0-5 1-16,-2-3-1 0,0-4 2 16,0-3 4-16,0-4 5 15,0 1-2-15,0-4-3 16,0-1-1-16,2-2-1 16,0 1-2-16,4-2-1 15,1 1 1-15,1 1-1 0,-1 1 2 16,2-3-1-16,0 2 0 15,-2-3-2-15,1 1 1 16,0-6 0-16,0-4-1 16,-4-1 1-16,3-4-4 15,0-2 4-15,0-2-4 0,0 2 1 16,3-1 4-16,6 3-2 16,-1-2 5-16,4 3-1 15,3-2-3-15,2 1-1 16,1-1 0-16,6 1 0 15,3-1 0-15,4-1 0 16,5 2 0-16,8-3 0 0,5-2-1 16,6-3-20-16,0-5-60 15</inkml:trace>
  <inkml:trace contextRef="#ctx0" brushRef="#br0" timeOffset="106508.07">12494 7822 124 0,'3'0'-5'0,"-1"0"-4"0,-2 2-35 0</inkml:trace>
  <inkml:trace contextRef="#ctx0" brushRef="#br0" timeOffset="107384.93">19021 7318 124 0,'0'0'3'0,"0"0"41"15,0 0-14-15,0 0-17 0,0 0-16 16,0 0-7-16,0 0-4 16,0 0 10-16,-36 36 0 15,25-11 2-15,4 5 5 0,0 7 1 16,-2 1 0-16,4 3 3 15,-3 1-1-15,3-2 1 16,1-2-10-16,-5-6-39 16,4-7-32-16</inkml:trace>
  <inkml:trace contextRef="#ctx0" brushRef="#br0" timeOffset="107633">18723 7861 157 0,'0'0'5'15,"0"0"-7"-15,0 0-1 16,0 0 1-16,0 0 6 16,0 0 8-16,0 0-3 0,42 1 1 15,-12-4 0-15,12-4 1 16,3-1-6-16,7-1-2 15,4-1-1-15,1 4 0 16,-3 1-1-16,-3 2-8 16,-8 2-68-16</inkml:trace>
  <inkml:trace contextRef="#ctx0" brushRef="#br0" timeOffset="108032.38">18862 8193 217 0,'0'0'2'0,"0"0"1"16,0 0-1-16,0 0-4 0,0 0-1 16,0 0 12-16,0 0-5 15,0 0-1-15,30-41-2 16,-11 37 0-16,3 1-1 15,-4 1 1-15,-1 2-1 16,-5 0-3-16,-2 7-6 16,-8 3-3-16,-2 6 0 0,0 1-4 15,-14 7-3-15,-4 1 22 16,-6 1-1-16,-1 0-1 16,2-3-1-16,2-5 1 15,4-4-2-15,6-4 2 0,3-4 5 16,3-2 1-16,5-4 2 15,0 0 6-15,9 0 2 16,7 0-8-16,10 0-2 16,4-4-1-16,5-7-24 15,1-1-59-15,2-2-61 16</inkml:trace>
  <inkml:trace contextRef="#ctx0" brushRef="#br0" timeOffset="108351.93">19063 8113 134 0,'0'0'14'16,"0"0"1"-16,0 0-5 16,0 0-6-16,0 0-3 15,0 0 3-15,45-29-4 0,-36 29 0 16,0 8-5-16,-2 3 0 15,-4 2-4-15,-3 4-2 16,0-4 4-16,0-1 9 16,-2-3 3-16,-3-2 15 15,2-6 13-15,2-1 1 0,1 0-1 16,0-1-8-16,5-10-7 16,17-2-8-16,10-4-3 15,12-4-3-15,14-3-6 16,12-6-23-16,8-4-47 15,11-8-79-15</inkml:trace>
  <inkml:trace contextRef="#ctx0" brushRef="#br0" timeOffset="110130.46">5429 10636 102 0,'0'0'2'0,"0"0"15"0,0 0-3 0,-34-47-1 15,30 37-9-15,0-3-2 16,-1 2-1-16,-3 2 1 16,0-2-2-16,-1 1-3 15,-1 3 0-15,-2 0 6 0,3 1-3 16,-3 2 0-16,2 2-1 16,-3 1 0-16,2 1 1 15,1 0 0-15,-1 0-1 16,0 0 1-16,0 3-1 15,2 1 2-15,-2 3-1 0,0-1-2 16,4 1 0-16,-1-1 0 16,3 2 1-16,0-1-1 15,0 1 0-15,1 0 1 16,0 2 0-16,-1 1-1 16,1 3 1-16,-4 2 0 0,2 5 0 15,-1 3 0-15,1 4-2 16,-3 4 2-16,2 5 1 15,-1 2-1-15,1 3-1 16,-3 5 1-16,0-2 0 16,3 2 0-16,-4-1 1 0,0-2-2 15,2-1 1-15,-2 3-1 16,1 0 2-16,-1 2-1 16,3 2 0-16,-4 1 0 15,3 1 0-15,0 4 1 16,0-1 0-16,1 6 0 0,1 0 0 15,1 2 0-15,0-3 0 16,4-1 1-16,0-2 0 16,2-4-1-16,0-1 1 15,0-4-1-15,0-2 0 16,0-2 0-16,0-3 0 0,0-1 0 16,0-2 0-16,0 0 0 15,0 1 0-15,0-1 0 16,0 2 0-16,0-2 0 15,2-1 0-15,5 2 0 16,-2-2 1-16,1 2 1 0,-1 0 0 16,3 2-1-16,-3 0-1 15,2-3 1-15,-3-2 0 16,0-4-1-16,1-6 0 16,-1-3-1-16,-1-6 2 15,4-3 5-15,-3 0 2 0,3-1-1 16,1 1-3-16,2 3-1 15,1 3-2-15,2 0 1 16,5 3 2-16,0 1-2 16,2-1 2-16,3-1-4 15,1-2-3-15,1-1 1 0,1-5-3 16,-1-3 2-16,2-2 6 16,2-5 7-16,2-3 5 15,3-1-3-15,7-4-3 16,7-7-2-16,6-6-2 15,6-2-1-15,3-5-4 16,4-2-13-16,-2-5-19 0,-1-3-48 16</inkml:trace>
  <inkml:trace contextRef="#ctx0" brushRef="#br0" timeOffset="111590.16">4980 10687 71 0,'-8'-7'15'0,"2"0"-13"0,4 1 4 0,-3 0 7 0,4 2 1 15,1 3-7-15,0-1-5 16,4 1 1-16,6-2-2 0,3 0-1 16,5 0 0-16,1 0-1 15,6-2 3-15,0 1-3 16,4 0 0-16,5 0 1 15,1 0 0-15,5 1 0 16,1-2 0-16,5 0-1 0,1 1-1 16,4-3 6-16,5-1-3 15,3-1 0-15,3-1-1 16,1-1 1-16,-1 1-2 16,3-1 2-16,-4 2 0 15,3 0-1-15,-4 0 1 16,1-1 0-16,-1 2 1 0,1-1-2 15,1 1 2-15,1 1-1 16,-1 2-1-16,-4 2 0 16,1-1 1-16,-5-1-1 15,-4 1 1-15,-2 0-2 16,-4-3 1-16,-1 1-1 0,-5 0 2 16,-1-1-2-16,-1 0 2 15,-4 0-1-15,1 1 0 16,-4 2 0-16,0 0 0 15,-2 2 0-15,-2 1 0 16,-1 1 0-16,2 0-1 0,0 0 2 16,-2 0-1-16,3 4 0 15,-4 3 0-15,0 3 0 16,-2 2-1-16,-2-1 0 16,1 3-1-16,-5 3 1 15,1 0-1-15,-1 1 1 16,-1 1-1-16,-3 2 2 0,0 1-1 15,-1 3-1-15,-2 2 1 16,-4 2-1-16,-3 5 0 16,0 3 2-16,-1 4 1 15,0 6-1-15,0 5 0 0,0 2 0 16,0 3 1-16,-1 3-1 16,1 2 0-16,-1 2 0 15,-1 0 0-15,-2 6 0 16,-3 1 0-16,0 3 2 15,1 4-4-15,1-2 2 16,1 0 0-16,1-3 2 0,3 0-1 16,0-3 1-16,0-2-1 15,5-5 1-15,0 0 0 16,1-1-2-16,-2-2 0 16,-2-2 0-16,1-1 0 0,-2 2 0 15,-1-1 0-15,0-3 0 16,0-1 0-16,0-3 0 15,0-7-1-15,0-6 0 16,0-6 1-16,-1-7 0 16,-2-5 0-16,1-4 0 15,-5-5 0-15,1-2 0 0,-1-1 1 16,-2 0-1-16,-2-2 1 16,0 0 0-16,-3 1 0 15,-1-2-1-15,-3 2 2 16,-3-2-2-16,-2-2 0 0,-2 2 1 15,-2-3 2-15,-4-2 11 16,-3 0 9-16,-2 0 0 16,1 0-5-16,-6 0-3 15,-3 0-5-15,-2 0-5 16,-2 9-3-16,-6 1-1 16,-2 4-1-16,-4 3 0 0,-5 3-1 15,0 3-6-15,-4-1-28 16,-2-2-39-16</inkml:trace>
  <inkml:trace contextRef="#ctx0" brushRef="#br0" timeOffset="112215.56">5755 11312 199 0,'-4'-3'-6'0,"0"-2"12"0,0 2 10 0,3 1-10 16,1 2-6-16,0 0-3 15,5 4 2-15,4 3-8 16,3-1-37-16,5-4-42 0</inkml:trace>
  <inkml:trace contextRef="#ctx0" brushRef="#br0" timeOffset="112458.77">6851 11117 179 0,'0'0'20'0,"0"0"-17"16,0 0-7-16,0 0 5 15,0 0-11-15,0 0-44 0,0 0-19 16</inkml:trace>
  <inkml:trace contextRef="#ctx0" brushRef="#br0" timeOffset="112872.29">5588 12530 206 0,'0'0'6'0,"0"0"-6"0,0 0-6 0,0 0-13 16,38-21-41-16</inkml:trace>
  <inkml:trace contextRef="#ctx0" brushRef="#br0" timeOffset="113158.04">7029 12479 200 0,'0'0'-23'16,"0"0"25"-16,0 0-11 15,0 0-15-15,0 0-23 16</inkml:trace>
  <inkml:trace contextRef="#ctx0" brushRef="#br0" timeOffset="116280.94">18315 12528 116 0,'0'0'37'0,"0"0"-29"0,0 0 24 0,0 0-12 15,0 0-9-15,0 0-6 0,0 0-3 16,2-39 11-16,-2 37-9 15,0 0-3-15,-2-1-1 16,-1-3-6-16,-2 2 3 16,-2 0 6-16,0-2-3 15,-1-1 1-15,-2 0 3 0,-4-1 2 16,1 1 2-16,-6 1-11 16,-4 0 8-16,-3 3-7 15,-1 2 4-15,-3 1-2 16,0 0 0-16,-1 0-3 0,0 5 0 15,2 1 7-15,-2 1-9 16,1-1 7-16,-5 1-3 16,2 3-1-16,-2-3 1 15,1 0-1-15,-1 5 0 16,1-2 5-16,1 5-1 16,0 1-1-16,1-1 0 0,0 4-1 15,2-1 0-15,1 2 0 16,1 0 1-16,1 4-1 15,1 0-1-15,1-1 1 16,3 4 1-16,0-1-2 16,3 0 1-16,4 0 0 0,-1 0-1 15,5-2 1-15,1-1-2 16,0 1 1-16,3 0 0 16,1 1-1-16,1 1 1 15,1 4 0-15,2-2 1 16,-3 4 0-16,5 0-1 15,0-1 0-15,0 1-1 0,1-2 2 16,7-1-1-16,0 0 1 16,2-1-1-16,2-3 2 15,0 2 0-15,-1-1-1 16,1 1 2-16,1-1-2 16,-1 2-2-16,3-2 1 0,3 0 0 15,-2-1 2-15,6-2-1 16,-1-1 3-16,2 0-2 15,4-4 1-15,-2 4-1 16,2-3 0-16,2 1 0 0,-2 0-1 16,-1-3 1-16,0 0 0 15,1-3 0-15,1-1-1 16,-1-3 2-16,4-3 1 16,-2-2 0-16,2-1-2 15,-1-3 0-15,2 1 1 16,0-1-1-16,0 1-1 0,-1-1 1 15,2 0-1-15,-2-1 0 16,-1 0-1-16,-1 0 1 16,0 0 0-16,-2 0 0 15,0-4-1-15,0 1 1 16,0-3 1-16,-3-1-1 0,2-1 1 16,1-1-1-16,-2-1-1 15,-1-1 1-15,2 1 0 16,-2-3-2-16,0 2 1 15,3-2 1-15,-3-1 0 16,1 0 0-16,-2-2 1 0,3 2-1 16,-4-4-1-16,0 0 2 15,-5 0 1-15,3-2 5 16,-5 2 2-16,-1-2 4 16,-3-3-1-16,-4-2-2 0,2-4 3 15,-5-2-4-15,-2-9-1 16,-2-4-3-16,0-9 3 15,-2-6 4-15,-10-5-8 16,-4-6-3-16,-7-6-1 16,-11-3-3-16,-10-2-8 15,-21-1-21-15,-15-4-41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44:37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6332 4782 91 0,'0'0'3'0,"0"0"0"0,0 0-1 0,0 0-2 16,0 0 0-16,0 0 1 0,0 0-1 16,0 0 1-1,0 0 1-15,0 0 2 0,0 0-3 16,0 0-1-16,0 0 0 16,9-2 1-16,-7 6-1 15,0 2 1-15,0 0 0 0,3 0-1 16,-3 1 1-16,1 0-1 15,0 0 1-15,0 0-1 16,0-1 0-16,1-1 1 16,-2 1-1-16,1-3 0 15,1 0 0-15,0-1 1 0,-1 0 0 16,2-1 0-16,1-1 3 16,-1 0 2-16,3 0 3 15,-2-1 1-15,4-8-2 16,1 0-1-16,3-6-2 15,1 1 1-15,3-6 0 16,0 0 1-16,4-5 0 0,3-4 2 16,2-2 0-16,2-2 0 15,0-5 3-15,0 1 1 16,-1 0-2-16,-2 0 2 16,-2 3-3-16,-3 4-3 15,-4 5 1-15,-5 6-3 0,-2 4-1 16,-1 5-2-16,3 4-1 15,-1 6-2-15,-3 6 0 16,-3 9-31-16,-5 2-112 16</inkml:trace>
  <inkml:trace contextRef="#ctx0" brushRef="#br0" timeOffset="2454.29">5907 15351 79 0,'0'-1'30'0,"0"1"-7"0,0-2-4 16,0 2-3-16,0-1-10 0,0 1-5 15,0 0-1-15,0 0-2 16,0 0 0-16,0 0 2 16,0 0 0-16,0 0 1 15,0 0-1-15,0 0 1 16,3 0-1-16,-1 1 0 0,2 2 0 15,-1 0 1-15,4 1-1 16,-1 0 0-16,1-1 0 16,-1 0 0-16,1 2 0 15,-2-1-1-15,0 1 2 16,1 1-1-16,0 0 0 0,-1-1 2 16,-1 1 0-16,1-2-2 15,0 1 0-15,1-1 0 16,1-3 0-16,1 2 1 15,2-3-2-15,-1 0-1 16,2 0 0-16,2-8 0 0,0-5 5 16,2-4-1-16,0 1 0 15,3-7 3-15,-1-1-4 16,3-3 0-16,1 2 1 16,-3-2-1-16,4 0-1 15,-2 1 2-15,-2 2 1 0,-2 3 3 16,-1 2-2-16,-3 2 2 15,-3 5-3-15,-1 4 0 16,-4 3-2-16,-1 3 2 16,-1 1 1-16,-2 1 4 15,0 0 14-15,0 0-4 0,0 0-8 16,0 0-8-16,0 0-3 16,0 3-4-16,5 1 8 15,-3 0-42-15,-2-4-48 16</inkml:trace>
  <inkml:trace contextRef="#ctx0" brushRef="#br0" timeOffset="7772.65">18375 5182 66 0,'0'0'4'0,"0"0"5"0,-1 0 1 0,1 0-3 16,0 0-4-16,0 0-2 15,-1 0-1-15,1 0 0 16,0 0 2-16,0 0 0 16,0 0 0-16,0 0-2 0,0 0 0 15,0 0 0-15,0 0 0 16,0 0 1-16,1 5-1 15,2 0 1-15,1-1-1 16,-2 2 0-16,1-3 0 16,1 2 0-16,0 1-1 0,0-2 2 15,-1 1-1-15,2-1 0 16,-3 2 0-16,0-2 0 16,1 0 0-16,1 0 0 15,0-1 0-15,0 0 0 0,4-3-1 16,-4 0-2-1,3 0 3-15,2 0 6 0,3 0 4 16,0-6-4-16,2-2 0 16,1 1-3-16,3-3-2 15,2-1 1-15,0-1-1 16,5 1 0-16,0-2 1 16,-4-1 0-16,5 0-1 0,1-1-1 15,-1-3 1-15,1 2 0 16,5-3 5-16,1 0 2 15,0-2 1-15,3-1 0 16,-3 2 2-16,1 2-1 0,-5-1 0 16,-4 4-1-16,-2 2 1 15,-6 1 4-15,-3 1-5 16,-1 4-2-16,-2-1 0 16,-1 1-3-16,0 4-2 15,-4-2 0-15,2 3-1 16,-2 0-1-16,-2 2 1 0,1 0-1 15,0 0 1-15,-1 0-1 16,3 0 0-16,-3 6-2 16,-1 1-14-16,-2 0-38 15,-1 0-30-15</inkml:trace>
  <inkml:trace contextRef="#ctx0" brushRef="#br0" timeOffset="9264.6">6276 4747 100 0,'0'0'4'0,"0"0"8"0,0 0-4 16,0 0-10-16,0 0 3 15,0 0 0-15,0 0-1 0,0 0 1 16,0 0-1-16,0 0 0 15,7 23 0-15,-5-19 0 16,0 2 1-16,1 0-1 16,4 1 0-16,-3 0 0 15,-2 0 0-15,5 3 0 0,-3-3 0 16,0 3 0-16,1-3 0 16,2-1 0-16,-2-1 0 15,1-2 0-15,-1-3-1 16,1 0-2-16,1 0 2 15,0-5 3-15,0-4 1 0,3-5 3 16,2-3-3-16,1-2 1 16,5-5 1-16,-2-1-1 15,6-6 5-15,3-3 1 16,4-5 1-16,0-1 2 16,4-2 5-16,-1-2-4 0,3 0-1 15,-1 4 0-15,-1 0-6 16,-2 6-1-16,-2 3-3 15,-2 4-3-15,-1 6 1 16,0 6-1-16,-4 7 0 16,-6 5-32-16,-10 3-103 15</inkml:trace>
  <inkml:trace contextRef="#ctx0" brushRef="#br0" timeOffset="10980.73">5937 15284 10 0,'0'0'10'0,"0"0"-5"0,0 0-2 15,0 0 2-15,0 0-2 16,0 0 2-16,0 0-4 0,0 0-1 16,0 0 2-16,0 0-2 15,0 0 2-15,0 0 3 16,0 0 10-16,8-2-2 16,-10 3-4-16,0-1-2 15,0 1-3-15,2-1-4 0,0 2 3 16,0-1-1-16,0 2-2 15,0 1 0-15,0 1 2 16,0 0-2-16,4 3 1 16,0 0 1-16,3-1-1 0,0 3 0 15,0-2 1-15,-1 2-1 16,3 0 0-16,-2-1-1 16,2-1 1-16,-2-2-1 15,1 1 0-15,0-1 0 16,-1-2 1-16,1-1-2 0,-1 0 2 15,2-2-1-15,-3-1 0 16,1 0 2-16,2 0-2 16,0 0 2-16,2-7 0 15,0-3 1-15,3-3 3 16,1-5 0-16,3-5 2 16,1 0-2-16,0-6 3 0,1-2 0 15,5-1 0-15,-3 0 3 16,3-3 0-16,-3 1-1 15,3 0 0-15,-1 2-2 16,-5 2-5-16,3-1-2 16,-5 5-1-16,0 2 0 0,-2 5 0 15,-2 4 0-15,-2 3 0 16,-2 4 3-16,-2 2-3 16,-2 4 0-16,-3 0 0 15,0 2 0-15,2 0 1 16,-2 0-2-16,3 4-3 0,-3 0-30 15,-2-2-64-15</inkml:trace>
  <inkml:trace contextRef="#ctx0" brushRef="#br0" timeOffset="13444.32">18433 5144 72 0,'2'0'10'0,"-2"0"0"0,0 0-1 16,0 0-8-16,2 0-1 0,-2 0 0 15,0 0-1-15,1 0 1 16,-1 0 0-16,0 0 0 16,0 0 1-16,0 0 0 15,1 0-1-15,0 0 0 16,1 0 1-16,0 1-1 0,2-1 0 16,-1 2 0-16,1-2 0 15,3 0 0-15,0 0 5 16,2 0 8-16,4-6 1 15,2-4-3-15,3-3 1 16,4-3-1-16,3-2 2 0,0-3 2 16,2-3-2-16,-1-2-1 15,-1 3-3-15,0 1-4 16,-3 3-4-16,0 5 0 16,-4 4-9-16,-2 3-47 15,-11 3-49-15</inkml:trace>
  <inkml:trace contextRef="#ctx0" brushRef="#br0" timeOffset="15579.62">20586 6756 22 0,'2'1'2'0,"-1"2"0"0,1-2 0 0,1 2 3 0,-1-1-5 16,-1-1 1-16,1 3 1 16,0-2 1-16,0 2 2 15,2-1 2-15,-2 1 0 16,-2 2-2-16,1-1 1 15,0 1-2-15,0 1-1 0,-1-1 0 16,1 1 1-16,0 0-1 16,2 0 0-16,-1-1-2 15,0 1 1-15,2-3 0 16,-1 0 0-16,2-2 1 16,1-2 0-16,2 0 5 0,2 0 7 15,3-6 1-15,5-7-4 16,3-3-6-16,4-3-2 15,3-1-2-15,4-4-1 16,2-3 0-16,-2 0 3 16,6-4 3-16,-4-2 8 0,4 1-3 15,1-4 2-15,5 0 1 16,-1 1-4-16,3-1-1 16,-4 4-3-16,-2 3-5 15,-6 4-1-15,-5 4-1 16,-3 4 1-16,-7 4 0 0,-5 1-1 15,-1 5 3-15,-5 2 4 16,-3 2-2-16,-1 0-1 16,0 1 0-16,-3 2-3 15,1 0 1-15,1 0-1 16,-3 0 0-16,2 0 1 16,-2 6-2-16,1 1-2 0,-1 3-11 15,0-4-42-15,0-6-86 16</inkml:trace>
  <inkml:trace contextRef="#ctx0" brushRef="#br0" timeOffset="18022.66">20532 6814 21 0,'0'0'12'0,"0"0"-9"0,0 0 10 16,0 0 5-16,0 0-2 0,0 0 3 15,0 0 1-15,0 0 3 16,0 0-2-16,0 0-3 15,0 0-10-15,24-24-7 16,-23 24-2-16,1 0-4 16,0 0-11-16,0 3-5 0,-1 1 16 15,2 3 5-15,-3 0 1 16,2 0 0-16,-1 3 0 16,1 0 0-16,1-1 0 15,0 0-1-15,1 0 0 16,0-2 0-16,0 2 1 15,2-2-2-15,-3-3 2 0,1 0-1 16,2-1-1-16,-3 0 1 16,3-3-1-16,1 0 6 15,-1 0 7-15,4 0 1 16,2-4-9-16,1-5-3 16,3-1-2-16,1-2 3 0,5-4-2 15,0-4-1-15,2-1 1 16,3-1-1-16,2-6 1 15,3 1 1-15,-1-3 7 16,3-1 8-16,1-2-5 0,1 3 2 16,0-1-4-16,3-2 0 15,0 3-1-15,0-1 1 16,-2 3-2-16,-1 1-2 16,-4 6-2-16,-5 2-2 15,-4 5-1-15,-8 5 1 16,-4 4 0-16,-5 1-1 0,-1 1 0 15,-3 3-4-15,0 0-11 16,-1 0-11-16,-1 3-8 16,0 5-4-16,0-2 6 15,-1 0-12-15</inkml:trace>
  <inkml:trace contextRef="#ctx0" brushRef="#br0" timeOffset="27600.48">14454 10133 72 0,'0'0'-5'0,"0"0"-18"0</inkml:trace>
  <inkml:trace contextRef="#ctx0" brushRef="#br0" timeOffset="30139.64">14454 10133 91 0,'-28'-41'4'0,"23"38"8"0,2 3 5 15,-2-3 9-15,1 2-4 16,2-1-3-16,-2 0-7 15,0 0-9-15,0 1 2 0,0 1-4 16,0 0 0-16,-2 0-3 16,1 0-1-16,-3 0 0 15,0 0 3-15,-1 0 0 16,-1 0 1-16,0 0 4 16,-1 0 1-16,0 0 1 15,-2 0 0-15,1 0-4 0,-2 0-1 16,0 0-2-16,2 0 0 15,-2 0 1-15,2 0 0 16,-2 1 4-16,1 1 1 16,-1-1 0-16,0 0 0 15,1 2-3-15,-2 1-2 0,-1 2 0 16,0-1-1-16,1 2 0 16,-3 2 0-16,0 0-1 15,3 0 1-15,-2 0 0 16,0 3 1-16,-1-1-1 15,1 2 0-15,-2 0 0 0,0 1 0 16,1 0 0-16,1 0 0 16,-2-1 0-16,1 2 1 15,2 0-1-15,0-4 0 16,1 2-1-16,1 0 1 16,-1-2 0-16,1-1 0 0,1 2 0 15,-1 0 1-15,1 1-1 16,-4 0 0-16,3 1-1 15,-2 3 2-15,2 0-1 16,0 0 0-16,4 0-1 16,3 0 1-16,0-3-1 0,3-1 1 15,1-2 0-15,3 0-1 16,0-3 1-16,0 2-2 16,0 0 1-16,0 0 2 15,0 0 1-15,0 1-2 16,4 2 0-16,2-1 0 0,-2-1 0 15,1 1 0-15,1-3-2 16,-1 2-1-16,4-2 2 16,-4 0 1-16,1-1 3 15,0 5-2-15,-1-2 1 16,2 0-2-16,-3 2 2 16,3 1-2-16,-2-1 0 0,0-1 0 15,3-1 0-15,1 0-4 16,-2-3 0-16,3 0 3 15,2-1-2-15,-1 0 4 16,3 0 1-16,-4-1-1 0,3-2 5 16,0 2-6-16,0-2 0 15,3 0 4-15,-3 1-5 16,3 0 4-16,-3 0-3 16,3-1 1-16,-1 0-1 15,1 5 1-15,-1-5-1 16,1 2 0-16,-2-1 0 0,2 1 2 15,3-2-2-15,-1 0-2 16,-3 1 1-16,4-2-1 16,1 2 2-16,-3-1 1 15,2-1 0-15,-2 0-1 16,1 0 0-16,-4 1 1 0,3-1-1 16,-3 0 0-16,1 0 0 15,-2-2-1-15,2 2 2 16,0 0-1-16,1-2 4 15,1-1-2-15,-1 2 0 16,2-2 1-16,21 0 0 16,-18 0-3-16,0 0 2 15,1 0-2-15,-1 0 1 16,1 0-1-16,0 0 1 16,-1 0-1-16,0 0 0 15,-1-2 0-15,1 2 0 0,-2-1 0 16,4 1 0-16,-4 0 0 15,4 0 0-15,-2 0 0 16,4 0 1-16,1 0-1 16,-2 0 0-16,3 0 0 15,-2 0 0-15,0 0 0 0,1 0 0 16,-1 1 0-16,-5 1 0 16,2-2 1-16,-2 1-1 15,0-1 0-15,-1 0 1 16,3 0 0-16,0 0 2 15,2 0-3-15,3 0 1 0,1 0-1 16,1 0 1-16,0 3 1 16,2 1-2-16,-4-1 1 15,-1 0-1-15,1 1 0 16,-2-1 0-16,-1 0 0 16,1-2 0-16,0-1 0 15,1 0 0-15,-2 0 0 0,6 0 0 16,1 0 0-16,-1 0 0 15,3 0 0-15,2 0 0 16,-2 0 0-16,1 0 1 16,-4 0-1-16,1 0 0 15,-1 2 1-15,0 1-2 0,1-2 2 16,1 0-2-16,2-1 1 16,2 0 0-16,1 0 1 15,3 0 1-15,-2 0 0 16,3-3 0-16,-4-1-1 15,0 0-1-15,0 0 2 0,1 0-2 16,-1-1 2-16,0 2-2 16,1 1 1-16,-2-1-1 15,3 0 1-15,0-3 0 16,1 2-1-16,1 0 1 16,1-2 0-16,-2-1 0 0,1 1 0 15,-2-1-1-15,-1 0-1 16,-2-3 4-16,-4 3-2 15,1-2 4-15,-2-2-4 16,-2 1 2-16,0-2-2 16,1 0 0-16,-1-1 0 0,4-1-1 15,-4 0 1-15,1-2 0 16,-2 0 0-16,-1-2-1 16,-2 1 1-16,0 0 0 15,-4 0-1-15,0-1 0 16,-2 2 2-16,-2 0-1 0,-1-1-2 15,-3 2 2-15,-3-1 0 16,0 0 0-16,-5-1 1 16,-1 0 0-16,-2-1 2 15,0-1 0-15,-2-1 0 16,0-1-3-16,0-1 1 0,0-1-1 16,-5 1-1-16,-1-2-3 15,0 0-1-15,-4 0-1 16,-2 3 0-16,0-3 3 15,-1 2-1-15,0-1 0 16,-3 2 2-16,3 1 1 0,-3 1-1 16,0 1-3-16,0 1 0 15,-6 2 2-15,4 0 2 16,-6 1-4-16,1 3 2 16,-3 1-6-16,1 3 2 15,-2 0 0-15,-4 1-4 0,1 5 4 16,-1-1 1-16,0 1 2 15,-2 1 4-15,1-1-1 16,1 1 0-16,-2-2 2 16,1 2-1-16,1-1 1 15,-2-2 1-15,2 3-2 0,3-2 1 16,-1 1 3-16,2-3-1 16,-1 1 0-16,2-1-1 15,-1 0-2-15,-1 1 1 16,1 0-2-16,-3 0 1 15,-1 0-1-15,2 0 0 16,-4 0 0-16,1 2 0 0,1-2 1 16,-3 3-1-16,1 0 0 15,-4-1 2-15,1 1-2 16,0 0 0-16,-2 0 0 16,0 0 0-16,4 0 0 0,-2 0 1 15,3 0-1-15,-1 0 0 16,2 0 1-16,2 0-1 15,-3 0 0-15,-1 0 0 16,2 0 1-16,-5 0-1 16,-1 0 0-16,-1 0 0 15,-3 0 0-15,1 0 0 0,0 0 0 16,-1 1 0-16,1 3 1 16,1 2-1-16,-1-3 0 15,3 1 0-15,-2 1 0 16,0 1 0-16,-1-1 0 15,4 0-1-15,-1 1 1 0,0 1 0 16,-3 2 0-16,-1-2-1 16,-3 1 2-16,-1 0-1 15,-3 1 0-15,2 3 0 16,-4-1 0-16,0 2 0 16,-2-1 0-16,-5 4 0 0,0 0 0 15,-1 2 0-15,1-1 0 16,-4 0 0-16,1 1 0 15,1 0 0-15,-3 0 0 16,3 1-7-16,-3 1-7 16,3-2-21-16,-3-1-89 0</inkml:trace>
  <inkml:trace contextRef="#ctx0" brushRef="#br0" timeOffset="31102.67">17517 10424 9 0,'-9'0'2'0,"1"0"20"0,1 0-3 16,1 0-2-16,1 0-9 0,2 0 0 16,0 0-5-16,0 0-1 15,1-1-2-15,2-1 0 16,-2 2 0-16,-1-1-5 15,1 1-23-15</inkml:trace>
  <inkml:trace contextRef="#ctx0" brushRef="#br0" timeOffset="31614.01">17467 10393 49 0,'0'0'23'0,"0"0"-20"16,0 0 11-16,0 0-6 0,0 0-5 15,0 0 0-15,0 0 1 16,0 0 0-16,-7 0 0 16,7 0 2-16,0 0-2 15,0 0 6-15,0 0 1 16,0 0-4-16,0 0-3 0,0 0-2 15,0 0-3-15,0 0 1 16,0 0 1-16,1 0-1 16,3 3 0-16,0 1 0 15,-2-1 1-15,0 1 0 16,0 0 0-16,0-1 0 0,0 0 1 16,-1 0 3-16,2 0 0 15,1-2-1-15,-2 3-1 16,1-2-2-16,1-1-1 15,0 1 0-15,-2-1-1 16,1 0 1-16,0-1 2 0,1 0 5 16,1 0 5-16,5-4 2 15,4-4-8-15,1-5-4 16,8-7-1-16,3-1-2 16,6-5 2-16,3-6-2 15,4-5 3-15,8-6-4 16,0-1 3-16,6-4 2 0,3-1-1 15,-2-1-18-15,-7 2-99 16</inkml:trace>
  <inkml:trace contextRef="#ctx0" brushRef="#br0" timeOffset="44559.48">19763 10483 85 0,'-7'0'6'0,"-1"-2"11"0,4-1 7 0,-2-1-15 0,1-2-4 16,1 2-5-16,-4 0 0 16,3-2 0-16,-3 0 0 15,0 2 1-15,-4 0 2 16,0 0 9-16,-2 2 4 0,0 1 4 15,-1 1-19-15,-1 0 0 16,0 0 0-16,0 2-1 16,2 3-2-16,-2 2-5 15,0-3-6-15,0 5 0 16,1-4 12-16,-4 1 2 0,1 1 4 16,1 0 0-16,-1 2-4 15,-2 1-1-15,-1-1 1 16,0 1-1-16,3-1 2 15,-4 1 1-15,3 3 2 16,0 0-2-16,1-2-2 0,2 6-1 16,-4-1 0-16,1 1-1 15,2 0 0-15,-3-1-3 16,2 0 1-16,2-1 0 16,3-1 2-16,0-3 1 15,4 2 1-15,2-2 1 0,0 2-1 16,1 0-1-16,-1 0 0 15,2 2 0-15,-1-3 0 16,0 3 0-16,2 1 0 16,-2-5-1-16,2 3 1 15,1-4 0-15,1 0 1 16,2 0 3-16,-2-1-2 0,2-1 1 16,-1 2 1-16,1 0-2 15,-1 2-2-15,1-1 0 16,0 3 1-16,-1-1-1 15,1 0 0-15,0-2-1 0,0 2 1 16,0-3 0-16,0-1 0 16,0 0 3-16,1-2 1 15,3 0 1-15,0 0-3 16,1 2-2-16,1-2 0 16,-1 0-1-16,4-1 2 15,-2 1-1-15,2-2-2 0,2 1 3 16,-4-1-1-16,1-1 3 15,0 2-2-15,1-2-2 16,-1 3 2-16,-1-1 0 16,1-1 0-16,0 1 0 15,3 1-1-15,-1 0 0 0,0-4 1 16,0 2-6-16,2-1-1 16,0-2 4-16,0-1 1 15,2 0 8-15,-2-1-5 16,2 0-1-16,0 0 0 15,-1 0 0-15,4 0 0 0,2 0 0 16,-1 0 1-16,-1 0-2 16,-1 0 1-16,0 0-1 15,-2 0 1-15,0 0-1 16,-3 0 0-16,2 0 0 16,1 0 0-16,-1 0 0 0,1 0 0 15,1 0 0-15,0 0-1 16,-1 0 1-16,1 1 0 15,-1 2 1-15,4-2-1 16,-5 1 0-16,1 1 0 16,1-1 0-16,-2 0 0 0,1 0 1 15,2-1-1-15,1-1-1 16,1 0 1-16,2 0-1 16,-3 0-2-16,4 0 3 15,-4 0 3-15,1 0-2 16,-3 0-1-16,1 0 1 15,1 0 0-15,-3 3-1 0,1-3 0 16,1 1 0-16,-1-1 0 16,4 0 0-16,0 0 2 15,2 0-1-15,1 0 0 16,-2 0 1-16,3-3-2 16,1 2 0-16,-2-2 1 0,0 3-1 15,1-2 0-15,-2 2 0 16,0 0-1-16,-2-1 2 15,-1 1-1-15,1 0-1 16,-2 0 1-16,0 0 0 16,3 0 0-16,-3-1 0 0,4-2 0 15,1 3 4-15,3-2-2 16,0 1-1-16,-3 1-1 16,3 0 1-16,-1 0 0 15,-3 0-1-15,-2 0 0 16,0 0 0-16,-2 0 0 0,3 0-1 15,-4 3 1-15,0-3 0 16,4 3 1-16,-3-2-1 16,3 2 0-16,1-3 0 15,3 3 1-15,-3 0-1 16,4 0 0-16,1-2 0 0,-3 2 1 16,2 1-1-16,-2-1 0 15,0-2 0-15,-1 2-1 16,0 0 2-16,-3-1-1 15,2-1 0-15,2-1 0 16,2 2 0-16,1-2 0 0,2 0-1 16,-1 0-5-16,0 0-1 15,-2 0 5-15,0 0 1 16,-2-2 0-16,-1-1 1 16,0 0-1-16,-1 0 1 15,3-1 0-15,-4-2 1 0,4 2-1 16,-1 0 1-16,-1-1-1 15,0 0 0-15,1 1-1 16,-4-1 1-16,1 0 0 16,2 0 0-16,0 0 1 15,-3-1-1-15,4 0 0 0,-1 1 0 16,0-2 0-16,-3-2-4 16,1 2-13-16,-4 0-4 15,0-2 9-15,-3-2 11 16,-2 1 2-16,-3 0 3 15,-1 0 3-15,-2-3 11 16,2-1 5-16,-4-1-9 0,2-2-3 16,2-1-7-16,-1-4-3 15,3-1 0-15,-3-2 0 16,1-1-3-16,-3 1-3 16,-1 0-1-16,-2 0 6 15,-1 1 1-15,0 1 0 0,0 0 2 16,-5 3-2-16,-1 0-1 15,-4 2-4-15,-2 1 4 16,2 4 4-16,-3 0-4 16,4 0 4-16,-4 2-3 15,0 0-1-15,0 0 2 0,-4 2-1 16,1-4 7-16,-2 3-8 16,-1 2 3-16,-1-2-1 15,-1 1-3-15,0 1 0 16,0 1 8-16,-3-1-3 15,0 4-2-15,-1-3-1 0,-2 4-1 16,-4-1 1-16,-1 1-1 16,-4 2-1-16,2-1 3 15,-3 1-2-15,3-1 1 16,-2 1 0-16,1 0 0 16,1-2-1-16,-2 2 0 0,0-2 0 15,-1 3 2-15,-3-1-2 16,1 0-2-16,-4 1 4 15,2 0-2-15,-2 0-2 16,3 0 4-16,0-1-2 16,2 1 0-16,0-2 0 0,0 2 1 15,1 0-1-15,0 0 0 16,-2 0 1-16,-1 0-1 16,1 0 0-16,1 0 0 15,1 0 0-15,-1 0 0 16,1 0 0-16,3 0 1 0,-1 0-1 15,1 0 0-15,-1 0 0 16,0 0 2-16,0 0-2 16,1 0 1-16,-1 0-1 15,1 0 1-15,-1 0-1 16,-1 0 0-16,1 2 0 0,-2-1 0 16,3-1 2-16,1 0-2 15,2 0 5-15,1 0 0 16,2 0 1-16,3 0 0 15,1 0 0-15,3-1 0 16,-1-1 0-16,4 0-2 0,0 0-1 16,5 2-1-16,-1 0-2 15,3 0 0-15,1 0-4 16,4 3-11-16,0 0-28 16,2-3-102-16</inkml:trace>
  <inkml:trace contextRef="#ctx0" brushRef="#br0" timeOffset="47500.9">19307 11343 162 0,'-5'0'8'0,"-1"0"-2"0,0 0-2 16,2 0 0-16,-2 0-3 15,2 0 0-15,-1 3-1 16,-1-1 0-16,-3 0 0 16,1 1 1-16,-4 3-1 0,-2-1 1 15,0 0-1-15,-2 2 0 16,-3 0 0-16,3-1 0 15,0 1 1-15,1-2 0 16,1 4 1-16,1-2 1 0,0 0-3 16,0 3 0-16,1 0 1 15,0 5-2-15,-3-1-1 16,2 2 2-16,0 2 0 16,0 1-1-16,3 1 1 15,-1 2-1-15,3 1 1 0,2 1-1 16,2-2-1-16,-1 2 1 15,5 0 0-15,0-1-1 16,0-2 1-16,0-1 0 16,0 0-1-16,0-1 0 15,0-2 2-15,3-2 0 0,-1 2 2 16,0-1 2-16,0-3 0 16,2-1 0-16,0 1-1 15,2-1-2-15,0-1-1 16,2-2 2-16,-3 1-2 15,2 0 1-15,-2-1 1 16,1 0-1-16,0 1 0 0,-2-1 0 16,4 0 1-16,-3 0 2 15,3-2 1-15,0 3 1 16,1-3-2-16,2 0-1 16,2 0-4-16,1 0 5 15,1-1-3-15,-1-2 1 0,3 0 0 16,-1-1-2-16,4-1 1 15,-2 0 3-15,6-1 0 16,-1-1-2-16,4 0 0 16,4 0-1-16,-2 1 0 15,1 1-1-15,-1-1 0 0,-1 2-1 16,-2 0-4-16,-1-1 4 16,-2 0 1-16,0 1 0 15,2-2 1-15,-2 1 2 16,4-1-1-16,2 0 0 15,0-1-2-15,-1 0 1 0,4 0 0 16,-2 2-1-16,1-2 1 16,-2 1-1-16,-2-1 0 15,0 3 0-15,0-2 4 16,-1 1 1-16,-1-1-1 16,4 0-2-16,0-1-2 0,0 0 2 15,2 0-2-15,1 0 2 16,1 0-2-16,-3 0 1 15,1 0-1-15,0 0 0 16,0-1 0-16,-2-2 0 16,1 1 0-16,-1 0 0 0,2-1 1 15,2 1 0-15,-3 0 0 16,3-1-1-16,-2 2 0 16,1 1 1-16,0-2-1 15,-2 1 0-15,3 0 1 16,-1-1-2-16,0 1 2 15,3-1-1-15,-1 1 0 0,1-2 0 16,0 3 0-16,-2-1 0 16,0 1 1-16,0-1-1 15,-3 1 0-15,1 0-1 16,0 0 2-16,2 0-1 0,0 0 0 16,1 0 0-16,0 0 0 15,-1 0 0-15,0-2 1 16,0 0-1-16,-3-1 0 15,0-1 0-15,-1 0 0 16,-5 1 1-16,1-2-1 0,2-1 3 16,-2 0 3-16,0-2-3 15,2-1-1-15,-2-1-1 16,0-2 0-16,2-2 2 16,-4 0-2-16,1 0-1 15,-6-2 2-15,-1-1-1 0,-4 2 0 16,-2-1 1-16,0-1-2 15,-1 2 2-15,-3-4 0 16,2 2 0-16,-2-1-1 16,0-2-1-16,-1-1 0 15,1-1-1-15,-4-1-1 16,-2 2 1-16,-1-2 1 0,0 2 0 16,0 0 1-16,-2 0 1 15,-3 1 1-15,-3 0-1 16,3 1 0-16,0-1-1 15,0 1 0-15,-2-1-1 16,1 1 0-16,-1-1 0 0,-1 0 0 16,-3 3 0-16,-2-1-1 15,-1 1-3-15,-4 1 6 16,-1 2 2-16,0 1 1 16,-1 2-4-16,-2 1 0 15,4 2-2-15,-4 2 0 0,1 1-4 16,0 1 0-16,-1 0 2 15,-1-2 1-15,-1 3 4 16,0-2-1-16,-1 0-1 16,1 0 1-16,-2 2 0 15,1-1-1-15,1 1 0 0,-1 0 0 16,0 3 0-16,0 0-1 16,-1-1 0-16,2 0 0 15,1 1 1-15,-2 0 0 16,-2 0 0-16,0 0 0 15,0 0 1-15,0 0-1 0,-1 0 0 16,1 0 0-16,-2 2 0 16,0 0 1-16,2-1-2 15,-2 0 2-15,-2-1-2 16,3 0 1-16,-2 0 1 16,1 0-1-16,-3 0 0 0,-1 0 0 15,0 0 1-15,-1 0-1 16,0 0 0-16,0 0 0 15,1 0 0-15,2 0 0 16,0 0 0-16,-1 0 0 16,2 0 0-16,-2 0 0 0,-1 0 0 15,-1 0 0-15,-3 0-1 16,2 2 1-16,-3 1 0 16,2-2 0-16,1 2 1 15,-1 0-1-15,4-2 1 16,0 3-1-16,3-1 0 15,0 0 1-15,0 1-1 0,1-1 0 16,-2 1 0-16,0-1 0 16,-3 1-1-16,2-1 2 15,1 0-1-15,-1 0 0 16,4-1 0-16,-3 0 0 16,6 2 0-16,-2-2 0 0,1 1 0 15,3-1 0-15,-1 0 0 16,0 1 0-16,-1-2 0 15,4 2 0-15,-3-1 0 16,3-1 1-16,1-1 1 16,3 0 0-16,4 1 1 0,1-1-1 15,1 0-1-15,1 0 1 16,-2 0-2-16,4 0 2 16,-2 0 0-16,2 0-1 15,-2 0 0-15,4 0 0 0,-2 0 7 16,1 0-13-1,1 3 2-15,-1 0 3 0,3 1-16 16,-4-4-55-16,2-1-136 16</inkml:trace>
  <inkml:trace contextRef="#ctx0" brushRef="#br0" timeOffset="48690.3">22235 12941 47 0,'0'0'50'0,"0"0"-35"0,0 0-6 15,0 0-5-15,2 0 3 0,-2 0 5 16,2 0-4-16,-1 0 0 16,0 1-2-16,0 1 7 15,-1-1 1-15,1 0 3 16,-1 1-3-16,0 1-3 15,2 0-3-15,-2-2-2 0,0 3-4 16,0 1-1-16,3-1-1 16,-2 0 1-16,0 3-1 15,1-1 0-15,-1 0 0 16,1 1 0-16,0-1 1 16,0 1-1-16,1-2 1 0,0 2 0 15,0-1 0-15,3-2-1 16,-4-1 1-16,4 0 3 15,0-3-1-15,-1 0 2 16,5 0 1-16,4 0-3 16,-1-7-1-16,5-3 0 0,5-3 0 15,-1-1-1-15,5-5-1 16,1 0 0-16,2-4 0 16,2-3 2-16,1 1-2 15,3-4 1-15,1 2 0 16,1-2 3-16,-1 0 7 0,0 4-1 15,-3 2-3-15,-5 4-3 16,-2 2 0-16,-5 7-4 16,-8 1 2-16,-1 4-2 15,-7 2 10-15,-1 2-8 16,-5-1-2-16,0 2-3 0,0 0-16 16,-6 4-34-16,-8 1-92 15</inkml:trace>
  <inkml:trace contextRef="#ctx0" brushRef="#br0" timeOffset="49480.03">22099 12952 101 0,'0'0'1'0,"0"0"-8"0,0 0-18 0,0 0-1 0,0 0-18 16,0 0 52-16,0 0 21 15,0 0-2-15,0 0-3 16,0 0-8-16,0 0 2 16,0 0-7-16,39-11 0 15,-36 11-6-15,1 0 1 0,2 0 1 16,2 0-3-16,-1 4 2 15,-1-1-1-15,3 4-3 16,0-1-1-16,-2 1-1 16,1 0-1-16,-3 2 2 15,4-2-1-15,-5 2-2 0,1-3 2 16,1 0 9-16,-2 1 2 16,3 2-5-16,-3-4 1 15,2 1-1-15,1-3 2 16,3 0-2-16,-2-2-3 15,2-1 1-15,1 0 0 16,3 0-3-16,1-6 7 0,0-2-4 16,2-5 0-16,3-1 6 15,3-2 2-15,2-6 0 16,5-1-4-16,6-7-4 16,4-2-1-16,4-3-2 15,3-3 1-15,1 0 0 0,-1 1 0 16,-1 4-4-16,-5 3 5 15,-3 2-3-15,-4 6 3 16,-3 2 8-16,-4 3 0 16,-3 5 2-16,-5 2-6 15,-2 1-2-15,-5 3 0 0,-2 2-1 16,-4 3-3-16,-3-1-1 16,-1 2 0-16,-2 0-1 15,0 0 1-15,0 0-9 16,0 0-30-16,0 1-12 15,-6-1-118-15</inkml:trace>
  <inkml:trace contextRef="#ctx0" brushRef="#br0" timeOffset="50174.42">22130 12928 107 0,'0'0'34'0,"0"0"-4"0,0 0-8 16,0 0-5-16,0 0-5 0,0 0 0 16,0 0-3-16,0 0 1 15,0 0-5-15,0 0-1 16,0 0-2-16,0 0-2 16,0 0 0-16,35 7 0 15,-34-3 0-15,3 3-2 16,-2 1 2-16,2 0 2 0,-1 2 0 15,-1 0 0-15,4-1-2 16,0 0 0-16,2-4 0 16,2-1 0-16,1-1 0 15,3-3 0-15,1 0 0 16,1 0 0-16,5-9 2 0,-2-5-2 16,6-3 1-16,3-4 0 15,3-5 1-15,6-4-1 16,4-6 0-16,3-3 1 15,6-2 1-15,-1-3-1 16,5 3 1-16,-3 1 1 0,-2 3 1 16,-2 3-2-16,-3 4-2 15,-2 3 2-15,-4 3-6 16,-6-2 2-16,-6 1-68 16</inkml:trace>
  <inkml:trace contextRef="#ctx0" brushRef="#br0" timeOffset="59006.9">21980 10680 14 0,'0'-2'2'0,"0"0"-1"0,0 0-3 0</inkml:trace>
  <inkml:trace contextRef="#ctx0" brushRef="#br0" timeOffset="59198.03">21911 10671 46 0,'0'0'4'0,"0"0"4"16,0 0-2-16,0 0 2 16,0 0-4-16,0 0-1 15,0 0 3-15,-16 0-1 16,16 0 0-16,0 0-8 16,6 0 5-16,0 0-5 0,2 2-26 15,-3-1-33-15</inkml:trace>
  <inkml:trace contextRef="#ctx0" brushRef="#br0" timeOffset="61148">22038 10613 74 0,'0'0'22'0,"2"0"-12"0,-2 0-7 0,0-1-2 15,0 1-1-15,0 0 1 16,0-2-1-16,0 2 3 16,0 0 6-16,0-2 0 15,0 1 4-15,0 1 2 0,0 0-7 16,0-1 2-16,0 1-3 16,0 0-7-16,0 0-5 15,0 0 1-15,0 1 1 16,0 4 1-16,0 1-1 15,0 1 0-15,0 1 3 0,0 0-2 16,0 1 0-16,0-2 2 16,0-1-1-16,0 2 0 15,0-3-1-15,0 0 2 16,0 0-2-16,0 0 1 16,0-2-1-16,0-1 0 15,2 0 2-15,-1 0 0 0,3-2 1 16,2 0 0-16,1 0 5 15,3-2-1-15,2-6-2 16,4-2-1-16,1-3 1 16,4-1-2-16,0-6 0 15,1 0-1-15,4-4 1 0,1-3 3 16,0-3 10-16,4-2 6 16,0 0-1-16,-1-3-1 15,3 2-2-15,-4 1-3 16,-1 3-6-16,-4 5-4 0,-2 5-2 15,-5 4 0-15,-4 5 0 16,-3 4-2-16,-7 6-13 16,-3 0-46-16,-3 6-28 15</inkml:trace>
  <inkml:trace contextRef="#ctx0" brushRef="#br0" timeOffset="61839.52">22042 10657 57 0,'0'0'29'0,"0"0"-3"0,0 0 7 16,0 0-16-16,0 0-13 15,0 0 0-15,0 0 0 16,0 0-4-16,0 0 1 16,0 0-2-16,0 0 1 15,0 0-1-15,7 0 1 0,-3 6 0 16,-1-1 1-16,0 1-1 15,1 0 0-15,2-1 0 16,-3 1 0-16,5-3-1 16,-4 0 0-16,3 0 0 15,1-3 0-15,0 0-1 16,1 0-3-16,2 0 1 16,1-4-3-16,2-5 2 0,3-2 6 15,3-4 8-15,-1-4-5 16,6-4 1-16,0-6 2 15,0-3-1-15,4-4 2 16,-2-3-2-16,1-1 2 0,-1-3 3 16,2 3 4-16,-2-1 2 15,-1 3-3-15,4 1-6 16,-7 4-4-16,-1 6-2 16,-2 4 0-16,-5 9-2 15,-5 6-3-15,-2 6-16 0,-8 2-42 16,0 0-17-16</inkml:trace>
  <inkml:trace contextRef="#ctx0" brushRef="#br0" timeOffset="80245.69">22261 13002 74 0,'0'0'4'0,"0"0"1"0,0 0 7 0,0 0 2 16,0 0 7-16,0 0 0 15,0 0-7-15,0 0-8 16,0 0 5-16,0 0-2 0,0 0-1 15,0 0-6-15,0 0-4 16,-5 0-1-16,5 0 2 16,0 0 1-16,0 1 0 15,1 1-2-15,1 1 2 16,1-2-1-16,-1 2 1 0,1 0-1 16,2 0 1-16,-3-2 0 15,1 2-1-15,0-2 2 16,-1 1-2-16,0-1 2 15,2-1-1-15,-2 0 1 16,2 0 0-16,3 0 1 0,-2-3-2 16,7-1 1-16,-2-3-1 15,4 3 0-15,-1-4 2 16,0-1-2-16,3 0 0 16,3-4 2-16,0-1 3 15,4-1 1-15,2-3-3 0,5-3 1 16,2 0 0-16,4-5-1 15,1-2 3-15,3-2 2 16,-1-4 1-16,-1 4 1 16,-1 0 3-16,-4 2-1 15,-1 4-4-15,-9 3-4 16,0 4 0-16,-5 2 0 0,-1 5-3 16,-5 2 0-16,-1 1 0 15,-1 3-1-15,-1 1 0 16,-4 2 0-16,4 1-1 15,-4 0-2-15,-1 0-28 0,-3 0-48 16</inkml:trace>
  <inkml:trace contextRef="#ctx0" brushRef="#br0" timeOffset="82503.55">18478 15955 84 0,'0'0'10'0,"0"0"15"0,0 56-14 16,0-34-3-16,3-1-6 0,1 3-2 15,4-1 0-15,-5-2-10 16,3-1-21-16,-4-6-29 16</inkml:trace>
  <inkml:trace contextRef="#ctx0" brushRef="#br0" timeOffset="83023.11">18445 15950 176 0,'0'0'-6'0,"0"0"2"16,0 0 3-16,0 0 1 0,0 0 1 15,0 0-1-15,0 0 1 16,0 0 15-16,25-31 2 16,-23 30-7-16,3-2-6 15,-3 0 0-15,2 0 4 16,4-1 3-16,-2 1 0 0,5-1-2 16,1 0-1-16,6-2-5 15,2 4-1-15,2 0-1 16,2 2-2-16,-1 0 0 15,0 0 1-15,-4 4-1 16,-1 5 1-16,-4 0 0 0,-1 3-1 16,-1 1-1-16,-4 1-1 15,0 0 2-15,-4 2-3 16,-3 2 6-16,-1 0-6 16,-1 1 5-16,-8 1-1 15,-5-2 0-15,1-2 3 16,-7 4 0-16,1-4-5 0,-2 1 5 15,1-2-2-15,-1 1-5 16,4-3 6-16,0-2-5 16,5-4-23-16,3-5-52 15,5-2-94-15</inkml:trace>
  <inkml:trace contextRef="#ctx0" brushRef="#br0" timeOffset="83486.64">18956 15882 268 0,'0'0'4'0,"0"0"6"0,0 0-2 0,0 0-8 15,-41 10-1-15,35 0 0 16,1 3-1-16,-1 3 1 16,2-1 0-16,2 2 0 15,1 0 1-15,1-3-1 0,0-1 0 16,0-1 0-16,5-4-1 16,1-2-2-16,1-2-2 15,2-4 5-15,4 0 1 16,-5 0 2-16,2-1-5 15,2-8 4-15,0-4 2 0,0-1 3 16,-4-2-4-16,1-1-1 16,-2 0 1-16,-2 0-1 15,-3 2 2-15,-2-1 5 16,0 4 0-16,-5 1-1 16,-5 4-5-16,1 0-2 15,-2 7-2-15,1 0-4 0,-1 0-4 16,-1 9-10-16,3 3-2 15,3-3-32-15,4 0-38 16</inkml:trace>
  <inkml:trace contextRef="#ctx0" brushRef="#br0" timeOffset="84008.88">19112 15864 201 0,'0'0'34'15,"0"0"-19"-15,0 0 11 0,0 0-10 16,0 0-2-16,0 0 0 16,0 0 0-16,0 0-8 15,0 0-8-15,9-23-1 16,-9 33-1-16,0 4 6 16,2 2 0-16,0 2 2 0,0-2-3 15,2 0 0-15,1-4-2 16,1-1 0-16,0-3-1 15,1-2-2-15,1-4 1 16,2 0-2-16,-1-2 3 16,1 0 2-16,-2-5 3 0,0-2-2 15,-2 1-1-15,-1 1-2 16,-1 0 2-16,-1 2 0 16,1 1 0-16,1 2-1 15,-2 0-1-15,5 0 0 16,0 3 1-16,3 1 1 0,2 1 0 15,-1-2-1-15,2-2 0 16,-1-1 0-16,1 0-2 16,-1-6 1-16,-1-5 3 15,-3-2 2-15,-1-1-1 16,-3-3 3-16,-1-2 4 16,-4 1 1-16,0-1 1 0,-4 1-4 15,-3 2-3-15,-1-1-2 16,1 6-1-16,-1 1-2 15,4 7-7-15,0 3-16 16,2 0-20-16,2 3-63 16,0 5-4-16</inkml:trace>
  <inkml:trace contextRef="#ctx0" brushRef="#br0" timeOffset="84587.56">19476 15865 130 0,'0'0'20'0,"0"0"-20"0,0 0-1 16,0 0-3-16,0 0 1 15,0 0 2-15,0 0 10 16,0 0 24-16,0 0 0 0,0 0-14 16,14 3-12-16,-14-10-4 15,4-2 2-15,-2 0-4 16,-1-3 2-16,3 3 1 15,-1-3 6-15,3 2-1 0,1-1-3 16,-1 2 2-16,1 2-1 16,3 0 0-16,2 4-4 15,-1 1-3-15,5 2 0 16,-2 0 0-16,3 2 0 16,-1 8 1-16,-1 0 1 0,-3 3-2 15,-1 0-2-15,-2 0-3 16,-5 1-6-16,-3-1 3 15,0-1-5-15,-1-1 2 16,0-2-3-16,-4-2 3 16,-3-3 0-16,1-1 10 15,-2-3 4-15,3 0 1 0,4-8-6 16,-1-5 0-16,2-4 6 16,0-2 2-16,6-3 2 15,4 2 0-15,1-3-2 16,4 4 6-16,0-1 1 15,0 5 0-15,3 1-5 0,2 2-2 16,-2 2 0-16,0 4-3 16,-1 4-1-16,-1 2-2 15,-1 0-1-15,0 6 0 16,-3 6 2-16,0 1 0 16,-3 4 1-16,0 2-9 0,2-4-12 15,0 1-9-15,0-5-26 16,1-5-50-16</inkml:trace>
  <inkml:trace contextRef="#ctx0" brushRef="#br0" timeOffset="85000.8">20393 15469 149 0,'0'0'67'0,"11"-40"-59"0,-11 25 13 16,0 2-9-16,-8 4 0 16,0 1-3-16,-3 6-7 15,-2 2 2-15,-1 0 0 16,-1 6 5-16,2 8-9 0,-1 6 0 16,0 3 0-16,4 1 1 15,1-1-2-15,6 0 1 16,3-4-4-16,0-2-4 15,10-4-3-15,3-1-1 16,4-4 9-16,1 2 1 16,2-3 9-16,0 0-7 0,-2 0 0 15,-1 0 1-15,-4 0-1 16,0-2 1-16,-8 3-1 16,-3-1-1-16,-2-2-2 15,-2 2-3-15,-11 0 8 16,-2 0 4-16,-3 1-8 0,-1 2-6 15,-2-1 8-15,5-2-5 16,1-3-62-16,5-4-42 16</inkml:trace>
  <inkml:trace contextRef="#ctx0" brushRef="#br0" timeOffset="85445.86">20686 15499 136 0,'0'0'53'0,"0"0"-50"16,0 0 42-16,12-37-16 15,-18 31-14-15,-6 1-5 16,-1 3-2-16,1 2-2 16,-3 0-3-16,2 2 1 15,-1 9-4-15,3 3 4 0,1 0-3 16,1 5-2-16,3-1 0 15,2-1-1-15,3 0-1 16,1-3-1-16,0-1-5 16,0-4-12-16,4-2-8 15,6-6 8-15,0-1 16 16,1 0-1-16,3-5 15 0,-3-7-7 16,2 1 0-16,-2-3-1 15,-2 1 1-15,-2 0 2 16,-2 2 13-16,-2 1 6 15,-2 4-1-15,0 1-2 16,-1 2-6-16,1 1-9 0,1 2-8 16,-1 0 0-16,3 4-4 15,1 4 5-15,1 0 4 16,3 3-1-16,2-2-12 16,0 1-10-16,-1-3-22 15,-3-4-58-15</inkml:trace>
  <inkml:trace contextRef="#ctx0" brushRef="#br0" timeOffset="86027.91">20839 15448 292 0,'0'0'5'0,"0"0"-1"0,0 0-1 0,0 0-3 0,0 0-1 0,0 0-3 16,0 0 0-16,0 0 0 15,40-12-2-15,-35 24 5 0,-1-1 2 16,-1 2-2-16,0-2-8 16,-1 1-9-16,-2-2-10 15,0-2-3-15,0-2-1 16,0-2 5-16,0-4 12 16,0 0 21-16,0 0 1 15,0-7 0-15,0-2 6 0,4-5-3 16,3 0 3-16,2 0-2 15,2-2 1-15,0 0 3 16,2 2 4-16,3 4-2 16,-3 0-1-16,3 3-3 15,0 3-6-15,2 0-6 0,0 4 0 16,-5 0-2-16,2 3 1 16,-5 4-1-16,-1 0 0 15,-1 4-4-15,-5-1 3 16,1 0-6-16,-4-1-1 0,0 0 5 15,0-1 4-15,0-3-2 16,0-2-1-16,-1-1 4 16,-1-2 7-16,1 0-2 15,1-6 4-15,0-6-1 16,0-2 3-16,7 0-7 16,1-6 1-16,3 2 2 0,3 2-3 15,-1 2-1-15,1 3-2 16,1 4-1-16,0 2-1 15,3 5 0-15,0 0-1 16,0 0 0-16,-3 9 0 16,0 5-5-16,1 0-27 0,-6 2-41 15,-3-5-37-15</inkml:trace>
  <inkml:trace contextRef="#ctx0" brushRef="#br0" timeOffset="86283.5">21392 15300 250 0,'0'0'-7'0,"0"0"8"0,0 0 0 0,0 0-2 15,0 0-2-15,0 0-9 16,0 0 5-16,0 0 6 15,29 51 5-15,-24-23 2 16,3 1-5-16,-2-1-1 16,2 2 2-16,-4-1-1 0,-2-1-9 15,-1-4-62-15,-1-3 5 16</inkml:trace>
  <inkml:trace contextRef="#ctx0" brushRef="#br0" timeOffset="86576.05">21392 15282 262 0,'0'0'7'16,"0"0"14"-16,33-49-14 15,-16 36-5-15,4 2 0 16,-1 4-1-16,2 1 0 15,-2 4-1-15,1 2-1 16,-5 0 1-16,-2 8-1 0,-4 8-8 16,-5 2-13-16,-5 3-6 15,0 1 10-15,-9-1 12 16,-5-1 6-16,-3-1-1 16,-4-3 2-16,0-3-27 15,0-4-31-15,-2-7-52 0</inkml:trace>
  <inkml:trace contextRef="#ctx0" brushRef="#br0" timeOffset="87048.58">21617 14922 212 0,'0'0'5'15,"0"0"15"-15,0 0-3 0,0 0-12 16,0 0-6-16,0 0-6 16,0 0 6-16,32 41 3 15,-28-11 0-15,0 4 0 16,2 0 6-16,1-2-8 16,1-2 0-16,1-4 0 0,3-3-2 15,1-2 1-15,3-5-3 16,-1-2 2-16,2-4-1 15,1-4 2-15,1-2 3 16,-1-4-10-16,1 0-8 16,0-5-4-16,-4-7 4 0,0-3 7 15,-3-2 2-15,-2-1 6 16,-2 1 0-16,-4 3 1 16,-2 2 1-16,-2 4 7 15,0 4 11-15,0 3-4 0,0 1-11 16,-1 0-4-1,-2 5 6-15,1 3-5 0,1 0 2 16,1 2 2-16,0-2-3 16,3 2 0-16,2-2-1 15,3-1-1-15,1 0 1 16,1-5-38-16,0-2-54 0</inkml:trace>
  <inkml:trace contextRef="#ctx0" brushRef="#br0" timeOffset="87211.28">21928 14920 308 0,'0'0'-9'0,"0"0"4"0,0 0 1 0,0 0-28 15,0 0-40-15,0 0-13 0</inkml:trace>
  <inkml:trace contextRef="#ctx0" brushRef="#br0" timeOffset="87732.77">22028 15108 248 0,'0'0'7'0,"0"0"2"16,0 0 9-16,0 0-12 16,0 0 3-16,4-37 2 15,0 30-1-15,2 1-8 16,0 2-4-16,3 1 4 16,1 2-2-16,0 1 0 15,0 0 1-15,1 1-4 0,0 8-2 16,-4 0 1-16,2 3 0 15,-5-2-2-15,0 3-7 16,-1-3-5-16,-3 1-2 16,0-2 0-16,0-3 14 15,0-2 7-15,-2-3 2 0,-2-1 5 16,2 0 5-16,-1 0 4 16,3-5-2-16,0-4-9 15,0-4-1-15,0-4-1 16,5 0-3-16,3-1 3 15,3 2 2-15,3 0-2 16,-1 2-1-16,1 7-3 0,1 2 1 16,1 5 1-16,-2 0-4 15,2 2 2-15,-3 8 0 16,-2 6-1-16,2-1-1 16,-6 0-1-16,2 0 0 0,0 0-4 15,-1-3-5-15,1-2-7 16,-2-1-22-16,4-4-47 15,0-3-37-15</inkml:trace>
  <inkml:trace contextRef="#ctx0" brushRef="#br0" timeOffset="88311.75">22476 15039 147 0,'0'0'6'0,"20"-50"49"0,-16 27-19 0,-2 5-14 15,-2 4-8-15,0 2 1 16,-3 8-2-16,-7 1-11 0,-1 3-1 15,0 0 1-15,-3 10 2 16,2 4-4-16,0 5-1 16,3 2-5-16,3-2 1 15,5 2-6-15,1-3-1 16,0-1-1-16,0-7-4 16,5 0 0-16,4-3-2 0,2-5-6 15,-2-2 5-15,1 0 6 16,0-3 11-16,-2-9 9 15,0-2 10-15,-3-3 10 16,1-1 7-16,-2-1-11 16,-1-1-9-16,-1 2-6 0,0 2-1 15,0 4 3-15,-2 3-2 16,2 4-1-16,-1 4-2 16,1 1-4-16,1 0-5 15,2 12 0-15,-2 3 3 16,2 7 0-16,1 5 1 0,-3 4-1 15,-1 1 0-15,2 4 4 16,-1 2-1-16,0-1 0 16,-2-1-1-16,1 2 0 15,-2 0-1-15,0-1-2 0,0-4-6 16,-1 0 3-16,-7-5-5 16,-1-6 4-16,-5-6 6 15,1-4-1-15,0-8 10 16,-3-4 4-16,5 0 6 15,0-11-5-15,2-6-5 16,4-3-1-16,3-6-2 0,2-3 1 16,0-1-3-16,13-3 4 15,4-1-8-15,7 4 2 16,4 2-19-16,-1 6-8 16,2 4-33-16,-4 4-50 15</inkml:trace>
  <inkml:trace contextRef="#ctx0" brushRef="#br0" timeOffset="89196.01">18761 16617 21 0,'0'0'105'0,"0"0"-98"0,0 0 4 0,0 0-4 15,0 0 0-15,0 0 3 16,0 0-2-16,0 0 1 16,0 0-3-16,0 0-4 0,0 0 1 15,0 0-4-15,0 0-2 16,10 7 4-16,4-7 4 15,5-2-2-15,3-3 2 16,5-3-5-16,5 0 10 16,3-5-2-16,6 3-1 0,2-3-3 15,9-4-2-15,2 0-1 16,5-1 0-16,7-5 0 16,3 2-1-16,5-3 1 15,6 1 7-15,8-4 0 16,4 1 3-16,8-3-1 0,10-2-6 15,8-4-1-15,6-2 0 16,9-4 1-16,3 0-4 16,8-3-7-16,3 0-4 15,0-3-1-15,4 3 3 16,2 1 4-16,1-2 5 0,-2 1-4 16,1 2 3-16,-1 1 8 15,-3 3 0-15,-7 3 0 16,-9 4-5-16,-8 5-1 15,-13 2 1-15,-10 1 3 16,-9 7 0-16,-10 2 0 0,-10-1-3 16,-7 3 1-16,-8 4-2 15,-9 1 1-15,-7 0-1 16,-7 1 1-16,-6 0-6 16,-8 2-10-16,-5-2-23 15,-6-4-53-15</inkml:trace>
  <inkml:trace contextRef="#ctx0" brushRef="#br0" timeOffset="89651.14">22760 14561 153 0,'0'0'12'0,"0"0"36"0,0 0-27 16,0 0-24-16,0 0 3 0,0 0 0 15,0 0 0-15,24 43 3 16,-13-15-1-16,2 8 2 16,3 8 1-16,0 6 1 15,-1 6-2-15,3 8 0 16,2 0-1-16,-1 3-1 15,0 0-2-15,-1-3 1 0,-2-3 0 16,-3-4-3-16,0-3-19 16,-5-7-24-16,-3-9-39 15</inkml:trace>
  <inkml:trace contextRef="#ctx0" brushRef="#br0" timeOffset="90800.27">22637 14447 140 0,'0'0'-15'0,"0"0"28"0,0 0 1 15,0 0-5-15,0 0-5 16,0 0-3-16,0 0-7 15,0 0 13-15,-36-2-7 16,20 8 0-16,-2 2 0 0,-7-1-1 16,-3 2 0-16,-4-1-5 15,-5-1 4-15,-2 1 2 16,-5 1 1-16,-1-2 4 16,-6 2 3-16,-1 1-1 15,-1 1-1-15,-5 2-4 16,-3 0-2-16,-4 1 0 0,-2 3 1 15,-3-2-1-15,-2 2 4 16,-2 1 1-16,-3 0-2 16,-4 2-2-16,-2 2 0 15,-5 0 1-15,-6 2-2 16,-2 0 0-16,-3-1-1 0,-3 0 0 16,1 1 1-16,1 0 1 15,-3 1-1-15,2-3 2 16,-1 2 5-16,4-1 4 15,-3 1 1-15,0-2-3 0,0 2-2 16,-1 1-4-16,-4 1-2 16,-3 2 0-16,4 2-2 15,-3-1 1-15,1 0 0 16,3 1 1-16,3-1-1 16,3-1 0-16,2-2 0 0,8-1 1 15,6 1 1-15,4-4 1 16,6 2-2-16,4-2 1 15,3-1-2-15,7-1 0 16,4-3 0-16,6-1 0 16,5-4 0-16,8 0 0 15,6-4 1-15,2 2 1 0,4-5 2 16,5 2-1-16,3-1-2 16,2-1-1-16,1 1 0 15,5-1 0-15,1 2-1 16,1-1-3-16,1 1-2 15,2-1-3-15,0-2 3 0,1 1 5 16,-1-3 0-16,-1 2 2 16,2-1-1-16,-1-1 0 15,1 2 0-15,0 2 0 16,1 2 0-16,0 2-1 16,0 3 1-16,0 1-2 0,0 9 2 15,0 2 0-15,0 4 0 16,0 5 2-16,0 0 0 15,2 4-1-15,2 2 0 16,0 3-1-16,1 4 1 16,2 5-1-16,0 1 0 0,2 1 0 15,-1-2 1-15,2 2-2 16,0-6-1-16,1-3 2 16,3-6-3-16,1-2 0 15,1-1-1-15,4-7 2 16,3-4 2-16,6-5 2 0,6-5-3 15,9-4-2-15,6-9 4 16,8-2 3-16,10-1-3 16,8-15 2-16,15-4 3 15,6-6 0-15,14-5-6 16,12-6-55-16,3-4-59 16</inkml:trace>
  <inkml:trace contextRef="#ctx0" brushRef="#br0" timeOffset="115289.54">8492 16044 99 0,'0'0'102'0,"0"0"-99"0,0 0 1 0,0 0-2 16,0 0-2-16,0 0 1 15,0 0-1-15,0 0 1 16,0 0 0-16,-19-37 1 16,17 34 7-16,-5-1 2 15,1 0-4-15,-1 2-5 0,0 1-1 16,0 1 1-16,-1 0-2 15,-4 1 0-15,3 9-2 16,-1 5 4-16,3 2-2 16,-3 3 0-16,6 4 1 15,2 1-2-15,-1 1 2 0,3-1-2 16,0 0 2-16,0-4-2 16,5 0 2-16,1-4 0 15,4-1 0-15,-3-2 0 16,2-1 0-16,2-2-1 15,2 1 0-15,0-1-3 0,1-3 5 16,3-2-1-16,1-3-3 16,3-3-1-16,1 0-19 15,-2-6-43-15,1-5 4 16,0-6-30-16</inkml:trace>
  <inkml:trace contextRef="#ctx0" brushRef="#br0" timeOffset="115617.82">8657 16198 52 0,'0'0'29'16,"0"0"7"-16,2-37 6 15,-2 32-19-15,0 3-7 16,-3 2-4-16,-3 0 1 16,-1 11-8-16,1 6-2 0,0 2-2 15,2 3-1-15,2-2 2 16,2-1-2-16,0-1 0 16,0-5 0-16,5-4-2 15,6 0 1-15,-2-3 1 16,1-3-2-16,3-3 1 0,1 0-3 15,3-3 8-15,-4-8-4 16,3-2 1-16,-3-3 1 16,-4-2 2-16,2-1-1 15,-6-4 6-15,-3-1 0 16,-2 3 5-16,0 0-2 16,-5 4-2-16,-7 5-5 0,2 5-4 15,-3 6-2-15,-1 1-2 16,1 11-19-16,-3 9-15 15,3 1-37-15,1 1-17 16</inkml:trace>
  <inkml:trace contextRef="#ctx0" brushRef="#br0" timeOffset="116114.44">8844 16162 203 0,'0'0'1'0,"0"0"-3"0,0 0 1 0,0 0 2 15,0 0-2-15,0 0 1 16,0 0 0-16,0 0 0 0,27 38 1 16,-19-25 0-16,2 4-2 15,-1 2 2-15,-1-1-1 16,2-2-1-16,-3-1 2 15,-1-2-1-15,1-1 0 16,-3-1 1-16,1 0-1 0,-3-1 0 16,-1 0-1-16,-1 0-10 15,0-4-11-15,0-3 2 16,0-3 11-16,0 0 12 16,4-5-1-16,-2-9 3 15,2-3 6-15,3-3 2 0,-1-1-2 16,4 1 1-16,-4 2-2 15,3-1-2-15,1 3 0 16,-1 4-1-16,3 2-3 16,-2 3-2-16,1 4-1 15,-1 3 0-15,2 3-1 16,-1 5 0-16,0 6 2 0,1 2-1 16,-3-2-1-16,-1 3-1 15,2-1-4-15,-4 0-7 16,-3 0-17-16,3-1 5 15,-4-3-23-15,0-4-40 16</inkml:trace>
  <inkml:trace contextRef="#ctx0" brushRef="#br0" timeOffset="116437.31">9221 16159 238 0,'0'0'-2'0,"0"0"2"0,0 0-14 16,0 0 13-16,0 0-2 16,0 0 1-16,39 50 2 15,-26-29 0-15,-1-1 1 0,-1 2-1 16,-2-3 0-16,2-1 1 16,-2-1-2-16,-1-3 2 15,1-3-1-15,1-5 0 16,-3-1 0-16,3-5-2 15,-4 0 1-15,2-7 10 0,-4-4 7 16,1-5-3-16,-1-5-5 16,-1 1-4-16,0-6-2 15,3-1-2-15,-2-1 1 16,0 3-2-16,5-2-8 16,0 3-31-16,5 2-44 0</inkml:trace>
  <inkml:trace contextRef="#ctx0" brushRef="#br0" timeOffset="116780.7">9602 16137 121 0,'0'0'6'16,"0"0"8"-16,0 0-7 16,-9 51-5-16,4-33-1 15,-1 3-1-15,1-1 1 16,1 2-1-16,4-4 0 0,0-4 1 15,0 0 0-15,0-4 0 16,6-4-1-16,3-3 4 16,3-3 2-16,-1 0 0 15,2-3 10-15,-1-6 8 16,0-6-4-16,0 1-13 16,-3-5 0-16,-4-1 1 0,-2-1-2 15,-3 1 3-15,0 0-5 16,-4 3 0-16,-6 3-1 15,-4 7-3-15,0 4-3 16,0 3 2-16,-1 0-5 0,3 13-6 16,2 1-14-16,4 0-27 15,3-5-25-15</inkml:trace>
  <inkml:trace contextRef="#ctx0" brushRef="#br0" timeOffset="117104.19">9821 15669 198 0,'0'0'19'0,"0"0"-12"0,0 0 1 0,0 0-9 16,0 0 1-16,0 43 1 0,0-12 1 16,0 6-1-16,0 8-1 15,0 3 0-15,0 2 1 16,0 0-2-16,0 0 1 16,2-3 0-16,2-4-1 0,3-2-1 15,0-5-4-15,2-7-35 16,-2-6-19-16,4-9-11 15</inkml:trace>
  <inkml:trace contextRef="#ctx0" brushRef="#br0" timeOffset="117501.93">9993 16070 247 0,'0'0'-3'16,"0"0"11"-16,0 0-13 15,0 0 23-15,0 0-26 0,0 0 2 16,0 0 4-16,-12 57 3 16,12-33-2-16,0 0 1 15,0-4 0-15,3-3 0 16,4-3 0-16,2-4 0 16,-3-3-1-16,3-4 0 0,-1-2-2 15,1-1 0-15,1-3 1 16,-3-8 0-16,4-5 1 15,-2-6 5-15,2-1-4 16,-3-4 2-16,2 1-1 16,-4 5 1-16,1 4-2 15,1 4 0-15,-2 8 2 0,0 3-2 16,1 2 0-16,-3 6 0 16,4 8 1-16,-4 2 1 15,-1 2 0-15,3 3-1 16,-2-1-1-16,-2 0 0 15,1-3 0-15,2-1-6 0,-1-2-25 16,-2-5-27-16,0-5-8 16</inkml:trace>
  <inkml:trace contextRef="#ctx0" brushRef="#br0" timeOffset="117737.43">10304 15737 243 0,'0'0'5'0,"0"0"0"0,0 0-9 0,0 0-11 0,0 0 5 16,0 47 13-16,0-16 1 16,2 3-3-16,1 1-1 15,1 0 2-15,0 2-2 16,-2-4-2-16,0-2 1 0,-2 0-14 15,0-7-51-15,0-6-23 16</inkml:trace>
  <inkml:trace contextRef="#ctx0" brushRef="#br0" timeOffset="118012.11">10199 16027 298 0,'0'0'1'0,"0"0"-6"16,0 0-1-16,0 0-2 0,47-44 17 16,-27 34-8-16,4 4 0 15,1 5-1-15,-2 1-1 16,1 1 1-16,-2 11 0 16,-2 2 1-16,-6 0-2 15,0 2 2-15,-4 2 0 0,-1-2-1 16,-4 2 0-16,-3-2 2 15,0-2-3-15,-1 3 1 16,-1-3-23-16,0-5-43 16,0-7-51-16</inkml:trace>
  <inkml:trace contextRef="#ctx0" brushRef="#br0" timeOffset="118137.77">10405 15902 308 0,'0'0'-4'16,"0"0"4"-16,0 0-27 0,0 0-122 16</inkml:trace>
  <inkml:trace contextRef="#ctx0" brushRef="#br0" timeOffset="118791.53">10632 15986 285 0,'0'0'3'0,"0"0"0"15,0 0 1-15,0 0-2 0,0 0-6 16,-38-23 1-16,25 27-2 16,-1 6 4-16,1 3 0 15,1 3 1-15,6 2 0 16,0 4 0-16,4-1-3 15,2-1-16-15,0-2-14 0,0-1 14 16,6-5 6-16,3-2 8 16,2-6 3-16,-2-3 0 15,2-1 0-15,1 0-1 16,-1-5 1-16,0-5 1 16,-2-2 5-16,-2-2-3 15,1 1 0-15,-4-2 5 0,2-4 11 16,0 2-6-16,-3 0 2 15,2 1-1-15,0 2 0 16,0 1-4-16,4 5-4 16,-2 2-4-16,3 3 0 15,0 3 0-15,1 0 1 0,0 5-1 16,1 6-1-16,0 2 1 16,-1 2-1-16,-1 1 0 15,-4 1 0-15,-3-1-5 16,1 0 4-16,-4-3 1 0,0-1-1 15,0-3 1-15,0-4 2 16,0-1 0-16,-4-3-2 16,2-1 3-16,-1-1 3 15,1-10-5-15,0-2 1 16,-1-6-1-16,3-3 0 0,0-2 0 16,3 0 2-16,3 4 1 15,5 0 0-15,3 4-1 16,1 5 1-16,0 3-4 15,1 4 3-15,3 4-1 16,-2 1-1-16,-1 10-1 16,-2 6 0-16,1 6-10 0,-4-2-5 15,1 3-15-15,-6 0-16 16,1-4-11-16</inkml:trace>
  <inkml:trace contextRef="#ctx0" brushRef="#br0" timeOffset="119126.79">11341 15515 218 0,'0'0'-8'0,"0"0"6"0,0 0 3 16,2 48 1-16,-7-20-1 0,-3 9 0 16,1 4 0-16,3 3-1 15,-2 4 2-15,4-2 0 16,2-1-1-16,0-2 1 16,0-4-1-16,0-5-1 15,6-5 1-15,2-3 0 0,1-3-1 16,1-4 0-16,2-3 0 15,2-2 0-15,2-5-7 16,-1-6-49-16,1-3-31 16</inkml:trace>
  <inkml:trace contextRef="#ctx0" brushRef="#br0" timeOffset="119518.97">11532 15899 258 0,'0'0'-3'0,"0"0"7"0,0 0-4 16,0 0-2-16,0 0-6 16,0 0-3-16,-28 39 8 15,24-22 0-15,1 1 3 16,3-1-1-16,0-1 1 16,0-3 0-16,8-5 0 15,2-1-4-15,1-4-5 0,0-3-3 16,2 0-4-16,2-10 10 15,-2-3 0-15,-2-4 10 16,1-4-7-16,-2 1 4 16,-5-2 10-16,2 4-4 15,-7 3-4-15,0 2 2 0,0 6 29 16,0 4-6-16,0 3-24 16,0 0-5-16,-3 3 4 15,3 8-3-15,0 1 0 16,0 2 0-16,5-1 0 15,1-1-2-15,3-1 1 0,2-3 1 16,1-1-1-16,1-4-18 16,1-3-37-16,1 0-30 15</inkml:trace>
  <inkml:trace contextRef="#ctx0" brushRef="#br0" timeOffset="119938.1">11821 15804 21 0,'0'0'231'16,"0"0"-229"-16,0 0-7 16,0 0 5-16,0 0 0 0,11 43 0 15,-7-29 0-15,6-2-4 16,-4-3 1-16,3-3-1 16,1-2 2-16,-1-4 0 15,2 0 0-15,2-4-5 16,0-6 7-16,-2-3-2 15,1-3 3-15,-5-3-3 0,-1 2 4 16,-2 1 0-16,-1 2-1 16,-1 4 1-16,-1 3 4 15,-1 7 6-15,0 0-6 16,0 4-10-16,0 13-1 16,0 3 8-16,0 4-2 0,0 7 0 15,0 2-2-15,-3 4 2 16,0 0-1-16,-3 3 0 15,-3 1-2-15,-2-2 2 16,-3-1 0-16,-3-7 1 16,-4-3 0-16,1-8-1 0,-2-3 3 15,4-6-2-15,-3-5 0 16,7-6 0-16,2 0-1 16,3-17-12-16,5-7-86 15</inkml:trace>
  <inkml:trace contextRef="#ctx0" brushRef="#br0" timeOffset="120574.36">12142 15851 24 0,'0'0'47'0,"0"0"-45"0,0 0 1 0,0 0 8 0,0 0 9 16,0 0 52-16,0 0-25 0,0 0-26 16,0 0-10-16,0 0-2 15,19-20-5-15,-23 14-3 16,1-3-1-16,1 3-1 16,0 0-5-16,0 0-2 15,-1 2 1-15,-1 3 2 0,2-1 2 16,1 2 1-16,0 0 1 15,0 6-4-15,-1 4 3 16,0 6 2-16,2 0 0 16,0 2-1-16,0 0 2 15,0-1-2-15,0-2 1 16,0 0 0-16,4-3 0 0,0-2 0 16,1-3 0-16,1-2 0 15,0-2 0-15,0-3 0 16,3 0 0-16,-2 0 0 15,2-8 3-15,-2-4 2 16,1-1-4-16,0-4 8 0,0-1 0 16,-1-1-1-16,0 2-6 15,4 3-1-15,-4 4-1 16,1 6-1-16,1 4 2 16,1 0-2-16,1 7 3 15,2 4 0-15,0 2 1 0,1 1-1 16,2-2-2-16,-1-4 0 15,3-1 0-15,-2-7 0 16,-1 0-1-16,-2 0 1 16,-1-4 4-16,-3-7 4 15,-1-3 1-15,-1-1 1 0,-2-2-6 16,-5-3-2-16,0 0-10 16,-5 2-43-16,-12 1-158 15</inkml:trace>
  <inkml:trace contextRef="#ctx0" brushRef="#br0" timeOffset="121471.74">9200 16568 61 0,'2'0'-5'0,"0"0"2"0,1-1 3 0,1-1 0 16,0 2 1-16,2 0 4 16,0 0 3-16,2 0 4 15,1 0-1-15,3 2 0 16,5 3-4-16,2-1-5 15,6 0-1-15,3 0-1 0,8 2 0 16,0-1 0-16,8 0 0 16,5-1-1-16,8 0 1 15,5 0 0-15,1 1 1 16,10 0-1-16,3-2 0 16,4 1 0-16,3 1 1 15,7-4-2-15,3-1 4 16,4 0 6-16,5-3 5 0,6-5 2 15,3-3 4-15,6-1-8 16,3-1-1-16,3 1-3 16,2 0-4-16,0 0-1 15,-1 1-1-15,1 3 4 0,-1 0 3 16,-3 3-2-16,-6 2-2 16,-5 2-3-16,-4 1-1 15,-8 0 0-15,-6 0-1 16,-9 0-27-16,-11 0-103 15</inkml:trace>
  <inkml:trace contextRef="#ctx0" brushRef="#br0" timeOffset="122166.57">12928 16054 58 0,'0'0'17'0,"0"0"11"0,0 0 3 0,0 0-5 15,0 0-6-15,37-11-2 16,-24 7-4-16,2 1-5 16,1 0-4-16,1 0 1 15,1 0-1-15,-1 3 1 16,4 0-1-16,-1 0-3 16,4 0 1-16,3 0-1 0,2 0 1 15,-1 0 3-15,3 0-4 16,2-3-3-16,-2 2 7 15,-1 0-3-15,-1-1-2 16,-1 1-1-16,-3-1 1 0,-2 1-5 16,-6-2-11-16,-3-1-16 15,-3-1-34-15,-5-2-18 16</inkml:trace>
  <inkml:trace contextRef="#ctx0" brushRef="#br0" timeOffset="122321.98">13472 15902 238 0,'0'0'0'16,"0"0"26"-16,0 0-26 15,0 0 1-15,0 0 0 0,0 0 0 16,42 32-1-16,-30-1-3 16,-5 6-21-16,-4 4-40 15,-3 0-58-15</inkml:trace>
  <inkml:trace contextRef="#ctx0" brushRef="#br0" timeOffset="123133.04">14050 15709 182 0,'0'0'0'0,"0"0"0"0,0 0 1 0,-1 57-1 16,1-29 0-16,0 6 1 16,2 3-1-16,1 0 0 15,2 4-1-15,-5-4 2 16,0 0-1-16,0 0 0 0,0-2-1 15,-2-2-8-15,-6-1-17 16,-1-5-6-16,1-8-18 16</inkml:trace>
  <inkml:trace contextRef="#ctx0" brushRef="#br0" timeOffset="123482.82">13985 15774 111 0,'0'0'11'15,"0"0"-9"-15,24-45-2 16,-15 32 0-16,1 6 1 16,-1 0 0-16,1 4 0 15,0 2 1-15,1 1 1 0,1 0-1 16,1 0 0-16,0 6-1 15,0 1 0-15,-2 2-1 16,-4 2 2-16,-1 1-1 16,-3 1 2-16,-1 0 0 15,-2 0-2-15,0-1 2 0,0-2 0 16,-7 2 3-16,-4-1 1 16,-3 2-2-16,-1-1-4 15,-6 3 0-15,4-2-2 16,-1 1-4-16,5-4-26 15,1-3-3-15,6-4-49 0</inkml:trace>
  <inkml:trace contextRef="#ctx0" brushRef="#br0" timeOffset="124521.45">14280 15837 119 0,'0'0'2'0,"0"0"3"16,11-36 2-16,-9 22-1 0,-2 1 4 15,0 2 11-15,0 2 2 16,-6 2-3-16,1 4-2 16,-4 2-14-16,0 1-5 15,-2 0-1-15,1 9-1 16,-1 2 2-16,3 5-9 15,-1 2 16-15,2 1-6 0,1 2 0 16,4-2 0-16,1-1-1 16,1-1 1-16,0-6-5 15,0-1-2-15,1 0-6 16,7-7-9-16,-1-2 8 16,0-1 5-16,1 0 5 0,1-4 2 15,-3-6 3-15,0 0 2 16,-2 2 8-16,-3 0 11 15,1 1-2-15,0 3-9 16,-1 2-5-16,2 2-5 16,-1 0-4-16,1 0 0 15,2 6 4-15,1 2 1 0,-1 2 1 16,5 0-2-16,0 1-1 16,-2-3 0-16,3-1 0 15,1-2 0-15,-3-2-1 16,1-2 1-16,1-1-4 0,1 0 4 15,-3 0 0-15,0-8 0 16,2-1 3-16,-2-4 2 16,1 0 1-16,-1-5-1 15,3 2-4-15,0 1 0 16,-1-1-1-16,-2 2 1 16,2 3 0-16,-2 3 1 0,-2 3 2 15,1 3-1-15,-1 2-1 16,0 0-2-16,0 7 0 15,1 5 2-15,-2 1 0 16,0 4-1-16,-1-2-1 16,1 2 4-16,0 2-3 0,-3-4-1 15,6-1-1-15,-4-1-9 16,5 0-9-16,-1-6-3 16,0-3-9-16,2-2 5 15,3-2 17-15,-1 0-3 16,0-11 5-16,2-2 5 0,-2-6 1 15,0 2 1-15,-2-3 1 16,-6 2 4-16,1 2 9 16,-3 1 14-16,-3 5 14 15,0 2-10-15,-7 4-12 16,0 2-12-16,-4 2-9 0,-3 4 1 16,1 7 0-16,-3 4-2 15,4 3 2-15,2 0 0 16,3 1 0-16,0-2 0 15,5-2 0-15,2-2 1 16,0-2-2-16,0-3-4 0,9-4-10 16,1-4-3-16,2 0 5 15,4-3 6-15,0-6 7 16,-2-3 0-16,-1-1 0 16,-3 0 8-16,0 3 11 15,-3 3-9-15,-3 0-2 0,-2 3 0 16,1 4-7-16,-1 0 0 15,2 0-2-15,-2 0 0 16,4 7-5-16,-2 1-3 16,2 1-13-16,-3-1-23 15,0-2-27-15</inkml:trace>
  <inkml:trace contextRef="#ctx0" brushRef="#br0" timeOffset="125132.54">14868 15837 240 0,'0'0'2'0,"0"0"4"0,0 0-3 15,0 0-2-15,0 0-1 16,0 0-1-16,0 0-2 16,0 0-2-16,0 0 9 15,0 0-3-15,0 0-1 0,33 37 0 16,-33-21-1-16,0-2-3 15,0-3-4-15,0-3-2 16,0-2 2-16,0-2 4 16,0-4 4-16,0 0 3 15,0 0 15-15,1-8-13 0,1-3-3 16,2-4-2-16,2 0 1 16,0-1-1-16,2-1-1 15,-1 3 4-15,2 0-3 16,0 4 0-16,-2 3 0 15,1 5 0-15,-1 2 1 0,3 0 1 16,0 0-2-16,-1 11 0 16,1 1-6-16,-2 4-4 15,-1 1-8-15,-1-2 0 16,-4 2-2-16,0-3 5 16,-2-1 10-16,0-5 3 0,0-1 2 15,0-3 1-15,0-4-2 16,0 0 5-16,0 0 12 15,0-6-10-15,3-7-5 16,1-1 10-16,3-3-1 16,-1-3-1-16,4 1-3 0,2-2-3 15,0 3 1-15,2 2 1 16,1 1 5-16,-1 5-4 16,0 2-1-16,3 4-1 15,1 4-2-15,-2 0-1 16,-3 4 0-16,1 8-2 0,-6 5-2 15,-1 0-11-15,-4 4-8 16,-1 1-13-16,-2-3-14 16,0-2-17-16</inkml:trace>
  <inkml:trace contextRef="#ctx0" brushRef="#br0" timeOffset="125496.74">15310 15912 211 0,'0'0'7'0,"0"0"14"0,0 0-11 16,0 0-6-16,46-37-3 0,-34 27 0 15,0 0-1-15,-5-2 1 16,3-3-1-16,-3 2 2 16,0-1-2-16,-3 0 3 15,-1 1 0-15,-3 2-3 16,0 2 1-16,0 4-1 0,-4-1-1 15,-2 6-9-15,-3 0-3 16,3 0 6-16,-5 11 5 16,0 1 5-16,4 8-2 15,-1 0-1-15,3 1 1 16,1-1-1-16,4-2 1 0,0-3 1 16,1-3-1-16,7-2-1 15,2-3 0-15,6-4-1 16,-1-3 1-16,4 0-1 15,2 0 3-15,2-8-7 16,0-8-33-16,1-3-45 0</inkml:trace>
  <inkml:trace contextRef="#ctx0" brushRef="#br0" timeOffset="125717.95">15670 15489 231 0,'0'0'13'0,"0"0"5"16,0 0-16-16,0 0-4 16,0 0-1-16,0 0 3 15,-11 58 2-15,8-30-2 0,-1 2 1 16,1 3-1-16,2 1 0 16,-2 0 2-16,1-2-2 15,-4 0-6-15,0-2-18 16,-4-6-44-16,1-5-1 15</inkml:trace>
  <inkml:trace contextRef="#ctx0" brushRef="#br0" timeOffset="126512.96">15516 15770 254 0,'0'0'-4'16,"0"0"7"-16,0 0-4 15,0 0 1-15,0 0 2 16,44-30-2-16,-30 27 0 16,2 2 1-16,0 1-1 0,1 0 0 15,1-2 0-15,-3 1 0 16,1-1 1-16,-3-1-1 16,1-2 0-16,-3-2 0 15,0 2 0-15,-3-1 1 16,-2 0-1-16,-2 0 1 15,-4 1 0-15,0 1 4 0,0 3-4 16,0 1 1-16,-8 0-10 16,-2 3-15-16,1 7 11 15,-3 3 11-15,3 1 1 16,1 3 1-16,2 2-1 16,5 1 1-16,1 1-1 0,0-3 0 15,0 0 1-15,5-4-1 16,3-3 0-16,2-3 0 15,3-4-2-15,-1-2 1 16,1-2-1-16,1 0 6 16,-1-6 3-16,2-3-3 0,-1-2-2 15,-3-4-1-15,0 0 0 16,-1 0 0-16,0-3 0 16,-2-2-1-16,1 6 1 15,-1 0 1-15,-1 2 2 16,2 4-3-16,-3 3 0 15,1 1 0-15,0 4-1 0,2 0 1 16,-2 3 0-16,1 5-1 16,-1 4 2-16,3 3 0 15,-2-1-1-15,-5-1-1 16,1 0 0-16,2 0 0 0,-6-3 0 16,0-2 0-16,2-3 0 15,-1-1 2-15,-1-3-4 16,2-1 2-16,3 0 0 15,1-5 6-15,0-7-2 16,2-5-2-16,5-1 1 16,0-2-1-16,1 2 0 0,-3 2-2 15,4 3 1-15,-1 3 0 16,-3 4 1-16,1 2-1 16,-1 4 0-16,-1 0-1 15,0 11 2-15,-5 2-2 16,0 5 2-16,-2 5-1 0,-3-3-1 15,0 4-11-15,0-2-8 16,-5-3-17-16,-3-4-26 16,-1-6-42-16</inkml:trace>
  <inkml:trace contextRef="#ctx0" brushRef="#br0" timeOffset="126790.42">16415 15482 221 0,'0'0'-11'0,"0"0"36"0,0 0 4 0,0 0-12 0,0 0-8 15,0 0-5-15,0 0-4 0,0 0 1 16,-9 37-1-16,8-9 2 15,1 3-2-15,0 1 0 16,0-1 0-16,3-3-2 16,1 2-9-16,-2-6-8 15,-2-3-12-15,0-3-18 16,0-6-19-16</inkml:trace>
  <inkml:trace contextRef="#ctx0" brushRef="#br0" timeOffset="127209.37">16324 15662 206 0,'0'0'-5'16,"0"0"5"-16,48-25 0 16,-28 16 1-16,3-1-1 0,-1 3 1 15,-3 1 0-15,1 5 0 16,-1 1 6-16,-4 0-3 15,-1 3-1-15,-1 10 1 16,-6 1-3-16,2 7 2 16,-6-1 1-16,-1 0-4 15,-2-4 1-15,0-4 1 0,0-2 0 16,0-3 2-16,4-4 0 16,0-2 0-16,-1-1 2 15,3 0 5-15,1-4 2 16,0-6-7-16,-2-2-2 15,1-2-3-15,-2-4 1 0,-4 0-1 16,0-1 0-16,0-1 1 16,-10 4 0-16,-1 2-2 15,-5 4 0-15,0 5 1 16,-6 5-16-16,3 4-9 16,0 9-6-16,3 1-6 0,5-2-16 15,5-5-49-15</inkml:trace>
  <inkml:trace contextRef="#ctx0" brushRef="#br0" timeOffset="127686.67">16883 15339 236 0,'0'0'17'0,"0"0"-6"0,0 0-9 0,0 0-3 16,0 0 2-16,1 38-1 15,-1-11 0-15,-3 2 1 16,1 4-1-16,-4-2 1 0,4-1-2 16,0-3 1-16,1-6 0 15,-1-2-3-15,2-5 1 16,-2-4-5-16,0-3-1 15,2-3-1-15,-2-4 6 16,2 0 6-16,0-4-2 0,0-7-3 16,2-2 2-16,5-4 2 15,3 2-1-15,4 0-1 16,-1 0 3-16,3 3-2 16,1 1-1-16,2 5 1 15,2 2 1-15,-2 2-2 16,1 2 1-16,-3 0-1 0,0 5 1 15,-5 6-1-15,-2 5 0 16,-8 0 0-16,-2 2 2 16,-2 0-2-16,-10 1-1 15,-5-1-7-15,-2-1-15 16,0-1-33-16,1-5 5 0,0-2-28 16</inkml:trace>
  <inkml:trace contextRef="#ctx0" brushRef="#br0" timeOffset="127963.08">17064 15607 170 0,'0'0'6'0,"0"0"23"15,53-29 1-15,-36 19-22 16,1-1-6-16,-2 1 0 16,-7 0-1-16,-1 0-1 15,-6 2 2-15,-1 1 0 0,-1-1 3 16,0 1 2-16,-2 2-6 15,-5 0 4-15,-2 4-6 16,-5 1 1-16,-1 0-1 16,-2 7 0-16,2 7-1 15,1 5 3-15,4-1 0 0,4 6-1 16,5-1 0-16,1 2-1 16,1 0-1-16,10-1-17 15,2-1-28-15,0-3-29 16,0-2 24-16</inkml:trace>
  <inkml:trace contextRef="#ctx0" brushRef="#br0" timeOffset="128348.11">16322 16084 232 0,'0'0'-24'0,"0"0"28"0,0 0-7 0,0 0 0 15,0 0 2-15,0 0 2 16,1 43 2-16,5-18-2 16,0 2 1-16,2 2-2 0,-4 3 1 15,1-2-1-15,-3 0 0 16,-2-2-54-16,0-4-23 15</inkml:trace>
  <inkml:trace contextRef="#ctx0" brushRef="#br0" timeOffset="128742.64">16169 16291 257 0,'0'0'-7'16,"0"0"7"-16,0 0-1 16,56-32 2-16,-32 27 0 15,1 1 0-15,-1 1-1 16,1 3 0-16,2 0 2 16,-1 2-1-16,-1 5 0 0,-5 3 0 15,0 0 0-15,-7 1-3 16,-3 2-14-16,-4-2-15 15,-3 0 7-15,-3-5 14 16,0 0 10-16,0-3 11 0,-2-3 18 16,-3 0 0-16,-1 0-8 15,0-6-5-15,2-1 0 16,2-4-5-16,1-4-1 16,1-2-7-16,0-5-4 15,9-1 4-15,6-4-7 0,3 2-7 16,1 3-16-16,2 4-16 15,-2 6-30-15,0 7 3 16</inkml:trace>
  <inkml:trace contextRef="#ctx0" brushRef="#br0" timeOffset="129377.82">16678 16222 193 0,'0'0'34'0,"0"0"-14"15,0 0-15-15,0 0-4 0,-38 1 0 16,22 5-1-16,-1-2-1 16,1 5 2-16,-2-1-1 15,3 3 0-15,2 1 1 16,5-1-1-16,1 2-2 16,4-3 2-16,3 1-2 15,0-2-4-15,0-2 0 0,8-4-9 16,1-2 0-16,6-1 5 15,1 0 12-15,2-7-1 16,-2-2-4-16,6-6 5 16,-3 2 0-16,-2-2-1 0,-1-2 1 15,-4 2 0-15,-2 1-2 16,-5 4 3-16,-1 0 11 16,-4 6 9-16,0 1-1 15,0 3-8-15,0 0-5 16,0 0-5-16,0 11-4 15,-5 1-2-15,1 3 2 0,-1 1-2 16,0 0-1-16,2-2-1 16,2-3 3-16,1 1 0 15,0-5 1-15,3-2-4 16,5-3-1-16,4-1 0 16,3-1 4-16,-1 0 1 0,1-8-1 15,0-2 2-15,0-2-1 16,1-2 0-16,-4 0 1 15,0-2-1-15,-3 0 2 16,-4 1-2-16,-1 2 0 16,-2 3 2-16,0 5 0 0,-2 2 5 15,0 3 1-15,-4 0-5 16,0 7-2-16,-1 3-1 16,1 3 0-16,2-2 2 15,1 2-2-15,1-3 0 16,0-2-2-16,4-2-3 0,4 0-6 15,0-5-9-15,2-1-22 16,-1 0-47-16</inkml:trace>
  <inkml:trace contextRef="#ctx0" brushRef="#br0" timeOffset="129509.05">16910 16119 265 0,'0'0'1'0,"0"0"26"0,0 0-17 15,-17-38-12-15,17 35-27 16,-4 2-59-16,2 0-93 16</inkml:trace>
  <inkml:trace contextRef="#ctx0" brushRef="#br0" timeOffset="130455.42">16910 16119 266 0,'38'45'0'0,"-35"-45"2"16,-2 0-1-16,0 0 1 15,0 0 2-15,-1 8-3 16,1 4 1-16,-1 3 1 0,1 3-2 16,-1-1-2-16,0-1 0 15,0-2-5-15,1-4-2 16,0-3 3-16,1-4-1 15,0-1 4-15,0-2-2 16,-2 0 4-16,2-3 1 0,0-5 0 16,2-3-1-16,3-3-1 15,-1-3 1-15,3 1 0 16,1-1-2-16,2 1 1 16,-3 4 2-16,2 1 0 15,1 4 2-15,2 4 3 0,-2 3-2 16,-1 0-2-16,2 0-1 15,-3 7 0-15,0 4 0 16,-1 1 0-16,-4 0-1 16,4 0 1-16,-6 0-1 15,1-4 0-15,2-3 0 0,-4-1 1 16,3-1-2-16,2-3 1 16,-1 0 0-16,3-1-1 15,-2-5 1-15,3-4-3 16,-2-1 2-16,-1 1 2 15,1-3 0-15,-5 2 1 0,2-2 5 16,-2 2 4-16,0 1 2 16,-3 1-3-16,0 4-3 15,0 0 0-15,0 3-5 16,-4 2 3-16,-1 0-5 16,-2 5 0-16,1 7-3 0,3 2 2 15,-2 1 2-15,3 2-2 16,2-1 0-16,0-2-3 15,5-1-9-15,4-3-13 16,5-3 1-16,3-5-4 16,3-2-12-16,3 0 8 15,0-5 15-15,3-6 17 0,-1-5 10 16,1 2 13-16,-1-2 14 16,-6 1 1-16,-2 1-10 15,-4 2-13-15,-4 4-1 16,-6 1-3-16,-3 2-1 15,0 2-1-15,-4 3-8 0,-6 0 2 16,-3 3-4-16,-2 7 0 16,2 3-1-16,-1 1 1 15,3 2 0-15,3-1-4 16,4 0-6-16,4-1-3 0,0-3-6 16,4-1-2-16,9-6 1 15,3-3 8-15,1-1 9 16,2-1 7-16,0-7 5 15,2-6 10-15,-1-3 1 16,-2-4 1-16,0-1 6 16,0 0-11-16,-5-6 1 0,-6 0-3 15,-1 1 1-15,-3 0-2 16,-2-1-2-16,-1-2-1 16,0 2-7-16,-6-1-11 15,-5 2-33-15,-11 1-75 16</inkml:trace>
  <inkml:trace contextRef="#ctx0" brushRef="#br0" timeOffset="130958.97">16951 16500 178 0,'14'0'-13'0,"6"-4"-2"0,3-4 7 16,5 0 4-16,5 0 4 0,0-1 6 16,3-2 29-16,2 4 9 15,2-2-10-15,3-1-14 16,0 2-13-16,3-1-6 16,-1 2-1-16,-2 0-21 0,-6 3-39 15,-4 0-43-15</inkml:trace>
  <inkml:trace contextRef="#ctx0" brushRef="#br0" timeOffset="131120.95">17094 16572 223 0,'0'0'2'15,"-39"15"-3"-15,36-14-1 16,3-1-30-16,19 0-37 0,10-4 72 15,10-8-4-15,10-6 4 16,8-6-2-16</inkml:trace>
  <inkml:trace contextRef="#ctx0" brushRef="#br0" timeOffset="132504.38">4086 12194 155 0,'-2'-9'-23'0,"-7"-1"33"0,4-4 10 0,-1 4-7 0,-1-1-1 16,-1-1-4-16,0 0-2 15,-3 1-1-15,-2 2-2 16,-1 0-2-16,-1 5 0 15,-3 1 0-15,0 3-4 0,2 0-8 16,-2 6-8-16,1 7 7 16,0 2 3-16,2 7 1 15,1 3 4-15,2 5 3 16,3 7 1-16,-1 7 0 0,6 7 0 16,2 8 1-16,2 3-2 15,0 9 1-15,0 6 1 16,2 5-1-16,4 5 0 15,4 9 0-15,-3 11 0 16,1 6 0-16,4 5 0 16,-5 3 0-16,1-2 0 0,1-4 0 15,0-8 0-15,0-5 1 16,-2-8 0-16,1-7 1 16,2-1 0-16,-2 1 1 15,1-2 1-15,1 0-2 16,1 0-2-16,4 2 0 0,1-5-1 15,2-4-4-15,4-9-31 16,1-12-83-16</inkml:trace>
  <inkml:trace contextRef="#ctx0" brushRef="#br0" timeOffset="134527.4">9083 17302 115 0,'0'0'6'0,"0"0"19"0,0 0 0 0,0 0 2 0,0 0-10 16,0 0 3-16,0 0 0 15,0 0-10-15,0 0-9 16,0 0-2-16,0 0 3 16,-15 56-2-16,18-15 2 15,5 7-1-15,3 2 0 16,3 6-1-16,-1-1 0 0,-2 2 1 15,-1-3-2-15,-4-3 2 16,-2-1-1-16,-2-3-1 16,-2-5-15-16,0-8-50 15,-4-8-17-15</inkml:trace>
  <inkml:trace contextRef="#ctx0" brushRef="#br0" timeOffset="134876.68">9135 17379 145 0,'0'0'-7'0,"0"0"7"0,44-38 4 15,-26 28 5-15,0 2 2 16,0 3-2-16,-3 5-7 15,1 0 1-15,-2 7 0 16,-1 8 0-16,-4 3 2 16,-2-1-6-16,-3 3 0 15,-4 0 0-15,0-2 1 0,-7-2 1 16,-5 0 5-16,-5-1 1 16,-2 1-3-16,-4 1-2 15,-1 0-1-15,1 0-1 16,1 1 0-16,0-2 0 15,4 1-4-15,4-4-23 0,3-5-28 16,6-7-40-16</inkml:trace>
  <inkml:trace contextRef="#ctx0" brushRef="#br0" timeOffset="135283.44">9465 17391 303 0,'0'0'4'16,"0"0"-3"-16,0 0-1 0,0 0 1 15,0 0 0-15,0 0-23 16,0 0-5-16,0 0 13 16,-15 40 11-16,10-23 3 15,4 1 3-15,1 0-3 16,0-2 2-16,8-2-1 0,1-2 1 15,1-3-3-15,2-3 0 16,1-6-5-16,1 0-6 16,-1 0 6-16,1-10 7 15,-1-5 0-15,1-4-1 16,-3-4 4-16,0-1 2 0,-2 0-3 16,-2 0-2-16,-7 1 1 15,0 2-1-15,0 3 1 16,-9 3-1-16,-5 5 1 15,-1 3-2-15,-1 7 0 16,-1 0 2-16,-3 15-6 0,3 6 6 16,4 7-7-16,0 2-14 15,1 0-34-15,6-4-19 16</inkml:trace>
  <inkml:trace contextRef="#ctx0" brushRef="#br0" timeOffset="135674.29">9716 17381 259 0,'0'0'-1'0,"0"0"0"0,0 0 2 0,24-40 0 0,-22 34-1 0,-2 6 0 15,0 0 5-15,0 7-8 16,0 9 4-16,0 5-2 15,-4 2 1-15,0 4 3 0,2-1-3 16,1-4 1-16,1 0-1 16,0-7 0-16,5-2 1 15,1-5 2-15,6-6-4 16,-3-2-2-16,0 0-3 16,4-9 15-16,-4-3 1 15,0-5-5-15,0-2 1 0,-5-2 2 16,1-3 1-16,-5 1-5 15,0-1 1-15,0 1-2 16,-2 3 0-16,-5 6-1 16,-5 5 0-16,2 5-3 15,-1 4-11-15,-1 9-8 0,1 7-20 16,5 2-26-16,0-4-4 16</inkml:trace>
  <inkml:trace contextRef="#ctx0" brushRef="#br0" timeOffset="136256.62">9948 16972 237 0,'0'0'-19'0,"5"-42"20"16,-1 24 1-16,3 2-1 15,-2 6 1-15,1-1-2 16,-2 8 1-16,1 3-2 16,-1 2 2-16,1 14-3 15,0 3-2-15,-1 12 14 0,-1-1-8 16,3 8-1-16,0 2 1 16,2 0-4-16,-1 3 5 15,3-2-3-15,-3 0 1 16,4 0-1-16,-4-4-5 0,1-1 9 15,2-5 1-15,-3-3-2 16,1-2-2-16,1-7 3 16,-1-3-2-16,2-3-3 15,-3-6 3-15,2-1 1 16,0-5-4-16,0-1 2 0,-1 0 0 16,4-8 0-16,-5-8 7 15,2-1-2-15,2-7-2 16,-6-2-1-16,3-2-2 15,-4 2 0-15,1-1 0 16,-1 6 0-16,-1 3-1 16,-1 7 2-16,-2 4-1 0,1 4 3 15,0 3-1-15,1 1-3 16,1 14-1-16,1 5-5 16,1 3 13-16,1 1-4 15,2 0-2-15,0-1 1 16,1-5-2-16,-1-5 0 0,4-4-3 15,1-5-1-15,-4-4-20 16,1 0-34-16,-2-13-108 16</inkml:trace>
  <inkml:trace contextRef="#ctx0" brushRef="#br0" timeOffset="136409.76">10288 17141 337 0,'0'0'-22'0,"0"0"28"0,0 0-4 0,0 0-5 0,0 0-68 16,0 0-24-16,0 0-55 15</inkml:trace>
  <inkml:trace contextRef="#ctx0" brushRef="#br0" timeOffset="136917.62">10454 17377 210 0,'0'0'3'16,"0"0"2"-16,0 0-2 16,0 0-2-16,0 0 0 15,0 0 4-15,-29-45 5 16,23 37 3-16,4 1 2 15,2-2-7-15,0 6-1 0,0 2-5 16,10 1-1-16,-1 0-1 16,3 9 0-16,3 5 1 15,-2 1-2-15,0 4-3 16,-2-1-4-16,-2 1 5 16,-1-1 4-16,-4-3 0 15,0-1-2-15,-4 1 1 0,0-3-1 16,0-2 1-16,0-2 0 15,0-4-4-15,0-1-16 16,-2-3 15-16,0-6 2 16,2-10-3-16,0-3 1 0,0-7 6 15,2-3 4-15,5 2 1 16,3-2-2-16,2 8-1 16,-1 1 0-16,3 7 2 15,-1 6-2-15,-2 4-2 16,3 3 0-16,1 7 3 0,-4 10-2 15,0 5-1-15,-2 2 3 16,0 4-5-16,0-2 0 16,0-1-14-16,-2-2-15 15,4-6-27-15,0-7-6 16</inkml:trace>
  <inkml:trace contextRef="#ctx0" brushRef="#br0" timeOffset="137394.01">10829 17332 218 0,'0'0'4'0,"0"-41"9"0,-4 24-1 0,-5 7-5 0,2 5-6 15,-4 5-2-15,-3 1-3 16,-1 13-8-16,1 5 6 16,3 5 9-16,1 0-6 15,4 2 6-15,4-1-3 16,2-1-6-16,0-4 8 0,8-4-18 15,2-5-10-15,1-5 2 16,3-6 16-16,-1 0 4 16,-2-2 5-16,0-9 12 15,-2-2 8-15,-2 1 2 16,2 0-3-16,-8-1-3 0,1 2-3 16,0 2-2-16,-2 4-3 15,0-1-3-15,0 6 0 16,2 0-3-16,0 4-3 15,0 9-3-15,0 6 0 16,2 3 10-16,4 5-7 0,-4 3-1 16,3 0 0-16,-3 3 1 15,0-2-4-15,-1 0-3 16,-1-2 1-16,-2-3-6 16,0-3 20-16,-4-3-7 15,-5-3-3-15,-5-6-1 0,-5-2 8 16,-2-6-4-16,-4-3 0 15,2 0-3-15,-1-10-20 16,4-9-1-16,3-5-26 16,5-6-106-16</inkml:trace>
  <inkml:trace contextRef="#ctx0" brushRef="#br0" timeOffset="137765">11396 16800 78 0,'0'0'200'0,"0"0"-200"0,0 0 0 16,0 0-3-16,0 0-8 16,-19 37 2-16,13-9 9 15,3 8 0-15,0 4 0 0,1 2-7 16,2 2 14-16,-2-3-6 16,2 2 1-16,0-5-1 15,0 0 1-15,0-1-2 16,0-3 0-16,0-2 1 15,4-4-1-15,2-1 2 0,4-3-2 16,1-3 0-16,2-8-42 16,1-4-57-16</inkml:trace>
  <inkml:trace contextRef="#ctx0" brushRef="#br0" timeOffset="138200.34">11651 17168 330 0,'0'0'-18'0,"0"0"19"16,0 0-1-16,0 0-11 0,0 0-41 15,-40-6 2-15,27 20 32 16,-1 3 13-16,3 6 8 16,-1 1 8-16,4 3 2 15,1 0-1-15,5 1-5 16,2-3-6-16,0-3 1 0,5-3 0 15,7-6 1-15,0-5-7 16,1-5 0-16,1-3 3 16,0 0 1-16,2-9-3 15,-2-4 1-15,1-5 6 16,-2-3-1-16,-2-2 2 0,0-4 0 16,-4 0-1-16,-1 4-1 15,-3 2-2-15,-1 4 0 16,1 6 0-16,-3 5 2 15,0 5 5-15,0 1-2 16,0 5-16-16,0 8 14 0,2 4-2 16,2 2-1-16,0-1-1 15,3 0 0-15,1-4 1 16,4-1-1-16,-1-2-1 16,0-3-4-16,3-2-22 15,-1-5-47-15,1-1-41 0</inkml:trace>
  <inkml:trace contextRef="#ctx0" brushRef="#br0" timeOffset="138646.82">11871 17208 174 0,'0'0'25'0,"0"0"31"0,0 0-33 0,0 0-22 0,0 0-15 0,0 0-9 15,0 0 25-15,0 0-2 16,2 35 1-16,3-20 2 15,3-4-2-15,3-3-1 0,-1-4-1 16,0-2 0-16,1-2-3 16,1 0 2-16,1-10 0 15,-3-2 4-15,-1-3-2 16,-1-1 0-16,-2-1 2 16,-1 1 5-16,0 0 4 0,-5 3-3 15,2 3-1-15,-2 1-3 16,0 6 5-16,0 2-1 15,0 1-1-15,0 4-9 16,0 8 1-16,0 6 3 16,3 5-1-16,1 4 0 0,2 2-2 15,-1 4-1-15,2 1-5 16,-5 2 1-16,0-1 0 16,-2-1 0-16,0-1 6 15,-11-4-3-15,-1-2 0 16,-3-5 6-16,-2-2-2 0,0-4 2 15,-3-5-2-15,2-5 1 16,1-5-2-16,-2-1 0 16,7-5-28-16,-2-13-74 15</inkml:trace>
  <inkml:trace contextRef="#ctx0" brushRef="#br0" timeOffset="139398.57">12132 17202 126 0,'0'0'23'0,"0"0"-22"0,0 0 0 0,0 0 0 16,45 30 0-16,-40-25-7 15,3-1-7-15,-4-2 8 16,1-2 4-16,-1 0 1 0,-1 0 10 15,4-7 18-15,-5-6-3 16,0-1-13-16,0-2-9 16,-2 1-1-16,0-1-1 15,0 0 0-15,0 5 0 16,-4 1 0-16,-1 1 1 16,0 5-2-16,-1 1 10 0,2 3-6 15,1 0-3-15,-1 3-4 16,0 10-2-16,0 3-5 15,1 2-30-15,3 4 45 16,-3-1-5-16,3 0 1 0,0-3-1 16,0-3 0-16,5-1 1 15,0-1 1-15,3-2-2 16,3-1 0-16,-1-1 0 16,1-2-1-16,2 0 2 15,2-3-5-15,-1 0 4 0,-1-4 3 16,-1 0 0-16,0 0 1 15,0 0 6-15,-3-6 8 16,-2-3-1-16,0-1-10 16,-3-2-2-16,-1-1-1 15,-1-2 0-15,-1-1-2 0,0-1 0 16,-1 0 1-16,2-1-2 16,0 2 2-16,0 2 1 15,2 1 0-15,4 3-2 16,-1 3-2-16,3 3 0 15,0 2 2-15,3 2-2 16,-4 0 0-16,3 6-2 0,0 4 5 16,1 4-1-16,-1 1-1 15,-1 0 0-15,3-1 0 16,-5 0-1-16,1-4 1 16,0-3-1-16,-1-2 0 15,0-4 0-15,2-1 0 0,-2 0 3 16,0-7 6-16,3-6 3 15,-2-2-1-15,-1-4-7 16,0-1-2-16,0-4-2 16,-5 0-1-16,-3 1-18 0,-1-1-52 15</inkml:trace>
  <inkml:trace contextRef="#ctx0" brushRef="#br0" timeOffset="140301.35">9619 17891 22 0,'3'-3'7'0,"2"1"18"0,-1-1 6 16,1-1-12-16,3 3-3 15,2-1-6-15,-1-1-4 0,5 2-4 16,5-2-1-16,2 2 0 15,6-1-1-15,4 1 1 16,6-2-1-16,3 2 0 16,6-2 0-16,2-1 0 15,4-1 0-15,-3-2 0 0,4 1 0 16,1-1 1-16,0 2 6 16,1-2-1-16,3 3 0 15,5-1 0-15,1 5-1 16,7-3-3-16,2 3 1 15,0-1 2-15,4 1 1 16,-3 0 10-16,4 0-3 0,-1 0-3 16,3-2-3-16,4-2-1 15,6 3-1-15,6-3-2 16,0 2-2-16,0-2 0 16,2 3 0-16,-4 0 0 15,0 0-1-15,-2 1 1 0,2 0 0 16,1 0 0-16,-7 4 1 15,1 3-2-15,-6 2 1 16,-7-2 2-16,-2 4-3 16,-12-4 0-16,-1 0 1 0,-6-1-2 15,-6-4-9-15,-6-2-15 16,-5-1-40-16,-8-13-67 16</inkml:trace>
  <inkml:trace contextRef="#ctx0" brushRef="#br0" timeOffset="140820.21">13118 17423 242 0,'0'0'-31'0,"0"0"24"0,0 0-5 0,0 0-50 16,0 0 21-16,0 0 31 15,0 0 13-15,0 0 14 16,0 0 11-16,0 0 2 0,0 0-11 15,-7-31-12-15,7 31-7 16,2 0 4-16,5 0-3 16,3 0 0-16,4 0 0 15,5 0 0-15,0 0 8 16,6 0 1-16,4 0 1 0,4 0-6 16,4 0 4-16,5 0 3 15,1 0-4-15,3 0-1 16,1 0-5-16,2-1 0 15,-1-4-1-15,3 0 0 16,-2-2 0-16,0-1 0 0,-2 0 0 16,-3-1 0-16,-3 3 1 15,-4 0-1-15,-2 1-1 16,-4 1 1-16,-7 1-2 16,-4 0-23-16,-3-1-37 15,-7 0-37-15</inkml:trace>
  <inkml:trace contextRef="#ctx0" brushRef="#br0" timeOffset="141099.43">13903 17233 199 0,'0'0'-16'0,"0"0"17"0,40-11 5 0,-21 6 2 16,0 1-3-16,1 3 3 0,-1 1 12 16,-2 0-8-16,-2 8-1 15,1 4-6-15,-4 3 0 16,-1 5-5-16,-3 4 1 16,-8 5 1-16,0 6-3 0,-9 5-6 15,-9 5-14-15,-7 6-8 16,-10 5 6-16,-6 5-35 15</inkml:trace>
  <inkml:trace contextRef="#ctx0" brushRef="#br0" timeOffset="142050.85">13920 17172 91 0,'0'0'21'0,"0"0"2"0,0 0-9 0,0 0-6 0,0 0-4 16,0 0-2-16,0 0 6 15,0 0 1-15,0 0-4 16,0 0-2-16,0 0-2 15,37 33 0-15,-27-25-1 16,1 4 0-16,0 0 2 0,3 0-2 16,3-1 0-16,0-1-1 15,3-2 0-15,-1 0 3 16,-2-3-2-16,-2 2 3 16,-2-3-2-16,-2 2-2 15,-6-1 2-15,-1 0-1 0,-4 1 2 16,0 2 0-16,0 2 6 15,-7 6-2-15,-5 0-3 16,-4 4-1-16,0 5 0 16,-6 2-2-16,1 4 0 0,-4 6-2 15,3 3-5-15,0 1-44 16,-1 2-32-16</inkml:trace>
  <inkml:trace contextRef="#ctx0" brushRef="#br0" timeOffset="142755.07">13967 17195 73 0,'0'0'29'0,"0"0"-22"0,0 0-1 0,0 0 2 16,0 0-6-16,0 0-1 0,0 0 5 16,0 0 10-16,0 0 3 15,0 0 5-15,0 0-4 16,0 0-10-16,-25-7-8 16,25 12-3-16,1 4 2 15,5 2 0-15,1 5-1 0,5 0 0 16,0 2 0-16,3-1 0 15,0 1 0-15,5 1 0 16,-3-2 0-16,2-2 1 16,-2 1 0-16,1-3-2 15,-3-3-1-15,-3 0 1 0,-5-2 2 16,-1-1-2-16,-4 0 1 16,-2-1-1-16,0 4 2 15,-9 2 0-15,-4 3 0 16,-5 8-1-16,-3 2-1 15,-2 5 1-15,-2 6-1 16,-2 2-17-16,0 0-28 0,2-3-37 16</inkml:trace>
  <inkml:trace contextRef="#ctx0" brushRef="#br0" timeOffset="143321.75">13936 17162 137 0,'0'0'-1'0,"0"0"6"0,0 0-2 0,0 0-2 0,0 0-1 16,0 0 1-16,0 0-2 16,0 0 2-16,0 0 6 0,0 0 5 15,0 0-4-15,24 40-2 16,-13-26-5-16,2-1 1 16,3 0-1-16,2-1-1 15,0 1 0-15,-2-6 0 0,0 2 0 16,1-4 0-16,-3-2 1 15,-1-1 3-15,-3-1 10 16,-2 0-1-16,-3 1-4 16,1-1-4-16,-6 2 0 15,0 4-1-15,-2 9 5 16,-9 5-4-16,-9 12-5 0,-6 9 0 16,-4 11-13-16,-6 5-42 15,-7 6-52-15</inkml:trace>
  <inkml:trace contextRef="#ctx0" brushRef="#br0" timeOffset="143937.28">13310 17415 8 0,'0'0'101'0,"0"0"-94"0,0 0 11 0,0 0-14 16,0 0-5-16,0 0 2 16,0 0 1-16,0 0 5 15,45-2 6-15,-24 0 1 16,4 0 0-16,5 2 1 15,5 0-6-15,6 0-6 0,3 0-1 16,5 0-1-16,3 0 0 16,2 0 1-16,0-1-2 15,-1-4-4-15,-2 0-17 16,-6-2-20-16,-3 1-4 16,-6-4-34-16</inkml:trace>
  <inkml:trace contextRef="#ctx0" brushRef="#br0" timeOffset="144390.1">13920 17176 145 0,'0'0'-1'0,"0"0"19"0,0 0-4 16,0 0-10-16,0 0-7 15,0 0 3-15,0 0 1 16,0 0-1-16,0 0 1 15,31 14 2-15,-20-6 0 16,3 0-2-16,-1 3-1 0,3 1 5 16,-1-1 2-16,-1 1-6 15,1 2 0-15,-1-2 0 16,-5 1 0-16,0 0 0 16,-2 1 1-16,-4 3 1 15,-3 2 2-15,0 6 1 0,-14 5 6 16,-4 8-5-16,-11 8-4 15,-7 9-2-15,-5 11 0 16,-7 3-2-16,-6 9-18 16,-9-1-70-16</inkml:trace>
  <inkml:trace contextRef="#ctx0" brushRef="#br0" timeOffset="147071.18">14926 17338 75 0,'2'-3'17'0,"0"-2"-21"0,-1-1-2 0,2 0-19 0,0 1 14 15,-1 0 13-15,-2 1 21 16,0 1 20-16,0 2 8 0,0 0-16 16,0 0-9-16,0 1-12 15,0 0-6-15,0 0-4 16,0 7-4-16,0 8-1 15,0 3 1-15,0 6 1 16,0 5-1-16,0 3 1 16,0 5-1-16,0 2 0 0,0 2 1 15,0-2-2-15,-2 0 1 16,1-5-5-16,0-6-16 16,-1-5-22-16,1-13-11 15,0-6-13-15</inkml:trace>
  <inkml:trace contextRef="#ctx0" brushRef="#br0" timeOffset="147572.72">14990 17251 166 0,'0'0'22'0,"0"0"-18"15,0 0 0-15,0 0 1 16,16 39-1-16,-9-21 2 16,2 2-2-16,0 0-1 15,3 1 1-15,-1 1-2 0,2 0-1 16,1 1 0-16,-2 0-1 15,2-2 1-15,-1 3-1 16,-2-4 0-16,0-3 1 16,-1 0-1-16,0-7 1 15,0-1-1-15,-3-4 0 0,-1-1 2 16,-2-4-2-16,-2 0 0 16,-2 0 9-16,0-2 19 15,0-9-16-15,0-1-4 16,0-6-2-16,-2-1-1 15,-2-4 0-15,2-1-2 16,0-3 1-16,2-1-3 0,0-2-1 16,0 3 0-16,0 0 0 15,0 3-1-15,1 1-6 16,6 6-9-16,2 4-14 16,0 6-27-16,0 2-30 15</inkml:trace>
  <inkml:trace contextRef="#ctx0" brushRef="#br0" timeOffset="148037.63">15332 17365 136 0,'0'0'54'0,"0"0"-4"0,0 0-20 0,0 0-17 16,0 0-8-16,0 0-5 16,0 0 1-16,0 0-7 0,0 0 5 15,-11 54 1-15,7-31 0 16,2 0 0-16,1-1 1 15,1 0 0-15,0-4-1 16,0-2-1-16,3-3 1 16,6-5-4-16,-4-4-3 0,1 0 0 15,0-4 4-15,2 0 2 16,-3-5 2-16,-1-4 2 16,2-4 7-16,-2-2 0 15,-1-4 0-15,-1-2-4 16,-2-3-4-16,0-2-1 0,0 4 0 15,-3-1 0-15,-3 2 0 16,-2 5-1-16,1 3-1 16,-3 5-12-16,2 6-19 15,1 2-64-15,-2 0-69 16</inkml:trace>
  <inkml:trace contextRef="#ctx0" brushRef="#br0" timeOffset="148280.12">15476 17136 259 0,'0'0'0'0,"0"0"2"0,0 43-5 16,0-27-31-16,0-1-53 15,0-3-5-15</inkml:trace>
  <inkml:trace contextRef="#ctx0" brushRef="#br0" timeOffset="148416.93">15572 17091 235 0,'0'0'6'16,"0"0"-9"-16,0 0 2 15,0 42-2-15,0-19-32 16,-4 1-49-16</inkml:trace>
  <inkml:trace contextRef="#ctx0" brushRef="#br0" timeOffset="148773.32">15158 17020 160 0,'0'0'-20'0,"0"0"8"16,0 0-2-16,0 0-31 0</inkml:trace>
  <inkml:trace contextRef="#ctx0" brushRef="#br0" timeOffset="149308.91">15160 16969 74 0,'-5'-6'50'16,"-1"3"-6"-16,0-1-14 15,-1 0-17-15,-2 1-10 16,2-1-2-16,-6 2-1 0,-1 1-5 15,-3 0-2-15,-4 1 6 16,-1 0 1-16,-3 0 1 16,1 4 2-16,-5 5 3 15,-2 3 0-15,-4 2-5 16,-1 3 1-16,1 3 0 0,-2 3 4 16,3 2 20-16,-1 5-20 15,5 4-5-15,1 7 1 16,5 6-2-16,6 3 0 15,0 6 0-15,9 0 0 16,5 1 0-16,1-3 1 0,3-4 0 16,5-4 0-16,8-3 7 15,5-2-3-15,1 0 0 16,7-3 0-16,3-3-2 16,6 0-1-16,3-3 0 15,5-4-2-15,-1-4 0 0,4-1 1 16,-1-7-1-16,4-4-5 15,1-6 6-15,-2-6-2 16,3 0 3-16,0-13-4 16,-1-7 3-16,-2-4 0 15,-2-7-1-15,-1-9 2 0,-3-5-2 16,-2-6 0-16,-3-9 0 16,-4-7 8-16,-1-5 0 15,-5-5-2-15,-9 0-3 16,-7-1-1-16,-11 5 0 15,0 2 4-15,-22 5 0 16,-8 4 1-16,-8 2-2 0,-5 7-1 16,-9 5 1-16,-4 6-4 15,-7 6 0-15,-6 12-6 16,-7 8-15-16,-8 6-12 16,-7 3-55-16</inkml:trace>
  <inkml:trace contextRef="#ctx0" brushRef="#br0" timeOffset="155462.66">13059 11121 200 0,'0'0'-4'0,"0"0"9"0,0 0-2 0,0 0 6 0,0 0-7 16,0 0 0-16,0 0-2 15,0 0-2-15,0 0-1 16,0 0 2-16,-4-18 0 0,8 18 0 16,-3 4 0-16,0 3-3 15,-1 2 2-15,0 5 2 16,0 3 0-16,0 5 1 16,0 6 1-16,0 7-1 15,-1 5-1-15,-2 6-1 16,-1 5 2-16,-2 6-1 0,3 2 0 15,-6 5 0-15,6 2 2 16,1 2-1-16,-2 1-1 16,0 0 1-16,4 3 0 15,-2 0 0-15,1 4 0 0,0 3 0 16,1 3-1-16,0 3 1 16,0 3-1-16,0-1 1 15,3 4-1-15,2 0 1 16,-1 0 0-16,-1-4 5 15,0 1 5-15,3 0-2 16,-3-3 1-16,-1-7-2 0,1-1-1 16,2-4-2-16,-3-4-3 15,0-4-1-15,-2 1-1 16,0-4 0-16,0 3-1 16,-2-2 0-16,-6-3-4 15,1-5-17-15,-4-8-39 0,6-16-76 16</inkml:trace>
  <inkml:trace contextRef="#ctx0" brushRef="#br0" timeOffset="157304.07">13527 11142 12 0,'41'-3'19'0,"7"0"-2"0,4-3-1 0,8 2-3 15,3-1-3-15,6-1-6 16,7 1-1-16,2-2-1 16,3 0 1-16,8-3 1 15,3 0 7-15,6-4 1 16,2 1 1-16,8 0 2 15,1-2 3-15,3 2-3 0,0 2-4 16,4 1-10-16,0 1 1 16,-1 2-2-16,3 3 1 15,-2 1-1-15,0-1-1 16,0 1 1-16,-5 0 1 16,0-1-1-16,-2-2 0 0,-2 3 0 15,-8-3 1-15,-4 1 0 16,-6-1 0-16,-3 3 2 15,-7-1-2-15,-4 1 0 16,-5 0 1-16,-1-1-1 0,-8 3 0 16,-2-2-1-16,-3 0 0 15,-4 2 1-15,-2-1-1 16,-2-1 0-16,-3 0 0 16,-2-1 0-16,-3 0-1 15,-3 1 2-15,-5-1 0 0,-6 4-1 16,-6-1-1-16,-3 1 1 15,-7 0 0-15,-1 0 2 16,-4 0-2-16,2 0 2 16,-3 0 1-16,3 4-1 15,-2 0-3-15,1 4 2 16,3-2-2-16,0 0 1 0,-1 1 1 16,2 0-1-16,4 2 0 15,-2-1 1-15,2 1 0 16,-3-1-1-16,0 2 0 15,1-1 0-15,-5 2-3 16,0 0 3-16,3-1 1 0,1 3 0 16,0 1-1-16,3 1 1 15,-1 1 0-15,3 3-2 16,-3 1 1-16,1 4 1 16,-3 0-4-16,-4 5 3 15,1 3 0-15,-3 4 2 16,-1 3-2-16,1 3 3 0,-3 0 0 15,1 5-1-15,1 1-1 16,0 2 0-16,-4 5 0 16,2 1-1-16,-2 3 1 15,0 0 2-15,0-1 1 0,-2 2 1 16,-3 0-1-16,2 3 0 16,0-2 0-16,1 3 1 15,-2 3 3-15,0 0-3 16,1 2-2-16,-2 1-1 15,-1 0-1-15,1 2 1 0,-2 0-2 16,1 5 0-16,-6-2 0 16,-1 2-2-16,-2 1 2 15,1 0 0-15,-2-2-1 16,3-4 2-16,2-5-1 16,-2-3 2-16,4-3-2 15,0-3 0-15,0-1 0 0,2-2 0 16,-1-2 1-16,3-1-1 15,-5-3 0-15,2-1 0 16,1-1-1-16,-4-2 2 16,2 2-1-16,2-2 0 15,1-2 1-15,1-3-1 0,4-3 0 16,-1-5 1-16,2-2 0 16,0-7 0-16,0 0 1 15,3-2 0-15,0-4 0 16,-2 0 0-16,-1-3-2 15,0 0-2-15,-5-2 1 0,-7-1-2 16,-6 1 2-16,-6-4 0 16,-6 3 5-16,-8-3 2 15,-7 1-3-15,-8-1 0 16,-8 0-2-16,-9 5 0 16,-7-4 1-16,-14 3-4 0,-8 1-6 15,-8 1-6-15,-8-1 13 16,-7 0 1-16,-4-3 1 15,-6 1 1-15,-1-3 4 16,-2 1 0-16,-5 1 1 16,-5 0 1-16,1-3-1 0,-6 0 7 15,2 0-11-15,-5-1 1 16,5-3-1-16,0 1 0 16,5 0-2-16,5-1 1 15,1-3-1-15,8 4 0 0,4-2 2 16,6 1-3-16,2 1-1 15,5 2 2-15,11-1-1 16,2 2 0-16,10 0 0 16,11 2 0-16,9-1 0 15,8 1-6-15,12 1 2 16,11-6-34-16,13-4-99 0</inkml:trace>
  <inkml:trace contextRef="#ctx0" brushRef="#br0" timeOffset="158288.82">18541 14252 94 0,'-3'-4'6'0,"0"2"42"0,2 1 0 16,1 1-20-16,-1 0-13 0,1 3-16 15,0 11 4-15,3 4-3 16,7 4 1-16,5 5 0 15,4 4 0-15,5 0-1 16,2 3 0-16,3-3 0 16,3-1-2-16,3-3 0 0,4-7 1 15,4-2 0-15,5-5-1 16,7-7 1-16,7-3 2 16,3-3-2-16,7-4 1 15,0-8 1-15,2-5 2 16,1-2-3-16,-2-1 4 0,2-2 5 15,-6 2 0-15,-4-1 1 16,-3 1 0-16,-5-1 2 16,-4 2-8-16,-10 2-2 15,-4 2 1-15,-8 0 0 16,-5 2 4-16,-2 1 3 16,-8 2-2-16,-2 1-6 0,-4 4 0 15,-4 0-1-15,-2 3 0 16,0 0-1-16,-2 1 1 15,-2 0-1-15,2 1 1 16,-2 0-3-16,0 0-1 16,0 0 0-16,0 0-14 0,0 1-7 15,-4 3-30-15,-3-4-53 16</inkml:trace>
  <inkml:trace contextRef="#ctx0" brushRef="#br0" timeOffset="158718.39">19957 14134 67 0,'0'0'47'0,"0"0"-41"0,0 0 13 0,0 0-11 16,0 0-6-16,0 0-2 15,0 0 2-15,0 0 4 16,0 0 7-16,0 0 0 16,28 0 0-16,-11 2-4 15,0-1 0-15,3 2-5 0,1-2 0 16,3 3-3-16,-3 2 0 15,3-2 0-15,-5 5 0 16,2-1-1-16,-4 4 1 16,-2-1 0-16,-3 3 2 15,-2 3 0-15,-4 2 2 16,-5 2-2-16,-1 3 0 0,-7 6 2 16,-11 4-5-16,-7 7 0 15,-13 3-33-15,-10 3-72 16</inkml:trace>
  <inkml:trace contextRef="#ctx0" brushRef="#br0" timeOffset="163377.44">15948 17364 1 0,'-1'1'13'0,"1"-1"-12"0,-2 0 11 15,0 0 18-15,-2 0-17 16,1 0-13-16,0 0-35 0,1 0 24 15,-2-3 39-15,0 2-2 16,2-2-23-16,1-3-22 16</inkml:trace>
  <inkml:trace contextRef="#ctx0" brushRef="#br0" timeOffset="168429.38">22210 12976 6 0,'3'0'11'0,"-2"0"0"0,2 0 0 15,-1 0 3-15,-2 0 5 16,0 0-4-16,0 0-10 0,2 0-2 16,-2 0-2-16,1 0 2 15,0 0-3-15,0 0 2 16,-1 0 7-16,1 0 6 16,0 0 0-16,-1 0-7 15,0 0-1-15,1 0-4 16,1 0-3-16,-1 0 0 0,1 0 0 15,0 0-3-15,-2 0 3 16,0 3 0-16,0-2 2 16,0 3-1-16,1 0-1 15,0-1 1-15,0 1 0 16,-1 1 1-16,2-1-1 0,-2 0 1 16,2 0-2-16,0-1 0 15,0 0 0-15,2-2 2 16,0-1 2-16,0 0 17 15,1 0 4-15,3-1-3 16,2-8-5-16,1 0-5 0,2-2-2 16,7-6-5-16,3 0-2 15,4-6-1-15,10-11-4 16,3-14-45-16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5:47:56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9135 5928 2 0,'0'0'39'0,"0"0"-9"15,0 0-9-15,0-2-6 0,0 0-6 16,0 0-5-16,0 2-1 15,0-1-1-15,0 0 0 16,0 1 0-16,0 0 1 0,0 0 0 16,0 0 2-16,0 0-1 15,0 0-3-15,0 0-1 16,0 0-1-16,0 0 1 16,0 0 0-16,2 0 1 15,0 0-1-15,0 0 0 0,1 0 0 16,-1 0 0-16,0 0 0 15,-2 0 0-15,2 0 0 16,0 0 0-16,-1 0 1 16,2 0-1-16,3 0 0 15,-4 0 0-15,3 0 0 0,1 2 0 16,-2-2 0-16,3 3 0 16,0-2 1-16,0 1-2 15,-1-1 1-15,1 2 1 16,-1 0-1-16,-1-2-1 0,0 2 2 15,-1-1-1-15,-1 0 0 16,1 0 0-16,-2-1-1 16,0-1 2-16,2 3-1 15,-4-3 0-15,2 0 1 16,4 0-1-16,-4 1 0 16,2 1 0-16,-3-2 1 0,5 0 0 15,0 0 0-15,2 0 0 16,-1 0 0-16,3-4 0 15,4-2 2-15,-3-1-1 16,4-3 0-16,3 0-2 16,0-3 4-16,2 0-3 0,3-3 4 15,0 0 2-15,3-3 0 16,1-1-2-16,1-1 0 16,4-3 4-16,1 0-4 15,0-2-2-15,-2 2 0 16,0 0-1-16,-3 3-1 0,-1-1 2 15,-2 5-2-15,-2 0 0 16,-1 3 0-16,-3 1 0 16,0 5 1-16,-4-1-2 15,1 3 1-15,-3 1-1 16,-1 2 0-16,-2 2 0 0,0 1 0 16,-1 0-4-16,-4 0-17 15,-5 1-44-15,0 0-57 16</inkml:trace>
  <inkml:trace contextRef="#ctx0" brushRef="#br0" timeOffset="1314.76">9173 5920 10 0,'0'0'17'0,"0"-4"5"0,0 3 2 16,0-2-8-16,0 2-5 16,0 1-5-16,0-2-3 0,0 2-3 15,0 0 1-15,0 0-1 16,0 0 0-16,0 0 0 16,0 0-1-16,0 0 0 15,0 0 2-15,0 0-1 16,0 0 1-16,0 0-1 0,0 0 0 15,4 0 1-15,-1 0-1 16,0 3 0-16,2 0 0 16,1 0 1-16,-2-1-1 15,2 0-1-15,-3 2 2 16,3-1-1-16,0 0 0 0,-2-3 1 16,2 4-1-16,0-2 0 15,-1-1 1-15,-1 2-2 16,0-2 2-16,4 1-1 15,-4-1 0-15,3-1 0 16,1 2 1-16,-3-2-1 0,4 0 2 16,-4 0-2-16,1 0 2 15,0-2 0-15,2-2 2 16,-1-2 1-16,1 1-1 16,3-4-1-16,-2 3-1 15,3-3-1-15,2-1 1 16,1-2-3-16,3-1 5 0,1-1-3 15,2-2 1-15,2-2-3 16,1-2 3-16,4-2 2 16,1-3 2-16,3 0 0 15,1-2-1-15,-1-2 0 16,4 2-2-16,-4 0 1 0,1 3-2 16,-4-1 0-16,-2 2 0 15,-4 4 2-15,1 1 3 16,-2 0 3-16,-2 2-2 15,0 3-1-15,-2 1-4 16,-3 0 1-16,-1 5-3 0,-5 0 1 16,-3 3-2-16,1 1 1 15,-5 0 0-15,3 2-1 16,-4 1 0-16,1-1 1 16,2 1-3-16,-4 0 1 15,2 0-1-15,0 0 1 0,-2 0 1 16,2 0 3-16,0 0-5 15,-1 2 1-15,3 1-5 16,-2 1-17-16,0 0-16 16,0 3 0-16,-2-2-1 15,0 1-41-15</inkml:trace>
  <inkml:trace contextRef="#ctx0" brushRef="#br0" timeOffset="2339.98">9150 5922 1 0,'-2'0'41'0,"2"0"-29"0,0 0 0 0,0 0-1 0,0 0-6 15,-2 0-2-15,2 0-1 16,0 0 2-16,0 0 0 16,0 0-2-16,0 0-2 15,0 0 0-15,0 0 0 16,0 0 0-16,0 0 0 0,0 0 0 15,0 3 0-15,0 0 0 16,0 1 0-16,4 0 0 16,-2 2 0-16,-1-2 2 15,1 2-2-15,3-2 0 16,-3 2 0-16,0-2 0 16,1 0 0-16,0-1 0 0,0 2 0 15,1-3 0-15,-1 1 0 16,3 0 0-16,-1 0 1 15,0-2-1-15,3 1 0 16,-3-1 1-16,3-1 0 0,4 0 3 16,-1 0 2-16,-1-4 4 15,4-2-4-15,0-4 0 16,4 2-5-16,-3-4 3 16,5 1-2-16,-1-5-1 15,3 1 1-15,2-2 0 0,3-2-2 16,2-1 5-16,1-3-2 15,5-1-2-15,0-2 3 16,4-1 0-16,1-2-1 16,0-1 7-16,3-1-3 15,-1-2-1-15,0 3 3 0,0-1-5 16,2 3 3-16,3 1-3 16,-3 0 1-16,-4 1 0 15,1 2-1-15,-5 5 1 16,-3-3 1-16,-4 5-3 15,-4 1 0-15,-5 1 0 16,2 2-1-16,-4 4-1 0,-3 1 0 16,1 2-1-16,0 3 0 15,0 3 1-15,-3 0-5 16,-6 0-43-16,-7 0-64 16</inkml:trace>
  <inkml:trace contextRef="#ctx0" brushRef="#br0" timeOffset="3941.26">7928 6577 50 0,'-3'-2'7'0,"3"1"3"0,-2-2-1 0,2 3-2 16,0-3-3-16,0 3-1 0,0 0 6 15,-2-1-5-15,2 1 3 16,0 0-4-16,0 0-2 15,0 0-1-15,0 0-1 16,0 0 2-16,0 0-1 16,0 1 0-16,2 4 0 15,0-1 0-15,1 0 0 0,0 0 0 16,1-1 1-16,-2 0-1 16,2 3 0-16,-1-1 0 15,1-1 1-15,0-1-1 16,2-1 0-16,0 2 1 15,-2-2-1-15,1-1 0 0,1 3 0 16,-2-2 2-16,2-1-2 16,0 1 1-16,-2-1 0 15,3 0-1-15,-1-1 0 16,4 0 0-16,-1 0 1 16,2 0 0-16,3-7 4 0,1-1 0 15,3-2 0-15,1-4 1 16,4-1-2-16,0-3-2 15,2-4 3-15,-1 0 1 16,3-3 3-16,2 0-2 16,-1-2-2-16,2 0 3 0,1 1-3 15,0 2-2-15,-1 0-2 16,-1 4 2-16,0-1-3 16,-3 5 1-16,-1 2 0 15,-5 3-1-15,-2 1 1 0,-3 3-2 16,-1 3 2-16,-5 1-1 15,-2 1-1-15,0 2-2 16,-3 0-13-16,-4 2-14 16,0 5 11-16,-7 6-7 15,-10-2-37-15</inkml:trace>
  <inkml:trace contextRef="#ctx0" brushRef="#br0" timeOffset="4560.71">7944 6517 91 0,'0'0'3'0,"0"0"-1"0,0 0-1 15,0 0 1-15,0 0-2 16,0 0 0-16,0 0 0 0,0 0-2 16,0 0 2-16,0 0 2 15,0 0-2-15,38 11 0 16,-34-3 0-16,1-1 0 16,1 0 0-16,-1 0 1 15,-1-3-1-15,1 2 0 0,1-3 1 16,-1 1-1-16,-1-1 0 15,1-2 0-15,1 1 0 16,-2-2 2-16,3 0 4 16,1 0 4-16,1-2 3 15,3-5-1-15,5-4 2 0,1-6-2 16,3-2-5-16,4-5 2 16,4-4-4-16,1-5 4 15,5-2-3-15,3-1 2 16,5-1 1-16,-1 0-3 15,3 3 2-15,1 1-3 16,-1 5-3-16,0 5-1 0,-1 3-1 16,-7 6-1-16,-9-1-34 15</inkml:trace>
  <inkml:trace contextRef="#ctx0" brushRef="#br0" timeOffset="9875.91">8143 7443 60 0,'-3'0'23'0,"3"0"-7"0,-2 0-4 0,2 0-10 15,0-2 0-15,0 1-1 16,-1 0-1-16,0-2 1 16,1 3-1-16,-1 0 2 0,0-1-1 15,1 1 0-15,0 0 0 16,0-2 0-16,0 2-2 15,0 0 1-15,0 0 2 16,0 0 0-16,0 0 0 16,1 0-2-16,1 0 0 0,1 0 0 15,2 0 1-15,-3 0-1 16,1 0 0-16,1 0 1 16,0 0-2-16,-1 0 2 15,3 0-1-15,-2 0-1 16,1-1 2-16,-2-1 1 0,1 1-1 15,0 0 0-15,0 0 0 16,1 0 0-16,-1 0 2 16,-1-2-1-16,4 1 1 15,-3 2-2-15,1-2 0 16,1 1-1-16,-1 0 0 16,2 1 1-16,-3 0-1 0,1 0 0 15,1 0 0-15,0 0 1 16,2 0-1-16,-2 0 0 15,3 0 1-15,-1 0-1 16,3 0 0-16,-1-1 3 16,1-1 0-16,1 1 0 0,-3-2-3 15,1 2 1-15,-2 1 0 16,-2-2-1-16,-2 2 0 16,3 0 0-16,-3 0 1 15,-1 0 0-15,4 0-1 16,0 0 1-16,1 0-2 0,-1 0 2 15,2 0-1-15,2 0 0 16,-2 0 2-16,0 0-2 16,0-2 0-16,-2 2 0 15,1-1 0-15,2 1 0 16,-3 0 0-16,3 0 1 0,-1 0-1 16,-1 0 0-16,2 0 0 15,-1 0 0-15,-2 0 0 16,2 0 0-16,-3 0 0 15,1 0 0-15,0 0 0 16,0 0 0-16,-1 0 0 0,1 0 0 16,-1 0 1-16,0 0-1 15,0 0 0-15,-1 0 0 16,3 0 0-16,-2 0 0 16,4 1 0-16,-5 1 0 15,3-2 0-15,-2 2 0 0,2-1 0 16,-5 1 0-16,3 0 0 15,0 0 0-15,-1-1 0 16,1 1 1-16,1 0-1 16,0 0 0-16,2-2 0 15,-3 2 2-15,4-2-2 0,-4 0 0 16,1 0 1-16,-1 0 0 16,2 0 2-16,-1 0 4 15,1 0-4-15,-2 0-1 16,1 0-2-16,1 0 0 15,0 0 1-15,-3 0-1 0,3 0 1 16,-1 0-2-16,2 0 2 16,-2 0-1-16,2-2 0 15,2 0 0-15,0 2 0 16,-3-3 0-16,4 2 0 16,-3 1 1-16,0-1-1 0,1-1 0 15,0 2 0-15,-1-2 0 16,-1 0 0-16,2 1 0 15,-5-1 0-15,3 2 0 16,2-2 0-16,-4 1 1 16,1 0-1-16,1 1-1 15,0 0 1-15,0 0 1 0,1 0-2 16,0 0 1-16,0 0 0 16,2 0 1-16,-2 0-2 15,1 0 1-15,1 0 0 16,-1 1 1-16,4 0-1 0,-3 1 0 15,1 1 0-15,1 0 0 16,-1 0-1-16,3-2 1 16,2 3 1-16,-1-2-1 15,-1 0 0-15,1-1 0 16,1 0 0-16,0 0 0 16,-1-1 0-16,-1 0 0 0,-1 0 0 15,-1 0 1-15,2 0-1 16,-1 0 0-16,1 0 0 15,-1 0 0-15,-1 0 0 16,1 0 0-16,-3 0 0 16,3 0 0-16,-3 0 1 0,2 0-1 15,-2 1 0-15,1 0 0 16,-1 0 0-16,4 2 0 16,-4-3 0-16,1 2 0 15,-1-2 0-15,-2 0 0 16,3 0 0-16,-2 0 2 0,1 0 1 15,-1 0-3-15,1 0 1 16,1 0-1-16,0 0 1 16,-1 0 0-16,1 0-2 15,-3 0 2-15,2 0-1 16,0 0 0-16,0 0 0 16,-2 0 0-16,2 0 0 0,-2 0 0 15,2 0 0-15,-1 0 1 16,0 0-1-16,1 0-1 15,1 0 2-15,-3 0-2 16,1 0 1-16,0 0 0 0,-3 0 0 16,1 0 1-16,1 0-1 15,-1 0 0-15,2 0 1 16,-3 0-2-16,5 0 1 16,-2 0 1-16,1 0-1 15,-1 0 0-15,1 0 1 16,0 0-1-16,2-2 0 0,-2 1 0 15,0-1 1-15,1 1-1 16,-1 0 0-16,2-1 0 16,1 0 0-16,-1-2 0 15,2 2 0-15,-1 0 0 16,-1-1 0-16,0-1 0 0,0 3 0 16,-1-4 0-16,-1 1 1 15,1 1-1-15,-1-1 0 16,1 1 0-16,-1-1 2 15,1 0-1-15,2-1 1 16,-3 1-1-16,3 0 0 0,-3 1 0 16,0-1-1-16,0 1 0 15,0-1 0-15,-2 1 1 16,0-1-1-16,0 2 0 16,0-2 1-16,-1 1 1 15,2 0 1-15,-3 0-2 0,1-1 1 16,2 3-2-16,-4-2 1 15,1 0 1-15,0 2-1 16,2-1-1-16,-4-1 0 16,3 2 0-16,-3-2 0 15,3 0 1-15,-2 3-2 0,0-1 2 16,0-2-1-16,1 3 0 16,-3-1 0-16,1 0 0 15,2 1 0-15,-3-1 0 16,-1 1 0-16,1 0 0 15,-2 0 0-15,0 0 2 0,0 0-2 16,-1 0 0-16,0-1 0 16,1-1 0-16,1 1 0 15,0-1 1-15,-1-2-1 16,0 3 0-16,-1-4 2 16,0 1 1-16,1-3 0 0,1 0 0 15,-1-3-3-15,2 0 1 16,-2-3-1-16,2-1 0 15,4-3 0-15,-3 0 1 16,1-3-1-16,1-1-1 16,1-2 1-16,-2 2-1 0,0-2 0 15,-1 3 0-15,-1 0 1 16,0 2 1-16,-2 2-1 16,-2-2 0-16,2 4 0 15,-2-1 0-15,0 1 1 16,0-1-1-16,0 0 0 15,0 1 0-15,0 0 0 0,0 0 0 16,0-1-1-16,0 1 1 16,0 0-1-16,-4 3 2 15,2 1 0-15,-4 0-1 16,3 1 1-16,-3-1-2 16,2 3 2-16,0 0-1 0,-2 0 0 15,2 1 0-15,-1-1-2 16,1 3 2-16,-1-2 1 15,0 2 0-15,0 1-2 16,0-2 1-16,2 1 1 0,-1 2 3 16,-2-1-3-16,1 0 0 15,-1-1 1-15,2 1-2 16,-4 2 2-16,1-2-3 16,-3 0 2-16,2 0-1 15,-3 2 0-15,-1-2 0 16,-1 2-1-16,0-1 2 0,-3 2-2 15,1-1 1-15,-1 1 1 16,-2 0-2-16,1 0 1 16,0 0 0-16,2 0 0 15,-4 0 1-15,2 0-1 16,-1 0 0-16,3 0 1 0,-4 0-1 16,2 0 0-16,1 0 0 15,-4 0 0-15,1 0 0 16,-2 1 0-16,0 4 0 15,0-3-1-15,-2 2 1 16,1-1 0-16,4-1 0 0,-2-1 1 16,1-1-1-16,4 0 0 15,-1 0 0-15,3 0 1 16,-1 0-1-16,-1 0 0 16,4 0 1-16,-3 0-2 15,1 0 1-15,-3 0 1 0,3 0-1 16,-1 0 0-16,1 0 0 15,-3 0 0-15,1 0 0 16,-1 0 0-16,-2 0 0 16,0 0 0-16,-1 3 0 15,-2-3 0-15,3 4 0 0,-3-1 1 16,2 0-2-16,1 1 1 16,-1-2 0-16,2 1 0 15,0-1 0-15,1 1 1 16,-1 0-1-16,0-2-1 15,0 3 2-15,-4-2-2 0,3 1 1 16,-3 0 0-16,2 1 0 16,-1 0-1-16,1-1 2 15,2 0-1-15,0 0 0 16,-3-2 0-16,1 2 0 16,2-2 0-16,-2 1 0 15,2-1 0-15,-1 1 0 0,3-1 0 16,-3-1 0-16,1 2 1 15,2-2-1-15,-1 0 0 16,-1 0 0-16,1 0 0 16,-1 0 0-16,0 0 0 0,0 0 0 15,1 0 1-15,1 0-1 16,-3 0-1-16,2 0 2 16,-4 0-1-16,1 0 0 15,2 0 0-15,-3 0 0 16,0 0 0-16,2 0 0 15,-3 0 0-15,4 0 0 0,-3 0 0 16,0 0 0-16,4 0 0 16,-2 0 0-16,1 0 0 15,-1 0 0-15,2 0 0 16,0 0 0-16,-2 0 0 16,3 1 0-16,-1-1 0 0,1 0 0 15,1 1 0-15,-2-1 2 16,3 0-2-16,-3 0 0 15,3 1 0-15,-3 0 0 16,3 0 0-16,1 2 0 16,1-2 0-16,-1 2 0 0,2-3 0 15,3 0 0-15,-3 0 0 16,2 0 0-16,-1 0 0 16,-1 0 1-16,3 0-1 15,-3 0 0-15,1 0 0 16,1-4 0-16,-1 1 0 0,0 3 0 15,2-2 2-15,-2 1-2 16,2 0 0-16,-1-2 0 16,3 3 0-16,-1-1 0 15,1 0 0-15,0 1 0 16,0-1 0-16,1 1 0 0,0 0 0 16,0 0 0-16,-1 0 0 15,-1 0 0-15,-2 0 0 16,2 0 0-16,0 0 0 15,1 0 0-15,1 0 0 16,-3 0 0-16,4 0 0 0,-1 0 0 16,0 0 0-16,2 0 0 15,-1 0 0-15,-1 0 0 16,0 0 0-16,0 0 0 16,2 0 0-16,-2 0 0 15,2 0 0-15,-2 0 0 16,3 2 0-16,-1-1 0 0,0 2 0 15,0 0-2-15,0 0 2 16,0 2 0-16,0-2 0 16,-1 1 0-16,-2 2 0 15,1-3 0-15,0 4 0 16,1-1 0-16,-1-2 0 0,1 3 0 16,0 0 0-16,0-2 0 15,-2 0 0-15,-2 2 0 16,3 0 0-16,-4 1 0 15,3 0 0-15,-5 2 0 16,4-2-1-16,-1 1 1 16,-1-2 0-16,4-1 0 15,-2 0 0-15,4-2 0 0,0-1 0 16,-2 1 0-16,2-3 0 16,1 1 0-16,-1-1 0 15,0-1 1-15,2 2-1 16,-2-1 0-16,2 1-1 0,-2 2-1 15,0 0 2-15,1 0 0 16,0 2 0-16,0-2 0 16,-2 3 0-16,1-1 0 15,0 2 0-15,0 0 0 0,-1 0 0 16,1-1 0-16,0 3 2 16,0-3-4-16,0 2 2 15,0-2 0-15,-1 1 2 16,1 1-2-16,0-1 0 15,-3 2 0-15,3 0 0 16,-1-1 0-16,1-1 0 0,0 1 0 16,0 1 0-16,0-3 0 15,0 0 0-15,-1-1 0 16,2-1 0-16,1 2 0 16,0-1-2-16,0 0 2 0,0 1 0 15,0 0 0-15,0 0 0 16,0 2 0-16,0-1 0 15,0 1 0-15,0-1 0 16,0 1 0-16,0-2 0 16,0 3 2-16,1-2-2 15,-1 5 0-15,0-3 0 0,1-1 0 16,-1 1 1-16,0 0-2 16,2-1 2-16,-2 0-1 15,0-1 0-15,0 0 0 16,0 0 0-16,0 0 0 15,0-2 0-15,0 0 0 16,0 1 0-16,0-3 0 0,0 3 0 16,0-2 0-16,0-1 0 15,0 0 0-15,0 3 0 16,0-2 0-16,0 0 0 16,2 1 0-16,-2-1 0 0,2 1 0 15,0-3 0-15,-2 3 0 16,2-2 0-16,-1 0 0 15,1-1 0-15,0 0 0 16,0 0 2-16,3 0-4 16,-2-1 1-16,1 1-1 0,2-2 1 15,3 1 0-15,1-1 1 16,2 0 0-16,5-1 1 16,4 0-2-16,6 0 3 15,5 0-2-15,5-8-1 16,2-7-49-16</inkml:trace>
  <inkml:trace contextRef="#ctx0" brushRef="#br0" timeOffset="11193.67">10706 6960 22 0,'0'0'5'0,"0"0"-4"0,0 0 4 0,0 0-1 0,0 0 6 16,0 0 7-16,0 0 3 16,1 0-12-16,-1 0-5 15,0 0-1-15,1 0 0 16,0 0-2-16,-1 0 1 0,0 0-1 15,2 0 1-15,0 0 0 16,-2 0-1-16,2 0 2 16,0 2 1-16,-2-1 0 15,2-1 1-15,1 3-1 16,1-2 0-16,-2 2-3 0,3-1 2 16,-4 0-1-16,3-1-1 15,0 1 1-15,0 1 0 16,-2 0 0-16,1 0 0 15,1 0-1-15,0-2 1 16,0 2 0-16,-1 0-2 0,2-2 2 16,-3-1-1-16,1 3 0 15,3-2 1-15,-2-1 1 16,-1 0-1-16,6 0 1 16,-4 0-1-16,3 0 1 15,0-2-1-15,3-3-1 16,-1 1 1-16,1-2-1 0,0-1 0 15,1 0 0-15,2-3 1 16,0 1-1-16,2-2 5 16,2-3 9-16,4-1-1 15,4-1-3-15,2-5-5 16,4 1-1-16,2-3-1 0,3-1 0 16,-2-2-1-16,1 2 0 15,1 0 1-15,-4 1 2 16,-2 2-2-16,1 3-2 15,-8 5 0-15,0 2 0 16,-1 3-1-16,-8 4 0 0,-3 4 0 16,-8 0-21-16,-4 4-33 15,0 6-2-15</inkml:trace>
  <inkml:trace contextRef="#ctx0" brushRef="#br0" timeOffset="11827.89">10788 6936 15 0,'0'0'10'0,"0"0"11"0,0 0-11 0,0 0-8 0,0 0-2 15,0 0 1-15,0 0-1 16,0 0 1-16,0 0 1 16,0 0 3-16,0 0 7 15,0 0 0-15,0 0-3 16,14 34-1-16,-10-34-2 16,3 0 0-16,-2 0-3 0,4 0 0 15,-2-3 0-15,3-4 3 16,5-1 1-16,1-4 3 15,7-3 1-15,2-4 0 16,6-1-2-16,3-2-4 16,2-1-4-16,4-4 0 0,2 1-4 15,-2-3-39-15,-6-3-103 16</inkml:trace>
  <inkml:trace contextRef="#ctx0" brushRef="#br0" timeOffset="13236.66">10702 6963 36 0,'0'0'3'0,"0"0"-2"15,2 0 0-15,-2 0 9 16,0-3 0-16,2 3-4 0,-1-3 2 15,3 2 0-15,-2 1-2 16,2 0-1-16,-2 0-3 16,-1 0-1-16,1 0 1 15,2 1-2-15,-2 4 0 16,1 0 0-16,1 0 1 0,0 0-1 16,1 1 0-16,0-3 0 15,1 1 1-15,1-1 0 16,2-2-1-16,-2-1 1 15,4 0 2-15,3-1 2 16,1-8 5-16,3-3-1 0,5-4-3 16,4-5 2-16,5-5 0 15,5-2 0-15,5-5-3 16,5-2-5-16,2-4-2 16,5 0 4-16,-1-3-10 15,1 1-49-15</inkml:trace>
  <inkml:trace contextRef="#ctx0" brushRef="#br0" timeOffset="18991">10076 7365 8 0,'-1'0'45'0,"0"3"-41"0,1-3-2 0,0 0-5 15,-1 0-47-15</inkml:trace>
  <inkml:trace contextRef="#ctx0" brushRef="#br0" timeOffset="22438.81">7027 5607 4 0,'-5'0'13'0,"1"0"-1"0,2 0 1 0,-2 0 2 16,1 0-5-16,0-2 2 0,0 1-5 15,0 0-2-15,-1 0 1 16,0 1-2-16,3 0-1 15,-3 0-1-15,-1 0-1 16,3 0 0-16,0 0-1 16,0 0 1-16,0 0 0 0,2 0 0 15,-3 0-1-15,3 0 0 16,0 0 0-16,0 0 1 16,0 0-2-16,0 0 1 15,3 0 2-15,1 0 2 16,1-2-1-16,1 0-2 15,-1-3-1-15,1 3 0 0,1-1 1 16,0 3 0-16,-3-3-2 16,3 3 1-16,-1-1 0 15,2-1 2-15,-4 1-3 16,1 1 2-16,1-1-1 0,-2-1 2 16,-4 2-2-16,0-1 1 15,0 1 4-15,2 0 2 16,-2 0 0-16,0 0-5 15,0 0-1-15,0 0-1 16,0 0 0-16,0 0 0 0,0 0 0 16,0 0-1-16,0 0 0 15,1-2 2-15,1 2-1 16,3 0 1-16,-1 0-2 16,1 0 1-16,1 0 0 15,-1 0 0-15,6 0 0 16,-2-1 0-16,0 1 0 0,4 0-2 15,0 0 2-15,1 0 1 16,-3 0-1-16,2 0 0 16,3 0 0-16,-3 0 0 15,3 0 0-15,-1 3 1 16,2-2-1-16,0 1-1 0,1-1 2 16,-2 2-1-16,2-2-1 15,2 2 2-15,-5-1-1 16,2-1-1-16,0 3 2 15,1-1-1-15,-1-1 0 16,-2 0 0-16,5 0 0 0,-3 1 0 16,2-2 0-16,2 2-1 15,-2-2 1-15,1 2 1 16,1 0-1-16,0-1 0 16,-1-1 0-16,0 1 0 15,2 0 0-15,3-2 0 0,-2 0 0 16,3 0 0-16,-1 3 0 15,-1-3 0-15,1 3 0 16,2-2 0-16,-2 2-1 16,1 0 0-16,1-2-1 15,2 1 0-15,0-1 1 16,2 2-5-16,1 0 5 0,1-2-1 16,1 2 2-16,2 0-3 15,2 0 6-15,-2-2 1 16,3-1-4-16,2 0 3 15,-1 0-2-15,2 0 0 0,1 0-2 16,0 0 2-16,-1 0 2 16,2 0-3-16,-1 0 0 15,-3 0 1-15,3 0-1 16,-3 0 0-16,-2 0 0 16,3 0 1-16,-2 0-1 15,-3 0 0-15,-3-1-1 0,-3-2 3 16,-4 0-2-16,-3 1 2 15,-8 1-2-15,-1 1 0 16,-3 0 1-16,-6 0-2 16,-3 0-1-16,-2 0-32 15,-1 0-66-15</inkml:trace>
  <inkml:trace contextRef="#ctx0" brushRef="#br0" timeOffset="23563.98">7345 5495 88 0,'0'-2'11'0,"0"1"-9"0,-2-2 4 0,2 3 1 0,0-1-4 15,0 1-1-15,0 0-4 16,0 0 1-16,0 0-1 0,0 0 1 16,0 0 0-16,2 0 1 15,4 0-2-15,3 0 0 16,2 2 3-16,1 1-1 16,1 1 1-16,1 2-2 15,1-3 2-15,3 1-2 16,-1-1 1-16,4 1-2 0,1-1 2 15,3 0-3-15,3 0 2 16,5-2-1-16,3 2 3 16,6-2 0-16,5-1 2 15,2 0-2-15,4 0 0 0,-1 0-1 16,1 0 0-16,-2 0-1 16,1 0 0-16,-5 1-1 15,-2 1 0-15,-3-2 4 16,-2 4-2-16,-1-3 0 15,-4 1 4-15,1 1-4 0,-2 0 2 16,3-1 0-16,-1-1 0 16,1 2-2-16,2-2 1 15,-3-1 0-15,0 0 0 16,-1 0-1-16,-4 0 2 16,-2 0-2-16,-1 0 0 15,-1 0 1-15,0 0-1 0,2 0 0 16,-2 0 0-16,1-1 0 15,-1-2 0-15,-3 2 1 16,-1-1-1-16,-3 2 0 16,-5-1-1-16,-3-1-9 15,-3-1-30-15</inkml:trace>
  <inkml:trace contextRef="#ctx0" brushRef="#br0" timeOffset="25074.56">7114 5600 23 0,'-11'-3'10'0,"-2"-3"2"0,4 3-5 0,0 1-3 16,-3 0-3-16,6 0-1 15,0 1 0-15,3 1 0 0,1-1 0 16,0-1 0-16,2 2 1 16,0-1 14-16,0-2 1 15,4 3-13-15,5-3-3 16,0 3 0-16,4 0 0 16,1 0 0-16,4 0 2 15,-1 0-2-15,3 0 0 0,3 0-2 16,0 0 1-16,0 0-2 15,3 0 2-15,1 0-1 16,1 0 2-16,2 0 2 16,1 0 3-16,0 0-2 15,1 0 1-15,1 0-1 0,-2 0-1 16,1 0 1-16,1 0-2 16,2 0 0-16,6 0 1 15,-1 0-1-15,4 0-1 16,4 0 1-16,-2-1-1 15,-1-2 2-15,0-1-2 0,-2-1 0 16,-3 1 2-16,0 0 0 16,-3 1 0-16,2-1-1 15,-3 0 3-15,-3-1-2 16,3 2 0-16,-3-1 0 16,4 0-1-16,-6 1 0 0,3 0-1 15,1 2 0-15,-3-2 0 16,3 0 1-16,-1 2-1 15,1-1 0-15,1-1 0 16,-5 2 0-16,0-2 0 16,-2 2 0-16,-2-1 1 0,-2-2-1 15,0 3 0-15,-2-1 0 16,0 0 0-16,2 0 1 16,-2 1-1-16,2-2 0 15,-1 3 0-15,2 0 0 16,-1 0 0-16,0 0 0 0,-3 0 0 15,0 0 0-15,-1 0 0 16,1 0 1-16,-2 0-1 16,2 3 0-16,1-2-2 15,-4 1-15-15,2-2-36 16</inkml:trace>
  <inkml:trace contextRef="#ctx0" brushRef="#br0" timeOffset="28193.83">9146 5850 45 0,'-2'0'3'0,"-2"0"-1"0,2 0-1 16,1 0-1-16,-1 0 1 15,0 0 0-15,2-1 8 16,-2 1 7-16,0-1-3 0,1 0-2 15,-1-1-1-15,1 2 0 16,0 0-4-16,1-1-1 16,0 1-5-16,0-1-1 15,0 1 2-15,0 0 0 0,2 0-1 16,3 0 0 0,-3 2 0-16,2 5 0 0,-1-1 1 15,3 1-1-15,-4 0 1 16,3-1-1-16,2 1 0 15,-3 0 0-15,1-2 0 16,1 0 0-16,0-2 0 0,4 1 0 16,-5 0-1-16,3-1 2 15,1-1-2-15,1 0 1 16,0-2 0-16,1 0-1 16,1 0 0-16,1-2 1 15,3-5 0-15,-1-2 0 0,1-2 0 16,0-3 0-16,6-2-1 15,-1-1 1-15,2-6 0 16,6-1 0-16,2-3 0 16,5-7-2-16,3 0 0 15,3-3 2-15,4-5-1 0,0 0 2 16,3 1 0-16,0-2 0 16,3-1 5-16,0 2-3 15,0 1 5-15,-2 2-4 16,-4 5-2-16,-3 7-1 15,-9 3 0-15,-3 7-1 16,-8 4 2-16,-4 6-2 0,-2 3 0 16,-5 4-4-16,-2 0-21 15,-10 0-49-15</inkml:trace>
  <inkml:trace contextRef="#ctx0" brushRef="#br0" timeOffset="30364.25">7969 6509 2 0,'0'0'20'0,"0"0"2"0,0 0-21 0,0-2 0 16,0-1 0-16,0 2 0 15,0-2-1-15,0 3 2 16,-1-3 0-16,-1 3 3 15,0 0-1-15,-2 0-2 16,2-1 1-16,-1-2 4 0,0 3 5 16,1-3-2-16,0 3-2 15,2-2-1-15,-4 0 2 16,4 0-3-16,-2 1-4 16,2 1-1-16,0-3 0 15,-1 3-1-15,1 0 1 0,0 0 1 16,-2-1 1-16,2 1 0 15,0 0 3-15,0 0-3 16,0 0-3-16,0 0 0 16,0 0-3-16,0 0 3 15,0 5 0-15,0 1 0 0,0 1 0 16,2 2-2-16,-1-1 2 16,1-1 0-16,0 0 0 15,2-1 0-15,-2 0-1 16,0-3 1-16,0 0 0 15,2 1 0-15,-2-4 0 0,2 3-1 16,-2-2 1-16,-1 1-1 16,1-1 0-16,2-1-1 15,-2 0 1-15,3 0 2 16,2-3-2-16,1-6 3 16,3-2-1-16,1-1 0 0,3-4-1 15,1-1 2-15,4-4-2 16,2 1 1-16,3-3-1 15,0-2 0-15,3 0 2 16,1-1-2-16,1-2-2 16,6 0 4-16,-3-1-1 15,3 0-1-15,0 0 3 0,1 2-2 16,-1 3-1-16,-3 2 1 16,-3 4-1-16,-4 1-14 15,-9 4-36-15</inkml:trace>
  <inkml:trace contextRef="#ctx0" brushRef="#br0" timeOffset="32225.82">10789 6957 4 0,'3'3'15'0,"-1"0"-3"0,0-2-4 0,0 2 0 16,2-2-3-16,-3 1 0 15,5 2-1-15,-2-4-2 0,3 1 1 16,2-1 1-16,2 0-1 16,0 0 2-16,3-8 3 15,1 0-2-15,3-5 1 16,5-1 1-16,-1-5 4 16,5 1-1-16,2-6 0 15,4 0 1-15,-1-2 0 0,0 2-4 16,0-2-1-16,-3 2-1 15,-4 4-1-15,-3 0 2 16,-1 4-3-16,-4 2 6 16,-3 5-5-16,-1 1 0 15,-2 4-4-15,-2 4-1 0,1 0 0 16,0 0-10-16,-4 9-30 16,-5-2-30-16</inkml:trace>
  <inkml:trace contextRef="#ctx0" brushRef="#br0" timeOffset="35084.5">12753 5722 109 0,'0'0'4'0,"0"0"22"0,0 0 2 0,0 0-12 16,0 0-8-16,0 0-8 15,0 0-1-15,0 0 2 16,0 45-1-16,0-12 0 16,0 5 1-16,0 13 0 15,0 8 2-15,0 6-3 0,0 4 2 16,-2 4-1-16,0 1-1 15,2-6 0-15,0-4 0 16,0-7 0-16,0-5 1 16,0-6-1-16,0-6 0 0,-1-6 0 15,-4-3-2-15,-2-7-37 16,-1-10-60-16</inkml:trace>
  <inkml:trace contextRef="#ctx0" brushRef="#br0" timeOffset="35583.6">12828 5710 27 0,'0'0'2'0,"0"0"9"0,40 0 10 16,-16 0-5-16,5 0-3 15,4-7-3-15,6 2 3 16,8-4 0-16,0 2 0 0,6 0-1 16,4 0-1-16,5 0-6 15,-1 0-2-15,5-1 0 16,1 1-3-16,2 0-2 15,3 0 8-15,-3 0-4 16,2 0 1-16,1 0-3 16,2-2 1-16,-3 2 0 0,-4 0-2 15,-3 0-6-15,-3 3-20 16,-5-1-23-16</inkml:trace>
  <inkml:trace contextRef="#ctx0" brushRef="#br0" timeOffset="35988.81">14399 5554 28 0,'0'0'16'0,"0"0"-14"16,0 0 6-16,0 0 10 15,0 0-1-15,0 0 2 16,0 0-6-16,0 0-9 0,0 0-2 16,-37 34-1-16,33-18 1 15,1 8 1-15,0 3 2 16,2 10 3-16,-1 0 4 16,2 6-3-16,0 3 4 15,0 4 0-15,0 0-6 16,3 2-2-16,1 1 0 0,0 2-2 15,-2-1 2-15,-2 0 1 16,0 0-4-16,0-1 0 16,-5-1 1-16,-1 2-3 15,-3 0 1-15,1-3 1 0,-2-1-2 16,-2 0 0-16,-2-2-2 16,1-4-20-16,-4-6-29 15,0-4-25-15</inkml:trace>
  <inkml:trace contextRef="#ctx0" brushRef="#br0" timeOffset="37149.67">12699 6580 111 0,'0'0'48'0,"0"0"-52"0,0 0 7 16,0 0-2-16,0 0 0 15,0 0 0-15,0 0-2 16,37 35-4-16,-33-21 9 0,-2 5-4 15,-1-1 1-15,0 2-1 16,0 3 1-16,0-2-1 16,0 3 0-16,1-2 1 15,0-1-1-15,0 2 0 16,0-2 0-16,0 2 0 0,-1-3 0 16,1-1 0-16,1-4 0 15,-1 0 0-15,-2-3 0 16,2-4 0-16,0 1 0 15,-1-4 0-15,-1-2 0 16,2 1 0-16,-1-2 1 16,2-1-2-16,1-1-2 0,-1 2 3 15,5-2 0-15,-1 0 0 16,2 0 0-16,-1 0 0 16,3 0 0-16,2-2 0 15,4-1-2-15,1-1 0 16,2 1 2-16,3 0-1 0,1 2 0 15,3 0 2-15,2-1 0 16,2 2 2-16,0 0-3 16,3 0 0-16,-1 0 1 15,0 0-3-15,5-1 3 16,1-1-2-16,1-2 5 16,4 1 1-16,1-2-4 0,1-1 3 15,0 0-3-15,-4-1 0 16,2 1 0-16,-4 1 0 15,0-1 0-15,1 1-1 16,0 0 0-16,-3 1 1 0,3-2-1 16,-1 2 3-16,2 0-3 15,-1 1 2-15,-3 0-4 16,0 3 4-16,0 0-2 16,-5 0 0-16,-2 0 0 15,-4 0 1-15,-5 0-1 0,-3 3 1 16,-4 0 0-16,-1-1 2 15,-4-1-1-15,-2-1-2 16,0 0 1-16,-1 0 0 16,-4 0 2-16,3-5 10 15,-4-3 10-15,0-2-11 16,-2-2-5-16,0-5-1 0,0-1 2 16,0-5 0-16,0-1-2 15,0-4-4-15,0-2-1 16,0 0-2-16,-2 0-12 15,-2 3-54-15,-5 2-87 16</inkml:trace>
  <inkml:trace contextRef="#ctx0" brushRef="#br0" timeOffset="37949.37">12816 7349 95 0,'-7'2'4'0,"1"-2"26"0,2 0-13 16,3 0-12-16,1 0 1 16,0 0-1-16,0 0-6 0,0 0 3 15,3-4-3-15,7-2 6 16,1-1 14-16,5-2-6 16,-1 1 0-16,6-1-6 15,-3 4 0-15,1 2-5 16,0 1-2-16,-1 2 1 15,-4 0-1-15,-2 4-5 0,-2 7-4 16,-6 1-4-16,-2 1 3 16,-2 1 8-16,0 2 0 15,-10-3 3-15,-2-1-2 16,1 1 5-16,2-3 2 16,-2 0-2-16,4-3-3 0,3-1 0 15,3-2-2-15,1 0 0 16,0-2-3-16,2-1-4 15,6-1 6-15,5 0 2 16,-4 0 1-16,4 0 3 16,3 0-1-16,-3 0-1 15,1 0-2-15,-4 4 1 0,2 1-1 16,-2 3 2-16,-4 1-1 16,-2-1-1-16,-2 4-1 15,-2-1 4-15,0-1-3 0,-8 1 1 16,-4 1 6-16,-3 0-1 15,-4 0-1-15,0-1-3 16,-3 3-2-16,1-2 0 16,3-2-9-16,2-3-11 15,5-4-23-15,5-3-35 16</inkml:trace>
  <inkml:trace contextRef="#ctx0" brushRef="#br0" timeOffset="38453.62">13109 7420 91 0,'0'0'5'16,"0"0"2"-16,0 0 5 0,0 0-2 0,0 0 2 15,0 0 1-15,0 0-1 16,0 0 2-16,0 0 2 16,0 0 0-16,0 0-11 15,0-31-3-15,4 24-3 0,2 3 1 16,4-2 1-16,2 2-1 16,0 0 0-16,0 2 0 15,-3 2 0-15,0 0-4 16,-1 6-9-16,-2 5-2 15,-3 5 8-15,-1 1-1 16,-2 1 8-16,0 3 4 0,0-1-3 16,-3-2-1-16,-2-1 0 15,-2-3 1-15,2-4 0 16,3-4-1-16,0-1 1 16,0-1-1-16,2-4 0 15,0 0 0-15,0 0-6 0,0 0 1 16,4 0 11-16,2-1 8 15,5-3-6-15,-1-1 0 16,3 0-3-16,1-1 0 16,3 3-5-16,1-1 2 0,3 0-3 15,-3-2-33-15,2 2-54 16</inkml:trace>
  <inkml:trace contextRef="#ctx0" brushRef="#br0" timeOffset="38681.51">13442 7406 232 0,'0'0'3'0,"0"0"2"0,0 0-14 0,0 0 10 15,0 0-1-15,0 0 3 16,34 10-3-16,-22-4 1 15,2 0 0-15,1-1 0 16,0 2 0-16,-1-4-13 16,-2 0-62-16,-2-3-23 0</inkml:trace>
  <inkml:trace contextRef="#ctx0" brushRef="#br0" timeOffset="38873.53">13520 7341 248 0,'0'0'13'0,"0"0"6"16,0 0-16-16,0 0-4 15,0 0 1-15,0 0 0 16,-20 45 0-16,17-23 0 0,3 0-4 16,-2 4-15-16,2-3-22 15,0-5-35-15,-2-2-37 16</inkml:trace>
  <inkml:trace contextRef="#ctx0" brushRef="#br0" timeOffset="39292.47">13609 7321 304 0,'0'0'2'0,"0"0"-5"15,0 0 2-15,50-35 0 16,-33 30 3-16,0 1-8 16,-2 4-3-16,-1 0-1 15,-3 1-4-15,-3 9-14 16,-4 6-4-16,-4 1-5 0,0 2-1 16,-7 2 39-16,-3-3-2 15,-4-1 2-15,3-4 2 16,0-4-1-16,5-2 4 15,1-3 3-15,5-4 3 16,0 0-7-16,0 0-11 0,11 0 16 16,0 0 10-16,0 0-1 15,5-3-11-15,-1 2-1 16,-1 1-1-16,-1 0-3 16,-1 0 0-16,-5 0-2 15,-1 4-1-15,-4 3 0 0,-2 0-2 16,-2 3 5-16,-7 0 3 15,-7 1-11-15,-1 1-29 16,-4-1-34-16,1-1-63 16</inkml:trace>
  <inkml:trace contextRef="#ctx0" brushRef="#br0" timeOffset="39621.87">13829 7325 264 0,'0'0'4'0,"0"0"0"0,0 0-1 0,39-30-2 0,-29 28 0 16,-4 2-1-16,0 0-1 16,-1 7-8-16,-3 6-6 15,-2 5 4-15,0 2-3 0,0 1 19 16,-2 0-8-16,-5-1 5 15,1-4-2-15,-2-2 3 16,2-4-2-16,4-3 2 16,0-2 0-16,2-3 0 0,0-1-4 15,4-1-3-15,8 0 6 16,1 0 8-16,6-4-8 16,3-3 4-16,0-4-8 15,3 1-50-15,-1-1-52 16</inkml:trace>
  <inkml:trace contextRef="#ctx0" brushRef="#br0" timeOffset="39834.08">14088 7325 231 0,'0'0'23'15,"0"0"-13"-15,0 0-18 16,0 0 11-16,0 0 0 15,0 0-1-15,0 0-5 16,38 20 1-16,-23-13 4 0,-1-1 1 16,1 1-3-16,1 0 1 15,-3-3-8-15,-1-1-51 16,-3-3-17-16</inkml:trace>
  <inkml:trace contextRef="#ctx0" brushRef="#br0" timeOffset="40025.8">14208 7259 259 0,'0'0'9'0,"0"0"-2"16,0 0-8-16,0 0-1 0,-26 36 1 16,16-14 1-16,2 2 0 15,1 0 1-15,-1 0-1 16,0 2-3-16,2-5-26 15,3 0-43-15,-3-8-49 16</inkml:trace>
  <inkml:trace contextRef="#ctx0" brushRef="#br0" timeOffset="40424.67">14276 7163 284 0,'0'0'4'0,"0"0"-3"16,0 0-2-16,38-35 1 15,-28 32-6-15,0 3-2 0,-3 0-5 16,-1 1-20-16,-2 9 11 16,-3 2 20-16,-1 2-4 15,0 3-8-15,-3 0 22 16,-7 0-10-16,1 1-2 15,1-2 0-15,4-4 4 0,-2-1 2 16,6-4-2-16,0-4-7 16,3 0-7-16,8-2 10 15,4-1 6-15,2 2 8 16,3 0 4-16,3 1-1 16,-4 2-8-16,1 3-2 0,-1 1 0 15,-8 0-4-15,-5 1-1 16,-5 2 1-16,-1 0-3 15,-11 0 14-15,-8 2-5 16,-8 3-4-16,-2-3-8 16,-5-1-92-16</inkml:trace>
  <inkml:trace contextRef="#ctx0" brushRef="#br0" timeOffset="47571.43">14384 7486 16 0,'0'0'4'0,"0"0"-3"0,0 0-5 0,0 0-7 0</inkml:trace>
  <inkml:trace contextRef="#ctx0" brushRef="#br0" timeOffset="47636.32">14384 7486 2 0,'0'0'14'16,"0"0"-13"-16,0 0-6 15</inkml:trace>
  <inkml:trace contextRef="#ctx0" brushRef="#br0" timeOffset="47899.84">14387 7499 45 0,'0'0'2'15,"0"0"-1"-15,0 0-1 0,0 0-1 16,0 0 1-16,0 0-1 15,0 0 4-15,0 1 14 16,0-1 14-16,2 0-5 16,2 0-5-16,4-3-5 15,-1 0-6-15,5-2-6 0,2-1-4 16,2 0 2-16,1-1-1 16,1 1-1-16,0-1 0 15,-3 0 1-15,2 3-1 16,-3-2-6-16,-1 2-16 0,-3 1-14 15,-5 0-26-15</inkml:trace>
  <inkml:trace contextRef="#ctx0" brushRef="#br0" timeOffset="48070.18">14454 7535 146 0,'0'0'39'0,"0"0"-42"16,0 0-6-16,0 0 9 16,37-8 2-16,-14-5 2 0,2-2-26 15,-1-5-62-15</inkml:trace>
  <inkml:trace contextRef="#ctx0" brushRef="#br0" timeOffset="50639.85">14351 6446 10 0,'0'-3'21'0,"3"-1"-19"16,0 0 3-16,2-2 4 0,-1 3-7 16,0-2-1-16,2 0-1 15,-3 0-1-15,5-3 1 16,-2 1 1-16,4 0-1 16,-3-1 2-16,4-1 2 15,2-2 1-15,0 0 3 0,1 1 5 16,2-2-3-16,2-1-3 15,3 1-4-15,2 0 2 16,-1 0-3-16,3 0 0 16,0 2 3-16,1-1 0 15,3 1-1-15,3 1-1 0,4 0 2 16,-1 1-3-16,4 0-1 16,0-1 0-16,2 2-1 15,-3 0 1-15,2 0-1 16,-3 1 0-16,2-1 1 15,-1 0 9-15,4 0 1 16,-2 1-3-16,3-1 2 0,-2 0 2 16,1 0-3-16,-2 0-4 15,-4 3-3-15,-3 1 1 16,-3 1-2-16,-1-1-1 16,-3 2 1-16,-3 1 0 15,-7 0-1-15,0 0 1 0,-6 0-6 16,-7 0-26-16,-3 4-29 15</inkml:trace>
  <inkml:trace contextRef="#ctx0" brushRef="#br0" timeOffset="50823.93">15471 6041 174 0,'0'0'1'0,"0"0"2"0,45 13-4 16,-34 6 0-16,-4 3-25 15,-6 7-33-15,-1-1-22 16</inkml:trace>
  <inkml:trace contextRef="#ctx0" brushRef="#br0" timeOffset="51572.48">15989 5341 87 0,'0'0'8'0,"0"0"13"0,0 0 8 16,0 0-8-16,0 0-2 15,0 0-6-15,0 0 1 16,0 0-9-16,0 0-8 0,0 0-2 16,-2-10 2-16,2 24 2 15,0 6 1-15,0 9 0 16,0 6 1-16,0 9-1 15,0 10 0-15,0 9 0 16,0 8-1-16,0 4 1 0,-4 7 1 16,0 4-1-16,0-1 0 15,3-4 0-15,1 1 2 16,0-1-2-16,0-3 1 16,0-1 1-16,5-2 0 15,-1-2 0-15,0-1 0 0,-3-5-1 16,1-3-1-16,-2-6 0 15,0-3 1-15,0-4-1 16,0-5 2-16,-3-5-2 16,-3-7 0-16,2-10-8 15,1-11-35-15,1-13-37 0</inkml:trace>
  <inkml:trace contextRef="#ctx0" brushRef="#br0" timeOffset="52163.79">16156 5337 76 0,'0'0'2'0,"0"0"8"0,0 0 6 0,0 0-1 15,0 0 3-15,0 0 2 16,0 0-12-16,2-38-1 16,8 33-4-16,5 2-1 0,2-1 0 15,7 1 3-15,6 0-3 16,9 1-1-16,8 0 0 15,5 2 0-15,10 0 0 16,4-1-1-16,5 0 0 16,2 0-1-16,8-3 0 0,2 1 0 15,6-5 0-15,3-2-9 16,2-1 11-16,9-2 1 16,1-3 4-16,4 2-7 15,-4-2 5-15,3 3-2 16,-5 1-1-16,-10 2-1 15,-3 1-1-15,-9 2-18 0,-6 0-26 16,-7 0-21-16</inkml:trace>
  <inkml:trace contextRef="#ctx0" brushRef="#br0" timeOffset="52639.91">18396 5082 73 0,'0'0'-2'0,"0"0"3"0,0 0 1 0,0 0 0 0,0 0 0 16,0 0 2-16,0 0 0 16,0 0 4-16,25 43-3 15,-23-21 0-15,-2 6-1 16,0 6-1-16,0 7 0 0,0 9 2 16,-7 8 0-16,1 6-1 15,-3 6 0-15,2 6 6 16,-3 4-1-16,3-1 0 15,-1 4 2-15,0-1-5 16,2-2 9-16,-1-3-2 0,2-1 4 16,1 1-1-16,-1-2-9 15,3-2-4-15,1-1-2 16,0-1-1-16,0-1 1 16,1-2-1-16,-1-3 0 15,-2-1-1-15,-1-6-10 0,-1-2-19 16,-1-8-15-16,-1-8-28 15</inkml:trace>
  <inkml:trace contextRef="#ctx0" brushRef="#br0" timeOffset="53415.89">16174 7174 71 0,'0'0'1'0,"0"0"0"0,0 0 0 0,0 0 0 0,0 0 1 16,0 0-1-16,40-4 0 16,-31 2 3-16,3 0 1 15,0-1 2-15,5-1 1 0,1-2 2 16,8-1 1-16,4 0 1 15,6-1-1-15,4-1 0 16,5-2 2-16,7 2-4 0,6-2 2 16,4 2 1-16,7 1-3 15,1-1-3-15,3 2-2 16,4 1-3-16,-2 0 1 16,4 0-1-16,-1 0 0 15,5 0-1-15,1-2 0 16,1 2 2-16,-2-4-2 0,0 3 0 15,-3-1 2-15,-4-1-2 16,-7-1 0-16,-6 0 0 16,-6 3 4-16,-4 1 4 15,-10 2-1-15,-4-1-3 16,-6 2 0-16,-5 1 0 0,-4-1-2 16,-5 2-1-16,-6 1-1 15,-3 0 2-15,-2 0-1 16,-3 0 0-16,-2 0-3 15,0 0-11-15,1 0-19 16,-1 0-36-16,-3 0-52 0</inkml:trace>
  <inkml:trace contextRef="#ctx0" brushRef="#br0" timeOffset="56468.83">9090 5935 37 0,'0'0'13'0,"0"0"-9"0,0 0-4 16,0 0 3-16,0 0-1 15,0 0 0-15,0 0-1 16,0 0 3-16,0 0 3 0,0 0 5 16,0 0-6-16,0 0 3 15,0 0-1-15,0 0-3 16,0 0-4-16,0 0-1 15,0 0-1-15,0 0 2 16,0 0-1-16,0 0-1 16,0 0 0-16,0 0 0 0,0 0 1 15,0 0 0-15,2 1 0 16,0 1 0-16,0-1-1 16,0 3 0-16,0-1 1 15,0 0 0-15,0 0 0 16,-2-2 1-16,0 3-1 0,0-1 0 15,0 0 1-15,0 0-1 16,0-3 0-16,4 0 0 16,1 0-1-16,7-1 0 15,11-14 3-15,9-4 3 16,11-10-2-16,7-11-3 0,8-11-46 16</inkml:trace>
  <inkml:trace contextRef="#ctx0" brushRef="#br0" timeOffset="57479.84">16530 5547 130 0,'-3'-4'5'0,"2"0"7"0,-1 3 0 0,0 1-8 15,0 0-4-15,0 3 0 16,1 6 2-16,1 4-2 15,-1 1 0-15,1 3 1 16,-1 4 0-16,0-1 2 0,0 4-2 16,1-2 0-16,-1 2 0 15,1-2-1-15,0-2 0 16,0 0 0-16,0-6-1 16,2-4-16-16,4-7-54 15</inkml:trace>
  <inkml:trace contextRef="#ctx0" brushRef="#br0" timeOffset="57849.71">16683 5512 253 0,'0'0'-39'0,"0"0"42"15,0 0 1-15,0 0-6 16,0 0-2-16,0 0 1 15,0 0 3-15,-34 42-1 16,20-22 1-16,2 4-1 0,-1-4 0 16,1 1-4-16,1-5 5 15,1-1 1-15,2-6 0 16,3-2-1-16,0-4 2 16,4 1-1-16,1-2 0 15,0 0-2-15,0 1 1 0,2 2-3 16,7-1 1-16,3 2 2 15,2-1 2-15,5 3 0 16,0-1-1-16,1 0 0 16,1 0 0-16,-5-3-1 15,0 3 1-15,-4-1-1 0,1-2 0 16,-6-1-3-16,0 0-38 16,-4-3-33-16</inkml:trace>
  <inkml:trace contextRef="#ctx0" brushRef="#br0" timeOffset="58048.86">16862 5565 217 0,'0'0'10'0,"0"0"7"16,0 0-9-16,0 0-6 15,0 0-4-15,0 0 1 16,44-38-25-16,-26 35-49 16,-3-1-65-16</inkml:trace>
  <inkml:trace contextRef="#ctx0" brushRef="#br0" timeOffset="58198.66">16983 5628 175 0,'0'0'9'0,"0"0"9"15,0 0-18-15,0 0-1 16,0 0-1-16,0 0 4 16,0 0-3-16,40 24-8 15,-18-24-46-15,-1-4-41 16</inkml:trace>
  <inkml:trace contextRef="#ctx0" brushRef="#br0" timeOffset="58505.96">17241 5429 206 0,'0'0'20'0,"0"0"-24"0,0 0 4 16,-15 41 0-16,14-29 0 16,1 1-1-16,0-2-2 15,0-4-1-15,8 0-2 16,1-7 3-16,3 0 2 0,2 0 3 15,0-3 0-15,2-7-4 16,1-4 5-16,-1 0-1 16,-1 0 2-16,-5 1 5 15,-1 3 6-15,-1 3-4 16,-4 4-6-16,1 3-3 0,-2 5-3 16,1 13-1-16,-2 7-1 15,-1 11-12-15,-1 4-42 16,-1 4-31-16</inkml:trace>
  <inkml:trace contextRef="#ctx0" brushRef="#br0" timeOffset="59073.73">16839 6103 82 0,'0'0'3'0,"0"0"6"0,0 0-2 16,0 0 9-16,0 0 5 15,0 0 0-15,7-46-6 0,-5 36-1 16,0 3-4-16,-2 0-4 16,0 0-4-16,0 1 3 15,0 2-2-15,-4 1-2 16,-1 1 6-16,-5 2-6 16,-2 0-1-16,-3 6 1 15,0 6-1-15,1 2 0 0,0 0 0 16,7 0 0-16,0 1 0 15,6-3-1-15,1 0 1 16,0-1-2-16,10-4-1 16,2 0 2-16,-1-1 0 15,4-1 1-15,1 1 0 0,-1-3 2 16,-3 1-2-16,-3-1 1 16,-1 1-1-16,-3-2 0 15,-3 0 3-15,-2 0-2 16,0 1 0-16,-6 0 4 15,-5 2 0-15,-2 0-2 0,-4 2-2 16,-5 0-1-16,5 0-1 16,1 1 1-16,3-2-6 15,3 1-46-15,5-3-17 16</inkml:trace>
  <inkml:trace contextRef="#ctx0" brushRef="#br0" timeOffset="59265.94">17020 6047 266 0,'0'0'3'0,"0"0"6"0,0 0-5 15,0 0-3-15,43-37 0 16,-25 34-3-16,1-1-30 0,-3 3-74 15</inkml:trace>
  <inkml:trace contextRef="#ctx0" brushRef="#br0" timeOffset="59393.82">17158 6168 190 0,'0'0'37'15,"0"0"-32"-15,0 0-6 16,0 0-2-16,0 0-24 15,39-23-93-15</inkml:trace>
  <inkml:trace contextRef="#ctx0" brushRef="#br0" timeOffset="59707.26">17365 5865 259 0,'0'0'5'15,"0"0"-2"-15,0 0-2 16,0 0-1-16,40-24 0 16,-36 24 0-16,-2 14-6 15,-2 5-11-15,0 6 0 0,-9 5 12 16,-2 0 4-16,-3-3-2 16,1-3 2-16,2-5 1 15,4-7 4-15,1-6 0 16,3-3 1-16,3 0 2 15,0-3 2-15,7 0-3 0,11-9 10 16,5-2-2-16,10-5-6 16,9-1-7-16,6-3-2 15,5-1 2-15,1-6-42 16,-3 0-153-16</inkml:trace>
  <inkml:trace contextRef="#ctx0" brushRef="#br0" timeOffset="64616.03">16462 6595 72 0,'-2'-7'6'0,"0"1"15"0,0 1-1 0,0-2-5 16,0 1-5-16,2-1-8 0,-3 0-1 16,2 3-1-16,1-1 0 15,0 3 1-15,-1 1 0 16,1-1 1-16,-1 2-3 15,1 0-4-15,0 0-20 16,0 0 15-16,0 0 7 0,-1 0 0 16,0 2 3-16,1-2 0 15,0 1 2-15,0 0 1 16,-1-1 9-16,1 0 1 16,0 0-1-16,0 0-3 15,0 0 1-15,0 1-5 0,0 1-4 16,0 2 0-16,0 3 2 15,0 3-1-15,0 1 1 16,1 2 0-16,1 1-2 16,-1-1 0-16,1 4 0 15,1 0-1-15,-1-1 0 16,0 1 0-16,-2 1 0 0,2-1-1 16,-2-1-16-16,0-2-23 15,0-4-10-15</inkml:trace>
  <inkml:trace contextRef="#ctx0" brushRef="#br0" timeOffset="64978.83">16448 6571 206 0,'0'0'4'0,"0"0"8"0,0 0-12 0,0 0 0 15,0 0 0-15,0 0 1 16,0 0-1-16,0 0 1 16,0 0-1-16,49 44 1 15,-36-28-1-15,1 1 0 0,-1-2 1 16,-2-3-1-16,1-1 0 16,-3-4 0-16,1-3 0 15,-2-1-1-15,-2-3-2 16,-1 0 2-16,1-4 16 15,-4-7 10-15,0-4-9 0,-1-2-5 16,-1-2-2-16,0-3-2 16,0 0-4-16,0 0-2 15,0 0-1-15,0 4 0 16,0 4-5-16,0 6-12 16,0 2-16-16,0 6-55 15</inkml:trace>
  <inkml:trace contextRef="#ctx0" brushRef="#br0" timeOffset="65277.9">16714 6578 159 0,'0'0'-2'0,"0"0"3"16,0 0 0-16,0 0-1 15,2 44 1-15,-2-33 0 16,0-2-2-16,0-2 2 15,0 0-1-15,0-5-1 0,0-2 0 16,0 0 1-16,3 0 11 16,1-2 10-16,0-5 3 15,-2-3-8-15,-2-1-8 16,0-2 3-16,0 0-2 16,-2-1-4-16,-6 4-3 0,3 0-1 15,-4 5 0-15,2 2-3 16,1 3-7-16,1 0-29 15,1 1-40-15,2 5-9 16</inkml:trace>
  <inkml:trace contextRef="#ctx0" brushRef="#br0" timeOffset="65455.92">16928 6497 290 0,'0'0'-8'16,"0"0"8"-16,0 0-1 16,0 0 0-16,0 0 0 15,0 0-20-15,37-27-39 16,-30 25-23-16</inkml:trace>
  <inkml:trace contextRef="#ctx0" brushRef="#br0" timeOffset="65597.82">17008 6581 241 0,'0'0'4'0,"0"0"-12"0,0 0 3 16,0 0 4-16,48-14-24 16,-33 1-89-16</inkml:trace>
  <inkml:trace contextRef="#ctx0" brushRef="#br0" timeOffset="65862.36">17268 6308 248 0,'0'0'5'15,"0"0"-2"-15,0 0-4 16,0 0 0-16,0 0 1 15,-16 42 0-15,10-24-1 16,1 3 1-16,-1 3 0 0,1-2 0 16,1-1 0-16,1 0 0 15,3-1 0-15,0 1-1 16,0-1-9-16,0-4-19 16,0-2-8-16,0-1-12 15,2-6-6-15</inkml:trace>
  <inkml:trace contextRef="#ctx0" brushRef="#br0" timeOffset="66253.7">17407 6297 153 0,'0'0'5'0,"0"0"3"16,0 0-1-16,0 0-7 15,0 0-3-15,0 0-1 16,-29 45 4-16,20-19 0 16,2 1 0-16,0 3 1 15,3-2-1-15,1-1 1 0,3-3 1 16,0-5-2-16,0-4 0 15,6-3 0-15,2-5-2 16,-1-3 4-16,1-4 3 16,0 0 8-16,-1 0 4 15,0 0 1-15,-1-8-6 0,-4-2 0 16,0-2-3-16,-2-1 1 16,0 1-5-16,-4 2-4 15,-9 4-4-15,-4 6-29 16,-7 0-61-16</inkml:trace>
  <inkml:trace contextRef="#ctx0" brushRef="#br0" timeOffset="67578.46">17295 6821 115 0,'0'-4'1'0,"0"1"17"0,0 0 6 0,0 3-16 16,0 0-4-16,0 0-6 16,0 0 1-16,0 3 2 0,1 8 2 15,2 5 0-15,1 1 0 16,1 3-3-16,-1 1 1 15,1 2-1-15,0-2 0 16,-2-1 0-16,0-3 0 16,-1-3-1-16,1-2-1 0,-3-4-10 15,0-4-26-15,0-4-15 16</inkml:trace>
  <inkml:trace contextRef="#ctx0" brushRef="#br0" timeOffset="68004.06">17288 6820 173 0,'0'0'-6'0,"0"0"23"15,0 0-3-15,0 0-8 16,12-39-8-16,-2 32 4 0,5 0-2 16,0 0-1-1,1 1 2-15,3 3-1 0,-3 2 0 16,0 1 2-16,-2 0-2 15,-4 7-1-15,-1 7-13 16,-4 0 14-16,-3 4-4 16,-1 0 1-16,-1 0-3 15,-1-1 4-15,-9-1 2 0,0 1-2 16,-3 0 1-16,-2-7-4 16,1 1 2-16,4-2-1 15,0-3 4-15,5-3 1 16,1-3 0-16,2 0 1 0,2 0-2 15,0 0 1-15,0 0 16 16,0 0-1-16,0-2-6 16,6 2 0-16,-1 0 2 15,5 0-6-15,2 0-1 16,3 0-4-16,-1 0 0 16,-1 2-1-16,3 2 1 0,-1-1-6 15,-2-2-19-15,1-1-40 16,-1 0-29-16</inkml:trace>
  <inkml:trace contextRef="#ctx0" brushRef="#br0" timeOffset="68437.2">17603 6857 199 0,'0'0'-12'0,"0"0"-20"0,0 0-11 0,0 0 31 16,0 0 2-16,0 0 8 16,0 0 3-16,0 0 4 15,0 0 0-15,0 0 4 16,-1-8-7-16,4 0-1 0,0 1-1 16,-1-2 2-16,0 1-2 15,-2 1 1-15,1 0 0 16,-1 1 1-16,0 4 13 15,0 0 4-15,0 2 1 16,-3 0-16-16,-4 0-6 0,0 7-5 16,0 4 4-16,1 3 2 15,-2 2 2-15,4 0-1 16,1-1 2-16,0 1-2 16,3-5 2-16,0 1-1 15,5-3 2-15,1-2-2 0,2-1 2 16,0-3 4-16,2 0 2 15,1-3-1-15,2 0-2 16,1 0-3-16,1 0-1 16,0-6-23-16,-3-5-53 15</inkml:trace>
  <inkml:trace contextRef="#ctx0" brushRef="#br0" timeOffset="69551.22">17700 6622 91 0,'0'0'30'0,"0"0"-10"0,0 0 1 0,0 0-9 0,0 0-7 16,0 0-2-16,0 0-2 15,0 0-1-15,0 0 1 16,0 0-1-16,0 0 1 0,0 0 0 15,0-12-2-15,-1 12 1 16,1 0-1-16,0 0 0 16,0 0 1-16,0 0 0 15,0 1-1-15,1 3 1 16,1-1 0-16,0 4 0 0,0 0 0 16,0 0 0-16,0 0 0 15,0 1 0-15,0 1 0 16,1-1 0-16,-1 0 1 15,1 4-1-15,-2 0 0 16,0-2 0-16,1 4 0 0,0-1 0 16,1 3 0-16,-1-2 0 15,0 0 0-15,-1 3 1 16,1-4-1-16,0 1 0 16,-2-1 0-16,1 0 0 15,0-3 0-15,0-2 0 16,2 1 1-16,-3-2-1 0,2-3 0 15,-1 2 0-15,2-2 0 16,-1 0 0-16,0-1 0 16,-1 1 0-16,2-2 0 15,-3 1 1-15,2-3-1 16,-2 2 0-16,0 0 0 0,0-2 0 16,0 0 1-16,0 0-1 15,1 0 0-15,-1 0-1 16,0 0 1-16,2 0 0 15,-1 0 0-15,1 0-1 16,0 0 1-16,1 0 2 16,-1 0 0-16,1 0 1 0,2 0 3 15,1 0-2-15,-1 0-1 16,1 0 5-16,0 0-4 16,2-2 0-16,-1 0-2 15,1 0-2-15,-2 1 1 0,1-1-1 16,0 2 0-16,0 0 1 15,-3-2-1-15,1 2-3 16,1 0-15-16,-2-1-21 16,-2 0-19-16</inkml:trace>
  <inkml:trace contextRef="#ctx0" brushRef="#br0" timeOffset="70567.67">17912 6764 44 0,'0'0'14'0,"0"0"-5"0,0 0 3 0,0 0-1 0,0 0 1 15,0 0-1 1,0 0 2-16,0 0-2 0,0 0-7 16,0 0 0-16,0 0 1 15,0 0 3-15,0 0-1 16,2-13-1-16,-2 13-4 16,1 0-2-16,0 0 0 0,0 0-1 15,1 0 2-15,-1 5 0 16,0-1 0-16,1 3-1 15,0-1 2-15,0 1-2 16,-2 1 1-16,1-1-1 16,0-1 1-16,0 1-1 0,0-1 1 15,0 1-1-15,1 0 2 16,1-1-2-16,-1-1 0 16,0 1 1-16,-1 0-1 15,1-1 0-15,0 0 0 16,-1-1 0-16,0 2 1 15,1-2-1-15,0-1 0 0,0 2 0 16,0-3 1-16,-2 1-1 16,1 0 1-16,1-2-2 15,-1 2 2-15,0-2-1 16,1-1 1-16,0 2 0 0,-2-1-1 16,3-1 2-16,-3 0 3 15,0 0-1-15,0 0 1 16,0 2 3-16,0-2-3 15,0 0-4-15,0 0-1 16,2 0 0-16,-2 0 0 0,1 0 0 16,-1 0-1-16,2 0-1 15,-1 0 2-15,0 0 1 16,0 0 1-16,2 0 2 16,-3 0-1-16,2 0 0 15,-2 0-2-15,2 0 1 0,-2 0 1 16,1 0 1-16,-1 0-1 15,2 0-1-15,-1-2 3 16,0-1-4-16,1 2 2 16,2-3 0-16,-2 1 0 15,0-2 1-15,0 0-2 16,1-1 0-16,0-1-1 0,1 1 1 16,-3-1 0-16,2 0 1 15,0 0 0-15,1 0-2 16,-2 0 0-16,1 0 0 15,0 0 0-15,-1 0 0 16,-1 1-1-16,2-1-1 0,-1 1-6 16,0 0-20-16,-1-2-27 15,1 1-24-15</inkml:trace>
  <inkml:trace contextRef="#ctx0" brushRef="#br0" timeOffset="72710.82">18011 6528 52 0,'0'0'4'0,"0"0"6"0,0 0 2 0,0 0 4 0,-36-17-4 16,29 15-6-16,-3 0-2 15,2 1 1-15,0-1-2 16,0 0-1-16,1-1-2 16,-1 1 1-16,1 1 0 15,-5-2-1-15,2 0 0 0,-1 3 0 16,1-2 0-16,-1 0 1 16,-1 1-1-16,0 0 0 15,-1 1 0-15,-2 0 0 16,0 0 1-16,-1 0-1 15,-2 0 0-15,-1 2 0 0,0 2 0 16,-3 2 0-16,2 1 0 16,-3-1 0-16,0-1 3 15,2 2 1-15,-3-1-1 16,1 0 2-16,1-1-1 16,-2 1 4-16,0 0-3 0,0 2-4 15,0-1 1-15,-1-1-2 16,1 1 0-16,1 0 0 15,1 1 0-15,0-1 0 16,2 1 0-16,2-1 1 16,-2 0 0-16,3 2 0 0,2-1 1 15,-4 2-2-15,5 3 0 16,-1 0 0-16,1 1 0 16,-1 0 0-16,1 3 0 15,-2 1 0-15,2 0 0 16,-2 0 0-16,3 3 0 0,0-1 0 15,-1 3 1-15,1-3-1 16,2 0 0-16,2 0 0 16,2-2 0-16,3 1 0 15,-3-3 0-15,4 0 0 16,1 0-1-16,0-2 1 0,2 2 0 16,0-1 0-16,0 0 0 15,0-1 0-15,0 0 0 16,0 1 1-16,5 1 0 15,2 0-1-15,-2 1 1 16,3-3 0-16,-2 2-1 0,2-2 0 16,-1 0-2-16,1-4 2 15,-1 0 2-15,2 1 0 16,-2-4-1-16,1 1 0 16,1-1 0-16,-1 0 0 15,2 0-1-15,-3 0 2 0,0-3-2 16,4 3 0-16,-4-2 0 15,1 0-2-15,-2-2 2 16,4 2 0-16,-1 0 4 16,-3-2-4-16,4 1 1 15,-1 2-1-15,0-2 1 0,1 0-1 16,-1 2 0-16,-1-2 0 16,2 2 1-16,-2-3-1 15,1 3 1-15,1-1-1 16,2-1 1-16,-4 1-1 15,2-1 0-15,3 2 0 16,-2-2 1-16,-1 0-1 0,3-1 1 16,-1 3 1-16,3-3 1 15,1 1 0-15,1-1 0 16,0-1 1-16,1 1 1 16,0 0-3-16,1-3 0 15,0 0 0-15,1 0 3 0,-3 0-2 16,0 0-2-16,3 0 4 15,-5 0-5-15,1 0 1 16,-2 0 1-16,1 0-2 16,-1 0 1-16,2 0 1 0,-3-3 2 15,2-1 2-15,-1 1-2 16,0-1-1-16,1 1-2 16,-1-1 1-16,-2-2-1 15,0 2 0-15,0 1-1 16,0-2 2-16,0 0-4 0,1-1 7 15,-4 2-2-15,4-3 0 16,-1 2 1-16,0 0-2 16,0-1-1-16,-3 2-1 15,1-3 0-15,-1 3 1 16,-3-2 0-16,1 0 3 16,-1-1 1-16,1 0-2 0,-1 0 0 15,1 0 0-15,-2 0-3 16,4 0 0-16,-5 1 1 15,3-2-1-15,-2 1 0 16,-1-1 1-16,4 1 1 16,-4-4 2-16,1 4 0 0,0-3-2 15,-1 0 0-15,-1 2 1 16,3 0-2-16,-4-1 0 16,2 1 0-16,-1 1 0 15,2-1-2-15,-2-1 1 16,1 1 2-16,2-2-2 0,-3 1 0 15,1 2 0-15,3 0 1 16,-5 0 0-16,1 0-1 16,-1-2 1-16,2 2 0 15,0-1 0-15,-1-2 0 16,1 0 2-16,1-3-3 16,0 2 0-16,-1-2 1 0,2 0-1 15,-3 0 0-15,1 2 0 16,0 0 1-16,0 1-1 15,-2-3 1-15,0 4-1 16,2-1 0-16,0-1 1 0,-1 0-2 16,1-2 1-16,0 1 1 15,0 0-1-15,1-1 0 16,0 0 0-16,-1 2 0 16,-1 0 0-16,0 0 0 15,-1 2-1-15,1 0 2 16,-1 2-2-16,-1 0 1 0,0 0 0 15,0-1 0-15,-1 1-1 16,1 1 1-16,-1-1-1 16,0 1 1-16,0 0 0 15,0-1 0-15,0 1 0 16,0-1 1-16,1 3-2 0,-1-2 1 16,0 0 1-16,1 1-1 15,-1-1 0-15,0 3 0 16,0-4 0-16,0 3 0 15,0-2 0-15,0 2 1 16,0 0 0-16,0 0 1 0,0-1-1 16,0 1 0-16,-1-2 0 15,-1 1-1-15,1-2 1 16,-1 1-1-16,2 0 1 16,-2-1-1-16,0-1 1 15,-1 0-1-15,0-3 2 0,0 1-2 16,-4-3 1-16,0-2-5 15,-3-4 5-15,-1 1 1 16,-3-4-2-16,-2-2 0 16,-4 0-2-16,-7 0-1 15,-6 0-12-15,-13 1-18 0,-16 3-36 16,-18 2-78-16</inkml:trace>
  <inkml:trace contextRef="#ctx0" brushRef="#br0" timeOffset="75838.17">16558 8244 59 0,'0'-1'11'0,"0"0"11"0,0-1-3 0,0 2-6 15,0-2 4-15,0 2 7 16,0 0-1-16,0 0-13 15,0 0-12-15,0 0-1 16,0 0-2-16,2 0 2 16,0 0-2-16,0 4 7 0,1 1-2 15,1 2 0-15,2 0 0 16,-2 3 0-16,2-1-2 16,0-1 2-16,-3 1-2 15,2-2 3-15,1 1 0 16,0-3-1-16,1-3-2 15,1-2 3-15,3 0 7 0,4-8 11 16,2-8 2-16,4-3-6 16,3-6-2-16,3-2-3 15,2-7-5-15,1 2-3 16,0-4-9-16,-3-5-92 0</inkml:trace>
  <inkml:trace contextRef="#ctx0" brushRef="#br0" timeOffset="76983.94">18567 6128 83 0,'0'0'5'0,"0"0"16"0,0 0 2 16,0 0-8-16,0 0-5 15,0 0-8-15,0 0-1 16,-36-16-1-16,30 15 0 16,1 0 0-16,4 0 1 15,-1-3 5-15,0 2 6 0,2-3-1 16,0 1-5-16,0-2-3 15,2-2-2-15,1-1 2 16,2-1-1-16,-1-1 1 16,0 1-2-16,0-2 0 15,1 0-1-15,1-1 1 0,2 0 2 16,1 2-2-16,3-2 1 16,4 2-1-16,0-1 3 15,4 1-4-15,-2 1 0 16,2 3 1-16,-2-1-1 0,-2 0 1 15,1 4-1-15,2-2 0 16,1 2-1-16,2-3-4 16,1 4 4-16,2-1 2 15,3 1-3-15,2 0 5 16,2-1-3-16,0 4-1 0,1-3 2 16,1 2-2-1,-2-1 2-15,-1-1-3 0,0 1 3 16,-1-1-1-16,1 1 1 15,2-2 1-15,0 1 0 16,3 0 3-16,-2-1-2 16,1 1 0-16,-1 2-1 15,-5-2-1-15,0 0 2 0,-5 3-1 16,-1 0 0-16,-5 0 1 16,1 0-2-16,-1 0 1 15,1 0 0-15,0 0 0 16,0 0 0-16,1 0-1 0,0 0-1 15,-3 0 1-15,-2 0-1 16,-2 0 1-16,-2 0-1 16,-4 0 2-16,0 0-1 15,-3 0 1-15,-1 0-1 16,2 0 0-16,-3 0-1 0,0 0-2 16,-1 0-31-16,-1 0-62 15</inkml:trace>
  <inkml:trace contextRef="#ctx0" brushRef="#br0" timeOffset="77338.84">19686 5736 53 0,'0'0'4'0,"0"0"-4"16,0 0 2-16,0 0 10 15,0 0 0-15,0 0 2 0,0 0 3 16,0 0 3-16,0 0-1 16,37 14-2-16,-28-8-7 15,1 0-2-15,-1-1-5 16,-1 2 1-16,-2 1-1 15,0 1 2-15,-3 3-2 0,-3 0 2 16,0 3-2-16,-8 4 0 16,-11 4 2-16,-8 8-3 15,-7 5-3-15,-12 4-9 16,-4-2-51-16,-4-2-91 16</inkml:trace>
  <inkml:trace contextRef="#ctx0" brushRef="#br0" timeOffset="79665.86">18406 6188 60 0,'-4'0'2'0,"0"0"-1"0,2 0 0 0,0 0-1 15,0 0 0-15,-2 0 6 0,3 0 10 16,0-5 1-16,1 0 0 15,0-3-7-15,0 1-2 16,0-1 0-16,0 2-4 16,0-1-1-16,1 0-4 15,4 1 1-15,-3 1-1 0,2-2-1 16,-1 1 0-16,2-1 1 16,-3 0 1-16,1 1-1 15,2-3 1-15,2 1 0 16,-1-1-1-16,2 1 1 0,-3 1-4 15,4-2 4-15,2 1 1 16,-2-3-2-16,2 2 1 16,1-1 0-16,1 2 0 15,-1-1 0-15,2 0-1 16,-1 0 1-16,2 1 0 16,0 0 6-16,4-1-4 0,0 2-2 15,-3 0 2-15,2 0-2 16,-2 1 0-16,3 2 0 15,-4 1 0-15,0-1 0 16,1 2-2-16,2 1 1 16,3-2 0-16,-1 3 8 0,3 0 1 15,3 0-5-15,2 0-1 16,2-1-4-16,4-1 5 16,0 1 3-16,3-2 0 15,-3 2-1-15,2-1-2 16,-2 1 0-16,1-2-2 0,-5 2 2 15,1-1 2-15,0-1 0 16,0 2 1-16,-3-2-3 16,0 2 1-16,1-1-1 15,-3 0 2-15,-3 0-1 16,-2 1-1-16,-4 0 1 0,-3 0-3 16,-4 1 0-16,-1 0 0 15,-3 0 0-15,2 0 0 16,-5 0-1-16,1 0-3 15,-2 1-15-15,-2 1-18 16,0 1-23-16,0-2-24 0</inkml:trace>
  <inkml:trace contextRef="#ctx0" brushRef="#br0" timeOffset="80050.77">19432 5715 70 0,'0'0'4'0,"0"0"-2"0,0 0 0 16,0 0 3-16,47 0 3 15,-37 5 4-15,3 1 2 16,2 2-2-16,0 1 7 0,1 1-5 16,-1 3-3-16,1-2-5 15,-5 3-2-15,-1-1-3 16,-2 1-2-16,-3-1 0 16,-1 3 9-16,-4-2-7 15,0 3 0-15,0 1 2 0,-8 2 0 16,-7 3-1-16,0 0-1 15,-7 1 1-15,1 0-3 16,-2 4-6-16,1-6-35 16,1-4-35-16</inkml:trace>
  <inkml:trace contextRef="#ctx0" brushRef="#br0" timeOffset="81373.87">18438 6172 85 0,'-1'0'2'0,"1"-4"0"0,0-1-1 0,-2 1-1 0,2 0 1 16,-2-1-1-16,2 0 0 16,-2-1 1-16,1 0 4 15,1-2 1-15,0-2 1 16,0 0-3-16,7 0-2 15,4-3-1-15,3 1-1 0,1-1 3 16,3-1-1-16,4 2 3 16,3-2 2-16,4 0 1 15,2 2 1-15,-2 0-2 16,4-1-4-16,2 2-4 16,-2 1 2-16,4-3 1 15,2 6 0-15,-1-2-2 0,1 2 0 16,5 0 0-16,-6 1 0 15,2 2 5-15,-1 0 3 16,-2 1 1-16,-1 0-5 16,-3 3-3-16,1 0 2 0,-1 0-3 15,-1 0 3-15,-1 0-3 16,-1 0 0-16,-2 0 0 16,-3 0 0-16,-2 0 0 15,-4 0 0-15,-1 0 0 16,-2 0 1-16,0 0 0 0,-2 0 1 15,1 3-2-15,-2-3 1 16,2 3-1-16,-1-3 1 16,-2 1 0-16,0-1-1 15,-3 0 0-15,-1 2 1 16,0-2-1-16,-5 0 2 0,0 1 0 16,-1-1-3-16,-2 3-18 15,0-3-35-15,0 0-37 16</inkml:trace>
  <inkml:trace contextRef="#ctx0" brushRef="#br0" timeOffset="82027.85">19425 5692 3 0,'0'0'6'0,"0"0"-5"0,0 0 3 16,0 0 7-16,0 0 0 15,0 0 5-15,0 0-2 16,0 0-3-16,0 0 1 16,30 38-1-16,-20-32-1 15,-1 1 3-15,3 0-2 0,1 2-3 16,1-1 2-16,1 2-4 16,-1 1-4-16,-1-2-1 15,-1 1 0-15,1-1-1 16,-1-2 0-16,2 1 0 15,-3 2 0-15,-3-4 1 0,1 1-1 16,-3 0 2-16,0-2-1 16,-6 1 5-16,0 0-2 15,0 4 9-15,0-1-7 16,-10 3 0-16,-1 1-2 16,-2 3 0-16,-2 1 0 0,1 1-3 15,1 6 1-15,0 0-3 16,1 5 1-16,3-1-1 15,-2-2-52-15,4-5-70 16</inkml:trace>
  <inkml:trace contextRef="#ctx0" brushRef="#br0" timeOffset="82811.41">19913 4982 56 0,'0'0'4'0,"0"0"12"0,0 0-4 0,0 0 1 0,0 0 5 16,0 0-1-16,0 0 1 16,0 0-2-16,0 0-2 15,0 0-6-15,0 0-9 16,-29-28-4-16,29 38 5 15,0 6 1-15,0 6-1 16,0 3 0-16,0 5 0 0,0 4 0 16,0 5 0-16,0 2 0 15,0 1 0-15,0 4 0 16,0-1 0-16,0 1 1 16,-2 0-2-16,2 0 1 15,0 1 1-15,0 3-2 16,0 4 1-16,4 5 0 0,4 4 1 15,-1 2 0-15,3 5 0 16,0 2 1-16,0 5 2 16,2-1 0-16,-2 4 0 15,0 7 3-15,-2 1 5 0,0-2-6 16,3-2-3-16,1 0 1 16,-2-4-2-16,2-6-2 15,2-8 2-15,-2-5 0 16,-2-6 0-16,1-7 1 15,-3-6-2-15,1-7 0 16,0-6 0-16,1-8-1 0,1-7-1 16,0-14-33-16,0-5-73 15</inkml:trace>
  <inkml:trace contextRef="#ctx0" brushRef="#br0" timeOffset="83523.39">20033 5064 137 0,'0'0'3'0,"0"0"-1"0,0 0-3 0,0 0 1 15,0 0-2-15,0 0 0 16,0 0 2-16,45-21-2 0,-28 17 3 15,3-3 4-15,3 0 7 16,4-2-11-16,6-1 8 16,3 1-5-16,7-3 1 15,6-1-1-15,6 0-2 16,6 0 2-16,0-1 3 0,6-1 0 16,3 2 1-16,2 0 1 15,-2 1-4-15,3 1-1 16,4 1-3-16,4 2 0 15,3-1-1-15,5 0 0 16,0 1 1-16,3 0-1 0,-5-1 0 16,-5-1 1-16,-3 2 0 15,-9-2 0-15,-2 1-1 16,-2 2 1-16,-7 0 1 16,-1 1-2-16,-3-1 0 15,-3 3-2-15,-5 0 0 0,-5 1-14 16,-2 0-16-16,-6 0-22 15,-4 0-43-15</inkml:trace>
  <inkml:trace contextRef="#ctx0" brushRef="#br0" timeOffset="84334.11">22221 4736 20 0,'0'0'2'0,"0"0"-1"0,0 0 3 0,-10 46 3 16,7-28 5-16,0 3-1 15,-2 2-4-15,2 1 3 0,-1 3-1 16,3 3 2-16,-1 1-3 15,2 3 2-15,-2 3-5 16,1-1-1-16,0 3-1 16,1 3 0-16,-2 3 0 15,1 2 1-15,1 4 0 0,0 3-1 16,0 0 5-16,0 3-2 16,7 0 4-16,-2-1-2 15,2 2 1-15,0 1 1 16,1-1-2-16,-1-1 3 15,1 0-1-15,-3 0-3 0,3-2 0 16,0-1-1-16,0-1-2 16,-1-1-1-16,4 1-1 15,-1-4-1-15,-1 1 0 16,3 0 0-16,-2-2-1 16,2 0 1-16,1-3-1 0,-1-3 1 15,-1-2-1-15,1-5 0 16,-2 1 0-16,0-4 1 15,-2 0-1-15,-2 0 1 16,-2-3-1-16,2-1 0 16,-4 0 2-16,-1-2-2 15,1-2 0-15,-2-4 2 0,0 3-2 16,0-5 0-16,0-1 1 16,-2-1 1-16,-5-2-2 15,-4 0 0-15,-6-2 0 16,-4-1 1-16,-6-1-1 15,-10 0 1-15,-4-1 0 0,-10-1 0 16,-7-1-1-16,-10 3 1 16,-7 0 0-16,-6 4-1 15,-2-1 0-15,-6 1 1 16,-3-1-2-16,0 1 2 0,3-2-1 16,-4 1 4-16,1-1 10 15,5 4 0-15,3-2-8 16,2 3-6-16,2 0 0 15,1-1 0-15,5 1 0 16,3-2 0-16,-2-2 1 0,7 4-1 16,3-3-3-16,6 2-14 15,8-2 5-15,6-1-32 16,11-4-50-16</inkml:trace>
  <inkml:trace contextRef="#ctx0" brushRef="#br0" timeOffset="84770.27">20516 7775 215 0,'0'0'-28'0,"0"0"33"0,0 0 1 0,0 0-6 0,0 0-5 15,0 0-1-15,0 0 7 16,0 0 19-16,-3 39-9 16,7-14-3-16,0 4-4 15,2-1-1-15,-1 1-3 0,-1-1 1 16,0 0 0-16,-4-5 0 16,2 0-1-1,-2-5 0-15,0-5 0 0,0-2-10 16,-4-5-19-16,0-6-20 15,-1 0-12-15</inkml:trace>
  <inkml:trace contextRef="#ctx0" brushRef="#br0" timeOffset="85045.64">20530 7754 182 0,'0'0'5'16,"0"0"-3"-16,0 0 0 15,45-33-1-15,-32 32-1 16,0 1 0-16,-2 0 0 16,2 0-1-16,-7 7-3 0,1 0-1 15,-5 4 6-15,-2 1-2 16,0-1-3-16,-1 2 14 16,-9-1-6-16,-2-1 3 15,-4-1-1-15,1 0 2 16,-2-2-2-16,4-1-2 15,-1 0-3-15,4-1-2 0,5 0-6 16,3-5-50-16,2-1-35 16</inkml:trace>
  <inkml:trace contextRef="#ctx0" brushRef="#br0" timeOffset="85401.81">20779 7736 198 0,'0'0'0'0,"0"0"5"16,0 0 7-16,0 0-3 16,0 0-9-16,0 0 7 0,0 0-6 15,0 0 2-15,-31 32-3 16,27-20 2-16,2 0-3 16,2-1 1-16,0-2-2 15,1 0-1-15,7-3-2 16,2-1 5-16,4-5-4 0,-1 0 1 15,4 0 7-15,-1-5-3 16,3-7 0-16,-2 1-1 16,-2-1 2-16,-3-2 0 15,-5 3 1-15,-3 0 3 16,-4 2 5-16,0 2-4 0,-9 0-1 16,-6 4-7-16,-4 3 7 15,-1 0-6-15,-2 1-8 16,0 8-10-16,1 2-14 15,6-1-24-15,5 0-30 16</inkml:trace>
  <inkml:trace contextRef="#ctx0" brushRef="#br0" timeOffset="85764.79">20982 7707 124 0,'0'0'43'15,"0"0"-34"-15,0 0 15 16,0 0 1-16,0 0-10 16,0 0-8-16,0 0 4 15,0 0-5-15,0 0-6 16,-2 17 0-16,2-7 0 0,0 3 0 16,0 0 0-16,0-3-6 15,6-2 3-15,4-3 2 16,3-3-2-16,1-2 1 15,0 0 7-15,2-4 0 16,-1-6-2-16,-1-2 1 16,-4-1 0-16,-3-2 1 0,-3 1 1 15,-4-1-3-15,0-1 1 16,-3 5-3-16,-5 1 0 16,-5 3-3-16,-1 3-4 15,-3 4 7-15,-2 0-14 0,2 2-12 16,4 5-22-16,2 0-27 15</inkml:trace>
  <inkml:trace contextRef="#ctx0" brushRef="#br0" timeOffset="86276.95">21149 7413 64 0,'0'0'56'0,"0"0"-28"0,0 0 6 16,0 0-8-16,0 0-8 15,0 0-17-15,0 0-1 16,0 0-5-16,0 0-1 16,0 30 13-16,0-5-6 0,0 3 1 15,0 0 0-15,2 2-2 16,2-3 1-16,2-4 1 15,1-2-2-15,1-3 1 16,4-3 1-16,-4-3-1 16,5-2-1-16,0-4 1 15,1 0 0-15,1-5-1 0,3-1 2 16,-3 0 1-16,0 0-1 16,-3-7-1-16,-2 0 4 15,-1-5-2-15,-3-1 0 16,-2 0-2-16,-3-2 1 15,-1 2 1-15,0 2-1 0,0 0-4 16,-1 5 4-16,-5 2-2 16,0 2-5-16,-2 2 10 15,2 2-1-15,1 5-3 16,0 4 0-16,3-1 0 0,1 2-1 16,1-1-1-16,0-2-2 15,8 0 3-15,1-1-2 16,3-3 2-16,2-1-18 15,0-2-38-15,0-2-19 16</inkml:trace>
  <inkml:trace contextRef="#ctx0" brushRef="#br0" timeOffset="86419.79">21434 7499 166 0,'0'0'26'0,"0"0"13"0,0 0-15 0,0 0-20 15,0 0-5-15,0 0-34 16,0 0-65-16,0 0 34 16</inkml:trace>
  <inkml:trace contextRef="#ctx0" brushRef="#br0" timeOffset="87138.02">21463 7581 229 0,'0'0'10'16,"0"0"8"-16,0 0-4 0,0 0-9 16,17-41-4-16,-13 34 1 15,0 1 0-15,-2 0 2 16,-1 3 2-16,3 2-3 16,0 1-2-16,2 0-1 15,1 0-1-15,1 3 0 16,-2 5 2-16,2 4 0 0,0 1-1 15,-2 1-1-15,-1-3 0 16,1 2 0-16,-4-3 1 16,0-3 1-16,-1-1-1 15,0-2 0-15,0-3-1 16,-1-1 0-16,0 0 1 0,0 0 2 16,0-7-2-16,0-3-1 15,0-3 1-15,0-1 0 16,5 0-1-16,-2-2 1 15,1 4-2-15,2 3 2 0,1-1-1 16,1 6-3-16,0 1 4 16,0 3-1-16,0 0 1 15,1 0-1-15,1 4 1 16,-4 2 0-16,2 1 0 16,1-3 0-16,0-1 0 0,2-1-1 15,2-2 0-15,1 0-1 16,2 0 3-16,-3-2 0 15,-1-5-1-15,0-1 1 16,-7-1 0-16,-3-1 0 16,-2 3 1-16,0-1 1 15,-4 2-6-15,-6 0-5 0,-3 3 13 16,2 3-2-16,-1 0 0 16,2 0-3-16,2 7 0 15,3 2-2-15,2 2 0 16,3 2-1-16,0 1 0 0,0 1-1 15,0 1-2-15,5 1 5 16,5-1 0-16,-3 1 2 16,5-1 1-16,-1-2-1 15,-1 2-1-15,-1-5 1 16,-3 0 0-16,-2-1 1 16,-3-4-2-16,-1 3-4 0,-2-4-2 15,-8-2 4-15,-3 0-25 16,1-3-48-16,0 0-40 15</inkml:trace>
  <inkml:trace contextRef="#ctx0" brushRef="#br0" timeOffset="87529.83">21990 7275 135 0,'0'0'-3'0,"0"0"39"0,0 0 5 16,0 0-18-16,0 0-23 15,0 0-1-15,0 0 4 16,0 0-1-16,1 38 0 0,5-17 0 16,2 1 3-16,0 1 3 15,0 1-4-15,1 0-2 16,1-2 0-16,0-1-1 16,3-2 1-16,-2-1-2 15,1-4 0-15,3 1-2 16,0-4-3-16,3-2-16 0,0-7-30 15,2-2-6-15,0 0-1 16</inkml:trace>
  <inkml:trace contextRef="#ctx0" brushRef="#br0" timeOffset="87906.84">22317 7396 119 0,'0'0'42'15,"0"0"9"-15,0 0-13 16,0 0-22-16,-41-28-10 15,27 28-3-15,0 0-2 16,0 4-1-16,-1 6 0 0,1 3-1 16,3 0 1-16,3 1 0 15,2 0-3-15,5-1 3 16,1-2-4-16,0-1-3 16,4-3-12-16,7-4 11 15,1-3 5-15,4 0 3 0,1-1-2 16,-1-8 4-16,1-3-2 15,-3-3 0-15,-3 1 0 16,-3 1 1-16,-2 0-1 16,-2 2 2-16,-4 4-1 15,0 1 2-15,0 5 3 0,0-1 1 16,-3 2 1-16,-2 0-6 16,1 3-2-16,2 6 0 15,-1-1 0-15,2 2-3 16,1 0-1-16,0 0-12 15,1-1-17-15,5-2-24 0,5-3-1 16</inkml:trace>
  <inkml:trace contextRef="#ctx0" brushRef="#br0" timeOffset="88384.58">22395 7349 150 0,'0'0'5'0,"0"0"38"15,0 0-14-15,0 0-25 16,0 0-4-16,0 0 0 16,0 0 0-16,0 0-2 0,0 0 1 15,-8 23-2-15,10-13-5 16,6-3 9-16,2 0-2 16,1-1 2-16,1-2-2 15,1-4-5-15,0 0 0 16,1 0 9-16,-2-3-5 15,-3-5 5-15,-1-2-1 0,0 0 1 16,-5-2-1-16,0 1-1 16,-2 0 1-16,0 4 2 15,-1 0 0-15,0 2 3 16,0 3 2-16,0 0-2 0,0 2-5 16,0 0-11-16,0 6 5 15,0 2-3-15,1 5 11 16,3 0-2-16,-1 4-1 15,3-3-1-15,1 3 0 16,-2 1 2-16,0-3-2 16,0 0 1-16,-2-2-1 0,0 0 0 15,-1-4-1-15,-2-2-1 16,0-2-6-16,-7-3 13 16,-5-2 0-16,-2 0-3 15,-2 0-6-15,0-2-19 16,-1-6-28-16,5-2-33 0</inkml:trace>
  <inkml:trace contextRef="#ctx0" brushRef="#br0" timeOffset="88739.61">22686 7311 186 0,'0'0'7'0,"0"0"-5"0,0 0 3 16,0 0 4-16,40-26-3 0,-33 20-4 16,-2 1 2-16,-1-2-3 15,-2 0-1-15,-2 1 4 16,0-1-3-16,0 3-1 16,-2-3-1-16,-7 5 12 15,-2 1-12-15,2 1 2 16,-5 0 0-16,-1 3-1 0,-1 7 1 15,3 1-1-15,0 3 1 16,4-2-1-16,4 1-1 16,3-2 1-16,2 0-1 15,0-1-3-15,11-2-3 16,5 1 7-16,1-2-1 0,3-2-7 16,3-1-28-16,-5-3-27 15,2-1-23-15</inkml:trace>
  <inkml:trace contextRef="#ctx0" brushRef="#br0" timeOffset="89094.72">22860 7264 100 0,'0'0'15'0,"0"0"22"16,0 0-7-16,0 0-21 0,0 0-5 15,39-24-4-15,-30 24 1 16,-1 0-1-16,2 6-1 15,-2 2 2-15,-2 5-2 16,1 0 4-16,0 1-3 16,2 0 0-16,-2 2-6 15,2-2 6-15,2-1 0 0,-4-2 0 16,-1-1-2-16,0-3 2 16,-2 0 0-16,-1-4 0 15,0-3 0-15,-3 0 8 16,0 0 42-16,0-1-16 0,0-9-23 15,0-3-3-15,0-1-2 16,-3-4-1-16,3-1 1 16,0-5-2-16,0 0-2 15,3-3-2-15,6-3-2 16,2-3-26-16,7-4-92 16</inkml:trace>
  <inkml:trace contextRef="#ctx0" brushRef="#br0" timeOffset="132170.06">9215 5916 40 0,'0'0'1'0,"0"2"-3"0,0-2-4 0,0 0-12 16,0 0 6-16,0 0 9 0,0 0 3 15,0 0 0-15,2 0 0 16,-2 0 1-16,2 0 4 16,2 0 4-16,-3 0 3 15,2 0 0-15,1 0-2 16,-2 0-5-16,0 0-1 0,-1 2-3 16,3 0 1-16,-2 0 0 15,0 0-2-15,0 1 1 16,0 0-1-16,2 0 2 15,-2 0-2-15,2 0 0 16,-2-1 1-16,1 1 1 16,1-1 0-16,2-1 1 15,-3 2 6-15,4-3 10 0,-1 0-6 16,-1 0 2-16,1 0 5 16,3-3-3-16,1-4-1 15,2-6-8-15,6-1 0 16,5-6-2-16,6-7-1 0,11-3-3 15,7-11-1-15,9-4-1 16,2-8-1-16,3-7-69 16</inkml:trace>
  <inkml:trace contextRef="#ctx0" brushRef="#br0" timeOffset="163681.26">6895 5541 11 0,'-4'0'12'0,"2"0"5"0,-3 0-3 0,1 0-8 15,-1 0-2-15,-1 0-2 16,3 0-1-16,-3 0 2 16,1 0 2-16,3 0 3 15,-3 0-3-15,-1-5 1 16,3 0-1-16,-3 0-3 16,1-1 0-16,-1-4-1 0,-2 3 2 15,2-3 0-15,0-1-2 16,1 2 0-16,1-3 0 15,-3-2-1-15,4-1 0 16,-1-2 0-16,2-4-1 16,0-2 1-16,2-3 0 0,0 1 0 15,0-3 0-15,0 2 0 16,4-1 0-16,2 1 1 16,-2 4 0-16,2 1 0 15,-4 0-1-15,1 3 1 16,3 1 2-16,-4 1-2 0,2-1 0 15,1-1-1-15,2 1 0 16,-3-2 1-16,1 1-1 16,1-1 0-16,1 2 0 15,0-1 1-15,-2 5 0 16,3-1 0-16,-1 2-1 0,0 3 0 16,0 2 1-16,2 2-1 15,1 1 0-15,0 1 0 16,1 2 0-16,1 1-1 15,3 0 1-15,2 0 0 16,1 0 0-16,1 0 0 0,2 0 0 16,4 2 0-16,0 1 0 15,1-1 1-15,4-1-1 16,-1 1 0-16,2-1 0 16,1-1 0-16,5 0 1 15,1 0-1-15,5 0 0 16,-1-3 0-16,2-3-1 15,2-2 2-15,2-2-2 0,2 0 1 16,0 2 1-16,4 0 0 16,-2 2-1-16,2 1 0 15,0 2 0-15,-1-1 0 16,0 1 0-16,4 0 0 0,1-1 0 16,0 1 1-16,2-2-1 15,1-1 0-15,1-1 0 16,1-2 0-16,-2 1 0 15,1-1 0-15,-4 2 0 0,-5 0 0 16,-3 4 1-16,-4-1-2 16,-3 2 2-16,-3 2-2 15,-2 0 2-15,1 0-1 16,-2 0 0-16,-1 5 0 16,-3 0 0-16,3 1 0 15,-2 1 0-15,4-2 2 0,0 0-2 16,0 0 0-16,0 0 0 15,1-2 0-15,-4 2 0 16,-4 0 0-16,-7-1 0 16,-4-1 0-16,-2 3 0 15,-2-1 0-15,-2 1 0 16,-1 2 0-16,-3 0 0 0,2 1 0 16,-1-1 0-16,-2 2-2 15,2 1 4-15,-2 0-4 16,0 2 2-16,0 0-1 15,0 3 1-15,0-1 1 0,-1 2-1 16,0-1 0-16,0 5 0 16,1-1 0-16,1 0 2 15,-3 1-4-15,1 3 2 16,1 2 2-16,-2 4-2 16,-4 4 1-16,1 1 0 0,-4 7-2 15,0 1 1-15,0 1 1 16,-6-1-1-16,-6 1 0 15,-6 2 0-15,-11 0 1 16,-16 7-2-16,-18 8 1 16,-24 3-1-16,-29 4-41 0</inkml:trace>
  <inkml:trace contextRef="#ctx0" brushRef="#br0" timeOffset="171612.49">1373 5182 66 0,'0'0'1'0,"0"0"1"0,0 0-1 0,0 0-1 16,0 0 1-16,0 0-1 0,0 0 1 15,0 0 0-15,0 0-2 16,0 0 1-16,0 0 1 16,0 0 0-16,0 0 1 15,0-12 9-15,-2 12 1 16,-1 0-5-16,0 0-6 0,-1 1-1 15,0 3 1-15,-1 0-1 16,1 3-1-16,-2-1 1 16,1 4 0-16,-2-1 1 15,2 3 0-15,1 1-1 16,-2 1 0-16,1 3 0 16,1 0 0-16,-1 2 1 0,0 2-2 15,3 0 2-15,0 1-1 16,-2-4 0-16,0 2 0 15,1 0 0-15,1-3 0 16,-5 0 0-16,4 1 1 16,1-2-1-16,-2 4 1 0,4-1-1 15,-2 2 0-15,2 0 0 16,0-1 1-16,0 1-1 16,0-1 0-16,0 2 0 15,6-3 0-15,-1 2 1 16,4-3-1-16,-2-1 0 0,2-2 0 15,2 1 1-15,0-3 0 16,2-1-1-16,-1 0 0 16,1-1 1-16,-2 1 1 15,1 0-2-15,0 0 0 16,0 0 0-16,-1 1 0 0,-2 3 0 16,0-1 0-16,-2 4 0 15,1 2 0-15,-3 1 1 16,-1 2-1-16,2 1 0 15,0 2 0-15,-2 0 0 16,-2 0 0-16,3 0 0 0,-3 0 1 16,-2-1-2-16,0 1 2 15,0 0-1-15,0 0 0 16,0 1 1-16,-4-1 0 16,-1 3 0-16,-5-3 2 0,0 4 0 15,-3-1 0 1,-3 3-1-16,-2-5 0 0,0 2-1 15,1-3 1-15,-2-3-1 16,1-4-1-16,3 0 0 16,2-4 0-16,3-4 0 15,2 1 0-15,3-6 1 0,3 2-3 16,2-4 2-16,0 1 0 16,0 0 0-16,2-2 0 15,7 3-1-15,0-1 2 16,5-1-1-16,1 1 0 15,-1 3 1-15,1 0-1 0,1 3 1 16,-3 2-1-16,1 2-1 16,-3 6 1-16,-3 1-1 15,0 4 2-15,-4 0-1 16,1 7 0-16,-5 0 0 16,0 2 0-16,0 2 0 0,0 5 1 15,-2 2-1-15,-1 2 0 16,-1 0 0-16,-1 0 0 15,3-2 2-15,2 0-2 16,0-3 0-16,0-1 0 16,0-1 1-16,9-5-1 0,2 1 0 15,4-5 1-15,3-1 0 16,7-4 0-16,0-1 0 16,4-2-1-16,0-3-2 15,-1-1-46-15</inkml:trace>
  <inkml:trace contextRef="#ctx0" brushRef="#br0" timeOffset="172633.33">1029 8402 14 0,'0'-3'3'0,"2"0"1"0,-2 2 8 0,0-1 11 15,0 2-3-15,0 0-8 16,0 0-10-16,0 0-1 16,0 0 5-16,0 0-4 15,0 0-2-15,0 0 0 0,0 0 0 16,2 0 0-16,0 0 1 15,0 0 0-15,1 2-1 16,1 1 1-16,1 0-1 16,-1 2 0-16,3-2 0 15,-2 4 1-15,3-1-1 0,1-1 0 16,-3 1 0-16,4 0 0 16,-4-2 0-16,1-1 1 15,-1-2-1-15,0 2 0 16,-2-3 0-16,1 0 0 15,-1 0-1-15,2 0 4 16,-1-1 2-16,4-8 4 0,0-2 0 16,2-5 1-16,3-2-2 15,1-5-1-15,5-3 5 16,3-5-5-16,4-6-2 16,4-3 2-16,9-4-4 0,4-4-2 15,6-6-1-15,-2-10-12 16,0-5-163-16</inkml:trace>
  <inkml:trace contextRef="#ctx0" brushRef="#br0" timeOffset="180910.02">1413 5186 9 0,'0'0'15'0,"0"0"7"0,0 0-5 15,0 0-2-15,0 0-1 0,0 0-3 16,0 0-3-16,0 0-3 16,-36 0 0-16,32-1-1 15,2-2 0-15,-4 3-3 16,0 0 2-16,-1 0 1 16,1 0-5-16,-3 0 1 0,-2 6 0 15,2 1 0-15,-2 0 0 16,1 0 0-16,0 0 0 15,3 2 0-15,-2-2 1 16,2 0-1-16,1 1 0 16,1-2 1-16,-1 5-1 15,0-1 0-15,0 2 0 0,0 1 0 16,1 2 1-16,1 0-1 16,-1 1 0-16,0 2 1 15,1 0-1-15,0 0 0 16,3 0 0-16,-3 0 0 15,4 1 0-15,0-1 1 0,0-1-1 16,0-2 0-16,0 1 0 16,0-4 0-16,0 0 0 15,4 1 0-15,1 1 1 16,-1 0-1-16,1 1 0 16,2 2 2-16,-1 1-2 15,1-1 0-15,1 3 0 0,2 1 0 16,1-1 0-16,1 2 0 15,1 0 0-15,0 0 0 16,1-2 1-16,-4-1-1 16,2 1 0-16,-1-3 0 15,-2 2 0-15,0 2 0 0,0-1 0 16,-2 3 0-16,-1 0-1 16,-2 2 1-16,-2 3 1 15,2 1-1-15,-4 1 0 16,0 1 1-16,0 0-1 0,-5 0 2 15,2-1-1-15,-3-1 0 16,-1-1 0-16,1 0-1 16,-4-3 1-16,1 0 0 15,1-2 0-15,-4-2 4 16,1-1 1-16,1-2-1 0,-2-5-1 16,3 0-1-16,-2-2-1 15,-1-1 2-15,1-3-3 16,-3-2 0-16,1 0 0 15,1-3 0-15,2-2 0 16,1 0 2-16,3 0-1 0,4-2 3 16,0-5-3-16,2 0-1 15,0 0-3-15,10-1 1 16,-1 2 1-16,5 2 0 16,1 1 0-16,1 3 0 15,-1 0 0-15,1 0 0 0,-2 4 0 16,4 6 0-16,-3 3 0 15,3 2 0-15,-3 2 0 16,1 4 0-16,-2 2 0 16,1 2 0-16,-4 0 0 15,-1 5 0-15,-6 0 0 0,1 1 0 16,-5 3 0-16,0 2 1 16,0-1 0-16,0 2 0 15,-3 0 0-15,-3 0 0 16,-2 0 0-16,0-2-1 15,-3 2 2-15,-1 0-2 16,1 0 2-16,-2 0-1 0,4 2 0 16,-2 0 0-16,2-2 0 15,0 0-1-15,2-3 0 16,1-2 1-16,-1 0 0 16,2-4 1-16,3 1-2 15,-1-1 1-15,2 1-1 0,1-4 1 16,0-1-2-16,0 0 1 15,0-4 0-15,6-2 0 16,1-2 1-16,2-3-1 16,0-3 0-16,0-3 3 15,2 2-2-15,0-4 2 16,1-1 1-16,1 1 1 0,-3-2-2 16,7 0 0-16,-4-3-2 15,3 1-2-15,1-1-1 16,4 0 2-16,3-7 4 15,1-4-5-15,2-9-28 0,-5-9-62 16</inkml:trace>
  <inkml:trace contextRef="#ctx0" brushRef="#br0" timeOffset="182352.66">1205 5152 47 0,'0'3'20'0,"-5"4"-16"0,-1 2-2 0,-3 2 2 0,0 3 0 15,-2 3-2-15,2 2-1 16,-1 2 0-16,0 3 1 15,1-1-1-15,-1 5 0 16,-1-2 1-16,1 5-2 0,-2 0 3 16,1 0-1-16,2 1 1 15,-2-1 1-15,4-2 1 16,3-1-2-16,2 0 1 16,2-2 0-16,0 1-1 15,4-2 0-15,5-1-2 0,2-1 1 16,2-2-1-16,4-2-1 15,-2 1 1-15,3-3-1 16,-1-3 3-16,4 2-2 16,-3-3 2-16,0-3 0 15,2 2 1-15,1 1-1 16,-2 0-2-16,-1-2 0 0,0 3 0 16,2 1 0-16,-3-1-1 15,-1 1 0-15,-1 1 1 16,0 3-1-16,-2-1 0 15,2 2 1-15,-4 0 0 16,1 1 0-16,-5-1 1 0,-1 1-1 16,-2 2 1-16,-1-3-1 15,-3 4 1-15,0-3 0 16,0 2 0-16,-9 1 4 16,-2 0-1-16,-3-1 1 0,-1 1 0 15,-3-4 0-15,-1 1-1 16,2-5 2-16,1-2-3 15,1-1 0-15,-1-2 1 16,5-6-2-16,4 2 0 16,1-4-2-16,1-2 0 15,3 2 1-15,2-2-2 0,0-1-4 16,0 0 4-16,9 2 1 16,0-2-1-16,4 1 0 15,1 2 0-15,3 0 1 16,-1 3-1-16,-1 2 2 15,2 3-2-15,-3 2-2 0,3 4 4 16,-7 3-2-16,2 2 0 16,-5 4 0-16,-1 0 0 15,-1 1 0-15,-5 4 0 16,0-1 0-16,0 3 0 16,-5 1 0-16,-1-1 0 0,-3 2 0 15,-1-1 0-15,0-1 1 16,1-1-1-16,-1 1 2 15,4-2-2-15,0 2 0 16,3 2 1-16,1 2-1 16,0-1 0-16,2 2 1 0,0 2-1 15,0-2 0-15,0-2 0 16,0-3 0-16,2-2 1 16,3-3 0-16,1-1 0 15,0-1-1-15,2-2 1 16,-1 0-1-16,1-4 1 0,1 1-1 15,2-4 0-15,0 0 1 16,0-4 0-16,3-3 1 16,-1-2 1-16,1-3 0 15,1-1 0-15,6-1 0 16,1-2-2-16,0-1 0 0,0 0-5 16,-3-4-118-16</inkml:trace>
  <inkml:trace contextRef="#ctx0" brushRef="#br0" timeOffset="184103.95">1123 7706 6 0,'-5'0'48'0,"0"0"-30"0,3 0 1 16,-4 0 0-16,3 0-4 16,-1-3-6-16,0 1 4 0,-2 0-3 15,0-1-4-15,1 0-4 16,-1 3-1-16,-1-1-1 15,0 1 0-15,-1 0 1 16,3 0-2-16,-1 0 1 16,-1 0-1-16,-2 0 2 0,2 1-1 15,-2 3-1-15,-2 0 3 16,2 1-3-16,0-2 1 16,-3 2 1-16,4 1-1 15,-1-2 0-15,0 3 0 16,2-2 1-16,-2 3-3 15,1-1 2-15,-1 0 0 0,1 1 1 16,2 0-2-16,-1-1 1 16,1 2 1-16,2-1-1 15,-4 1 0-15,2-1-1 16,-1 2 1-16,3 0 0 16,-4 1 0-16,2 1 0 0,2 1 0 15,-3 2 0-15,-2-1-1 16,2 2 1-16,-2 0 0 15,1-1 0-15,-1 1 0 16,1-5 1-16,2 3-1 16,-1-2 0-16,3-2 0 0,-2 0 1 15,-2 1-1-15,2-2 1 16,-1-1-1-16,1-2 2 16,0 4-2-16,2-3 1 15,0-1-1-15,2 1 0 16,-1 1 1-16,1-3-1 0,2 2 0 15,-2 0 0-15,0 1 0 16,2-1 0-16,0 0 0 16,0 2 0-16,0-2 0 15,0 1 1-15,0 2 0 0,2-1-1 16,2 1 0-16,1 3 0 16,-1-2 0-16,4 3 0 15,-2-4 1-15,1 3-1 16,-1-1-1-16,4 0 0 15,-1-1 1-15,1 0 1 16,2 0-1-16,-3-1 0 0,1-2 1 16,2 2-1-16,-3 0 1 15,2-4-2-15,-3 0 1 16,2 1 0-16,-1-4 1 16,-1 1 0-16,0-2 0 15,1 0 0-15,1 1 0 0,0-2-1 16,-1 1 2-16,1-1-1 15,-1 2-1-15,3 0 1 16,-1-1-1-16,3 3 0 16,-1-4 0-16,3 2 0 15,-1 1 0-15,1-1-1 16,-1-3 2-16,3 0 1 0,-4 0 0 16,2 0 2-16,-5 0 2 15,1 0 0-15,0 0-1 16,-3-2-4-16,0 0 0 15,2-4 0-15,-2 3-1 0,2 0 1 16,1-3-1-16,-4 0 0 16,3-1-2-16,-1 0-9 15,-1-3-7-15,-1 1-3 16,-2-1 2-16,2 0-4 16,-2-1-4-16,1-3-15 15</inkml:trace>
  <inkml:trace contextRef="#ctx0" brushRef="#br0" timeOffset="184416.74">1286 8224 39 0,'0'0'17'0,"0"0"-16"0,0 0 0 0,0 0-1 16,0 0-1-16,0 0 1 16,0 0 0-16,0 0 2 15,0 0 0-15,0 0 1 16,0 0 4-16,0 0-2 15,0 0 1-15,0 0-3 0,37 32-2 16,-30-27 1-16,0 2 0 16,-2 0 3-16,-1-1-1 15,0 1 0-15,-2 0 4 16,-1 0 4-16,-1 2-1 16,0-1 1-16,0 2 7 15,-9 0 1-15,-5 7-7 0,-5 3-5 16,-4 7-5-16,-6 7-1 15,-5 6-2-15,-6 10 2 16,-9 4-4-16,-5 0-69 16</inkml:trace>
  <inkml:trace contextRef="#ctx0" brushRef="#br0" timeOffset="187036">877 8601 66 0,'0'0'10'0,"0"0"1"0,0 0-7 0,0 0-1 15,0 0-2-15,0 0 3 16,0 0-3-16,6-37 5 16,-6 34 2-16,0 0 3 15,0 2-1-15,0-2-4 16,0 3 1-16,0 0-2 0,-4 0-1 16,2 0-3-16,-5 0 3 15,2 0-1-15,-1 0-3 16,1 4 1-16,-1 2 0 15,-4-2-1-15,4 0 0 16,-5 3 0-16,4-1 0 16,-5-2 0-16,4 3 0 0,-1-1 0 15,-2 0 1-15,4-1-1 16,-2 1 0-16,-2 0 0 16,4 1 2-16,-2 0-2 15,1 3-2-15,-2-1 2 16,3 0 2-16,1 0-2 0,-2 2-2 15,2-1 2-15,-1-1 0 16,1-1 0-16,2 2 2 16,-1-3-2-16,3 4-2 15,-3-3 4-15,3-1-4 16,2 1 4-16,-2 1-4 0,2-1 2 16,0 2 0-16,0-1 0 15,0 2 2-15,-2-1-2 16,1 4 0-16,1-1 0 15,0 3 0-15,0-2 0 16,0 0 0-16,0 1 0 0,1-1 0 16,5 0 0-16,-1-3 0 15,0 2 0-15,-1-2 1 16,2 2-1-16,-1-1 0 16,1 0 1-16,2 1-1 15,-2 1 0-15,3 0 0 0,3-2 0 16,-2 2 0-16,3-4 0 15,1 0 1-15,-3 0 0 16,1-3-1-16,1-1 2 16,2 1-1-16,-3-3 0 15,1 0 1-15,3 0 0 0,-3-2 1 16,3-2 0-16,-1 0 0 16,1 0 1-16,0 0-1 15,2 0-1-15,-1 0 0 16,4-6 0-16,-3 2-1 15,-1-3 0-15,4 3 1 16,-4-1-2-16,1-2 1 0,1 2-1 16,-2-1 1-16,-1 0-1 15,1 2 0-15,-1-2 0 16,-2 3 0-16,-1-1 0 16,0 1 0-16,-4 1 1 15,1 0-1-15,-2 0 0 0,-1 1 0 16,-3 1-1-16,0 0-3 15,0-1-30-15,-2-2-23 16,-2 0-19-16</inkml:trace>
  <inkml:trace contextRef="#ctx0" brushRef="#br0" timeOffset="187385.2">1183 8908 67 0,'0'0'4'0,"0"0"-3"0,0 0 0 16,0 0-1-16,38-2 1 15,-27 2 1-15,-3 4-1 16,4 2 1-16,-3 3 5 16,2 3 3-16,0 4-4 0,0 5-2 15,-4 3-1-15,2 5-2 16,-6 4 1-16,-3 2-1 16,0 6 0-16,-3 0-2 15,-10 6 4-15,-3 1 0 16,-4 2-3-16,-5-3-50 15</inkml:trace>
  <inkml:trace contextRef="#ctx0" brushRef="#br0" timeOffset="188431.29">319 6615 85 0,'0'0'3'0,"0"0"0"0,0 0 0 0,0 0-1 0,0 0 6 15,0 0 5-15,0 0 2 16,0 0-6-16,-21-37 1 16,14 36-3-16,2-1-4 15,1 2-2-15,-1 0-1 16,-1 3-3-16,-1 7 3 0,0 4-1 15,-2 1-2-15,3 4 3 16,-1 4 0-16,1 0 2 16,3 1-1-16,3 0-1 15,0 2 1-15,0-2-1 16,7-3 2-16,4-2-1 0,0-4 0 16,3-3 1-16,-1-3-2 15,5-6 1-15,-3-3 3 16,4 0 1-16,3-7 3 15,-2-7-2-15,4-3-4 16,-3-1-1-16,0-4-7 16,-2 1-59-16,-3-1-32 0</inkml:trace>
  <inkml:trace contextRef="#ctx0" brushRef="#br0" timeOffset="189113.47">513 6622 88 0,'0'0'11'16,"0"0"-8"-16,0 0-2 16,0 0-1-16,0 0 0 15,0 0 0-15,-13 46 1 16,13-35-1-16,0-1 0 0,0-2 2 16,8-2-2-16,-4-2 1 15,3-1 0-15,1-3 2 16,-1 0 1-16,1 0 8 15,0-4 6-15,-1-6-8 16,-1 0-5-16,-1 0-3 0,0-1-1 16,-5-2 1-16,2 0-2 15,-2-1 1-15,0 1 0 16,0 0-1-16,-2-1 0 16,-2 4 0-16,3 0 1 15,1 3 3-15,0-1 1 0,0 4-3 16,3 1-3-16,5 0 0 15,3 3 1-15,1 0-2 16,1 0 0-16,-2 0 1 16,5 3-1-16,-3 2 0 15,-1 3 2-15,-2 0 2 0,-3-1-2 16,1 0 1-16,-4 0-1 16,0 2 0-16,-2-3 1 15,-2 1-1-15,0 0 0 16,0-3 2-16,-2 0-1 15,-6-1 0-15,2 0 1 0,-2-3 0 16,1 0 1-16,0 0 0 16,-2-6 0-16,4-2-3 15,1-4-1-15,0-2 2 16,4 0-2-16,0-2 0 16,0-1 2-16,8 0-2 15,2 0 0-15,3-1 1 0,2 1 0 16,-1 4 0-16,3 0 0 15,0 6 1-15,-1 1-1 16,-3 6-1-16,-2 0 0 16,1 0-1-16,-4 2-4 15,-2 6 6-15,-1 5 3 0,-3-3-3 16,0 1 0-16,-2 1-4 16,0 1-12-16,0-4-10 15,0-3-11-15</inkml:trace>
  <inkml:trace contextRef="#ctx0" brushRef="#br0" timeOffset="189413.43">778 6381 129 0,'0'0'0'0,"0"0"4"0,0 0-2 0,0 0-2 0,0 0 0 16,39-17-1-16,-27 21-1 15,1 7 2-15,1-1 1 16,-3 0 0-16,1 0 0 16,-3-3 0-16,-1-3 1 0,-3-2 5 15,0-2 13-15,-3 0 8 16,0 0 3-16,-2-6 6 16,0-6-15-16,0-4-14 15,0-4-6-15,0-3-1 16,-2-1-1-16,2-3-1 0,0 1-3 15,0-1-27-15,0-1-31 16,4-2-30-16</inkml:trace>
  <inkml:trace contextRef="#ctx0" brushRef="#br0" timeOffset="189548.26">1002 6041 188 0,'0'0'10'16,"0"0"-13"-16,24 53 3 15,-6-22 1-15,5 9 1 16,4 8-1-16,-2 9 0 0,2 4-51 16</inkml:trace>
  <inkml:trace contextRef="#ctx0" brushRef="#br0" timeOffset="190495.89">152 8247 88 0,'0'0'29'16,"0"0"-17"-16,0 0 24 0,0 0-16 0,0 0-20 15,0 0-3-15,0 0 3 16,13 54 0-16,3-23 0 15,5 1 0-15,1-1 1 16,2-2-1-16,-1-3 0 16,-3-5 1-16,-5-5-1 0,-4-6 1 15,-3-1-1-15,-4-5 1 16,-2-3 0-16,-2-1 3 16,0 0 39-16,-6-3-23 15,-6-8-19-15,-3-1 0 16,-3-4-4-16,2-6-6 0,-2-1-4 15,3-2 3-15,1-2 3 16,1 1 5-16,3 2 1 16,4 0 1-16,4 3-1 15,2 1-3-15,0 1 1 16,4 2-2-16,8 0 0 16,-1 3-1-16,5 1 3 0,-3 5 1 15,2-2 2-15,-1 7 0 16,-1 1 0-16,1 2-3 15,-3 0-3-15,-5 9 6 16,-2 3 1-16,-4 2 0 16,0 1-1-16,0 2 0 0,-8 0 1 15,-1-1-1-15,-2-2 2 16,2-2-1-16,4-4-1 16,-1-1 0-16,4-3-12 15,2-4-35-15,0 0-29 16</inkml:trace>
  <inkml:trace contextRef="#ctx0" brushRef="#br0" timeOffset="190879.2">354 8078 88 0,'0'0'1'0,"0"0"0"0,0 0-1 15,0 0 1-15,0 0-2 16,0 0 2-16,0 0-1 0,33 47 3 16,-26-30-2-16,-1 0 3 15,1 0 6-15,0 0 0 16,0-3-1-16,1 0-1 16,-1-1 2-16,-1-3-4 15,4 0 1-15,-4-3-1 0,3-1-3 16,-1-4 3-16,0-1 2 15,1-1 1-15,-2 0 3 16,4-3 2-16,-2-6-5 16,-1 1-4-16,2-3-4 15,-1-1 2-15,2 2-3 0,-3 0 1 16,2 2-2-16,-3-1 2 16,1 4-3-16,-3 2-9 15,2 1-22-15,-3 2-17 16,-2 0-6-16</inkml:trace>
  <inkml:trace contextRef="#ctx0" brushRef="#br0" timeOffset="191163.45">575 7977 186 0,'0'0'-2'0,"0"0"16"0,0 0-9 0,0 0-6 15,0 0 1-15,0 0 3 16,34 54 1-16,-10-24-2 0,3 10-1 15,4 5 0-15,-3 5-16 16,2 4-68-16</inkml:trace>
  <inkml:trace contextRef="#ctx0" brushRef="#br0" timeOffset="191840.16">383 9196 69 0,'0'0'47'0,"0"0"-44"0,0 0 4 15,0 0-4-15,-41-17-2 16,37 17-1-16,0 0 2 16,1 8-4-16,1 5 2 15,0 8 0-15,2 6 2 0,0 6 1 16,0 1 3-16,7 0 0 16,3-1-2-16,0-5 2 15,3-6-1-15,-2-7 0 16,5-4-1-16,1-6 2 15,2-5 1-15,3 0-3 16,1-6 0-16,0-7 2 0,2-3-5 16,-2-4-1-16,-4-2-24 15,-1-1-11-15,-5-1-2 16,-1 0 0-16,-7 3-12 16</inkml:trace>
  <inkml:trace contextRef="#ctx0" brushRef="#br0" timeOffset="192259.09">615 9251 7 0,'0'0'51'0,"0"0"-14"16,0 0-20-16,0 0-9 15,0 0-7-15,0 0 0 16,0 0 0-16,0 0 0 16,-20 46 0-16,20-31-1 15,0-5 1-15,0 0 0 0,3-3 1 16,1-3-1-16,-2-2 2 16,0-2-1-16,0 0 3 15,-1 0 4-15,3-1 2 16,-2-7 2-16,0-3-8 15,2-3-3-15,-1-2 0 0,2 3-2 16,-1-1 0-16,1 4 1 16,1 2-1-16,0 2-1 15,4 2-1-15,-1 4 0 16,0 0-1-16,4 3-2 0,-2 4 6 16,0 1 0-16,1 2 1 15,-4 0-2-15,-3-3 0 16,1-2 1-16,-4-1-1 15,-1-3 1-15,1 1-1 16,-2-2 1-16,0 0 5 16,0 0 25-16,0-7-24 0,0-4-5 15,0 0-2-15,0-2 0 16,0 2-1-16,0 4-3 16,0 1 7-16,5 2-7 15,3 4-8-15,3 0-16 16,3 0-17-16,-3 0-16 0</inkml:trace>
  <inkml:trace contextRef="#ctx0" brushRef="#br0" timeOffset="192514.56">852 9110 114 0,'0'0'7'0,"0"0"-1"0,0 0-6 0,0 0-1 0,0 0-1 16,42-4 2-16,-26 13 0 0,0 2 0 16,0 3 2-16,-3-1 0 15,-1 0 2-15,-2 0 1 16,-3-4 3-16,-1-1 2 16,-2-4 2-16,6-4 0 15,5-3 1-15,10-17 3 0,15-14-6 16,8-14-4-16,12-14-26 15</inkml:trace>
  <inkml:trace contextRef="#ctx0" brushRef="#br0" timeOffset="194115.94">371 11505 102 0,'0'0'5'0,"4"0"-3"0,-1 0-1 15,2 13-1-15,-1 5 3 16,-1 6-3-16,3 5 1 15,-2 5 2-15,1 3 0 0,1-3-1 16,-1 0 0-16,2-5-2 16,-1-4 1-16,-1-8 1 15,-1-2-1-15,0-7 0 16,-1-1 2-16,-3-6-1 16,0-1-1-16,0 0 15 0,0-7-5 15,0-5-11-15,-7-6-9 16,0-4-5-16,1-3 5 15,-2-4 3-15,2-1 1 16,0 0 0-16,1-1 3 0,3 3 2 16,2 2 0-1,0 2 2-15,0 2-1 0,7 4 3 16,2 1-2-16,2 4 0 16,2 2 0-16,-1 3-1 15,1 3-1-15,1 2 0 16,-3 3 0-16,-1 0-1 0,0 7 1 15,-4 2 0-15,1 2 1 16,-5 0 0-16,-2 4-1 16,0-1 0-16,-2 0-1 15,-5 2 3-15,-1 0 2 16,-2-4-1-16,4-1 0 0,-1-1-2 16,5-5-2-16,2-5-14 15,0 0-54-15</inkml:trace>
  <inkml:trace contextRef="#ctx0" brushRef="#br0" timeOffset="194416.6">604 11382 100 0,'0'0'3'0,"0"0"1"0,0 0-3 0,0 0-1 15,0 0-1-15,0 0 2 16,38 15-3-16,-32 2 3 0,3 2-1 15,-2-1 2-15,0 3-1 16,0-4 1-16,1-1 1 16,-2-3 1-16,0-3 1 15,0-3 3-15,-1-1 0 16,1-3 2-16,2 1 1 0,-2-4-1 16,3 0 1-16,-1 0-2 15,4 0-2-15,1-5-2 16,1-5-2-16,3-1-1 15,0 0-2-15,0-6-5 16,1 4-51-16,-3-4-17 16</inkml:trace>
  <inkml:trace contextRef="#ctx0" brushRef="#br0" timeOffset="194894.12">979 11258 48 0,'0'0'1'0,"0"0"0"16,0 0 18-16,0 0 23 0,0 0-37 16,0 0-2-16,0 0-1 15,0 0 0-15,0 0 1 16,-14-1 1-16,10-5 0 15,4-1-3-15,-2-3 0 16,2-1 0-16,0-2 0 0,4-1-1 16,4 1 0-16,5-1 0 15,1 2 0-15,-1 1-1 16,-2 2 2-16,5 6-1 16,-1 2 0-16,-1 1-1 0,-1 3-1 15,-2 8 0-15,0 3 2 16,-6 4 0-16,-1 0 1 15,-2 2-1-15,-2 0 0 16,0-2 2-16,0-1 2 16,0-3 2-16,0-4 1 15,-2-1-1-15,2-3 0 16,0-3-1-16,2-3 1 0,6 0 6 16,7-15 5-16,9-5 3 15,8-7-13-15,10-5-4 16,12-7-3-16,6-5-3 15,3-3-72-15</inkml:trace>
  <inkml:trace contextRef="#ctx0" brushRef="#br0" timeOffset="200898.51">4589 8669 15 0,'0'0'47'0,"0"0"-21"0,0 0-19 0,0 0-6 16,0 0-6-16,0 0-10 15,43-27-24-15</inkml:trace>
  <inkml:trace contextRef="#ctx0" brushRef="#br0" timeOffset="203632.15">4701 8608 12 0,'0'0'7'16,"0"0"5"-16,0 0 1 15,0 0-4-15,-36 12 2 16,27-10 4-16,2-2 1 0,3 3-4 15,-3-3-4-15,3 1-2 16,2 1-2-16,-3-1-2 16,4 2-1-16,-1 0-1 15,2 0 0-15,0 1 0 16,0 0 0-16,8 1 0 0,-2-2-1 16,5 3 1-16,0-3 0 15,1-1 1-15,3 2 0 16,5-1 2-16,-4-1-2 15,6 0-4-15,1-2 6 16,2 1-3-16,-1-1 0 0,0 2 1 16,1-2-1-16,0 1 1 15,-1-1 0-15,1 1-1 16,-1 1-1-16,1-2-1 16,2 0 4-16,2 1-1 0,0 1-1 15,0-1 3 1,3-1-3-16,1 2 0 0,0-1 1 15,1-1-2-15,1 0 2 16,1 0-2-16,0 0 0 16,0-1 2-16,-1-4-1 15,1 1 3-15,0 0 0 0,0 0-11 16,2 2 25-16,-5-2-16 16,3 1 2-16,-2 2-3 15,1-1 1-15,-1-1 0 16,1 0-1-16,4 2 0 15,-1-1 0-15,0 1 1 0,0 0-1 16,0 1 0-16,-2 0 0 16,-1 0 0-16,-1 0 0 15,-1 0 0-15,3 1 0 16,-1 2 0-16,-1-2 1 16,2 2-2-16,-2 0 2 0,-1-3-1 15,1 3 0-15,-1-1 0 16,0 2 0-16,-1-3 0 15,-1 1 0-15,1 2 0 16,-1 0 0-16,0-1 0 16,0 3 1-16,-1-2-1 15,3 0 0-15,-4 2 0 0,2-2 0 16,-1-1 0-16,3 0 0 16,-2-2 0-16,2-1 2 15,-1 2-2-15,3-1 0 16,-3-1 0-16,4 0 0 0,0 3 0 15,-3-2 0-15,3 0 0 16,-1 1 1-16,-1 0-1 16,2-1 0-16,2 2 0 15,-2-2 1-15,1-1 0 16,2 0-2-16,-1 0 2 0,0 0 2 16,-4-1 2-16,3-3 6 15,1 0-3-15,-1 0-5 16,2 0-1-16,-3 3-1 15,4-2 0-15,-4 3-1 16,4-3 0-16,-4 3 1 16,-2 0-1-16,3 0 0 0,-3 0 0 15,4 0 0-15,0 0 1 16,0 0-1-16,4-1 0 16,-1-2 0-16,1 1 1 15,3 1-1-15,-5 0-1 16,4-1 1-16,-2 0 1 0,4 0-1 15,-1-2 0-15,2 1 1 16,2-2-2-16,-2 0 2 16,0 1-1-16,1 2 2 15,-2-1-2-15,0 1 0 16,-3 1 1-16,-1 0-1 16,0 1 0-16,1 0 0 0,-5 0 0 15,2-3 0-15,3 0 1 16,-3-1-1-16,2 0 1 15,2-2 0-15,0 2 0 16,3-2 0-16,-3 1-1 0,0-1 1 16,-1 3 0-16,-2-3-1 15,2 3 1-15,-4-3-1 16,-1 4 1-16,3-1 0 16,-5 3 2-16,-1 0-4 15,-1 0 2-15,-1 0-1 0,-1 0 1 16,-1 0-1-16,0 3 0 15,-2-1 0-15,0 2 0 16,0 0 0-16,-1-1 1 16,1 2-2-16,1-3 1 15,0 4 0-15,1-2 1 0,1-1-1 16,1-1 0-16,2-2-1 16,-1 0 2-16,0 0 0 15,3 0-1-15,-2 0 0 16,-2 0 0-16,0 0 0 15,-3 0 1-15,0 0-1 16,-3 0 0-16,-1-1 0 0,2 0 0 16,-3-1 0-16,1 2 0 15,-1-1 0-15,0 1 1 16,-3 0-2-16,2 0 2 16,-1-2-1-16,-3 1 0 15,2 0 0-15,-1-2 0 16,1 0 0-16,-2 0 0 0,2-2 2 15,-3 1 0-15,2 0 1 16,-2 1-2-16,3-1-1 16,-2 0 0-16,2 1 1 15,0 0-1-15,0-1 0 0,-1 1 0 16,0 0 0-16,0-1 0 16,0 1 0-16,3 2 1 15,-1-1-1-15,-2 1 0 16,2-2 0-16,2 3 0 15,-3-1 0-15,0-2 0 0,1 0 0 16,0 1 0-16,3 0 0 16,-2-1 0-16,3-1 1 15,-2 2-1-15,4-1 0 16,0 0 1-16,0 1-1 16,0 0 0-16,0-1 0 0,0 2 0 15,-1-2 0-15,2 0 1 16,0 0-1-16,-1 1 0 15,-1-1 0-15,-1 0 0 16,2 0 1-16,2 0-1 16,-4-1 0-16,1 4 0 15,0-3 0-15,-1 2 0 0,0-1 1 16,-2 1-2-16,1 0 2 16,-1 0-2-16,1 0 2 15,1 0-1-15,-1 1 0 16,1 0-1-16,-1 0 2 15,0 0-1-15,1 0-1 0,0 0 1 16,2 1 0-16,-2 2 0 16,2 3 0-16,-1-1-1 15,0 0 1-15,0-1 0 16,-2 0 1-16,1-1-1 0,2-2 0 16,0 1 0-16,2-1 0 15,2 1 0-15,1-1 0 16,3 3 0-16,0-1 0 15,-3 2 1-15,3 0-2 16,-1 1 2-16,-1-2-2 0,4 2 1 16,-1-3 1-1,-2-1-2-15,5 0 2 0,1-1-1 16,-1 1 0-16,1-1 0 16,2-1 0-16,-2 2 0 15,-1-1 0-15,-1 0 0 16,2-1 0-16,1 0 0 0,-1 0 0 15,2 0 1-15,-1 0-2 16,0 0 2-16,4 0-1 16,-5 0-1-16,3-1 2 15,-3 0-1-15,2 1 0 16,0-2 0-16,0 2 0 0,1 0 0 16,-3 0 0-16,1 0 0 15,0-1 0-15,0 1 0 16,1-2 0-16,0 2 0 15,-2 0 1-15,-1 0-2 16,-1-1 1-16,-1 1 0 16,1-2 0-16,0 1 1 0,0-2-2 15,1 0 2-15,1-1 3 16,0 0 5-16,2 1-2 16,-1-1-6-16,2 1 0 15,-1 1-1-15,1-2 1 16,0 1-1-16,1 2 0 0,-4-2 0 15,0 3 1-15,-2-3-1 16,0 2 0-16,-2 0 0 16,0 0 0-16,0 1 0 15,2-1 0-15,0 1 0 0,0 0 0 16,1 0 0-16,-3 0 0 16,1 1 0-16,0 1 0 15,2-1 0-15,-1-1 0 16,3 0 0-16,3 0 1 15,0 0-2-15,-2 0 2 0,2-2-1 16,1 0 0-16,-3-1 0 16,4 0 0-16,-2 0 0 15,1 2 1-15,2-2-2 16,-1 0 1-16,-1 1 1 16,-2 0-1-16,-3 2 0 15,-2 0 0-15,-6 0-2 0,-8 0-21 16,-10-1-69-16</inkml:trace>
  <inkml:trace contextRef="#ctx0" brushRef="#br0" timeOffset="207582.1">4681 8697 59 0,'-5'-2'28'0,"-6"0"-19"0,-3-1 6 0,-1 3-7 0,-3 0-4 16,-2 0-3-16,0 0-1 15,-3 0 0-15,-1 0 0 0,-1 0 0 16,1 0 0-16,-8 2 0 16,1-1-1-16,-8 1 1 15,0 0 0-15,-4 4 0 16,-2-2 0-16,-1 2 0 16,-6 2 0-16,0 0-1 15,-2 3-5-15,-3-1-8 0,-1 0-3 16,0-1-2-16,-3-1 12 15,-1-1 7-15,-1-2 1 16,1 0 1-16,-1-2 3 16,1 0 4-16,1-1 0 15,1 0-3-15,2 2-1 0,2-1-4 16,-3-2-1-16,4 1 2 16,0-2-2-16,1 0 0 15,2 0 0-15,1 0 7 16,1-6 11-16,1-1-3 15,4-2-2-15,3-1-2 0,-1 2-4 16,1-1-6-16,-3 2 0 16,3 0-1-16,-6 3 0 15,2 0 0-15,-1 1 0 16,0 3 1-16,2-2 0 16,1 2 4-16,0-1 6 0,0 1-3 15,0 0-4-15,1-3-2 16,1 2 2-16,0-3-2 15,1-1 1-15,3-1 1 16,-1-1 0-16,1 0 0 16,-1-1 0-16,-1-1-1 15,2 2 0-15,-3 2-2 0,3 0-1 16,3 2 1-16,1-1-2 16,3 1 1-16,0-1 0 15,2-2 0-15,0-1-1 16,-3 1 2-16,5-3-1 15,-4 1 0-15,2-2 0 0,2 1 1 16,5-3-1-16,0 1 0 16,1-2 0-16,4 2 0 15,3-1 1-15,1-2-2 16,1 0 0-16,1 0 0 16,3 1 1-16,1-2 0 0,0 2 1 15,3-3-2-15,1 2 1 16,1 0 0-16,2-1 3 15,0 1-3-15,0-1 2 16,0 0-4-16,2-2 0 16,5 3-2-16,1-3 3 0,4 1 1 15,1-1 0-15,1 0 0 16,1 2 0-16,2 1 0 16,0 2 0-16,1 1 0 15,0 2 0-15,-2 2 0 16,0 3-2-16,3 1 4 0,2-1-4 15,1 0 2-15,2 1 0 16,3-3 0-16,0 0 2 16,0 2-4-16,0-2 2 15,0 1-1-15,0-1 1 16,0 3-1-16,4-1 1 0,-2 1 1 16,2 1-1-16,1 1 0 15,-1 1 1-15,0 0-1 16,0 0 0-16,1 0 0 15,1 0 0-15,-1 0 0 16,3 0 0-16,1 0-1 0,1 0 2 16,4-1-1-16,-3-2 0 15,2 3 0-15,-2-3 0 16,3 2 0-16,-6-2 0 16,3 1 2-16,-2 0-4 15,5-1 2-15,1-1 0 16,0 1 0-16,3 1 0 0,-1-1 2 15,-1 2-2-15,0-2 0 16,-1 3 0-16,1 0 0 16,-1 0 0-16,5 0 0 15,-3 0 0-15,2 0 0 0,0 0 0 16,2 0 0-16,0 0 0 16,4-3 0-16,-2 2 0 15,4-1 0-15,0 1 0 16,0 0 0-16,-1-1 0 15,1 1 0-15,-4-1 0 0,0 1 0 16,2 0 0-16,-4-1 0 16,2 1 1-16,-2 1-2 15,0 0 1-15,2-2 1 16,0 2-2-16,2 0 2 16,0 0-1-16,2 0 0 15,2 0 0-15,-1-1 0 0,1-1 0 16,0 2 0-16,0-4 0 15,0 3 0-15,-1-2 0 16,1 3 0-16,-2-1 0 16,0-1 2-16,0 2-2 15,-1 0 0-15,1 0 0 0,2 0 0 16,-2 0 0-16,-1 0 0 16,3 0 0-16,0 0 0 15,0 0 1-15,-3-1-1 16,5-2 0-16,-2 3 0 0,2-2 0 15,-1 1 1-15,5-2 0 16,-2 0-1-16,1 0 0 16,-1 1 0-16,0-3 1 15,-1 1-1-15,1-2 1 16,-3 2 0-16,-1 0-1 16,0 0 0-16,-2 1 1 0,0 0 0 15,-3 3-1-15,3 0 0 16,0 0 0-16,-4 0 0 15,4 0 0-15,0 2 0 16,0 0 0-16,-1 1 0 16,1 0 1-16,2 0-2 0,-2-3 2 15,2 1-1-15,1-1 0 16,1 0 0-16,3 0 0 16,-1 0 0-16,5 0 0 15,-3-3 0-15,1-1 0 16,0-1 1-16,-1 0-1 0,-1 1 0 15,-1-3 0-15,-2 2 0 16,0-1 0-16,-2 1 1 16,0-1-1-16,0 2 0 15,-2 1 2-15,1-1-2 16,-1 1 0-16,-2 0 0 0,-1 2 0 16,0-1 0-16,1 0 0 15,1 0 1-15,-1 1-1 16,2 1 0-16,-1-3 0 15,0 2 0-15,4-1 0 16,3-2 0-16,-2 4 0 16,5-4 0-16,-1-1 0 0,3 2 0 15,-3-2 0-15,3-1 1 16,-2 2-1-16,0-2 0 16,-1 2 1-16,1 0-1 15,1-2 0-15,-4 2 0 16,3-2 0-16,-3 3 0 0,1-1 0 15,-1 2 0-15,-1 1 1 16,1-2 0-16,-2 2-2 16,2 0 2-16,1 0-1 15,0 0 0-15,1 0 0 0,2 1 0 16,1-2 0-16,0 2 0 16,-4 0 0-16,5 0 0 15,-1 0 1-15,3 0-1 16,-4 0 0-16,4 0 0 15,2 0 0-15,3 0 0 16,0 0 0-16,-1 0 0 0,4 0 1 16,-3-1-2-16,2-1 1 15,-2 0 1-15,-1 1-2 16,1 0 2-16,1 1-1 16,-1-1 0-16,0-1 0 15,2 2 0-15,0 0 0 16,0-1 0-16,-1 1 0 0,2 0 0 15,-5 0 0-15,3-1 0 16,-4 1 1-16,3-1-1 16,1 0-1-16,-1 1 2 15,4-3-1-15,-3 3 0 0,3-4 0 16,0 1 0-16,3-1 0 16,0 0 0-16,4-1 1 15,3 0-2-15,2-1 2 16,1-1-1-16,0 2 0 0,2-2 0 15,-4 0 1-15,-1 0-2 16,2 0 2-16,-3 2 1 16,1-2 0-16,-1 2-1 15,-1 0 1-15,1 0-2 16,-3 1 0-16,-2 0 0 16,-4 1 0-16,-2 1 0 0,-1 0 0 15,-2 0 0-15,1-1 0 16,-2 3 0-16,2 0 0 15,0-2 0-15,2 2 0 16,0 0 0-16,0 0 1 16,0 0 0-16,3 0-1 0,-2 0 0 15,1 0 0-15,-2 0 1 16,-3 0-1-16,1 0 2 16,-4 0-1-16,-1 2 1 15,-2-2 0-15,2 2 0 16,-1-1-1-16,-2 2 1 0,-2-1-2 15,1 0 0-15,-4 0 1 16,-4 2-1-16,-4-1 1 16,-3-1-1-16,-5 0 0 15,-3 2 1-15,-4 1-1 16,-2-1 0-16,0 0 0 16,-4 3 0-16,-2-1 1 0,-1 0-1 15,-2 3 0-15,-1-3 0 16,-2 3 0-16,-1-1 0 15,-2 2 0-15,0 0 0 16,-4 0 0-16,0-2 1 0,-2 1-1 16,1 1-1-16,-2 1 2 15,1 1-1-15,0-1 0 16,-2 2-1-16,1 1 1 16,-1 2 0-16,-2-2 0 15,2 2 0-15,-2 1 0 16,0-2 1-16,1 2-1 0,-3 0 1 15,1-2-1-15,1 0 1 16,-2 0 1-16,2-1-2 16,-1 1 0-16,-1-1 1 15,1-1-1-15,-4 0 0 0,-1 2-7 16,-2 1 5-16,1 0 3 16,-3 2 6-16,0 1-7 15,0 2 0-15,-5 0-2 16,-4 2 1-16,-4 1 0 15,-5 0 0-15,-7 3 0 16,-6-1-1-16,-13 2 0 0,-11 5 2 16,-13 3 0-16,-20 3 1 15,-21 5-14-15,-18-4-57 16,-18-7-126-16</inkml:trace>
  <inkml:trace contextRef="#ctx0" brushRef="#br0" timeOffset="210250.84">21082 7281 66 0,'0'0'10'0,"0"0"2"0,0 0-1 0,0 0 3 16,0 0 1-16,0 0 1 15,0 0-1-15,0 0-2 0,0 0-5 16,0 0-3-16,0 0-3 15,8-28-2-15,-8 26 1 16,0 2-1-16,0 0 0 16,0 0 1-16,0 0-2 15,0 0 0-15,0 0 0 0,0 3 1 16,0 4 1-16,0 0-2 16,0 2 2-16,0-1-1 15,-3 2 0-15,2-1 0 16,-1 1 0-16,2 0 0 15,-1-1 0-15,1 2 0 0,0 1 0 16,0 0 1-16,0 1-1 16,0 1 0-16,3 0 0 15,3 4 0-15,-3-2 0 16,-1 5 0-16,1-1 0 16,-2 4 0-16,-1 2 0 0,0 1 1 15,0 0-2-15,-3 1 1 16,-2 1 0-16,2-2 1 15,0 2-1-15,1-1 0 16,0 2 0-16,-1 3 0 16,2 0 0-16,-4 5 0 0,0 2 0 15,-1 0 0-15,-1 1 0 16,1-1 1-16,-6 0-2 16,3 0 2-16,1 1-1 15,0 0 0-15,2 0 0 16,2 2 1-16,1-1-1 15,2-3 0-15,1-1 0 0,0-1 0 16,0 0 1-16,0-5-1 16,2 0 1-16,1-1-1 15,0 0 0-15,-1 0 2 16,-1-1-1-16,-1-3-2 0,0 3 2 16,0-4-1-16,0 1 0 15,0-4 0-15,-3-2 2 16,-3 0-2-16,2-4 0 15,1-1 0-15,-1-2 0 16,0-1 0-16,1-3 0 0,2-1 0 16,1 0 0-16,0-2 1 15,0 0 0-15,0-1-1 16,0 1 1-16,0-2-1 16,0 0 0-16,1 2 0 15,2-1-1-15,-3-3-16 16,0-2-53-16</inkml:trace>
  <inkml:trace contextRef="#ctx0" brushRef="#br0" timeOffset="211432.66">20766 8917 87 0,'0'-3'4'0,"0"1"5"0,0 0 0 16,0 0-6-16,1 1-1 15,2 0-1-15,2-1-1 16,-4 1 1-16,1 1 0 15,0 0 3-15,-1 0 2 0,0 0 1 16,1 0-4-16,2 0-2 16,-3 0 0-16,1 0-2 15,2 0 2-15,-1 0-1 16,1 1 0-16,-1 2 0 0,1 0 0 16,-1-1 1-16,0 0-1 15,0 1 0-15,1 0 0 16,2 1 0-16,-2-1 0 15,0 2 0-15,2 0 0 16,-1-2 1-16,-1 1-1 0,2 1 0 16,-3-1 0-16,0 0 0 15,1 2 0-15,1-2 0 16,-1 1 1-16,-1 2-1 16,2-2 0-16,0 1 2 15,1 1-2-15,0-1-2 16,-1-1 4-16,2 2-2 0,-2-1 0 15,2 1 0-15,-2-1 0 16,-1-2 1-16,2 0-1 16,-3-1 0-16,0 1 0 15,0-2 1-15,-1-1-1 16,-2 1 0-16,2-1 0 0,-2-1 0 16,2 0 0-16,-1 0 0 15,0 0 1-15,1 0 0 16,0 0 5-16,0 0 7 15,0 0-2-15,2-4-5 16,-3 0-3-16,2-1-2 0,0 1 0 16,3-3 0-16,-1 1 0 15,2-1 4-15,1 0 1 16,2-3 1-16,2 2-2 16,3-2-2-16,3-2 1 15,1-2-3-15,2-1 0 0,2-1 0 16,1 0 0-16,-3-1-1 15,2 0 0-15,0 4 0 16,-2-1-3-16,-3 4-23 16,1-2-34-16,-6 2-69 15</inkml:trace>
  <inkml:trace contextRef="#ctx0" brushRef="#br0" timeOffset="212584.55">20824 8922 7 0,'0'-2'19'0,"1"2"-9"0,0 0 2 16,1 0 6-16,-2-1-10 16,0 1-6-16,3-2-2 15,-2 2 1-15,0 0 0 0,0 0 0 16,0 0 1-16,0 0-2 15,2 0 0-15,0 0 0 16,-1 0 1-16,1 2-1 16,1 1 0-16,0 1 0 15,0 2 0-15,2-1 0 0,-2 2 1 16,2-1-1-16,1 4 0 16,-3-3 0-16,3 2 0 15,0-1 1-15,0 2-1 16,0-1 0-16,-1-1 1 15,2 1 0-15,-2-1 0 0,1-1-1 16,-2 0 0-16,0-4 0 16,2 2 1-16,0-3 0 15,-3 1 1-15,1-3 6 16,1 0-4-16,0 0 1 16,-1 0-4-16,1 0 1 0,-2 0 8 15,4-6-3-15,-3-1-1 16,5-2-1-16,0-3 1 15,-1-1 6-15,4-1-3 16,1-3-3-16,3 0-2 16,2-3-2-16,5 0-2 15,1 2 0-15,1-1-1 0,1 1-22 16,-1 2-27-16</inkml:trace>
  <inkml:trace contextRef="#ctx0" brushRef="#br0" timeOffset="-204547.87">9496 8933 15 0,'2'0'5'0,"-2"-1"-1"0,1-1 8 0,0 1 4 16,-1-1-2-16,0 2-5 0,0 0-6 16,0 0-4-16,0 0-1 15,0 0 3-15,2 0 0 16,0 0 0-16,0 0 0 16,0 0 2-16,1 0-2 15,1 0 0-15,0 0-1 0,0 0 1 16,-1 2-1-16,0-1 1 15,-1 2 0-15,0-2-1 16,-2 2 0-16,2 0-1 16,0-1 0-16,-2 0 3 15,2 1-2-15,0 0 0 0,1 1 1 16,-1-1-1-16,0 0 0 16,0 0 0-16,-1 0 0 15,2-1 0-15,0 1 0 16,0 0 1-16,-3 2-1 15,2-1-3-15,-2 0 1 0,0-3 2 16,0 3 1-16,0-3 0 16,0-1 0-16,0 1 2 15,0-1-2-15,0 0 0 16,0 0 1-16,0 0-1 16,0 0-1-16,2 0-1 0,-2 0 2 15,2 0 3-15,3 0-2 16,-1-1-1-16,3-5-1 15,4-1 1-15,0-2 0 16,2-1 2-16,3-1 0 16,0-2 2-16,4 0 0 0,0-3 0 15,5 1 0-15,-1-3 0 16,3 1-2-16,2 1-1 16,0-4-2-16,0 2 2 15,0-1 2-15,-1 2-1 16,-1 0 1-16,-3 0 0 0,-4 4-1 15,0 2-1-15,-5 1 1 16,-1 4-3-16,-3 2 0 16,-4 3-7-16,0 1-16 15,-5 0-13-15,-2 3-29 16</inkml:trace>
  <inkml:trace contextRef="#ctx0" brushRef="#br0" timeOffset="-203536.79">9560 8960 14 0,'0'0'19'0,"0"0"-8"0,0 0-2 0,0 0-3 0,0 0-2 15,0 0 2-15,0 0-4 16,0 0-2-16,0 0-1 16,0 1 2-16,0 1-1 0,0-1 0 15,0 1-1-15,0-1 1 16,0 2 0-16,0-1 0 15,0 2 1-15,0 1 0 16,-3 1 0-16,1 0 0 16,0 1 0-16,0 1-1 0,1-1 1 15,1 2-1-15,0-1 0 16,0-2 0-16,0 0 0 16,0-2 0-16,0-1-1 15,0 1-1-15,0-4 2 16,0 3 0-16,0-3-1 0,2 3-2 15,3-3 4-15,0 0 1 16,1 0 2-16,3 0-4 16,2 0 3-16,3-6 0 15,1-1-2-15,1-3 1 16,1-3 1-16,4-1 1 0,-2-1 4 16,5-4 3-16,-2 2 3 15,5-6-1-15,0 0-2 16,4 1-3-16,3-4 0 15,3 2-2-15,4-1 1 16,1 0-5-16,-2 1 0 16,1 1 0-16,-3 2-1 0,-2 3-2 15,-3 2-13-15,-2 3-14 16,-6 3-15-16</inkml:trace>
  <inkml:trace contextRef="#ctx0" brushRef="#br0" timeOffset="-201937.36">9233 9578 46 0,'2'0'1'16,"0"0"-9"-16,1 0 5 0,-1 0-4 0,2 0-1 15,-2 0 7-15,-2 0 0 0,4 0 2 16,-3-2 4-16,2 1 12 16,-3 1 3-16,2-1-6 15,0 1-8-15,-2 0-5 16,3 0 0-16,1 0-1 15,2 0 1-15,-2 0-2 16,4 0 0-16,-4 0 0 0,0 0 1 16,1 1 0-16,-1 0 0 15,-1 2 0-15,3-1 0 16,-3-1 0-16,0 2 0 16,1-1 0-16,0 0 0 0,-2 1 0 15,0-2 0-15,0 0 0 16,-1 0 0-16,0 0 0 15,0 1 1-15,-1-1 0 16,2-1-1-16,0 0 1 16,0 0-1-16,3 0 0 15,2 0 0-15,2 0 1 0,2-4 1 16,4-3 0-16,6-3 2 16,-2-4 3-16,8-5 4 15,1-1 2-15,4-4-1 16,5-2-4-16,3-2-3 15,2-2-2-15,-1 0-1 0,1 4 0 16,-2 0 0-16,-2 3-7 16,-5 1-30-16,-3 7-17 15</inkml:trace>
  <inkml:trace contextRef="#ctx0" brushRef="#br0" timeOffset="-200989.31">9367 9522 54 0,'0'0'6'0,"-2"0"-3"0,0 0 0 0,0 2-3 16,1-2 3-16,0 1-3 15,0 2 0-15,1-3 0 16,-2 4 0-16,2-1 0 15,0 0 0-15,0-2 1 0,0 2 0 16,0-3-2-16,2 0 2 16,5 0 6-16,1 0 4 15,7-3 8-15,5-8 1 16,6-4-7-16,8-4-5 16,4-4-4-16,8-4-2 0,6-2 1 15,2-3-2-15,4 2-18 16,-3-5-39-16</inkml:trace>
  <inkml:trace contextRef="#ctx0" brushRef="#br0" timeOffset="-197927.6">5183 9775 40 0,'0'-3'11'0,"0"-1"7"0,0 1-2 0,0 2-6 0,0-1-6 16,0 1-1-16,0 1-1 16,0 0 0-16,0 0 0 0,0 0-4 15,-5 0-3-15,-1 0 3 16,-2 0-5-16,1 4-2 15,-3-1 8-15,-2 1 2 16,-1-2 0-16,-1-1 1 16,1-1 0-16,-4 3 2 0,2-3 3 15,-3 0-5-15,-1 0 1 16,2 1 0-16,-3 2 0 16,2 0 0-16,-4 0 1 15,1-1 0-15,-1 2 3 16,0 1-1-16,-5-2-2 0,2 1-2 15,-4 1 4-15,0-1-3 16,2 0 0-16,-2 0 0 16,-2 1 0-16,2-1-1 15,3 3-1-15,-3-1 0 16,2 0 0-16,0 3 1 0,2-2 0 16,0 1 1-16,0 3-1 15,0-1-1-15,0 1 0 16,0 1-2-16,2 2 3 15,-2-3-2-15,4 3 0 0,0-1 0 16,1 1 0-16,1-1-1 16,2 0 2-16,2 0-1 15,1 1-1-15,4 0 0 16,3 2 2-16,-1 1-3 16,2-1 2-16,-1 3-2 15,3 1 0-15,0 0 1 16,0-1-1-16,3-1 2 0,-1 2 0 15,2-4-3-15,0-1 1 16,0 1-1-16,0-2 0 16,3 0 2-16,3-1 1 15,0 0-3-15,5 0 2 0,-1-1-2 16,3-2 1-16,1 2 0 16,1-2 2-16,1-2-2 15,1 2 2-15,4-1-1 16,-2-1 1-16,4 1 1 15,2-2-2-15,-1 0 1 16,3 0 0-16,0 0 0 0,-1 2 0 16,1-4 0-16,2 2 0 15,1-1 1-15,1-2-1 16,2-1-1-16,3-1 2 16,2 0-2-16,2 0 1 15,0-2 0-15,1 0 0 0,-1 1 0 16,-2-1 0-16,-2 0 0 15,2 0 0-15,-2 0 0 16,2 0 1-16,0 0-1 16,1 0 1-16,2 0-1 15,-1 0 0-15,0 0 1 0,1 0-1 16,1 0 0-16,0 0 0 16,4 0 2-16,2 0-2 15,-2 0 0-15,3 0 0 16,-5 0 0-16,-1 0 0 0,1-1-2 15,-1-1 2-15,2 1 0 16,-1-2 0-16,2 2 4 16,0-1-2-16,-4 2 0 15,3 0-1-15,-1 0 0 16,-2 0 0-16,4 0 0 16,-1 0 0-16,1 2-1 0,2-1 2 15,0 3-2-15,0-2 0 16,0 0 0-16,0 2 1 15,-2-1-1-15,4-2 0 16,0 1 0-16,0-2 0 16,2 0 1-16,-2 0-1 15,2 0 0-15,2 0 0 0,0 0 0 16,2 0 1-16,-1-2-1 16,1-2 0-16,0-1 1 15,0-2-1-15,1 4 0 16,1-4 0-16,-3 1 0 0,3 1 0 15,-2-2 1-15,-2 1-1 16,2-1 0-16,-3 1 0 16,3 0 1-16,-2 1-1 15,0-1 0-15,-3 0 2 16,2 0-2-16,-3 1 0 16,1 2 0-16,-2-2 0 0,3 0 0 15,-6 1 0-15,4-3 0 16,-4 3 0-16,-2-2 0 15,2 0 0-15,-3-1 0 16,1 0 0-16,-4 0 0 16,1-3 1-16,-7 0-1 0,-1-1 1 15,-2-1 2-15,-6 0 1 16,-5-1 5-16,0-3-2 16,-5 1 1-16,-3-1-2 15,-3-1 0-15,-1 0-2 0,-6 1 0 16,-1-2 0-1,-1 1-3-15,0 1 1 0,-3 0-1 16,-8 2-2-16,-1 0 0 16,-4 0-1-16,-3 2 2 15,0 1 0-15,-2 1 1 16,-3 0-1-16,-2 0 1 16,-2 2 0-16,0-1-4 0,-2 2 6 15,-1 2-2-15,-2 0-3 16,-1-2 3-16,0 3-1 15,0-2-1-15,-1 0 4 16,1-2-3-16,-3 1 1 0,1-2-1 16,-2 1 1-16,1-2 1 15,-3 3-2-15,2-2 0 16,1 1 0-16,0-2 0 16,-1 1 0-16,1 0 0 15,-1-1 1-15,-3-1-1 0,1 0 2 16,-2-2 0-16,1 2 1 15,-1-2 0-15,2-1 2 16,-3 1-3-16,3 1 0 16,-4-1 0-16,-4-3-1 15,-1 3 1-15,-4-1 0 16,-5 0 2-16,-5 0-1 16,-4 2 0-16,-5 0-1 0,-4 2 3 15,-2 1 0-15,-6 2-3 16,-8 4 0-16,-5 3-1 15,-7 0-3-15,-9 0 3 0,-9 10-6 16,-6 7-17-16,-8 2-20 16,-5 1-14-16,-7-1-44 15</inkml:trace>
  <inkml:trace contextRef="#ctx0" brushRef="#br0" timeOffset="-196533.3">7777 11002 0 0,'-1'0'4'0,"1"0"0"0,-2 0 10 15,2 0 1-15,-3 0-3 16,1 0 6-16,-1 0-7 16,1 0 3-16,0 0-5 0,-2 0-3 15,2 0-3-15,0 0-4 16,2 0 1-16,0 3-1 15,0-1-3-15,2-1-1 16,4-1 1-16,3 3 4 16,5-3 2-16,-1 0 2 0,5 0-1 15,3 0-3-15,0 1 2 16,2 1-2-16,0-1 1 16,3 3-1-16,-1-2 0 15,4 0 0-15,4-2 1 16,2 0 0-16,2 0 2 0,1 0 0 15,-2 0 1-15,1-1 0 16,-2-3-1-16,-2-2 0 16,-7 2 1-16,-1 1-3 15,-4-1 2-15,-5 2 0 16,-3 1-8-16,-7-3-30 16</inkml:trace>
  <inkml:trace contextRef="#ctx0" brushRef="#br0" timeOffset="-194198.8">7391 9829 40 0,'0'0'-11'0,"0"0"13"0,0 0-4 16,0 0 0-16,0 0 3 15,0 0 19-15,0 0-7 0,0 0 0 16,0 0 0-16,-40-31-1 16,36 28-3-16,-4 0-4 15,4 3-3-15,-2 0-1 16,-1 0-1-16,1 0 1 15,-2 0-3-15,0 0 2 16,-3 0 1-16,-1 7-4 0,1-3 3 16,0 4 1-16,-2-3-1 15,2 4-3-15,0-2 4 16,-1 4 0-16,-1-3-1 16,1 1 2-16,-1 0-2 0,1 0 1 15,0 0 0-15,1 1-1 16,-1-1 2-16,3 1-2 15,-1 0 1-15,3 3 0 16,-2-1-1-16,2 1 0 16,0 3 0-16,-1-1 0 15,0 2 0-15,2 3 0 0,1-3 0 16,-1 2 0-16,1-1-1 16,3 2 1-16,-1-3-1 15,3 0 1-15,0 0-2 16,0 0 0-16,0-1 2 15,3 4 0-15,2-2-1 0,1-3 1 16,1 0-1-16,2 0 1 16,2-2-1-16,0 0 3 15,3 0 3-15,-3-2-4 16,2 2-2-16,1-1 3 16,-1 0-1-16,3 0-1 0,-1-1 3 15,-1 2-1-15,1-1-1 16,3 3 0-16,-3-2 0 15,4 1-1-15,-2 1 2 16,2-2-1-16,1 1-1 16,0-1 0-16,2-1 0 15,-1-1-1-15,2-3-1 0,0 2 2 16,2-3 0-16,0-2 4 16,1-1-2-16,1 0 1 15,-1-1-1-15,3 0-2 16,-2-2 1-16,2-1-2 0,1 0 2 15,1 0 1-15,2 0-2 16,0 0 1-16,1-4 0 16,1 1-1-16,-2-5 1 15,-1 3 0-15,1-4 0 16,-2 0-1-16,0-1 1 0,0-2-2 16,1-2 0-16,-1 0 1 15,0 0 2-15,-1-3-1 16,1 2 1-16,-2 0-1 15,-4 1 0-15,-1-3 1 16,-2 4-2-16,-4-2 1 0,-2 0-1 16,-2 1 0-16,-2 0 7 15,-1-2 7-15,-3 2 0 16,-4-3-4-16,-2-1-2 16,0 1-3-16,-2-2 0 15,0-4-2-15,0 3-2 0,-2-1 2 16,-8 0-3-16,2-2 1 15,-5 2 1-15,-1 0-1 16,-3 1 4-16,-1 1-3 16,2-1 2-16,-4 2 4 15,-1 0-7-15,2 2-4 0,-4 0 6 16,-1 0-4-16,1 1 2 16,1 2-2-16,-3-1 5 15,1 1-3-15,1 0 0 16,1-2 0-16,0-1 0 15,-1 1-1-15,0-1 0 0,4-1 2 16,-4-1-2-16,-1 2 1 16,2-1-1-16,-3 1 2 15,-2 5-7-15,-2-2 1 16,0 5 3-16,-6 0 2 16,3 4-2-16,-4 1 4 15,3 2 1-15,-4 1-8 0,2 0 5 16,0 0 0-16,-1 1 2 15,0 8-4-15,-2-1 2 16,-2 2-1-16,4 3 0 16,-2 0-3-16,2 1 2 0,3 2-1 15,-1-1 0-15,3 5 2 16,-3 1-1-16,1 1 0 16,1 2 1-16,1 0-1 15,2 3 0-15,2-2 1 16,5 2 0-16,2-1-1 0,5 0 1 15,3-1 0-15,1-1-1 16,4 3 0-16,3-3-1 16,1 1 0-16,3 0-1 15,0-1 1-15,0 2 0 16,6-2-2-16,4 0 1 16,-1-1 1-16,5-4 1 0,-3 0-1 15,5-2-4-15,-1 0 4 16,3 0 1-16,0-4-1 15,4 3 1-15,3-2 0 16,-1 0 0-16,3-1 1 16,2 1 1-16,2 0-2 0,3-1 2 15,2-3-1-15,2 1 1 16,2-2 1-16,3-2-3 16,-3 0 2-16,2-3-2 15,-1 1 2-15,1-1-1 16,-2 0 1-16,-1-1-1 0,1 1 1 15,1-4-1-15,-1 0 0 16,2 0 1-16,-2 0-2 16,-1 0 1-16,2-7 0 15,-3-3-1-15,-1-1 1 16,0-3 0-16,1-3-1 0,-5 0-1 16,-1-3 4-16,-3 0-1 15,-7 1 0-15,0-2 0 16,-4 0 1-16,-5-2 2 15,-2 3 1-15,1-3-2 16,-5 1-2-16,1-1-1 0,-5-1-62 16</inkml:trace>
  <inkml:trace contextRef="#ctx0" brushRef="#br0" timeOffset="-192170.29">8894 10417 22 0,'-9'6'30'0,"0"-1"-10"0,2-2-7 0,0 1-3 16,3-2-3-16,-2 1-1 0,3-3 0 16,3 3-3-16,0-3-6 15,0 0-11-15,0 0-23 16</inkml:trace>
  <inkml:trace contextRef="#ctx0" brushRef="#br0" timeOffset="-191486.71">8777 10546 79 0,'0'0'4'0,"0"0"4"0,0 0 0 15,0 0-5-15,0 0 5 16,0 0-2-16,0 0 5 16,38-27-2-16,-29 23-4 0,0 3-1 15,2 0-3-15,1 1 0 16,-3 0-1-16,1 0 0 16,2 0 1-16,-3 5-2 15,0 3-2-15,2 3 0 16,-6 3-1-16,3 1 2 15,-4 2 4-15,1 3-1 0,-3 0 0 16,3-1 0-16,-3 0-1 16,1 1 1-16,1 0-1 15,0 0 0-15,-2 0 0 16,1-3 0-16,-1 4 0 16,0 1 0-16,-2 0 0 0,0 1-2 15,0 0 1-15,0 1 2 16,0 0 0-16,-6 0 0 15,1-1 0-15,-4-2-1 16,2-2-1-16,-2-4 1 16,1 0 0-16,1-6 0 0,-2-1-3 15,4-3 5-15,-3-1 2 16,3-2 1-16,-1-2 5 16,0 2-4-16,2-2-1 15,0 1-4-15,2-1-2 16,0 1-14-16,1-1-39 0</inkml:trace>
  <inkml:trace contextRef="#ctx0" brushRef="#br0" timeOffset="-188567.81">12882 11276 52 0,'1'0'4'0,"4"-2"-4"0,-3-1 1 16,2 0 0-16,-1 0-1 15,1 0 0-15,0 2 0 16,-1-2 0-16,3 3 0 16,-3 0 0-16,-1 0 0 0,0 0-1 15,1 0 1-15,0 0 0 16,0 0 0-16,1 7 0 15,-1-1 0-15,-1-1 0 16,2 4-1-16,-2-2-1 0,-2 3-1 16,3 0 0-16,-3-3 1 15,1 0 0-15,2 0 0 16,0 0 2-16,1-1 0 16,1-5 0-16,3 1 2 15,2-1-2-15,1-1 1 0,3 0 1 16,5-4-1-16,0-6 0 15,4-1 3-15,2-4 6 16,1-2 0-16,6-1 0 16,-1-3 3-16,5 1-6 15,-1-3 1-15,4 3-2 16,-1 0 5-16,-1 0-4 0,-1 2 0 16,1-1 0-16,-5 2 1 15,-1 3 1-15,-2 0 0 16,-5 1 1-16,1 5-7 15,-3 3-1-15,-5 1-1 16,-3 4 0-16,-1 0-2 0,-6 0-29 16,-4 7-36-16</inkml:trace>
  <inkml:trace contextRef="#ctx0" brushRef="#br0" timeOffset="-186601.89">13189 11021 45 0,'-1'-3'22'0,"0"0"8"0,1-1-23 15,0 1 1 1,0 0-6-16,0 2 3 0,0-1 4 16,0 1-3-16,0-1-5 15,0 1 3-15,0 0 2 16,0 0 7-16,0-1-1 16,0 0-8-16,1 2-3 15,5 0-4-15,-3-1 4 0,5 1-1 16,-2 0 0-16,3 0 0 15,3 0 0-15,-3 0 0 16,5 0-1-16,-3 0 1 16,1 0-1-16,0 1 0 15,-1 6 1-15,-3-2 0 16,3 2 0-16,-3 0 0 0,0 1-2 16,1 1 1-16,-3 0 0 15,0 1 0-15,-2 1-2 16,-3 0 1-16,-1 2 1 15,0 0 3-15,0 1-1 0,-5 0 2 16,-2 2-2-16,0-1 0 16,-4 2 0-16,1 1 1 15,-1 3-2-15,1-1 0 16,-3 1 2-16,-1 2-1 16,3 1-1-16,-3-1 1 0,3-3-1 15,1-1 0-15,2 0 0 16,2-1-1-16,1-1 1 15,1-1 0-15,2 0-1 16,2 1 0-16,0-2 0 16,0 2-1-16,2-3 2 15,5-1-3-15,3 0 3 0,4-2 3 16,-1-3-3-16,3-2 3 16,-2-3-1-16,0 0-1 15,-1-1 1-15,0-2-1 16,-6 0 0-16,-1 0 0 15,-4 0 0-15,-1 0-1 0,-1 0 3 16,0 0-1-16,-3 3-5 16,-6 1 13-16,0 1-9 15,-4 4 1-15,0 1-1 16,1 3 1-16,1 1-4 16,1 2 4-16,0 3-4 0,3 1 2 15,1 3 2-15,-2-2-5 16,2 0 3-16,0 0 0 15,3-2-3-15,3-2 2 16,-2-4 0-16,2 4-1 16,0-4-2-16,0 0 0 0,3 1 3 15,3 0-2-15,2-1 1 16,-2 1 3-16,2 0 2 16,-4-2-2-16,3 1 0 15,-4-1-1-15,2 1 2 16,-1 0-2-16,-2 0-2 0,0-1 2 15,-2 3 2-15,0-4-2 16,0 4-3-16,0-4 7 16,-4 0-2-16,-2-1-2 15,-2-2-1-15,-3 2 5 16,-1-1-2-16,-3-2-4 0,-3 3 5 16,-2-3-1-16,-2 2 0 15,-3-1 1-15,0 1-3 16,0-4-3-16,0-1-41 15,4-4-40-15</inkml:trace>
  <inkml:trace contextRef="#ctx0" brushRef="#br0" timeOffset="-185392.19">13165 11032 10 0,'5'-3'2'0,"1"-1"-1"0,0 1 10 16,0-1 6-16,2 0-1 16,1-2-1-16,-3 3-1 15,3-1-1-15,-1 2-4 0,0-1-5 16,1 1-3-16,1 2 0 16,0 0-1-16,1 0 0 15,1 0 0-15,-2 0 0 16,0 3-1-16,1 4 2 15,0 1-2-15,-4 3 0 16,1 3 1-16,-4 3 1 0,-2 4-3 16,-1 3-1-16,-1 3 4 15,0 5 2-15,-7 4-6 16,-4 5 3-16,-3-1 6 16,-1 1-6-16,-2-2 1 0,0 0 3 15,2 0-2-15,-1-2 0 16,4 0 0-16,2 2-3 15,1 0 2-15,-1 0-1 16,5 3 0-16,-2-4 0 16,3-4 0-16,3-4 0 0,1-4 1 15,0-6-1-15,0-6 2 16,0-3-1-16,1-4 3 16,3-4 1-16,0-2-3 15,-1-1 7-15,-1 0 8 16,-2 0-1-16,0 0-9 15,0-1-1-15,0-1-4 0,-7 1-2 16,0 1-2-16,-5 0 9 16,-2 0-7-16,1 7 2 15,2 0-2-15,-1 4 0 16,3 1 0-16,2 1-1 0,2 2 0 16,3 0-1-16,0 3-3 15,2-1 0-15,0 1 2 16,2 0 0-16,3 0-3 15,2 0 7-15,-1 0 2 16,1-3-1-16,-1 2-2 0,-1-1 0 16,-2-3 1-16,-3 2-1 15,0-2-2-15,-14 1 0 16,-7 5 9-16,-7-1-20 16,-10 2-29-16,-5-6-53 15</inkml:trace>
  <inkml:trace contextRef="#ctx0" brushRef="#br0" timeOffset="-184088.9">11531 11709 59 0,'0'0'10'0,"0"0"-8"0,0 0-1 0,3 0 0 16,1 0 0-16,0 0-1 15,1 0 0-15,-1 0 0 16,2 0 2-16,4 0-1 16,-3 0 1-16,5 0 1 15,3 0-2-15,7 0 0 0,0 0 2 16,9 0 0-16,2 0 1 15,4-5-1-15,5-2 0 16,0-2 3-16,1-1 1 16,-3 2 4-16,2-1 3 15,-3 1-1-15,-4-2-5 16,-3 4-4-16,-1-1-2 0,-4 3-1 16,-7 1 0-16,0 2 0 15,-7 0 2-15,-2 1-2 16,-4 0-1-16,-4 0-12 15,-3 2-20-15,0 4 1 16,-3-3-14-16</inkml:trace>
  <inkml:trace contextRef="#ctx0" brushRef="#br0" timeOffset="-183810.67">11810 11766 23 0,'0'0'1'0,"65"-14"8"0,-29 6-2 0,0 0-3 0,2 2-2 16,0-1-2-16,-6-1-42 15</inkml:trace>
  <inkml:trace contextRef="#ctx0" brushRef="#br0" timeOffset="-182907.5">7405 12228 24 0,'0'0'9'0,"0"0"0"0,40-6 7 0,-25 3-4 0,0-1 0 16,2 0-4-16,3 0 1 16,-2-1-6-16,4 1-2 15,1 0 0-15,0 0 2 16,3-2-2-16,-2 0 2 15,3 1-1-15,0-1-1 0,-2 0 0 16,0 3 1-16,-1-1 0 16,-8 1-2-16,2 2 0 15,-9 1-2-15,-1 0-6 16,-6 0-13-16,-2 0-25 16</inkml:trace>
  <inkml:trace contextRef="#ctx0" brushRef="#br0" timeOffset="-182741.91">7637 12224 150 0,'0'0'4'16,"0"0"-5"-16,46-9 1 16,-11 1 0-16,9-5 2 15,6-3-6-15,10-4-31 16,7-6-21-16</inkml:trace>
  <inkml:trace contextRef="#ctx0" brushRef="#br0" timeOffset="-182195.44">13022 11000 81 0,'0'0'34'0,"0"0"-3"0,0 0-2 0,0 0-9 16,0 0-9-16,0 0-9 15,0 0-4-15,0 0-6 16,0 0-19-16,0 0-20 16,10 22-6-16</inkml:trace>
  <inkml:trace contextRef="#ctx0" brushRef="#br0" timeOffset="-178587.7">1200 5243 38 0,'0'0'3'0,"0"0"4"0,0 0 2 16,0 0-4-16,0 0-1 16,0 0-3-16,0 0 4 0,0 0 2 15,-8-40 5-15,6 39 1 16,-3-3-3-16,0 1 3 15,3 3 0-15,-3 0-9 16,1 0-2-16,0 0-4 16,2 0 4-16,-3 0-3 15,3 0 6-15,-2 3-6 0,1 2 1 16,0 1 0-16,-1 1-1 16,0 2 2-16,0 0 0 15,1 3-1-15,-1-1 0 16,0 5 0-16,-1-2-2 15,2 3 2-15,1 0-2 0,0 0 4 16,2 2-3-16,0-2 1 16,0 0-1-16,0 0 0 15,0 0 2-15,0 4-1 16,0-1 0-16,0 3 1 16,0 1 1-16,0 1-2 0,0 0 1 15,0 0-1-15,2 2 1 16,3 0-1-16,0-1-1 15,1 1 1-15,1-2-2 16,3-2 3-16,0 0-2 16,1-1 1-16,0-3 0 15,3-1 0-15,1 1 0 0,-1-2 0 16,1 0 1-16,1 3-1 16,-3-2 0-16,1 4 0 15,-1 0 0-15,1 1 1 16,-3 1-1-16,-2 3 0 0,2 0 0 15,-4 0 1-15,-3 0 0 16,0 0 0-16,-4 2 0 16,0-1 0-16,0 0 4 15,0 2 1-15,-6 2 0 16,-3 0-3-16,0-1 0 0,2 2 2 16,-4-2-3-16,0-4 2 15,2 2 0-15,-4-4 5 16,3-2-3-16,-3-5-2 15,5-2 0-15,-4-3-2 16,5-5-1-16,-1-2 3 16,0-3-3-16,2-2 1 0,1-1-2 15,-1 0-2-15,2 0 2 16,-1 0 2-16,3 0-2 16,2-4 0-16,-3 1-2 15,3 0-4-15,0 1 0 0,3 0 13 16,4-1-5-16,1 2-4 15,3 1 2-15,1-2 0 16,-1 2 0-16,1 0 0 16,0 0-2-16,-1 6-1 15,-1 4 1-15,-2 0-1 16,-1 5 5-16,-2 1-2 0,1 1 0 16,-3 4 0-16,1 2 2 15,-1 1-2-15,1 3 2 16,0-1-2-16,-2 4-1 15,3 0 1-15,-1-1 1 16,-2 1-1-16,3 0 0 0,-2 1-1 16,-1 1-1-16,-2 0 1 15,0 2 1-15,0 2 1 16,0-2-1-16,0 0-1 16,0 1 3-16,0-2-2 15,0 1-1-15,2-4 1 0,0 0 0 16,2-1 1-16,1-1-2 15,3-4 1-15,0-1-1 16,3-3 0-16,-1-2-1 16,5-2-2-16,0-4 1 15,1-4-3-15,-1-4 1 16,5-2 2-16,-1-2 14 0,0 0-9 16,2-8 2-16,-1-5 3 15,4-1-2-15,1-4-2 16,-1-1 1-16,4-1-1 15,-2 0 0-15,-4 0-11 16,-8-4-110-16</inkml:trace>
  <inkml:trace contextRef="#ctx0" brushRef="#br0" timeOffset="-176979.86">885 7798 46 0,'3'-6'3'0,"-1"0"5"0,0 1 7 0,-2 1 5 16,0 1 2-16,0 0 5 15,0 0-7-15,0 2-9 16,-2-2-8-16,0 2 1 0,-1-1-1 16,1 0-2-16,-2 0 1 15,2 2-1-15,-4 0-2 16,2 0-4-16,-2 0 1 16,-1 0-7-16,-3 4 0 15,0 3 9-15,1 3 1 0,-2 0-2 16,0 0 4-16,2 3-1 15,0 0 0-15,-1 1-1 16,2 1 0-16,-1 1 0 16,0 1-4-16,2 0 4 15,-2 2 0-15,3-1 1 0,-2-1 1 16,2 0-1-16,0 3 0 16,1-3 0-16,1 3 0 15,-1-3 0-15,3 0 0 16,-3-1-3-16,5-1 4 15,0-2-3-15,0 2 0 16,0-3 1-16,2 0 1 0,4-2-4 16,2-1 2-16,1-1 1 15,3-1-1-15,-2-3 0 16,1 2-1-16,1-2 4 16,-1 0 0-16,0-1 0 15,1 0-1-15,0-2 0 0,2-1 1 16,2 0-1-16,-3 0 0 15,3 0 1-15,0 0-1 16,-1 0 0-16,-1 0 0 16,1 2 0-16,-4-1 0 15,3 3 0-15,-3 2 0 0,-3-2 0 16,0 3 0-16,0 2 0 16,-5-1 1-16,1 2-1 15,-4 2 0-15,0-1 0 16,0 3-2-16,0-1-1 15,-7 3 7-15,-1-1 1 0,-2 2 0 16,-1-1-2-16,-1 1-2 16,0 1 1-16,1-3-1 15,2 0 0-15,0-2 1 16,4-3-1-16,1 0-2 16,4-4-2-16,0-1-2 0,0 1 2 15,0-1 0-15,0 0 2 16,6 2 0-16,-1-1 0 15,2 1 0-15,-2 0 0 16,3 2 0-16,-1 2 1 16,4-1 0-16,-2 1-1 15,0 1 1-15,2-1-3 0,0-3 2 16,2-1-2-16,1-4 2 16,1-3 10-16,6 0-1 15,4-4 7-15,4-10-1 16,4-3-4-16,5-7-3 0,-5-3-44 15</inkml:trace>
  <inkml:trace contextRef="#ctx0" brushRef="#br0" timeOffset="-175213.55">823 8714 74 0,'0'-1'13'0,"0"-1"-3"0,0 1-7 16,0 1-2-16,2-3-1 16,-2 0 1-16,2 2-1 0,0-2 1 15,-2 2-1-15,0-1 1 16,0 1 3-16,0 1 12 16,0 0 0-16,0 0-8 15,0 0-6-15,-2 1 0 16,-4 9-5-16,-1 0 4 0,-2 4-2 15,-2 1 2-15,2 2-1 16,-1 1 0-16,2 1 0 16,-3 2 0-16,-1 2 0 15,-1 2-2-15,-1 2 1 16,-1 3 1-16,1 4 1 16,1-1-2-16,0 1 0 0,4 0 1 15,2 0 0-15,3-1-1 16,2-1 0-16,2-4-2 15,0 2 1-15,2-1 1 16,6-1 0-16,2 1 1 16,3-1-1-16,0 0 0 0,3-2 1 15,-1-2-1-15,4 2 0 16,1-2 1-16,-3-3 0 16,4 1 0-16,-4-3 0 15,4-1 0-15,-3-1-1 16,-1-2 1-16,1 0 1 0,-4 1 0 15,-1 0-1-15,-4 2 2 16,-2 2 1-16,-5 1 3 16,-2 4 3-16,0 0-3 15,0 5 1-15,-9 1-2 16,-6 2 7-16,1 1-7 0,-6 0-3 16,2-1 2-16,-2-1 0 15,2-4-3-15,-2-3 1 16,2-1-1-16,0-5-1 15,2-4 0-15,3-2 3 16,1-4 0-16,4-4-1 16,3-2-2-16,1 0 1 0,4-2-2 15,0-1 1-15,0 0 1 16,0 0-7-16,2 0 11 16,5-2-5-16,1-2 0 15,4-1 2-15,-1 2-2 16,1 2 1-16,-1-1-1 0,0 2 0 15,0 0-1-15,0 0 1 16,0 2-1-16,1 3 1 16,-4 3-1-16,1 0-1 15,1 1 1-15,-2 2-2 16,-1 0 3-16,-1 4-1 0,0 0 1 16,0 2-1-16,-4 4 1 15,0 2-3-15,1-2 3 16,-3 3-1-16,0 0 2 15,0 1 0-15,-5-1 1 16,1 2 1-16,-3-1-3 0,4 2 5 16,-1 0-5-16,2 2 2 15,0-1-2-15,0 0 1 16,2 0-1-16,0 0-1 16,0-2 0-16,0-1 2 15,4-1-3-15,0 0 2 0,0-2 0 16,4 0-2-16,-1-2 2 15,3-1-4-15,2-1 3 16,-1-5 0-16,2-2-3 16,3-2-3-16,-3-5 4 15,3-1 4-15,-1-3 1 16,2 0-2-16,0 0 1 0,1-6 1 16,2-2 2-16,0-4-1 15,0 0 0-15,3-2 0 16,-4 1-1-16,0 0-1 15,1 0-1-15,-3 0-46 0,-2 0-25 16</inkml:trace>
  <inkml:trace contextRef="#ctx0" brushRef="#br0" timeOffset="-173064.9">348 11664 67 0,'0'0'16'0,"0"0"0"0,0 0-3 0,-2 0-1 16,-2 0-6-16,4 0 1 15,-2 0-3-15,0 0-1 16,0 2-3-16,0 0 1 15,1 1-4-15,1 2 3 0,0 1-1 16,0 2 0-16,0-1-1 16,0 1 0-16,0-1-1 15,0 2 0-15,1-2 1 16,5-3-1-16,-4 1-1 16,4-1 0-16,0-4 2 15,0 0 10-15,5-5 4 0,3-9 8 16,6-8-3-16,4-9-9 15,8-8-2-15,6-5-2 16,9-6-2-16,7-1 1 16,1-8 0-16,3-7-21 15</inkml:trace>
  <inkml:trace contextRef="#ctx0" brushRef="#br0" timeOffset="-169500.86">373 12621 0 0,'-2'0'4'0,"2"0"6"0,0 0 14 15,-2 0-10-15,2 0-3 0,-2 0-2 16,2 0 4-16,-2 0 1 15,2 0-3-15,0 0-5 16,0 0-7-16,0 0-3 16,0 0 5-16,2 0 0 15,2 1-1-15,0 0 0 0,1 0 0 16,4 2 0-16,-4-2 0 16,1 0 0-16,3 0-1 15,1-1 0-15,0 2 0 16,1-1 0-16,1 0 1 15,-1 1 0-15,3-1 0 16,-3 2-1-16,0-2 1 0,2 1 0 16,-2-1-1-16,3-1 0 15,-1 0-1-15,0 0 2 16,3 0 0-16,-1 0 2 16,2-3 1-16,1 2-3 15,1-1 2-15,0 2-1 0,-2 0 1 16,-1 0-1-16,1 0 0 15,-1 3 0-15,-3 0-1 16,2 3-1-16,-2-2 2 16,1-1-1-16,0 0-1 0,1-2 1 15,0 2-1-15,-1-2 2 16,-1 1-2-16,3 1 0 16,-3-2 2-16,0 1-1 15,-2 0-1-15,2 1 2 16,1-3-1-16,-3 0 0 0,2 0-1 15,1 0 1-15,1 0 1 16,-1 0-1-16,1 0 0 16,1 0 1-16,2 0 0 15,0 0-1-15,-3 0 0 16,2 0 2-16,-4 0-1 16,1 0 0-16,-2 0 1 0,0 0 1 15,-1 0-1-15,-4 0 0 16,4 0 1-16,-4 0-1 15,1 0-1-15,-1 0 1 16,0 0 0-16,0 0-1 16,-1 0 2-16,1 0-2 0,-1 0 1 15,2 0-1-15,-2 0 1 16,1 0 1-16,-1 0 2 16,2 0 0-16,-2 0-9 15,-3-4-30-15,3-2-19 16</inkml:trace>
  <inkml:trace contextRef="#ctx0" brushRef="#br0" timeOffset="-169052.53">1196 12521 15 0,'0'0'4'0,"0"0"8"0,0 0 1 0,0 0-5 16,0 0-1-16,0 0-2 0,42 36-2 16,-32-25 2-16,-4 1 1 15,1 2 1-15,-3 4-2 16,-2 2 1-16,-2 5 6 15,0 5-1-15,-13 11 7 16,-11 11-8-16,-12 18-2 0,-18 17 0 16,-13 19-3-16,-16 17-6 15,-21 11-56-15</inkml:trace>
  <inkml:trace contextRef="#ctx0" brushRef="#br0" timeOffset="-167211.14">13597 11518 119 0,'0'0'1'0,"0"0"31"0,0 0-9 0,0 0-8 16,0 0-9-16,0 0-3 16,0 0 1-16,0 0 1 15,0 0-3-15,0 0-1 0,0 0 0 16,0-3-1-16,0 3-3 16,3 0-4-16,4 0 5 15,2 0 1-15,7 3 0 16,1 0 1-16,8-2 0 15,6-1-2-15,5 0-1 16,5 0 5-16,5 0-4 0,6 0 2 16,2-1 2-16,6-5-2 15,3 2 0-15,2-3 1 16,0-3-1-16,3 3 0 16,-1-1 2-16,-2 1-2 15,-4 2 0-15,-2-1 0 0,-3 2 0 16,-5 2 0-16,-9 1-13 15,-5 1-15-15,-8 0-14 16,-9 0-7-16</inkml:trace>
  <inkml:trace contextRef="#ctx0" brushRef="#br0" timeOffset="-166940.58">14653 11360 182 0,'0'0'6'0,"0"0"-3"0,40-11-8 0,-22 11 10 16,5 0-4-16,-1 4-1 0,0 7-1 15,-3 5 0-15,-4 5-2 16,-6 8 4-16,-7 5 1 15,-2 11 1-15,-18 8 2 16,-11 8-15-16,-11 6-12 16,-11-2-25-16,-1-1-58 0</inkml:trace>
  <inkml:trace contextRef="#ctx0" brushRef="#br0" timeOffset="-166057">15656 10596 61 0,'0'0'-2'0,"0"0"-1"0,0 0 0 0,0 0 7 15,12 43 5-15,-10-24 1 16,0 6-3-16,-2 6 1 16,1 6 3-16,-1 8-2 15,0 8-1-15,0 5 0 16,0 6-1-16,0 4 1 16,0 7 2-16,0-1 0 15,0-1 0-15,0-4-2 0,0-5 0 16,5-7-1-16,2-7-3 15,-1-9 2-15,2-8-1 16,-3-5 2-16,3-9-1 16,0-7-8-16,-2-9-26 15,-2-3-45-15</inkml:trace>
  <inkml:trace contextRef="#ctx0" brushRef="#br0" timeOffset="-165544.41">15826 10558 88 0,'0'0'12'0,"0"0"2"0,0 0-8 0,0 0-3 0,43-23-1 16,-21 16-1-16,5 1 1 16,3-1 0-16,7 2 0 15,6-3 0-15,1 0 0 16,8 2 0-16,3-1 0 16,3 0-1-16,7 0-1 0,-1 1 1 15,5-2-1-15,2-1 0 16,2 2 2-16,0-1-1 15,-2 2-1-15,-3-1 1 16,0 2 0-16,-5 1 0 0,-5 4 0 16,-3 0-5-16,-5 0-15 15,-6 0-13-15,-5 0-46 16</inkml:trace>
  <inkml:trace contextRef="#ctx0" brushRef="#br0" timeOffset="-165153.85">17239 10413 87 0,'0'0'17'0,"0"0"17"16,0 0-7-16,0 0-12 0,0 0-5 16,0 0-5-16,0 0-11 15,0 0 2-15,-16 8 1 16,14 6 0-16,-2 7 0 15,1 3-2-15,-1 6 0 16,0 2 0-16,-1 2 2 0,1 5-2 16,-1 0 5-16,0 1 0 15,1 1 1-15,-2 5 2 16,1 2-3-16,-5 3 1 16,4 3 0-16,-2-1 0 15,3-1 1-15,0 1 1 0,4-5 0 16,1-2-1-16,0-1 0 15,4-2 0-15,2-2 1 16,1-3 0-16,-3-4 2 16,-1 0-1-16,-2-6 0 15,-1 1 1-15,-1-3-3 0,-12-2-12 16,-8-3-23-16,-8-1-16 16</inkml:trace>
  <inkml:trace contextRef="#ctx0" brushRef="#br0" timeOffset="-164976.71">16050 11736 78 0,'0'0'-52'0</inkml:trace>
  <inkml:trace contextRef="#ctx0" brushRef="#br0" timeOffset="-164505.64">15777 11757 29 0,'0'0'38'0,"0"0"-22"16,0 0 3-16,0 0-6 0,0 0 2 16,0 0 6-16,0 0-12 15,0 0-11-15,-15-5-5 16,19 5 13-16,7-1-6 15,5-1 3-15,0 1-2 16,8-1 1-16,5 0 0 16,5-3-1-16,7 0 1 15,7-3 2-15,6 0-1 0,6-1 1 16,7-3-1-16,5 0-2 16,4 0 0-16,-3 0 0 15,2 0-2-15,0 0 3 16,-4 1-2-16,-2 2 2 0,-3-1 1 15,-7 2 2-15,-4-1-1 16,-4 2 2-16,-8 2 1 16,-5 0-3-16,-9 1 1 15,-6 1-2-15,-2 2-2 16,-7 0 0-16,-5-1 1 0,-5 2 0 16,-4-1-2-16,0-1-28 15,-4-6-55-15</inkml:trace>
  <inkml:trace contextRef="#ctx0" brushRef="#br0" timeOffset="-163913.8">16115 10525 62 0,'0'0'17'0,"0"0"5"0,0 0-20 0,0 0-6 0,0 0 4 16,0 0 0-16,12 39 0 16,-4-18 0-16,-1 4 0 15,2 7 0-15,-4 5 1 0,-1 9 0 16,2 7-1-16,-3 9 2 16,0 2 2-16,2 4-1 15,1 2-1-15,2-2 1 16,-1 0 1-16,3-5-1 15,2-5 0-15,-4 0 2 16,0-7 1-16,3-5 0 0,-6-8 2 16,-1-5-3-16,0-7 5 15,-2-8-9-15,1-5-21 16,2-12-12-16</inkml:trace>
  <inkml:trace contextRef="#ctx0" brushRef="#br0" timeOffset="-163449.12">16515 10476 62 0,'0'0'5'0,"0"0"7"0,0 0 8 0,0 0-7 0,0 0-6 15,0 0-12-15,0 0-1 16,0 0 5-16,25 46 2 15,-22-22 3-15,0 6-1 16,2 7-1-16,-3 6 2 0,-1 4-1 16,0 5-1-16,0 5 2 15,1 4 1-15,2-1 0 16,-2-1 0-16,3-2-1 16,3-3-1-16,2-4-1 15,1-6 2-15,-1-4-2 16,4-5 6-16,-5-4 0 0,1-6 0 15,0-6-6-15,-1-7-22 16,-1-9-23-16,2-3-43 16</inkml:trace>
  <inkml:trace contextRef="#ctx0" brushRef="#br0" timeOffset="-163033.33">16788 10492 107 0,'0'0'2'0,"0"0"2"0,0 0-2 0,0 0-1 16,0 0 0-16,0 0-5 0,0 0 3 15,0 0-1-15,0 0 1 16,13 54 3-16,-11-19-2 16,0 10-1-16,0 7 1 15,-2 8 1-15,0 7-2 16,0 3 8-16,5 1-2 15,-2-3-2-15,5-3 0 0,1-3 1 16,1-7 0-16,0-4 2 16,0-2 2-16,-3-6-3 15,-1-6-11-15,0-6-13 16,-4-8 2-16,-2-10-23 16</inkml:trace>
  <inkml:trace contextRef="#ctx0" brushRef="#br0" timeOffset="-162577.7">15800 10862 114 0,'0'0'-1'0,"0"0"0"0,60-9 0 16,-27 2 3-16,7 0-3 16,5-6 4-16,8 2 5 0,8-2-1 15,8-1 5-15,6-1-3 16,5 0-6-16,3-1-2 16,2 2 6-16,3-1-4 15,-2 0-1-15,-3 1 4 0,-3 1 3 16,-3 2-1-16,-6 1-5 15,-7 3 0-15,-12 3-1 16,-12 4-14-16,-11 0-59 16</inkml:trace>
  <inkml:trace contextRef="#ctx0" brushRef="#br0" timeOffset="-162157.45">15652 11162 142 0,'0'0'8'0,"0"0"15"16,37-8-21-16,-2 0 1 15,7-2 2-15,12-3-1 0,9 0 1 16,6-1 1-16,9-3-2 16,2 3 0-16,5-2-1 15,-1 2-1-15,-3-2 0 16,-2 2-1-16,-2 0-1 15,-2 1 3-15,-6 2-2 0,-6 2 0 16,-3 2 1-16,-6 3-1 16,-10 1 0-16,-5 3-1 15,-11 0-5-15,-10 3-23 16,-7 7-28-16,-11 0-14 16</inkml:trace>
  <inkml:trace contextRef="#ctx0" brushRef="#br0" timeOffset="-161771.77">15779 11471 83 0,'0'0'18'15,"0"0"17"-15,0 0-10 16,0 0-3-16,50-14-12 16,-15 4 1-16,11-2-6 0,6-2 0 15,11 0 0-15,7 0 1 16,3 0-3-16,6 1-2 15,-4 0 1-15,4 6-2 16,-7 0 1-16,-5 1 1 16,-1 3-2-16,-9 2 0 15,-2-2-3-15,-9 3-3 0,-3 0-6 16,-6 0-6-16,-7 0-24 16,-4 0-20-16</inkml:trace>
  <inkml:trace contextRef="#ctx0" brushRef="#br0" timeOffset="-160456.97">16676 11725 57 0,'-5'0'10'0,"3"0"7"0,0 0-5 0,1 0-7 16,0 0-3-16,1 0-1 0,0 0-3 16,0 0 0-16,-1 0 1 15,1 1 1-15,0 2 0 16,0 0-2-16,0 0 2 15,0 3 2-15,0-1-2 16,0 4 0-16,0 1 1 0,0 3 0 16,1 1 0-1,5 0-1-15,0 0 0 0,4 2 1 16,-1-2-2-16,5 2 0 16,3-2 0-16,1 2 4 15,1-1-2-15,4 0 1 16,4 0 1-16,0 1 2 0,2-4 1 15,7 1-3-15,0-1-3 16,7-4 3-16,3-1-2 16,1-4 1-16,2-3 2 15,-1 0-1-15,2 0-2 16,2-7 0-16,-2-1 3 0,0-2-1 16,2-2 0-16,-6 1-1 15,-2-2 0-15,-7 3 0 16,-3-3 1-16,-6-1-2 15,-4 3 1-15,-2-1-5 16,-5-3-16-16,-3 3-19 0</inkml:trace>
  <inkml:trace contextRef="#ctx0" brushRef="#br0" timeOffset="-160243.02">17738 11754 96 0,'0'0'0'0,"0"0"1"0,0 0 2 16,44 11-1-16,-32-4-2 0,-2 0 0 16,2 6 0-16,-5 0 1 15,-3 2 0-15,-4 1-2 16,0 1-20-16</inkml:trace>
  <inkml:trace contextRef="#ctx0" brushRef="#br0" timeOffset="-159146.29">17203 10522 33 0,'0'0'3'0,"0"0"-1"0,0 0 9 0,0 0-3 15,0 0-5-15,0 0-1 16,0 0 13-16,0 0 12 0,0 0 1 16,0 0-13-16,0 0-9 15,-6 3 0-15,6-9-2 16,0 2-1-16,2-1-1 16,3-1 2-16,3 0-6 15,-1 0-3-15,5-1 12 0,0 2-5 16,2-1-2-16,4-1 1 15,0-2 0-15,0 2-1 16,4-1 0-16,-2-1 0 16,2 1-1-16,-1 1 2 15,3-2-1-15,3-1 0 0,-3 3-1 16,5-3 1-16,0 3-3 16,-1 0 4-16,1 0 0 15,-1 0-1-15,0 1 0 16,0 0 1-16,-1 2-2 15,1 0 2-15,1 0-2 16,-3 1 1-16,3 0-1 0,-1 0 1 16,-1 0-1-16,-3 2 3 15,2-2 2-15,-7 3 5 16,2 0-4-16,-2 0 1 16,2 0-6-16,-4 0 1 15,1 3-1-15,-1 2 2 0,-1 1-2 16,-3 1-2-16,0 0 1 15,-2 0 1-15,-1 0 0 16,-2-1 0-16,-2 0-2 16,0-1 2-16,-2 0-3 15,-1-2 5-15,0 1 1 0,2 0 0 16,-5-2-9-16,2-2-34 16,0 0-32-16</inkml:trace>
  <inkml:trace contextRef="#ctx0" brushRef="#br0" timeOffset="-158735.33">18569 10110 61 0,'0'0'24'0,"0"0"-20"0,0 0-1 0,0 0 1 15,0 0-1-15,-3 48 1 16,2-26 0-16,1 1 0 0,-2 2-2 15,2 4 0-15,0 3 3 16,0 1 1-16,0 0-6 16,0 5 0-16,0 0 2 15,0 2 0-15,0 0 2 16,0-5-1-16,0-5 1 0,4-3 2 16,2-7 2-16,-1-6 3 15,4-5-5-15,-6-6-21 16,1-3-29-16,0-9-69 15</inkml:trace>
  <inkml:trace contextRef="#ctx0" brushRef="#br0" timeOffset="-158049.18">18598 10079 120 0,'0'0'3'0,"0"0"-1"16,0 0-1-16,19-42-1 15,-7 36 0-15,-1 0 2 0,3 2-2 16,3 0 1-16,2-1-1 16,4 1 1-16,3 0-1 15,4-1 0-15,1 0 2 16,4-1-2-16,1 0 1 15,0 0 0-15,1 0-1 16,-3 0 1-16,-1 0-1 0,-2 1 0 16,-3-1 2-16,-2-1 5 15,-4 4 2-15,-4 2-2 16,-2-1-4-16,-7 2-3 16,-1 0-1-16,-4 0-4 15,0 0-4-15,-2 3-1 0,-2 0 19 16,0 4-6-16,0-1 0 15,0 1 1-15,0 1-2 16,0 5 0-16,0-1-2 16,-2 3 0-16,-1 5 0 15,2 3 0-15,1 4 0 0,-2 5-1 16,2 5 2-16,-1 3 1 16,1 4 5-16,0-2-3 15,0 1 0-15,0-3 0 16,0 0-1-16,0-3 1 15,3 1 3-15,3-1 0 0,-3-3 1 16,1 0-4-16,2 0 2 16,-2-2-3-16,1 0-1 15,0-2-1-15,-3 3 3 16,-1-2-3-16,-1 2 4 16,0-3-3-16,0 3 1 0,0-4-2 15,0-1 1-15,-3-1 0 16,1-1-1-16,-3-2 1 15,1-3 1-15,3-1 1 16,-3-1 1-16,1-1-3 16,0-2-7-16,-1-5-16 15,-3-2-40-15,-3-7-79 16</inkml:trace>
  <inkml:trace contextRef="#ctx0" brushRef="#br0" timeOffset="-157408.83">18610 10694 41 0,'0'0'32'0,"0"0"-34"0,0 0 1 0,0 0 1 16,-8 43 0-16,8-26 0 15,0 2 0-15,0 4 2 16,0 2 2-16,3 4-2 0,2 1 3 15,4 6 2-15,-1-1-1 16,-1 1-3-16,1-2 0 16,-2 0 2-16,0-3-2 15,-1 0 2-15,-3-4-1 16,0 2 1-16,-1-4 4 16,0 0-4-16,1-2-2 0,-2-1 0 15,0-2-1-15,0-3 1 16,0-2-1-16,2 1 1 15,0-5 0-15,3-1 0 16,4-3-1-16,0-1 1 0,7-3 3 16,0-3-2-16,8 0 0 15,3 0 6-15,4-3 4 16,1-3-8-16,5 1-2 16,3-1-2-16,3 0 1 15,-1-1-2-15,3 0 3 0,-3 2-2 16,1-1 0-16,-4-1-1 15,-2 1 2-15,-5 1-3 16,-3-1 3-16,-6 1-2 16,-6 0 1-16,-3-1-1 15,-6 0 2-15,-5-1-1 16,-3-4-5-16,-2-1-57 0</inkml:trace>
  <inkml:trace contextRef="#ctx0" brushRef="#br0" timeOffset="-156612.93">17021 10718 84 0,'0'0'4'0,"0"0"-3"16,0 0 1-16,46-27-1 0,-33 20 2 0,1-1 3 15,2-1 1-15,1 2-1 16,2-2 0-16,3 1 0 16,-2-1-3-16,5 3 1 15,4-2-1-15,2 1-1 16,4 2-1-16,5 0-1 0,1-1 1 15,3 1 0-15,0 1 0 16,1 1 2-16,-2 3-1 16,2 0 1-16,-5 0-1 15,1 1-2-15,-5 9 0 16,2 1 0-16,-1 2-2 0,-1 1 0 16,1 6 2-16,0 0 1 15,-2 3 0-15,1 2 2 16,-2 4-2-16,1 0 2 15,-4 3-3-15,-1 2 2 16,-3-1 1-16,-2 2 5 0,-1 0-1 16,-5 1 2-16,2 1 5 15,-4 1-2-15,0 0-7 16,-1 1 0-16,-1 2 0 16,-2-1 3-16,-1 0-1 15,-1-2-5-15,0-5-19 0,0-7-37 16,-4-8-36-16</inkml:trace>
  <inkml:trace contextRef="#ctx0" brushRef="#br0" timeOffset="-156193.23">18712 11421 121 0,'0'0'1'0,"0"0"3"0,0 0 0 0,0 0 0 0,0 0-3 16,29 38 0-16,-28-26 1 15,-1 2 1-15,0 6 3 16,0 1-2-16,0 6 3 16,2 3-2-16,0 4-1 15,0 3 1-15,2 3-2 16,-1 1-1-16,0 0-1 0,2-1 1 15,0 1 6-15,-2-1 0 16,3 0-1-16,-2 2-1 16,-1-2-1-16,1 3 3 15,0-2-3-15,-2-1 2 0,-1-1-3 16,1-4-2-16,2 0-2 16,-2-1 2-16,1-1-1 15,-1-2 1-15,1-2-2 16,-1-5 4-16,2-5 0 15,0-6-1-15,0-4-5 0,1-9-13 16,2 0-15-16,-3-12-11 16,1-10-43-16</inkml:trace>
  <inkml:trace contextRef="#ctx0" brushRef="#br0" timeOffset="-155530.83">18848 11491 211 0,'0'0'-33'0,"0"0"38"0,0 0-2 0,0 0-4 16,0 0-1-16,0 0 1 0,0 0-3 15,0 0 4-15,36-21 2 16,-15 19 1-16,5-1-2 16,1-1 0-16,2-2-1 15,2-1 1-15,-1 0 0 16,0 0-1-16,0-2 1 16,-6 1 0-16,1-2-1 0,-2 2 0 15,-4 3 2-15,-3 2 5 16,-3 1-6-16,-1 2-2 15,-4 0 1-15,-4 5 0 16,-3 8-6-16,-1 5-4 16,0 6 4-16,-7 5 14 0,-4 7-4 15,-2 3 3-15,0 5-1 16,3 2-1-16,1 2 0 16,2 2-3-16,3-1 0 15,-1 3-1-15,5 0-1 16,0 1 0-16,0-1 1 0,3 2-1 15,4-1 1-15,3-2 0 16,0-1-1-16,-1-4 0 16,0-3 2-16,2-2-2 15,-4-4 1-15,-1-4-1 16,-2-7 1-16,-1-4-1 16,-3-5 0-16,0-4 0 0,0-5 8 15,-9-1 10-15,-4-2 5 16,-5-1-6-16,-1-4-9 15,-6 0-4-15,-2 0-1 16,1 0-1-16,-1 0-1 0,0-5 1 16,3 1-1-16,2 1-8 15,-2 2-28-15,5 1-20 16,2 0-31-16</inkml:trace>
  <inkml:trace contextRef="#ctx0" brushRef="#br0" timeOffset="-155174.43">18869 12624 84 0,'0'0'37'0,"0"0"-36"0,0 0-3 0,0 0 6 15,0 0 0-15,0 0 2 16,15 37-1-16,-11-20 3 15,-1 6 10-15,0 4-1 16,-1 4 0-16,-1 6-6 0,0 0-5 16,-1 4 1-16,0 2-1 15,0 1 1-15,0-1 1 16,-4 0-1-16,1 2-2 16,-4-3 1-16,4-1 0 15,-1-4 0-15,2-3-1 16,-2-5-2-16,0-6-1 0,2-3 0 15,-1-6 1-15,1-3 1 16,-3-4 0-16,2-4-12 16,-1-3-12-16,0 0-12 15,-1-6-25-15,1-7-12 0</inkml:trace>
  <inkml:trace contextRef="#ctx0" brushRef="#br0" timeOffset="-154562.9">18931 12617 148 0,'0'0'6'15,"0"0"22"-15,0 0-17 0,0 0-9 16,48-24 1-16,-26 20-2 15,6-1-1-15,-1 1 1 16,1-3 0-16,2 2-1 16,-1-3 1-16,1 1-1 15,1-3 0-15,0 2 0 0,0-2 0 16,-1 0 0-16,3 1-2 16,-4 1-2-16,0 1-4 15,-7 1-3-15,1 6 0 16,-3 0 2-16,-7 0 4 0,-5 9 1 15,2 7-5-15,-8 3 3 16,-1 7-1-16,-1 2 2 16,0 5 6-16,0 5 2 15,0 2 0-15,-3 3 3 16,-1 2-2-16,-1 0 2 16,2-1 0-16,1 0 2 0,2-1-1 15,0-1 6-15,0 0 0 16,0-1-6-16,0 0-6 15,0-1 1-15,3-3 0 16,-3-3 0-16,0-3-1 16,0-6 1-16,-2-4-1 0,-7-4 1 15,-4-6 10-15,-6-1 19 16,-3-3-6-16,-3 0-7 16,-8-2-8-16,-1-3-2 15,-1 2-3-15,-4-2-2 0,2-2-3 16,-4 0 1-16,4 0-2 15,1 0-2-15,2 0-9 16,3 0-4-16,4 0-12 16,2 3-32-16,8 0-49 15</inkml:trace>
  <inkml:trace contextRef="#ctx0" brushRef="#br0" timeOffset="-154198.83">18944 13526 210 0,'0'0'16'0,"0"0"16"0,0 0-19 0,0 0-12 16,0 0-1-16,0 0 0 15,0 0-2-15,0 0 0 0,21 44 1 16,-19-24 1-16,-2 4-1 15,0 6 3-15,0 5 2 16,0 2 2-16,-4 6-3 16,-1 0-1-16,-2 2 0 15,2 2 1-15,1-2-1 16,-3-1 0-16,1-1 0 0,-3-1-1 16,1-2 1-16,0-3-2 15,-4 0 1-15,2-4 2 16,0-5-2-16,2-5 1 15,-1-6-3-15,4-8-11 16,-1-7-18-16,-1-2-9 0,5-12-43 16</inkml:trace>
  <inkml:trace contextRef="#ctx0" brushRef="#br0" timeOffset="-153528.25">18956 13559 79 0,'0'0'60'0,"0"0"-57"0,0 0 5 16,49-33 1-16,-25 29-5 15,3-2-2-15,1 1-2 16,5 0 0-16,3-1 0 15,5-1 0-15,0-1 0 0,0-1 0 16,0 1-3-16,0-1 0 16,-6 1-1-16,-1 2 4 15,-2-1 0-15,-3 1 2 16,0 1-2-16,-2 0 1 16,0 1 0-16,-3 1 0 0,0 2-1 15,-7 1 0-15,-3 0-5 16,-5 1-6-16,-4 6-4 15,-4 3 9-15,-1 6-1 16,-3 1 3-16,-9 6 12 16,0 1-3-16,-2 6 4 15,-1 1 7-15,-1 2 5 0,3 1-1 16,-1 1-2-16,3 5-5 16,2 1-4-16,1 1-2 15,-1 4-3-15,3 0 2 16,0-2-1-16,0-2 1 0,3-2 3 15,-3-3-3-15,3-3-1 16,1-3-1-16,1-1-2 16,1-1-2-16,-2-2 3 15,-1-2-1-15,0-4 2 16,-1-1 1-16,-1-1 2 0,-3-3-2 16,0-1 2-16,-1-2-1 15,-4-2 1-15,-1-1-2 16,-6 1 5-16,0-5 1 15,-7 0 3-15,-2-2-2 16,-6-3 5-16,-2-1-3 16,-3 0-3-16,-4 0-6 0,-2-6-1 15,-2-5-5-15,-4-3-24 16,-3-6-35-16,-1-11-44 16</inkml:trace>
  <inkml:trace contextRef="#ctx0" brushRef="#br0" timeOffset="-151573.23">592 13305 62 0,'0'0'4'0,"0"0"3"0,0 0 4 15,0 0 0-15,0-2-3 16,0 2-2-16,0-3 0 15,0 3 4-15,0-3-2 16,0 2 0-16,0 0-1 16,0-1-2-16,0 1-5 0,0-1 0 15,3-1-1-15,4 1 1 16,0 0-2-16,5-1 1 16,4 1-1-16,2 1-4 15,2-1 1-15,5 2 3 16,0-2 0-16,2 1 0 15,-1-2 1-15,3-4 1 0,0 1-2 16,0 0 1-16,4-5 2 16,-1 1 2-16,-1 0 1 15,0 0-1-15,-2 3-2 16,-2 2 0-16,-2 2 0 16,-4 1-1-16,-4 1 0 0,-1 1 1 15,-3 0 0-15,-1 0 1 16,-1 0 0-16,-3 0-1 15,1 0 1-15,1 0-1 16,-4 1-14-16,-1 1-12 0,-1-2-16 16</inkml:trace>
  <inkml:trace contextRef="#ctx0" brushRef="#br0" timeOffset="-151273.06">1113 13106 75 0,'0'0'24'0,"0"0"-23"0,0 0 7 0,0 0 1 0,0 0-13 16,0 0 11-16,0 0-8 15,0 0-1-15,0 0 0 16,0 0 2-16,31 6-5 0,-21 7 9 16,-1 6-3-16,-1 5 4 15,-1 4-2-15,-2 6 0 16,-5 4-8-16,0 0-12 16,-3-1-39-16</inkml:trace>
  <inkml:trace contextRef="#ctx0" brushRef="#br0" timeOffset="-149935.92">1223 13000 69 0,'0'0'13'0,"0"0"-4"0,0 0-1 0,0 0-6 0,0 0-1 16,0 0-3-16,0 0-1 15,0 0 5-15,0 0-1 0,0 0-1 16,-6-5 0-16,4 5 0 16,2 3 0-16,-4 0 0 15,0 2-4-15,-1 1-4 16,1 1 14-16,-4 4-5 16,1 0 0-16,-3 1-1 0,4 1 1 15,-3 1-1-15,0-1 0 16,0 1 2-16,1 0-7 15,1-1 10-15,0 0-5 16,4-2 0-16,1 3 0 16,-2-4 0-16,4 0-2 0,0-1 2 15,0 1 0-15,0 0 0 16,0-2 0-16,0 0 2 16,0 0-2-16,2-3-2 15,2-2 1-15,-1-1 1 16,4-1 0-16,-1-1-1 15,1 2 3-15,1-2 0 0,0 0-1 16,1 1-1-16,-1 2 0 16,1 0 0-16,-1-2 0 15,0 5 0-15,-1 0 0 16,-1 1 1-16,0 1-1 16,-2 2 0-16,-4 6-1 0,0-2 0 15,0 4 3-15,-2 2 1 16,-6 0 0-16,0 4-2 15,-1 0 0-15,0-1 1 16,-3 1-1-16,-1 1 0 0,-1-3 0 16,-1 1 0-1,1-3 1-15,-3-1-2 0,1-3 2 16,1 0-2-16,-2-3 1 16,5-2-1-16,0-4 0 15,1 0 0-15,4-2 1 16,1-3-1-16,2 0 0 0,0-2 1 15,2 0-1-15,2 0-2 16,0 0-12-16,2 0 19 16,6 0-5-16,3-2 0 15,-2-2 0-15,4 0 1 16,1 1-1-16,1 0 0 0,-1 2 0 16,0-1 0-16,-1 2 0 15,-1 0-1-15,0 0-1 16,-3 6-1-16,-1 1 0 15,0 4 3-15,-4 1 0 16,-2 2 0-16,1 2 1 0,-3 2 2 16,0 2 1-16,0 3-3 15,0 1 1-15,-3 2-1 16,-1 3 0-16,0 1 0 16,-2 1-1-16,0 2 2 0,2-2-2 15,-1-1 1-15,-1 0-1 16,-1-2 0-16,2-1 0 15,1-1 0-15,-3 0 1 16,5 1 0-16,-4 1 0 16,0 0 0-16,4 5-1 15,-2 0 1-15,2 2-2 16,-3-1 2-16,3 3-2 0,2-2 2 16,0-2-1-16,0 1 1 15,0-4 1-15,9-4 0 16,3-2 2-16,1-3-1 15,5-5 0-15,1-5 1 0,2-5-2 16,4-6 9-16,2-3-6 16,2-17-21-16,-3-8-17 15</inkml:trace>
  <inkml:trace contextRef="#ctx0" brushRef="#br0" timeOffset="-148624.5">1173 13118 50 0,'0'-2'6'0,"0"-2"5"0,0 2 7 0,-2-1-4 0,-2 2-10 16,0-1 0-16,1 1-3 16,-3 1-1-16,1 0 0 15,0 0 1-15,1 0-2 16,0 0 0-16,-1 0 17 0,1 0 3 16,0 0-15-16,-4 1-6 15,2 6 0-15,1 3-3 16,-3 3 3-16,0 4 1 15,2 3 0-15,1-1 0 16,3 2-1-16,-2 0 1 0,4 1 0 16,0 0-1-16,0-2 0 15,0 0 0-15,0-1 1 16,4-1-1-16,1 0 0 16,1-1 1-16,2 0 1 15,-2 0 0-15,-1 0 0 16,3-1 1-16,-4 1-1 0,4 0 0 15,-2 2-1-15,-1-1 1 16,-1-1 0-16,2 4 0 16,0-3 1-16,-2 1-1 15,0 1 0-15,-1-3 2 16,-3 3-2-16,0-1 1 0,0 0 1 16,-3-2 0-16,-8-1 0 15,0 1 4-15,-4-1 1 16,-4-2-1-16,-1 3-3 15,-2 0 0-15,-3-1 0 16,3-1 0-16,-1-2-2 0,2-3 0 16,4-3-1-16,3-4 1 15,4-3 1-15,3 0-2 16,3 0 1-16,4 0 1 16,0-3 1-16,0-2 0 0,2 0-1 15,7-2-2-15,2 3 0 16,1-2 0-16,4 1-1 15,1 2 1-15,-1 0-1 16,1 2-2-16,-1 1 0 16,-1 0-1-16,2 0-2 15,-2 8 2-15,-1 2 0 0,-4 1-3 16,1 2 3-16,-3 4 2 16,-2 2 0-16,-1 0 2 15,-3 4 3-15,0 0-1 16,-2 0 0-16,0-1 0 15,0 2-1-15,0-2 1 0,-4 3 0 16,-1 2-1-16,-1 0 0 16,-1 3 2-16,4-1 14 15,-3 3-13-15,2 0-3 16,1-2 0-16,1 3 0 16,-2-3-1-16,2 0 1 15,0-2-1-15,2-4 0 0,0-1 0 16,0-3-1-16,0-1-1 15,4-2-1-15,2 0-2 16,1-1 2-16,1-1-1 16,4-1 5-16,-1 0 0 15,5-2 1-15,-1-4-1 0,4-2 2 16,0-5 2-16,6-1 0 16,8-12 5-16,8-14-3 15,3-10-21-15,2-12-63 16</inkml:trace>
  <inkml:trace contextRef="#ctx0" brushRef="#br0" timeOffset="-141038.97">1742 13411 11 0,'-4'0'-4'0,"3"-3"7"0,-2 0-2 0,3-1-1 0,-2 1 2 16,0 0 5-16,0-1 1 15,2 3 4-15,-4-2 5 0,3 0-4 16,-1 3-11-16,0-1-1 16,2 1-1-16,0-3-2 15,-2 3 1-15,2 0 0 16,-2-2 2-16,0 1 4 15,2 1 8-15,-3 0 0 0,3 0-2 16,-2-2-6-16,2 2-5 16,0 0-3-16,0 0 2 15,0 0 1-15,0 2-1 16,0 1 1-16,0 1-1 16,2 0-1-16,-1 1 2 0,1-1 0 15,0-3 0-15,0 2 0 16,0-1 0-16,0 0 0 15,0 0 0-15,1-1 0 16,1 2 0-16,-2-2 1 16,4 2-2-16,0 0 1 15,-2-3 0-15,0 3-1 0,1-1 1 16,1 0 0-16,0-2 0 16,-2 3 1-16,5-2 0 15,-1 2 0-15,2-1 0 16,1-1-1-16,2 1 0 0,-1 0 2 15,1 0-1-15,1 1 0 16,-1-1-1-16,-1 0 0 16,0 1 0-16,1-2 1 15,-1-1-1-15,1 0-3 16,0 0 2-16,3 0 4 0,-1 0 1 16,4-4-4-16,1 1 3 15,-1-1-2-15,2 0-1 16,0 1 0-16,0-1 0 15,2 1 1-15,1-2-1 16,1 1 0-16,0 0 1 0,-1 0-1 16,1-1 1-16,-1 3-4 15,-1 2 6-15,-1 0-2 16,0 0-1-16,1 0 0 16,-1 0 0-16,2 0 0 15,1 0 1-15,-2 0-1 16,1 5 0-16,0-2 0 0,-1 2-1 15,2 0-1-15,-1 1 2 16,1-1 0-16,-1 1 1 16,1-2-1-16,0 2 1 15,0-2-1-15,1-1 0 16,1 3 1-16,-1-5-1 0,1 5 0 16,0-3 0-16,4 2 0 15,-2-1 0-15,3 2 0 16,-1 3 0-16,0-2 0 15,-1 0 0-15,1 0 0 16,0-1 0-16,2-3 0 0,1-2 1 16,0 1-1-16,4-2 0 15,2 0 0-15,-2 0 0 16,2 0 0-16,1 0 0 16,-3 0 2-16,3 0-2 15,-2 0 0-15,1 0 0 0,0 0 0 16,3 0 0-16,-1 0 1 15,0-3-1-15,-1 0 0 16,-1 0 0-16,0 0 0 16,-1-1 0-16,1 0 1 15,-2-2 0-15,2 2 2 0,1-1 0 16,0 1 0-16,0 0-2 16,1 1 0-16,-2 0 1 15,0 2-1-15,1-1 0 16,-3 0 0-16,2-1-1 15,-2 0 0-15,-1 0 0 0,-2 0 0 16,-1 2 0-16,-1-1 1 16,-2 2 1-16,1 0-1 15,1 0-1-15,0 0 2 16,-2 0-1-16,3 0 0 16,-3 3 0-16,0-1-1 0,1-1 0 15,-3 2 1-15,-2-2-1 16,2 1-1-16,-2-2 1 15,2 0 0-15,0 0 1 16,0 0 0-16,0 0 0 16,1 0 1-16,1 0-2 15,0 0 0-15,-2 0 0 0,0 0 0 16,1 0 0-16,-2 0 1 16,1 0-1-16,4 1 0 15,-1 3 0-15,2 0 0 16,1 1 0-16,3-1 1 15,2 0-1-15,1-1 0 0,1 3 0 16,0-2 1-16,1 1-1 16,-1-1 0-16,2 0 2 15,-1 0-2-15,4-1 0 16,-2-3 1-16,1 3-1 0,2-3 1 16,-4 0 0-16,4 0-1 15,-4 0 1-15,3 0-1 16,-2 0 0-16,4 0 1 15,-4 0-1-15,4 0 0 16,-4 0 1-16,4 0-1 0,-2 0 0 16,0 0 0-16,0 0 0 15,-3 1 0-15,-1 2 0 16,1-3 0-16,-1 2 0 16,0-2 0-16,-1 0 0 15,0 0 0-15,3 0 0 16,-2 0 1-16,1 0-1 15,-1 0 0-15,-3 0 0 0,-1 0 0 16,0 0 2-16,-1 0 3 16,-3 0 1-16,1 0 0 15,1 0-1-15,-1 0 0 16,1 0-2-16,-1 0-2 16,-1 0 0-16,-1 0 0 0,1 0 0 15,-2 0 0-15,0-2 0 16,0-2 0-16,1-2 0 15,-1 2 0-15,1 0 0 16,-1-2-1-16,1 3 2 0,-3 0-1 16,-2 2-1-16,0-1 1 15,0 0-1-15,-2 2 0 16,0 0 1-16,-2-2-2 16,2 2 2-16,-3 0-1 15,-1 0 0-15,3 0 0 0,-1 0 0 16,0 0 0-16,-1 0 0 15,3 0 0-15,-4 0 0 16,3 0 0-16,1 0 1 16,0 0-1-16,-1 0 0 15,1 0 0-15,2 0 1 0,-2 0-1 16,2 0 0-16,0 0 0 16,-1 0 0-16,3 0 0 15,-2 2 0-15,0 0 0 16,0 1 0-16,0 2 0 15,-3-1 0-15,3-1 0 0,-2-2 0 16,2 2 0-16,-2 0 0 16,0-2 0-16,2 1 0 15,-2-1 0-15,0-1 0 16,0 3 0-16,-1-3 0 16,1 1 0-16,0-1 0 15,2 0 1-15,0 0-2 0,0 0 1 16,3-1 1-16,1-5-1 15,-2 2 1-15,1 0-1 16,1 0 1-16,0 1-1 16,-4 1 0-16,1-2 0 15,1 4 0-15,-2-2 0 0,0 2 2 16,0-2-2-16,-2 0 0 16,2 2 0-16,0-1 0 15,-2 1 0-15,2-2 0 16,-1 0 0-16,-1 2 0 0,1-2 0 15,1 2 0-15,0 0 0 16,0-1 0-16,0-1 0 16,0 2-2-16,2 0 2 15,-2 0 0-15,1 0 0 16,1 0-1-16,-2 0 1 16,2 0 0-16,-2 3 0 0,1 1 0 15,-2-1 0-15,1 1-1 16,-2-2 1-16,-1 2 0 15,1-2 0-15,1-1 1 16,0-1-1-16,-1 0 0 16,1 0 0-16,-1 0 0 0,-1 0 0 15,0 0 0-15,-3-1 0 16,-2-1 0-16,-2 2 0 16,2-1 0-16,-3 1 0 15,1 0 0-15,-1 0 0 16,3-2 0-16,-2 2 0 0,-1 0 0 15,2 0 0-15,3 0 0 16,0 0 1-16,1 0-1 16,1 0-1-16,1 0 1 15,-1 0 1-15,2 0-1 16,1 0-1-16,0 3 1 0,0 0 0 16,4 3 0-16,-3-3 0 15,0-1 0-15,2 1 1 16,0-3-1-16,1 2 0 15,-1-1 0-15,-1 1 0 16,3 0-1-16,-4 1 1 0,2-1 0 16,-1 3 0-16,1-2 1 15,2 1-2-15,1 1 2 16,1-2-1-16,-2 1 0 16,3 1 0-16,-2-1 0 15,2 0 0-15,-2 1-1 0,3 0 2 16,-1 0-1-16,-1-1 0 15,1 2 0-15,3-1 0 16,-4 0 0-16,1-1 0 16,2 1 0-16,-4-1 0 15,1-1 0-15,0 0 0 0,2 1 0 16,-3-1 0 0,3 1 0-16,1-1 0 0,1-2 0 15,-1 3-1-15,2-2-2 16,-1-1 1-16,2 2 2 15,-5-1-1-15,2 0 1 16,-3 0 0-16,1-1 0 0,-1 2 0 16,0-2-1-16,-2 2 2 15,1-3-1-15,-1 3 0 16,0-3 0-16,1 0 0 16,-2 0 0-16,1 0 0 15,1 0 0-15,-2 0 0 0,2 0 0 16,-3-6 0-16,2 2 0 15,0-1 1-15,-3-1-1 16,1 0 0-16,2-1 0 16,-2 3 1-16,-1-2-1 15,1 0 1-15,0-1-1 0,0 2 1 16,-1-1-1-16,-1-3 0 16,1 2 0-16,-2 0 0 15,2 1 0-15,-3-1 1 16,0 0-2-16,2 0 2 15,-2 0-1-15,0-1 0 0,2 2 0 16,-2-3 0-16,-2 1 0 16,-2 2 0-16,2 0 0 15,-4-3 0-15,0 2 0 16,-2 0 1-16,1-1 0 16,0 1-1-16,2-3 0 0,-4 3 2 15,0-3-2-15,0 2 1 16,-3-1 3-16,-1-1-2 15,-3-1 0-15,-2 1 0 16,0 0-1-16,0 1 0 16,-1-5 0-16,2 3 1 0,-1-3-2 15,0-1 0-15,2-2 0 16,-4-1 1-16,-1-2-1 16,0 0 0-16,-1 0 1 15,-3-1 0-15,-2 1-2 16,0 0 1-16,0 2-1 0,0-1 1 15,0 2-3-15,-2 0 2 16,0 2 0-16,-3 0 1 16,2 1 0-16,0 0 1 15,-1 1-1-15,0 1 3 16,-2 0-2-16,2 0 2 16,-2 1-1-16,1 0-1 0,-3-1-1 15,0 1-1-15,-1-1 2 16,1 0-1-16,-1 1 1 15,-1-2-1-15,-2 0 1 16,0 1-3-16,0 3-1 16,-1-1 1-16,-1 0 3 0,0 2-1 15,0 0 0-15,0 3 0 16,-1-2 1-16,0 2-1 16,1-2 1-16,1 2 1 15,-1-1 1-15,-1-1 2 0,1 1 0 16,-2-1-1-16,-1 3-1 15,-1-2-2-15,-1 0-1 16,0 2 0-16,-4 1 1 16,-3-1-2-16,1 3 1 15,-1-1 0-15,-1 2-1 16,0 0 2-16,-2 0-1 0,2 0-1 16,-1 0 1-16,-1 0 0 15,0 0 1-15,1 0-1 16,-2 0 0-16,-1 3 0 15,-2-3-1-15,1 3 1 16,1-2 0-16,-5-1 1 0,1 0-2 16,1 0 1-16,1 0 0 15,-3 0 0-15,2 0 0 16,1 0 0-16,1 0-2 16,-3 0 1-16,3 0 1 15,-5 0 1-15,3 0-2 16,-5 0 2-16,-1 4-1 0,1 1-1 15,-2 1 2-15,-1-1-1 16,-1 2 0-16,0 0 0 16,-1-1 0-16,-3 3 0 15,0-3 0-15,-2 2 0 16,2-1 0-16,-1 0 0 0,2-1-1 16,-3 1 1-16,2-1-1 15,0-1 0-15,-4 2-1 16,2-3 1-16,-1 2 0 15,0-3 1-15,0 1 0 16,0-2 1-16,0-1-1 0,2 2 0 16,-1-3 0-16,2 0 0 15,3 0 0-15,-1 0 0 16,3 0 0-16,-1 0-1 16,3 0 2-16,0-3-2 0,2 2 0 15,-3-3 1-15,3 1-3 16,0-2 1-16,2 1 1 15,0 0 1-15,-2 0 0 16,-1-1 0-16,0 3 0 16,-1 0 0-16,-4 2-1 0,2 0 1 15,-2 0 0-15,2 0-1 16,-1 0 1-16,-1 4-1 16,-1-2 1-16,-1-1-1 15,1 2 0-15,-5-2-1 16,3 2 2-16,-3 0 0 15,0-2-1-15,1 2 1 0,-1 0 0 16,1 1 0-16,1 1 0 16,0 0-1-16,1 2-1 15,0-1-4-15,1 1 0 16,-1-1 0-16,2-2 4 0,0-1 1 16,-1 0 3-1,2-3-1-15,3 0-1 0,3 0 2 16,0 0-1-16,1 0 1 15,0 0-2-15,1 0-3 16,-2 0 6-16,1-3-2 16,-2 0-1-16,3-1 3 0,0 0-2 15,-3-2 2-15,5 3-1 16,-5-1 2-16,2 2-2 16,-2 1 0-16,0 1 0 15,-4 0-2-15,0 0 1 16,-2 0-1-16,1 0 0 0,-4 3 1 15,2 1-1-15,-3-1 1 16,2 3-1-16,-3-2 0 16,4 0 0-16,-1 0 1 15,1-1-1-15,2 3 0 16,0-3 0-16,-3 1 1 16,0 0-1-16,0-1 0 15,-2 1 0-15,2-2-1 0,-3-1 2 16,2 1-1-16,-2-1 2 15,4 0-4-15,-4-1 4 16,4 0-2-16,-4 0 0 16,1 0 0-16,4 0 0 0,-4 0 0 15,0 0 0-15,2 0 0 16,-2-2 0-16,-1-3 0 16,1 1 1-16,0 0-1 15,0 1 0-15,0 0 0 0,-4 1 0 16,1 1 0-16,-2 1 0 15,3 0 0-15,-1 0 0 16,1 0 0-16,0 0 0 16,-1 0 0-16,-2 2 2 15,1 2-4-15,-2 0 2 16,1-1 0-16,-1 1 2 0,3-2-4 16,0-2 2-16,-2 0 2 15,3 0-4-15,-3 0 2 16,1 0-5-16,3 0 6 15,-1-2-1-15,0-2 0 16,2 4 0-16,-1-1 0 16,-1-1 1-16,2 2-1 0,0-1 0 15,2-1 0-15,-3 2 2 16,1-1-2-16,-2 1-2 16,0 0 4-16,1 0-4 15,-1 0 2-15,1 0 0 0,-3 4 0 16,4 1 0-16,-5-1 2 15,0 1-2-15,3-3-2 16,-4 2 4-16,5-3-2 16,-3 1 0-16,1-2 1 15,0 2-1-15,-3-1 0 16,3 2 0-16,-1-2 0 0,1 2 2 16,-1-2-2-16,-1 2 0 15,0-3 0-15,1 3 0 16,0-3 0-16,1 0 0 15,0 0 1-15,3 0 0 16,0 0 0-16,-3 0 0 0,2 0 0 16,0 0 0-16,0 0 1 15,2 0 0-15,0 0-1 16,2 0 0-16,-2 0 1 16,2 0 0-16,-1 0 0 15,0 0-1-15,2 0 0 0,1 0 0 16,1-3-1-16,1 0 1 15,0-2 1-15,-1-1-2 16,0 0 0-16,-1 1 0 16,1 0 1-16,1 0-1 15,-1 0 0-15,3-1 0 0,2 1 0 16,-2-1 1-16,1 2-1 16,-3-2 0-16,2 1-1 15,-1 1 1-15,0 0 1 16,3-1-2-16,-1-1 2 15,3 2 0-15,-3-2 2 0,5 2 0 16,-4-2-3-16,5 2 1 16,-4 0-2-16,0 1 2 15,3 0 0-15,0 2-1 16,1 0 0-16,2 1 0 16,-1 0 0-16,1 0 0 0,-2 0 0 15,2 0 0-15,1 0 2 16,-3 0-4-16,0 0 2 15,3 0 0-15,-1 0 0 16,0 0 0-16,0 4 0 16,1 0 2-16,1-1-2 0,-4 1-2 15,2 0 4-15,-1 2-2 16,-1-2-2-16,2 2 4 16,-1 0-2-16,1 0 0 15,2-1 0-15,2 3 0 16,0-2 0-16,0 0 0 0,2 1 0 15,-2 0 0-15,3-1 0 16,-2 1 0-16,1 0-2 16,0 0 2-16,2 0 0 15,4 2 0-15,-3-1 0 16,5 2 0-16,2 0 0 0,1-1 0 16,1 1-1-16,0 0 0 15,2-1 1-15,2 1-2 16,2 0 1-16,-2 2 1 15,2-3-2-15,3 3 2 16,0-1-1-16,1 1-1 16,1 0 1-16,0 0-1 0,0 1 1 15,0 1 1-15,-2 0-1 16,2 0 1-16,0-1 0 16,2 1-1-16,-2-1 1 15,2-1-1-15,0 1 0 16,0-4 0-16,0 4 1 0,0-2-1 15,0-1 1-15,4 2 0 16,-2 1 1-16,4-4-1 16,-4 1 0-16,2 0 0 15,-2-3 0-15,3 1 0 16,-1-1-1-16,1-2 0 0,2-1 0 16,0 1 1-16,1-2 0 15,1-1 0-15,0 0 1 16,2-2 0-16,-2 0 0 15,3 0 0-15,-1 0 1 16,2 0-2-16,5 0 1 0,2 0 0 16,2 0 0-16,7-3-8 15,4-4-18-15,2-3-30 16,3-8-59-16</inkml:trace>
  <inkml:trace contextRef="#ctx0" brushRef="#br0" timeOffset="-138131.02">20573 9895 49 0,'0'-5'54'0,"-2"-2"-53"0,0 3 2 0,0 0-1 16,-2 1 2-16,0 0 7 15,-1 1-2-15,-2 2 0 16,0 0 2-16,-8 0-3 15,1 2-6-15,-3 8-2 16,-3 4-2-16,-2 4 3 0,4 4 0 16,2 0 1-16,5 1-2 15,4-3 2-15,4-3 1 16,3 0 0-16,7-3 0 16,6-5 1-16,5-6 4 15,6 1-1-15,3-4-2 0,2 0-1 16,3-10-2-16,1-2 0 15,-4-3 0-15,-6-3-1 16,-2 1-1-16,-6-3 0 16,-4 1 1-16,-9 0 0 15,-2 2 1-15,0 2-2 0,-13 4-1 16,-3 5-1-16,-9 6-5 16,-2 0-10-16,-3 7-22 15,0 3-8-15</inkml:trace>
  <inkml:trace contextRef="#ctx0" brushRef="#br0" timeOffset="-137647.35">20525 10555 62 0,'0'0'24'0,"0"0"-6"0,0 0 7 0,0 0-3 0,0 0-3 15,0 0-13-15,0 0-4 16,0 0-2-16,0 0-5 15,0 0 5-15,-38 46 2 0,31-27 0 16,3 0 0-16,2 2-1 16,2-3 3-16,0 1-2 15,0-3-2-15,10-3 2 16,1-2-1-16,5-4 2 16,2-3 3-16,2-4-1 0,0 0 0 15,0-6 0-15,-2-5 4 16,0-5 1-16,-7-1 1 15,-2-5 5-15,-2 0-4 16,-6-2-5-16,-1 1-5 16,0-1-2-16,-10 5-4 0,-3 3 3 15,-5 7-3-15,-2 9-10 16,-3 0-14-16,-4 7-35 16,-2 8-53-16</inkml:trace>
  <inkml:trace contextRef="#ctx0" brushRef="#br0" timeOffset="-137212.09">20569 11049 23 0,'0'0'25'0,"0"0"-23"0,0 0 2 0,0 0-2 0,0 0 16 16,0 0-5-16,0 0-11 15,0 0 1-15,0 0 2 16,5 41 2-16,-10-23 0 16,3 4-2-16,0 2-2 15,2 2 0-15,0-2-1 16,2 0-1-16,6-5 1 0,3-2 0 15,0-5 4-15,2-5-1 16,3-3 2-16,0-4 3 16,0 0-1-16,-1-8 5 15,0-6 1-15,-4-5 3 16,-2-3 3-16,-6-2-8 0,-2 0-6 16,-1 2-5-16,-1 1-3 15,-11 5 0-15,-1 4-3 16,-5 6-7-16,-5 6-1 15,1 1-17-15,-5 13-25 16,1-2-62-16</inkml:trace>
  <inkml:trace contextRef="#ctx0" brushRef="#br0" timeOffset="-136786.1">20588 11616 67 0,'0'0'7'0,"0"0"14"0,0 0-7 15,-46 25-2-15,33-5-4 16,2 1-2-16,6 1-4 0,3-1 2 16,2-2 0-16,0-4-5 15,2-3 4-15,10-4 0 16,3-5 8-16,2-3 7 16,4 0-4-16,2-3-4 15,3-9-3-15,-1-4-3 0,-5-5-1 16,0-2 2-16,-4-4 5 15,-8 1 10-15,-3-2-7 16,-4 5-8-16,-1 2-4 16,-3 6-3-16,-8 7-2 15,-7 7-18-15,-5 1-16 0,0 4-32 16,2 7-52-16</inkml:trace>
  <inkml:trace contextRef="#ctx0" brushRef="#br0" timeOffset="-136541">20585 12028 235 0,'0'0'-1'16,"0"0"-7"-16,0 0 8 15,40-6-1-15,-37 6-11 16,1 0-2-16,-2 0-10 16,-2 4 10-16,0 8-5 0,0 1-8 15,0 2 0-15,-1 2-58 16</inkml:trace>
  <inkml:trace contextRef="#ctx0" brushRef="#br0" timeOffset="-136159.59">20690 12717 188 0,'0'0'-8'16,"0"0"8"-16,19-37 2 0,-14 28-1 15,0 4-1-15,-3 4 1 16,-2 1-2-16,0 0-12 16,0 10-6-16,0 6 10 15,-2 5 4-15,-5 4-8 16,0 3-12-16,-4 3-24 0</inkml:trace>
  <inkml:trace contextRef="#ctx0" brushRef="#br0" timeOffset="-135989.04">20623 13187 284 0,'0'0'17'16,"0"0"-21"-16,0 0 0 15,0 39 3-15,0-24-30 0,0-3-57 16,0-3-43-16</inkml:trace>
  <inkml:trace contextRef="#ctx0" brushRef="#br0" timeOffset="-135346.08">20567 13677 67 0,'0'0'29'0,"0"0"4"15,0 0 12-15,0 0-7 0,0 0-10 16,0 0-7-16,0 0-5 16,0 0-9-16,0 0-6 15,-32-34-2-15,26 34 0 16,-2 0-2-16,0 8 1 15,-3 5-2-15,-1 3 0 0,0 5 3 16,0 4 0-16,1 2 1 16,2 3 1-16,3 1 0 15,3-1 0-15,3-3-1 16,0-3 1-16,1-5-2 16,10-4 0-16,2-4 1 0,1-5 0 15,4-4 5-15,-1-2-1 16,2 0-2-16,-1 0 1 15,1-9-1-15,-3-3 0 16,0-1 0-16,-3 0 0 16,-2-1-1-16,-6 0 1 0,-2 2 0 15,-3 1-1-15,0 4 2 16,-1 1 0-16,-6 2-3 16,-4 4 0-16,-1 0-2 15,-1 0-1-15,-2 10-3 16,1 1-10-16,-1 3-11 15,2-4-25-15,2-1-40 0</inkml:trace>
  <inkml:trace contextRef="#ctx0" brushRef="#br0" timeOffset="-134856.64">20734 13779 134 0,'0'0'15'0,"0"0"14"0,0 0 4 16,0 0-21-16,0 0-9 16,0 0-3-16,0 0 0 15,0 0-2-15,0 0-8 0,0 0 6 16,0-3 5-16,0 14 3 15,0 2-2-15,0 1 2 16,3 1-3-16,3-1 1 16,0-1-2-16,4-4 2 15,-1-1-1-15,5-4 0 0,0-1 2 16,1-3 0-16,2 0 0 16,-1-2 0-16,-1-5 0 15,0-3-1-15,-3 0 0 16,-2-1 0-16,-4-2-1 15,-2 4 0-15,-3-2 1 16,0 4 11-16,-1 1 9 0,0 4-8 16,0 0-9-16,-1 2-1 15,-4 0-6-15,-1 8 2 16,-1 3 0-16,2 2 0 16,-1 2 1-16,2-1-4 15,3-1-6-15,1 0-13 0,0-2-17 16,0-4-24-16,1-4-42 15</inkml:trace>
  <inkml:trace contextRef="#ctx0" brushRef="#br0" timeOffset="-134216.49">20724 13403 135 0,'0'0'1'0,"-40"-29"20"0,22 19 14 0,2 0-10 0,-2 6-11 15,3 1-10-15,-1 3-4 16,-2 0 0-16,2 9-1 16,-5 5 1-16,0 3 0 15,-4 6 0-15,-1 4-2 0,0 5 2 16,-2 4 0-16,1 2 0 16,3 6-1-16,1-1 1 15,0 2 0-15,5-2-2 16,5-2 1-16,2 0 2 0,4-4-2 15,5 1 1-15,2-5 1 16,5 1-1-16,8-4 2 16,5 0-2-16,1 0 0 15,7-3 3-15,3 1 0 16,4-1 0-16,1 0 1 0,3 1 0 16,4-5-4-16,1-3 0 15,1-6 1-15,5-6-1 16,3-6 4-16,-1-2-2 15,-1-4 2-15,-2-9 1 16,-4-8 6-16,-5 1 0 0,-4-7-4 16,-4-4-3-16,-4-5 0 15,-4-8-2-15,-9-3-2 16,-6-2 2-16,-6-4-3 16,-1 3 3-16,-11 2 4 15,-8 6-1-15,-5 6-5 16,-3 5-4-16,-6 9 3 0,-8 8-16 15,-1 6-29-15,-4 5-43 16</inkml:trace>
  <inkml:trace contextRef="#ctx0" brushRef="#br0" timeOffset="-133482.93">20742 14130 172 0,'0'0'2'0,"0"0"34"0,0 0-7 16,0 0-19-16,0 0-9 15,0 0-6-15,0 0 1 0,0 0 3 16,0 0-1-16,0 0-1 15,0 0-4-15,0 0 2 16,11 15-1-16,-11 4 6 16,0 6 0-16,0 5 1 15,-2 6 0-15,0 4 3 0,1 5-2 16,1 2-1-16,-2 2-1 16,-1 1-2-16,0 0 2 15,0 1 0-15,0 1 0 16,-3-2 1-16,2-3 2 0,1-1 5 15,-2-4 7-15,1-1 4 16,2-2-3-16,1-2-5 16,1-3-6-16,0 0-1 15,0-4-3-15,0-3 2 16,0-2-2-16,1-3 1 16,2-3 0-16,-1-4-6 0,2-3-13 15,-2 0-12-15,-1-5-12 16,0-6-28-16,0-1-85 15</inkml:trace>
  <inkml:trace contextRef="#ctx0" brushRef="#br0" timeOffset="-133227.09">20549 15171 162 0,'0'0'-1'0,"0"0"-1"0,0 0 2 16,0 0 1-16,41 31 1 0,-22-25-1 16,3-3 1-16,2-1-4 15,2-2 4-15,2 0-2 16,-1 0-10-16,-1-7-30 15,0 0-31-15</inkml:trace>
  <inkml:trace contextRef="#ctx0" brushRef="#br0" timeOffset="-133098.77">20851 15125 99 0,'0'0'25'0,"0"0"13"16,0 0-2-16,0 0-7 16,0 0-15-16,0 0-15 15,0 0-3-15,-46 9 0 0,27 18 4 16,-2 4-15-16,2 2-20 15,-1 0-32-15</inkml:trace>
  <inkml:trace contextRef="#ctx0" brushRef="#br0" timeOffset="-132593.62">20406 15614 284 0,'0'0'13'0,"0"0"-8"15,0 0-10-15,0 0 2 16,0 0 6-16,0 0-2 16,0 0 2-16,47 0 0 15,-33 6 0-15,0 2-1 16,0 1-1-16,2 5 2 0,-2 0 0 16,-3 2 0-16,0 3 0 15,-1 1 0-15,-3 2-2 16,-2-3 0-16,-4 0-2 15,-1-2 1-15,0-4-2 0,0-3 1 16,-3-4 1-16,-4-4 1 16,3 0 5-16,-5-2-3 15,2 0 0-15,0-6 0 16,1-5-1-16,0-4-3 16,2-3-1-16,3-2 2 15,1-3 0-15,0-1-2 0,11 0 1 16,4 0-9-16,4 1-30 15,2 3-36-15,0-1-71 16</inkml:trace>
  <inkml:trace contextRef="#ctx0" brushRef="#br0" timeOffset="-132201.86">20729 15689 198 0,'0'0'64'16,"0"0"-72"-16,0 0 7 16,0 0 1-16,0 0-2 15,44 6-33-15,-35-15 8 16,2 2 8-16,-2-3 16 16,-2-1 7-16,-1 1-2 0,-4-2 9 15,-1 3 3-15,-1 0-4 16,0 3 4-16,-1 1-4 15,-7 3-4-15,-4 2-10 16,-2 0-7-16,1 5 6 16,-3 5 5-16,-1 2-1 0,2 5 3 15,2 0 2-15,0 3 0 16,3 0 3-16,4 0-1 16,5-1-3-16,1-1-2 15,0-4 3-15,3 0-2 16,8-5-2-16,7-3 4 15,3-5-2-15,2-1 0 0,4 0-12 16,2-10-34-16,-2-5-33 16</inkml:trace>
  <inkml:trace contextRef="#ctx0" brushRef="#br0" timeOffset="-131901.96">20953 15394 275 0,'0'0'4'0,"0"0"-7"0,0 0-8 0,0 0 5 15,0 0 4-15,0 47 2 0,0-26 1 16,0 3 3-16,0 2 2 15,0-2 1-15,0 1-2 16,2-2-1-16,4 1-2 16,0-1 2-16,1-2-1 15,1-1-1-15,0-6-15 16,0-1-20-16,1-8-34 0,0-4-58 16</inkml:trace>
  <inkml:trace contextRef="#ctx0" brushRef="#br0" timeOffset="-131445.86">21040 15611 290 0,'0'0'3'16,"0"0"-2"-16,0 0-3 16,0 0-7-16,0 0-3 0,0 0 8 15,0 0 4-15,-4 41-1 16,4-28 1-16,2-1 0 15,3-1-2-15,3 0-3 16,-1-4 1-16,1 0 1 16,5-4-4-16,-2-1 1 15,2-2-4-15,1 0-3 0,2-6-1 16,1-4 3-16,0-3-4 16,2 0-1-16,-2-1-2 15,-2 1 0-15,-4-2 8 16,-1 5 6-16,-5 0 5 15,-3 1 1-15,-2 2 1 0,0 2 6 16,0 2 1-16,-1 1-4 16,-4 2-7-16,0 0-1 15,-1 0 2-15,0 6-1 16,0 4 1-16,0 0 3 16,0 3 7-16,3 1 5 0,-2 0 4 15,3 3-1-15,2-1-5 16,0 0-4-16,7-1-2 15,0-1-3-15,5-2-2 16,2-3-8-16,0-4-26 16,2-4-37-16</inkml:trace>
  <inkml:trace contextRef="#ctx0" brushRef="#br0" timeOffset="-131317.81">21405 15743 326 0,'0'0'20'0,"0"0"-22"0,0 0-24 0,0 0-18 16,0 0-82-16</inkml:trace>
  <inkml:trace contextRef="#ctx0" brushRef="#br0" timeOffset="-130963.7">20590 16078 304 0,'0'0'8'16,"0"0"-12"-16,0 0 2 15,0 0 2-15,46-3 2 16,-24-4 0-16,4 3-2 0,2-1-1 16,0 0 2-16,2-1 6 15,4 1-2-15,0-1-2 16,3-1-2-16,1-3 3 15,0 3-14-15,-1-2-53 16,-2-3-57-16</inkml:trace>
  <inkml:trace contextRef="#ctx0" brushRef="#br0" timeOffset="-130806.64">21007 16054 336 0,'0'0'10'16,"0"0"-20"-16,0 0-10 16,50 0 9-16,-15-10-54 15,0-4-89-15</inkml:trace>
  <inkml:trace contextRef="#ctx0" brushRef="#br0" timeOffset="-125448.02">1655 13357 21 0,'0'0'7'0,"0"0"4"0,-3 0 1 0,-1 0 0 0,2 0 0 16,-4 0 1-16,2 0-1 15,-2-3-1-15,3 2-1 16,-3 1-1-16,0-1 5 15,0 0-1-15,2 1-4 16,-1 0-2-16,-1 0-6 0,2 0 1 16,-1 0-2-16,0 3-5 15,-1 3 4-15,1-2-11 16,-1 3-2-16,-1-3 7 16,0 1 3-16,2-1 4 15,-1 2-1-15,2-1 1 16,-3-2 1-16,3 2-1 0,-2 2 0 15,0-2-1-15,-1 1 1 16,1 1-2-16,-3 0 4 16,0 0-2-16,0 2-2 15,-2 1-1-15,-3 1 5 16,3-1-2-16,-3 1 1 0,2 2-1 16,1 0 2-16,-1 0-2 15,1-2 0-15,1 3 0 16,2-2 0-16,1-1 0 15,1-1-2-15,1 2 2 16,0-1-1-16,1 1 1 0,2 0 0 16,-1 2 0-16,1-1 0 15,2-2-1-15,0-1 0 16,0 2 0-16,0-4 1 16,0 2-1-16,2-3 1 15,1 1-1-15,1 1 1 0,3 0-1 16,-2 1 1-16,1 0 0 15,-1-2 0-15,1 2 0 16,2 0 1-16,0-1-2 16,1 0 2-16,0-1 0 15,3 0 0-15,2 2 0 0,-2 0 0 16,-1 0 0-16,2 1 0 16,-1 2 1-16,-1 0-2 15,1-2 1-15,-2 3-1 16,1 0 0-16,1-2 0 15,-1 3 0-15,2-5 1 16,-1 3-1-16,3-4 0 0,1-2 0 16,-1 0 1-16,-1 0 0 15,-1-1-1-15,1 2 0 16,1 1 0-16,-4-1 0 16,5 2-1-16,-3-1 1 0,1 1 1 15,-1 0-1-15,5-1 0 16,-3-1 0-16,1 0 0 15,0-1 0-15,0 2 0 16,-1-2 0-16,1 0 0 16,-3 0 1-16,3 2-1 15,-3-2 0-15,1-1 1 0,-1-1-1 16,1-1 1-16,1-1 0 16,1-3 0-16,0 2 0 15,2 0 1-15,1-2-1 16,-2 0 0-16,3 1 1 15,-1 0 0-15,4 0-1 0,-2-1 0 16,2 2 0-16,2-2 0 16,4 0 2-16,-2 1-1 15,2-1-1-15,2 0 0 16,-2 2 0-16,1-2-1 0,1 1 0 16,-2-1 1-16,2 0-1 15,-1 0 0-15,5 0 0 16,-1 0 0-16,1 0 0 15,-2 0 2-15,3-3-2 16,-1 0 1-16,0-2-1 16,-1 0 1-16,5 1-1 0,-3 0 0 15,2-2 0-15,1 2 1 16,-1 1-1-16,1-1 2 16,-3 1-1-16,1 0 0 15,-2 3 0-15,1 0 0 16,-1 0 0-16,1 0-1 0,0 0 1 15,2 0 0-15,0 3-1 16,-3-1 1-16,1 2-1 16,0-1 0-16,-3-1 1 15,1 1-1-15,2 1 0 16,-2-2 0-16,-1 2 1 16,3-2-1-16,-1-1 0 0,1 1 0 15,-2 0 0-15,2-2 0 16,-1 2 2-16,1 0-1 15,0 0 0-15,1 1 0 16,1 0 0-16,3-2-1 0,-1 2 1 16,0 0-1-16,1-2 1 15,1-1-1-15,-2 0 1 16,5 0-1-16,-3 0 1 16,3 0 0-16,0 0-1 15,0-1 0-15,-1 1 0 0,-1 0 1 16,2 0-1-16,-1 4 0 15,1 0 0-15,0 3 0 16,4-1 0-16,-1 0 1 16,2-2-1-16,0 0 3 15,0-1 1-15,2-2-1 16,0 0 2-16,1 0-2 0,1 0 0 16,-1-1-2-16,2 0 0 15,-2 2 0-15,2 1 0 16,-1 0-1-16,-2 1 1 15,1 0-1-15,-1 0 0 16,-2 1 0-16,0-3 0 0,2 0 0 16,-4-2 0-16,4 0 2 15,0 0 0-15,-3 0 0 16,2-4 1-16,-1-4 0 16,-2 3 0-16,0-4-2 15,-2 2 0-15,0-2 0 0,2 2 1 16,-3-1-2-16,-1 1 0 15,0 0 1-15,-2 1-1 16,-2 2 0-16,2-1 0 16,-2 1 0-16,1 2 0 15,-1 1 0-15,1 0 0 16,-2 1 0-16,0 0 0 0,1 0 2 16,-3 0-1-16,2 0 0 15,1 0 2-15,0 1-2 16,0 0-1-16,1 1 2 15,-1-2-1-15,2 0 0 0,-4 0 0 16,5 0 1-16,-5 0-2 16,0 0 1-16,2 0 0 15,-2 0 0-15,-2 0-1 16,0-3 0-16,1 2 0 16,0-2 0-16,1 3 1 0,-1-4-1 15,1 2 0-15,3-2 2 16,-1 1-1-16,0-1-1 15,0 1 2-15,1-1-2 16,-2-2 0-16,0 2 0 16,1 0 0-16,-2 0 0 0,0 1 0 15,4 0 0-15,-1 1 0 16,1-2 0-16,1 1 0 16,-1 3 1-16,-2-2-2 15,3 1 1-15,-3 0 0 16,0 0 0-16,1 1 0 0,1 0 0 15,-2 0 0-15,3 0 0 16,-3 0 0-16,2 0 0 16,1 0 0-16,-1 0 0 15,0 0 0-15,2 0 0 16,-2 1 0-16,5-1 0 0,-5 1 0 16,0 2 0-16,1-1 0 15,-1 1 0-15,1-1 0 16,-1 0-2-16,0-2 2 15,3 0 2-15,0 0-2 16,-2 0 0-16,1-4 0 16,-2-1 0-16,1 1 0 0,-2 0 0 15,-1 1 0-15,2 0 0 16,-2 2 0-16,0 0 0 16,-1 1 0-16,-3 0-2 15,2 0 2-15,-1 0 0 16,-2 5 0-16,2-2-1 0,1 0 1 15,0 0 0-15,0-1 0 16,3 1 0-16,-1 0 0 16,0-2 0-16,1 0 1 15,0 0-1-15,-3 0 0 16,2 1 0-16,3 0 0 0,-3 0 0 16,3 2 0-16,-3-1 0 15,0 1 0-15,-2-1 0 16,0 0 2-16,0-1-4 15,0 0 2-15,0 1 0 16,1 0 0-16,0-2 2 0,2 1-4 16,-1-1 4-16,1-1-2 15,-2 4 0-15,1-2 0 16,1-1 0-16,-3 2 0 16,0-1 0-16,2-1 0 15,1 0 0-15,-2 0 0 0,1-1 0 16,1 0 0-16,-1 2 0 15,2-2 0-15,1 0 0 16,0 0-5-16,2 2 3 16,-1-2 0-16,-2 0 0 15,1 0 2-15,-1 0 0 16,-4 0-1-16,1 0 1 0,1 2 1 16,-3-1-2-16,1 1 1 15,1 0 0-15,-3 2-1 16,1-1-3-16,-1 0-1 15,2-2 3-15,0 3 0 16,0-2 2-16,2-1 0 0,-3 3 0 16,4-2 0-16,-2 1 0 15,2 0 0-15,1 1 0 16,0 0 0-16,2-1 0 16,-1-1 0-16,1 0 0 15,0 1 0-15,-2-2 0 0,3 2 0 16,-1-1 0-16,0-1 0 15,1 3 0-15,-2-2 0 16,4-1 0-16,-1-1 0 16,0 0 0-16,2 0 0 15,-1 0 0-15,0 0 0 16,1 0 0-16,1 0 0 0,0 0 1 16,2 0-1-16,0-1 0 15,-1 1 0-15,-1-1 0 16,-2 1-1-16,0 0-2 15,-3-1 2-15,-1-1 1 0,0-1 0 16,1 0 1-16,3-1-1 16,-1-1 1-16,-1 1-1 15,2 0 0-15,-2-2 0 16,-2 2 0-16,-2-3 0 16,0 1 0-16,-3-1-2 0,0 0 3 15,-5-2-1-15,-1-1 0 16,2-1 0-16,-3 0 2 15,-4-2 4-15,2 0 2 16,-1-2-2-16,-2-1-1 16,0-2-3-16,-3-1-1 15,-4-1-1-15,2-4 1 0,-1 1-1 16,-4-5-1-16,1-1 0 16,-4 2 1-16,1 1-2 15,-5 2 2-15,0 2 0 16,-5 2 2-16,-1 0-4 15,0 3 2-15,-1 0 0 0,-2 3-1 16,0-2-4-16,0 2-2 16,-5-1-1-16,2-2 6 15,-4 2 2-15,1-2-1 16,0-3 2-16,-2 1-1 0,1 0 1 16,1 1 1-16,-3 2 0 15,0 2-1-15,2 4-4 16,1 1-2-16,-3 5 8 15,0 1-5-15,2 2 2 16,-3 1 0-16,-1 0 1 16,1 0-2-16,-1 0 2 0,1 0-1 15,-2 0 1-15,1 0-1 16,1 0 1-16,-1 0-1 16,-1 0 0-16,0 0 0 15,1 0 0-15,0 0-1 16,-3 0-1-16,3 1-1 0,-3 2 0 15,1-2 3-15,2 1 0 16,-1-1 2-16,0-1-2 16,0 3 0-16,1-3 0 15,-4 0 0-15,0 0 0 0,0 0 0 16,-2 2 0-16,-2-2-3 16,-2 0-5-16,0 0 0 15,-2 0 3-15,0 0 4 16,-4 0 1-16,1 0-6 15,-3 1 11-15,-4 3-8 16,-3 2-18-16,-7-2-37 16,-1-2-56-16</inkml:trace>
  <inkml:trace contextRef="#ctx0" brushRef="#br0" timeOffset="-123847.24">14781 13787 85 0,'-2'0'6'0,"2"0"2"0,0 0-7 15,0 0-2-15,0 0-3 16,0 0 4-16,0-1 0 0,0-2 1 15,1 2-1-15,0-1 3 16,1 1 0-16,-2 1 1 16,1-1-1-16,0-1 1 15,1 2 6-15,-2 0-1 0,2 0-5 16,0 0-2-16,-1-1-2 16,4 1 0-16,-1 0 1 15,0 0-2-15,1 0 2 16,-1 0-2-16,0 0 0 15,-1 1 0-15,0 3-2 16,1-1 2-16,0 3-1 0,-3-2 2 16,3 3 2-16,0 0-2 15,0 0 1-15,0 0 0 16,1-1-1-16,2 1 1 16,-2-1 0-16,1-3-1 0,-3 0 1 15,1-2 0-15,2-1 2 16,0 0 21-16,4-4 14 15,3-7-5-15,3-2-19 16,3-3-12-16,2-1 0 16,4-1 1-16,-2 0 2 15,4-3-2-15,1 3 2 0,2-2 3 16,-2 1-4-16,3 1-3 16,-4 1 0-16,2 4-1 15,-6 3-1-15,-5 3-4 16,-4 4-17-16,-6 3-20 0,-8 0-31 15,0 2 10-15</inkml:trace>
  <inkml:trace contextRef="#ctx0" brushRef="#br0" timeOffset="-123191.77">14874 13773 60 0,'0'0'21'0,"0"0"-20"0,0 0-5 0,0 0 4 15,0 0 3-15,0 0-3 16,0 0 1-16,0 0 0 0,19 41-1 16,-11-32 0-16,-3-2 0 15,3 3 0-15,-2-3 3 16,2 0-2-16,-2 0 0 16,1 0 0-16,-2-2 2 15,4-3 2-15,-2-1 0 0,3-1 4 16,3 0 2-16,0-3-1 15,4-6-3-15,3-2 0 16,0-1-2-16,3-3-2 16,2-1 2-16,-2-1 1 15,3-1 2-15,1-1 7 0,-1-1-1 16,-1 2-3-16,-1 0-3 16,-4 0-5-16,-2 4-1 15,-4 1-1-15,-3 3 0 16,-2 3-1-16,-4 3-1 15,1 4 1-15,-6 0-17 0,0 3-13 16,0 7-3-16,-9 3 1 16,-7 0-16-16</inkml:trace>
  <inkml:trace contextRef="#ctx0" brushRef="#br0" timeOffset="-122930.08">14993 13823 91 0,'0'0'22'0,"0"0"26"0,46-23-9 0,-19 12-22 16,6-5-9-16,8 2-5 16,4 0-2-16,3-6-7 15,2-3-82-15</inkml:trace>
  <inkml:trace contextRef="#ctx0" brushRef="#br0" timeOffset="-120494.86">21861 9897 83 0,'-10'0'6'0,"-4"0"4"0,1 9-9 0,-4 2-1 16,-2 5 1-16,0-1-1 16,2 4 1-16,5 1 4 15,4-2 0-15,4 1-3 16,4-3 1-16,0 0 0 0,6-3 0 16,5-3-2-16,6-3 10 15,3-4 0-15,3-3-3 16,0 0 1-16,1-7 3 15,0-7 0-15,-3-2 5 16,-1-2 0-16,-6-2-6 0,-1 0 1 16,-6-1-1-16,-4 1-2 15,-3 0-5-15,0 0-2 16,-1 6-2-16,-7 1 1 16,-4 3-5-16,-4 10-10 15,-4 0-29-15,-3 10-26 16,-1 8 10-16</inkml:trace>
  <inkml:trace contextRef="#ctx0" brushRef="#br0" timeOffset="-120086.45">21888 10624 111 0,'0'0'26'0,"0"0"10"0,0 0 5 0,0 0-19 0,0 0-16 16,-52 4-11-16,35 11 4 15,-3 5-3-15,4 1 3 0,3 2-1 16,8-2 1-16,5 0 0 15,0-3 1-15,3-3 0 16,11-1 1-16,4-6-1 16,4-6 1-16,1-2 1 15,2 0 1-15,3-12 0 0,-2-4-2 16,-1-4 5-16,-3-1 5 16,-6-3-7-16,-3-1 1 15,-6 4-4-15,-6 1-2 16,-1 3-23-16,-11 9-18 15,-10 6-29-15,-8 2 13 0,-1 9 14 16</inkml:trace>
  <inkml:trace contextRef="#ctx0" brushRef="#br0" timeOffset="-119684.09">21861 11171 2 0,'0'0'4'16,"0"0"4"-16,0 0 15 16,0 0-8-16,0 0-5 15,0 0 2-15,-12 39 4 16,8-21-7-16,2 0-1 0,2 4-2 15,2-1-2-15,7-1 2 16,5-3-3-16,3-3 1 16,4-4 4-16,1-3 9 15,1-7 1-15,3 0 1 16,-3-2 0-16,-1-10-6 16,-2-2-6-16,-4-3 0 0,-4-3-2 15,-6-1 2-15,-2-3 0 16,-4 1-2-16,0 0-3 15,-13 3-5-15,-5 5-7 16,-5 6-14-16,-4 9-5 16,-4 0 2-16,-2 11-18 0,1 6-9 15</inkml:trace>
  <inkml:trace contextRef="#ctx0" brushRef="#br0" timeOffset="-119246.99">21946 11690 84 0,'0'0'15'0,"0"0"9"0,0 0-7 0,0 0-8 16,0 0-14-16,0 0 9 0,0 0-5 16,-16 35 0-16,8-18-1 15,3-1-2-15,3-2 4 16,2 3-1-16,0-3 1 16,0-2-2-16,7-1 1 15,6-4 0-15,5-1 3 0,2-5 1 16,1-1 1-16,1 0 1 15,-2-10-2-15,0-1 0 16,-4-5 1-16,-5-1-1 16,-5-3 9-16,-1 0 1 15,-5-4-2-15,0 3-9 16,-9 0-3-16,-6 5-3 16,-6 3-16-16,-2 9-5 0,-4 4 3 15,-4 2 4-15,3 9-33 16</inkml:trace>
  <inkml:trace contextRef="#ctx0" brushRef="#br0" timeOffset="-118579.81">21901 12029 66 0,'0'0'5'0,"0"0"21"0,0 0-10 0,0 0-2 0,0 0 6 16,0 0-2-16,0 0-6 16,0 0-6-16,0 0-6 15,0 0 0-15,-34 7 0 16,30 3 0-16,-2 3-1 16,1 0 1-16,1 2 0 15,-2 2-2-15,3 1 1 0,3-1 0 16,0 0-1-16,0 0 1 15,6 0 1-15,2-2-1 16,3 1 1-16,4-5-2 16,0-1 2-16,2-3 1 0,2-1 0 15,0-6 0-15,3 0 1 16,-4 0 3-16,1-4-2 16,-1-6 2-16,-2-2-2 15,-5-2 3-15,1-3-4 16,-5 1 1-16,-3-2-1 15,-3 0 1-15,-1-1 0 0,0-2-2 16,-5 1 0-16,-7 2 0 16,-1 2-1-16,-1 2 0 15,-3 4 1-15,-2 3 0 16,0 4-1-16,-2 3-3 16,0 0-6-16,3 1-6 0,1 6 0 15,4 0 3-15,1-1-4 16,5 1 5-16,4-1 4 15,3-2-2-15,0 2-8 16,0-3-8-16,1-2-52 16</inkml:trace>
  <inkml:trace contextRef="#ctx0" brushRef="#br0" timeOffset="-116330.41">21810 9772 236 0,'-5'0'5'0,"-3"2"-6"0,0 19-11 0,-1 13 1 0,-3 13 8 16,-1 17 4-16,-3 10 1 15,3 11-2-15,1 6 2 16,5 6 2-16,5 5-2 16,2-3-1-16,6-2 1 15,10-4-1-15,6-2 1 0,1-8-2 16,5-11 3-16,4-7-2 15,-3-12 0-15,3-12 2 16,-3-12-1-16,0-8 5 16,-2-8-1-16,-5-9 5 15,-2-4-2-15,-4-6 1 0,-5-12-5 16,-3-5-6-16,-3-8-17 16,-5-5-4-16,0-3 13 15,0-3 10-15,0 3-1 16,-3-1 1-16,-1 10 0 15,-1 7-4-15,1 8-12 0,-2 10 4 16,-4 5-4-16,-2 13 9 16,-4 20 1-16,0 12-4 15,-6 12 5-15,1 14 7 16,0 13-1-16,-1 9 3 16,2 9-2-16,1 8-1 0,2 1 0 15,7 0-1-15,2-9 3 16,5-7-2-16,3-11-2 15,0-14 1-15,9-15 4 16,0-11 2-16,2-10-1 16,-3-11-1-16,-1-10-1 0,-1-12-1 15,-1-4 9-15,1-20 27 16,0-16-30-16,-3-14-9 16,0-11-19-16,-3-14-3 15,0-7 6-15,-2-9 15 16,-9-4 1-16,-4-1 0 15,-1-5 4-15,0 4 6 0,-1 3 0 16,0-1-1-16,5 4-4 16,2 4 1-16,4 4-1 15,3-1-4-15,2 3 1 16,1 3-2-16,0 5 2 16,0 3-1-16,0 5-2 0,-1 7 0 15,-4 7 0-15,-1 7 0 16,-1 10-1-16,1 8 1 15,1 10-2-15,3 12-21 16,-2 7-40-16,2 6-87 0</inkml:trace>
  <inkml:trace contextRef="#ctx0" brushRef="#br0" timeOffset="-114984.11">22688 11397 81 0,'-11'0'4'0,"1"2"5"0,2 0-4 0,-2 1-2 0,-2 1 2 16,0 2-3-16,0 1-2 16,2 3 1-16,-3 1 0 15,2 4 3-15,1 0 1 16,2 4-3-16,1 1-1 15,4 4-1-15,2 5 1 16,1-2 0-16,0 2-1 0,2 0 1 16,6-3 0-16,4-4 0 15,1-4 1-15,5-4-2 16,-1-2 2-16,4-7 7 16,4-3 4-16,0-2 5 15,2 0-3-15,2-6-4 0,0-7-4 16,0-1-1-16,0-3-1 15,-4-5-3-15,0 0 2 16,-1-3 1-16,-4-1 2 16,-5-4-1-16,-2-1-1 15,-5 0-1-15,-5-1 0 16,-3 1-1-16,0 1 3 0,-10 3-3 16,-4 3-2-16,-3 6 1 15,-5 8-1-15,-6 7-11 16,-4 3-41-16,-5 10-36 15</inkml:trace>
  <inkml:trace contextRef="#ctx0" brushRef="#br0" timeOffset="-114187.86">23155 11805 114 0,'0'0'-10'0,"0"0"12"0,0 0 2 0,0 0 1 0,0 0 10 16,0 0 20-16,0 0-8 15,17-40-5-15,-14 33-10 16,-1 0-6-16,1-2-2 0,0 1-3 16,-1-1 0-16,2 1-1 15,-2-1 1-15,4-2-1 16,-3-1 1-16,4 0-1 15,-1 0 1-15,-1 1 0 16,1 2 0-16,-3 1 0 0,0 1-1 16,-2 5 0-16,-1 2-1 15,0 0-5-15,0 6-7 16,0 7 2-16,-3 5 10 16,0 7 2-16,0 1-3 15,1 4 1-15,2-3 1 0,0 0 1 16,4-3 0-16,3-1 1 15,4-1 0-15,-2 0 0 16,0-1 2-16,1-3-7 16,-5-3-43-16,-2-4-49 15</inkml:trace>
  <inkml:trace contextRef="#ctx0" brushRef="#br0" timeOffset="-114059.84">23157 11973 259 0,'0'0'5'0,"0"0"-10"0,0 0 5 16,0 0-31-16,46 9-57 15</inkml:trace>
  <inkml:trace contextRef="#ctx0" brushRef="#br0" timeOffset="-113654.86">22878 11961 102 0,'0'0'4'16,"0"0"-3"-16,0 0 0 15,0 0 3-15,0 0 0 16,7 41 8-16,-7-14 11 16,0 3-4-16,0 5-9 0,0 3-3 15,0 1-3-15,0 0 3 16,0 0-5-16,0 1 0 15,0-2-1-15,0 1 0 16,0-4-1-16,0-1 1 16,0-2 0-16,0-5 2 0,0 0-1 15,-2-5-3-15,-1-3-10 16,-3-1-23-16,-1-5-23 16</inkml:trace>
  <inkml:trace contextRef="#ctx0" brushRef="#br0" timeOffset="-113463">22737 12590 227 0,'0'0'-4'0,"0"0"4"16,0 0-12-16,0 0 10 0,0 0 1 16,40 7-1-16,-26-4-1 15,1 0 0-15,3-2-1 16,-2-1-9-16,0 0 3 15,1 0-26-15,1-3-7 16,-4-5-28-16</inkml:trace>
  <inkml:trace contextRef="#ctx0" brushRef="#br0" timeOffset="-113362.85">22940 12547 71 0,'0'0'35'0,"0"0"-21"16,0 0-12-16,0 0-2 16,0 0-33-16,0 0 30 15,0 0 0-15,-32 46 1 0,19-15-8 16,-2 5-21-16</inkml:trace>
  <inkml:trace contextRef="#ctx0" brushRef="#br0" timeOffset="-112936.5">22851 13028 94 0,'0'0'7'0,"0"0"-2"16,0 0 1-16,0 0-4 15,0 0 5-15,35-44 19 16,-35 34 4-16,0 1-6 0,-1-1 2 16,-4 3-8-16,-2 0-7 15,1 4-5-15,-3 2-7 16,-1 1 1-16,2 0 1 16,-3 2 1-16,1 7-2 15,0 4 0-15,1 0-3 0,4 2 0 16,1 1 0-16,4 1 0 15,0-1 1-15,0-1 0 16,7-2 2-16,4 1 0 16,2-2 1-16,1-1 0 15,-1-2 0-15,-1 2 0 0,0-1 0 16,-2-2-1-16,-2 2 0 16,-6 0 0-16,-2 1-1 15,0-1-3-15,-2-1 3 16,-9-2-2-16,-4 2 7 15,-3-1-2-15,0-2-1 0,1-1 0 16,3-1-9-16,3-2-13 16,6-2-40-16,1-2-74 15</inkml:trace>
  <inkml:trace contextRef="#ctx0" brushRef="#br0" timeOffset="-112742.52">23013 13043 129 0,'0'0'-1'0,"0"0"13"0,12 39 3 0,-7-21-7 16,-3-2-6-16,1 2-1 16,-1-4 3-16,0-1-2 15,-1-4-8-15,2-5-28 16,-1-4-10-16</inkml:trace>
  <inkml:trace contextRef="#ctx0" brushRef="#br0" timeOffset="-112615.54">23049 12923 140 0,'0'0'-1'0,"0"0"22"15,0 0-13-15,0 0-51 16,0 0-4-16</inkml:trace>
  <inkml:trace contextRef="#ctx0" brushRef="#br0" timeOffset="-112210.48">23236 13029 142 0,'0'0'19'16,"0"0"15"-16,0 0-10 0,26-44-15 15,-23 31-6-15,-3 2 0 16,0 2-2-16,-11 2 3 16,0 2 7-16,-3 4-5 15,0 1 2-15,0 2-8 16,2 9 0-16,1 2-3 0,2 4 1 16,5-3-1-16,4-1-1 15,0 1-4-15,0-4-4 16,10 0 1-16,1-5 8 15,2 0 3-15,2-3 1 16,0 1 1-16,1 1-2 0,-3 2 0 16,2 5-2-16,-3 2-1 15,0 4 0-15,-2 4 0 16,-4 4 2-16,1 0 1 16,-4 2 3-16,0-2-2 15,-2-4 1-15,-1-1-2 0,0-3 2 16,0-4-2-16,-4-2 2 15,-1-3 2-15,-3-6-4 16,-1-2-64-16</inkml:trace>
  <inkml:trace contextRef="#ctx0" brushRef="#br0" timeOffset="-111590.7">23404 13008 121 0,'0'0'7'0,"0"0"-5"0,43-28 7 0,-31 24 2 16,-1 3-8-16,-1 1-3 15,-4 0 0-15,-2 4 1 16,3 5 5-16,-5 1 1 16,-1 3 3-16,1 2-5 15,-2 0-3-15,2 0-1 0,-2-2 2 16,0-3-1-16,0-2 0 15,0-5-1-15,0 0 1 16,0-3 2-16,0 0 11 16,0-1 2-16,0-7-10 15,0-3-3-15,0-2 1 0,0-1-1 16,0-2-1-16,1 2-2 16,2 1 2-16,5 1-2 15,-2 3 2-15,4 2 0 16,2 3-2-16,0 1-2 15,2 3 0-15,1 0-1 0,-2 0-1 16,1 6 2-16,-2 2-2 16,0 1 3-16,-5 0-1 15,1-1 0-15,-3 0 1 16,-1-2 0-16,-2-1 0 16,1-2 0-16,-3-1 1 15,0-2-1-15,0 0 2 0,0 0 7 16,0 0 0-16,0-7-2 15,3-2 1-15,0-1-2 16,4-1-3-16,0 0 1 16,2-1-2-16,2 2 0 0,-2 3-1 15,0 3 0-15,0 1-2 16,-1 3 1-16,-1 0-2 16,0 4-1-16,1 6-2 15,-4 3 1-15,2 1 3 16,-3 2 1-16,0 0-14 0,-2-4-25 15,1-3-40-15,0-8-81 16</inkml:trace>
  <inkml:trace contextRef="#ctx0" brushRef="#br0" timeOffset="-111264.21">23873 12954 244 0,'0'0'11'0,"0"0"13"0,0 0-20 0,0 0-10 15,0 0-4-15,0 0 5 16,0 0 7-16,-9 44-2 16,7-30 1-16,2-1 0 0,0-3-2 15,0-2 2-15,0-1-1 16,6-4-2-16,1-3 2 16,0 0 1-16,0 0 2 15,1-7 0-15,-1-4 1 16,2-2-1-16,-4-1 7 0,1-1 3 15,-4 1-4 1,-1-1-1-16,-1 2-2 0,0 3 0 16,0 2-6-16,-1 3 0 15,-4 2-3-15,-3 3 1 16,-1 0-17-16,0 2-21 0,0 5-4 16,-1-2-29-16,4 0-52 15</inkml:trace>
  <inkml:trace contextRef="#ctx0" brushRef="#br0" timeOffset="-111050.12">24018 12918 210 0,'0'0'3'0,"0"0"0"16,0 0 5-16,0 0-6 15,36-7-7-15,-36 17 0 0,0 2 16 16,-4 3 1-16,-1 1-4 15,1 2-5-15,2-2-1 16,0-2 0-16,2 2 0 16,0-5 0-16,2-4-10 15,3-3-42-15,1-4-43 0</inkml:trace>
  <inkml:trace contextRef="#ctx0" brushRef="#br0" timeOffset="-110905.61">24110 12785 251 0,'0'0'-8'16,"0"0"17"-16,0 0-9 15,0 0-2-15,0 0-16 16,0 0-52-16,0 0 5 16</inkml:trace>
  <inkml:trace contextRef="#ctx0" brushRef="#br0" timeOffset="-110494.04">24233 12928 127 0,'0'0'2'16,"0"0"1"-16,0 0-1 15,0 0 18-15,0 0 18 16,0 0-13-16,0 0-14 15,0 0-2-15,-26-7-5 0,9 18-3 16,-1 2-2-16,1 1 0 16,7-1-2-16,2 2-10 15,4-4-13-15,4-4-7 16,0-3 5-16,6-4 16 16,8 0 12-16,2-4-4 0,4-8-6 15,-3-5-5-15,1-4 2 16,-4 0 13-16,-1-5 7 15,-1-2 19-15,-3-1 12 16,1-2-1-16,-5 0-2 16,1 0 3-16,-2 5-14 0,-2 3-10 15,0 8-4-15,-2 5 2 16,0 8-9-16,0 3-10 16,-1 18-4-16,-7 11-3 15,0 10 4-15,-5 5-32 16,2 4-51-16</inkml:trace>
  <inkml:trace contextRef="#ctx0" brushRef="#br0" timeOffset="-70898.16">22901 11910 58 0,'-5'-7'4'0,"0"-2"8"15,-1 2-2-15,2 0-7 0,-1 1-2 16,1 2 0-16,0-1 0 0,1 0 3 15,-2 2 3-15,4 0 12 16,-1-1 5-16,1 3-8 16,1-1-8-16,0 1-3 15,-1 1-3-15,0 0-1 16,1 0-1-16,0 0 0 0,-1 0 4 16,1 0-4-16,0 0 0 15,-2 1-1-15,-1 5 2 16,2 3-1-16,-1 2 0 15,0 2 0-15,1 0 0 16,0 2-2-16,1 3 1 16,0-2 2-16,0 3-1 0,0 3 0 15,0 1 0-15,0 3 0 16,0 1 0-16,5 1 1 16,2 1-1-16,-2 0 0 15,4 3 0-15,-2 0 0 16,2 1 0-16,1 1 0 0,2-2 0 15,-3 1 0-15,0 0 0 16,0-2 0-16,-4-2 1 16,-1-2-1-16,-2-2 0 15,-1-2 2-15,2-3-1 16,-3-2 1-16,2-1-1 0,-2-1 1 16,0-1 1-16,0-2-1 15,0 1 3-15,0-4-3 16,0 0 1-16,0-1 0 15,0-2 1-15,-2-3-1 16,-1 2-1-16,0-2-1 0,1 0-1 16,2-1-1-16,-2 0 1 15,2 3-1-15,-1-2-7 16,-3 2-28-16,-2 1-7 16,-2-1 2-16</inkml:trace>
  <inkml:trace contextRef="#ctx0" brushRef="#br0" timeOffset="-70463.58">22686 12758 63 0,'0'0'6'0,"0"0"-2"0,0 0 0 0,0 0-2 16,0 0 1-16,0 0 0 16,0 0 0-16,39-12 1 15,-30 12 1-15,0 0-2 0,-1 0-1 16,-2 0-1-16,-1 0 0 15,1 2 2-15,-2 1 3 16,2 1 5-16,0 0-1 16,-1-1-2-16,3 0-1 15,2-1 3-15,-1 0-2 0,2-2-1 16,2 0-2 0,0 0 0-16,1-7 2 0,-3-4 4 15,2-5 1-15,0 0-3 16,-1-2-5-16,2-5-3 15,-3-1-2-15,2-3-37 0,1-3-47 16</inkml:trace>
  <inkml:trace contextRef="#ctx0" brushRef="#br0" timeOffset="-67739.44">23954 12614 46 0,'-6'-2'2'0,"0"0"-1"0,-1-1-1 15,1 1 1-15,-1 0 0 16,1-1 7-16,-2-3 9 15,2 2-3-15,-1 0-3 16,0 0-2-16,0-1 1 16,-3 1-2-16,2 0-2 15,-2 0-4-15,-2 1-2 0,-1 0 0 16,-3-1 1-16,0 1-2 16,-3 1 1-16,3-2 1 15,-7 2-2-15,3 1 2 16,-2 1-2-16,0-1 2 15,-1 1-1-15,0 0 0 0,4 0 0 16,-6 0 0-16,2 0 0 16,1 0 0-16,0 0 0 15,-2 0 0-15,1 2 0 16,-4 0 0-16,0 2 0 16,1-1 0-16,-3-1 0 15,0 2 0-15,0-1 0 0,1 1 1 16,2 2-1-16,-1-1 0 15,2 1 0-15,-2 1 1 16,1 3 0-16,0-3 3 16,-3 2-1-16,1 1 2 0,-1 0 0 15,0 2-3-15,0 1-2 16,2 0 1-16,0 1-1 16,2 2 0-16,2 1 1 15,-1 1-1-15,2 1 0 16,1 1 0-16,1 2 0 0,1-3 1 15,-1 2-1-15,0-2 0 16,-2 1 0-16,4 1 1 16,-5-3-1-16,2 2 0 15,2-1 2-15,-1-1-2 16,1 2 0-16,1-3 0 0,-2 4 0 16,2-1 1-16,0 0-1 15,4 0 1-15,-2-2 2 16,4-1 2-16,0 0 2 15,4-1-2-15,2 1-1 16,2 0 0-16,0 0-1 0,0 0 0 16,3-3 1-16,1 1 3 15,0-1-3-15,0-3 3 16,0 2-2-16,5-2 1 16,2 2-3-16,3-1-1 15,-2 0-1-15,4 0 0 16,0 0 0-16,2 0 0 0,0-1 0 15,2 2-1-15,1 1 0 16,5-2-2-16,2 3 1 16,0 1 2-16,4-1 0 15,4 2 0-15,-4 1-1 0,1-3 1 16,0-1-2-16,-3-1 1 16,0-2 0-16,2-2 0 15,-3-5-1-15,-3 2 0 16,3-2 1-16,0 0 1 15,1-1-1-15,-4 0 0 0,3 0 1 16,0-2-1-16,-1 1 0 16,-1-1 0-16,-1-1-1 15,0 0 0-15,0 0 2 16,0 0 0-16,3 0 2 16,-4 0-1-16,3 0 0 0,1 0-1 15,-4 0 0-15,3 0 1 16,0 0-1-16,3 0 1 15,-4 0-1-15,7 0 1 16,-4 0-2-16,4 0 1 16,0 0 1-16,-1 0-1 0,-1 0-1 15,0 0 0-15,-1 0 1 16,0 0-1-16,0 0 1 16,-2-1-1-16,2 1 0 15,-3-1-1-15,2 0 2 16,1 0-1-16,-2-4 0 15,0 1 0-15,1 0 1 0,1-1-1 16,1-1 0-16,-1-2 1 16,0-1-1-16,2 0 0 15,-2-2 0-15,0-2 1 16,-1-1-1-16,1 2 0 0,-1-3 0 16,0 2 0-16,-1-2 1 15,-1-2-1-15,-2 0 1 16,-2-1-1-16,-3 1 2 15,-2 0 0-15,0-1 0 16,-3 2 1-16,-2 0-1 16,-1 0 0-16,-2 1 1 0,0-2-2 15,-4-1 1-15,1-2 0 16,2-1-1-16,-3-1 0 16,3 0 1-16,-1-1-2 15,0-1 1-15,0 1-1 16,0-1 1-16,-2-2 1 0,0 3-1 15,-2-3 3-15,-1 1 2 16,0 1-1-16,0 2-2 16,-6 0 1-16,-1 1 2 15,1 1-5-15,0 3 1 16,0 0-1-16,1 0 0 16,-1 1 0-16,2 1-1 0,1-1 1 15,-3 2-1-15,-1 0 0 16,2 1 1-16,1-1-1 15,-1 1 0-15,-2 0 0 16,2 3-1-16,-3-2 0 0,3 1 1 16,-2 2 0-16,0-3 0 15,0 5-1-15,0-3 1 16,0 4 1-16,1-1-2 16,-1 3 0-16,0-2 3 15,0 2-2-15,2 1-1 0,1-1-1 16,-4 3-1-16,2-2 3 15,0 1 0-15,0-2 2 16,0 3 0-16,-1-2-1 16,3 0-1-16,-3-1 1 15,3 2-1-15,-2 1 1 0,0-1-1 16,3 0 0-16,-5 0 0 16,2 2 0-16,2 0 0 15,0-1 0-15,0 1 0 16,-1 0-1-16,0 0 0 15,2 0 2-15,-1 0-1 16,-1 0 0-16,1 0 0 0,0 0-1 16,-3-1 1-16,2 0 1 15,-4-2-1-15,1 2 1 16,0-2-1-16,-3 2 0 16,3 1 0-16,-2 0-1 0,-2 0 0 15,-1 5-17-15,-4-2-61 16,-5-3-96-16</inkml:trace>
  <inkml:trace contextRef="#ctx0" brushRef="#br0" timeOffset="-64490.87">15920 15719 58 0,'-4'18'3'0,"1"1"-1"0,2 2 1 0,1 6 0 15,0-1-3-15,2 1 1 16,5-2-1-16,5 0 1 0,3-1 1 16,3-3 10-16,3 0 9 15,0 0-6-15,4 1-1 16,4 1-3-16,2-1-3 16,3 1-3-16,5 4-3 15,1-4-1-15,6 0 0 0,4-1 1 16,-3-3-2-16,5-4 0 15,-3-1 5-15,2-5 0 16,1-5-4-16,-1-4 0 16,3 0 0-16,-2-6-3 15,1-8 4-15,1-5-2 0,-2-3 2 16,1-2-3-16,-3-1 2 16,3 0-1-16,1 1 3 15,-3 0-1-15,2 3-1 16,-2-1-1-16,-1 5 1 15,4-1 0-15,0 2-2 0,1 2 2 16,1 1-1-16,0 0 0 16,4 2 0-16,2 1 0 15,-1 0 2-15,2 2 6 16,3-1-2-16,2 1-1 16,-3 2-3-16,3 1-2 15,-1 3 1-15,2 2 0 0,2 0-1 16,-1 0 0-16,0 0 0 15,-1 4 1-15,-4 3 1 16,-2 5-1-16,-3-1 0 16,-6 3 0-16,0 2 2 15,-5 0 1-15,0 4-1 0,2-1-1 16,-7 3-1-16,4 0 1 16,-6 0-2-16,1-2 0 15,-1-3 0-15,1-6-2 16,2-7 2-16,3-4 0 0,2 0 0 15,3-14 0-15,5-6 0 16,3-3 2-16,3-4-2 16,6 0 0-16,-1 1 0 15,3 1 0-15,0 5 0 16,0 3 4-16,1 6 5 0,-2 4 1 16,4 5 0-16,5 2-3 15,5 0-3-15,0 3-1 16,6 6 2-16,8 2 0 15,0 0-3-15,2 2 0 16,0-1 0-16,6-1-2 0,0-1 0 16,6-3 0-1,3-3 0-15,4 0 0 0,4-2 1 16,1-2-1-16,2 0 0 16,-1 0 0-16,0 0 1 15,-4 0 5-15,-2 0 14 16,-1-4-7-16,-4-3-4 0,-3-2-5 15,-6-2-1-15,-2-2-2 16,-8-4 1-16,-10-1 1 16,-4-4 0-16,-7-2-1 15,-7-4-2-15,-6-2 0 16,-8-4-1-16,-11 0 0 0,-13 0-5 16,-13 2-6-16,-15 3-12 15,-8 4-13-15,-29 2-45 16,-14 5-82-16</inkml:trace>
  <inkml:trace contextRef="#ctx0" brushRef="#br0" timeOffset="-63936.8">20789 16455 76 0,'-13'-9'30'0,"-2"3"19"0,-6 2 6 0,0 2-20 15,-1 2-15-15,2 0-11 16,-4 6-4-16,1 6-4 16,3 4 0-16,2 3 0 15,0 3 0-15,3 3 4 0,1 2 1 16,3 2 6-16,4 0 1 16,0 0-5-16,7-2-2 15,0 0-4-15,9-6-1 16,7 0-1-16,8-8 0 15,3-3 0-15,5-7-2 0,6-3 0 16,4-7-4-16,-1-11-22 16,0-7-39-16,-3-5-48 15</inkml:trace>
  <inkml:trace contextRef="#ctx0" brushRef="#br0" timeOffset="-63445.42">21021 16496 155 0,'0'0'48'0,"0"0"-46"16,0 0 5-16,5 37 6 16,-3-19-2-16,-1 3-2 0,-1-2 0 15,0 2-2-15,0-1 0 16,0-1-1-16,0-4-4 16,0-2-1-16,0-4 0 15,0-1-1-15,0-5 0 16,0-2 0-16,0-1 2 0,-2 0-3 15,-2-8 0-15,-3-5-6 16,2-4 0-16,3-5 4 16,2-3 1-16,0 1-2 15,0 1 3-15,8 2 2 16,-1 5-2-16,0 5 2 16,1 5 0-16,3 6 0 0,-4 0-1 15,5 3 1-15,4 6 0 16,2 2-1-16,2 3 2 15,5-1-2-15,0 0 0 16,-2-2 0-16,3-1-2 0,-3-3 2 16,1-1 0-16,-8-6 0 15,0 0 2-15,-5 0-1 16,-3-6 11-16,-1-4 18 16,-6-4 6-16,1-2-13 15,-2-5-16-15,0 0-3 16,0-2-3-16,0 2-1 0,0 1-4 15,0 4-6-15,0 3-11 16,0 2-11-16,0 3-37 16,0-1-113-16</inkml:trace>
  <inkml:trace contextRef="#ctx0" brushRef="#br0" timeOffset="-62930.69">21621 16391 213 0,'0'0'-10'0,"0"0"15"15,0 0-2-15,0 0 0 0,0 0 1 16,0 0 1-16,0 0 0 16,-10 47 3-16,4-27-3 15,-2 2-3-15,2 0-1 0,2 0-1 16,-1-2 0-16,1-1 1 15,1-6-2-15,1-2 1 16,-3-6 0-16,1 0 0 16,-1-5 0-16,-1 0 1 15,2-5 1-15,-3-6-2 0,2-2 2 16,2-4 4-16,2-1 1 16,1-4-2-16,0 1-2 15,3 0 1-15,7 1-1 16,-1 5-1-16,1 3 0 0,4 4-1 15,1 3 0 1,1 3 1-16,2 2-2 0,0 0 1 16,3 8-1-16,-3 1 3 15,2 3-2-15,4-2 0 16,-2 0-1-16,-1-3 0 16,1-3 0-16,-4-4 1 0,0 0-1 15,-5 0 9-15,-1-11 11 16,-3-3 6-16,-3-5-1 15,-2-3-1-15,-4-4-13 16,0-5-9-16,0-4-8 16,-7-4-25-16,-5-4-21 0,-5-3-55 15</inkml:trace>
  <inkml:trace contextRef="#ctx0" brushRef="#br0" timeOffset="-61345.37">1283 13060 50 0,'-2'0'2'0,"-2"-2"0"0,2-3 0 0,-1 2-1 15,0 0-2-15,-1-1-9 16</inkml:trace>
  <inkml:trace contextRef="#ctx0" brushRef="#br0" timeOffset="-60584.06">1228 12984 40 0,'0'0'18'0,"0"0"-13"16,0 0 1-16,0 0-3 15,0 0-1-15,0 0 1 0,0 0 4 16,-3-37-1-16,1 35 4 16,-2 2 0-16,-1 0-7 15,-2 0-3-15,0 0 1 16,-3 5-1-16,0 0-1 15,1 5 2-15,-2 0 0 0,0 0 0 16,0 3 0-16,0 1 1 16,-1 3-2-16,1 1 0 15,3-1 0-15,-2 1 0 16,4-3 0-16,1 2 1 16,1-1-1-16,0-1 0 15,1-2 0-15,1 3 0 0,2-1 1 16,0-2-1-16,0 1 0 15,2-1 0-15,5-1 0 16,0-3 0-16,3-1 1 16,2-1-2-16,-1-3 1 0,3 2 1 15,-3-1 0-15,2 0 0 16,-2 2-1-16,0 1 0 16,1 4-1-16,-5-1 1 15,-1 3 0-15,-4 3 1 16,0 4-1-16,-2 1 1 0,0 3-1 15,-8 1 0-15,-4 5 1 16,-1-1-1-16,-2 1 0 16,-1-3 1-16,-2-3-1 15,4-5 1-15,2-6 3 16,2-4 1-16,3-3-1 0,3-3 1 16,2-1-2-16,2-1 0 15,0-2 0-15,0 0-1 16,0 0-2-16,0 0 2 15,2 0 0-15,2 0 0 16,3 0 0-16,-1 0-2 16,0 5 0-16,2 5-3 0,-3 2-1 15,1 6 6-15,-2 6-1 16,2 4 0-16,0 2 0 16,-4 1 1-16,3 1-2 15,-1-6 0-15,2-4 1 16,2-2-1-16,1-6 1 0,2-3 0 15,2-10-3-15,0-1-18 16,1-15-22-16</inkml:trace>
  <inkml:trace contextRef="#ctx0" brushRef="#br0" timeOffset="-59608.46">1215 12907 79 0,'0'0'8'0,"0"0"-1"0,0 0-1 0,0 0-4 15,0 0-1-15,0 0 0 16,0 0 2-16,0 0 4 0,0 0-2 16,0 0-3-16,0 0-1 15,0 0 1-15,0 0 1 16,-23-19-2-16,16 26-1 16,-2-1 0-16,0 7-1 15,-2 1 1-15,1 3 0 16,-2 0 0-16,3 6 0 0,-3 0-1 15,3-1 1-15,1 1 0 16,3 1 0-16,0 0 0 16,3-2 0-16,2 0 0 15,0-1 1-15,0 1-2 0,0-2 2 16,2 0-1-16,4-3 0 16,2-3 0-16,-1 2 0 15,3-6 0-15,0 1 0 16,-1-4 0-16,4 2 1 15,-2-2-1-15,-2 1 0 0,0-2 1 16,1 1-1-16,-2 0 0 16,1-1 0-16,-3 3 0 15,2 0 0-15,0 0 0 16,-3 4 0-16,-1 2 0 16,-2 2 0-16,-2 3 0 0,0 4 0 15,-9 2 1-15,-4 1-2 16,-3 1 2-16,-4-2-1 15,0-1 3-15,-2-3 1 16,1-4 1-16,4-1 3 16,-1-3-4-16,5-4-1 15,1-3-1-15,4-1-1 0,5-3 0 16,1-1 0-16,2-1-2 16,0-1-1-16,0 0-2 15,2 0 4-15,3 1 2 16,1 2 0-16,2 1-2 15,0 5 0-15,-1 2-2 0,1 8 0 16,0-1 5-16,-2 6-2 16,1 0 1-16,-1 1-2 15,2-3 1-15,-2 0-1 16,1-4 1-16,3-1 1 0,-2-6-2 16,3 0 0-1,-3-4 0-15,6-6 0 0,-3-1 0 16,2 0-16-16,-1-12-33 15</inkml:trace>
  <inkml:trace contextRef="#ctx0" brushRef="#br0" timeOffset="-58719.3">1205 13000 81 0,'0'0'10'0,"0"0"3"0,0 0-3 0,0 0-4 16,0 0-3-16,0 0-2 15,0 0 1-15,0 0-2 0,0 0 1 16,0 0-1-16,0 0 0 15,0 0 0-15,-42-15 0 16,33 25 1-16,-1 1-1 16,-3 4 0-16,0 3 0 15,0 1 0-15,2 3 0 16,-1 2 0-16,3 2 0 0,3-1 1 16,1 0-2-16,3 0 2 15,-1-1-2-15,3 0 1 16,0-4 0-16,5 0 1 15,2-3-2-15,4 0 2 16,3-4-1-16,-2 0 0 0,5-2 1 16,-2 0-1-16,1 0 0 15,-1-2 2-15,1 3-1 16,-1-1-1-16,-4 0 0 16,-1 2 0-16,-3 2 0 15,-3 0 0-15,-2 2 0 0,-2 2 1 16,0-1 0-16,-9 3 2 15,-2 1-1-15,-3-1 2 16,1 0-2-16,-3-2 0 16,1-1 0-16,-1-1-1 15,5 0 0-15,-1-2-1 0,6-3 0 16,1-2 1-16,3 0-1 16,2-4-1-16,0 0 0 15,0-1 0-15,5-3-3 16,1 3 7-16,2 1-2 15,0 1-1-15,1 6 0 16,-2 2-1-16,0 5 1 0,-3 2 0 16,-2 0 1-16,1 0 1 15,-3 0 1-15,0-2 2 16,0-2 0-16,2-4 2 16,0-2-4-16,2-1-2 0,3-2 1 15,2-5-2-15,4-4 1 16,8 0-3-16,-2-8-15 15,4-11-23-15,-2-7-77 16</inkml:trace>
  <inkml:trace contextRef="#ctx0" brushRef="#br0" timeOffset="-57865.54">1223 12925 50 0,'0'0'3'0,"0"0"2"0,0 0 8 0,0 0 1 16,0 0 0-16,0 0-9 16,0 0-1-16,0 0-4 15,0 0 0-15,0 0 1 16,-38 9-1-16,26 3 1 0,2 1-1 16,-1 3 0-16,-1 2 0 15,1 1 1-15,-1 2-1 16,4 0 0-16,1 2 0 15,1 0 1-15,1 0-1 16,0 0 0-16,3-1 0 16,2-1 0-16,0-2 0 15,0-1 1-15,4-2-1 0,4-3 0 16,0-2 1-16,5-1 0 16,-1-3 3-16,3 0-1 15,-1-1-2-15,1 0 0 0,-1 0-1 16,-1 1 1-16,-4 0-1 15,-1 0 0-15,-2 1-1 16,-4 2 1-16,-2 2 2 16,0 2-1-16,-2 1 1 15,-7 5 1-15,-4 2 0 0,2 3-2 16,-3-1 0-16,3 3 0 16,-2-1 0-16,1 1-1 15,3-3 0-15,1 0 0 16,2-4 0-16,0 1 0 15,2-1 0-15,2-4 0 16,1 2 0-16,-1-1 0 16,0-1 0-16,2 2 0 0,0 2 1 15,0 0-2-15,0 1 2 16,0 1 0-16,5-4 0 16,8 2-1-16,7-3 2 15,5-3-4-15,6-7 4 0,9-7-11 16,3-8-50-16</inkml:trace>
  <inkml:trace contextRef="#ctx0" brushRef="#br0" timeOffset="-56411.04">1002 5488 126 0,'0'-11'24'0,"0"0"-21"0,-4 3 7 0,4-1-1 16,0 5-4-16,-4 1-2 15,4 0-1-15,0 2-1 16,0 0-2-16,0 0 1 16,0 1-3-16,0 0-1 15,0-1-1-15,0-2-2 0,0-1 1 16,0-2-1-16,0 0 3 15,0-3 3-15,0 0 1 16,0 2-1-16,1 1 2 16,-1-1-1-16,0 4 0 15,0 3 0-15,0 0-3 0,-5 3 2 16,-1 10-1-16,-5 4 2 16,-1 4 0-16,1 5 0 15,0 1 0-15,0 8 0 16,4 1 1-16,1 1-1 15,3 2 0-15,3 3 1 0,0-1-1 16,0 0 0-16,5-1 0 16,8-2 1-16,1-1-1 15,5-1 0-15,4-4 0 16,4-2 0-16,2-3-1 16,0-4 0-16,2-3 0 15,0-6-1-15,1 1 3 0,-5-2-1 16,0-3 0-16,0 2 1 15,-6 2-1-15,0 0 0 16,-3 3 0-16,-3 1 0 16,-4 4 0-16,-3 2 1 0,-6 6-1 15,-2 3 0-15,-3 3 1 16,-11 6-1-16,-3 3 0 16,-6 1 1-16,1 2-1 15,-3-4 2-15,1-3-2 16,2-4 1-16,1-6-1 15,2-5 0-15,5-5 0 16,5-4 1-16,3-5-2 0,6-3 1 16,0-3 0-16,6-5-1 15,9-1-3-15,4 0 5 16,3 0 2-16,2 0-1 16,3-1 0-16,0 1 0 0,2 1-1 15,-2 12-1-15,-2 4-1 16,-3 7 1-16,0 3-1 15,-4 3 2-15,-5 1 0 16,1 2 0-16,-1-1 1 16,-2 1-2-16,3 0 1 0,6 1 1 15,2 0-2-15,5-5-18 16,4-9-70-16</inkml:trace>
  <inkml:trace contextRef="#ctx0" brushRef="#br0" timeOffset="-55443.84">800 7874 37 0,'-6'12'5'0,"-1"1"0"0,0 1 4 16,2 0-3-16,3-1-1 0,0 0 0 15,2 0-2-15,0-2 0 16,0 0 0-16,7-2 0 15,0 1-1-15,0-3 0 16,-1 0-1-16,3 2 1 16,1-1 2-16,0-1 0 0,-3 2-3 15,-1 1 0-15,2 4-1 16,-4 0 0-16,-2 3 3 16,-2 3 1-16,0-3-2 15,0 2 1-15,0-4 1 16,0-2 1-16,3 0-1 15,5-2 0-15,6-6 0 0,5-3-1 16,8-2 0-16,7 0-1 16,1-8-18-16</inkml:trace>
  <inkml:trace contextRef="#ctx0" brushRef="#br0" timeOffset="-54176.83">934 8622 44 0,'0'0'29'0,"0"0"-10"0,0 0-3 0,0 0-5 15,0 0-3-15,0 0-1 16,0 0-4-16,-38-18-2 0,30 17 0 16,-1 0 0-16,2 0-1 15,0-1 0-15,0 2 1 16,-1 0-3-16,-2 0-9 15,-1 7 7-15,-2 5-3 16,-1 2 2-16,-1 4 2 0,1 4 2 16,1 1 1-16,-1 2 0 15,4 0 1-15,-1 1-1 16,1 2 0-16,4 0 1 16,-1 1-1-16,1 2 0 15,1-1 1-15,2 2 0 0,1 0 0 16,2 2-1-16,0 0 2 15,0-1-2-15,2 0 1 16,6-2-1-16,0-2 1 16,3-3 1-16,3 0-2 15,-3-2 1-15,3 0 0 0,1 0 0 16,-1-1 0-16,1-2 0 16,3 1-1-16,-2-2 1 15,-4-2-1-15,2 3 0 16,-2-2 0-16,1 1 0 15,-4-2 1-15,0 2-1 0,-2 0-1 16,-2 1 2-16,-3 2-1 16,0 1 0-16,-2 3 0 15,0 2 0-15,-7 0 0 16,-4 1 1-16,0-1-1 16,-5-1 1-16,1 0-1 15,-2-3 2-15,-2-1 2 0,-2-2-1 16,-1-3-1-16,0-2 0 15,0-3 1-15,1-1 0 16,1-3-1-16,2-3 0 16,3 3-2-16,-1-3 0 15,1-1-1-15,3-1-2 0,3-2-5 16,3 0 2-16,0-3 5 16,4 0-3-16,2 0-1 15,0 0-1-15,0 0 6 16,0 0 2-16,0 0 0 15,6 0 1-15,0 4 0 0,-1 3 3 16,3 1 1-16,2 4-2 16,-2 1 2-16,-1 7-4 15,2 3 0-15,-5 5 2 16,3 6-1-16,-4 4 0 0,-1 4 1 16,-2 3-3-16,0 1 6 15,0 2-4-15,0 0 4 16,0-2-7-16,0-1 1 15,0-1-1-15,6-3 0 16,7-2-1-16,10-5 0 16,4-2-2-16,6-5-9 0,5-4-28 15,3-11-25-15</inkml:trace>
  <inkml:trace contextRef="#ctx0" brushRef="#br0" timeOffset="-50653.9">1171 5513 1 0,'0'0'5'0,"0"0"-1"0,0 0 10 0,19-48 2 16,-15 35-7-16,-2 0-2 15,0 3 1-15,0 2 3 16,-2 2 5-16,0 0 0 16,0 4-8-16,0-1-2 15,0 1-4-15,-4 2 0 16,0 0-4-16,-1 0 1 0,-2 7 2 15,-2 1 0-15,1 3-2 16,-3 3 1-16,-3 3 0 16,1 3 0-16,-1 1 1 15,-1 5-1-15,3 1 0 16,1 1 1-16,0 1-1 16,4 2 0-16,1 1 0 15,3 0 0-15,1-1 0 0,2-1 0 16,0-2-1-16,2-2 1 15,7-3 0-15,3-2 0 16,3-3 1-16,1-1-1 0,1 0 0 16,4-1 1-16,1-2-1 15,0-1 0-15,3-2 1 16,0 2-1-16,-1 0 0 16,1-2 1-16,-1 3-1 15,-2 3 0-15,-3-1 0 0,-4 3 0 16,-1 3 0-16,-8 1 1 15,-1 4-2-15,-5 3 1 16,0 1 0-16,-11 3 1 16,-5 3 2-16,1 3-2 15,-8 0 0-15,0 2 1 16,-1 0-1-16,0 0-1 0,-3-4 1 16,4-5 6-16,1-3-3 15,6-5-2-15,0-5 0 16,4-4 0-16,5-3-2 15,5-3 2-15,2-2-4 16,0-2 1-16,4-2 2 0,5-2-1 16,7-1 2-16,1-1-2 15,1 0 3-15,4 2-2 16,1 2 0-16,-1 3-2 16,1 4 2-16,-4 9-4 15,2 4 3-15,-10 9 0 0,-2 5 0 16,-6 9-1-16,-3 5 2 15,0 5 5-15,-8-1 5 16,-1-1-1-16,3-4-4 16,4-2 0-16,2-8-2 15,4-2-1-15,16-3-2 0,12-5 2 16,8-1-6-16,4-10-55 16</inkml:trace>
  <inkml:trace contextRef="#ctx0" brushRef="#br0" timeOffset="-49422.05">1040 7875 48 0,'-5'-10'8'0,"-1"3"14"0,-1-2-6 16,2 4-6-16,1-1 5 15,-3 0-8-15,1 2 1 16,-2 1-3-16,2 2 0 16,-1 1-2-16,1 0-2 15,-2 0-1-15,2 0-1 0,-3 1 0 16,1 6-1-16,-2 3-2 16,-1 2 4-16,0 3-1 15,0 2 0-15,2 0 2 16,0 4-1-16,3 1 0 15,-2-1 0-15,4 2 0 16,0-2 0-16,2 1 0 0,2-3 0 16,0-2 0-16,0-1 0 15,6-3-1-15,1-2 2 16,6-2-1-16,2-1 1 16,2 1-1-16,-2-1 0 15,3 0 0-15,-1 1 1 0,2 5-1 16,-1-3 0-16,-3 1 0 15,-1 2 0-15,-1 2 0 16,-2 1 0-16,-4 0 0 16,-2 3 0-16,-3 0 0 15,-2 4 1-15,-2 0-1 0,-10 2 3 16,1-1 1-16,-2 0 0 16,-3-3 1-16,5 1-2 15,-1-5 1-15,4-2-3 16,3-3 1-16,3-5 1 0,2-2 1 15,2-2-3-15,9-4 2 16,10 0 0-16,6-1-3 16,10-8 4-16,3-3-8 15,3-4-46-15,-3 2-59 16</inkml:trace>
  <inkml:trace contextRef="#ctx0" brushRef="#br0" timeOffset="-48654.13">740 8692 31 0,'0'0'11'0,"0"0"6"0,0 0-2 0,0 0-11 16,0 0-1-16,0 0-2 15,0 0-1-15,-42 39 2 16,32-23 0-16,2 4 0 0,1 1 0 16,-2 6 0-16,2 1 1 15,-2 4 1-15,5 3-3 16,-2 1 1-16,3 2 0 15,1 2 0-15,2-1-1 16,0 1 0-16,4-3 0 0,5-2 0 16,2-3 1-16,3-4 0 15,1-2-1-15,3 0 0 16,1-3 0-16,-2-1 3 16,1-1-3-16,-3 2 1 15,-1 0-1-15,-5 0 1 0,0 1 0 16,-5 1 2-16,-4 1 3 15,0 1 8-15,-11 1 5 16,-4 1-3-16,-7 2-6 16,1 2-6-16,-2 0-3 15,4 2 1-15,3 0-3 0,5-1 0 16,5-4-23-16,5-9-52 16</inkml:trace>
  <inkml:trace contextRef="#ctx0" brushRef="#br0" timeOffset="-47071.39">1125 12928 46 0,'0'-3'12'0,"-2"3"-3"0,2-2 6 0,-5 0-6 15,4 1 0-15,1-2-3 0,0 2-4 16,0 0 0-16,0-2-2 16,0 2 1-16,0 1-1 15,0 0 1-15,0 0-1 16,0 0-1-16,0 0 4 15,-2 0-4-15,0 0 1 0,0 0 0 16,0 0 1-16,0 0-2 16,-1 0 2-16,1 0-2 15,-2 4 1-15,2 2 0 16,-3 1-1-16,0 3 1 16,-1 0 1-16,1 1-2 15,-1 2 2-15,-3 2-1 0,-2 2 0 16,2 2-1-16,0 1 2 15,-3 3-1-15,2 1 1 16,3 2 0-16,-3 1 0 16,4 0-2-16,-1-2 3 15,3 1-2-15,2-5 0 16,0-4 0-16,2 1 0 0,0-6 0 16,0-1 0-16,4-3 3 15,2 2-2-15,-1-4-1 16,1 2 1-16,2-1-1 15,-2 0 1-15,1 0-1 0,-1 1 0 16,1-1 0-16,0 2 0 16,0-2 0-16,1 4 0 15,-1-3 0-15,3 4 1 16,-2-2-1-16,1 4 0 16,-3-1 0-16,0 3 0 15,-4 1 0-15,-2 1 3 0,0 2 7 16,-2 2 2-16,-8 1 4 15,-3-1-9-15,2 2-3 16,-3 0-3-16,3-1-1 16,5-7-38-16</inkml:trace>
  <inkml:trace contextRef="#ctx0" brushRef="#br0" timeOffset="-45840.66">7277 12617 115 0,'0'-1'2'0,"0"1"2"0,0 0-4 0,0 0 0 0,2 0-1 16,1 3 1-16,-1 5 0 16,5 1 0-16,-2 2 0 0,3 0 1 15,4-2-1-15,1-1 1 16,1-5 0-16,5-3 1 16,4-1 1-16,6-15 10 15,4-8 13-15,9-8-8 16,13-11-7-16,12-10-7 0,11-12-3 15,7-3-1-15,0-12-52 16</inkml:trace>
  <inkml:trace contextRef="#ctx0" brushRef="#br0" timeOffset="-43371.67">642 13208 74 0,'0'0'3'0,"0"0"-1"0,0 0 1 0,0 0-1 0,0 0-1 16,0 0 1-16,0 0-1 15,0 0 2-15,0 0 0 16,0 0 3-16,0 0 1 15,0 0-5-15,0 0-1 0,-23 38 0 16,27-32 0-16,4-3-1 16,3-3 0-16,2-2 2 15,5-16 4-15,7-10 7 16,6-11 2-16,5-11-8 16,6-6-3-16,3-2-3 15,4-4-1-15,-2 3-16 0,-3 1-41 16</inkml:trace>
  <inkml:trace contextRef="#ctx0" brushRef="#br0" timeOffset="-40780.14">14074 13072 11 0,'0'5'18'0,"0"-2"-1"0,0 0 0 16,0-1 1-16,0 0-3 0,2 0-4 16,0-1-3-16,0 2-3 15,1-2-4-15,2-1 3 16,-3 2-1-16,2-2 2 15,3 0 2-15,2 0 3 16,4-4 5-16,5-6-6 0,4-4-3 16,10-4-6-16,4-9 5 15,9-1-2-15,5-9-3 16,7-6-11-16,3-5-64 16</inkml:trace>
  <inkml:trace contextRef="#ctx0" brushRef="#br0" timeOffset="-34608">923 12993 46 0,'0'0'6'0,"0"0"-2"0,0 0-2 0,0 0 1 16,0 0 0-16,0 0-1 0,0 0 3 16,38-8 3-16,-32 7 3 15,0-1-2-15,0 0-5 16,-1 1-3-16,-3 1 1 15,2 0-2-15,1 0 1 16,0 0 0-16,-1 0-1 16,0 3 0-16,1 0 0 0,-3 1-1 15,0-2 0-15,0 2 2 16,0-1 0-16,-1 0 0 16,0-1 0-16,2 0-1 15,-3-1 1-15,0-1-1 16,0 2-1-16,0-1 21 15,0 2-5-15,-5 0-12 0,1 1-2 16,0 4 1-16,0-2 0 16,1 6-1-16,1 0-2 15,-2 4 1-15,2 3-2 16,-2 1 1-16,0 4 0 0,2 1 1 16,-2 2 0-16,1 0 0 15,1-1 0-15,0-1 1 16,2-1-1-16,-2 0-4 15,2-4 7-15,0-1 2 16,0-1-4-16,2-1 1 0,5-2-1 16,1 0 1-16,2-4 0 15,-1 1-1-15,2-2-1 16,3 0 2-16,3 0-1 16,-1-2 0-16,-1-1 0 15,-1 3 2-15,-1 0-3 16,-1 2 0-16,-4 0 0 0,-1 1 0 15,-3 1 0-15,-2 2 1 16,-2 1 2-16,0 2-3 16,0 0 1-16,-8 1 1 15,-3 2-1-15,-1-2 0 0,1 1 1 16,-3-4-1-16,3 1-1 16,1-5 0-16,3-2 0 15,0-1 0-15,2-4 1 16,3 0-1-16,2-2 1 15,0-3-3-15,0 0-4 16,0 1-3-16,7-2 6 0,4 0 3 16,0 0 0-16,2 0 0 15,1 0 1-15,1 0 0 16,-1 0-1-16,1 0 1 16,-1 2-1-16,-1 6-15 15,-1 3 27-15,-1 4-14 0,-2 1 4 16,-3 5-2-16,-2 4 0 15,-4 2 0-15,0 2-3 16,0 1 4-16,-1 1 1 16,-6 0-2-16,0 0 1 15,1 0-1-15,-3 2 1 0,2 1-2 16,0-3 1-16,3 2-1 16,0-3 1-16,1-3-2 15,3-3 2-15,0-3 0 16,0-4 0-16,0-4-1 0,5 2 1 15,1-4 0 1,1-1 0-16,2-2 0 0,0 2 0 16,0-3 1-16,2 0-1 15,1-2 0-15,-2-1 2 16,2 0-2-16,-3 0 2 16,1-1-2-16,0 0 0 0,-1-1 1 15,2 0 2-15,3 3-3 16,-4-3-3-16,-5-2-111 15</inkml:trace>
  <inkml:trace contextRef="#ctx0" brushRef="#br0" timeOffset="-33029.85">14810 13857 23 0,'0'0'19'0,"0"0"1"0,0 0 10 16,0 0-5-16,13-39-20 15,-13 34-1-15,0-1 24 0,0 2-16 16,0 1-3-16,-1-1 7 16,-2 1 3-16,2-1-1 15,-1 1 3-15,0 2-8 16,2-1-9-16,0 2-4 16,0 0-2-16,0 0 2 0,0 0-17 15,2 0 9-15,3 6 8 16,4-1-1-16,-2 3 0 15,1 0 0-15,-2 1 0 16,4-1 1-16,-1 2 0 16,-3-2 0-16,6-2 1 0,-3 1-1 15,0-1 0-15,0 1 0 16,2-1 1-16,-2 0-2 16,0-2 0-16,0 0 1 15,-2-2-1-15,1-2-1 16,0 0 1-16,3-2 2 15,0-9-1-15,4 0 2 0,1-4 3 16,6-3-4-16,0-3 1 16,3-2-1-16,5-3 0 15,2-1-1-15,-1 1 1 16,6-2 1-16,-5 1 1 0,5-1 1 16,-2 1 0-16,4 1-1 15,1 2-3-15,-2 0 1 16,-2 4-10-16,-1 3 18 15,-6 4-9-15,-4 3 0 16,-6 3 0-16,-2 4 0 0,-2 2-1 16,-5 1-1-16,-2 0-5 15,-5 4-17-15,-3 6-37 16,0 1 2-16,-9-1-49 16</inkml:trace>
  <inkml:trace contextRef="#ctx0" brushRef="#br0" timeOffset="-29956.51">1634 14191 21 0,'-2'-2'8'0,"0"1"-2"0,-1-1-1 0,1 2-3 0,0-2 3 15,0 2-3-15,0-2 1 16,-3 0 3-16,0 2 5 15,-1 0-1-15,-1 0-2 16,1 0-4-16,-4 0-1 0,1 6-2 16,-3 2-1-16,5 0 0 15,-3 3 0-15,-1-1 0 16,3 1 0-16,-2 0 0 16,1-1 1-16,1 1 2 0,-2-1 0 15,-1 0 2-15,3 1-3 16,1 1-2-16,0-1 1 15,0 3-1-15,1 0 1 16,2 1-1-16,-1-1 1 16,0 0-1-16,3 2 1 15,-1-2-1-15,1 1 0 0,2-3 1 16,0 1-1-16,0-1 1 16,0 1 0-16,2-2-1 15,3 2 1-15,2 0 1 16,-2 0-2-16,3 1 1 15,1 0-2-15,1-2 2 16,1-1 0-16,1 0-1 0,2-1 2 16,-1-2-2-16,3-1 1 15,0 1 0-15,4-3 0 16,-1 0-1-16,2 2 1 16,-1 0 0-16,3-1-1 15,-1 1 0-15,-2 0 1 0,5-1-1 16,2 0 0-16,-2 2 0 15,3-1-1-15,1 0 2 16,0 2-1-16,0-1 0 16,0 2 0-16,0-3 0 0,0 0 0 15,1 0 0-15,1-1 0 16,4-3 1-16,3 1-2 16,-1-1 0-16,3 0-1 15,-3-2 3-15,3 2 0 16,1 0-1-16,1-2 1 15,0 2-1-15,4 0 0 0,3 1 0 16,0-1 0-16,0 0 1 16,2-2-1-16,1 2 0 15,0 0 0-15,1-1 0 16,3 2 0-16,-3-3 0 16,2 3 0-16,-1-2 0 0,1 1 0 15,0-2 2-15,0 1-4 16,1-1 2-16,2-1-1 15,-3 0 1-15,1 0 1 16,-2 0-2-16,-2 0 4 16,3 0-2-16,-2 2 1 0,-1 0-1 15,0 0 0-15,-4 2-1 16,2 0 1-16,-2 2-1 16,2 1 0-16,0-3 0 15,0 4 0-15,4 0 1 0,2-1-1 16,0 0 0-16,5 3 0 15,1-3 0-15,1 3-1 16,2-1 2-16,-1-1-1 16,5-2 0-16,0-2 0 15,2-3 0-15,6-1 0 16,2 0 0-16,3-7 1 0,3-3-3 16,3-1 1-16,3 0 2 15,5-2-1-15,2-1 1 16,5 1-1-16,4-1 1 15,8 1 0-15,1-1-1 16,4 0-7-16,3-2-123 0</inkml:trace>
  <inkml:trace contextRef="#ctx0" brushRef="#br0" timeOffset="-27906.56">9231 14831 48 0,'-8'0'9'0,"2"0"12"0,-1 0-8 0,3 0-5 16,0 0-5-16,-2 0-1 16,3 0 1-16,1 0 2 15,-1-2 6-15,1 0-2 16,-1 1-3-16,2 1-3 0,1-2 0 15,0 2-5-15,0 0-2 16,0 0-1-16,0 0 5 16,0 0 0-16,0 0 0 15,1 3-1-15,2 3-1 16,-3-1 1-16,2 3 1 0,1 0 0 16,0-1 1-16,0 2-1 15,2-1 0-15,-1 2 0 16,0-1 0-16,3-1 2 15,-3 1-4-15,2-2 4 16,0 3-2-16,-1 0 0 0,1-1 1 16,-2 0-2-16,0 1 1 15,2 3 0-15,-4-6-2 16,3 2 2-16,-1-1 0 16,3-2 0-16,2-2 0 0,-2-1 0 15,4-3-1-15,2 0-2 16,2 0-2-16,2-7-2 15,2-5 5-15,2-2 0 16,3-3 1-16,1-4 2 16,-1 1 1-16,3-3 3 15,2-1 4-15,2 0-2 16,-1-2 0-16,2 2-2 0,2-2-1 16,-4 0-2-16,2 0-1 15,-2 2 1-15,-1 0-1 16,-5 1-1-16,0 2 3 15,-3 2 0-15,-2 2 2 0,-1 3 0 16,-5 3-1-16,-2 1-2 16,-2 5-2-1,-3 1 0-15,-1 4-1 0,-5 0-2 16,0 0-42-16,-7 0-42 16</inkml:trace>
  <inkml:trace contextRef="#ctx0" brushRef="#br0" timeOffset="-27167.99">9333 14922 33 0,'0'4'12'0,"0"2"-11"0,0-2-1 0,0 2 1 16,1 0-1-16,-1 1 0 15,2-3 1-15,0 3 0 16,0-1 2-16,3 1 5 0,-2-3-2 16,1 1-1-16,2-1 0 15,1-3-2-15,-1 1 1 16,4-2-2-16,-2 0 2 16,4-6 2-16,2-4 2 15,2-6 0-15,5-2 2 16,0-3-2-16,1-3 3 0,4-2-1 15,-1 2 3-15,0-2-2 16,-3 3-7-16,0 3-2 16,-4 2 0-16,1 1-2 15,-2 1 1-15,-1 2-4 0,-3-4-35 16</inkml:trace>
  <inkml:trace contextRef="#ctx0" brushRef="#br0" timeOffset="-25529.49">14418 15022 1 0,'-5'0'6'0,"2"-2"6"0,0 1-8 0,1 1-3 16,0 0-2-16,2 0-1 0,-2 0 0 15,2 0 0-15,0 0 2 16,-2 0-3-16,1 0-11 16</inkml:trace>
  <inkml:trace contextRef="#ctx0" brushRef="#br0" timeOffset="-24476.25">14384 14932 73 0,'0'0'9'0,"0"0"6"0,0 0-4 0,0 0-5 16,0 0 4-16,0 0 2 16,0 0 0-16,0 0-2 15,0 0 0-15,0 0 6 0,0 0-4 16,-10-27-7-16,10 27-2 16,0-1-2-16,0-1-1 15,0 2 1-15,-2-1-1 16,2 0 2-16,-1-1-1 15,1 2-1-15,0 0 0 0,0 0 0 16,0 0-5-16,0 0 3 16,0 0 2-16,0 4 1 15,0 1-1-15,0 0 0 16,0 2 0-16,3 0 1 16,1 1-2-16,-3 1 2 0,1 0-1 15,0 0 0-15,-1 1-1 16,2 2 0-16,-1 0 0 15,0-2 0-15,0 0 0 16,2-2 0-16,2 1 1 16,-2-4 0-16,-1 0-2 0,5-3 2 15,-3-1-4-15,4-1 3 16,2 0 1-16,3-1-1 16,1-6 2-16,3-4 0 15,0-3-1-15,5-1 1 16,-1-2-1-16,0-4 0 15,2 3 2-15,1-4 1 0,0-2-5 16,0 0 8-16,6 3-3 16,0-5-2-16,0 2 5 15,5-1-4-15,-3 0-1 16,1 1-1-16,-3 3 0 0,-6 2 0 16,-4 2 1-16,-2 6-2 15,-8 3 1-15,-1 3-3 16,-2 5-14-16,-6 0-28 15,-2 0-13-15</inkml:trace>
  <inkml:trace contextRef="#ctx0" brushRef="#br0" timeOffset="-23949.62">14535 15019 19 0,'0'0'4'0,"0"0"7"0,0 0-5 0,52-9-4 16,-31-1 0-16,3-4 5 16,6-6 8-16,3 0 3 15,3-2 5-15,3-1-1 16,3 0-10-16,-3 3-8 15,1 0-3-15,-3 2-1 0,-3 0-1 16,-5-1-11-16,-4 0-68 16</inkml:trace>
  <inkml:trace contextRef="#ctx0" brushRef="#br0" timeOffset="-23095.42">21094 14887 103 0,'0'0'3'0,"0"0"-2"0,0 0-1 15,0 0 0-15,0 0 0 0,0 0-1 16,0 0 2-16,0 0 0 15,0 0 2-15,0 0 1 16,0 0 2-16,0 0-3 16,9 11-1-16,-6-8 0 15,3-3 0-15,1 0 6 0,4 0 5 16,-1-4 10-16,5-5-1 16,5-4-5-16,1-4-4 15,9-2 1-15,1-4-9 16,5-4-3-16,5-3-2 15,5-7-13-15,2-3-68 0</inkml:trace>
  <inkml:trace contextRef="#ctx0" brushRef="#br0" timeOffset="-22171.06">8714 14113 47 0,'-2'2'1'0,"2"-1"-24"0</inkml:trace>
  <inkml:trace contextRef="#ctx0" brushRef="#br0" timeOffset="-22092.85">8714 14113 6 0,'0'0'52'16,"0"0"-11"-16,0 0-31 0,0 0-10 15,-6 20-6-15,6-19-30 16</inkml:trace>
  <inkml:trace contextRef="#ctx0" brushRef="#br0" timeOffset="-20433.86">8712 14147 87 0,'0'0'7'0,"0"0"-1"15,0 0 6-15,0 0 0 16,0 0 0-16,0 0-4 15,-44 0-5-15,33 0-1 0,-1 3 6 16,-2 0 1-16,2 2-7 16,-1 2 0-16,-1 2-1 15,3-1-1-15,-1 5 1 16,-1-2-1-16,2 5 0 16,0 0 0-16,2-1-1 15,0 3 1-15,2-2 0 0,2 0 1 16,3 1-2-16,0-1 2 15,2-1-1-15,0 4 1 16,-2-1-1-16,2 1 0 16,-4-1 0-16,2 1 0 15,-1 0 0-15,1 0 0 0,0 0 1 16,-3 1-1-16,4 2 1 16,0-1-2-16,1 2 2 15,0 1-1-15,0 1 0 16,7 0 0-16,0 0 0 0,5-2 0 15,2 2-1-15,-1-2 0 16,4 0 1-16,2-2 0 16,1-1-1-16,3 0 1 15,1-1-1-15,2-2 1 16,6 0-1-16,-3-2-1 16,2-2 4-16,0 2-4 0,1-4 4 15,-3 2-2-15,2-1 1 16,-2-2 1-16,-2 2-1 15,1-2 0-15,0 1 2 16,2 0-2-16,1-1-2 16,2 1 3-16,-1 0-2 0,5-1 0 15,-1-2 2-15,1-1-2 16,2-4-2-16,-1-2 0 16,2-1 6-16,1 0 2 15,1-1-3-15,-2-6 4 16,3-3-6-16,-3 1 1 15,2-4-1-15,-3 1 0 0,-1-2 1 16,-1-1 3-16,-1 0 1 16,-1-2-1-16,2 0-3 15,-1 0 1-15,0-2-2 16,1 1 0-16,1 0 0 0,-1-2-1 16,-2 2 0-16,-2-1 2 15,-1 1-2-15,-5 0 6 16,-2-2 0-16,-2 1 1 15,0-3-1-15,-2-1 3 16,-2 0-6-16,-1-4-2 0,-3 0 0 16,-1-1 0-16,-1 1 2 15,-1-3-1-15,-1 1-1 16,-3-1 0-16,0 1 0 16,-3 2-1-16,-3 0 0 15,-2 4 1-15,0 1 0 16,-2-1 0-16,-9 4-1 0,-1-1 2 15,-4 2-2-15,-2 1 0 16,-2-3 2-16,0 3 6 16,0 2-5-16,-5-1 1 15,2 1-3-15,2 0 0 16,-2 2 0-16,-2 1-1 0,0 0 0 16,2 0 0-16,-2 3 0 15,-2-1-1-15,-2 2-1 16,-2-1 0-16,0 3 1 15,1 0 0-15,-3-1 2 0,0 1-1 16,3-1 0-16,-3 2 0 16,0-1 1-16,1 1-1 15,-1-1 0-15,-2 0 2 16,-2 1-2-16,1 0 0 16,0 2 0-16,-3-1 0 15,-1 1 0-15,3 1 0 0,-1 0-2 16,-2 2 2-16,-3 0-4 15,3 0 6-15,-2 4-1 16,-1 3-1-16,3 1 0 16,2-2 0-16,-1 3 0 15,2 0 0-15,1-1 1 0,0 2-1 16,1 3-2-16,0 1 2 16,0 2 1-16,-1 2-1 15,3 0-1-15,2 1 1 16,4 1 0-16,0 0 0 15,5-1 0-15,2 0 0 0,2-1 0 16,5 1 0-16,0 0 0 16,1 1 0-16,5 1 0 15,-2 0 0-15,3 1 0 16,-1 2 0-16,4 0 0 16,-1 0 0-16,2 4 0 15,0-1 0-15,2 2 0 0,0-1 0 16,0-2 0-16,0 2 0 15,0-2 0-15,6 2 0 16,3 1 0-16,2-2 0 16,1 2 0-16,2-4-2 0,3 0 2 15,3-4-1-15,-2-1-1 16,6-1 1-16,1-2 1 16,2 0-1-16,0-3 0 15,0-1 1-15,4 2-1 16,-1-3-2-16,3 2-1 15,-2-1 1-15,1 1 1 16,3 1 0-16,-2-3-1 0,3 3 2 16,-1-2-1-16,3-1 1 15,5-2-1-15,0-5 1 16,6 1 2-16,-4-6 0 16,4 0-1-16,-2 0-2 0,2 0 0 15,-2-7-2-15,-4-1 4 16,3 0 0-16,-3-3-1 15,-1-1 1-15,-4-3 0 16,1 3 0-16,-4-4-7 16,0-3-12-16,-1-2-17 0,-4-3-40 15</inkml:trace>
  <inkml:trace contextRef="#ctx0" brushRef="#br0" timeOffset="-18356.71">9600 14959 83 0,'0'0'1'0,"0"0"1"0,0 0-1 0,0 0 0 16,0 0-1-16,0 0 1 15,0 0 4-15,0 0 0 16,0 0 0-16,0 0-5 0,0 6 3 16,0 5 1-16,-2 4 1 15,-2 4 1-15,3 7 1 16,-1 0-1-16,-1 5-5 15,1 3 1-15,2 3-1 16,0 4-1-16,0 3 1 16,-2 2-1-16,0 0 0 0,0 0 0 15,0-6 0-15,1-5 0 16,-1-5 0-16,2-6 0 16,-2-3 1-16,2-4-1 15,0-5 0-15,0-1-1 16,0-4-5-16,2-1-20 0,0-5-40 15</inkml:trace>
  <inkml:trace contextRef="#ctx0" brushRef="#br0" timeOffset="-17422.66">9428 15534 69 0,'0'0'4'0,"0"0"0"0,0 0-3 0,0 0-1 15,0 0 0-15,0 0 1 16,0 0 1-16,0 0 2 16,0 0 5-16,0 0-1 0,0 0-3 15,0 0-3-15,0 0-1 16,9 12 0-16,-7-4-1 15,2-2 2-15,1 3-2 16,-1 0 0-16,1 2 1 16,1 1-1-16,0-1 1 15,2 0 0-15,-3-2-1 0,1 0 0 16,0-1 1-16,0-3 1 16,-2-2-1-16,0-1 2 15,-1-2 1-15,-1 0 9 16,4 0 20-16,-2-7-6 0,4-5-11 15,1-3-4-15,2-5-8 16,4-2 0-16,3-4-3 16,2-2-1-16,1-4-1 15,-2-3-42-15,-2-1-106 16</inkml:trace>
  <inkml:trace contextRef="#ctx0" brushRef="#br0" timeOffset="-16355.72">9204 15804 66 0,'0'0'20'0,"0"0"-5"0,0 0-3 0,0 0-1 0,0 0-5 16,0 0 5-16,0 0 2 16,0 0 3-16,0 0-1 15,0 0-9-15,0 0-2 16,0 0-3-16,0 0-2 16,-11-28 2-16,11 24 1 15,0 1-2-15,-2-3 0 0,-1 3 0 16,-1-1 1-16,1 2-1 15,-1-2 1-15,0 4 1 16,-2 0-2-16,1 0-2 16,-2 0-3-16,2 7 5 0,-1 2-4 15,0 5-1-15,1 0-1 16,-3 3 4-16,4-1 1 16,-2 2 1-16,2-1 0 15,3 0 0-15,1 1 0 16,0-3 0-16,0 2 0 15,0-1 0-15,7-2-2 0,-1 0 2 16,2-3 0-16,-2 0 1 16,3-2-1-16,-2 0 0 15,4-2 1-15,-4 3 0 16,2-1-1-16,2-1 0 0,-4 2 0 16,1 0 0-16,-1 0 0 15,-3 0 0-15,-2 1 0 16,-2-1 0-16,0 2 0 15,0 0-1-15,-6-2 1 16,-3-1 1-16,-2-2 3 16,-3 0 1-16,2 0 1 0,-2-4-1 15,1-2-1-15,-1 1-1 16,1-2 1-16,2 0 1 16,-1 0 2-16,3 0-3 15,1-5-2-15,3 0 0 0,5-4-7 16,0-1-51-16,0-5-74 15</inkml:trace>
  <inkml:trace contextRef="#ctx0" brushRef="#br0" timeOffset="-15502.29">9457 15804 69 0,'0'0'5'0,"0"0"11"0,0 0-2 0,0 0 1 0,0 0-2 16,0 0 1-16,0 0-6 16,0 0 0-16,-38-24-5 15,31 27-1-15,1 5 1 16,-2 3-2-16,-1 2-1 16,3 3 0-16,-1 4 0 0,2 1 0 15,-1 1 0-15,2 0 0 16,2 1 1-16,1 0-1 15,1-1 2-15,0 1-1 16,0 0 0-16,3-2 0 16,5 1 0-16,-1-4 0 15,2-1 0-15,0-1 1 0,0-6-4 16,2-2 2-16,-4-1-1 16,0-5 2-16,2-2 1 15,-2 0-2-15,-1 0 4 16,0-6 0-16,1-3-2 0,-2 0 4 15,-3-4-4-15,0 0 1 16,1-1-2-16,-1-1 0 16,-2-3 0-16,2 1 2 15,0 0-1-15,-1 1 3 16,5 1-3-16,-2-1-1 16,3 6-1-16,2 2 2 0,-2 2-4 15,3 2 2-15,0 2-1 16,1 2-1-16,-2 0-1 15,1 1 1-15,0 7-1 16,-3-1 1-16,4 4 4 0,-4 0-22 16,0 1 42-16,1-1-22 15,-4 2-2-15,0-1 2 16,-2 0 0-16,0 1-3 16,-2 0-1-16,0 0-15 15,0-2-10-15,0-1-9 16</inkml:trace>
  <inkml:trace contextRef="#ctx0" brushRef="#br0" timeOffset="-15182.55">9769 15807 113 0,'0'0'0'0,"0"0"0"0,0 0 0 0,0 0 0 0,0 0 2 16,0 0 6-16,0 0-2 15,0 0-5-15,0 0 4 16,0 0 0-16,-13 50 0 16,13-27-4-16,0 2 0 15,3-1 0-15,1 1-23 0,-2-3 46 16,-2-1-24-16,0-4 1 15,0 2 0-15,0-2-1 16,0-3 0-16,0 0 1 16,0-4-4-16,-2-3-27 15,-1-4-33-15</inkml:trace>
  <inkml:trace contextRef="#ctx0" brushRef="#br0" timeOffset="-14811.19">9730 15905 136 0,'0'0'1'0,"-7"-40"13"0,3 22 25 16,3-2-37-16,1 2-1 15,0 0-1-15,0 3 0 16,5 0 0-16,2 1-1 16,3 3 1-16,0 1 0 15,0 0 1-15,1 3 1 0,3 3-1 16,-1 0-1-16,2 3 0 15,-2 1 0-15,3 0 0 16,-2 6-1-16,2 4 1 16,-3 2 0-16,-2 2-2 15,1 0-9-15,-3 3 25 0,-2 0-12 16,-2 0-2-16,-3 2 0 16,-2 0-2-16,0 1 4 15,-10 2-2-15,-3 0 3 16,-5 2 2-16,-3 1 1 15,-2 0-4-15,-2 2 0 0,2 0-1 16,-2-1-2-16,6-2 0 16,-3-4-32-16,6-5-62 15</inkml:trace>
  <inkml:trace contextRef="#ctx0" brushRef="#br0" timeOffset="-14384.58">9237 16452 144 0,'0'0'2'0,"0"0"-1"0,0 0-3 0,0 0-17 0,0 0-26 16,0 0 27-16,0 0 21 15,0 0 3-15,0 0 9 16,0 0-3-16,41-5-2 16,-23 1-4-16,4-3-4 0,2-1 1 15,5-2-1-15,3-3 3 16,6 0 6-16,2-2 4 15,2-1 3-15,6-2-2 16,2 0-5-16,0-1-8 16,0 0-2-16,0 1 0 0,0 1-1 15,-3-1 1-15,-5 4-1 16,-2 0-1-16,-6 7-1 16,-10 3-13-16,-7 4-25 15,-13 0-6-15</inkml:trace>
  <inkml:trace contextRef="#ctx0" brushRef="#br0" timeOffset="-14055.45">9314 16612 132 0,'0'0'7'16,"0"0"-6"-16,-41 17-1 15,39-17 0-15,2 0-12 16,7 0-8-16,11-1 24 0,2-5 5 16,4-3 5-16,7-2-3 15,4 0-3-15,3-2 3 16,6-1-3-16,5-2-2 16,0 1-2-16,2 0-2 15,1-1-2-15,-5 0 1 0,0 0-1 16,-5 1 1-16,1 0-1 15,-5 0 1-15,-2 4 0 16,-3 1-1-16,-6 1 0 16,-7 5-9-16,-6 0-19 15,-8 1-51-15</inkml:trace>
  <inkml:trace contextRef="#ctx0" brushRef="#br0" timeOffset="-13322.92">9593 15965 16 0,'0'0'1'0,"0"0"1"0,0 0-1 0,0 0 0 0,0 0 4 16,0 0 6-16,0 0-8 15,0 0 4-15,0 0 0 16,0 0-4-16,0 0-4 0,0 0-31 16</inkml:trace>
  <inkml:trace contextRef="#ctx0" brushRef="#br0" timeOffset="-12832.86">9124 16279 95 0,'0'0'2'0,"0"0"3"0,0 0-3 0,0 0 0 15,0 0-2-15,0 0 1 16,0 0-1-16,0 0 0 15,0 0 1-15,0 0-6 0,-14 8-10 16,15-8-16-16</inkml:trace>
  <inkml:trace contextRef="#ctx0" brushRef="#br0" timeOffset="-12598.7">9428 16513 4 0</inkml:trace>
  <inkml:trace contextRef="#ctx0" brushRef="#br0" timeOffset="-11459">9523 14747 56 0,'0'0'4'0,"0"0"-2"0,0 0 0 16,0 0 0-16,0 0-1 0,0 0-1 16,0 0 2-16,0 0 1 15,0 0 2-15,0 0 5 16,0 0 4-16,10-31 0 15,-10 30-4-15,0 1-7 16,0 0-3-16,0 0 0 16,0-2 0-16,2 1 1 0,-2-2-1 15,0 2 0-15,2-2 1 16,-2 0 3-16,0 2 4 16,0-2 7-16,0 3 2 15,0-2-7-15,1 2-4 16,-1 0-5-16,0 0-2 0,0 2 2 15,2 9-2-15,0 1 2 16,2 6 0-16,0 2-1 16,-1 5 1-16,4 4-1 15,-2 4-1-15,1 5 2 16,0 2-1-16,-1 2 0 0,1 1 0 16,-3-2 0-16,1-3 2 15,1-5-2-15,-3 0 0 16,2-5 1-16,-1-1-1 15,3 3 0-15,-4 0 0 16,0 1 2-16,1 0-2 0,-1 0 0 16,1 1 0-16,-3-1 0 15,0-2 0-15,0-3 0 16,0-1 0-16,-4-4-2 16,0-3 2-16,-2-2-1 0,-1-3 2 15,3-2 1-15,2-1-4 16,-2-3 4-16,2-1-4 15,1-2-34-15,-1-4-13 16,2 0-52-16</inkml:trace>
  <inkml:trace contextRef="#ctx0" brushRef="#br0" timeOffset="-10713.44">9468 15500 46 0,'0'0'2'0,"0"0"0"0,0 0-1 0,0 0-1 0,0 0 0 16,0 0 1-16,0 0-1 15,0 0 0-15,0 0 1 16,0 0 3-16,38 39 1 15,-34-31-1-15,1 2-3 16,1-1 1-16,-1 0-2 16,2-2 1-16,-3-1 0 0,0-3-1 15,1 1 2-15,-1-2 0 16,-1-1 2-16,1-1 3 16,1 0-2-16,-3 0 0 15,3 0 2-15,1 0-2 16,-1-3-4-16,3-1-1 0,-2 0 1 15,2-2-1-15,-2 1 0 16,3-1 0-16,-3-1 0 16,2 0-1-16,-1-2 6 15,1-1 8-15,0 0 0 16,0-1 1-16,1-3-1 0,3-1 0 16,-3-2-5-16,1 1-5 15,-1-2-1-15,-1 4-2 16,0 3 0-16,-5 2-1 15,0 5-6-15,-2 1-32 16,-1 3-15-16</inkml:trace>
  <inkml:trace contextRef="#ctx0" brushRef="#br0" timeOffset="-10351.84">9488 15513 113 0,'0'0'6'0,"0"0"-5"0,0 0-1 15,0 0 1-15,0 0-2 16,0 0 1-16,0 0 1 0,47 30 0 16,-38-23 0-16,-2-3 0 15,4-1 1-15,-2-3 4 16,-2 0 13-16,1 0 21 16,0-10-8-16,0-3-11 15,1-2-11-15,1-5-7 0,0-6-3 16,1-2-14-16,-3-5-84 15</inkml:trace>
  <inkml:trace contextRef="#ctx0" brushRef="#br0" timeOffset="19468.3">11398 16480 97 0,'-3'-3'25'0,"2"1"12"0,-1-1 2 15,0 1-15-15,2 1-8 0,-2 0-2 16,2 1-2-16,-2 0-7 16,2 1-5-16,0 12-3 15,0 6 1-15,2 7 2 16,4 6 1-16,1 3 1 15,4 2 0-15,0 1-1 0,0-1 0 16,-1 0 0-16,-1-7-1 16,-1-1 0-16,-4-3-3 15,2-6 0-15,-6-3-25 16,0-8-50-16,0-8-19 16</inkml:trace>
  <inkml:trace contextRef="#ctx0" brushRef="#br0" timeOffset="19751.9">11267 16577 42 0,'0'0'15'0,"0"0"7"0,0 0 1 16,0 0-6-16,0 0-2 15,42-26 2-15,-30 13 0 16,1-1-3-16,3-3-5 0,1 0-2 16,6-3-7-16,-2-1 0 15,2 2-11-15,2 0-52 16</inkml:trace>
  <inkml:trace contextRef="#ctx0" brushRef="#br0" timeOffset="20181.29">11598 16594 90 0,'0'0'10'0,"0"0"6"15,0 0-9-15,0 0-6 16,-16 43 1-16,16-32-1 0,0 0 2 16,0-1 2-16,5 1 4 15,4-1-2-15,-4-1-1 16,3-2-2-16,1 0-2 15,1-3 1-15,0-2-1 16,-2-2 3-16,2 0 1 0,-1-3 3 16,-2-7 2-16,1-3 2 15,-2-1-3-15,0 0 2 16,-6-3 1-16,0 1-3 16,0 3-2-16,-6 1-4 15,-2 3-1-15,-3 2 2 16,0 6-3-16,-3 1 0 0,2 0-5 15,1 11 1-15,5 3-10 16,0 0-21-16,2 1-33 16,4-3-26-16</inkml:trace>
  <inkml:trace contextRef="#ctx0" brushRef="#br0" timeOffset="20538.8">11846 16544 103 0,'0'0'-1'15,"0"0"1"-15,0 0 2 16,0 0-2-16,0 0 3 16,-31 40-1-16,25-24 4 15,5-4 1-15,1 0-2 0,0-1-2 16,2-2 1-16,7-1-2 15,2-5 0-15,-1-2 0 16,1-1 3-16,1 0 9 16,1-8 5-16,-1-5 1 15,0 0-8-15,-5-4-6 0,-1 3 3 16,-4 0-3-16,-2 1 3 16,0 1-1-16,-6 3 2 15,-6 3-4-15,-1 3-8 16,-2 3 4-16,-4 0-10 15,1 14-23-15,3 1-32 0,-1-1 0 16</inkml:trace>
  <inkml:trace contextRef="#ctx0" brushRef="#br0" timeOffset="20912.83">12521 16159 182 0,'0'0'19'0,"0"0"2"0,0 0-12 0,-50-7-9 0,35 13-2 16,0 8 2-16,0 4 2 16,1 4-1-16,1 6-1 15,2-1 0-15,5 4 2 16,2-1-2-16,1 0 1 0,3-2 0 16,1-2 0-16,11-4 0 15,4-4 1-15,5-1-4 16,1-3 0-16,2-4-9 15,2-4-23-15,1-6-11 16,-1 0-26-16</inkml:trace>
  <inkml:trace contextRef="#ctx0" brushRef="#br0" timeOffset="21201.67">12666 16367 58 0,'0'0'18'16,"0"0"-15"-16,0 0 21 15,0 0 3-15,0 0-17 0,0 0-5 16,-40-16-2-16,31 33-1 15,-1 2 1-15,6 1 1 16,4-2-1-16,0-2 0 16,1-5 1-16,12 0 1 15,0-7 1-15,1-4 1 0,2 0-2 16,2-9 5-16,-3-6-2 16,1-3-2-16,-3-2 3 15,-5 1-4-15,0 1-1 16,-8 1 2-16,0 0 3 15,-2 7-3-15,-8 1-1 0,-3 4-5 16,-5 5 1-16,1 0-7 16,-1 10-7-16,2 4-27 15,2 0-25-15,1-2-70 16</inkml:trace>
  <inkml:trace contextRef="#ctx0" brushRef="#br0" timeOffset="21816.05">12763 16313 180 0,'0'0'-6'0,"0"0"7"0,0 0-1 15,0 0 0-15,0 0 0 16,37-20-3-16,-32 20-4 16,-1 1 7-16,-1 7 2 15,3 3 5-15,-2-1-3 16,2 1-2-16,0-1 1 0,-1 0-1 15,1-2-1-15,0-1-1 16,-2-4 1-16,0 0-2 16,-2-1-2-16,0-2 0 15,0 0 2-15,-2-2 5 16,1-5-3-16,-1-4 0 0,1-1-2 16,0-2 2-16,3 1-1 15,2-1 1-15,-1 1 0 16,6 2 0-16,-2 1 0 15,5 1 0-15,-1 4 0 16,2 3-1-16,1 2 0 16,-3 0 0-16,3 0 0 0,-3 8-1 15,1 0 1-15,-3 3-2 16,-2-1 3-16,-1 0-2 16,-2 0 0-16,-2-3-2 15,-2 1-3-15,-2-3-4 16,0-2 7-16,0 1 1 0,-4-4 4 15,-1 0-1-15,1 0 3 16,2-5 3-16,0-4 4 16,-1-2-1-16,3-2-5 15,0-3 2-15,0 1-1 16,7-2 3-16,2 5-5 0,0-2-2 16,3 1-1-16,0 6-1 15,3 3 0-15,-2 4 0 16,0 0 0-16,1 0-1 15,0 11-1-15,-2 1-2 16,-1 0-7-16,-2-2-3 0,0 0-13 16,-3-3-17-16,-1-4-56 15</inkml:trace>
  <inkml:trace contextRef="#ctx0" brushRef="#br0" timeOffset="22085.72">13269 16149 179 0,'0'0'20'0,"0"0"-16"0,0 0-5 0,0 0-11 15,0 0 1-15,0 0 9 0,9 44 5 16,-8-20 6-16,3-1-2 16,3 1 0-16,-2-1-4 15,3 3 0-15,-3-1-2 16,1 2 0-16,-1-4-2 15,-4-2-6-15,1-5 5 16,-2-5-7-16,0-6-10 0,0-5 12 16,0-1 12-16,0-13-17 15,-2-3-11-15,-7-5-12 16,1-3-43-16</inkml:trace>
  <inkml:trace contextRef="#ctx0" brushRef="#br0" timeOffset="22314.98">13267 16223 49 0,'0'0'62'16,"-2"-48"-36"-16,2 27 9 15,0 4-11-15,0 2-12 16,5 4-2-16,4 2-5 16,4 2-4-16,-2 2 0 15,5 3 0-15,-1 1-1 0,2 1 1 16,-1 0 0-16,3 1-1 16,-4 6 0-16,-1 3 0 15,-3 0-1-15,-6 2-2 16,-1-1 1-16,-4 2-3 15,-1 0 4-15,-9 1 1 0,-7-2 2 16,0 0-2-16,-3-1-19 16,0-1-23-16,0-7-23 15</inkml:trace>
  <inkml:trace contextRef="#ctx0" brushRef="#br0" timeOffset="22811.6">13445 15863 211 0,'0'0'-9'0,"0"0"9"0,0 0 1 15,30-38-1-15,-25 38 1 16,-1 0-4-16,-3 5-15 16,-1 12 11-16,0 5 7 15,0 8 3-15,0 5 3 16,0 4-2-16,0 1 3 15,2 1-2-15,2-1-2 0,2-5 1 16,2-7-1-16,0-4-1 16,1-6 1-16,1-7-1 15,1-2 3-15,0-6 0 16,3-3 2-16,1 0-2 16,5-5 3-16,-3-7-3 0,1-3-3 15,1-2 0-15,0-4-2 16,-3 3-1-16,-5-2 1 15,-5 1-5-15,-1 4 3 16,-5 0 1-16,0 4 0 0,-5 4-1 16,-5 4 0-16,-1 3 4 15,-3 0-5-15,-1 7 2 16,1 9 3-16,3 1-1 16,0 4-1-16,4 4 0 15,4-3 0-15,3 2 1 0,0-1-1 16,5-4 2-16,6-4-5 15,2-1-5-15,2-5-12 16,2-1-11-16,1-6-10 16,-2-2-21-16,2-7-6 15</inkml:trace>
  <inkml:trace contextRef="#ctx0" brushRef="#br0" timeOffset="23017.72">13829 16023 200 0,'0'0'5'0,"0"0"-10"0,0 0 3 0,0 0 2 15,0 0 0-15,0 0 1 16,39 45 0-16,-27-32 0 16,1 1 1-16,1-4-1 15,-1-1 0-15,3-3-1 0,-3-2 0 16,-2-4-27-16,1 0-44 15</inkml:trace>
  <inkml:trace contextRef="#ctx0" brushRef="#br0" timeOffset="23182.55">13960 15925 238 0,'0'0'6'0,"0"0"1"15,0 0-4-15,-46 27-2 16,35 0-1-16,1 4 1 15,1 6-2-15,-1 3 2 0,2 3 0 16,-3-1-5-16,-2-2-40 16,-5-3-53-16</inkml:trace>
  <inkml:trace contextRef="#ctx0" brushRef="#br0" timeOffset="24355.28">11651 17020 110 0,'0'0'3'0,"0"0"3"0,0 0-4 0,0 0-1 15,0 0 0-15,0 0 1 16,0 0 2-16,0 0 3 16,0 0-1-16,5 17 1 15,11-17-3-15,8 0 1 0,5 0-5 16,9 0 2-16,4 0-3 15,10-6 2-15,4-5-2 16,4 1 4-16,8-3 7 16,5-2 7-16,5-1 2 15,5-1-6-15,5-1-3 16,2 0-2-16,5-2-2 0,1-1-1 16,3 0-3-16,3-2 1 15,1 0-1-15,-2-1 0 16,3 0 3-16,-4 0-5 15,-1-3 2-15,-2 1-2 16,-3-3 1-16,-1-3-1 0,-8-3 1 16,-2 2-1-16,-3-1 1 15,-6-3 0-15,-5 3 1 16,-6-3 5-16,-8 2 0 16,-7-5-2-16,-8 0-3 15,-5-4 0-15,-8-4 0 0,-8-5 0 16,-4-2 1-16,-5-3-2 15,-6 1 1-15,-4 0-1 16,-4 3-1-16,-13 4 0 16,-6 4 0-16,-6 4-1 15,-8 6-6-15,-6 4 3 0,-8 4 7 16,-7 5-3-16,-3 3 2 16,-5 3-2-16,-2 2 3 15,-2 3-2-15,-3 2-1 16,-2 3 1-16,1 1 1 15,-9 1-1-15,-2 2-1 0,-4 0 0 16,-3 3-1-16,-8 0-1 16,-1 0 3-16,-2 3-1 15,-2 8 1-15,-5 1-1 16,3 3 0-16,-4 3 0 16,1 3 0-16,0 2 0 0,2 6 1 15,0 3-2-15,3 6-2 16,2 2 2-16,6 6-6 15,2 4 11-15,3 4-2 16,3 8-2-16,9 7 0 16,3 0 0-16,6 8 0 15,8 1 0-15,9 3-2 0,8 3 1 16,5-2 2-16,12 2-1 16,8 1 0-16,9 0 0 15,12-4 0-15,2-8 2 16,20-9-4-16,12-10 4 0,8-13-4 15,14-10 1-15,6-7 1 16,15-7 0-16,8-7 1 16,4-7-2-16,16-3 2 15,6-1 2-15,5-15 0 16,10-4-3-16,5-11 0 0,4-9-41 16,1-12-76-16</inkml:trace>
  <inkml:trace contextRef="#ctx0" brushRef="#br0" timeOffset="24817.5">14362 15841 126 0,'0'3'-1'0,"0"-3"3"0,0 0 6 16,3 0 7-16,1 0 30 15,1-10 5-15,3-4-18 0,5-6-12 16,8-10-1-16,8-6-10 15,9-10-2-15,14-10-5 16,13-15-1-16,17-11-2 16,7-13-11-16,10-10-43 15,4-10-113-15</inkml:trace>
  <inkml:trace contextRef="#ctx0" brushRef="#br0" timeOffset="29341.04">13498 16601 76 0,'0'0'19'0,"0"0"5"0,0 0-7 0,0 0 1 16,0 0-7-16,0 0-4 15,0 0-5-15,0 0-9 16,0 0 11-16,0 0-3 16,0 0 0-16,0 0-2 0,-14 51 2 15,14-34-1-15,0 4 1 16,1 1-1-16,7 0 1 15,1 3 0-15,3-1-1 16,1 4 1-16,4-1 1 16,4 4 1-16,-1 2-2 15,7 3 1-15,2-1-1 0,6 0 1 16,-1-2 0-16,1 0 0 16,4-5 1-16,-3-1 0 15,2-4 0-15,-1-3 1 16,-3-2 1-16,4-3 1 15,-2-3 0-15,1-2-1 0,0-1-1 16,0-5-4-16,-2-1-2 16,0-3 4-16,-4 0-2 15,-4 0 0-15,-1-1-4 16,-3-5-28-16,-5-6-31 16</inkml:trace>
  <inkml:trace contextRef="#ctx0" brushRef="#br0" timeOffset="29590.06">14341 17092 25 0,'0'0'124'0,"0"0"-122"0,0 0-8 0,0 0 7 16,0 0 1-16,0 0-1 0,0 0 0 15,37 44 0-15,-28-25 2 16,1 6 1-16,-2 4-3 16,-3 5-1-16,-3 3-1 15,-2 0-2-15,0 0-3 16,-4-3-9-16,-6-3-45 0</inkml:trace>
  <inkml:trace contextRef="#ctx0" brushRef="#br0" timeOffset="30117.02">15160 16973 182 0,'0'0'9'0,"0"0"2"0,0 0-11 16,0 0-3-16,0 0 2 15,0 0-1-15,3 39 1 0,0-24-3 16,-1-2-1-16,2-2-16 16,-2-1-9-16,0-4-6 15,1-5-57-15</inkml:trace>
  <inkml:trace contextRef="#ctx0" brushRef="#br0" timeOffset="30301.73">15270 16967 108 0,'0'0'153'0,"0"0"-146"0,0 0 0 15,0 0-7-15,0 0-1 16,0 0-1-16,0 0 0 15,0 0 0-15,23 52-9 16,-17-33-15-16,-2-2-21 0,0 0-23 16</inkml:trace>
  <inkml:trace contextRef="#ctx0" brushRef="#br0" timeOffset="30656.62">15720 17254 200 0,'0'0'-5'16,"0"0"5"-16,0 0 3 15,0 0-5-15,0 0 2 16,0 0 0-16,0 0 2 16,-10 48 0-16,10-20 0 15,0 6-1-15,0 1 1 0,0 6-2 16,0-4 0-16,0 0-23 15,3-3-32-15,-1-8-1 16</inkml:trace>
  <inkml:trace contextRef="#ctx0" brushRef="#br0" timeOffset="30978.14">15509 17240 188 0,'0'0'11'0,"0"0"22"0,0 0-9 16,0 0-22-16,0 0-4 15,0 0 7-15,0 0-2 16,0 0-3-16,40-4 3 16,-19-2 1-16,5 0 1 0,6-1-1 15,-1-1-2-15,3-1-1 16,1 1-8-16,-4-1-73 16,-2 2-52-16</inkml:trace>
  <inkml:trace contextRef="#ctx0" brushRef="#br0" timeOffset="31476.54">15849 17369 257 0,'0'0'12'15,"0"0"2"-15,0 0-11 16,0 0-1-16,0 0-1 16,31-37 0-16,-19 37-1 15,3 0-1-15,-2 3 1 16,0 7 0-16,2 4-1 0,0 1-5 15,-1 2 5-15,-2 1-3 16,0-1-6-16,-5-1 5 16,-1 0-1-16,-4-4 3 15,-2-2 2-15,0 0-1 16,0-6 1-16,-4 1 3 0,-2-3 2 16,1-2 2-16,-2 0 3 15,1 0 3-15,3-9 1 16,-1-3-7-16,4-5 1 15,0-3-3-15,0-1 0 16,0-5 2-16,7 2-3 0,6-1-2 16,2 2-1-16,2 3-2 15,4 4-14-15,2 5-13 16,0 3-19-16,1 6-43 16,-4 2-30-16</inkml:trace>
  <inkml:trace contextRef="#ctx0" brushRef="#br0" timeOffset="31931.74">16285 17372 54 0,'0'0'80'0,"0"0"-44"0,0 0-4 16,0 0-26-16,0 0-5 16,0 0-1-16,0 0 1 15,-16-42 0-15,9 34 0 16,-3 1-1-16,-2 5 9 15,3 2-4-15,0 0 0 0,-5 5-1 16,4 8-3-16,3 4-1 16,0 3 0-16,2 0 1 15,3 0-1-15,2-3 0 16,0-2 1-16,0-5-1 16,7 0 1-16,2-3-1 15,-2-4-2-15,3-3 0 0,2 0-1 16,-1 0 2-16,3-4 1 15,-3-7 0-15,2-4-3 16,0 0 2-16,-1-4 0 16,1 1 1-16,-4-1 0 15,-2 5 1-15,-1 3 3 0,-2 2 4 16,-2 6 4-16,-1 2-5 16,1 1-6-16,1 0-3 15,-1 9 4-15,1 2-3 16,1 2 2-16,2-2 2 15,-1 2-4-15,4-3-2 0,-2 0-6 16,2-5-16-16,0-2-29 16,-2-3-28-16</inkml:trace>
  <inkml:trace contextRef="#ctx0" brushRef="#br0" timeOffset="32344.39">16460 17320 234 0,'0'0'7'0,"0"0"6"0,0 0-12 16,0 0-1-16,0 0-1 0,0 0-3 15,0 0 6-15,0 0-1 16,24 49-1-16,-19-33 2 16,-1-2-2-16,-2 0 0 15,0-4 0-15,-1 0 0 16,-1-3-1-16,0-2 0 0,0-2-1 15,0-2 2-15,0-1 2 16,0 0 2-16,0-4 1 16,-1-5-2-16,1-4 1 15,0-1-1-15,0-3 1 16,0-1-3-16,5-1 0 0,4 1 2 16,2 3-2-16,0 1-1 15,1 6 1-15,3 3 0 16,0 5-1-16,1 0 0 15,-3 3 0-15,1 11-1 16,-3 3-1-16,0 2 3 0,-1 2-6 16,-2 0-3-16,-1-2-6 15,-1-2-3-15,1-3-17 16,-1-2-26-16,2-6-65 16</inkml:trace>
  <inkml:trace contextRef="#ctx0" brushRef="#br0" timeOffset="32721.1">16879 17247 208 0,'0'0'0'0,"0"0"2"0,2-38-1 0,-2 29 0 16,-6 4-9-16,-1 2 13 15,-4 3 2-15,2 0 6 16,0 0-2-16,-1 7-4 15,0 3-4-15,3 1-3 0,-2 2 1 16,5 1-1-16,2-1 0 16,2 0-1-16,0-3 1 15,0-2-1-15,2 1 1 16,3-4-4-16,5 2 6 16,-3-2 0-16,2-2 1 15,0 4-1-15,-1-2 1 0,0 1-1 16,-1 3-2-16,-1-1 0 15,-6 1-3-15,0-1 4 16,0-1-1-16,-2 0 1 16,-7-2 5-16,2 0 2 0,-2-2-3 15,0 3-4-15,2-3-3 16,-1-3-17-16,5 0-70 16</inkml:trace>
  <inkml:trace contextRef="#ctx0" brushRef="#br0" timeOffset="33140.7">17219 16938 264 0,'0'0'-9'15,"0"0"12"-15,0 0 0 16,0-39-6-16,-7 31-2 15,-3-2 10-15,0 3 4 16,1 1 0-16,-2 0-3 0,-3 3-2 16,-1 3-2-16,-1 0-6 15,1 3-6-15,-2 9 7 16,3 5 3-16,2 4-4 16,3 5 6-16,2 3-1 15,4 5 0-15,3 5 0 16,0 2-1-16,0 3 2 0,1 3-2 15,2 3 1-15,1 1-1 16,-4-1 0-16,2-1 0 16,-2-5 0-16,0-1 0 15,0-5 1-15,0-4-1 16,0 0 0-16,0-6 1 0,0-2-1 16,-2-7 0-16,-2-1 0 15,0-5 0-15,1-6 0 16,-6-7-21-16,2 0-85 15</inkml:trace>
  <inkml:trace contextRef="#ctx0" brushRef="#br0" timeOffset="33346.76">17002 17409 99 0,'0'0'-9'0,"0"0"8"15,0 0 6-15,0 0 10 16,0 0 20-16,39-28 27 16,-28 22-25-16,4 1-16 15,1 0-20-15,3-1 0 0,-2-1-3 16,2 0-57-16,-3 0-70 16</inkml:trace>
  <inkml:trace contextRef="#ctx0" brushRef="#br0" timeOffset="33990.34">17254 17351 180 0,'0'0'-5'0,"0"0"-15"15,0 0 16-15,0 0-5 16,0 0 9-16,0 0 3 15,0 0 9-15,0 0 9 16,29-43-6-16,-27 29-8 16,-1 0-5-16,-1 0-1 0,0-1 0 15,0 4 1-15,-2 1 6 16,-3 5 20-16,-1 3-4 16,1 2-14-16,-3 0-8 15,2 11-2-15,-2 7 0 16,3 4-1-16,-2 5 0 0,4 1 0 15,2-2 0-15,1 1-1 16,0-4 1-16,4-5 0 16,4-1 1-16,2-7 0 15,2 0-2-15,-4-5 2 16,2-3-1-16,3-2 1 16,-4 0 0-16,1 0 0 0,0-8 2 15,-1-3-3-15,-4-1 4 16,3-2 0-16,-3-5-1 15,0 2 0-15,3-3 1 16,-3-1 0-16,3 1 2 16,0 3-2-16,-1 2-2 0,1 5 0 15,-1 4-2-15,2 3 1 16,-4 3-2-16,3 4-4 16,-1 9 5-16,2 6 0 15,-2 2 1-15,3 0 1 16,1 2 0-16,-2-2 0 0,1-2-1 15,0-6 2-15,0-4-1 16,-2-4 3-16,1-2 0 16,1-3 2-16,-1 0 3 15,2-8 2-15,2-6-4 16,1-6-7-16,2-6 0 16,-1-9-17-16,0-6-39 0,-1-8-176 15</inkml:trace>
  <inkml:trace contextRef="#ctx0" brushRef="#br0" timeOffset="34636.88">18168 16757 53 0,'0'0'18'0,"-12"-49"-3"0,5 27 18 0,2 5 3 15,-1 4 19-15,3 3-17 0,1 1-11 16,0 3-11-16,2 3-8 16,0 0-5-16,0 3-1 15,0 0-1-15,0 0-4 16,2 15-2-16,1 4 5 0,5 13-4 15,-2 10 5 1,2 11 0-16,-1 11-1 0,1 3 2 16,-1 0-1-16,2 0-1 15,-2-6 0-15,0-5 1 16,0-7-1-16,2-3 2 16,1-4-2-16,-3-5 0 0,5-5-2 15,-2-7-13-15,-1-9-58 16,-1-11-77-16</inkml:trace>
  <inkml:trace contextRef="#ctx0" brushRef="#br0" timeOffset="35028.97">18382 17304 190 0,'0'0'-13'0,"0"0"14"16,0 0 0-16,0 0-2 15,42 14 0-15,-31-14 0 16,-3 0 2-16,0 0 2 16,1-6 6-16,-2-2 0 15,1-3-5-15,-3-2 2 16,-1-4-5-16,0-1 0 16,-1-1-3-16,-3 1-8 0,0 3 0 15,-10 4 1-15,-1 4 1 16,-2 4 19-16,0 3 7 15,2 0 4-15,-1 6-10 16,1 6-9-16,4 4-2 0,2 4-1 16,3 1 1-16,2 5 0 15,0-2 0-15,0 1 0 16,4-2 2-16,6 0-1 16,3-3 1-16,2-2-1 15,0-1-2-15,5-4-1 0,1-3 0 16,2-3-14-16,-1-4-36 15,1-3-24-15</inkml:trace>
  <inkml:trace contextRef="#ctx0" brushRef="#br0" timeOffset="35738.21">18758 17224 232 0,'0'0'4'15,"0"0"13"-15,0 0-6 16,0 0-11-16,-41-14 0 0,30 21 0 16,1 6 0-16,-1 4 1 15,0 6-1-15,2 0 0 16,2 4 1-16,5-4-1 16,0 1 0-16,2-5 1 15,0-2-2-15,2-4 1 0,5-4-4 16,2-4-4-16,2-2-2 15,-3-3 10-15,2 0-1 16,2-7 0-16,0-4 1 16,0-6 1-16,-3-4-3 15,-1-1 2-15,-3 1-2 0,1 0 2 16,-3 3 2-16,-3 7 9 16,0 1 6-16,0 5-4 15,0 3-1-15,0 1-4 16,0 1-8-16,0 0-4 15,0 4 0-15,0 9 2 0,2 2 2 16,5 2 2-16,-2 0-2 16,2 2 1-16,3-4 1 15,0 0-1-15,2-4 0 16,0 0 1-16,-2-2-2 16,2-2 0-16,0-4-3 0,-1-2-1 15,-1-1 0-15,0 0-3 16,-2-7 3-16,-1-6 2 15,-1-4 4-15,0-2-1 16,0-3 0-16,-4-3 0 16,1 3 0-16,1 1 4 15,0 4 1-15,-1 3 1 0,-1 4-5 16,3 4-1-16,-3 2 0 16,2 3-2-16,-2 1 1 15,2 0 0-15,1 8-1 16,0 4 3-16,4 4-3 15,-4 1 3-15,1 2 1 0,1-1-2 16,4-1 0-16,-4-1 1 16,2-3 0-16,3-4 0 15,-2-1-2-15,1-5-1 16,3-2-3-16,-1-1-6 16,0-3-17-16,1-11-23 0,-2-4-55 15</inkml:trace>
  <inkml:trace contextRef="#ctx0" brushRef="#br0" timeOffset="36129.58">19179 17183 148 0,'0'0'43'0,"0"0"10"0,0 0-15 0,0 0-19 0,0 0-9 16,0 0-10-16,0 0-3 16,0 0 5-16,0 0-5 15,0 0 4-15,4 44 3 16,-2-22-3-16,0 2 1 0,1-3-2 15,1 0 1-15,-1-5-1 16,1-2-1-16,1-4-2 16,-3-3-2-16,-2-3 2 15,1-4 0-15,0 0 0 16,0-4 0-16,1-9 5 0,2-4-2 16,-2-1 1-16,3-5 0 15,-1 2-1-15,3 0 0 16,-1 5 3-16,1 2 0 15,1 3 1-15,2 5-2 16,-1 3-1-16,-1 3 2 0,2 0-3 16,-1 7-2-16,-3 7 2 15,1 3 3-15,0 0-3 16,0 3 0-16,-3 0 0 16,1-1-1-16,1-2-9 15,-2-2-14-15,4-5-29 0,-5-4-43 16</inkml:trace>
  <inkml:trace contextRef="#ctx0" brushRef="#br0" timeOffset="36320.37">19503 17195 11 0,'0'0'256'0,"0"0"-248"0,0 0-8 16,0 0 1-16,0 0-1 15,1 47 1-15,-1-31-1 0,0 0 0 16,-1-2 0-16,1 0-1 16,0-1-8-16,-1-3-26 15,0-6-59-15</inkml:trace>
  <inkml:trace contextRef="#ctx0" brushRef="#br0" timeOffset="36456.17">19485 17108 297 0,'0'0'-6'0,"0"0"6"15,1-46-9-15,7 35-39 0,-1 4-52 16</inkml:trace>
  <inkml:trace contextRef="#ctx0" brushRef="#br0" timeOffset="37004.5">19579 17298 205 0,'0'0'11'0,"0"0"-5"15,0 0 0-15,0 0 0 16,0 0 5-16,0 0 5 15,0 0-3-15,0-38 2 16,0 25-7-16,0-1-3 0,1 1-4 16,5 2 0-16,0 2 1 15,2 2-2-15,1 4 0 16,1 1 0-16,-2 2 0 16,3 0 0-16,0 2-1 15,-1 7 1-15,-2 4-2 16,0 2-2-16,-5 1 2 0,1 0-6 15,-3-1 3-15,-1 1 2 16,0-5 2-16,0-2 1 16,0-4 0-16,-3 0 0 15,0-3 1-15,1-2 1 16,0 0-1-16,0-5 4 0,2-6-4 16,0-4 1-16,0-3 1 15,2-5 3-15,4 0-3 16,4 0-2-16,1 5 2 15,-4 2-1-15,2 5-2 16,0 8 1-16,-2 3-1 0,1 0-1 16,-3 5-1-16,1 7 2 15,1 2-1-15,-3 1 0 16,1 2 1-16,1-2 1 16,1-2-1-16,1-1-6 15,3-4-19-15,-1-2-28 0,4-5-49 16</inkml:trace>
  <inkml:trace contextRef="#ctx0" brushRef="#br0" timeOffset="37494.19">19946 17158 170 0,'0'0'44'0,"0"0"-6"0,5-47-15 0,-5 34-6 0,-3 7-5 0,-5 2-8 15,-2 4 8-15,1 0-10 16,-2 3-2-16,-1 10 1 15,0 2-1-15,3 4-1 0,0 1-1 16,4-2-5-16,3-1-5 16,2-1-7-16,0-5-2 15,2-2-11-15,5-4 2 16,4-5 10-16,-4 0 17 16,2 0 5-16,2-5 22 0,-4-4 5 15,1-2-7-15,-3 2-3 16,1 1-5-16,-2 2-5 15,-2 1-6-15,0 4 1 16,-1 1-2-16,0 0-3 16,-1 6-4-16,0 8 10 0,0 6-6 15,0 3 2-15,0 7 3 16,0 2-2-16,0 3-2 16,0 0 1-16,0 2 0 15,0-2-1-15,-1-2-1 16,-2-3-5-16,-1-5-3 15,-1-6-1-15,0-6 5 0,0-5 4 16,-3-4 0-16,0-4 3 16,-2 0-1-16,-1-9 0 15,0-3-2-15,1-9 2 16,2-3-2-16,0-5-4 0,2-2-6 16,5-6-20-16,1 0-21 15,0-4-21-15</inkml:trace>
  <inkml:trace contextRef="#ctx0" brushRef="#br0" timeOffset="37744.55">19881 16725 282 0,'0'0'10'0,"0"0"-4"0,0 0-7 15,0 0-1-15,0 0-4 16,0 0-9-16,0 0-12 0,0 0 7 16,13 48 3-16,-13-34-38 15,0-5-22-15</inkml:trace>
  <inkml:trace contextRef="#ctx0" brushRef="#br0" timeOffset="37879.17">19982 16683 285 0,'0'0'25'16,"0"0"-25"-16,0 0 2 15,1 57-3-15,-1-29-18 0,0-2-61 16</inkml:trace>
  <inkml:trace contextRef="#ctx0" brushRef="#br0" timeOffset="38990.24">15837 17861 132 0,'0'0'7'0,"0"0"24"0,0 0-14 16,0 0-15-16,0 0-2 15,0 0-3-15,0 0-3 16,0 0 5-16,0 0 4 0,0 0 1 16,0 0-3-16,-20 0-1 15,19 0 0-15,1 1 0 16,0 1-1-16,0 1-1 15,0-1-7-15,4 3 4 16,7-1-2-16,5-1 3 0,2 2 4 16,8-3 1-16,4 0 0 15,5 0 3-15,1-2 1 16,6 1 0-16,2-1 2 16,5 0 0-16,3 0 2 15,7 0-7-15,5 0-1 0,8 0 0 16,6 0-1-16,7-5 0 15,5-5 1-15,7-2-1 16,7 0 0-16,1-4 0 16,7 4 0-16,4-3 5 15,5 2 6-15,5 0-4 16,2 2 8-16,3 2-1 0,-1 2 3 16,3 2-5-16,-1 0-3 15,-2 3-4-15,1 0-1 16,-3 2-2-16,-3 0-1 15,-2 0 0-15,-5 0-1 16,-2 4 1-16,-7-1-1 16,-4 0 0-16,-4-3-3 0,-5 0-4 15,-2 0 5-15,-5-3-1 16,-5-6 0-16,-6-1-7 16,-5-3-17-16,-8-2-21 15,-8-3-26-15</inkml:trace>
  <inkml:trace contextRef="#ctx0" brushRef="#br0" timeOffset="46652.12">15370 17004 76 0,'-4'0'7'0,"4"0"17"0,-2 0-1 0,2 0 2 0,0 0-14 16,0 0-7-16,0 0-7 15,0 0 3-15,0 0-1 16,0 0 0-16,0 6 1 16,0 3 0-16,0 5 0 0,0 4 2 15,0 3 1-15,6 5 0 16,4 5-2-16,-2 5 0 15,3 3 0-15,2 6 0 16,-1 3 0-16,1 4 0 16,-3 5 0-16,-1 0 1 15,-1 3-1-15,-2-5 1 0,0-2 2 16,-2-4 5-16,-1-5-6 16,1-3 0-16,0-5-2 15,-1-3 0-15,0-5-1 16,0-4 0-16,-1-4-6 15,1-7-29-15,-3-9-24 0</inkml:trace>
  <inkml:trace contextRef="#ctx0" brushRef="#br0" timeOffset="47869.15">15387 16965 22 0,'0'0'50'0,"0"0"-1"0,0 0-10 16,0 0-3-16,0 0-18 16,0 0-5-16,0 0-11 0,0 0-3 15,0 0-3-15,0 0 5 16,0 0-2-16,21-5 2 16,-9 5-2-16,1 0 0 15,3 0 2-15,2 0-1 0,4 3 1 16,2 1 0-16,6-1-1 15,1 0 0-15,3 0 0 16,3-2-1-16,3-1 1 16,4 0 0-16,0 0 1 15,5-7 2-15,3-1-4 16,3-2 2-16,1 1 1 0,2-2-1 16,1-1 1-16,5 1-1 15,3 0-1-15,0 0 1 16,3-1-1-16,-1 2 1 0,3-1-2 15,0 2 2 1,-1-1-2-16,2 2 1 0,1-1 1 16,0 2-1-16,5 1 0 15,-2 0 0-15,-1 1 0 16,2 1 0-16,-2 2 0 16,1-1 0-16,-2 3 0 15,1 0 0-15,0 0 0 0,3 0 0 16,1 0 1-16,-4 0-1 15,2-2 0-15,0-1-3 16,-2-1 7-16,-1-2-3 16,-2-1 0-16,5 0 0 15,-3-2 1-15,2 2 7 0,-3-3-4 16,2 3-1-16,-4-1-2 16,-1 1-2-16,-2 1 0 15,-3 0 0-15,0 0 0 16,-3-1 0-16,0 3 0 15,1-2 1-15,-3 1-1 0,1-1 0 16,-2 0 1-16,-2 1-1 16,-3 0 0-16,-4 0 0 15,-3 2 0-15,-3 0 0 16,-2 0 0-16,-1 2 0 16,-2-1 1-16,-3 1-1 0,-2 0 0 15,-7 1 1-15,-2-2-1 16,-8 2-1-16,-3 0 2 15,-5 0-1-15,-2 0 0 16,-3 0 0-16,2 0 0 16,-3 0 1-16,1 0-2 0,-1 2 2 15,0 0-2-15,-1-2 2 16,-1 0-1-16,0 2 0 16,-2-2 0-16,2 0-1 15,-1 0 2-15,1 1-2 16,0-1 0-16,-2 0 1 0,0 0 2 15,0 0-2-15,0 2 0 16,2-1 0-16,-1-1 1 16,1 1-3-16,-1 0 0 15,1 0-2-15,-1 1-2 16,0 0 2-16,2 2-1 0,-1 1-11 16,-1 0-13-16,1 1-34 15,0 0-17-15</inkml:trace>
  <inkml:trace contextRef="#ctx0" brushRef="#br0" timeOffset="48764.91">19910 16648 87 0,'6'0'9'0,"1"0"7"0,-1 0-5 0,1 0-6 16,3 0-1-16,-4 0-3 16,1 0 0-16,-2 0-1 15,0 0 1-15,-2 0 4 0,0 0 9 16,-1 0-1-16,-1 0-1 16,2 3-3-16,1 1-6 15,1 0-2-15,-3 2-1 16,3 1 0-16,2 0-1 15,-4 0 2-15,1 3-1 0,0 0 0 16,0 3-1-16,1 1 2 16,-3 3-2-16,5 2 2 15,-5 2 0-15,3 2 4 16,1 2-4-16,-1 2-1 16,3 2 1-16,0 1-1 0,1 2 1 15,-3-1-1-15,0 2-1 16,-2-2-1-16,-1 2-6 15,-2-3 1-15,-1 1 6 16,1-1 1-16,-1 1-3 16,0 0-11-16,0 2-1 0,0-3 2 15,0-1 6-15,0-3 3 16,0 1 5-16,0-3-1 16,0-1 1-16,0-2 0 15,0 2 3-15,0-3-1 16,0 3 1-16,0-4 0 0,0 0-2 15,0-1 1-15,0-2-1 16,0 1 4-16,0-3 0 16,0 0 2-16,0-3 3 15,0 1 5-15,0-2-3 16,0 0-1-16,-3-1-1 0,1-1-6 16,-1 3-2-16,0-2-3 15,-3 2 1-15,-1 2-3 16,-7 1-30-16,-6-2-115 15</inkml:trace>
  <inkml:trace contextRef="#ctx0" brushRef="#br0" timeOffset="50181.55">15560 17922 78 0,'0'0'13'0,"0"0"0"0,0 0 0 0,0 0-6 16,0 0-3-16,0 0 2 0,0 0-1 16,0 0 2-16,0 0 7 15,0 0 1-15,0 0-8 16,-2 4-7-16,-2 1 0 15,1 1 0-15,1 0-2 16,0 0 4-16,0 0-6 0,2-2-2 16,0-1-11-16,0-1 2 15,0 0 8-15,0-2-1 16,0 1 6-16,0-1 2 16,2 0 0-16,0 0 0 15,0 2 0-15,1-2 1 0,1 0-1 16,1 0 0-16,4 0-1 15,-3 0 1-15,3 0 0 16,3-3 0-16,-4 0 0 16,2 0-1-16,3-1-1 15,-2 1 1-15,-1 0 1 0,2 0 1 16,0 1-1-16,2-1 0 16,-1 1 1-16,2-1 0 15,2-1-1-15,2 1 0 16,-2-1 0-16,4 1 1 15,0 0-1-15,0 2-1 16,1-2 1-16,2 0 0 0,-1-1-18 16,0 1-61-16</inkml:trace>
  <inkml:trace contextRef="#ctx0" brushRef="#br0" timeOffset="54069.73">15362 16984 58 0,'0'0'12'0,"0"0"-10"0,0 0 3 0,0 0 5 0,0 0-1 16,0 0-2-16,0 0 6 15,8-37 10-15,-8 37-10 16,0 0-11-16,0 0 2 0,-4 2-4 15,2 3 1-15,0 3 0 16,0-1-2-16,0 3 1 16,2 1-1-16,-1-2 2 15,1 0-2-15,0 0 2 16,0 0-2-16,0 0 1 16,0 0 0-16,1 3 1 0,3 2 0 15,2 3 0-15,-1 1 0 16,2 2-1-16,-2 4 0 15,1 3 0-15,0 3 0 16,0 1 1-16,2 6 1 0,-1 4 3 16,0 2 3-16,1 2 5 15,-3 5-4 1,1-2-3-16,-1-1-1 0,-2 0 3 16,0-4 5-16,-2-5-5 15,-1-5 0-15,1-5-2 16,0-4 1-16,-1-4-3 0,0 0-1 15,0-6-2-15,0 1-1 16,0-3 1-16,0-3-4 16,0-4-14-16,0-5-38 15,0-5-59-15</inkml:trace>
  <inkml:trace contextRef="#ctx0" brushRef="#br0" timeOffset="57147.97">15351 16952 33 0,'0'0'2'0,"0"0"-2"0,0 0-2 0,0 0-5 16,0 0-2-16,0 0 13 15,0 0 12-15,0 0-4 16,0 0 12-16,0 0-10 16,0 0-9-16,0 0-1 0,33 3-3 15,-20-3-1-15,-2 0 2 16,5 0-2-16,-2 0 0 15,4 0 7-15,2 0 0 16,-3-1-1-16,6-1-4 16,0 2 1-16,4-2-2 15,1 1 0-15,3-1 0 0,0 0-1 16,-1-1 0-16,4 1 0 16,-1-2 0-16,-2 0 0 15,3-2 0-15,2 2 1 16,2-1-2-16,1-3 2 15,4 1-1-15,-3 1 0 0,2 1 1 16,1 0-1-16,-1 0 0 16,0 2 1-16,0 0-1 15,-1 0 0-15,3 1 8 16,-4 0 6-16,2-1-1 16,-1 0 1-16,1 2-3 0,-2-3-3 15,2 2-6-15,-1-1 0 16,1 1-1-16,-1 0-1 15,-1-1 1-15,-1 2 0 16,0-1 0-16,1 1 1 0,-3 0-2 16,2-1 0-16,2 2 1 15,0-1 0-15,0-1-1 16,1 0 1-16,-3-1-2 16,1 0 2-16,0 0-1 15,0-1 1-15,0-1-1 16,3 1 0-16,-1-1 0 0,3 0 0 15,2 1 0-15,-3-2-1 16,-1 1 1-16,-1-1 0 16,-1 0 1-16,0 0 0 15,1 1 5-15,2-1 7 16,-1 0-5-16,-1 1-5 0,3 1-1 16,-1-1 1-16,-1 1-3 15,-2 1 0-15,1-2 1 16,1 3-1-16,-3-2 0 15,0 0 1-15,0 1-1 16,0 0 0-16,-5-1 1 0,2 1 1 16,3-1 0-16,-2 1-2 15,-1 0 1-15,1-1-1 16,3 2 0-16,-2-2 0 16,0 1 0-16,-1-1 0 15,0 2 0-15,-2-2 0 0,-1 1 1 16,2 0-1-16,0 1 0 15,-2-2 0-15,3 1 0 16,1-2 0-16,-1 2 0 16,-2-2 0-16,3 0 0 15,-2 0 1-15,1-1 2 0,0 3 0 16,3-1-1-16,-1-1-1 16,-1 1-1-16,0 0 0 15,1 3 1-15,-5-2-1 16,-1 0 0-16,-2 2 0 15,-1-1 0-15,0 1 0 0,-2-1 0 16,0 1 1-16,-1-2-1 16,-1 3 0-16,1-4 1 15,-2 4 0-15,1-3 2 16,-5 2-1-16,0-2-1 16,-3 0 1-16,1 1 0 15,-7 0 1-15,1 0 2 0,-1 1 0 16,-1-1-1-16,-1 2-1 15,0-1-1-15,1 1-1 16,-2 0-1-16,-2 0 0 16,0 0 0-16,-1 0 0 15,-1 0 0-15,-3 0 0 0,2 0 0 16,2 0 0-16,-1 0 1 16,0 0-1-16,-1 1-1 15,1 4 1-15,0-1 0 16,2 2 0-16,-3-2-1 15,3 4 2-15,-3 1-1 0,2-1-1 16,-1 1 1-16,0 1 1 16,1 2-2-16,-2-1 1 15,2 1 0-15,-4 1-1 16,-1 2 0-16,0 0-1 16,0 2 4-16,0 0-2 0,0-1 2 15,-2 1-1-15,2 1 0 16,0-1-1-16,0 2 0 15,1-1 1-15,1 1-1 16,-2-1 0-16,1 2 0 16,-1-3 0-16,-1 4 0 0,0-1 0 15,-1 0-1-15,0 0 1 16,0 0-1-16,0 0 0 16,0-2 2-16,0-1-1 15,0-1 1-15,0 1-1 16,0-3 0-16,0 2 1 0,0-2-1 15,0 3 0-15,0 0 1 16,0-1-1-16,0 2 1 16,0 2-1-16,0 0 0 15,0 0 0-15,-1 1 0 16,0-2 0-16,0 1 0 0,1-1 0 16,-1 0 0-16,1-2 0 15,0 0 1-15,0-1-1 16,0-1 0-16,0 1 0 15,0-2 0-15,0 0 3 16,0-1 3-16,0 0-1 0,0-2 2 16,0 2-4-16,0-3-1 15,0 1-1-15,0-4 0 16,0 2 1-16,0-3-2 16,0 0 1-16,0 0 0 15,0 0 3-15,0-1-2 0,0-3 1 16,0 2 1-16,0-1-2 15,0-3-1-15,1 3-1 16,-1-2 2-16,0 1-1 16,1-1-2-16,-1 2 1 15,0-1 0-15,0 0 0 0,0 1-2 16,0-1 4-16,0 0-2 16,0 1 0-16,0-3 0 15,0 2-2-15,0 1 2 16,0-2 0-16,0 3-2 15,0-2 2-15,0-1-1 0,0 1 1 16,0 0 0-16,-1-2 0 16,-2 2 0-16,2-1-1 15,-1 2 1-15,0-3-1 16,0 3 0-16,-1-2 1 16,-1 1 0-16,-1-1-1 0,-1-1 1 15,-3 2 0-15,0-2 0 16,-2 0 1-16,-5 0-1 15,3 0 0-15,-5 1 0 16,2-1 0-16,-4 1 0 16,2 1 1-16,-2-1-1 15,0-1 0-15,-4 3 0 0,1-3 1 16,-2 0-1-16,-2 0 1 16,1 0 0-16,-4 0 1 15,1 0 2-15,0 0 0 16,0 0 7-16,-1 3-7 15,0-3-2-15,1 1-2 0,-4 0 0 16,1 1-1-16,-1-2 0 16,-2 0-1-16,-1 0 3 15,0 0-2-15,-1 0 2 16,-2 0 0-16,5 0-1 0,-1 0-1 16,1 0 2-16,1 0-1 15,1 0 1-15,1 0-1 16,-2 0 0-16,-1 0 0 15,0 0 0-15,-2 4 1 16,-1-1-1-16,3 0-1 16,-3 1 1-16,1-1 1 0,2 1 0 15,-1 0-2-15,2 0 3 16,-4 1-1-16,1 0-1 16,-1 0 0-16,-1 1 1 15,-1-2-1-15,3 2 1 16,-2-1 1-16,0 0-1 0,-2 0 0 15,-1 0 0-15,0-1-1 16,-4 2 1-16,2-2 0 16,-6-1 1-16,3 2-2 15,-2-2 0-15,0 0 1 16,-2-1-2-16,-2 2 17 0,1-3-16 16,0 3 3-16,-3-2-3 15,5 2 1-15,-3-4-1 16,-1 3 3-16,2-3-1 15,-1 3 3-15,-2-2-2 16,-2 2-3-16,3-1 0 0,-1 2 0 16,-2-1 0-16,0 1 0 15,3 2 0-15,-1-1 0 16,-1 1 0-16,3-1 0 16,0 1 0-16,1 0 0 15,-3-2 0-15,3 3 0 0,-2-4 1 16,2 4-1-16,4-1 0 15,1 0 0-15,1 1-1 16,2 0 1-16,1 1 0 16,1 1-2-16,-2-1-2 15,3-2-8-15,1 4 13 16,1-3 0-16,0 0-1 0,0 0 0 16,3 2-4-16,-3-1 3 15,-2-1 0-15,0-1 6 16,2 1-5-16,-3 0-3 15,5-2-3-15,-1 0 4 0,0-2 2 16,6-1 1-16,-2 0-1 16,2-2 1-16,2 0-1 15,4 0 0-15,2 0 0 16,-1 0-1-16,6 0 2 16,-3-2-1-16,4 0-1 15,1-1-9-15,3-1-6 0,1 0-5 16,1-1-4-16,3-6-43 15,-2-5-180-15</inkml:trace>
  <inkml:trace contextRef="#ctx0" brushRef="#br0" timeOffset="57890.19">15377 16848 123 0,'-4'-4'2'0,"1"1"17"0,-1 0 8 0,4 0-10 16,-2 2-5-16,0 0 4 0,1 1-8 15,0 0-1-15,0 0-6 16,0 0 1-16,-1 5-2 16,1 5 0-16,-1 1 0 15,0 4 0-15,2 3 0 16,-4 3 0-16,2 6 0 0,1 0 0 16,0 1 0-16,1 1 0 15,0 2 0-15,0-1 0 16,0 0-2-16,4 3 2 15,2 2 0-15,-4 2-1 16,1 1-1-16,-1 1-2 0,-1-1 2 16,2 1 1-16,-3-1 1 15,2-3 0-15,0 2 0 16,1-1 1-16,-2 2-1 16,2-1 0-16,-1-1 0 15,3-1 0-15,-3-4 0 16,-1-2 0-16,2-4 1 0,0-3 2 15,1-4 2-15,-2-1 2 16,0-1-2-16,1-2 1 16,1 1-3-16,-2-2-1 15,1 0-1-15,-2 0 0 0,0-2-1 16,1 1 0-16,-1-1 0 16,0-4 1-16,2 0-1 15,1 0 0-15,-1-4-1 16,1-3-31-16,0 0-106 15</inkml:trace>
  <inkml:trace contextRef="#ctx0" brushRef="#br0" timeOffset="61195.88">20326 17278 138 0,'0'0'3'0,"0"0"-4"0,0 0 1 16,0 0 0-16,0 0 1 15,0 0 0-15,0 0 5 0,31 37 6 16,-22-28 5-16,2-2-7 16,0-1-1-16,3-3-3 15,1-3 2-15,7-3 9 16,10-17 5-16,8-11 5 15,18-14-9-15,14-10-11 0,19-13-5 16,13-10 0-16,16-6-4 16,10-4-21-16,6-4-38 15,-1-4-72-15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00:52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14544 3357 73 0,'0'-1'15'0,"0"-1"7"0,0-1 3 0,0 2-6 16,0-3 4-16,0 2 1 15,0 1-10-15,0-2-3 16,0 0-6-16,0 2-4 16,0-1 1-16,-1 2-2 0,-3 0 0 15,-3 0-3-15,-1 0-1 16,-4 0 3-16,-1 7 0 15,-3 1 1-15,-1 3-3 16,-1-2 3-16,0 3 2 16,-2-2-3-16,3 3 4 0,2 0-2 15,-1-2 0-15,5-1 0 16,3 0 1-16,3-3-2 16,3 0 1-16,2-3 2 15,0-1-4-15,0 0-2 16,6-2 3-16,4 0 3 0,4-1 0 15,2 0 2-15,5 0-4 16,2 0 1-16,2 0-2 16,2 0 2-16,1 0-2 15,-1 0 1-15,-2 0-1 16,1 2-1-16,-7 4 1 16,2 1-2-16,-6 3 1 0,-1 0 1 15,-3 0-1-15,-3-1 1 16,-2 2 0-16,-6-1 0 15,0-2-2-15,0 1 0 16,-10-1 2-16,-4 0 4 0,-5 0 1 16,-2-2-2-16,-4 3-3 15,-2-3 2-15,-2 0 0 16,1-2 0-16,6-1-2 16,0 0 4-16,6-2 0 15,3-1-3-15,4 0 1 16,7 0 0-16,1 0-5 0,1 0-47 15</inkml:trace>
  <inkml:trace contextRef="#ctx0" brushRef="#br0" timeOffset="1082.33">14751 3464 87 0,'0'0'9'0,"0"0"6"0,0 0 7 0,0 0-2 0,0 0-6 16,0 0-5-16,0 0-6 16,0 0 1-16,0 0-3 0,0 0 1 15,0 0 2-15,-8 21 2 16,8-10-2-16,0 2 1 15,2-3-1-15,4 3 0 16,0-2-1-16,3-1 6 16,1-2 0-16,-1-2-1 15,4 0-2-15,1-3 1 0,4-2-3 16,-1-1 2-16,4 0-2 16,0 0 1-16,-2-4-3 15,1-6 0-15,-5 0 0 16,0-3-1-16,-3-1 1 15,-2 1-2-15,-3-1 1 16,-1 1 0-16,-2 3-1 0,-3 3 0 16,-1 4 12-16,0 0 3 15,0 3-7-15,0 0-9 16,0 1-5-16,2 6 10 16,0 2-4-16,4 2 1 15,0 1-2-15,4-2 1 0,1 0 2 16,3-1-2-16,3-2 2 15,0-3-2-15,5-1 1 16,-2-3 0-16,4 0-1 16,1 0-2-16,-3-4-2 0,1-6 2 15,-3-4 2-15,-2-2 0 16,-3-2 0-16,-2-2 0 16,-3 0 0-16,-3 1-2 15,-1 3-1-15,-2 2 1 16,-2 6 3-16,-2 2 1 15,0 3 0-15,0 2 3 0,1 1-6 16,0 0-3-16,0 10 0 16,3 3-1-16,1 5 5 15,0 3-1-15,3 2 1 16,-1 0 0-16,3 1 0 0,0-1 0 16,-1-2 1-16,1-1-2 15,0-2 2-15,-1-2-1 16,-1-2 0-16,0-1 1 15,-3-6 0-15,-1 0-1 16,0-4-1-16,-2-1 1 16,0-2-10-16,-2-2 12 0,0-8-11 15,1-4-20-15,-1-6-3 16,1-3-9-16,0-1 21 16,2-2 17-16,1 1 3 15,-2-2 2-15,3 4 8 16,0 1 5-16,2 2 4 0,3 3-3 15,-1 1-6-15,3 3-2 16,2 3-3-16,0 2-3 16,4 3-1-16,-3 3 1 15,3 2 0-15,-4 0-1 16,1 3-1-16,-1 7 0 0,0-1 0 16,-4 3 0-16,-3-1 0 15,-1-1 0-15,-6 3 0 16,0-2-3-16,-2-1 2 15,-11 0 2-15,-5 1 2 16,-2-1 2-16,-3-1-2 0,1-2 1 16,3-1-1-16,1-1 1 15,7-2-1-15,6 0-2 16,0-1-24-16,5-2-57 16,2 0-65-16</inkml:trace>
  <inkml:trace contextRef="#ctx0" brushRef="#br0" timeOffset="1771.02">15737 3441 225 0,'2'1'3'0,"-2"-1"-6"0,0 0-13 0,0 0 16 15,2 1-1-15,-1 0 2 16,3-1-6-16,5 0 6 15,-2 0 3-15,4 0-3 0,3 0 1 16,3-6 1-16,-1 0-1 16,1-4 0-16,-1 1 2 15,-1-3-1-15,0 2-2 16,-4-1 3-16,0-1 2 16,-7 3 0-16,-2 0 0 15,-2 2 1-15,0 1-2 0,-3 3-5 16,-8 3-4-16,-1 0 0 15,-2 0 4-15,0 2-1 16,1 5 1-16,2 1 2 16,0 5-2-16,3 0 0 15,2 0-1-15,2 2 1 0,4 0 0 16,0 0 0-16,0-2-1 16,2 1 2-16,4-4-1 15,2 0 1-15,1-3 2 16,1-1-1-16,2-2 0 15,-1 0-1-15,1-1 1 16,3-3 0-16,-5 0-2 0,1 0 1 16,1 0 0-16,1 0 0 15,-1-4 0-15,1-3-1 16,1-2 1-16,-1-2 0 16,1 2-1-16,-1-2 0 0,1-2 0 15,-3 2-1-15,2 1 1 16,-3 2 0-16,-1 2 0 15,1 0-1-15,-1 5 0 16,1 1 1-16,0 0-3 16,-3 0 1-16,3 7 2 0,0 3-2 15,-2-2 2-15,1 4-1 16,-1-1 2-16,0 0-1 16,1-2 2-16,-1-2-2 15,0 0 2-15,1-1-1 16,2-3 1-16,0-1 1 0,3-2 0 15,2 0-2-15,2-2-16 16,-1-9-86-16</inkml:trace>
  <inkml:trace contextRef="#ctx0" brushRef="#br0" timeOffset="2130.08">16390 3303 192 0,'0'0'20'0,"0"0"-5"0,0 0 1 16,0 0-10-16,0 0-6 0,0 0-7 16,0 0 5-16,0 0 0 15,0 0 1-15,0 0 1 16,13 46-1-16,-6-28 1 16,0-1 0-16,1-1 0 15,0-2 1-15,2-3-1 0,-3 1 2 16,3-4 1-16,0-3 0 15,1 0 3-15,1-4 0 16,-3-1 2-16,1 0 1 16,2-1 7-16,-1-8 4 15,-3-2-4-15,3-3-4 16,-1-3-4-16,-3 0-4 0,1-1-3 16,-2 2-1-16,0 2-1 15,-3 3 0-15,0 4-1 16,0 3-10-16,1 4-37 15,-2 0-88-15</inkml:trace>
  <inkml:trace contextRef="#ctx0" brushRef="#br0" timeOffset="2334.3">16718 3351 133 0,'0'0'146'0,"0"0"-143"16,0 0-6-16,0 0 2 15,0 0 1-15,0 0-1 16,14 40 1-16,-10-30 1 16,1 3 0-16,0-3 0 15,-1 0 0-15,2-2 0 0,-1-1-2 16,4-1-18-16,-2-6-51 16,1 0-41-16</inkml:trace>
  <inkml:trace contextRef="#ctx0" brushRef="#br0" timeOffset="2505.28">16842 3201 308 0,'0'0'3'0,"0"0"8"16,0 0-9-16,0 0-2 0,0 0-12 15,0 0-32-15,0 0 11 16,0 0-15-16,-32 11-3 15,32 5-12-15</inkml:trace>
  <inkml:trace contextRef="#ctx0" brushRef="#br0" timeOffset="2875.63">17016 3284 166 0,'0'0'6'0,"0"0"-1"0,0 0 7 16,0 0-11-16,0 0-1 16,0 0 2-16,0 0 2 15,-37-11-5-15,28 14 2 16,4 3 1-16,4 1-2 0,1 3 0 16,0-2-2-16,1 2 4 15,11 0 1-15,2 0 5 16,3-1-6-16,4 2 3 15,1-1 3-15,1-2-1 16,-5 1-2-16,-1-2-1 0,-5-2-2 16,-3 0 0-16,-5 1-2 15,-4-2 1-15,-2 2-4 16,-12 1 3-16,-4 0 8 16,-6 0-5-16,-2 3 2 15,2-3-2-15,4 0-10 0,5-3-16 16,4-4-45-16,8 0-44 15</inkml:trace>
  <inkml:trace contextRef="#ctx0" brushRef="#br0" timeOffset="3067.26">17074 3323 222 0,'0'0'12'0,"0"0"21"15,0 0-6-15,0 0-18 16,0 0-5-16,0 0-5 15,0 0 1-15,-39-9 1 16,26 22-1-16,0 4 0 0,2 0 2 16,4 2-2-16,1-1-7 15,6-2-37-15,0-6-43 16,6-6-21-16</inkml:trace>
  <inkml:trace contextRef="#ctx0" brushRef="#br0" timeOffset="3699.49">17262 3367 231 0,'0'0'16'0,"0"0"-15"0,0 0 0 16,0 0-1-16,0 0 2 16,0 0-1-16,0 0 0 15,0 0-1-15,21-26 1 16,-20 25-1-16,-1-2 0 15,0 2 1-15,0-1 3 0,-5 0 1 16,-3 1-7-16,1 1 4 16,-5 0-4-16,2 0 9 15,3 3-6-15,-2 3-1 16,6 0 2-16,3 3 0 16,0 2-2-16,0 0 0 0,9 0-2 15,5-1 1-15,6 1-9 16,5-2-17-16,3-2-16 15,4-4 0-15,1-3 5 16,3 0-5-16,0 0 34 16,-3-7 12-16,-3-6 7 0,-3 0 1 15,-3-1-3-15,-9 1-3 16,-4 1 7-16,-6 0 18 16,-4 5 18-16,-1 0-7 15,-3 2-27-15,-11 4-12 16,-1 1-2-16,-6 0 3 15,1 4-3-15,3 5 3 0,-3 4-1 16,7-2-2-16,5 2 0 16,3-3 1-16,5 1-2 15,0-3-1-15,10-2 1 16,6-2 5-16,4-3-3 16,0-1 1-16,5-1-1 0,1-11 0 15,-1 1 2-15,-2-5 2 16,-1-2 0-16,-2-2 8 15,-5-3 3-15,-3-1 4 16,-4-2-6-16,-6 1-1 0,-2-1-6 16,0 1-8-16,-4 2-5 15,-9 5 3-15,-3 5-17 16,-4 4-36-16,0 3-31 16</inkml:trace>
  <inkml:trace contextRef="#ctx0" brushRef="#br0" timeOffset="4354.16">14997 3914 85 0,'0'0'18'0,"0"0"9"0,0 0 3 15,0 0-5-15,0 0-20 0,0 0-11 16,0 0 14-16,0 0 9 16,0 0-1-16,59 0-4 15,-15 0-6-15,14 0 1 16,12-2-4-16,12-3 2 16,10-2 1-16,13-5-3 0,9-2 1 15,9-3 3-15,11-3 3 16,4-1 0-16,5-2-1 15,7 0-3-15,1 4-1 16,1 0-4-16,-4 5 1 16,-7 2-2-16,-8 2 1 15,-9 2-1-15,-12 4 0 0,-13 1 0 16,-10 1 0-16,-8 2 0 16,-10 0-3-16,-4 0-25 15,-8-4-46-15,-1-4-86 16</inkml:trace>
  <inkml:trace contextRef="#ctx0" brushRef="#br0" timeOffset="5032.22">18840 3078 190 0,'0'0'6'0,"0"0"12"0,0 0-10 0,0 0-12 0,-45-22 0 16,22 22 7-16,-5 0-4 16,0 8 3-16,-1 5-1 15,0 1-2-15,3 2 1 16,3 0 3-16,4-1-3 0,5-2 0 15,5-1 0-15,5-1 1 16,4-1-4-16,0-1 1 16,12-1 6-16,4 0 2 15,4 1-4-15,5-4 1 16,2 0 0-16,4-5-2 0,0 2 2 16,-2-1-3-16,-2-1 1 15,-4 1 0-15,-6-1 0 16,-3 2-1-16,-8-1-1 15,-5 3 0-15,-1 0-7 16,-5 2 1-16,-10 1 6 16,-1 3 4-16,-6 0-3 0,1 1 4 15,-1 2-3-15,4 0 1 16,5 0-2-16,1 0 0 16,8-2 1-16,2 2-1 15,2-5-4-15,4 1 5 0,10-5 6 16,2 0-3-16,5-4-2 15,3 0 2-15,-1 0-2 16,-2 0-2-16,-1 0 0 16,-7 0 1-16,-4 0-1 15,-4 0 0-15,-5 0 1 0,0 0-5 16,-9 0 0-16,-5 0 8 16,-2 3-3-16,1 6-1 15,-1 3 3-15,5 0-3 16,4 1 1-16,6 1 0 15,1 1-3-15,11-3 1 16,11-1 6-16,7-4-15 0,5-7-57 16</inkml:trace>
  <inkml:trace contextRef="#ctx0" brushRef="#br0" timeOffset="5416.68">19531 3187 212 0,'0'0'4'0,"0"0"-8"0,0 0 5 0,0 0-2 16,0 0 0-16,-34 48-1 15,33-30 2-15,1 4 1 16,1-4 0-16,12 2-1 15,4-6 2-15,6 0 4 0,6-5 6 16,1-5-4-16,7-1-2 16,-1-3 1-16,6 0 0 15,-3-6 0-15,1-4-1 16,-5-4 1-16,-3 0 4 16,-7-6 0-16,-5 0 1 15,-8-2-2-15,-5-1-3 0,-7 2-5 16,0 2-2-16,-6 3-2 15,-7 5-1-15,-5 5-2 16,2 5-27-16,-2 1-1 16,1 1-39-16,5 8-35 0</inkml:trace>
  <inkml:trace contextRef="#ctx0" brushRef="#br0" timeOffset="5870.44">20025 3263 90 0,'0'0'1'15,"0"0"5"-15,0 0 21 16,0 0 14-16,0 0-3 0,0 0-15 16,0 0-22-16,0 0-4 15,0 0 2-15,28 10 0 16,-22 2 1-16,0-1 1 15,2 0-1-15,-4-1 0 16,1 0 1-16,-1-5-1 0,-2 0 0 16,0-2 1-16,0-2-1 15,-2-1 2-15,1 0 18 16,0-4 11-16,-1-7-28 16,2-2-3-16,2-5 0 15,1 0 1-15,5-3-2 16,0 4 0-16,5-1 0 0,1 2 0 15,0 3-1-15,2 2 1 16,1 5 2-16,-2 2-1 16,1 4 1-16,1 0 0 15,0 4-1-15,-4 6 0 0,1 3 0 16,-4 1 0-16,-2 2 0 16,-1-1 0-16,-3 1-2 15,0-2-15-15,4-3-15 16,1-3-48-16,4-5-64 15</inkml:trace>
  <inkml:trace contextRef="#ctx0" brushRef="#br0" timeOffset="6212.4">20655 3133 134 0,'0'0'1'16,"0"0"5"-16,4-49 10 0,-8 42-6 0,-11 3-6 0,0 4-5 15,-7 0-3-15,2 7 6 16,4 4 1-16,-1 4-4 16,9 2 1-16,2 0 1 15,5-2-4-15,1 1 5 0,7-2 2 16,7-3 7-16,1 1 2 16,5-1 3-16,-1-2-4 15,3-2-6-15,-2 1-1 16,-7-2 0-16,-1 0-2 15,-5-2-1-15,-5 3-1 0,-2-4-1 16,0 1-5-16,-7-1 5 16,-7 1 9-16,-1 0-4 15,1-2 0-15,3 1-3 16,0-2-1-16,7 1-14 16,4-2-59-16,2 0-92 0</inkml:trace>
  <inkml:trace contextRef="#ctx0" brushRef="#br0" timeOffset="6859.29">20884 3146 17 0,'0'0'149'16,"0"0"-142"-16,0 0 19 15,0 0-27-15,0 0-7 16,0 0 5-16,0 0 6 0,0 0-3 15,-10 38 2-15,9-27 2 16,1-1-2-16,0 1 5 16,3-3-2-16,5-2 0 15,3-1 1-15,3-2 0 16,4-2 1-16,2-1-2 0,3 0-4 16,3-4 0-16,-1-3 0 15,-3-3 0-15,0-2-1 16,-6 2 0-16,-5 2 1 15,-4-2-2-15,-3 4 2 16,-4 2 8-16,0 3 2 0,-10 1-11 16,2 0 0-16,-1 3 3 15,1 5-4-15,3 2 2 16,3 2-1-16,2-1 1 16,0 0-1-16,4-2 6 15,10-1-4-15,-1-2-1 16,6-2 1-16,2 0-1 0,3-4 1 15,2 0-1-15,1 0-1 16,0-8 1-16,-2-2-1 16,1-4 0-16,-2-2 0 15,-3-1-1-15,-2 1-3 0,-3-1 1 16,-5 5 3-16,-3 0 0 16,-4 5 1-16,-2 4 8 15,-2 3 6-15,0 0-18 16,0 3-5-16,0 10 3 15,0 1 6-15,0 5 1 16,0 0-1-16,0 3 0 0,0-1 0 16,0 2 1-16,0-2-2 15,0-1 1-15,2 1 0 16,1-4-1-16,-2-1 2 16,0-2-2-16,1-4-12 15,-1-3-17-15,2-4-27 0,-3-3-35 16</inkml:trace>
  <inkml:trace contextRef="#ctx0" brushRef="#br0" timeOffset="7108.25">21503 3110 231 0,'0'0'-2'0,"0"0"2"0,56-10 0 0,-37 10 0 0,-3 4 0 15,-3 5 0-15,-4 2-2 16,-6 2 1-16,-3 0-1 16,0-1-3-16,-13 0 3 15,-6-2 1-15,-4-2 7 16,-4-1 3-16,1-1-3 16,0-2-3-16,2-1 0 0,5 1-4 15,7-4-43-15,7 0-42 16</inkml:trace>
  <inkml:trace contextRef="#ctx0" brushRef="#br0" timeOffset="7677.93">21694 3138 221 0,'0'0'-2'16,"0"0"2"-16,0 0 0 0,37 6 2 15,-27-5-2-15,0-1 1 16,0 0 0-16,1 0 0 16,0 0 0-16,0-4 0 15,0-2 0-15,-3-2 1 16,1-2-2-16,-5 0 2 0,-1-1-2 16,-3 2-3-16,0 2-7 15,-1 0 6-15,-6 0 1 16,-4 3 2-16,-1 2 3 15,0 2-2-15,-2 0 2 16,1 0-2-16,-1 7 0 16,3 6 0-16,2 1-1 0,0-1 2 15,5 4-2-15,4-1 0 16,0-1 0-16,0-1 2 16,10-2 1-16,2-1 0 15,3-2 0-15,1-1 1 0,0-4 0 16,3 1-1-16,2-4 1 15,-3-1-1-15,0 0 1 16,1-2-2-16,-2-6 2 16,0-2-3-16,1-1 2 15,-2-2-2-15,-1-5 0 16,1 2 0-16,-2-2 0 0,0 0 0 16,-4 4 1-16,-1 3 6 15,-1 4 13-15,0 1-6 16,-1 6-7-16,-1 0-6 15,3 0-1-15,1 9-1 16,2 4 0-16,2 2 1 0,-1 2-2 16,3 0-19-16,-2-4-35 15,1-2-70-15</inkml:trace>
  <inkml:trace contextRef="#ctx0" brushRef="#br0" timeOffset="7998.17">22234 3059 123 0,'0'0'15'0,"0"0"6"15,0 0 11-15,0 0-14 0,0 0-15 0,0 0-7 16,0 0 2-16,0 0-1 16,0 0 2-16,40 44 1 15,-30-26 0-15,0-1 0 16,0-4-1-16,3-3 4 15,-2-5 7-15,-1-2 7 0,2-3-3 16,0 0 5-16,0-5 3 16,-2-6 2-16,1-4-7 15,-1-2-3-15,-2-3 0 16,-1 1-6-16,-1 0-7 16,-1 2-2-16,0 4-1 0,-1 5-4 15,-3 2-7-15,1 3-21 16,0 3-49-16,4-3-80 15</inkml:trace>
  <inkml:trace contextRef="#ctx0" brushRef="#br0" timeOffset="8183.37">22550 3016 279 0,'0'0'5'15,"0"0"-11"-15,0 0 5 16,0 0 0-16,0 0 1 0,14 46 0 15,-9-31 0-15,2 2 1 16,-4 0 0-16,2-4-1 16,1 1-6-16,-2-6-8 15,1-3-28-15,3-5-48 16</inkml:trace>
  <inkml:trace contextRef="#ctx0" brushRef="#br0" timeOffset="8340.77">22570 2843 285 0,'0'0'-5'0,"0"0"8"16,0 0-8-16,0 0-125 16,0 0 81-16,0 0-31 15</inkml:trace>
  <inkml:trace contextRef="#ctx0" brushRef="#br0" timeOffset="8695.18">22855 2910 77 0,'0'0'22'15,"0"0"-18"-15,0 0 8 16,0 0-4-16,0 0 1 15,0 0-2-15,0 0-1 16,-42-23-5-16,36 26 0 0,3 5 0 16,2 4 0-16,1 3 4 15,2 2 2-15,9 3 3 16,3 0 2-16,4-1 3 16,1 0-4-16,-2 0 1 15,0-5-2-15,-3 0-4 16,-2-1-4-16,-5-2-1 0,-2-4 0 15,-5 0-1-15,0-1 1 16,-2-3-8-16,-9 0 6 16,-4-2 7-16,-1-1-3 15,-1 0-7-15,0 0-32 16,7-4-23-16,1-6-12 0</inkml:trace>
  <inkml:trace contextRef="#ctx0" brushRef="#br0" timeOffset="8837.29">22842 2982 161 0,'0'0'47'0,"0"0"-7"16,0 0-24-16,0 0-14 16,0 0-2-16,-47 2 2 15,34 15-2-15,1 4 2 16,2 2-4-16,5-1-19 16,2 2-26-16,3-8-21 0</inkml:trace>
  <inkml:trace contextRef="#ctx0" brushRef="#br0" timeOffset="9179.19">22983 3006 267 0,'0'0'-5'15,"0"0"5"-15,0 0 2 16,42 2-2-16,-28-1 0 15,4 0 1-15,-3 1 0 0,0-2-1 16,-2 0 0-16,0 0 1 16,-6-7-1-16,1 0 1 15,-4-2 1-15,-1 2-1 16,-3-1 4-16,0 2-1 16,-2 2-2-16,-10 2-6 0,-5 2 4 15,0 0-4-15,-2 0 9 16,3 7-5-16,2 2 1 15,8 2 0-15,4 2 0 16,2 1-2-16,2 2 1 0,15 0-5 16,7-1-20-16,7-2-42 15,8-2-26-15</inkml:trace>
  <inkml:trace contextRef="#ctx0" brushRef="#br0" timeOffset="9443.15">23487 3051 89 0,'0'0'25'0,"0"0"20"0,0 0-13 16,19-39-17-16,-33 36-16 16,-5 3 2-16,-1 0-3 15,-2 0 4-15,1 7-2 16,6 4 0-16,5 0-1 0,5 0 1 16,5-1-3-16,1-2 4 15,12-2 6-15,4-3 5 16,5-3 2-16,4 0-6 15,1-6-2-15,2-7 1 16,-2-1 1-16,-3-4 2 0,-3-2 3 16,-7 0-4-16,-5-1-4 15,-9 5-4-15,-7 0-28 16,-20 5-58-16</inkml:trace>
  <inkml:trace contextRef="#ctx0" brushRef="#br0" timeOffset="10010.79">19452 3598 152 0,'0'0'22'0,"0"0"5"0,0 0-18 16,0 0 10-16,0 0-3 15,0 0-11-15,0 0-4 0,0 0 6 16,47-10-4-16,-17 10-3 16,7 0 3-16,14 0-5 15,10 0 4-15,12 0-7 16,16-1 3-16,11-2 7 0,11-4-3 15,10 0-2-15,12-2 8 16,11-3-1-16,6-2 0 16,12-2 4-16,11 3-5 15,12-4 0-15,5 3-4 16,8 2-1-16,7 0 0 16,3 2-1-16,-3 0 0 0,-8 0 2 15,-9 2-2-15,-16 0-2 16,-23 4 2-16,-21 1-2 15,-28 0-17-15,-31-1-94 16</inkml:trace>
  <inkml:trace contextRef="#ctx0" brushRef="#br0" timeOffset="11626.24">15531 4458 139 0,'0'-6'19'0,"0"0"27"0,3 2-14 0,-2 1-14 0,-1 0-4 15,2 2-5-15,-2 1-3 16,0 0-6-16,0 1-6 16,0 11-2-16,0 3 4 15,-3 4 1-15,-2 5-21 16,-1-1-19-16,3-3-27 0,1-5-43 15</inkml:trace>
  <inkml:trace contextRef="#ctx0" brushRef="#br0" timeOffset="11754.37">15587 4514 211 0,'0'0'8'16,"0"0"35"-16,5-39-6 0,-3 32-16 15,3 5-17-15,4 2-3 16,4 2-6-16,1 7-18 15,1 0-61-15</inkml:trace>
  <inkml:trace contextRef="#ctx0" brushRef="#br0" timeOffset="12352.1">22346 4753 123 0,'0'0'23'0,"0"0"34"0,0 0-19 0,0 0-7 16,0 0-5-16,0 0-5 0,0 0-10 16,0 0-9-16,0 0-2 15,0 0-1-15,9-6-4 16,-12 15 1-16,-1 5 1 16,0-2-27-16,2 3-19 15,0-2-34-15,2-3-48 0</inkml:trace>
  <inkml:trace contextRef="#ctx0" brushRef="#br0" timeOffset="12438.06">22389 4841 109 0,'0'0'127'16,"0"0"-66"-16,0 0-50 15,0 0-31-15,0 0-29 0,0 0-102 16</inkml:trace>
  <inkml:trace contextRef="#ctx0" brushRef="#br0" timeOffset="13576.72">15737 4560 139 0,'0'0'2'0,"0"0"4"0,0 0-18 16,0 0 14-16,0 0-1 15,40 0 0-15,-13-1 2 0,4-4 1 16,10 0-1-16,5-4-1 16,10 0 2-16,7-3 1 15,11 0 0-15,10-2 0 16,9 0-3-16,12-1 0 15,6 0-1-15,12 1 0 16,10 0-1-16,11 2 1 0,11-2-1 16,14 3 0-16,12-2 0 15,8-1 1-15,9-2 1 16,14-2 5-16,5-3 2 16,8-1-1-16,9-5 2 0,11 3-2 15,4-2-4-15,9 2 1 16,4 3-4-16,0 1 1 15,2 3-1-15,-5 0-1 16,-7 6 2-16,-13 0-3 16,-14 3-9-16,-21 3-10 15,-24 3 5-15,-22 2 4 0,-32 0-6 16,-32 0-10-16,-33 7-22 16</inkml:trace>
  <inkml:trace contextRef="#ctx0" brushRef="#br0" timeOffset="15085.03">15662 4503 106 0,'0'0'2'0,"0"0"16"0,0 0 0 16,0 0-11-16,0 0 0 15,0 0-4-15,0 0-4 0,0 0 1 16,-32 37 0-16,32-16 0 15,0 4 0-15,3 3-1 16,7 6 0-16,-1 3 0 16,3 8 2-16,1 6 0 15,0 9-1-15,-1 4 1 0,-1 4-1 16,0 2 1-16,-3 5-1 16,1 2 0-16,-4-1 1 15,2 1 7-15,-4 3 9 16,-1 2-1-16,-2 2-4 15,0-2-1-15,0-1-2 0,-5 3-4 16,-6-5-1-16,1-3-1 16,-2-4 4-16,2-2-6 15,-3-3 0-15,-1-4 0 16,1-4 0-16,2-7-1 16,0-2 1-16,1-6 1 15,3 0-1-15,4-5-1 0,-3-4 2 16,5 3-2-16,1-3 0 15,0-2 0-15,0-3-2 16,9-1 1-16,2-7-2 16,2-3-2-16,5-5 5 0,1-2 2 15,5-5-1-15,4-2 0 16,2-5 0-16,6 0-1 16,4 0 0-16,3 0 0 15,2-3 1-15,5-2-1 16,4-4 0-16,4 1 2 15,9-1-1-15,4-4-1 0,8-1 0 16,2 0 2-16,6-3-2 16,8 0-2-16,2-3 2 15,4 0 0-15,7 0 2 16,6 0-2-16,4-1 0 16,6 4 0-16,1-2 0 0,5 3 0 15,3 1-2-15,1-2-5 16,3 3 2-16,2-3-1 15,0-3 4-15,2 0 2 16,2-1 0-16,4 0 5 16,4-3 9-16,4 2-3 15,-1 1 2-15,0 1-6 0,1 0-5 16,-5 2-1-16,-2 1-1 16,-5 2 0-16,-1-2 2 15,-1 3-2-15,-3 1 0 16,4 2 0-16,1-2 1 0,-3 3-1 15,-1 2 0-15,-5 1 0 16,-6 1 0-16,-5 2 0 16,-9 1 1-16,-6 1 2 15,-8 2 0-15,-7 0 2 16,-6 0 0-16,-2 0-1 0,-4-2-2 16,-5 0 1-16,-4-2-2 15,-5 1-1-15,-7 0 1 16,-9-2-1-16,-5-1 0 15,-9 0 1-15,-6-1-2 16,-7-3 1-16,-7 2 0 0,-4-4-1 16,-4-2 0-16,-1-4 0 15,-4-2 1-15,0-6 0 16,0-2 1-16,0-6-1 16,0-5 0-16,-1-6-1 15,1-6 1-15,0-6 0 16,-3-4 0-16,2-6 0 15,-2-2 1-15,-1-4-1 0,0 0 0 16,0-4 2-16,0 1 2 16,-5-6-4-16,-5-3 1 15,-1-2-1-15,-3-1 1 0,-5-1-3 16,-7-1-13-16,-8 1-29 16,-9 3-57-16</inkml:trace>
  <inkml:trace contextRef="#ctx0" brushRef="#br0" timeOffset="16281.03">19001 6323 91 0,'1'-5'4'0,"0"2"3"0,-1 1 1 0,0 0 1 16,0 2 2-16,-3 0-3 16,-3 0-5-16,0 0 1 15,3 3 2-15,-4 1 0 16,3 6-2-16,3 3-2 15,-1 5 0-15,2 5 0 0,0 6 2 16,0 6 0-16,0 7-2 16,5 4 0-16,1 4 1 15,0 4-2-15,0 1 1 16,0-1-1-16,-2 0 1 16,3-4 8-16,-2-5 2 15,1-5 3-15,1-2-2 0,-1-2-2 16,2-1-6-16,-2-3-1 15,1-3 0-15,-4-2-2 16,-1-4-2-16,-2-5 0 16,0-3 2-16,0-4 0 15,0-2 1-15,0-3 3 0,0-1-1 16,0 0-2-16,0-1-2 16,0 0 1-16,0-1-2 15,0-1 0-15,0 0 0 16,0 1-4-16,0 0-5 15,-2 1-5-15,-1-1-5 0,-1 1-18 16,-1 0-31-16,-2 1-67 16</inkml:trace>
  <inkml:trace contextRef="#ctx0" brushRef="#br0" timeOffset="16665.04">18918 7301 14 0,'0'0'38'0,"0"0"-33"0,0 0 1 16,0 0 3-16,0 0 2 15,0 0 0-15,0 0 4 16,0 0 1-16,40 27 1 0,-35-23-2 16,3 0-7-16,-2 0-5 15,4-2-1-15,-3 1-2 16,3-3-2-16,2 0 1 15,-1 0-1-15,-3 0 2 16,4-1-4-16,-3-5-16 16,0 0-10-16,-2-2-33 0</inkml:trace>
  <inkml:trace contextRef="#ctx0" brushRef="#br0" timeOffset="16800.57">19096 7274 72 0,'0'0'51'0,"0"0"2"16,0 0-11-16,0 0-15 0,0 0-17 15,0 0-10-15,0 0 2 16,0 0-1-16,-20 53 2 16,11-24-2-16,-1 1-7 15,-1 0-83-15</inkml:trace>
  <inkml:trace contextRef="#ctx0" brushRef="#br0" timeOffset="20522.75">19134 7720 173 0,'0'0'25'0,"0"0"20"0,0 0-12 0,0 0-8 0,0 0-20 15,0 0-6-15,0 0 0 16,0 0 0-16,0 0 0 16,8 47 0-16,-6-22 3 15,0-2-2-15,-1 4-1 16,2-7-4-16,-3-3-10 0,2 0 1 15,-2-6-7-15,0-5-28 16,0-6-40-16</inkml:trace>
  <inkml:trace contextRef="#ctx0" brushRef="#br0" timeOffset="20926.48">19215 7689 119 0,'0'0'8'15,"0"0"19"-15,31-44-9 0,-18 31 3 16,1 3-2-16,-1 1-3 16,-2 3-3-16,0 1-5 15,1 2-5-15,-1 3-2 16,0 0 0-16,-4 5-2 16,2 4 1-16,-5 3-1 15,-1 2 0-15,-3 1-2 0,0 1 0 16,-3 0 3-16,-8-1-2 15,0-1 1-15,0 0 3 16,-3-3-2-16,1 2 1 16,-1-5 1-16,2 1 0 15,2-2-2-15,3-1 0 0,1 1 0 16,3-3 0-16,3-1 0 16,0 1-1-16,0-1-2 15,3 0 5-15,7 0-2 16,0-1 4-16,1 1 0 0,5-1 2 15,-1 0-3-15,1 0-2 16,2 1-1-16,2 0 0 16,-2 1-6-16,-2-3-30 15,2 2-48-15</inkml:trace>
  <inkml:trace contextRef="#ctx0" brushRef="#br0" timeOffset="21716.3">19542 7828 247 0,'0'0'2'0,"0"0"-3"0,0 0 2 0,0 0-1 16,0 0 1-16,0 0 0 16,0 0 0-16,44-17-1 15,-34 7 1-15,1-1-1 16,-3-1 0-16,-1 1 1 0,-2 1-1 15,-1 0 0-15,-4 3 1 16,0 1-1-16,-11 4-6 16,-2 2-2-16,-4 0 8 15,-2 4-1-15,0 7 1 16,1 1 2-16,1 3-1 0,3 1 0 16,7-2 0-16,1 3 2 15,6-3-3-15,0-4-1 16,6 1 4-16,8-5-1 15,5 1-1-15,5-4-1 16,5-3-11-16,4 0-14 16,3-1-3-16,2-8-4 0,2-1 4 15,-4-4 20-15,2-3 7 16,-3 0 1-16,-4-1 1 16,-3 0 0-16,-4 1 0 15,-9 0 0-15,-1 3 1 0,-9 4 9 16,-5 3 17-16,0 1 9 15,-9 2-16-15,-7 4-8 16,-1 0-2-16,-4 3-4 16,0 7-2-16,2 1 1 15,1 3-3-15,5 1-1 16,3-2 2-16,4-1-3 0,5 0-1 16,1-3 2-16,0-3-2 15,7-2 3-15,5-2-2 16,-1-2 0-16,4 0 0 15,1-5 1-15,0-2-1 16,-3-2 2-16,-2 0-3 0,0 2 1 16,-3 1 0-16,-4 3 0 15,2 2 0-15,-4 1 1 16,2 0-2-16,-2 0 0 16,1 7 2-16,0 3-2 15,0 4 0-15,0 0 0 0,0 2 2 16,-2 1 0-16,2 0-1 15,-3 0 0-15,0 0 0 16,0-1 0-16,-4-2-3 16,-3 0 4-16,-2-2-1 15,-2-2 1-15,4-3-1 0,-1-2 0 16,3-5-6-16,3 0-29 16,2-5-47-16,0-11-102 15</inkml:trace>
  <inkml:trace contextRef="#ctx0" brushRef="#br0" timeOffset="22022.11">20034 7736 202 0,'0'0'11'0,"0"0"17"0,0 0-17 0,47-34-7 0,-31 29-1 16,0 4 2-16,-2 1-4 15,-1 0-1-15,-4 4 1 16,2 5 1-16,-2 4 0 15,-2 1 0-15,-1 1 0 16,0-2-1-16,-2 0 1 16,0-5-2-16,-4-1 0 0,0-4-2 15,0-3-1-15,0 0 15 16,0 0 16-16,0-3-18 16,0-6-6-16,0-3 1 15,0-3-2-15,2-3 0 16,5 0-3-16,5-1 0 15,2 1-16-15,3 4-34 0,-2 1-25 16,1 5-32-16</inkml:trace>
  <inkml:trace contextRef="#ctx0" brushRef="#br0" timeOffset="22335.32">20340 7720 95 0,'0'0'21'16,"0"0"11"-16,0 0-9 15,0 0-1-15,0 0-6 16,38 27-4-16,-28-27-2 0,-1 0-4 16,1-3-4-16,0-5 0 15,-4-2 1-15,2-2 0 16,-5 1-1-16,-1-3 0 16,0 4 4-16,-2 1 1 15,0 2-3-15,-1 3-2 0,-8 4-3 16,-1 0 4-16,-1 6-5 15,-1 5 4-15,2 3 0 16,2 3-1-16,2 0 0 16,4-1-1-16,2-2 1 15,0 0-14-15,6-4-6 0,3 0-15 16,7-4-37-16,1-5 9 16,3-1-16-16</inkml:trace>
  <inkml:trace contextRef="#ctx0" brushRef="#br0" timeOffset="22669.21">20586 7730 33 0,'0'0'3'16,"42"-45"-2"-16,-26 22 0 0,-3 0-2 16,-4 3 5-16,-5 3 29 15,-4 4 6-15,0 3-5 16,-5 6-1-16,-8 4-15 16,-3 0-12-16,1 3 1 15,-5 7-3-15,5 4-2 0,2 0-1 16,5 2 0-16,2-2 2 15,4-1-2-15,2-2 0 16,0-1 0-16,10-1 3 16,3-1 3-16,1-2-1 15,1 0 1-15,2-1-4 0,-2 1-2 16,-2 1-1-16,-2-1 1 16,-6-1-1-16,-2 1 0 15,-3 1 0-15,0-2-2 16,-5 0 3-16,-4 1 3 0,2-2 0 15,-6 2-3-15,6-3-4 16,3-2-12-16,3-1-18 16,1 0-30-16,3 0 3 15</inkml:trace>
  <inkml:trace contextRef="#ctx0" brushRef="#br0" timeOffset="23182.58">20858 7602 96 0,'0'0'4'0,"0"0"19"16,29-45-2-16,-28 35-7 16,-1 4-4-16,-1 5 6 0,-9 1-8 15,-2 0-4-15,-2 1-5 16,2 10 14-16,1-2-9 16,1 5-3-16,4 0 1 15,3 1 1-15,1-3 0 16,2 1-1-16,0 1-2 15,4-3 5-15,5 0-4 0,3-1 9 16,0-2-6-16,1-1 1 16,2 2-1-16,-3-1-2 15,-2-1-2-15,-1 0 1 16,-4 1-1-16,-2-1 0 0,-3 1 0 16,0-2-2-16,0-2 2 15,-8-1 4-15,0-1 5 16,-1-2 0-16,1 0-5 15,4 0 1-15,1-1 1 16,3-6-4-16,0-4-1 0,7 0 0 16,5-4-10-16,2 2 1 15,0-2 2-15,2 5 5 16,-3 0 2-16,1 3-3 16,-2 6 7-16,-2-1 0 15,1 2-3-15,-2 0-1 16,-2 7 0-16,-1 5 0 0,1-1 0 15,-4 3 0-15,0-1 1 16,2 0-2-16,-3-3-5 16,3 1-14-16,-2-4-18 15,3-4-30-15,-3-2-7 16</inkml:trace>
  <inkml:trace contextRef="#ctx0" brushRef="#br0" timeOffset="23309.73">21090 7625 51 0,'0'0'85'0,"0"0"-71"0,0-48 21 0,0 40-27 16,-4 4-5-16,1 4-12 15,-1 0-43-15,1 0-5 16</inkml:trace>
  <inkml:trace contextRef="#ctx0" brushRef="#br0" timeOffset="23894.84">21247 7649 183 0,'0'0'13'0,"0"0"-6"15,0 0 8 1,0 0-8-16,0 0 11 0,0 0-12 16,0 0-3-16,0 0-1 15,-5-7 0-15,-7 17-2 16,3-3 1-16,1 4-1 15,1 1 1-15,3-1-1 0,1-1 1 16,1 0-1-16,2-3 2 16,0 0-5-16,0-1 0 15,0-3-3-15,0-3 0 16,5 0 4-16,-2 0 3 16,2 0 1-16,1-4 1 0,0-4 0 15,1-2 2-15,2 0-1 16,0 1 1-16,2-1-1 15,2 2 0-15,-2 1 3 16,0 2-2-16,0 3 1 16,0 1-4-16,1 1-1 0,-5 0-1 15,1 4 0-15,-1 5 0 16,-3-1 0-16,0 4-1 16,-3-1 2-16,0-2-2 15,-1 0 2-15,0-3-3 16,0-2 4-16,0 0-2 15,0-2 1-15,0-2 0 0,3 0 1 16,3-6 3-16,1-2-5 16,5-4 1-16,0 1 0 15,2-2-1-15,1 2 0 16,0 2 2-16,1 2 7 16,-1 3-2-16,-1 4-2 15,-2 0-2-15,0 0-3 0,-2 11 0 16,0 1 0-16,-2 3-3 15,-2 1-14-15,1-2-28 16,0-5-78-16</inkml:trace>
  <inkml:trace contextRef="#ctx0" brushRef="#br0" timeOffset="24327.24">22183 6896 136 0,'0'0'9'0,"0"0"24"0,0 0-5 0,-34-15-11 16,24 15-6-16,1 8-11 15,-1 9 0-15,-1 10 0 16,-2 10 0-16,-1 9 1 16,-4 10 1-16,-1 10 1 15,-2 3 2-15,1 5 2 16,0 3 2-16,-3 1 6 0,4-5-3 15,1-4-6-15,4-1-1 16,1-7 2-16,6-4-5 16,0-2-1-16,5-6 0 15,2-4-2-15,0-2 1 0,9-10-21 16,2-9-48-16,5-13-63 16</inkml:trace>
  <inkml:trace contextRef="#ctx0" brushRef="#br0" timeOffset="24655.46">22405 7607 213 0,'0'0'-11'16,"0"0"13"-16,0 0 2 15,0 0-2-15,-45-16-2 16,29 16 2-16,-6 8 7 16,1 4 6-16,2 2-4 15,1 2-4-15,5 1-2 0,3 0 0 16,7-2-3-16,3 1 1 16,0-2 3-16,11-3-5 15,6 0 4-15,6-4-3 16,5-2 1-16,1-5 0 0,3 0-1 15,1 0-3-15,-1-1-28 16,-1-10-32-16,-2-5-17 16</inkml:trace>
  <inkml:trace contextRef="#ctx0" brushRef="#br0" timeOffset="24911">22653 7341 216 0,'0'0'2'0,"0"0"11"16,0 0-3-16,0 0-10 0,0 0 0 15,-37 37 1-15,28-11-1 16,2 6 1-16,2 2 1 16,2 2 3-16,1-1-3 15,0 1 1-15,2-2-2 16,0-6 0-16,0 0 0 0,6-3-1 15,3-5-4-15,4-5-23 16,3-2-23-16,2-4-5 16,1-7-26-16</inkml:trace>
  <inkml:trace contextRef="#ctx0" brushRef="#br0" timeOffset="25615.67">22851 7654 109 0,'0'0'10'0,"0"0"38"15,2-38 1-15,-12 30-26 16,-4 2-6-16,1 0-6 0,-4 5-4 16,2 1-6-16,-1 0 2 15,0 4-2-15,2 6 0 16,4 0 0-16,1 3 1 16,5 0-1-16,2-2-1 15,2 2 0-15,0-3-3 0,2 0 2 16,5-2-9-16,5-2 4 15,2-3 0-15,0-3 5 16,2 0 1-16,-2 0 1 16,-1-3 0-16,-2-1 1 15,-3 1 6-15,-3 0 5 0,-1 0-3 16,-2 3-4-16,1 0-5 16,-3 0-1-16,2 0-1 15,-2 2 1-15,1 3 1 16,3 2-3-16,0 1-12 15,2-1-2-15,4-2-9 0,-2-2-16 16,4 0-2-16,1-3 13 16,2 0 18-16,1-3-1 15,2-7-4-15,-1-4 2 16,0-3 2-16,3 1-7 16,-2-5 5-16,-5-2 7 15,0 3 16-15,-5 0 25 0,-4 5-1 16,-2 2-7-16,-2 3 13 15,0 3 3-15,-9 4-15 16,-2 1-12-16,4 2-8 16,-5 0 0-16,2 0-1 15,3 5-5-15,1 5 0 0,2-3 1 16,4 4 1-16,0-2-4 16,0 2 4-16,5-1-1 15,5 0 4-15,3 0-2 16,0-1 0-16,2-2 1 15,-2 1-1-15,-2-1-2 0,-3 1-1 16,-3-3 2-16,-4 2-2 16,-1 0 0-16,0-1-4 15,-5-3 4-15,-5 4 1 16,-1-3 3-16,1-1-2 16,2-1 0-16,4-1-2 0,4-1-9 15,0 0-30-15,6 0-44 16,9-4 9-16</inkml:trace>
  <inkml:trace contextRef="#ctx0" brushRef="#br0" timeOffset="25978.27">23231 7541 146 0,'0'0'5'0,"0"0"29"0,0 0-3 0,1-37-18 15,-7 32-5-15,-2 2 7 16,-1 1-13-16,-2 2-2 0,3 0 3 15,0 0-2 1,0 9-1-16,3 1 0 0,1 1 3 16,4 3-5-16,0 0 1 15,0 1 4-15,4-1-2 16,7-1 1-16,0 0-2 16,3-1 2-16,1-3-1 0,1-1 1 15,-3 1 0-15,-3-4-1 16,-1 1 1-16,-3-3-2 15,-2-1 0-15,-4 0 1 16,0 0-1-16,0-2 4 0,-6 1 10 16,-4 0-12-16,0 1 6 15,-3-1-6-15,2-1-1 16,1 0 0-16,3 2-2 16,3 0-17-16,2-2-34 15,2 0-27-15,1 0-28 16</inkml:trace>
  <inkml:trace contextRef="#ctx0" brushRef="#br0" timeOffset="26162.87">23376 7585 259 0,'0'0'11'0,"0"0"-2"16,0 0-2-16,0 0 2 15,0 0-7-15,0 0 0 16,0 0-2-16,30 47 0 15,-30-33 0-15,0-1-1 16,0-2-13-16,0 1-6 0,0-8-26 16,-1 0-48-16</inkml:trace>
  <inkml:trace contextRef="#ctx0" brushRef="#br0" timeOffset="26313.69">23433 7440 266 0,'0'0'-8'0,"0"0"17"15,0 0-9-15,0 0-36 0,0 0-78 16</inkml:trace>
  <inkml:trace contextRef="#ctx0" brushRef="#br0" timeOffset="27023.92">23523 7274 185 0,'0'0'7'0,"0"0"25"15,21-44-20-15,-12 35-9 16,1 1-3-16,1 4 0 15,1 2 1-15,0 2-2 16,0 0-1-16,0 10 1 16,0 6 0-16,-2 2 0 0,-2 5 1 15,-2 7-2-15,-2 4 1 16,-4 7 1-16,-2 7-2 16,-9 2 2-16,0 3 0 15,-5-1 2-15,3-3 1 16,-1-5-1-16,6-5-1 15,4-6 1-15,3-6 4 0,1-3 0 16,0-5-1-16,3-4 0 16,5-2 0-16,-1-6 3 15,3-3 1-15,-2-3-1 16,-1-1-8-16,2-1 6 0,-4-11-4 16,-1-4 1-16,-2-5-6 15,-2-2-3-15,0-3-6 16,-2 1 1-16,-9 1 6 15,-1-2 4-15,1 5-4 16,-5-2 5-16,1 3 2 0,-1 2-2 16,7-1 0-16,-1 4 1 15,3 0-1-15,7 1 0 16,0 4-1-16,3-1-1 16,7 1 1-16,7 0 0 15,0 3 1-15,3 0-1 16,0 3 1-16,2 1 0 0,0 1 0 15,-4 2-1-15,2 0 1 16,-7 0-1-16,-2 0 1 16,-1 7 0-16,-4 2-1 15,-3 4 0-15,-1 1 1 16,-1 0 2-16,0 2 1 0,-1-2 1 16,2 0-1-16,3-1 0 15,-2-3 0-15,1-2-2 16,1-3 0-16,3-1 2 15,2-4-3-15,0 0-16 16,1 0-45-16,0-9-108 0</inkml:trace>
  <inkml:trace contextRef="#ctx0" brushRef="#br0" timeOffset="27174.76">23832 7349 214 0,'0'0'7'0,"0"0"8"0,0 0 0 0,0 0-14 0,-36-18-2 16,30 18-26-16,4 7-39 15,-1 0-9-15</inkml:trace>
  <inkml:trace contextRef="#ctx0" brushRef="#br0" timeOffset="27430.27">23953 7357 214 0,'0'0'-14'16,"0"0"12"-16,0 0 2 16,0 0-2-16,-49 6 1 0,34 7 1 15,2 3 7-15,2 1-3 16,3 3 1-16,4 1-2 15,2 1-3-15,2-1 2 16,4-1 1-16,8-2-3 16,5-4-5-16,0-2-27 15,6-8-53-15</inkml:trace>
  <inkml:trace contextRef="#ctx0" brushRef="#br0" timeOffset="27787.36">24101 7422 206 0,'0'0'4'16,"0"0"3"-16,38-9 1 15,-25 9-5-15,2 0 3 16,-4 5-2-16,-1 6-3 0,-6 3-1 16,-4 2 1-16,0-1-3 15,-2 1 2-15,-10-2 1 16,-3-1-3-16,0-6 3 15,-1-1-2-15,0-5 2 16,1-1 6-16,3 0-3 16,4 0-1-16,5-7-1 0,3-1 0 15,0-2-10-15,11 0 11 16,3 2-6-16,-1 1-1 16,3 3 4-16,-2 1 0 15,2 3 1-15,-1 0 6 16,-1 0-2-16,1 0 2 0,-1 3-4 15,-3 2-2-15,0-1-2 16,0-1-14-16,-4-2-69 16,-2-1-36-16</inkml:trace>
  <inkml:trace contextRef="#ctx0" brushRef="#br0" timeOffset="28027.76">24312 7278 183 0,'0'0'13'16,"0"0"0"-16,0 0-12 15,0 0-1-15,0 0 2 16,8 47 3-16,-8-23 2 16,0 2-3-16,0 1-1 15,0 0 0-15,0 0-2 0,0-3 1 16,0-1-1-16,-1-2 0 15,-2-4-1-15,0-1-13 16,-3-6-48-16,1-3-5 16</inkml:trace>
  <inkml:trace contextRef="#ctx0" brushRef="#br0" timeOffset="28242.38">24297 7417 34 0,'0'0'92'0,"0"0"-53"15,34-36 2-15,-20 29-12 0,0 4-11 16,1 0-5-16,-2 3-3 16,0 3-5-16,0 7-5 15,-2 4 0-15,-2 0 1 16,-1 4 0-16,-4-2-1 16,0 1-1-16,-3-3 1 0,0 0-1 15,0-2-18-15,-1-5-25 16,2-6-86-16</inkml:trace>
  <inkml:trace contextRef="#ctx0" brushRef="#br0" timeOffset="28391.16">24534 7336 283 0,'0'0'-18'16,"0"0"18"-16,0 0 1 0,0 0-74 15,0 0 5-15,0 0 19 16</inkml:trace>
  <inkml:trace contextRef="#ctx0" brushRef="#br0" timeOffset="28695.89">24587 7425 171 0,'0'0'0'0,"0"0"4"0,0 0 1 15,0 0-3-15,-36 11-4 16,24-2 5-16,3 2-2 16,-2 0-1-16,4 2 1 15,1-3 1-15,4 0-1 0,2-3-1 16,0-1-2-16,3-3 3 15,7-3 4-15,3 0-2 16,2-2 1-16,1-6-1 16,0-1 7-16,0 1-3 15,-3 2-4-15,-3 6-3 16,-6 0-1-16,-4 0-73 0</inkml:trace>
  <inkml:trace contextRef="#ctx0" brushRef="#br0" timeOffset="30227.04">23236 8058 31 0,'0'0'11'0,"-4"0"-7"0,-2 0 7 0,-2 0 6 16,-1 7-4-16,-3 5-6 15,-3 3 6-15,-5 5 5 16,0 4 5-16,-4 6-11 15,-2 4 0-15,-2 2-4 0,-1 3-5 16,-2-2-1-16,1-2-1 16,3-4 1-16,1-6-2 15,4-3 4-15,4-7 3 16,6-3-3-16,3-4-3 16,5-4 0-16,4-4-3 0,0 0-43 15,3-10-30-15</inkml:trace>
  <inkml:trace contextRef="#ctx0" brushRef="#br0" timeOffset="30590.26">23296 8021 86 0,'0'0'3'16,"40"0"16"-16,-15 0 3 15,4 7 6-15,2 3-4 16,7 0-2-16,3 3-4 0,6 0-2 16,1 1-4-16,2 1-6 15,2 4-3-15,-4 1-3 16,-2 1 2-16,-5 2-2 15,-3 2 0-15,-3 0 0 16,-1 0 0-16,-5-2 0 0,-2-3 0 16,0-2 0-16,-6-1-2 15,-6-3-2-15,-4-1-8 16,-8-1-16-16,-3-1-19 16,-6 1 4-16,-11 0 5 15</inkml:trace>
  <inkml:trace contextRef="#ctx0" brushRef="#br0" timeOffset="32554.28">16922 6820 48 0,'-18'8'2'0,"0"2"-1"0,4-1 0 16,-1 2 4-16,2-1 1 15,0 1-2-15,1-1 1 0,1 2-3 16,2-1 1-16,-4-1-2 16,4 4 3-16,0-1-1 15,-1-2 0-15,-1 5-1 16,1 0-1-16,-2 2-1 15,1 3 1-15,-3 1 2 0,1 3 4 16,0 3 1-16,-3 2-1 16,-2 2 3-16,1 3 1 15,1 1 0-15,2 0 5 16,0 2-6-16,1 0-1 16,0 0-5-16,-1 2-1 0,3 5 2 15,-2-1-1-15,4 5 2 16,-2-1 4-16,1 2-2 15,2 1-1-15,2 1-3 16,1 4 3-16,1 3-2 16,2 1-2-16,2 4 0 0,0 0-1 15,0 4-1-15,2 0-1 16,6 2 0-16,1 4 3 16,1 2 0-16,2 4 2 15,2 1-1-15,2-4-1 16,4 1 0-16,0-4-1 15,5-1 0-15,3-2 1 0,1-2-2 16,1-1 2-16,3-2-1 16,0 1-1-16,3-1-1 15,-2-2 1-15,2-3-1 16,4-3 1-16,-2-4-1 0,0-5 1 16,2-2 0-16,0-7 5 15,-1-2-3-15,0-3 0 16,0-4 1-16,-5-6 0 15,1-3-2-15,-3-4-1 16,0-4 0-16,0-1-1 16,-5-5-1-16,-1-2-13 0,-3-1-14 15,-5-5-47-15</inkml:trace>
  <inkml:trace contextRef="#ctx0" brushRef="#br0" timeOffset="33245.42">17252 10005 71 0,'0'0'7'0,"0"0"1"0,0 0-3 0,0 0 1 0,0 0-3 16,0 0 6-16,0 0 1 16,0 0-3-16,0 0 5 15,34 0-2-15,-25 6-4 0,-1 0-2 16,2 1-2-16,1-2-1 15,0 0 1-15,0-3 2 16,-1-1 17-16,1-1-1 16,-1 0 3-16,2-6-2 15,-2-6-1-15,0 0-2 0,1-7-6 16,0 0-5-16,-2-4-1 16,0-4-4-16,0-3 0 15,0-3-2-15,2-4-3 16,0 2-25-16,0-4-69 15</inkml:trace>
  <inkml:trace contextRef="#ctx0" brushRef="#br0" timeOffset="34243.1">17960 10024 117 0,'0'0'2'0,"0"0"1"0,0 0 4 0,0 0 8 16,0 0 1-16,0 0 6 15,1-40 0-15,-1 34 0 16,1 2-6-16,0 1-7 15,1 3-4-15,1 0-5 16,-3 7-2-16,2 8 1 0,1 5 2 16,0 7 2-16,0 5-2 15,1 3 0-15,0 4 1 16,1-1-2-16,-1-1 1 16,-1-3-2-16,0-4-16 15,0-7-14-15,0-6-12 0,0-7 9 16,-2-9-24-16</inkml:trace>
  <inkml:trace contextRef="#ctx0" brushRef="#br0" timeOffset="34959.83">18005 10012 90 0,'0'0'1'16,"0"0"0"-16,0 0 2 15,0 0 2-15,0 0 3 16,0 0 5-16,0 0 8 16,37-20 0-16,-31 20 2 0,0 0-11 15,2 5-5-15,1 6 1 16,1 2-6-16,3 3 1 15,-1 0-2-15,-1 0 1 16,3-2-2-16,-5-1 1 16,1-3 0-16,0-1 2 0,-3-1 2 15,1-2-1-15,-4 1-2 16,2-3-1-16,-2-1 0 16,-3 1-1-16,1-2 1 15,-1-1-1-15,0-1 1 16,-1 0 2-16,0-3 1 15,0-5-4-15,0-3 0 0,2-2 0 16,-1-2 0-16,4 0-5 16,-2-4-3-16,6 2 1 15,-4 0 4-15,5 0 0 16,-3 3 2-16,3 0 1 16,0 0 0-16,-1 2 0 0,1-1 0 15,1 4 0-15,-1-1-2 16,0 2 2-16,1 0 0 15,-1 3 0-15,-3 1 0 16,1 3 0-16,-3-2 0 0,0 3 0 16,-2 0 0-16,1 0 0 15,-1 8-1-15,3 3 1 16,-3 3-1-16,1 1 5 16,2 4-2-16,-1 1 0 15,3 1 1-15,-1 3 1 0,2-1 2 16,-2 1 0-16,0-2-2 15,0 0-1-15,-1-2-2 16,-3-1 0-16,-1-1-1 16,0-4 1-16,-2 0 0 15,0-1-1-15,0-3 0 16,0-1-1-16,0-3-9 0,0-4-20 16,0-2-43-16</inkml:trace>
  <inkml:trace contextRef="#ctx0" brushRef="#br0" timeOffset="35587.17">18623 9883 113 0,'0'0'13'0,"0"0"-4"0,0 0-2 15,0 0-3-15,0 0-2 16,0 0 1-16,0 0-1 15,0 0 0-15,20 41 0 0,-17-28 3 16,-3 0 4-16,0 0 2 16,0 4-1-16,0 0-3 15,0 1-1-15,0 2-5 16,0-2 2-16,0 2-2 16,0-1 0-16,0-3-1 15,0 0 1-15,1-1-1 0,2-4 1 16,1-1-1-16,0 1 1 15,-2-2 0-15,3-2 0 16,-1-1 0-16,-1-1-1 16,3 0-1-16,-1-3 2 15,0 0-1-15,1-2 2 0,0 0 1 16,4 0 3-16,-4 0 3 16,4 0 1-16,1-2-2 15,2-2 2-15,0 0 0 16,1 0-4-16,1-2-1 15,-1 2 1-15,1-1-1 0,-1 1-4 16,-1 1-1-16,-4 2 1 16,1-2-1-16,-2 3 0 15,-3 0 0-15,-1 0 0 16,0 0-2-16,-4 0-29 16,0 2-31-16,0-2-88 0</inkml:trace>
  <inkml:trace contextRef="#ctx0" brushRef="#br0" timeOffset="36214.23">19542 9340 51 0,'0'0'2'0,"0"0"7"0,-8 40 7 0,4-20-6 0,-1 6-1 15,1 4 0-15,-1 2 0 16,0 4 2-16,2 1 4 16,-4 5 6-16,2 2 2 15,-3 2-5-15,3 5-4 16,-6 0-5-16,0 4-1 0,2 1 2 16,-5 1 3-16,1-2-1 15,-4 3-5-15,2-2-1 16,0-4 5-16,1-3-1 15,0-4-2-15,3-7-1 16,3-4-3-16,0-5-2 0,2-4-1 16,-1-1-1-16,3-8 1 15,0 1-2-15,0-6 0 16,2-2-13-16,2-5-17 16,0-4-25-16,0 0-46 15</inkml:trace>
  <inkml:trace contextRef="#ctx0" brushRef="#br0" timeOffset="36562.08">19900 9794 113 0,'0'0'6'0,"0"0"3"0,0 0 11 0,-11 55-5 16,10-35-3-16,0 3-5 15,1-2-4-15,0 3-2 16,0-4 0-16,0-1 0 16,2-1-1-16,1-4 0 0,-1-3-10 15,-2-1-21-15,0-7-16 16</inkml:trace>
  <inkml:trace contextRef="#ctx0" brushRef="#br0" timeOffset="36989.46">19872 9810 129 0,'0'0'-1'0,"0"0"2"16,0 0 2-16,43-45-1 15,-27 37 0-15,3 0 2 16,-3 2 4-16,2 0 2 15,0 2 2-15,-1 4-2 16,-1 0 1-16,-3 0-4 0,-1 4-3 16,-1 7 0-16,-2 2-1 15,-1 4 0-15,-3 0 0 16,-2 0-3-16,1 3 3 16,-2-1-2-16,-2-1 2 15,0-1 0-15,0 1-1 16,0-1-1-16,-8-1 2 15,-2 2-2-15,-1-2-2 0,-3 1 5 16,1-1-3-16,-2-2 2 16,-4-1 1-16,3-2 3 15,2 2-4-15,-1-6-1 16,3 4-1-16,1-5 0 0,1 1-1 16,2-3 0-16,3-1-7 15,3-3-19-15,2 0-32 16,0 0-11-16</inkml:trace>
  <inkml:trace contextRef="#ctx0" brushRef="#br0" timeOffset="37509.05">20325 9794 56 0,'0'0'47'0,"0"0"-47"0,0 0 3 0,0 0-3 16,0 0 3-16,0 0-2 15,0 0-1-15,0 0-1 16,0 0 1-16,0 0 1 15,0 0-7-15,0 0-29 0</inkml:trace>
  <inkml:trace contextRef="#ctx0" brushRef="#br0" timeOffset="38128.24">20017 9825 60 0,'0'0'15'0,"0"0"12"0,0 0-6 0,0 0-10 0,0 0-7 15,0 0 2-15,0 0-2 16,0 0 6-16,0 0 0 0,0 0 5 15,40 14-3-15,-35 3-3 16,0 6 0-16,2 2-3 16,3 4 0-16,-2-1-3 15,3 1 0-15,1 0-2 16,0 1 1-16,-3-3-2 0,-2 0 1 16,0-1-1-16,-1-2 0 15,-4-1-3-15,-2-5-7 16,0-1-12-16,0-3-28 15,-4-6-11-15</inkml:trace>
  <inkml:trace contextRef="#ctx0" brushRef="#br0" timeOffset="38577.3">19908 9848 16 0,'0'0'74'0,"0"0"-49"0,0 0 13 0,0 0-2 0,0 0-13 16,0 0-10-16,0 0-9 15,0 0-5-15,0 0 1 16,0 0 0-16,-6 25 1 16,1-1-1-16,2 3 2 15,-4 7-2-15,2 3 0 16,0 3 1-16,0 0 1 15,3-2 0-15,1 1-1 0,1-4 0 16,0-1 0-16,0-6 0 16,1-2-1-16,3-5 1 15,1-2-2-15,-3-3-1 0,-2-4-10 16,0-2-51-16,0-6-10 16</inkml:trace>
  <inkml:trace contextRef="#ctx0" brushRef="#br0" timeOffset="38790.35">19807 10171 77 0,'0'0'4'0,"0"0"7"0,0 0 7 16,47-13-4-16,-29 11 0 15,5-4 1-15,3 2-6 16,4-3-6-16,3 0-2 16,0-2-5-16,-1-1-41 0</inkml:trace>
  <inkml:trace contextRef="#ctx0" brushRef="#br0" timeOffset="39417.5">20396 9887 99 0,'0'0'75'16,"0"0"-69"-16,0 0 13 0,0 0-13 16,0 0-6-16,0 0-2 15,0 0 3-15,0 0-1 16,-3 50 4-16,3-26 0 15,0 2 1-15,0-1-3 16,0 2 1-16,0-1-2 0,0-2 0 16,0-5-1-16,0-2 0 15,0-5 0-15,1-3 0 16,-1-5 0-16,0-4 0 16,0 0 0-16,0 0 2 15,-3-7-1-15,-3-6-2 16,0-4-1-16,0-3 3 0,-1-4-2 15,2-3-2-15,0-2-6 16,3 3 1-16,2 0 2 16,0 5 7-16,0 4 0 15,5 4 2-15,5 6-1 16,-1 4-1-16,3 3-1 0,2 0 0 16,0 10 0-16,2 3 2 15,3 1-1-15,1 4 0 16,1 1 0-16,1-1-1 15,2-2 1-15,-3-2-1 16,1-1 1-16,-2-6-1 0,2-2 5 16,-6-3 2-16,1-2 3 15,-3 0 2-15,-2-7 0 16,-3-4 4-16,-3-5 3 16,0-2-3-16,-6-4-6 15,0-3-5-15,0-2 0 0,0-3-5 16,0 2-3-1,-6 1 3-15,2 1-1 0,1 6-4 16,1 6-6-16,2 4-11 16,-2 3-27-16,2 3-46 15</inkml:trace>
  <inkml:trace contextRef="#ctx0" brushRef="#br0" timeOffset="39999.9">20857 9790 235 0,'0'0'-3'0,"0"0"3"0,0 0 0 0,0 0-1 16,0 0-4-16,18 36 7 16,-18-17 1-16,0 1-2 15,-1 4 1-15,-1-2-2 0,2 1 1 16,-1-2 0-16,1-1-1 15,0-5 0-15,0-1 1 16,0-5-1-16,-2-1-1 16,-1-4-6-16,0-1-12 15,-2-3-4-15,2 0 1 0,-3-6 5 16,2-5 7-16,1-5 8 16,0-1 0-16,2-4 0 15,1-2-2-15,0-1 0 16,0 3 3-16,0 1 3 15,7 4 9-15,0 3 4 0,1 5 2 16,4 2 10-16,0 5-11 16,-2 1-10-16,2 0 2 15,0 10-1-15,3 3-2 16,0 1-4-16,4 3 1 16,-3 1-1-16,2-2 0 0,2 2 0 15,-3-6-1-15,2-1 1 16,0-4-1-16,0-4 4 15,-1 0 4-15,1-3 4 16,-3 0 1-16,-2-3-1 16,-1-6-2-16,-2-3 5 15,-6-7 4-15,-1-1-3 0,-4-5 2 16,0-2-3-16,0-3-8 16,0-2-6-16,0 2-2 15,-2 0-7-15,2 3-14 16,0-2-8-16,0 2-37 15,-3-1-113-15</inkml:trace>
  <inkml:trace contextRef="#ctx0" brushRef="#br0" timeOffset="43570.1">14150 11532 101 0,'0'0'2'0,"0"0"-6"0,0 0-3 0,2 0-10 16,1 1-58-16</inkml:trace>
  <inkml:trace contextRef="#ctx0" brushRef="#br0" timeOffset="44366.38">14190 11564 129 0,'0'0'71'15,"0"0"-54"-15,0 0 9 0,0 0 1 0,0 0-4 16,0 0-11-16,0 0-5 15,0 0-8-15,0 0-2 0,0 0 2 16,5 40 1-16,-3-8 0 16,0 7-1-16,-2 1 1 15,0 4-3-15,0-5 5 16,0-1-4-16,0-8-10 16,0-3 4-16,0-6-3 15,0-3-10-15,0-7-17 0,0-3-24 16,0-7-15-16</inkml:trace>
  <inkml:trace contextRef="#ctx0" brushRef="#br0" timeOffset="44729.22">14186 11583 60 0,'0'0'76'0,"0"0"-73"15,0 0 12-15,0 0 2 16,0 0-2-16,38-21-9 16,-29 21 0-16,1 0-2 0,0 3 0 15,-3 5-1-15,2 2 0 16,-2 0 0-16,-1 4-3 15,-3 0-1-15,-1 1 1 16,-1 0 0-16,-1 1-3 16,0-1 4-16,-5 1 3 0,-3-2-4 15,-3-1 1-15,0-1 4 16,-3-1-5-16,3-1 2 16,0-3-2-16,2-3-20 15,2-4-43-15,3 0-49 16</inkml:trace>
  <inkml:trace contextRef="#ctx0" brushRef="#br0" timeOffset="45128.3">14379 11614 187 0,'0'0'1'0,"0"0"-10"16,0 0 8-16,0 0 0 0,0 0 2 16,41 16-1-16,-33-5 5 15,2 2-2-15,-1 1 2 16,1 3-3-16,-4-1 1 16,1 1-1-16,-2-3-2 15,-3 2 0-15,-2-3-2 16,0-5-1-16,0 2-6 0,-2-4-10 15,-3-2 19-15,-1-1-2 16,1-3 11-16,-2 0 12 16,3 0-5-16,1-9 0 15,1-2 3-15,2-2-2 16,0-4-3-16,0-3-6 0,0-2-1 16,2-2-2-16,10 1-3 15,-2 0-1-15,6 3-5 16,0 1-25-16,1 4-26 15,0 4-38-15</inkml:trace>
  <inkml:trace contextRef="#ctx0" brushRef="#br0" timeOffset="45481.13">14713 11682 208 0,'0'0'8'15,"0"0"-7"-15,0 0 0 16,0 0-1-16,41 12 1 16,-33-12 2-16,0 0-2 15,1-9 3-15,-1-2-2 0,0-2 0 16,0-1 4-16,-3-1 4 16,1 0-4-16,-4 0-3 15,-2 2-2-15,0 3 0 16,0 1 0-16,-2 6-5 15,-6 3 13-15,3 0-6 16,-5 3-4-16,2 10 5 0,1 4-4 16,-1 4 0-16,2 1 2 15,4 2-2-15,0 0 2 16,2-3-1-16,0-1 0 16,7 0-3-16,4-6-23 15,2-2-33-15,3-5-34 0</inkml:trace>
  <inkml:trace contextRef="#ctx0" brushRef="#br0" timeOffset="46246.23">15122 11610 189 0,'0'0'2'0,"0"0"11"16,0 0-15-16,0 0 1 15,-53 23-17-15,35-6 8 0,0 3 10 16,3 1 0-16,3 0 2 16,3-1 1-16,5-4 2 15,4 0 0-15,0-4-3 16,0-3 0-16,5-2-2 16,5-5-2-16,2-2 10 0,3 0-6 15,1-4-1-15,-1-7-1 16,-1-6-1-16,1-1 1 15,-1-6 0-15,-1-4 0 16,-1-4-1-16,-3-4-7 16,-1 1-17-16,-1-3-8 0,-3-1 7 15,-1 2 5-15,-1 0 2 16,0 6 16-16,-2 0 5 16,0 4 6-16,0 8 14 15,0 3-1-15,0 4-4 16,0 6 6-16,-3 1-3 0,0 3-2 15,2 2-18-15,-1 0 3 16,0 7-5-16,0 8 1 16,0 3 2-16,2 3-1 15,0 5 0-15,0 2 0 16,0 4 2-16,0 0-1 16,0 2 1-16,2 0 1 0,2-1-1 15,-1 1 1-15,2-5-1 16,1 0 1-16,-1-5-3 15,3-4 3-15,1-3 7 16,1-4-6-16,3-4-3 0,0-5 9 16,-2-3-3-16,3-1 0 15,-1 0-1-15,0-1-4 16,1-9 0-16,-5 0-2 16,4-4 0-16,-3-2 0 15,0 0-2-15,-4-2-3 0,2 3 1 16,-5 2 1-16,-1 1 2 15,-1 5 2-15,-1 4 3 16,0 3 9-16,0 0-12 16,0 0 0-16,0 5 2 15,0 2-3-15,2 4 1 0,3 2 1 16,-1-2-1-16,1-1-1 16,4 1 2-16,-3-2-3 15,2-2-8-15,0-2-27 16,-1-4-52-16,0-1-58 15</inkml:trace>
  <inkml:trace contextRef="#ctx0" brushRef="#br0" timeOffset="46389.25">15456 11401 297 0,'0'0'-4'0,"0"0"-14"0,0 0-61 0,0 0-32 16</inkml:trace>
  <inkml:trace contextRef="#ctx0" brushRef="#br0" timeOffset="46736.18">15710 11573 89 0,'0'0'2'16,"0"0"11"-16,0 0 16 0,-8-38 4 15,1 35 0-15,-5 3-26 16,1 0 4-16,-2 1-4 15,-3 12-5-15,3 3-1 16,-1 2 3-16,2 5 1 16,7-3 1-16,-1 1 1 0,6 1-1 15,0-5 1-15,6-2 1 16,4-2 0-16,6-4-4 16,2-4-1-16,3-4-3 15,0-1-1-15,4-1-33 16,-4-10-50-16</inkml:trace>
  <inkml:trace contextRef="#ctx0" brushRef="#br0" timeOffset="46988.03">15912 11348 203 0,'0'0'105'0,"0"0"-108"15,0 0 2-15,0 0 0 16,-4 39 0-16,3-15 1 0,-1 3 0 16,2 2 1-16,0 2-1 15,0 0 1-15,0 0-1 16,0-2 0-16,0-1 1 16,0-4-4-16,0-4-11 15,0-3-10-15,0-4-25 16,0-7-45-16</inkml:trace>
  <inkml:trace contextRef="#ctx0" brushRef="#br0" timeOffset="47277.43">15838 11587 228 0,'0'0'10'0,"0"0"-5"16,0 0 2-16,0 0-5 15,0 0 1-15,41-20 1 16,-26 14-1-16,5 0-1 0,-1 0-2 16,4 3 1-16,-3 1-1 15,0 2 0-15,-2 0 0 16,-1 4 0-16,-2 9-1 16,-2 2 1-16,-2 1 0 15,-5 1 0-15,-1 0 1 0,-1-2 0 16,-2 1 2-16,1-3-2 15,0-1 0-15,1-6-8 16,-2-1-52-16,1-5-93 16</inkml:trace>
  <inkml:trace contextRef="#ctx0" brushRef="#br0" timeOffset="47443.01">16154 11404 319 0,'0'0'32'0,"0"0"-29"0,0 0-2 16,0 0-3-16,0 0-16 15,0 0-74-15,0 0 24 16,0 0-20-16</inkml:trace>
  <inkml:trace contextRef="#ctx0" brushRef="#br0" timeOffset="47863.21">16264 11579 199 0,'0'0'4'0,"0"0"-4"16,0 0 8-16,0 0-1 15,0 0-4-15,-41-13-6 16,26 23 4-16,2 4 1 0,0 3-2 16,2 2 1-16,6-2-1 15,3 0 2-15,2-4-1 16,0-1-1-16,6-4-3 16,6-3 3-16,2-5 4 0,2 0-3 15,3 0 1-15,0-10 0 16,-2-2 6-16,3-3 2 15,-5-2 2-15,1-1 1 16,-7-1-3-16,-4-1 0 16,-2 2-3-16,-3 2-2 15,0 2-3-15,-8 4 0 0,-5 6-1 16,-1 1-4-16,-3 3-7 16,2 0-9-16,2 10-3 15,3 0-4-15,1 1-59 16,6-4-60-16</inkml:trace>
  <inkml:trace contextRef="#ctx0" brushRef="#br0" timeOffset="48247.25">16374 11578 223 0,'0'0'6'0,"0"0"1"0,38 0-3 15,-29 0 0-15,1 2-1 16,-2 7-3-16,-4 1-2 15,0 1 0-15,-1 2 2 16,1 1 5-16,-4 0-4 16,2-1 1-16,-2-3-1 0,0-2-2 15,0-2-2-15,0-1 2 16,0-4 4-16,0-1 3 16,0 0 6-16,0-3 0 15,0-6-10-15,3-4-2 16,0-3 4-16,3-3 0 0,-1-1-4 15,3-1 0-15,1 3-2 16,1 2 5-16,1 0-2 16,2 5 2-16,0 3 1 15,1 3 0-15,1 2-1 16,0 3-2-16,0 0 1 16,1 3-1-16,-3 6-1 0,0 5 0 15,-2 3 1-15,-5-1-8 16,-1 1-39-16,-5-2-97 15</inkml:trace>
  <inkml:trace contextRef="#ctx0" brushRef="#br0" timeOffset="48645.33">17165 11471 192 0,'0'0'9'0,"0"0"-5"0,0 0 0 0,0 0-1 16,38 20-2-16,-31-6-1 15,-4 2-1-15,0-1-6 16,-1 2-7-16,-1-2-1 0,-1-3 10 16,0-3 4-16,0-2 1 15,0-3-4-15,0-4 33 16,-4 0-5-16,1 0-9 16,-3-6-5-16,3-3 2 15,2-4 4-15,1-4-9 0,0-2 0 16,8 1-5-16,5-3-15 15,5 2-19-15,1 2-35 16,2 3-40-16</inkml:trace>
  <inkml:trace contextRef="#ctx0" brushRef="#br0" timeOffset="49002.22">17494 11519 227 0,'0'0'0'0,"0"0"0"0,0 0 2 16,36 3 0-16,-23-3 1 15,-4-4-1-15,0-5-2 16,1 1 1-16,-4-1-1 16,1-2 1-16,-3 1 35 15,-3-1-29-15,-1 0-5 0,0 2-4 16,-5 0-1-16,-6 4 5 15,-6 2-7-15,0 3 0 16,-1 0 5-16,-1 3 0 16,2 8 2-16,1 3-2 15,5 3 0-15,5 0 0 0,4 0-1 16,2-1-5-16,6-2-9 16,9-2 7-16,5-3-2 15,6-2-11-15,4-3-17 16,4-4-5-16,1 0-6 15,2-4-18-15</inkml:trace>
  <inkml:trace contextRef="#ctx0" brushRef="#br0" timeOffset="49285.58">17800 11505 56 0,'0'0'38'0,"61"-37"-8"15,-37 20-17-15,-8 1 2 16,-3 2-8-16,-8 3 13 16,-5 0 12-16,0 3-15 0,-10 4 5 15,-7 3-22-15,0-1 2 16,-5 2-4-16,1 0 8 15,-1 7-4-15,3 5-1 16,3 2-1-16,1 2 2 16,3 2-2-16,3 3 3 0,5 1-3 15,4 3 2-15,0-1-3 16,3 2 3-16,7 2 2 16,-2-1 0-16,1 3-1 15,-1 1-2-15,-4-1 0 16,-3 2-3-16,-1-4 2 0,0-4-9 15,0-3-1-15,0-2-1 16,0-8-6-16,-1-1-12 16,1-9-46-16</inkml:trace>
  <inkml:trace contextRef="#ctx0" brushRef="#br0" timeOffset="49813.14">17965 11430 236 0,'0'0'13'16,"0"0"-10"-16,0 0 0 16,0 0-2-16,0 0 1 15,0 0 5-15,0 0 7 0,0 0-13 16,0 0-2-16,16-22 1 15,-11 35 3-15,3 1-2 16,-1 0-1-16,3 1 2 16,0-1-1-16,4-3 1 15,-1-2-2-15,1-2 2 16,3-4-2-16,-1-3 0 0,1 0-1 16,2-3-5-16,-4-8-1 15,-1-1-3-15,1-2 3 16,-5-3 4-16,-1 0 2 15,-3 1-1-15,-2 2-8 16,-3 4-4-16,-1 3 14 0,0 3 5 16,0 3 18-16,-1 1-16 15,-3 1-5-15,0 9-1 16,-1 1-1-16,3 4 0 16,0 0 2-16,2-1 1 15,0-1 0-15,0 0 1 0,0-2-5 16,4-2 2-16,3-2-1 15,3-3 2-15,4-1-6 16,0-3-19-16,6 0 4 16,-4-4-8-16,2-6-16 15,0-3 8-15,-1-1-12 0,0-2-36 16</inkml:trace>
  <inkml:trace contextRef="#ctx0" brushRef="#br0" timeOffset="49956.37">18400 11384 16 0,'0'0'91'0,"0"0"-21"0,0 0-10 15,0 0-43-15,0 0-7 0,0 0-10 16,0 0 1-16,0 0 0 16,-12 41 1-16,12-28 1 15,0-1-2-15,0-1 2 16,0-1-6-16,6-3-17 16,-4-4-59-16</inkml:trace>
  <inkml:trace contextRef="#ctx0" brushRef="#br0" timeOffset="50113.1">18419 11254 319 0,'0'0'-7'15,"0"0"-13"-15,0 0-44 16,0 0-39-16</inkml:trace>
  <inkml:trace contextRef="#ctx0" brushRef="#br0" timeOffset="50440.43">18517 11369 224 0,'0'0'42'15,"0"0"-40"-15,48 0-1 16,-28 0 1-16,-3 5-1 16,-1 4-1-16,-4 1 2 0,-2 0-2 15,-2 1 0-15,-2 1-2 16,-4-2 2-16,-2-2-2 16,0-3 3-16,0-1-1 15,0-2 14-15,-2-2 3 16,-5 0 0-16,3 0-1 15,1-11 2-15,1 2-1 0,2-5-6 16,0-4 0-16,4-2-3 16,8-1-6-16,1-2-13 15,3 1-36-15,1 1-12 16,0 4-64-16</inkml:trace>
  <inkml:trace contextRef="#ctx0" brushRef="#br0" timeOffset="50753.42">18891 11367 237 0,'0'0'60'0,"0"0"-55"15,0 0 0-15,43 4 3 16,-30-4-3-16,0-2-4 16,-2-5-1-16,-4-2 0 15,2-1 0-15,-6 0-1 16,-2 2-2-16,-1-2 1 0,0 1-5 15,-2 2 4-15,-7 4 7 16,0 3-3-16,-4 0 2 16,-1 0-4-16,1 9 2 15,-3 5 2-15,3 0-3 16,4 2 0-16,4 1 1 0,2-3 1 16,3 2-4-16,1-4-2 15,10-1 7-15,2-2-3 16,3-4-27-16,0-3-35 15,0-2-75-15</inkml:trace>
  <inkml:trace contextRef="#ctx0" brushRef="#br0" timeOffset="51327.86">19086 11292 101 0,'0'0'175'0,"0"0"-175"16,0 0 0-16,0 0 0 15,0 0 0-15,41 36 0 16,-36-24 2-16,3 1-1 16,-4 1-1-16,-1-2 0 15,0-4 0-15,-3 2-1 16,0-4 1-16,0-2 0 0,0-1-2 16,0-2-3-16,-3-1 0 15,-2 0 11-15,2-1-3 16,0-8-1-16,1-1 0 15,2-1-3-15,0 1-2 0,0 0 8 16,5-3-4-16,0 5 2 16,4 0-1-16,1 3 0 15,2 4-1-15,0 1-1 16,0 0-1-16,0 1 1 16,-1 8 0-16,2 2 0 15,-6 3 0-15,2-1 0 0,-3 3 0 16,-1-1-2-16,-5-2 0 15,0-2-8-15,0-1-3 16,0-4 5-16,-7-3-3 16,3-2 3-16,1-1 11 0,1 0 0 15,-2-10 5-15,4-2 6 16,0 0 3-16,6-6-2 16,5-2-6-16,5 1-5 15,-1 2 0-15,2 2 3 16,1 1 0-16,1 4 0 15,1 7-3-15,-2 3 1 0,0 0-4 16,-1 4-1-16,-2 8 0 16,-1 0 2-16,-2 4-2 15,-1-1-6-15,-1 0-19 16,-4-4-30-16,-1-3-65 16</inkml:trace>
  <inkml:trace contextRef="#ctx0" brushRef="#br0" timeOffset="51494.66">19614 11350 264 0,'0'0'-12'0,"0"0"12"0,43 0 0 15,-29 0-30-15,1-2-52 16,-4-4 27-16,0-3-30 0</inkml:trace>
  <inkml:trace contextRef="#ctx0" brushRef="#br0" timeOffset="51657.16">19725 11309 36 0,'0'0'64'0,"0"0"-24"16,0 0-3-16,0 0 2 15,0 0-33-15,-45-20-3 16,29 30-1-16,-2 6 3 16,5-1 1-16,2 1 1 0,8 0 3 15,1-2-6-15,2-3 1 16,3 1-2-16,10-4 0 15,0-1-2-15,3-3-15 16,0-2-26-16,2-2-39 0,-1 0-59 16</inkml:trace>
  <inkml:trace contextRef="#ctx0" brushRef="#br0" timeOffset="52019.3">19881 11287 248 0,'0'0'16'0,"0"0"-14"16,0 0-3-16,0 0 3 16,0 0-2-16,0 0-1 15,36 43-1-15,-34-33 2 16,-2-1 0-16,0-2 0 0,0-1 0 16,0-3-2-16,-7-1-2 15,0-2 2-15,0 0-2 16,1 0-11-16,-1-1-8 15,4-8 14-15,3-1 8 16,0-1-4-16,2-3 5 0,9 1 4 16,2 0-1-16,0 2 16 15,2 4-1-15,2 1-4 16,-1 6-5-16,-1 0-3 16,1 0-1-16,-3 7-4 15,1 5 0-15,-2 0 0 0,-2 0 0 16,-2-1-1-16,-2 0 0 15,-3-2-9-15,-2-5-40 16,-1-4-60-16</inkml:trace>
  <inkml:trace contextRef="#ctx0" brushRef="#br0" timeOffset="52226.69">20154 11107 86 0,'0'0'149'0,"0"0"-135"16,0 0-6-16,0 0-4 16,0 0 1-16,0 0 10 15,31 47-3-15,-31-16-1 16,0 2-7-16,0 4-2 16,0 1 0-16,-8-2-7 15,2-5-58-15,-2-5-66 0</inkml:trace>
  <inkml:trace contextRef="#ctx0" brushRef="#br0" timeOffset="52340.67">20260 11292 215 0,'0'0'-6'16,"41"-17"-11"-16,-21 13-84 15</inkml:trace>
  <inkml:trace contextRef="#ctx0" brushRef="#br0" timeOffset="53451.02">14430 12133 104 0,'0'0'7'0,"0"0"-4"0,0 0-2 0,0 0-1 0,0 0 1 16,0 0-1-16,0 0 1 15,0 0 1-15,0 0 0 0,0 0 3 16,0 0 1-16,27 20-2 16,-16-16-1-16,4 0 2 15,3-1-2-15,1-1-1 16,4-1-1-16,4-1 1 16,2 0 0-16,3 0 3 15,5 0 3-15,7-3 8 0,2 0-3 16,6-1-7-16,4 0-5 15,4-2 1-15,3 2-1 16,2-2-3-16,4 2-24 16,0-1-4-16,3-1 11 0,1 0 15 15,3 0 5-15,0 0 2 16,1-1 8-16,3 0 3 16,5 0-3-16,4-3-1 15,2 1-2-15,5-2-2 16,5 1 3-16,3-1-5 15,3-4 0-15,4 2-2 16,2-2-1-16,4 1-1 0,0-2 0 16,5 1 1-16,1-1-1 15,3 2 1-15,5-1-1 16,4 2 1-16,3-1 0 16,5-1-1-16,0 2-1 0,5-2-25 15,2 1-12-15,0-3 16 16,-1-2 18-16,1-1 5 15,-2-2 8-15,0 0 26 16,0 1 9-16,-6-2-16 16,-4 5-10-16,-4-1-7 0,-11 5-9 15,-7 1-2-15,-10 3-5 16,-13-1-48-16,-16 0-81 16</inkml:trace>
  <inkml:trace contextRef="#ctx0" brushRef="#br0" timeOffset="54839.42">15288 12164 81 0,'-7'3'10'0,"3"0"2"0,1-2-5 0,2 1-6 16,0 0-1-16,-1 1 1 16,0-1-1-16,0 3 0 0,-2 1 0 15,1 1 1-15,-2 2-1 16,-1-1 0-16,1 2 0 15,0 2 0-15,1 0 0 16,2 3 1-16,-2 0 4 16,4 2-2-16,0 3-1 0,0 1-1 15,0 2 0-15,0 1-1 16,7 2 2-16,1-1 4 16,3 0 5-16,3 0 5 15,3-1 0-15,1 0-7 16,5 0-5-16,2-1 1 0,4 1-1 15,2 0 0-15,5-1-1 16,6-1-1-16,3-1 1 16,3 2-1-16,4-3-1 15,3-1 0-15,2-3 0 16,1-4 0-16,0-3 0 0,1-2 0 16,-1-5-1-16,-1-2 2 15,0 0-1-15,-2 0 5 16,-2-5 1-16,-2 0-3 15,-1-2-2-15,-7 1 0 16,-5 2-2-16,-7-2 1 0,-6 3 2 16,-6-1-2-16,-4 4 1 15,-5-3-2-15,-4 3 0 16,-2 0-3-16,-4 0-25 16,0 0-39-16,-3 0-29 15</inkml:trace>
  <inkml:trace contextRef="#ctx0" brushRef="#br0" timeOffset="55109.26">16444 12682 88 0,'0'0'14'0,"0"0"5"0,0 0 12 0,0 0-11 0,0 0-3 16,43 46-2-16,-35-26-4 16,-3 3-7-16,-2 6-2 15,-3 1-2-15,-3 7-6 0,-16 3-73 16</inkml:trace>
  <inkml:trace contextRef="#ctx0" brushRef="#br0" timeOffset="60857.23">16945 12624 120 0,'0'-1'71'0,"0"1"-40"0,0-2-3 16,0 2-14-16,0 0-11 15,0 0-1-15,0 0-1 16,0 0-2-16,0 3 2 0,0 5 0 15,0 3-1-15,0 6 1 16,0 1 2-16,0 6-2 16,0 2 0-16,0 2 0 15,-1 4-1-15,0-4 0 16,-1 2 0-16,0-5-3 0,0-1-14 16,-2-4-4-16,0-3-18 15,0-5-29-15,1-6-29 16</inkml:trace>
  <inkml:trace contextRef="#ctx0" brushRef="#br0" timeOffset="61555.71">16926 12659 58 0,'0'0'48'16,"0"0"-46"-16,0 0 5 16,0 0 2-16,0 0 5 15,0 0 3-15,0 0 10 0,0 0-8 16,0 0-10-16,36-19-5 16,-30 19 0-16,3 6 0 15,-1 2-2-15,3 2 1 16,-1 1-3-16,2 2 0 15,1 1 1-15,-1-1-1 0,-2 2 0 16,0-1 0-16,1 0 0 16,-5-1-1-16,1-1 2 15,-4-2-1-15,0 0 1 16,-1-4-1-16,1-1 2 16,-3-2-2-16,2-1 0 0,-2-1 0 15,0-1 1-15,0 0 6 16,0-1 3-16,0-6-5 15,0 0-4-15,0-4 2 16,0 0-2-16,0-1 2 16,0 0-1-16,0-1-2 15,3-1 0-15,6-1-2 16,-2 2 4-16,3-2-4 0,0 3 2 16,0 0 0-16,0 2 0 15,-1 3 0-15,-2 0 0 16,1 3 0-16,-3 1 0 0,1 2 0 15,0 1-1-15,-1 0 1 16,2 0-2-16,-3 4 2 16,1 6-2-16,0 0 1 15,2 3 2-15,-1 1 0 16,-3 0 0-16,1 3 2 0,2 0-1 16,-4-3-2-16,0 2 0 15,-1 1 0-15,2-2 0 16,-3 1 0-16,0-3 1 15,0 3-1-15,1-4 1 16,0-1-1-16,1 0 0 16,0-2-9-16,0-4-24 0,0-5-47 15,1 0-35-15</inkml:trace>
  <inkml:trace contextRef="#ctx0" brushRef="#br0" timeOffset="62260.47">17423 12596 114 0,'0'0'5'0,"0"0"14"0,0 0-3 16,0 0-11-16,0 0-2 15,0 0 2-15,0 0-1 16,0 0 0-16,0 0 1 16,0 0 3-16,0 0 2 15,0 0 0-15,13 21-2 0,-13-10-3 16,0 2 1-16,0 3-2 15,0-2 3-15,-2 3-2 16,1 0-4-16,1 2 0 16,-2-1 1-16,2-1-2 15,0 1 2-15,0-1-2 16,0-1 0-16,0 1 1 0,0-2 0 16,3-3-1-16,0 1 1 15,0-2-1-15,-1-2 0 16,3 0 1-16,-4-4-1 15,1 1 1-15,-1-3-1 16,0-2-1-16,3 2 2 0,-2-2-1 16,1 1 0-16,0-2 2 15,2 0-2-15,3 1 1 16,0-1 0-16,-3 0 0 16,5 0 4-16,0 0-3 15,0 0 3-15,1 0 2 0,2-1-2 16,0 0 0-16,1-1-2 15,0-1-1-15,1 0 2 16,0 0 1-16,1 2 1 16,-3-3 3-16,3 2-1 15,-2 1-2-15,-2 1-4 0,0-1-1 16,-1 1 0-16,-1 0-1 16,-2 0 0-16,-2 0 0 15,0 1-1-15,-3 2-7 16,1 1-12-16,-2 0-22 15,-2-2-35-15,1-2-69 16</inkml:trace>
  <inkml:trace contextRef="#ctx0" brushRef="#br0" timeOffset="63043.29">18150 12684 108 0,'0'0'16'0,"0"0"-12"0,0 0 0 0,0 0-1 16,0 0-2-16,0 0 0 15,0 0 2-15,0 0 15 16,0 0 12-16,0 0-10 0,0 0-9 15,0 0 1-15,0 0-7 16,-10 4-2-16,18-4-1 16,-1 0 0-16,3 0-1 15,0 0 0-15,2 0 2 16,1 0 0-16,1 0 3 16,1 0 2-16,2 0-4 0,1 0 2 15,3 0-3-15,-2 0-2 16,4 0-1-16,-1 0 1 15,2 0-1-15,-1 0 1 16,2 0-1-16,0 0 0 16,0 0 1-16,0-1 0 0,-2-1 0 15,0 1 1-15,-2-1 1 16,-1 2-1-16,-3-4 0 16,-1 4 0-16,-3-1 0 15,-2-1-2-15,-3 1 0 0,0 0 1 16,-2 1-2-16,-1 0 2 15,0 0-2-15,-1 0-12 16,1 0-7-16,-1 0-12 16,-3 0-40-16,2-2-22 15</inkml:trace>
  <inkml:trace contextRef="#ctx0" brushRef="#br0" timeOffset="63620.17">18667 12544 109 0,'0'0'26'0,"0"0"1"0,0 0-19 16,0 0-4-16,0 0 4 16,0 0-6-16,0 0 0 15,0 0 3-15,0 0 2 0,0 0-1 16,0 13 1-16,4-10 0 16,-2 3-2-16,2 0-3 15,2-1 0-15,-2 0 0 16,1 0 1-16,1 0 0 15,2-1 0-15,-1 0-1 16,0 0-1-16,0 1 0 0,-2-3 0 16,0 1-1-16,-2 0 0 15,0 1 0-15,-2-2 1 16,-1 1-1-16,1-1 1 16,-1 0 2-16,0 1-1 15,0-2 0-15,0 2-1 0,0 0 1 16,0 1 4-16,0 0-3 15,-3 2 0-15,0 1 0 16,-3 0-1-16,1 2 2 16,-2 1 0-16,-1 1-2 15,-2 2 1-15,3 0 2 0,-4-2-1 16,2 5-1-16,-2-5-3 16,2 4 1-16,1-2 0 15,0 0 1-15,3 0-6 16,0-3-31-16,4-3-50 0</inkml:trace>
  <inkml:trace contextRef="#ctx0" brushRef="#br0" timeOffset="65377.28">19244 12305 133 0,'-2'-4'22'0,"2"3"21"0,-1-3-15 0,1 4-7 0,0 0-7 16,0 0-11-16,0 0-5 16,0 7 1-16,1 6-1 15,5 6 2-15,-3 3 0 0,0 5 0 16,0 3-1-16,-1 0-3 16,-2 1 0-16,0-1-2 15,0-2-10-15,-2-2-6 16,-2-5-22-16,1-1-9 15,1-9-56-15</inkml:trace>
  <inkml:trace contextRef="#ctx0" brushRef="#br0" timeOffset="65884.55">19300 12579 146 0,'0'0'20'0,"0"0"5"0,0 0-3 16,0 0-3-16,0 0-3 16,0 0-5-16,0 0-3 0,0 0 3 15,47-4 0-15,-29 2-5 16,4 1 1-16,-2-2-2 16,3 2-2-16,1-1-3 15,-1 2 1-15,-1-1-1 16,2 1-5-16,-4 0-18 0,-2 0-26 15,0-3-63-15</inkml:trace>
  <inkml:trace contextRef="#ctx0" brushRef="#br0" timeOffset="66097.58">19709 12462 120 0,'0'0'187'0,"0"0"-174"16,0 0-13-16,0 0-2 0,0 0 1 16,0 0 1-16,0 0-2 15,20 43-2-15,-18-31-6 16,-2 0-3-16,1-1-3 16,-1-1-2-16,0-3-25 15,0-5-58-15</inkml:trace>
  <inkml:trace contextRef="#ctx0" brushRef="#br0" timeOffset="66254.09">19732 12303 318 0,'0'0'7'15,"0"0"-2"-15,0 0-5 16,0 0-17-16,0 0-68 15,0 0-83-15</inkml:trace>
  <inkml:trace contextRef="#ctx0" brushRef="#br0" timeOffset="66680.64">19889 12443 204 0,'0'0'100'0,"0"0"-98"16,0 0-1-16,0 0-2 16,41 12 0-16,-33-3-2 15,0-1 4-15,-3 2-1 0,-1 1-4 16,-1 1 2-16,0-1-1 16,-3-1-1-16,0-1-6 15,0-4-2-15,0-2 2 16,-4 0 1-16,-1-3-1 15,1 0 8-15,0-3 2 16,2-5 0-16,1-6-1 0,1-3-3 16,0-2 8-16,7-4-5 15,4-1 3-15,5 3 4 16,-1 2-6-16,4 4 0 16,3 2 2-16,-2 5 5 0,2 3 5 15,0 4-5-15,-1 1-2 16,-1 0-3-16,-2 8-1 15,-5 5-1-15,-4 1-1 16,0 5-10-16,-6-2-8 16,-1-1-11-16,0 0-16 15,-2-3-4-15,0-3-48 0</inkml:trace>
  <inkml:trace contextRef="#ctx0" brushRef="#br0" timeOffset="67029.31">20295 12465 256 0,'0'0'11'0,"0"0"-10"0,39 0-1 0,-23-1 0 0,-2-4 1 0,2 0-1 16,-3-2 0-16,0 0 0 15,-2-1 0-15,-4-1 1 16,1 0 0-16,-5-1 0 15,-2 3 4-15,-1 1 2 16,0 1-2-16,-5 2-3 16,-8 2-5-16,1 1-5 0,-3 0 4 15,2 2 5-15,0 5 0 16,1 3 1-16,5 0-1 16,0 4 0-16,3-1 1 15,3 0 0-15,1 1 0 16,0-1-5-16,5-2 2 0,6-2 2 15,5-1-2-15,2-2-18 16,3-3-33-16,5-3-57 16</inkml:trace>
  <inkml:trace contextRef="#ctx0" brushRef="#br0" timeOffset="67414.67">20690 12425 149 0,'0'0'60'0,"0"0"-43"15,0 0 14-15,0 0-13 16,3-40-10-16,-14 37-6 0,-4 1-1 16,0 2-4-16,-1 0 11 15,1 3-2-15,-3 5-1 16,6 2-2-16,1 3-1 16,3-2 0-16,5 2-1 15,1 0-1-15,2-2 0 0,0-1-3 16,5-3-6-16,6-1 2 15,3-6 6-15,1 0-5 16,2 0 1-16,1-3-2 16,-2-4 5-16,0-3 3 15,-5 0 0-15,-2-1 2 16,1 5 6-16,-5 0 2 0,-2 2 1 16,-1 3-6-16,0 1-3 15,-2 0-3-15,1 0-1 16,0 1-1-16,0 6 4 15,2 2-4-15,0 1 2 16,1 0-14-16,-1-2-9 0,2 2-27 16,1-7-47-16</inkml:trace>
  <inkml:trace contextRef="#ctx0" brushRef="#br0" timeOffset="67755.28">20817 12391 66 0,'0'0'157'0,"0"0"-133"0,0 0-18 0,0 0-2 15,46-27 0-15,-32 27-3 0,-1 0 1 16,1 0-2-16,-2 3 0 16,0 4 0-16,-2 5 0 15,-3 0 0-15,-1 2-2 16,0 1-1-16,-4-3 2 15,-1 0-1-15,-1-1 0 0,0-4-2 16,-1-1 1-16,-5-3 0 16,0-3 10-16,0 0 10 15,3 0 5-15,-2-9-2 16,3-1-8-16,2-5-3 16,0 1-4-16,0-4-1 0,9-1 2 15,4-1-5-15,6 0-2 16,3 0-14-16,2 2-40 15,2 1-70-15</inkml:trace>
  <inkml:trace contextRef="#ctx0" brushRef="#br0" timeOffset="68152.98">21394 12279 190 0,'0'0'2'0,"0"0"1"16,0 0 0-16,42-6 1 15,-34 5-3-15,2 1 2 16,1 0 8-16,0 0 3 0,3 0-2 16,-3 7-5-16,2 3-4 15,-1 1-2-15,-3 1 0 16,0-1 0-16,-4 2-1 15,-3-5-1-15,-2 1 0 16,0-5 1-16,0 1-2 0,-5-3 7 16,-4-2 12-16,2 0 3 15,0 0-7-15,3-4 0 16,-2-6 5-16,4 0-2 16,2-1-3-16,0-2-5 15,0-3-2-15,8 2 2 16,3-3-6-16,3 3-2 0,4 0-7 15,0 3-16-15,4 2-13 16,-4 2-30-16,2 1-52 16</inkml:trace>
  <inkml:trace contextRef="#ctx0" brushRef="#br0" timeOffset="68509.84">21743 12232 254 0,'0'0'30'15,"0"0"-26"-15,0 0-2 16,0 0-1-16,0 0 1 0,0 0 0 16,0 0-2-16,0 0 2 15,0 0-2-15,41 0 4 16,-31-4 2-16,-3-2-1 16,1-1 0-16,-3-1-2 15,2-1-2-15,-7 2 1 0,0 1 0 16,0-1-2-16,-4 0-3 15,-5 3 4-15,-2 3-1 16,0 1 4-16,0 0-1 16,1 5-1-16,1 6-2 15,2 1 0-15,1 4 1 0,6-1-2 16,0 1-1-16,0-1-2 16,9 1 5-16,5-3-4 15,4-4-9-15,5 0-5 16,0-3-16-16,4-3-24 15,4-3-28-15,-2 0-34 0</inkml:trace>
  <inkml:trace contextRef="#ctx0" brushRef="#br0" timeOffset="68943.12">22110 12244 47 0,'0'0'32'16,"41"-33"4"-16,-27 19-13 16,-9 2 7-16,-5 4 8 15,0-1-8-15,-2 2-12 0,-9 4-3 16,-3-1-7-16,-1 4 1 15,-3 0-1-15,2 3-4 16,-2 5-1-16,2 5-2 16,2-1 0-16,4 0 0 15,2 3 0-15,6-4 0 0,0 0-2 16,2-3-1-16,0-1 2 16,8-2 2-16,2-2-2 15,-1-3-4-15,3 0 2 16,0 0 2-16,0-7 0 15,0 0 2-15,-2 0-2 0,-1 1 1 16,0 1 0-16,-3 3-1 16,0 2 1-16,1 0 0 15,-1 1-1-15,-1 7 1 16,3 4-1-16,-4 6 0 16,3 3 1-16,-3 1-1 0,2 4 1 15,0 2-1-15,-4-1 0 16,-1-1 0-16,-1-2 0 15,0 0-2-15,0-4 3 16,-5-3-2-16,-6-4 0 16,0-2 2-16,-3-4-1 0,3-4-4 15,-2-1-30-15,5-2-36 16,0-6-59-16</inkml:trace>
  <inkml:trace contextRef="#ctx0" brushRef="#br0" timeOffset="69305.81">22223 12204 249 0,'0'0'4'0,"0"0"-2"0,42-24 1 0,-25 19 5 16,-3 1 0-16,5 4-5 15,-4 0-1-15,0 0 0 16,0 6 0-16,1 4 0 15,-3 1-1-15,0 3 1 16,-4 2-4-16,-5-2 1 0,-1 0 0 16,-3-1-3-16,0-3 2 15,0-3-2-15,-3-1 1 16,-3-5 4-16,0-1 3 16,0 0 5-16,-2-1 3 15,4-8 0-15,3-2 1 0,1-2-4 16,0-2-6-16,0 0 2 15,6-3-4-15,7-2 3 16,1 4-3-16,3-2-10 16,2 4-18-16,0 1-16 15,-1 4-25-15,-1 2-33 0</inkml:trace>
  <inkml:trace contextRef="#ctx0" brushRef="#br0" timeOffset="69605.27">22572 12207 208 0,'0'0'37'16,"0"0"-25"-16,0 0-3 15,0 0-5-15,0 0-2 16,39-16-2-16,-31 8-2 16,-5-2-3-16,1-2-1 15,0 2 5-15,-4-1 1 0,0 3 1 16,0 0 4-16,0 3-5 15,-5 3 2-15,-4 2-2 16,-2 0 1-16,-1 4 0 16,0 7 0-16,2 1-1 15,2 2 1-15,2 1-1 0,5-3-1 16,1 1 2-16,0-2-6 16,10-3 1-16,3-3-15 15,3-2-34-15,3-3-46 16</inkml:trace>
  <inkml:trace contextRef="#ctx0" brushRef="#br0" timeOffset="69975.31">22952 12026 208 0,'0'0'2'0,"0"0"6"16,0 0 2-16,0 0-7 15,-48-17-3-15,29 23 1 16,1 1-1-16,2 6 0 16,3-2 0-16,1-1 0 0,6 2 0 15,4 0 2-15,2-2-2 16,0 2-3-16,7-3 8 16,6 3-4-16,2-2 0 15,-1 0 0-15,0-2 0 16,2 2 0-16,-3 0-1 0,-2-3 0 15,0 0 1-15,-5-1-1 16,-4 1 0-16,-2-3 0 16,0 1 0-16,-3-1 1 15,-7-3 6-15,-1 2-5 16,-1-1-1-16,1-2 0 0,2 0-2 16,5 0-17-16,4 0-32 15,0-5-22-15</inkml:trace>
  <inkml:trace contextRef="#ctx0" brushRef="#br0" timeOffset="70538.05">23173 11948 132 0,'0'0'1'0,"0"0"11"16,0 0-5-16,0 0 0 15,-50-10 1-15,35 13 0 16,0 6-5-16,2 2 1 16,-1 0 0-16,5 3-1 15,-1-1 0-15,6 0 4 0,1 0-3 16,3-2 1-16,0-1-1 16,9 1 2-16,3-2 0 15,4 2 1-15,1-3-4 16,0 0-1-16,0 2 0 15,-3-3-1-15,-1 2 0 0,-4 1 0 16,0 0 0-16,-4-2-1 16,-4 2 0-16,-1-2 0 15,0 1 0-15,-7-1 2 16,-4-5 1-16,-2 2 0 16,0-4 1-16,2-1 1 15,2 0 4-15,0 0-2 0,4-1-3 16,4-5-1-16,1-1-4 15,1-3-3-15,11 1 3 16,1-2-7-16,3 0 1 16,1 2-2-16,2 1 6 0,0 3 3 15,-2 3 3-15,-1 2 9 16,1 0 0-16,-2 2-4 16,1 7 1-16,-3 1-4 15,1 0-1-15,-1 1-2 16,-2-1-1-16,-1 1-1 15,-2-3 0-15,-5-1-1 16,1-3-11-16,-1-1-14 0,-3-3-19 16,0 0-73-16</inkml:trace>
  <inkml:trace contextRef="#ctx0" brushRef="#br0" timeOffset="70681.64">23372 11959 249 0,'0'0'2'0,"0"0"3"16,0 0 4-16,0 0-10 0,0 0-18 0,0 0-51 15,0 0-16-15</inkml:trace>
  <inkml:trace contextRef="#ctx0" brushRef="#br0" timeOffset="71220.3">23545 12046 251 0,'0'0'7'0,"0"0"-1"0,0 0 7 16,0 0-9-16,0 0-4 15,0 0 0-15,0 0-1 16,0 0 0-16,-39-11 1 15,30 18-3-15,0 3-3 16,-1 2 1-16,2 1 4 16,0 2-1-16,3-1-2 0,1 1 0 15,4-2-2-15,0 0-4 16,0-3 0-16,1 0-6 16,6-2-11-16,2-1-1 15,-2-4 6-15,2-3 9 0,-2 0 5 16,2 0 8-16,0-3 1 15,-1-4 6-15,2-4 1 16,1-2 2-16,2-1 0 16,-2 0-6-16,5-2 0 15,-1 2 0-15,2 0 4 16,-1 1 9-16,5 4-5 0,-4 4-5 16,2 2-2-16,-1 3-3 15,-2 0 2-15,0 4 2 16,-1 5-1-16,-2 1 1 15,-1 3-3-15,-3-1-1 16,1 0-1-16,-2 0 3 0,-4-3 3 16,0 1 0-16,-4-3-1 15,0 0-5-15,0 0-2 16,-9-1-1-16,-11 2 6 16,-2-1-13-16,-8-2-53 15,-7-4-133-15</inkml:trace>
  <inkml:trace contextRef="#ctx0" brushRef="#br0" timeOffset="78053.12">19932 12952 14 0,'-3'0'40'0,"0"0"-21"0,1 0-4 0,1-1-2 16,-1 1 3-16,2 0-5 16,0 0 5-16,-2 0-10 15,2 0-4-15,0 0-3 0,0 0-2 16,0 0 2-16,0 0 1 16,0 0-1-16,0 3 1 15,0-2 0-15,0 1 0 16,0 0 0-16,0 1-1 15,0 0 0-15,0 3 1 16,0-1 1-16,5 4-1 0,1-1 0 16,2 2 0-16,2-1 0 15,1 5 0-15,2-2-4 16,3 0 9-16,3 0-2 16,5 1 8-16,-2-1-5 15,5 1 0-15,4-4-2 16,1 3 0-16,3-3 1 0,4 2-3 15,0-1-1-15,4 0 0 16,4 2 1-16,-1-1 2 16,4 0-1-16,-2-2 3 0,2-1 1 15,-4 1-1-15,-2-4 1 16,-3-1-2-16,-1-2 3 16,-2-2 2-16,-1 0-1 15,-3 0 0-15,-2 0-3 16,0 0-2-16,-5-3-1 15,-4 0-3-15,-1 3 0 16,-6-1 0-16,-1 1 0 0,-4 0-10 16,-4 0-22-16,-2 0-21 15,-5 0-15-15</inkml:trace>
  <inkml:trace contextRef="#ctx0" brushRef="#br0" timeOffset="78237.25">20945 13148 145 0,'0'0'-6'0,"0"0"7"0,0 0 7 16,45 10-2-16,-33 3-3 16,-2 1-1-16,-1 8-1 15,-6 3-1-15,-3 1-7 16,-1 1-38-16</inkml:trace>
  <inkml:trace contextRef="#ctx0" brushRef="#br0" timeOffset="82594.49">22219 12974 77 0,'0'0'22'0,"0"0"-13"0,0 0-1 0,0 0-9 0,0 0 0 16,-4 0 0-16,1 0-4 15,-1 0 9-15,1 0-1 16,-1 0 3-16,1 0 2 16,0 0 5-16,0 0-2 15,1 0 1-15,-5 0-11 0,3 0-1 16,-1 0 0-16,-1 1 1 16,1 3-1-16,-4 2-1 15,2 1 1-15,-1 1 0 16,0 1 0-16,-1 1 1 15,-2 3-1-15,2-2 0 0,1 3 0 16,-4-2 1-16,3 2 3 16,3 0-2-16,-2 1 4 15,2 0-2-15,1-1 0 16,4 2 0-16,-1-1-1 16,2 0 0-16,0-1-2 0,0-3 2 15,0 2 1-15,5-4 0 16,4-2-2-16,2-2 1 15,1-1 3-15,2-2 1 16,-1-2-3-16,4 0 2 16,0 0-4-16,0-2 0 0,-1-3-1 15,0-2 0-15,-3-1 2 16,-5 3 2-16,1-1 1 16,-4-1 2-16,-2 2-3 15,-1-1 5-15,-2 0-2 16,0 0-4-16,0-1-2 15,0 0 2-15,0 0-4 0,-4 0 2 16,-3 0-1-16,-2 3-2 16,-2 2-3-16,0 2 2 15,-3 0-2-15,-1 0 1 16,-1 5-9-16,1 3 1 0,1 4-7 16,5-2-29-16,0-2-29 15</inkml:trace>
  <inkml:trace contextRef="#ctx0" brushRef="#br0" timeOffset="83369.11">22418 12996 46 0,'0'0'25'0,"0"0"-10"15,0 0-2-15,0 0-4 0,0 0 4 16,0 0 3-16,0 0 0 15,0 0-12-15,0 0-3 16,0 0-1-16,0 0 1 16,0 0-1-16,-33 39 0 15,25-29 1-15,-1 0 0 0,1 1 3 16,0 2 2-16,3-2 1 16,2 3-1-16,-1 0-3 15,1-2-1-15,3 2 0 16,0-3-1-16,0-1 3 15,7 0-2-15,-3-5-2 0,3 0 2 16,0-1 2-16,3-4 3 16,-2 0 6-16,2 0-3 15,2 0-5-15,-1-6-2 16,2-2-1-16,-1 1-1 16,-1-3 1-16,-1 0-1 15,2-1-1-15,-1-1 1 0,-3-1-1 16,1 1 1-16,-4-4-1 15,0 2 1-15,-4 0 1 16,-1 1 2-16,0 0 0 16,0-1-3-16,-3 3 3 15,-5 1 2-15,-3 2-4 0,-1 1-4 16,-4 5 2-16,1 2-3 16,-3 0 1-16,2 0-8 15,-4 7-3-15,5 3-21 16,2-1-28-16,5-2-3 0</inkml:trace>
  <inkml:trace contextRef="#ctx0" brushRef="#br0" timeOffset="83845.78">22921 12756 63 0,'0'0'66'0,"0"0"-65"0,0 0-4 16,0 0 1-16,0 0 1 15,-8 40 1-15,2-20 1 16,-2 7 0-16,0 1 1 0,-3 6-1 16,-1 5 4-16,0 2 1 15,-1 6 3-15,-2 3 2 16,0 1 1-16,-1 0 4 15,3-3-6-15,-3-5 1 16,3-6-6-16,0-5 0 16,0-3 1-16,4-5-4 0,2-3 0 15,-2-4-2-15,4-1 2 16,-1-3-2-16,2-3 0 16,-1-5-9-16,-2-2-30 15,0-3-30-15</inkml:trace>
  <inkml:trace contextRef="#ctx0" brushRef="#br0" timeOffset="84102.02">22688 13158 241 0,'0'0'0'16,"0"0"11"-16,0 0-1 15,0 0-3-15,27-40-6 16,-24 38 0-16,0 2-3 16,0 0-9-16,-1 0-15 15,-2 5-23-15,0-3-27 0</inkml:trace>
  <inkml:trace contextRef="#ctx0" brushRef="#br0" timeOffset="84302.61">22950 13256 219 0,'0'0'-7'15,"0"0"7"-15,0 0 1 0,0 0 3 16,0 0 8-16,0 0-5 16,0 0-7-16,0 0-19 15,-11 0-58-15</inkml:trace>
  <inkml:trace contextRef="#ctx0" brushRef="#br0" timeOffset="86958.1">22891 12626 38 0,'-10'-9'16'0,"1"2"15"0,2-2-16 0,-4 1-7 0,1-1-5 16,0 2-1-16,-2 0 2 15,1 1 4-15,-2 1-3 16,2-1 1-16,-2 3-3 16,-3-1-1-16,2 1-3 0,-4 2 2 15,0 0-1-15,1 1 0 16,-2 0-1-16,1 0 2 16,-2 0-1-16,2 0 0 15,-1 0 0-15,0 0-1 16,-1 1 2-16,1 0-1 15,0 2 0-15,1 2 1 0,0-1-1 16,1 1 0-16,1-1 0 16,-1 2 2-16,1 1-4 15,0-1 2-15,-2 1-1 16,-1 3 1-16,0-1 0 0,1-1 0 16,-5 2 1-16,6-1-1 15,-5 1 0-15,4-1 2 16,-4 3-2-16,1-1 1 15,-3 2-1-15,0 0 1 16,-2 2 0-16,2 0 0 16,-3 2 0-16,-2-1 0 0,2 2 1 15,0 0 1-15,1-1 1 16,0 2 0-16,1-4 6 16,2 2 5-16,2-1-3 15,0 1-7-15,3 2 0 0,2 3-4 16,0-2 1-16,1 4-1 15,3-1 0-15,2 1-1 16,3 0 1-16,1 0 0 16,0-1 0-16,2 0 0 15,2 1 1-15,0-3-1 16,2 1 0-16,0-1 0 0,0-4 0 16,0 3 0-16,0-2 1 15,0-1-2-15,0 0 0 16,4-1 1-16,0-2 1 15,-1 1 1-15,2 1-1 16,-2-4 1-16,2 2 2 0,-2 0 0 16,0-1-3-16,2 0 1 15,-1 1-2-15,2 0 0 16,0 2 0-16,1-1 0 16,1 0-2-16,-1-3 2 15,3 1-1-15,0 0 3 0,-1-2-3 16,2 1 1-16,-1-4 1 15,2 2 0-15,0-2 1 16,1 0 2-16,1-2-3 16,-1 1 0-16,3-2-1 15,-1 1 0-15,1 1-1 16,0-1 1-16,0-1-1 0,-1 1 0 16,0 1 0-16,1-1 1 15,0-2 1-15,-2 3 0 16,2 0 1-16,-1 0-2 15,1 1-1-15,0 0 0 0,3 0 1 16,-3-2-1-16,2 2 1 16,2-1-1-16,2-1 0 15,0 0 0-15,3-1 1 16,-1-1-1-16,0 0 0 16,1 0 0-16,0-1 0 15,2 1 0-15,-2-1 1 16,-1 0-2-16,4 0 2 0,2-3-1 15,-1 1 0-15,3-1 1 16,-1 0-2-16,2 0 1 16,-1-1 0-16,1-2 1 15,-1-3-1-15,-4 2 0 0,0-3 0 16,-1 1 0-16,-1 1 0 16,-1-3 2-16,-1 0-4 15,-1 1 4-15,1-2-2 16,-3 1 1-16,-1-2 5 15,-2-1-1-15,0 1-1 0,-2-2 1 16,1-2-1-16,0 1-2 16,0-2-2-16,-2 0 0 15,1-2 1-15,-3-1-1 16,1 2 0-16,-1-4 1 0,0-1-1 16,-1 1 0-16,-1 0 1 15,2-3 2-15,-2 2-1 16,-1 1-2-16,1-1 1 15,-2 1-1-15,-1 1 1 16,1 0-1-16,-3-2 0 16,0 0 0-16,0-1 1 0,0-1-1 15,0-1 0-15,0 0 0 16,-3-1 1-16,0 0-2 16,0 1 2-16,-1 1-1 15,0 2 0-15,-2 1-1 16,0 3 2-16,0 0-1 0,0 0-1 15,0 4 1-15,-2 1 0 16,-3-1-1-16,1 1 1 16,-4 1 0-16,0 0 0 15,-1-1 0-15,-1 1 1 16,-1-2-1-16,1 3 2 16,-2-1-1-16,-1-2 0 0,1 0 1 15,-4 2 1-15,3-5-2 16,-4 1-1-16,-2 0-1 15,-2-3 1-15,-5 1-2 16,-1 3 0-16,-5-2 1 0,-7 3 2 16,-1 2-4-16,-6 1 5 15,-4 3-6-15,-5 5-6 16,-3 2-16-16,-4-1-29 16,-4-3-81-16</inkml:trace>
  <inkml:trace contextRef="#ctx0" brushRef="#br0" timeOffset="88935.26">16414 14127 124 0,'-2'0'20'0,"2"0"8"0,0 0-11 0,-2 0-8 0,2 0-5 16,0 0 4-16,0 0-5 16,0 0-1-16,0 0 0 15,0 0-2-15,0 1 1 16,5-1 0-16,1 2-1 0,2-2 2 16,0 0-5-16,1 0 2 15,1-4 1-15,0-4 0 16,-1 0 0-16,-1-1 2 15,2-1 2-15,-5 2 0 16,1-1 0-16,-2 1-3 0,-1 3-1 16,-1 1 2-16,0 4-2 15,-1 0-2-15,0 0-2 16,-1 0 0-16,1 9 3 16,3 2 1-16,-2 5 1 15,0 2-1-15,0 3 0 16,1 2 1-16,1 4-1 0,0 0 0 15,-3 0 0-15,0 0 0 16,-1-4-8-16,0-2 12 16,0-1-6-16,0-4 5 15,-4-2-4-15,-5-1-1 16,-1-3 2-16,0-2 3 0,-1-1-1 16,-3-1-1-16,-1-2 0 15,-1-1 0-15,0 0 0 16,0-2 0-16,0-1 1 15,0 0 2-15,3 0-2 16,1 0-2-16,5 0 1 0,3-4 0 16,4-6-9-16,0 1-22 15,6-4-41-15,8-2-59 16</inkml:trace>
  <inkml:trace contextRef="#ctx0" brushRef="#br0" timeOffset="89220.2">16706 14074 134 0,'0'0'16'0,"0"0"18"0,0 0-12 0,0 0-11 16,0 0-7-16,0 0-3 15,0 0-2-15,0 0 2 0,0 0 0 16,21 56 1-16,-17-31 2 16,-4 2-2-16,1 0-2 15,2 0 1-15,-3-1-1 16,0-2 0-16,0-3-19 16,-6-1-3-16,-5-4-34 15,-2-5-18-15</inkml:trace>
  <inkml:trace contextRef="#ctx0" brushRef="#br0" timeOffset="89712.35">16526 14290 148 0,'0'0'3'16,"0"0"-3"-16,0 0 0 15,0 0 1-15,43-14 2 0,-21 8 3 16,5 1 0-16,2-1-1 16,1-1-5-16,4 1 1 15,0 0-3-15,-3 2-31 16,-4-2-3-16,-5 2 10 16,-6 4 22-16,-5 0 5 0,-7 0 5 15,-3 0 5-15,-1 6 12 16,0 5 1-16,-5 2-9 15,-4 4-2-15,1 0-6 16,1 0-4-16,2 0-2 16,3-4 0-16,2 0 4 0,0-5-4 15,2-2 2-15,4-2-1 16,4-4 3-16,-1 0 0 16,2 0-2-16,1-7 0 15,0-6 3-15,0 1 2 16,-3-4 1-16,-2-2-2 0,-1 2 2 15,-1-4 0-15,-5 4 1 16,0 2-6-16,0 1-1 16,-10 5-5-16,1 2 3 15,-1 6-5-15,-2 0-7 16,0 3-15-16,0 6-23 0,5-1-3 16,1-1-70-16</inkml:trace>
  <inkml:trace contextRef="#ctx0" brushRef="#br0" timeOffset="90265.76">17020 14209 111 0,'0'0'33'0,"0"0"-29"0,0 0-3 0,0 0 0 16,0 0 2-16,0 47 1 16,0-33-3-16,0 2 0 15,0-4 1-15,0 1 3 16,0-1 3-16,0-4-2 0,0 1-1 16,0-2-2-16,3-3-1 15,3 2 0-15,-2-5 1 16,3-1-2-16,1 0 2 15,2 0 3-15,-2-4 0 16,3-3 1-16,-1-3 2 0,1 2-5 16,-1-1-1-16,-2 3-2 15,-1-1-1-15,0 6 0 16,-3 0 0-16,3 1 0 16,-1 0-1-16,1 4 1 15,-1 3-2-15,4 1 4 0,-2 1-2 16,2-2 0-16,2 0 1 15,1-3-1-15,2-4 2 16,2 0 1-16,2 0 5 16,0-3-1-16,2-5 2 15,0-5-2-15,-4 2 4 16,-1-5-1-16,-6 2 0 0,-1-3-1 16,-6 0 2-16,-3 1-6 15,0 1-2-15,-2 0-3 16,-7 4 0-16,-4 0-22 15,-3 5-19-15,-1-1-37 0,-2 1-70 16</inkml:trace>
  <inkml:trace contextRef="#ctx0" brushRef="#br0" timeOffset="90651.67">17846 13936 218 0,'0'0'5'0,"0"0"0"0,0 0-6 0,0 0 1 16,0 0-1-16,0 0-1 16,1 43 4-16,-1-27-1 15,1 2 0-15,0 1-1 16,1 1 1-16,3 0-1 16,-3 1 0-16,0-1 2 0,0 0-2 15,-1-2 0-15,0 1 0 16,0-1 1-16,-1-1-1 15,0-1-1-15,0-1-28 16,0-3-27-16,-4-3-53 16</inkml:trace>
  <inkml:trace contextRef="#ctx0" brushRef="#br0" timeOffset="91178.36">17708 14186 79 0,'0'0'111'0,"0"0"-113"0,0 0 2 16,38-15 0-16,-21 9 0 15,0 3 0-15,3 1 0 16,-1 0 0-16,0-1 0 15,1 3 0-15,-3 0 0 16,-1 0 0-16,-3 0 0 0,0 0 0 16,-5 0 0-16,-3 3 0 15,-2 3-1-15,-2 0 0 16,-1 2 0-16,0 2 4 16,0 0 4-16,0 1-1 15,-2 1-2-15,0-3 2 16,2 0-2-16,0-2 0 0,0-2 1 15,4-1 0-15,4-4 1 16,2 0 4-16,0 0 0 16,2 0 0-16,-1-5 0 15,2-4-1-15,-1 0 1 16,-5-2 0-16,2-1 1 0,-3-2-1 16,1 1-2-16,-6-1-2 15,-1-2-3-15,0 4 0 16,0 0-1-16,-1 2-2 15,-7 3-3-15,-2 3-3 16,-1 4-1-16,-3 0-9 0,-1 4-9 16,-1 8-6-16,3-1-12 15,0 0-39-15</inkml:trace>
  <inkml:trace contextRef="#ctx0" brushRef="#br0" timeOffset="91747.25">18452 13918 92 0,'0'0'25'0,"0"0"-39"0,0 0 13 0,0 0 2 15,10 50 0-15,-8-32 3 16,-2 1 0-16,2-1 1 16,-1 5 1-16,1-3-3 15,0 0-1-15,-1-2-1 0,2 1 0 16,-3-4 1-16,0-1-2 15,0-2 1-15,0-2-1 16,0-4 0-16,0 0 1 16,0-3 1-16,0-3 1 15,0 0 8-15,0 0 11 0,0 0 4 16,0-9-13-16,0 0-10 16,2-1 7-16,5-3-3 15,4 3 1-15,1-1-3 16,0 2-1-16,2 2 1 0,1 2 1 15,0 2 4-15,0 2-1 16,1 1-6-16,-2 0 0 16,0 2-1-16,-3 7-2 15,-2-1 0-15,-1 3 0 16,-2-2 3-16,-3 2-3 16,-1-1-1-16,1-1-4 0,4 0-9 15,-4-3-2-15,6 0-9 16,0-3-21-16,1-3-26 15</inkml:trace>
  <inkml:trace contextRef="#ctx0" brushRef="#br0" timeOffset="91990.98">18808 14128 165 0,'0'0'50'0,"0"0"-7"0,0 0-20 0,0 0-14 15,0 0-8-15,0 0 0 16,0 0-1-16,-39-30 2 0,26 36-1 15,1 3-1-15,2 1 2 16,3-1-2-16,5 0 0 16,0 0 1-16,2-1-2 15,0 2 1-15,5-3 0 16,6-2 0-16,2 1 1 0,4-3 0 16,0-3-9-16,3 0-21 15,-4 0-12-15,2 0-35 16,-3-3-7-16</inkml:trace>
  <inkml:trace contextRef="#ctx0" brushRef="#br0" timeOffset="92367.33">18918 14134 49 0,'0'0'24'16,"0"0"5"-16,0 0 2 15,0 0-5-15,36-38 11 16,-34 37-14-16,0 1-8 16,1 0-9-16,-1 0 2 15,-1 5-2-15,2 3-1 16,-1 2 0-16,0 0-3 0,0 0-1 15,-2 0 0-15,3 0-1 16,-2-3 1-16,0 2-2 16,-1-4 1-16,0 0-2 15,0-3 1-15,0-1 2 16,0-1 0-16,1 0 6 0,0 0-3 16,4-8-3-16,-3-1-1 15,3-3 0-15,3 2-1 16,3-1 2-16,-1 1-1 15,3 1-1-15,-1 2 1 16,-1 3 1-16,2 1-2 16,0 3 1-16,-5 0 0 0,2 0 0 15,3 2 1-15,-2 3-2 16,-4 5 1-16,1-1 0 16,-1 2 0-16,1-1-2 15,-3 0-15-15,3-2-14 0,-1-2-35 16,3-2-19-16</inkml:trace>
  <inkml:trace contextRef="#ctx0" brushRef="#br0" timeOffset="92873.24">19411 14118 198 0,'0'0'23'0,"0"0"0"0,0 0 0 15,0 0-14-15,0 0-14 16,0 0 3-16,0 0 1 15,-46-31 1-15,26 31 1 0,4 7-1 16,-2 0 1-16,7 3 0 16,1 0-1-16,3 1 0 15,4 0 0-15,3-3-5 16,0 1-8-16,6-4 1 16,4 1 8-16,3-5 1 15,4 1 1-15,2-2 2 0,0 0 0 16,2-3-1-16,-5-6 1 15,2-1 0-15,-3-2 0 16,-3-2 0-16,-2-3-2 16,-1-1 4-16,-5-3 1 15,-1-2 1-15,-1-4-1 0,-2 2 1 16,0-2-2-16,0 3-2 16,-1 1 1-16,-3 3-2 15,0 6 2-15,-3 4-2 16,3 4 1-16,0 4 0 15,0 2-3-15,-1 2 4 0,2 7-1 16,-2 9-1-16,1 3 1 16,2 4 0-16,2 0 0 15,0 1 1-15,0-2-1 16,0 0 0-16,5-3 0 16,1-1 0-16,2-2 0 0,1-2-1 15,-1-1-8-15,1-3-14 16,0-5-23-16,0-4-17 15</inkml:trace>
  <inkml:trace contextRef="#ctx0" brushRef="#br0" timeOffset="93157.84">19585 13824 213 0,'0'0'5'0,"0"0"15"0,0 0-1 0,0 0-1 0,0 0-8 16,0 0-7-16,0 0-6 15,0 0 0-15,0 0 2 16,0 0 1-16,-5 62 0 0,2-30 1 16,0 1 0-16,2-1 0 15,0-2-1-15,1 0 0 16,0-5 1-16,0-2-1 15,0-3-7-15,5 1-18 16,0-5-20-16,3-6-28 0,3 0-62 16</inkml:trace>
  <inkml:trace contextRef="#ctx0" brushRef="#br0" timeOffset="93485.5">19723 14145 81 0,'0'0'36'0,"0"0"-28"15,0 0 13-15,0 0-4 16,0 0 7-16,0 0 3 16,0 0 3-16,0 0-8 15,17-7-13-15,-15 3-6 16,2-3-3-16,1-2 2 0,2 1-3 16,-4-2 1-16,-1-1-2 15,-1 1-3-15,-1 0 0 16,0 2 3-16,0 3 2 15,-3 1 1-15,-2 4 7 16,-4 0-5-16,2 1-1 0,-2 9-1 16,1 3 1-16,2 1-1 15,4 3 2-15,2-1 0 16,0 1-1-16,0-2-1 16,6 2 0-16,5 0-2 15,2-4-11-15,2-1-25 0,3-5-56 16</inkml:trace>
  <inkml:trace contextRef="#ctx0" brushRef="#br0" timeOffset="93755.63">20302 13891 198 0,'0'0'4'0,"0"0"25"0,0 0-15 0,0 0-16 15,0 0 3-15,0 0 0 16,-14 60 1-16,10-32 0 16,2 2 0-16,1 1-1 0,1-1-1 15,-2-2 0-15,2 0-21 16,-5-4-21-16,-1-3-30 15,1-6-45-15</inkml:trace>
  <inkml:trace contextRef="#ctx0" brushRef="#br0" timeOffset="94409.2">20190 14048 115 0,'0'0'10'0,"0"0"-7"16,0 0 16-16,53 0-11 16,-33 0 0-16,2 0 2 15,1 0 0-15,-1 0 0 16,3-2-1-16,0-5-2 16,-1-2-3-16,-2-5-3 0,-1 1-1 15,-1-2-1-15,-6-4-4 16,-1 2-2-16,-6 1-2 15,-3 1 7-15,-1 4 1 16,-3 2 5-16,0 5 17 16,0 2 0-16,0 2-13 0,-5 2-8 15,0 8 1-15,-3 5 0 16,2 4-1-16,-2 3 0 16,3 1 0-16,-1 0 0 15,3 1 0-15,0-1 0 16,1-3 2-16,0-1-1 0,2-1-1 15,0-3 1-15,0-2-1 16,0-1 0-16,0-3 0 16,2-3 0-16,0-3-2 15,-1-2-1-15,2-1 2 16,-1 0 1-16,0-7 2 0,2-3 0 16,0 0-4-16,0-5 4 15,3 0-2-15,-2 0-3 16,4 2 3-16,-2 0-2 15,0 3 1-15,4 1 1 16,-3 4 1-16,1-1 0 0,-1 5-1 16,3 0 1-16,-2 1 0 15,1 0 1-15,0 0-2 16,-1 5 2-16,1 1-1 16,-2 5 1-16,0-1-1 15,-4 0 0-15,0 2 0 0,-1-1-1 16,-1 0 1-16,-2-1-3 15,0 0-1-15,1-3-5 16,1 0-7-16,1-4-27 16,3-1-32-16</inkml:trace>
  <inkml:trace contextRef="#ctx0" brushRef="#br0" timeOffset="94610.47">20790 14080 213 0,'0'0'12'0,"0"0"16"0,0 0-22 0,0 0-4 16,0 0 1-16,0 0-2 15,0 0 1-15,0 0-1 16,0 0 0-16,17 46 0 16,-17-35-2-16,0 0-13 15,0-4-19-15,0-2-35 0,0-5-29 16</inkml:trace>
  <inkml:trace contextRef="#ctx0" brushRef="#br0" timeOffset="94751.74">20805 13959 256 0,'0'0'-9'0,"0"-51"20"16,0 33-1-16,0 3-4 15,1 8-5-15,0 3-5 16,-1 4-17-16,0 0-68 15,0 7 14-15</inkml:trace>
  <inkml:trace contextRef="#ctx0" brushRef="#br0" timeOffset="95137.23">21030 13996 203 0,'0'0'-1'0,"0"0"4"16,0 0 1-16,0 0-3 16,0 0-8-16,18-37 7 15,-29 36-1-15,0 1 0 0,-2 0 5 16,1 5 0-16,1 4-3 16,1 2-1-16,2 1 0 15,3 0 1-15,1-1-1 16,4 0-1-16,0-1 0 0,0-2 0 15,7 0 2-15,3 0-1 16,1-2 0-16,0 1 1 16,-1-3-1-16,1 2 1 15,-4-2 0-15,-1 1-1 16,-3 0 0-16,-3 1-2 16,0-1-5-16,-1 2 0 0,-8-1 6 15,-3 0 2-15,-2-2-1 16,-2 3-1-16,-1-3-1 15,0-2-30-15,2-2-66 16</inkml:trace>
  <inkml:trace contextRef="#ctx0" brushRef="#br0" timeOffset="95322.14">20959 14061 157 0,'0'0'65'0,"0"0"-58"15,0 0-11-15,0 0 1 16,0 0 2-16,0 0 4 16,-46 54-2-16,33-35 1 15,-1 1-1-15,2 0-2 16,3-5-30-16,3-6-59 0</inkml:trace>
  <inkml:trace contextRef="#ctx0" brushRef="#br0" timeOffset="95833.32">21389 13918 110 0,'0'0'9'0,"0"0"5"15,0 0-5-15,0 0-1 0,0 0 2 16,0 0-4-16,0 0 3 16,0 0 4-16,-24-20 5 15,22 17-1-15,1-4-5 16,1-1-8-16,0 3-3 15,1 0-3-15,5-1-9 16,3 1 3-16,1 2 2 0,0 0 4 16,0 3 1-16,0 0 1 15,0 0 1-15,-1 0 1 16,-2 5 0-16,1 5-1 16,-4 2 0-16,-2 6-1 15,-2 2 1-15,0 2-1 0,-3-1-1 16,-7 0 1-16,1-2 0 15,-3-1 1-15,0-1 5 16,1-5 2-16,0 3 3 16,1-1-4-16,0 0-4 15,1-1-1-15,5 1 0 0,0 2-4 16,4-2-15-16,0-4-21 16,0 1-53-16</inkml:trace>
  <inkml:trace contextRef="#ctx0" brushRef="#br0" timeOffset="95963.12">21370 14296 229 0,'0'0'2'0,"0"0"14"16,0 0-12-16,0 0-3 16,0 0-9-16,0 0-78 0</inkml:trace>
  <inkml:trace contextRef="#ctx0" brushRef="#br0" timeOffset="96880.29">16723 14948 40 0,'0'0'-15'0,"0"0"15"0,-38 0 2 0,32 0 4 0,3 0 18 15,1 0 13-15,2 0-12 16,0 0-17-16,3 0-6 15,9-2-1-15,-1 0-1 0,7 0 0 16,1 1-2-16,2-1-2 16,0 1 4-16,2 1 0 15,4 0 0-15,-2 0 1 16,5 0 0-16,3 0 0 16,4 0 4-16,5 0 1 15,5-1-3-15,4-2-2 16,6 1 2-16,5-4-3 0,6 1 2 15,8-1 5-15,6-1-3 16,9-3-1-16,8 0-2 16,5-1 0-16,5-1 1 15,5 1-2-15,5-4 1 16,6 2 3-16,2 0 1 0,4-3 3 16,5 2 7-16,0 0-1 15,5 0-2-15,2-2-1 16,-2 2 1-16,4-2-3 15,-2 1 1-15,-2-1-2 0,2 0-5 16,-9 1-1-16,-2-1-2 16,-2 1 1-16,-7 3-1 15,-5-1 1-15,-7 3 1 16,-6 2 9-16,-6 1 4 16,-10 2-2-16,-7 1-4 0,-5 0-6 15,-7 4-3-15,-8 0 0 16,-8-2-8-16,-12-2-47 15,-15-6-127-15</inkml:trace>
  <inkml:trace contextRef="#ctx0" brushRef="#br0" timeOffset="108033.28">13364 11842 64 0,'0'0'6'0,"0"0"10"0,0 0-8 0,0 0 0 15,0 0-1-15,0 0-4 16,0 0-2-16,1 0-1 15,0 0 2-15,0 0 0 16,2 0 0-16,-1 1-2 0,0-1 0 16,-1 3 0-16,-1-2 1 15,3 1-1-15,-3-1 2 16,0-1 0-16,0 0 12 16,2 0 10-16,2 0 16 15,1-1-11-15,5-8-12 0,4-5-7 16,7-6-4-16,9-7-5 15,13-8 0-15,13-8-1 16,8-7-2-16,8-9-46 16,4-8-165-16</inkml:trace>
  <inkml:trace contextRef="#ctx0" brushRef="#br0" timeOffset="110342.15">14184 12187 63 0,'-9'0'3'0,"4"0"4"0,-3 0 5 16,3 0-8-16,-3 0-1 0,2 0 0 15,-1-4-2-15,1-1 2 16,-2 1 0-16,0-5-1 16,0 1 3-16,1-5-1 15,-2 1 0-15,-1-6 2 16,2 0-1-16,-3-5 3 0,-1-1-7 15,0-3-1-15,-2-1 0 16,0-4-2-16,0-2-3 16,0 2 0-16,1-2 3 15,-1 0 1-15,3-1 1 16,2-1 0-16,0-3 1 0,4 1-1 16,1-1-1-16,4 1 1 15,0 2-2-15,0 1-4 16,0 5-4-16,4 3-2 15,3 2-2-15,4 3 5 16,0 5 9-16,0 0 1 16,5 2-1-16,-1 3 0 0,2-1 1 15,5 5-1-15,0-2 1 16,2 0 1-16,4 4 0 16,0 1 1-16,1 0 0 15,2 0-1-15,1 3 1 16,1-2 0-16,5 1 1 0,1 0 2 15,5-1-2-15,1 2 1 16,6-2-4-16,3 0 1 16,-2 0-2-16,3-2 1 15,3-1 0-15,1 0 1 16,3 0 2-16,-2 0 1 16,0-1-2-16,4 0-1 0,2 1 2 15,1 0-2-15,3 0 2 16,4 0 0-16,6 0-1 15,2-2 0-15,1 1 0 16,0-1 1-16,2-2 0 0,2 0 1 16,2-1 1-16,-1-1 1 15,6 1 1-15,0 0-4 16,1 0-2-16,-1 0-2 16,2 1 2-16,1 2-2 15,-1-1 1-15,0 0-1 0,2 2-1 16,0 1 2-16,-2 1-1 15,-2-1 0-15,-3 3 0 16,2-1 0-16,0 1 0 16,-1 1 0-16,2-1 0 15,4-2 0-15,-1 2 0 16,1 0 0-16,0-2 0 0,0-1 2 16,2 1-4-16,-1-1 4 15,2 1-2-15,-3 0 0 16,-2 0 0-16,-2 0 0 15,0-1 0-15,0 1 0 16,-2 2 0-16,2-2 0 0,-5 2 0 16,0 0 0-16,-3 1 0 15,-3-1-2-15,-1 0-1 16,2 1 6-16,-2 0-4 16,-1 1 2-16,0 0-1 15,-6 1 0-15,-5 1 0 0,-5 0 0 16,-6 0 0-16,-5 0 0 15,-5 0-1-15,-3-2 4 16,-3 2-3-16,-5 0 2 16,0 0 1-16,-7 0-2 15,-4 0-2-15,-3 5 2 0,-5 0-1 16,-4-1 0-16,0 0 0 16,-2 3-1-16,-1-1 1 15,0 1 1-15,-1 0-1 16,3 2 0-16,0-1 0 15,1 4 0-15,0-1 1 0,1 3-1 16,-3 0 0-16,1 2-1 16,-2 0 0-16,0 1 0 15,1 2 1-15,-5 0 0 16,0 1 1-16,1 1-1 16,-5 2 0-16,-1 0 0 0,0 2 1 15,2 1 0-15,-4 2-1 16,-1-2 0-16,0 2-1 15,0 2-4-15,-3 0-4 16,-13-3 1-16,-5 1 3 16,-9 1 1-16,-10 0 3 15,-14 1-1-15,-12 4 2 0,-18 2-7 16,-21 3-1-16,-24 4-8 16,-24 2-15-16,-26-5-54 15</inkml:trace>
  <inkml:trace contextRef="#ctx0" brushRef="#br0" timeOffset="111814.45">15399 12228 17 0,'-15'-6'23'0,"-1"1"-3"0,1-3 2 0,3 1-5 0,0-1-4 16,3 4 2-16,1-3-4 16,-1 2-3-16,3 0-5 15,-2 0 0-15,0 1 0 16,2 4 1-16,1-3-3 16,0 3 1-16,0 0-1 0,2 0 1 15,-3 3-4-15,3 6 1 16,1 2 1-16,2 2 0 15,0 2-2-15,0 2 2 16,0 2-1-16,2 1 1 16,4 2 0-16,-1 0 0 0,0 2 0 15,1 0 0-15,1-1 1 16,4 1-1-16,0-1 0 16,2-1 0-16,3 1 0 15,1 2 0-15,4 0 0 16,2 0 0-16,1 0 1 0,0 0-1 15,3-1 0-15,0 0 0 16,0-1-1-16,0-3 2 16,2-3-2-16,0 0 1 15,-1-3 0-15,3 0 2 16,2-5 3-16,0 2 5 16,3-1-3-16,-1 0-6 0,3 0 0 15,3 2-1-15,-3-1 1 16,-2 0-2-16,2-1 1 15,0 0 0-15,-4-5-1 16,1 0 2-16,-3 1-1 0,0-3 1 16,0-2-1-16,-3-1 2 15,-1 0 2-15,0 0 3 16,-1 0 4-16,-7-6-1 16,2-1 0-16,-3 2 0 15,-2-3-1-15,1 1-5 16,-5 0-1-16,-2 0-2 0,1 2 0 15,-3 0 1-15,1 1-4 16,0 0 4-16,-3 1-4 16,1 1-4-16,-4 2-11 15,0-1-19-15,-2 0-20 16,-2-1-3-16</inkml:trace>
  <inkml:trace contextRef="#ctx0" brushRef="#br0" timeOffset="112156.22">16464 12641 73 0,'0'0'16'0,"0"0"-6"0,0 0 6 16,0 0-4-16,0 0-2 15,44-12-2-15,-39 12-1 0,2 0-1 16,-1 0 1-16,-2 4 0 16,1 4 3-16,-1 6-4 15,-3 6-4-15,-1 6 1 16,0 8-1-16,-11 10-1 15,-8 10 1-15,-12 17-2 16,-14 14-2-16,-15 8-16 0,-14 7-59 16</inkml:trace>
  <inkml:trace contextRef="#ctx0" brushRef="#br0" timeOffset="114363.08">19422 12805 46 0,'-2'1'48'0,"1"-1"-46"0,1 0-1 0,0 1-2 15,0 1 1-15,0-1 0 16,0 1 0-16,3-2 1 15,3 0 3-15,4 2 10 0,4-2-7 16,-1 0-5-16,3 1-2 16,0 0 0-16,4 2-2 15,-1 0-4-15,2-2 3 16,2 2 4-16,3-2-2 16,1-1 1-16,2 0 1 0,4 0 0 15,1 0 1-15,2 0 2 16,3-2 1-16,3-3 1 15,-1 0 0-15,1-1 2 16,4 0-2-16,-1 0 3 16,2 0 0-16,1-1 0 15,0 2-3-15,1-2-3 0,4 1-2 16,1-1-1-16,4 2 1 16,-2-1 0-16,2 0-1 15,1-1 0-15,-2 4 0 16,1-3 0-16,-2 2 1 15,-2 0-1-15,-1 0 3 0,1-1 6 16,-2 1 1-16,2 1-6 16,1-1 1-16,5 0-3 15,1-1-1-15,4 1 0 16,4-1-1-16,0 0 0 16,0-2 1-16,-2 3-1 0,-2-2 0 15,1-1 0-15,-1 2 0 16,1-1 0-16,-1 0 0 15,3 0 0-15,5 1 0 16,0-1 0-16,5 1 0 16,0 2 0-16,3-2 0 0,2 1 0 15,4 1-1-15,1 0-4 16,3-1-4-16,-3 1-4 16,3-1 4-16,-3 1 4 15,-3-1-2-15,-2 0 6 16,-1-2 1-16,-3 2 1 0,2-2 2 15,-3 0-2-15,3-1 2 16,1 2-2-16,0-3 1 16,0 1-1-16,-3-2 0 15,-5-2-1-15,-2-3 0 16,-7 0 0-16,-5-1 0 16,-6-4 0-16,-4-1 0 0,-6-1 1 15,-2-2-2-15,-3-4 2 16,-5 0 0-16,-1-3 4 15,-4 2-4-15,-4-1 1 16,-6 0-1-16,-5-1-1 0,-7-1 0 16,-5-1-4-16,-2 0-7 15,-7-4 8-15,-11-1-1 16,-3 0 6-16,-5 2-1 16,-3-1-1-16,-6 2 2 15,-1 3 0-15,-5 0 2 0,-1 1 3 16,-6 3-2-16,0 2-3 15,-6 3 2-15,-6 3-4 16,-2 1 0-16,-5 4-1 16,-3 1 2-16,-5 5 0 15,-2 0 1-15,-5 4-1 0,-2 3-1 16,2 0 0-16,-1 1-2 16,-2 0-1-16,-1 0-2 15,2 2 1-15,-2 4-3 16,-4 1 5-16,-2 4 0 15,-3 2 1-15,-1 3-3 16,-1 1 1-16,-7 3-1 0,3 1 3 16,-4-1-1-16,-1 1 2 15,-1-1-1-15,-3-3 1 16,0 0 1-16,-1-1-1 16,-1-1 1-16,-6 3 1 15,-5 1 0-15,-3 1-2 0,-3 4-2 16,-2-1 1-16,-6 1-9 15,1 0-16-15,0 2 8 16,-6-3 0-16,1-1 10 16,-1-2 7-16,1-3 4 15,6-1 16-15,4 0 15 0,5-1-2 16,7 4-13-16,8-1-10 16,9 8-7-16,3 1-1 15,11 5-2-15,10 0-24 16,11-3-48-16</inkml:trace>
  <inkml:trace contextRef="#ctx0" brushRef="#br0" timeOffset="123071.95">22840 12732 35 0,'6'0'16'0,"2"0"7"0,-1-2-6 0,2 0 0 15,-4-1-6-15,1 0-4 0,-1 2-3 16,0-1-2-16,-3 1-2 16,0 0 1-16,-2-1-1 15,0 1 1-15,0-1 2 16,0-2 8-16,0 1-1 16,-2-1 3-16,-4 0-7 0,0-2-3 15,-1 0 1-15,0 1-2 16,-4-1 0-16,1 0 0 15,-1 0-1-15,0 1 1 16,0-1 3-16,1 2-4 16,-1 0-1-16,3-2 2 15,-2 3-2-15,0 1 1 0,1 0-1 16,-1 0 0-16,-2 2 0 16,-1 0 0-16,-2 0-1 15,2 0 1-15,-2 2 0 16,1 1-1-16,2 1 1 0,-3-1-1 15,3 0 2-15,-1-2-1 16,0 2 0-16,-1-2 0 16,0 1 0-16,-2-1 1 15,0-1-2-15,0 2 1 16,3-1 0-16,-2-1 0 0,1 1 0 16,2-1 1-16,2 2-1 15,1-2 0-15,1 0 0 16,0 1 0-16,1-1 1 15,-1 1-2-15,1 0 2 16,0 0-2-16,0-1 2 16,-3 1-1-16,1 1 0 0,-1-1 0 15,0-1 0-15,-1 1 0 16,-2 0 0-16,1-1 0 16,1 3 0-16,-3-1 0 15,5 1 0-15,-5 0 0 16,1 3 0-16,0-2 0 0,-1 2 0 15,-1 0 0-15,1-1 0 16,1 2 0-16,0-1 0 16,2 0 0-16,0 2 0 15,0-2 0-15,1 2 0 16,-1-1 0-16,-2-1 0 0,1 3 0 16,-2-1 0-16,1-1 0 15,-2 2 0-15,1-1 0 16,0 2 1-16,2 0-2 15,-1 0 1-15,-1 3 0 16,2-2 0-16,-3 2 0 0,2 0 0 16,0 0 0-16,3-1 0 15,-3 0 0-15,1 1 0 16,-1-2 0-16,-1 3 0 16,1 2 0-16,-1-2 0 15,0 3 0-15,1 0 0 0,1 0-3 16,-1 0 3-16,3-1 1 15,1 1-1-15,0 0 0 16,2-2 0-16,0 1 0 16,1-2 1-16,0 2-1 15,1 0 0-15,-1 0 0 16,1 0 0-16,0 2 0 0,0 0 1 16,0-1-1-16,2 0 0 15,-2-2 0-15,2 0 0 16,1 2 0-16,1-2 0 15,1 1 0-15,0 1 0 0,0-1 1 16,0 2-1-16,3-1-1 16,1 1 1-16,2-2 0 15,-2 1 0-15,3 0 0 16,-1-1 1-16,0 2-1 16,-1-3 0-16,2-1 0 15,2 0-1-15,-3-3 1 0,3 0 0 16,1 1 1-16,-1-3-1 15,1 0 1-15,1 0-1 16,1 1 1-16,0 0-1 16,2 0 1-16,-5 0-1 0,2-2 2 15,1 2-2-15,-1-1 0 16,1-1 0-16,0 1-2 16,-1-2 2-16,0 0 0 15,3 0 0-15,-1 0 0 16,1 0 2-16,-1-1-2 15,1 0-2-15,0-1 4 16,1 1-2-16,-1-2 0 0,2 2 1 16,0 0-1-16,0-1 1 15,0 1-1-15,0 0 0 16,0 1 0-16,0 0 0 16,0 0 0-16,0 0 0 15,0 1 0-15,1-2 0 0,0 0 0 16,2-2 0-16,-1 0 0 15,0 2 1-15,2-3-2 16,-2 0 2-16,2 0-2 16,-2 1 2-16,0-1-2 15,2-2 1-15,-2-1-1 0,2 2 2 16,1-2 0-16,3 0-1 16,-3 0 1-16,3 0-2 15,0 0 1-15,0 0 1 16,-1 0-1-16,-1 0 0 0,0 0 0 15,-1 0 0-15,-2-2 0 16,2 1 1-16,-5 0-1 16,4-1 0-16,-3 2 1 15,-1-1-1-15,-2-2 0 16,1 1 0-16,0 0 0 16,0-1 0-16,0-2 0 0,1 0 1 15,1-2-2-15,0-1 1 16,-1 0 11-16,2-2-4 15,3 0-2-15,-4-1-3 16,6 0-1-16,-3-1 0 0,0 1-1 16,2-1 0-16,0-1 1 15,-3-1-1-15,1 0 0 16,-1-1 0-16,0-1 0 16,-1 0 0-16,-3-1 0 15,2-1 0-15,-4-1 1 16,2 1-1-16,-2-5 0 0,0 2 0 15,0-5 0-15,-1 2 1 16,2-2-1-16,-3 0-1 16,-2-1 2-16,-1 1-1 15,-2 0 0-15,0 1 0 16,-3 2 1-16,1-4-1 0,-1 2 2 16,-1-3-2-16,-2 2-2 15,0-3 4-15,0-1 3 16,0 1 1-16,-1 0 0 15,-4 1 0-15,0-1-1 16,0 2 2-16,1 2-4 0,-1 1 1 16,-1 1-3-16,0 0 0 15,2 3 1-15,-3-1-2 16,1 1 0-16,-2 3 0 16,-3-4-1-16,1 4 1 15,-4-2 0-15,-1 1 5 0,-3 1-3 16,0-2 0-16,-2 2 0 15,1 0-1-15,-5 2 0 16,-1 2-1-16,-2 0 0 16,-3 3-2-16,-4 3 1 15,-4 3-2-15,-7 4-12 0,-3 0-25 16,-6 0-43-16</inkml:trace>
  <inkml:trace contextRef="#ctx0" brushRef="#br0" timeOffset="144105.25">23146 13064 104 0,'0'0'22'0,"0"0"-22"0,0 0 0 0,0 0 0 15,42-7-1-15,-35 7-1 16,-4 0-1-16,2 0 2 16,-3 0 1-16,4 0 0 15,-2 0 1-15,1 0-24 16</inkml:trace>
  <inkml:trace contextRef="#ctx0" brushRef="#br0" timeOffset="144645.79">23216 13124 121 0,'0'0'-5'0,"0"0"1"15,0 0 5-15,0 0-2 16,0 0-7-16,0 0 6 15,0 0 3-15,0 0-2 16,-28 37 2-16,25-34 4 0,1-3 1 16,1 0 9-16,1 0 1 15,0 0-8-15,0 0-1 16,-3-3-4-16,1-1-1 16,1-2-2-16,-1 0 0 15,0-2 1-15,-1 1 3 16,3-2 1-16,0 0-2 0,0 1-2 15,0 0-3-15,0-2-7 16,4 1-2-16,2 0-2 16,2-1 7-16,2 2 4 15,2-2 2-15,-1 2 2 16,5-3 4-16,-1 2 3 0,4 0 0 16,0 1-5-16,3-2-2 15,2 3 0-15,-1 0-1 16,0 0-1-16,2 1 1 15,3 0 0-15,0 0 5 16,1 0 3-16,2 1-2 0,0-2-4 16,-1 4-2-16,0-1 3 15,0-1 5-15,0 0 2 16,2 2 1-16,-2 0-4 16,0 2-2-16,-2 0-3 15,-2 1-2-15,-4 0 0 16,-5 0-1-16,-4 0-1 0,-4 2-10 15,-2 1-9-15,-6 0-20 16,-1-3-20-16</inkml:trace>
  <inkml:trace contextRef="#ctx0" brushRef="#br0" timeOffset="144895.46">23906 12789 137 0,'0'0'-2'0,"42"0"4"0,-24 0 2 0,-3 5-3 0,-3 10-2 15,-7 6-2-15,-5 3 2 16,0 6 2-16,-12 6 2 15,-7 3-5-15,-5 4-20 16,-6 0-54-16</inkml:trace>
  <inkml:trace contextRef="#ctx0" brushRef="#br0" timeOffset="145814.35">24118 12905 24 0,'0'0'2'0,"0"0"5"0,0 0 9 15,0 0-2-15,41-5-1 16,-30 3 1-16,1 0-2 0,1-1 2 16,1 0-2-16,0-1-1 15,0 1-3-15,0-1 2 16,0 2-1-16,0-2-1 15,2 2 1-15,-5 2-2 16,0-1-1-16,-3 1-3 0,-2 0-2 16,-3 0-2-16,-2 3-5 15,-1 4 5-15,0 3 4 16,-2 1 0-16,-2 0-3 16,-4 2 0-16,1 1 2 15,-1 1-1-15,1-2 1 0,0 2-2 16,0-1 3-16,1-1-1 15,0 3-1-15,1-2 0 16,1 0 0-16,0 2 1 16,0-1-1-16,3-2-2 15,1-2-21-15,0-5-36 16,0-6-68-16</inkml:trace>
  <inkml:trace contextRef="#ctx0" brushRef="#br0" timeOffset="146190.22">24433 12920 90 0,'0'0'-2'0,"0"0"3"0,0 0 0 15,0 0-1-15,0 0 0 0,-40 25 0 16,36-16 2-16,2 1 5 15,2 0 2-15,0 0-3 16,0-1 3-16,2 1-2 16,7-4 2-16,1 1 4 15,2-1 9-15,1 0-7 0,-2-1-2 16,1 0-3-16,0 0-5 16,-2 0-4-16,-3 0-1 15,-2 1 1-15,-1 0-1 16,-4-1-1-16,0 2 1 0,0-1 1 15,-7-2 2-15,-4 3 1 16,-5-1-1-16,3-2-1 16,-5 0 1-16,6-1-2 15,2-2-2-15,3-1-21 16,4-1-55-16</inkml:trace>
  <inkml:trace contextRef="#ctx0" brushRef="#br0" timeOffset="146368.16">24469 12945 147 0,'0'0'-1'0,"0"0"4"0,0 0 1 16,48-30-2-16,-31 23-2 16,2 0 2-16,1 2-2 15,-1-1 0-15,1 0 0 16,-4 2-17-16,-2-2-24 0</inkml:trace>
  <inkml:trace contextRef="#ctx0" brushRef="#br0" timeOffset="147180.04">24251 12607 81 0,'0'0'6'0,"-60"0"6"0,33 2-5 0,0 5-4 0,6 1-2 16,-1 2 0-16,4 3-1 15,0 1 0-15,3 3 0 16,3 2 0-16,3 2 0 0,-2 4 2 16,4 3 1-16,-1 1 1 15,2 4-3-15,0 1 0 16,0 6 1-16,-1-2-2 16,2 2 1-16,0 2 0 15,3-3 0-15,2-1-1 0,0-2 0 16,10-3 6-16,5-4 6 15,2-3-3-15,5-4 2 16,0-2-1-16,4 0 1 16,2-3-1-16,2 2-5 15,1-2-3-15,4-3 0 0,0 2-1 16,3-5 2-16,0-4-1 16,3-3-1-16,0-4 1 15,1-1 0-15,0-13-1 16,2 0 6-16,-4-6 0 15,0-4 0-15,-2-5-3 0,-1-2-2 16,-3-3-1-16,-5-4 1 16,-4-1-2-16,-4 0 0 15,-7 4 0-15,-8-2 0 16,-1 3 0-16,-5 0 2 16,-8 3 0-16,-7 1 0 0,-6 3-2 15,-2 0 2-15,-3 2-3 16,-1 2 3-16,-2 0-2 15,1 3 1-15,0 5-1 16,0-1-1-16,1 9 2 16,-2 1-10-16,-4 3-18 0,3 3-28 15,-1 0 1 1</inkml:trace>
  <inkml:trace contextRef="#ctx0" brushRef="#br0" timeOffset="147821.82">24874 12793 22 0,'0'0'0'0,"0"0"-2"0,0 0-3 16,-13 54 11-16,3-30 14 16,-3 9 11-16,-2 2-11 15,1 5-6-15,-2 0-5 0,1 3-3 16,-3-1-1-16,4 0-3 15,-1-4-2-15,-1-3 1 16,0-4-1-16,2-1 1 16,-3-3-1-16,-3-1 0 15,3-5-3-15,0 0-4 0,-1-5-9 16,1-4-13-16</inkml:trace>
  <inkml:trace contextRef="#ctx0" brushRef="#br0" timeOffset="148026.79">24576 13173 136 0,'0'0'3'0,"0"0"20"0,0 0 5 16,0 0-12-16,0 0-12 15,39-37-3-15,-23 35-8 16,1-2-45-16,3 4-48 16</inkml:trace>
  <inkml:trace contextRef="#ctx0" brushRef="#br0" timeOffset="148148.64">24872 13158 193 0,'0'0'-1'0,"0"0"-2"15,0 0-2-15,0 0-44 16,0 0-79-16</inkml:trace>
  <inkml:trace contextRef="#ctx0" brushRef="#br0" timeOffset="161596.84">16677 14883 115 0,'0'0'4'0,"0"0"14"0,0 0-3 15,0 0-5-15,0 0-5 16,0 0 1-16,0 0-1 16,0 0 5-16,0 0 6 15,0 0-3-15,0 0-6 16,-40-8-7-16,29 8 0 0,-1 0-2 16,-3 0-2-16,1-4 2 15,-4 1 2-15,-1-4 1 16,1 0-1-16,-1-6 1 15,1-1 0-15,-3-2 2 16,1-5-2-16,0-3 28 0,0 0-40 16,-3-5-3-16,0-2 13 15,0 3 2-15,-1-3 1 16,0 2 4-16,5 3-1 16,-3 0-4-16,3 0 0 15,4 1-2-15,-3 0 0 16,4 1-2-16,3 0 1 0,0-3-1 15,1 0 3-15,5-3 0 16,-3 1-1-16,5-3 4 16,0 1-2-16,3-2-2 15,0 3 2-15,0-1-4 16,0 3 6-16,0 2-3 0,0 2 1 16,2 1-1-16,0 2 0 15,2 0 1-15,4 2-1 16,-1-4-1-16,6 2-1 15,5-3 0-15,1 3 2 16,6-1 0-16,2 1-1 0,2 1-3 16,2 2 2-16,-1 2 1 15,-2 3 1-15,0 2 0 16,-3 1 0-16,-2 2 1 16,2 2-1-16,-2 0-1 15,2 1 1-15,4-1-1 0,0 3-5 16,4 0 1-16,-1-1 1 15,5 0 2-15,-2 1 2 16,4-1 0-16,2 1 0 16,1-3 0-16,2 3 0 15,3-1 0-15,5 1-1 0,-3-3 0 16,5 2 1 0,2 1 1-16,0 0-1 0,6 1 0 15,1 0 0-15,3 0-2 16,5 0 2-16,4 1 1 15,0-1 0-15,4 2-1 0,-1-3 0 16,1 0 0-16,3 1 0 16,5-1-2-16,0-3 1 15,3 2 4-15,5-2-3 16,4-1 3-16,0 0 0 16,-1 1-4-16,-2-2 3 15,2 1-2-15,-1-2 3 0,-1 2-4 16,2 1 4-16,1-1-3 15,-2 2 2-15,-2-1 2 16,1 0-3-16,0 2-1 16,-3-2 0-16,1-1 0 15,2-1-1-15,-2 1 3 0,3-2-2 16,-1 2 2-16,0-2 2 16,-4 2-1-16,-2 0-2 15,-4 0 0-15,-2 1-1 16,-4 1 1-16,-3 0-1 15,-7 1 1-15,-3 3 2 0,-5 1-1 16,-5 0 3-16,-6 0-3 16,-4 7-2-16,-3 3 0 15,-8 3 0-15,0 2-1 16,-6 2 2-16,-4 6-2 16,-2 2 0-16,-4 5 1 0,-5 5-3 15,-2 6 1-15,-7 4 3 16,-2 6-7-16,-4 5 0 15,0 2 3-15,0 0 2 16,-2-2 0-16,-6 0 2 16,-2 0-2-16,-3 0 3 0,-6 0 0 15,-3 2-1-15,-6 2-1 16,-8 2 0-16,-11 5 2 16,-7 1-2-16,-10 0-11 15,-8-5-93-15</inkml:trace>
  <inkml:trace contextRef="#ctx0" brushRef="#br0" timeOffset="180479.09">15326 13033 0 0,'0'-4'2'0,"0"0"11"0,0-2 10 0,0 2-9 15,0 1-7-15,0-1-3 16,0 2-1-16,0 0-2 0,0 0 1 16,0 1-2-16,0 0 0 15,0 1 1-15,0-2-1 16,0 2 1-16,0 0-1 16,0-2 1-16,0 2 1 15,0 0 5-15,0-1 0 16,0 1 0-16,0-2-2 15,0 2 2-15,-2 0-1 0,2 0-5 16,0 0 2-16,-4 0-1 16,1 0-1-16,0 0-1 15,-1 0 0-15,-3 2 0 16,3-1 0-16,-2 3 1 0,3-3-1 16,1 1 0-16,-1-1 1 15,3-1 0-15,0 1-1 16,0-1 0-16,-2 0 0 15,2 1 0-15,0-1 0 16,-2 2 0-16,-1-1 0 0,0 1 1 16,0-1-1-16,-1 2 1 15,-2 0 0-15,1 0 1 16,-3 1-1-16,2-1 3 16,0 1-3-16,1 0-7 15,-3 1 15-15,2 1-7 16,-2 1-1-16,1 1 1 0,-2 1 0 15,2 0 2-15,-1 1-3 16,1 0 0-16,-3 1 0 16,0 3 0-16,-1 1 0 15,-3 2 1-15,-1 4 1 16,-2-1-2-16,0 4 0 0,-2 0 0 16,0 2-1-16,1-1 1 15,-2 1-1-15,5 1 1 16,-1 0-1-16,2-1 2 15,0 3-4-15,1 1 2 16,-2 1 2-16,2-1-2 0,0 0 0 16,-1 0 0-16,1-2 0 15,1 1 0-15,1-1 0 16,2 0 0-16,-1 1 0 16,4 2 0-16,-2 2-3 15,3 1 4-15,-3 1-1 0,4 2 0 16,-3 0 0-16,3 0 0 15,0-1 0-15,0-1 0 16,2 2 2-16,1 0-4 16,1 2 2-16,0 3 0 15,0 1 0-15,0-1 0 0,0 4 2 16,5-4-2-16,1 2 0 16,3-4 0-16,0 3-2 15,2-1 1-15,0 0 1 16,3 0 0-16,1 1 0 0,2-3 1 15,-1 1 1-15,3-2-2 16,-4 1 0-16,2 1 0 16,-1 1 0-16,1-1 0 15,1 4 0-15,-3-4 0 16,3 2 0-16,4-4 0 16,-1 0 1-16,2-1 5 0,3-1 7 15,1 2-3-15,1-2-4 16,1 1 2-16,3 0-3 15,-1 2-1-15,3-4 0 16,-5-1-2-16,2-1 1 16,3 0-2-16,-2-1 2 0,3-2-3 15,-1 2 1-15,3-2 1 16,3 2-1-16,-1-1-1 16,-1 0 1-16,0-2-1 15,2 2 1-15,0-3-1 16,1 0 0-16,2 1 0 15,5-3 1-15,0 0-1 0,2-1 0 16,-2-1 1-16,4-3-1 16,-2-1 1-16,-1 0-1 15,2-1 1-15,-3-3-1 16,0-1 1-16,-4-1-2 16,-2-2-1-16,-1 0 5 0,-2-2-3 15,-1 2 1-15,-3-3-1 16,2 0 1-16,3-1-1 15,-6 1 1-15,3-2 1 16,-4-1-1-16,1 0-1 0,-5 2 0 16,-1-2 1-16,-2 0-1 15,-5 1 0-15,0-1 1 16,-4-1-1-16,-2 0 0 16,-2 0-3-16,-3-2-31 15,-4-3-31-15,0-1-11 0</inkml:trace>
  <inkml:trace contextRef="#ctx0" brushRef="#br0" timeOffset="181133.28">16885 16114 61 0,'0'1'1'0,"0"2"0"0,0 1-1 16,0-1 0-16,0 2 3 16,0 1-3-16,0-1 1 0,1-1 4 15,3 2 0-15,1 0 1 16,-2 1 0-16,0 2 0 15,2 1 0-15,-3 0 0 16,2 5-4-16,-1 0 0 16,2 2 0-16,-3 2 2 15,-2 2 1-15,0 0-1 0,0 5 0 16,0 1 4-16,0 3 3 16,-9 2 1-16,2 4-2 15,-4 2-4-15,-3 6-3 16,-1 6 1-16,-7 6-4 15,-3 3-2-15,-4 4-45 0</inkml:trace>
  <inkml:trace contextRef="#ctx0" brushRef="#br0" timeOffset="182435.58">17331 16510 176 0,'-4'-8'1'0,"2"1"1"0,0 2-1 0,1-1 3 16,1 4 0-16,0 0-1 15,0 2 9-15,0 0-7 16,0 7-7-16,0 6 5 16,0 4-1-16,0 3 4 0,0 0 0 15,0 1-6-15,0-4-1 16,0-3 2-16,0-5-1 15,0-3 1-15,0-5 0 16,0-1 2-16,0 0 4 16,0-10-3-16,0-4-4 0,0-6 0 15,0-4-1-15,0-2-5 16,0-1-1-16,0-4 4 16,1 1 0-16,2-1 2 15,4 0-2-15,-1 1-1 16,6 2-2-16,2-1 3 0,0 4 1 15,3 1 0-15,1 5 2 16,-3 2-2-16,1 4 2 16,-3 7 2-16,-2 4-2 15,1 2 0-15,-3 2 0 16,1 10-2-16,-4 6-4 16,0 4 6-16,-1 3 3 15,0 1-1-15,0 1 1 0,-2 0-3 16,0 0 0-16,1-2 0 15,0 1 1-15,-2-2 0 16,-2 2 1-16,0-2 0 0,0-1-2 16,0-2-4-16,0-3-12 15,-2-3-43-15,-6-7-30 16</inkml:trace>
  <inkml:trace contextRef="#ctx0" brushRef="#br0" timeOffset="182642.1">17298 16490 205 0,'0'0'-7'0,"0"0"2"0,0 0 3 0,0 0 2 15,46-34 1-15,-25 25-1 16,5 0-4-16,1 0-10 15,2 2-5-15,0-3-4 16,0 0-25-16</inkml:trace>
  <inkml:trace contextRef="#ctx0" brushRef="#br0" timeOffset="182920.27">17701 16302 151 0,'0'0'3'16,"0"0"10"-16,0 0 5 15,0 0-8-15,0 0-4 0,0 0-4 16,0 0-7-16,0 0 6 16,-1 20-1-16,1-5 1 15,0 3 0-15,4 2 0 16,0-1-1-16,0 2 1 15,-1-2 1-15,1 3-1 0,-4-2-2 16,0-1-9-16,0 0-12 16,0-4-23-16,0-4-11 15</inkml:trace>
  <inkml:trace contextRef="#ctx0" brushRef="#br0" timeOffset="183290.4">17698 16331 129 0,'0'0'-10'0,"0"0"10"0,42-27 6 16,-24 24-4-16,-1 2 0 16,2 1 1-16,1 1-1 15,-2 11 0-15,4 2 0 16,-3 3-1-16,4 1 1 0,-4 1-1 15,-1-1 1-15,1-1 0 16,-6-2-1-16,1-3 1 16,-4-3-1-16,0-2 0 15,-5-3-1-15,1-2 1 16,-5-2-1-16,-1 0 13 16,0-5 50-16,0-6-46 0,0-2-11 15,-5-5-1-15,-1-3 4 16,0-1-9-16,0 2 1 15,2 2-1-15,1-1-2 16,3 5 0-16,0 1-5 0,0 2-33 16,0-2-61-16</inkml:trace>
  <inkml:trace contextRef="#ctx0" brushRef="#br0" timeOffset="183567.57">18197 16270 124 0,'0'0'51'16,"0"0"-63"-16,0 0 4 0,0 0 10 16,0 0-2-16,0 0 0 15,0 0 5-15,6 37-2 16,-5-21-1-16,1 1 2 15,1 1-2-15,2 2 0 16,-3-1-1-16,1 0 0 0,-2-2 0 16,0-1 3-16,-1-2-4 15,0-1-12-15,0-3-20 16,-2-4-33-16</inkml:trace>
  <inkml:trace contextRef="#ctx0" brushRef="#br0" timeOffset="183894.34">18187 16330 166 0,'0'0'1'0,"0"0"2"16,47-19-1-16,-23 14 0 16,-1 1-1-16,2 3 2 15,-1 1-4-15,1 0-1 16,-1 6 0-16,-2 4 2 15,0 0 1-15,-4 0 0 0,-2-2 1 16,-2 1-1-16,-3-2-1 16,0-3 4-16,-7-1 7 15,1-2 10-15,-5-1 1 16,0 0 1-16,0 0 24 16,0-7-19-16,0-5-23 0,-7-4-2 15,3 0-3-15,-3-5 0 16,5-1-1-16,2-1-8 15,0 0-22-15,2-1-27 16,7 2-43-16</inkml:trace>
  <inkml:trace contextRef="#ctx0" brushRef="#br0" timeOffset="184322.49">19029 16323 77 0,'0'0'-16'0,"0"0"16"0,0 0 1 16,0 0-1-16,0 0 4 15,0 0 50-15,0 0-8 16,0 0-3-16,0 0-12 15,19-17-13-15,-20-2-7 16,1-5-10-16,0-6 1 0,0-2-3 16,0-4 0-16,0-2-2 15,0-1 3-15,0 2-1 16,1 6-1-16,1 4-1 16,2 4 1-16,1 7 5 15,-1 5-3-15,3 4 0 16,1 5 0-16,-2 2-1 0,4 5-8 15,-5 12 0-15,4 4 5 16,-3 6 2-16,1 3-4 16,-2 3-1-16,0 1-9 15,0-1-9-15,-2-1-10 16,-2-5-22-16,-1-1-27 0</inkml:trace>
  <inkml:trace contextRef="#ctx0" brushRef="#br0" timeOffset="184749.16">19014 16205 264 0,'0'0'-7'15,"0"0"2"-15,24-39 2 0,-5 25 8 16,5-2-3-16,0 2-1 15,2 2-1-15,0 3 2 16,1 3-2-16,-2 2 0 16,1 4 2-16,-2 0-2 15,0 10 0-15,-2 4 1 0,-2 2 1 16,-1 2-2-16,-4 1-5 16,-3-1-1-16,-4-2 2 15,0-1-2-15,-6-3 2 16,-2-4 0-16,0-1 0 15,-1-1 0-15,-7-4 4 16,-1 0 0-16,1-2 1 0,-1 0 0 16,-1 0 1-16,4-8 1 15,1-5-3-15,3-1 0 16,0-5-3-16,2-2 3 16,0-3 0-16,3 0 1 15,7 0 3-15,6 1-4 0,-1 0-2 16,2 3-16-16,1-1-71 15</inkml:trace>
  <inkml:trace contextRef="#ctx0" brushRef="#br0" timeOffset="185032.94">19601 16033 195 0,'0'0'3'0,"0"0"0"0,0 0 2 0,0 0-3 16,0 0-5-16,0 0 2 16,-49 26 2-16,35-10 0 15,0 0-1-15,2 4 2 16,5-1-1-16,5-1 0 16,2-4 0-16,2 0 2 0,10-4-2 15,3-3 0-15,3-4 2 16,3-3 0-16,3 0-1 15,5-6 0-15,2-8-2 16,2-6-20-16,-4-2-38 16,-1-7-32-16</inkml:trace>
  <inkml:trace contextRef="#ctx0" brushRef="#br0" timeOffset="185670.22">19788 15766 49 0,'0'0'60'0,"0"0"-34"15,0 0 13-15,0 0-11 16,-37-36-9-16,35 36-14 16,1 3-6-16,0 14-1 15,1 2 1-15,0 6 2 16,0 5 0-16,0 3-1 0,1 1 2 16,5-2-1-16,-1 1 1 15,-2-2 0-15,0-1-1 16,1-4 2-16,-2-4-3 15,-1-3 2-15,-1-2-1 16,1-6-1-16,0-4 0 0,0-1 0 16,0-6-9-16,2 0-9 15,3-1 10-15,-3-11 1 16,3-1-12-16,1-5 3 16,1 2 12-16,2 1 4 15,2 1 1-15,0-2 1 0,2 7 3 16,-1-2 2-16,1 5-5 15,-1 2 0-15,0 3 0 16,-4 1-2-16,0 0 0 16,-1 7 1-16,0 3 2 15,-1 3 0-15,-1-1 4 16,0 1 3-16,1-1-4 0,1-1-3 16,-2-2-1-16,3-4-1 15,2-2 2-15,-2 0-2 16,2-3 0-16,1 0 2 15,0-9-2-15,0-2 0 16,1-4-1-16,-5-1 0 0,1-3 0 16,-3 2 0-1,0 1 1-15,-6 2-1 0,0 4 1 16,0 4 2-16,0 2 10 16,0 3 0-16,0 1-10 15,0 0-4-15,0 1 2 16,0 7-1-16,0 2 1 0,6 2-1 15,1 1 2-15,3-2-4 16,-1-1-3-16,2-1-18 16,1-5-34-16,-2-4-58 15</inkml:trace>
  <inkml:trace contextRef="#ctx0" brushRef="#br0" timeOffset="185824.33">20140 15740 271 0,'0'0'3'0,"0"0"3"0,0 0-7 0,0 0-16 16,0 0-47-16,0 0-46 16</inkml:trace>
  <inkml:trace contextRef="#ctx0" brushRef="#br0" timeOffset="186100.21">20308 15649 255 0,'0'0'0'0,"0"0"-6"15,0 0 5-15,0 0 1 0,0 0-1 16,20 53 1-16,-16-26 2 16,-1 4-1-16,1 2 0 15,-2-3 0-15,3 2 0 16,-1-3 0-16,-2-1 0 16,-1-2-12-16,-1-4-19 0,0-1-23 15,0-6-36-15</inkml:trace>
  <inkml:trace contextRef="#ctx0" brushRef="#br0" timeOffset="186337.44">20185 15923 271 0,'0'0'-1'0,"0"0"-10"16,0 0 6-16,38-21 4 15,-20 16 3-15,6-1-2 16,1 1 1-16,0 3-1 16,0-2 1-16,0 3-2 15,3 0 0-15,-1 0-6 16,1-1-24-16,-1-1-13 0,-1-4-14 16,-2 0-8-16</inkml:trace>
  <inkml:trace contextRef="#ctx0" brushRef="#br0" timeOffset="186586.65">20596 15816 87 0,'0'0'49'0,"0"0"0"16,0 0-6-16,0 0-22 16,5-37-12-16,-12 32-2 0,-4 4-7 15,0-2 4-15,-1 3-2 16,-1 0 1-16,2 4-3 16,0 6 1-16,-1 4-1 15,2 3 1-15,3 2 0 16,0 2-1-16,2 1 0 0,5-2 1 15,0-1 0-15,0-1 1 16,2-3-2-16,10-2 1 16,3-2 0-16,4-2-3 15,3-4-9-15,1-5-4 16,5 0-9-16,1 0-18 16,-2-8-9-16,-1-8-11 0</inkml:trace>
  <inkml:trace contextRef="#ctx0" brushRef="#br0" timeOffset="186827.25">20804 15755 186 0,'0'0'31'0,"0"0"-12"16,0 0-15-16,-41 19-3 16,31 0 0-16,3 1-1 15,-2 3 1-15,6-1 0 16,1 0 0-16,2-1 1 0,0-3 0 15,5-3-1-15,7-1-2 16,2-6 2-16,6-1 1 16,4-3 0-16,1-4 0 15,1 0-4-15,3-9-9 16,-3-6-30-16,-1-9-33 0,-2-3-54 16</inkml:trace>
  <inkml:trace contextRef="#ctx0" brushRef="#br0" timeOffset="187084.23">21037 15473 241 0,'0'0'2'0,"0"0"-13"15,0 0 8-15,0 0 3 0,-6 51 0 16,4-26 0-16,-1 3 0 15,0 3 2-15,1 3-2 16,0 1 1-16,1 0 1 16,1-3-1-16,0 0 0 15,0-4 2-15,0-2-2 0,0-5-23 16,0 0-29-16,0-9-15 16,-6-2-8-16</inkml:trace>
  <inkml:trace contextRef="#ctx0" brushRef="#br0" timeOffset="187725.33">20921 15807 209 0,'0'0'-1'0,"0"0"1"16,44-18 0-16,-23 9 0 0,2-1 0 15,4 1-2-15,-4 0-4 16,0 1-12-16,-5 2 8 15,-1 1 6-15,-6 2 6 16,-4 2-2-16,-1 1 0 16,-6 0 5-16,0 7-1 0,0 7 2 15,-4 2 1-15,-1 4 1 16,-1 1-4-16,2 0 0 16,3-1-2-16,1-4 1 15,0-2 0-15,2-2-1 16,7-3-1-16,-4-3 2 0,6-4-2 15,-4-2 0-15,2 0-2 16,2-5-3-16,0-9 6 16,2-5-4-16,1-3 2 15,-1-1 4-15,1 0-1 16,-2 2 3-16,-1 4-1 0,-2 8 0 16,1 2-4-16,-4 3 0 15,4 4-1-15,-4 0-1 16,3 6 2-16,0 4 2 15,1 1-1-15,-1 3 0 16,1-1-1-16,0 0-1 16,-2-3 1-16,3-2 0 0,-2-2 0 15,1-3 0-15,-1-3 0 16,4 0 0-16,0-7-1 16,-2-5 3-16,1-5 0 15,0-4-3-15,-2-2 2 16,-4 2-1-16,-3 3 0 0,-1 2 3 15,-2 3 4-15,0 7 2 16,0 4-3-16,-6 2-9 16,0 0-2-16,0 5 3 15,2 8 0-15,2 1 1 16,2 2 0-16,0 2-4 0,8-2-6 16,9-2-7-16,5 0-12 15,5-5-51-15</inkml:trace>
  <inkml:trace contextRef="#ctx0" brushRef="#br0" timeOffset="189134.86">17652 15801 112 0,'-7'-4'5'0,"1"1"17"0,-3-2-2 16,0 0-9-16,2 3-3 0,1-3 1 15,-3 2-1-15,0-1 2 16,3 0 0-16,0 1 0 16,0 0-6-16,-2 0-2 15,1 2-1-15,-1 1-2 16,0 0-1-16,-6 0-1 0,1 0 2 16,-3 3-6-16,-3 1 6 15,1 2 6-15,-1 2 1 16,0-1 0-16,-2 3-4 15,-1 2-1-15,2 0-1 16,-2 1 1-16,0 3 0 0,2-1-2 16,1 3 1-16,-1 3 2 15,4 1-3-15,0 7-3 16,1 5 9-16,2 6-2 16,-1 6-2-16,1 4-1 15,2 3 1-15,3 2-1 0,1 2 2 16,4 5-2-16,3 0 1 15,0 2-1-15,4 1 1 16,11 0 0-16,10-1-1 16,5-3 3-16,12-3-3 15,12-2 3-15,10-6-4 0,11-4 3 16,9-6 2-16,13-6-1 16,5-8-2-16,7-10 2 15,8-10-2-15,6-6 0 16,6-15-7-16,1-18-29 15,-4-12-29-15,-3-15-55 16</inkml:trace>
  <inkml:trace contextRef="#ctx0" brushRef="#br0" timeOffset="190629.64">17765 15715 176 0,'0'0'3'0,"0"0"6"0,0 0-7 0,0 0-3 15,0 0 2-15,0 0-1 16,0 0 1-16,0 0 10 16,0 0 12-16,0 0-10 0,0 0-7 15,0 0-6-15,4 0 0 16,-4 0-4-16,0 0 5 16,0 1-2-16,2 3 0 15,2-1-2-15,0-1 1 16,6-1 0-16,3-1 1 0,4 0 2 15,6 0-2-15,6-3 2 16,2-4-1-16,8 0 0 16,3-1-1-16,2-4-1 15,6 2-1-15,4-3 1 16,2 2 1-16,2-2 1 16,3 3 0-16,2 0-2 0,5 0 3 15,-1 2-2-15,4-5 1 16,2 3 0-16,5-2 1 15,4-3-4-15,2 1 5 16,2-3-2-16,5-1 2 0,3-4 3 16,-4 1 2-16,2-2-1 15,1 0 3-15,0-1-6 16,0 4-2-16,-2-2-1 16,3 3 0-16,2 2 1 15,-6 2-1-15,-1 2 1 16,-1 0-1-16,-1 2 0 0,0 1 0 15,-5 1 0-15,3 2 0 16,-1-3 0-16,-1 3 1 16,-4-1-1-16,-2-1 0 15,-2 5 1-15,-8-2-2 16,-4 0 1-16,-4 2 0 0,-2 1 0 16,-5 0 1-16,-4 2 3 15,-2-2-1-15,-4 3-1 16,1 0-1-16,-5 0-1 15,1 0 0-15,-3 0 0 16,-2 0 0-16,-3 5 1 0,-4 2-1 16,-4 1 0-16,-3 2-1 15,-3 3 2-15,-6 2-2 16,0 2 1-16,-2 2 0 16,3 5 0-16,-5 2 1 15,2 3-1-15,1 3 0 16,-2 3-1-16,1-2 2 0,-2 4 0 15,-1-3-1-15,1 0 0 16,-1-1 0-16,-2 0 0 16,0 2 0-16,1-2 1 15,-1 3 0-15,2-2 1 16,0-1-1-16,-4 0 0 0,2-2 0 16,1-2 0-16,-5 0 0 15,0-2 0-15,0 0 0 16,-10 4 1-16,-5-2-1 15,-4 2 4-15,-3 3-1 0,-3 0 0 16,-3-1-2-16,-2 0 0 16,-4-2-1-16,-1-3 1 15,-6 2-2-15,-6-3-11 16,-4-1 24-16,-3-2-10 16,-7-1-1-16,-1-1 0 15,-2-3 0-15,1-3 3 0,-2-1 1 16,-4 3-1-16,1-5-4 15,-2 4 0-15,-4-1-1 16,-1-2 0-16,-7 3 1 16,0-1-1-16,-3-2 0 0,1 0 0 15,-1-1 0-15,-3 0 1 16,1-2-1-16,-1 2 0 16,-3 1 0-16,-4 0 0 15,-3 0 0-15,2 2-1 16,-5 0 1-16,-1-1 0 0,-1 1-1 15,0 0-1-15,0-1 3 16,-1-1-1-16,2 0 1 16,4-1 0-16,2 0-1 15,2 0 1-15,2-2 5 16,6 1-2-16,4-2-3 0,3 0 3 16,7-1-1-16,6-1-1 15,10 0-2-15,5 0-1 16,11-3-8-16,8-5-41 15,7 0-103-15</inkml:trace>
  <inkml:trace contextRef="#ctx0" brushRef="#br0" timeOffset="192344.13">21586 15387 29 0,'-2'0'38'0,"0"0"-13"0,2-3-8 15,0 3-5-15,-1 0-6 16,1 0-4-16,0 0-2 0,0-2 0 16,0 2 0-16,0 0 1 15,0 0-1-15,0 0 0 16,0 0 0-16,0 0 5 15,0 0 4-15,0 0-1 16,0 0-6-16,0 0-2 0,0 0 1 16,0 0 4-16,0 0 11 15,0 0-5-15,0 0-7 16,0 0-2-16,0 0-2 16,0 0 0-16,2 0 0 15,1 0-1-15,-2 2 1 0,1 5-1 16,2 1 2-16,-2 0-1 15,2 0 1-15,-1-1 1 16,0 0-1-16,0 0-2 16,-1-2 2-16,1-1-1 15,0 0 2-15,0-3-2 0,0 0 0 16,3-1 0-16,1 0 1 16,1-2 4-16,2-8 2 15,4-3-1-15,3-4 0 16,3-5-1-16,6-4 2 15,2-4-4-15,4-2-1 0,2-1-1 16,-1 0 0-16,2 0 0 16,-2 1-1-16,-1 2 1 15,-1 0-1-15,-3 6 0 16,-4 2 0-16,-4 6-7 16,-6 6-25-16,-6 3-39 0,-8 7-63 15</inkml:trace>
  <inkml:trace contextRef="#ctx0" brushRef="#br0" timeOffset="192885.15">21648 15431 21 0,'0'0'16'0,"0"0"0"0,0 0-2 0,0 0 18 15,0 0-2-15,0 0-10 16,0 0-4-16,42-49-4 0,-13 21-7 16,5-8-4-16,7-3-1 15,4-4-1-15,1 0 1 16,1-3-9-16,-3 0-17 15,-6 4-13-15,-5 2-69 16</inkml:trace>
  <inkml:trace contextRef="#ctx0" brushRef="#br0" timeOffset="198312.57">21774 15787 87 0,'0'0'5'0,"0"0"-5"0,0 0 2 0,37 19-1 16,-20-12 1-16,4 0 0 16,2 1 1-16,6 2 7 15,0 0 4-15,0-1-1 0,2 3 0 16,3-1 0-16,0 1-7 15,2 1 1-15,-4 0 0 16,2 0-3-16,-1 1-3 16,-2-1 0-16,0 1 0 15,-4-3 0-15,-4-2-18 0,-2-8-69 16</inkml:trace>
  <inkml:trace contextRef="#ctx0" brushRef="#br0" timeOffset="198803.35">22573 16048 75 0,'0'0'3'0,"0"0"20"16,0 0-5-16,0 0-2 16,0 0-2-16,0 0-5 0,0 0 1 15,0 0 12-15,0 0-3 16,3 0-12-16,-3-14-5 16,2-3-1-16,-2-3 1 15,0-5-2-15,2-1-2 16,1-4 0-16,2-2-1 0,0-3-2 15,1 0-11-15,3 1 1 16,-1 4 14-16,1 3 8 16,-1 8-5-16,0 1 34 15,0 9-33-15,-1 4-2 16,1 5-2-16,2 0-1 0,-2 0 1 16,2 10-2-16,1 8 0 15,1 2-1-15,-5 7 5 16,2 2 9-16,2-1-6 15,-4 2 0-15,1-2 1 16,-1-4-1-16,1-2-2 16,-3-3-3-16,0-1-9 0,-3-4-23 15,-1-5-32-15</inkml:trace>
  <inkml:trace contextRef="#ctx0" brushRef="#br0" timeOffset="198980.6">22663 15906 279 0,'0'0'2'0,"0"0"-3"0,0 0 1 0,0 0-1 0,0 0 1 16,0 0-1-16,57-7-18 15,-31 2-26-15,-2-2-49 16</inkml:trace>
  <inkml:trace contextRef="#ctx0" brushRef="#br0" timeOffset="199222.93">22985 15804 123 0,'0'0'86'0,"0"0"-74"15,0 0-2-15,0 0-9 0,0 0-2 16,-36 5 4-16,23 9-1 15,0 4 0-15,0 2 0 16,2 0 0-16,5 0 1 16,4-2 1-16,2-4-1 15,0-2-3-15,12-3-1 0,2-5 0 16,6-3-4-16,4-1-2 16,3-7-19-16,1-9-23 15,-1-5-94-15</inkml:trace>
  <inkml:trace contextRef="#ctx0" brushRef="#br0" timeOffset="199465.22">23195 15557 236 0,'0'0'-2'15,"0"0"-4"-15,0 0 4 16,0 0 3-16,-12 47 1 15,9-22 0-15,1 5-1 16,1 2 2-16,1 3 0 16,0 0 0-16,0-2 3 0,0 0-4 15,0-2-3-15,0-2-10 16,0-4-15-16,0-3-6 16,0-5-7-16,-1-5-15 15</inkml:trace>
  <inkml:trace contextRef="#ctx0" brushRef="#br0" timeOffset="199792.78">23078 15847 250 0,'0'0'2'15,"0"0"-7"-15,0 0 0 16,0 0 4-16,0 0 4 15,55-19 0-15,-31 11-2 16,1 2 0-16,-3-1-1 0,0 4 0 16,0 1 0-16,-3 2-1 15,-4 0-3-15,-2 0 2 16,-3 9 0-16,-6 3-1 16,-3 3-3-16,0 1 3 15,-1-1 6-15,0 0-2 16,0-1 1-16,0-1 1 0,0-5-1 15,0 2 1-15,1-1 0 16,7-4-3-16,4-5-14 16,-1 0-32-16,0-4-97 15</inkml:trace>
  <inkml:trace contextRef="#ctx0" brushRef="#br0" timeOffset="199935.35">23300 15672 264 0,'0'0'-13'15,"0"0"-38"-15,0 0-53 16</inkml:trace>
  <inkml:trace contextRef="#ctx0" brushRef="#br0" timeOffset="200243.1">23379 15783 240 0,'0'0'7'16,"0"0"-13"-16,0 0 10 15,41 48-4-15,-29-30 3 16,-1-2-2-16,0 0-2 15,-3-2 0-15,0-4 2 16,-5-1 0-16,1-4 0 0,0-2-2 16,-1-3 0-16,0 0 2 15,0-4 6-15,2-9-4 16,1-2-1-16,2-6-2 16,1-3 1-16,0-2-13 0,4 0-24 15,2-2 7-15,-1 2-28 16,2 3-60-16</inkml:trace>
  <inkml:trace contextRef="#ctx0" brushRef="#br0" timeOffset="200614.17">23747 15750 255 0,'0'0'6'16,"0"0"10"-16,0 0-12 15,0 0 4-15,0 0-11 0,0 0 3 16,0 0 4-16,0 0-1 16,-21 32-1-16,13-20 0 15,2 0-1-15,2-2 2 16,2 1-1-16,2-2 0 16,0-4-9-16,0 1-11 15,4-4-8-15,4-2 12 0,0 0 3 16,1-2 13-16,1-4-1 15,-1-4 3-15,2 2 9 16,-1 1-1-16,-2 2-5 16,1 1-1-16,0 4-4 15,-1 0-1-15,0 0 1 0,3 4 1 16,-3 4-1-16,1 0 0 16,1 1 1-16,-3-1-8 15,1-2-13-15,-3-5-23 16,1-1-27-16</inkml:trace>
  <inkml:trace contextRef="#ctx0" brushRef="#br0" timeOffset="200883.53">23950 15490 264 0,'0'0'-21'15,"0"0"7"-15,0 0 7 16,0 0 13-16,0 0-3 16,0 0-8-16,36 53 5 0,-34-28 0 15,-2 5 1-15,0 1 1 16,2 2 0-16,1 1-1 16,-3-1 3-16,0-2-1 15,2-4 0-15,-2-1 2 16,0-2-8-16,0-7-19 0,-2-4-15 15,-5-5-36-15</inkml:trace>
  <inkml:trace contextRef="#ctx0" brushRef="#br0" timeOffset="201154.24">23888 15709 179 0,'0'0'0'0,"0"0"0"16,54-16 1-16,-30 9 1 0,3 4 0 16,-2 2 0-16,-1 1 0 15,-4 0-1-15,-3 11 0 16,-4 2 7-16,-2 7 2 16,-4 0 3-16,-1 0-5 15,-4 1 0-15,1-1-5 0,-3-4 0 16,2-1-1-16,-1-4-2 15,3-4-13-15,1-5-16 16,1-2-16-16,1 0-51 16</inkml:trace>
  <inkml:trace contextRef="#ctx0" brushRef="#br0" timeOffset="201267.55">24188 15620 224 0,'0'0'-25'15,"0"0"28"-15,0 0-43 16,0 0-23-16</inkml:trace>
  <inkml:trace contextRef="#ctx0" brushRef="#br0" timeOffset="201835.93">24303 15674 250 0,'0'0'3'16,"0"0"22"-16,0 0-6 16,0 0-17-16,0 0-3 15,0 0-12-15,0 0 5 0,-19 25 6 16,10-12 3-16,4 1 0 16,-1 0 0-16,2 1 1 15,2-4-2-15,2 0-4 16,0-1-17-16,0-1-12 15,5-5-13-15,2 0-6 0,-1-4 15 16,2 0 21-16,-2 0 18 16,1-7 10-16,-1-4 10 15,1-1-2-15,-1-1-3 16,-1 2 2-16,0-2-6 16,0 2-5-16,-1 5-3 15,3 1-1-15,-2 1-2 0,1 2 1 16,-1 2-3-16,3 0 0 15,-3 0 0-15,2 7 3 16,-3 2 0-16,1 2-1 16,1 2 2-16,-3-3 1 15,-1 1-4-15,2-2-14 16,-1-2-7-16,-1-4 5 0,-1-2 9 16,1-1 3-16,2 0 14 15,2-7 8-15,0-4-2 16,4-2 0-16,-2 1-1 15,4-2 6-15,1 3-1 0,2 2-8 16,1 5-7-16,3 4-3 16,1 0-2-16,0 6-1 15,-4 12-1-15,0 5 4 16,-8 7-8-16,-8 6-36 16,-3 0-15-16,-21 5-33 0</inkml:trace>
  <inkml:trace contextRef="#ctx0" brushRef="#br0" timeOffset="202698.78">21698 15908 16 0,'0'0'10'0,"0"0"9"0,0 0 7 0,0 0-8 15,0 0-5-15,0 0-7 0,0 0-8 16,0 0 0-16,0 0 5 16,0 0 3-16,0 0-2 15,0 0 1-15,0 0-2 16,30 3-2-16,-20 4-1 16,1 4 0-16,1 3 1 15,7 2 4-15,1 7 1 0,8 1 2 16,5 4-2-16,7 3 0 15,3 2-4-15,4 1 3 16,4 3 3-16,-2-1-3 16,3 1-4-16,0-2 2 15,1-1-2-15,-4-2 0 0,1-1 0 16,-2-3 1-16,-2 1 9 16,-2-1 8-16,-4-3-5 15,-2 0-6-15,-4-3 1 16,-1-2-5-16,-4-1 1 0,-6-2 3 15,-1 0 2-15,0-2-3 16,-2-2-4-16,-4 3-2 16,4-5 1-16,-5 2 2 15,-1-2-16-15,0 1-14 16,-1-2-33-16,-3-3-44 16</inkml:trace>
  <inkml:trace contextRef="#ctx0" brushRef="#br0" timeOffset="203828.21">23028 16523 96 0,'2'-3'-9'0,"-2"3"10"0,2 0-1 0,-1 0 3 15,2 4 7-15,0 5 5 16,1 2 2-16,-1 2-2 15,2 4-2-15,-3 3 0 16,2 1-5-16,-4 2-3 16,0 1-2-16,0 0 0 0,0 2 2 15,0-4-4-15,0-2 3 16,0-4-1-16,0 0 2 16,3-4-3-16,0-4 0 15,0-1-1-15,3-2-1 16,-1-1 2-16,2-1 3 0,1-1-3 15,2-1-1-15,3-1 2 16,0 0-1-16,1 0-2 16,-1 0 1-16,0-3 1 15,2 0-1-15,-3 1-1 16,2-1-8-16,-5-4-43 0,0-1-55 16</inkml:trace>
  <inkml:trace contextRef="#ctx0" brushRef="#br0" timeOffset="204306.46">23301 16682 148 0,'0'0'-3'0,"0"0"-2"0,0 0 1 0,0 0-17 16,0 0 6-16,0 0 4 16,0 0-6-16,0 0 11 0,0 0-1 15,0 0-44-15</inkml:trace>
  <inkml:trace contextRef="#ctx0" brushRef="#br0" timeOffset="204740.79">23301 16682 152 0,'-18'20'13'0,"16"-20"11"15,2 0-14-15,-1 0-5 16,1 0 6-16,-2 0 1 16,-2 3-8-16,1 2 0 0,0 5-3 15,0 0 1-15,-2 4 0 16,3-1 1-16,2 0 1 15,0 2-1-15,0-3 0 16,0-3-2-16,2 0-6 16,5-4-8-16,0 0 0 0,2-5 7 15,1 0 1-15,4 0 4 16,-1-8 0-16,1-7 0 16,0-1 1-16,-1-2 0 15,-4 0 0-15,-2 0 0 16,-3 3 0-16,-2 3 0 0,-2 3 1 15,0 3 10-15,0 2 18 16,-2 4-5-16,-1 0-18 16,1 7-2-16,0 2-3 15,2 5 2-15,0 0-2 16,0 0-2-16,5-1-1 0,6-2 0 16,0-2 2-16,2-2-15 15,0-5-15-15,3-2-23 16,-2 0-133-16</inkml:trace>
  <inkml:trace contextRef="#ctx0" brushRef="#br0" timeOffset="205130.87">23533 16655 211 0,'0'0'2'0,"0"0"-1"0,0 0 0 16,0 0 0-16,0 0 0 0,0 0 0 15,-16 44-1-15,15-37 1 16,1-1-1-16,0-1-1 16,0-3-3-16,4-2-9 15,4 0 7-15,3-2-1 16,-1-6 3-16,2-3 2 0,1-1 2 16,0 1 0-16,-3 2 1 15,0 2 0-15,-4 4 5 16,-2 2 5-16,1 1-4 15,-5 1 0-15,1 11 3 16,1 3 1-16,-1 4-5 0,0 4-3 16,0 4-1-16,1 2 0 15,-2 3-1-15,0 2-1 16,0 0 1-16,0 0-2 16,0-2 2-16,-3-4-3 15,-5-2-13-15,-2-7 2 0,-4-4-7 16,-3-7-18-16,-1-4-21 15,4-4-29-15</inkml:trace>
  <inkml:trace contextRef="#ctx0" brushRef="#br0" timeOffset="205480.23">23759 16743 77 0,'0'0'2'15,"0"0"5"-15,0 0 13 0,0 0-5 0,37-35 15 16,-34 26 3-16,-1-2-7 16,-2 2 1-16,0-1-9 0,0 0-3 15,0 2-4-15,-5 0-8 16,1 2-1-16,0 1-2 15,-1 4-3-15,-1 1 4 16,-3 0-8-16,2 11 2 16,-4 3 3-16,1 3 1 0,4 3 1 15,4-1 1-15,2-1-1 16,0 1-6-16,7-4-10 16,7-2-3-16,2-2-4 15,3-5-18-15,-3-3-45 16</inkml:trace>
  <inkml:trace contextRef="#ctx0" brushRef="#br0" timeOffset="205827.83">23937 16675 221 0,'0'0'1'0,"0"0"18"0,0 0-5 15,0 0-14-15,0 0 1 16,0 0-1-16,0 0 1 15,0 0-2-15,29-12-1 16,-25 24 0-16,1 1 5 16,0 1-1-16,-3 3-1 15,0 0 0-15,-1-4 1 0,0-1-2 16,-1-3 0-16,0-3-3 16,0-2 1-16,0-1 2 15,0-3 1-15,0 0 7 16,-2 0-2-16,0-7-1 0,1-2-3 15,0-4 3-15,1-4-5 16,0 3 0-16,1-3-2 16,7 1-2-16,3 1-4 15,4 3 4-15,0 3-2 16,4 1-28-16,-2 2-24 0,0 2-43 16</inkml:trace>
  <inkml:trace contextRef="#ctx0" brushRef="#br0" timeOffset="206075.78">24188 16641 79 0,'0'0'20'0,"0"0"16"16,0 0-6-16,0 0-17 15,0 0-3-15,0 0 0 16,22-46 5-16,-18 38 3 16,-4-1-5-16,0 3-4 15,1 2-3-15,-1 1 5 0,0 1-5 16,0 2-4-16,0 0-2 15,0 0-6-15,0 1-7 16,0 5 16-16,0 4-1 16,0 0 0-16,-1 2 0 15,1-2-3-15,0 0-17 0,0-3-21 16,0-1-33-16</inkml:trace>
  <inkml:trace contextRef="#ctx0" brushRef="#br0" timeOffset="206760.95">21738 16137 83 0,'0'0'16'0,"0"0"10"0,0 0-13 0,0 0-14 16,0 0-3-16,0 0 3 0,-2 41 5 15,2-21 2-15,0 5-1 16,2 4-1-16,3 5 0 16,3 6 2-16,0 6 1 15,3 4 1-15,3 5-1 16,7 4-2-16,2 3-1 15,7 2 2-15,7 3-5 0,5 1 2 16,10 0-2-16,4-4 4 16,6-1-4-16,3-6 3 15,0-4-2-15,1-6 1 16,-1-4 0-16,-2-3-2 16,0-5 0-16,-5-4 1 0,1-5-1 15,-2-5 1-15,-5-4-2 16,-2-4 0-16,-7-2-17 15,-3-6-36-15,-11-4-60 16</inkml:trace>
  <inkml:trace contextRef="#ctx0" brushRef="#br0" timeOffset="207266.8">23072 17320 167 0,'0'0'47'0,"0"0"-42"0,0 0 1 15,0 0-4-15,0 0 0 16,0 0 0-16,0 0 7 16,0 0-1-16,10 41-4 15,-9-23 1-15,-1 1 2 0,0-1-5 16,0-1-7-16,0-1-4 16,0-2-2-16,-5-4-6 15,-1-3-8-15,-1-5 10 16,-1-2-1-16,2-5 11 15,0-9-4-15,2-3-9 16,2-4 19-16,0-1 2 0,2-3 5 16,0 1 4-16,3 2-2 15,7 5-2-15,0 6-2 16,3 5-4-16,2 6 0 16,-1 0 0-16,0 12 6 15,1 2-4-15,0 2 3 0,-1-1-3 16,0 2-2-16,-1-4 0 15,1-4-1-15,-3-1 0 16,-1-2 1-16,-2-5 1 16,0-1 4-16,-3 0 2 15,-1 0 6-15,1-10-1 0,-1-3-5 16,0-3-7-16,1-3 0 16,-5-3-3-16,1-2 0 15,-1 3 0-15,0-2-3 16,0 5-2-16,0 4-4 15,3 0 5-15,1 5-13 0,1 1-96 16</inkml:trace>
  <inkml:trace contextRef="#ctx0" brushRef="#br0" timeOffset="207600.26">23393 17237 199 0,'0'0'22'0,"0"0"1"0,0 0-17 15,0 0 1-15,5 39-3 16,-2-24 2-16,-1 4 2 16,0-1-3-16,2-1 1 0,3 0-1 15,0-2-1-15,1-2-2 16,1-5-9-16,3-1-3 16,0-3 4-16,0-4-2 15,1 0-1-15,-1 0 5 16,0-8 3-16,-6-2 2 0,-2-4 1 15,-1-1 0-15,-3-2 6 16,0 0 7-16,-8 0-1 16,-2 1-3-16,1 2-7 15,-3 3-4-15,0 2-6 16,3 6-2-16,0 3 2 0,-2 0-19 16,5 0-11-16,2 9-20 15,3-3-19-15</inkml:trace>
  <inkml:trace contextRef="#ctx0" brushRef="#br0" timeOffset="208106.21">23718 17281 95 0,'0'0'169'0,"0"0"-138"16,0 0-11-16,0 0-4 15,3-38-11-15,-10 35-3 16,-2 0-6-16,-2 2 5 16,-1 1-2-16,-1 5-1 15,-1 8 0-15,3 6-1 16,3 1 6-16,1 2-7 0,4-2-1 16,3-1-8-16,0-5-9 15,5-3 1-15,7-5 8 16,1-5-1-16,3-1-3 15,1 0-1-15,2-11-12 16,-3-2-2-16,1-4 12 0,-1-3-1 16,-3-4 0-16,-3-3 8 15,-2-1 4-15,-3-5 11 16,-2 3 5-16,-3-2 9 16,0 3 14-16,0 5 4 15,-5 5 6-15,-2 4 5 0,2 5-12 16,1 4-5-16,3 2-8 15,-3 4-10-15,2 0-6 16,0 7-7-16,0 9 4 16,0 4 1-16,2 4 2 15,0 6-1-15,0 2 0 0,0 1 3 16,0 1-4-16,0 0-14 16,4 0-22-16,0-5-14 15,3-4-18-15,-1-8-77 16</inkml:trace>
  <inkml:trace contextRef="#ctx0" brushRef="#br0" timeOffset="208433.67">23913 17344 182 0,'0'0'60'0,"0"0"-54"0,0 0 0 15,0 0-3-15,0 0-1 16,0 0 1-16,0 0-1 15,0 0-2-15,1-39 0 16,1 32 0-16,0-1 0 16,0-2 0-16,2-1 0 0,-2 0 0 15,-1 0-2-15,-1 1-1 16,0 2-1-16,0 2 3 16,0 3-1-16,-3 3-1 15,-5 0 6-15,0 7-2 16,2 6 0-16,1 1 1 0,1 2 0 15,2 4 1-15,2-2 0 16,0-2-3-16,2-2 0 16,7-1-11-16,3-2-14 15,0-4-13-15,1-4-46 16</inkml:trace>
  <inkml:trace contextRef="#ctx0" brushRef="#br0" timeOffset="208781.77">24155 17191 209 0,'0'0'6'0,"0"0"35"15,0 0-13-15,-10-39-21 16,2 35-7-16,-1 1 0 16,0 3 1-16,-1 0-8 15,2 4 6-15,-1 5-2 0,2 3 3 16,3 3 0-16,2-1 1 15,2 0-1-15,0 2 1 16,4-3-1-16,5-1-1 16,2 1 1-16,-2-3 2 15,2 0-1-15,1-2 0 16,-2 1-1-16,-1 0 3 0,1-2-3 16,-4 0 0-16,-1-2-9 15,-4 0-6-15,-1-1 1 16,0-1 2-16,-1-2 10 15,-6 2 2-15,-2-3-14 16,0 0-10-16,2 0-26 0,1-7-39 16</inkml:trace>
  <inkml:trace contextRef="#ctx0" brushRef="#br0" timeOffset="208938.28">24129 17250 103 0,'0'0'87'0,"0"0"-42"0,0 0-6 16,0 0-16-16,0 0-22 15,0 0-5-15,0 0 8 16,0 0-1-16,-40 50 1 16,29-26-3-16,2-1-19 15,2-3-27-15,1-4-19 0,1-5-90 16</inkml:trace>
  <inkml:trace contextRef="#ctx0" brushRef="#br0" timeOffset="211436.57">24642 15520 6 0,'0'0'-2'0,"0"0"1"0,0 0 6 0,0 0 16 16,0 0 3-16,0 0 9 0,0 0-3 16,0 0-4-16,0 0-11 15,0 0-6-15,0 0-9 16,0-8-1-16,0 8-4 15,0 0-1-15,0 0 5 16,0 0 3-16,0 0 0 0,2 0-2 16,2 0 2-16,3 0 0 15,-2 0-2-15,3 0-1 16,0 0 3-16,3 1 1 16,-2 2 2-16,0 1 0 15,1 2 2-15,-1-1 0 0,0 1 0 16,1 1-2-16,0 3-2 15,-1-1-1-15,2 2 1 16,-3 2-3-16,-2 1 1 16,0 0 0-16,-3 3-2 15,-3 0 0-15,0 0 1 16,0 1 1-16,0 3 2 16,0-1 6-16,-3 1-4 0,-2 2-1 15,0-1-1-15,1 1-1 16,-2 1-1-16,0-1 0 15,1 0 1-15,0 1-1 16,1 1 0-16,2 0 0 0,-2 0 0 16,2 1-1-16,1 1 1 15,1-3 1-15,0 0-1 16,0-1 0-16,4-3 0 16,2-2 1-16,2-1 0 15,1-3 0-15,1-4-1 0,-2-1 0 16,1-2 0-16,1-3 1 15,-3 2-1-15,0-5 1 16,-2 3-2-16,-1-2 0 16,0-1 0-16,-4 1 0 0,1-1 0 15,-1 3-2-15,0 2 1 16,-3 1 1-16,-5 3 1 16,-2 4 1-16,0 3-1 15,-4 0 2-15,2 5-1 16,-1-1-1-16,1 2 0 15,3 0-1-15,1 2 0 16,2 1-1-16,2 1 1 0,2 0 0 16,2 1 0-16,0 3-2 15,0 2 3-15,0-2-1 16,0 5 1-16,0-2 2 16,0 1-2-16,0 2 1 0,2 0-1 15,0 0-1-15,-2 4 2 16,1-1 0-16,0 2 0 15,-1-3 0-15,0 1 1 16,0-3-2-16,0 1 1 16,0-1-1-16,0 1 3 15,-2 2 1-15,-3 3-2 0,-3-3-3 16,-3 1-1-16,-1-2 1 16,-3-2 1-16,0-5 0 15,-2-3-3-15,-1-2 8 16,-3-1-1-16,-1-2-4 0,0-3 0 15,-3 2 1-15,-1-2 2 16,-3-3-2-16,-2 1 0 16,-1-1 1-16,-5 4-1 15,0-2-2-15,-5 1 0 16,-2 2 0-16,-2-2 2 16,-6-1-2-16,0-1 1 0,-3-2-1 15,0 0 0-15,1-4 0 16,-2 1 2-16,2 1-2 15,-1-2 1-15,2 1 0 16,1-1 0-16,-2 2 0 16,0-3 0-16,1 2 1 15,0-4 0-15,-1 0-1 0,3-3-1 16,1 0 2-16,1-2-2 16,5 0-3-16,2-2 6 15,1 0-5-15,3-2 2 16,2 1 0-16,-1-1 1 0,0 1 0 15,3-2-1-15,1 0 1 16,2 0-3-16,1 0 2 16,2-5-2-16,-1 0 3 15,3-5-4-15,-2 3 1 16,0-5 0-16,0-2 3 0,1-3-9 16,0 0 7-16,3-7 0 15,4-2 0-15,-1-5-7 16,2-3 2-16,3-2 2 15,-4-3 3-15,4-1 1 16,-2-3 2-16,2 1 3 0,-1-2 1 16,4-2-3-16,-1 2 1 15,2-6-2-15,1-1-3 16,-1-1 2-16,2-4-1 16,-1 1 1-16,2-2-1 15,2-1 0-15,3-3 0 0,2-2 0 16,2 2-1-16,0-4 0 15,0 3 1-15,2 0 0 16,1 2-2-16,1 1 2 16,0 1 0-16,-1 1 1 15,0-1-1-15,1 0 0 16,2-3-1-16,-1 0-9 0,0 1 2 16,0-1 0-16,-1 3-2 15,1 1 6-15,0 3 6 16,0 4 3-16,1 1-3 15,-1 2-2-15,1 1-1 0,0 3 0 16,2 2 1-16,-1 3-2 16,3 1 4-16,4 4-2 15,1 3 0-15,5-1 0 16,6 3 0-16,3 1 0 16,6 1 0-16,0 2 0 0,3 4-4 15,-1 2 0-15,3 5 0 16,-5 3 3-16,2 4 0 15,2 0 1-15,-1 2-2 16,7 0-3-16,-1 0-2 16,4-2 2-16,1-2-4 15,2-1 5-15,1-1 1 0,-1-2 0 16,3 0 3-16,1 1 0 16,1-1 2-16,0 3-2 15,-3-1 0-15,0 2-3 16,-1 2-4-16,-4 1-1 15,2-1 5-15,-3 2 3 0,0 0-1 16,1 0 1-16,0-2-1 16,3 2 0-16,1-2 2 15,3 0 0-15,2-1-1 16,-1 2 1-16,0 0 0 16,-3 2 3-16,-2 3 1 0,0 0 2 15,-4 0 3-15,-3 12-2 16,-1 6-3-16,-6 13-3 15,-5 9-1-15,-7 16-1 16,-9 12 0-16,-11 18 2 0,-5 15 3 16,-15 20-2-16,-19 15-23 15,-10 6-43-15,-13 5-133 16</inkml:trace>
  <inkml:trace contextRef="#ctx0" brushRef="#br0" timeOffset="-161369.62">1686 3746 64 0,'0'0'3'0,"0"0"2"0,0 0-4 0,0 0 1 16,0 0-2-16,0 0 1 15,0 0-1-15,0 0 0 0,0 0 0 16,0 0 1-16,0 0 0 15,0 0 0-15,-16 41 3 16,16-32-2-16,0 2 1 16,0 1 0-16,0-1 3 15,2 0-2-15,5-4 3 0,4-5-3 16,7-2 3-16,8-13 9 16,19-21 6-16,16-18 8 15,24-22-9-15,20-19-15 16,22-16-3-16,14-20-4 15,9-8-105-15</inkml:trace>
  <inkml:trace contextRef="#ctx0" brushRef="#br0" timeOffset="-160187.52">1482 6642 90 0,'0'4'58'0,"0"-1"-56"0,0 0-1 0,0 1-1 0,0 4 1 16,0 0-1-16,0 3 0 15,0 2 1-15,12-3-2 16,1-3-2-16,9-4 1 15,8-3 4-15,14-6 0 0,12-18 4 16,13-13-2-16,18-19 0 16,18-16-2-16,13-13 1 15,15-8-5-15,3-10-34 16</inkml:trace>
  <inkml:trace contextRef="#ctx0" brushRef="#br0" timeOffset="-159483.68">9430 7372 264 0,'0'0'-20'0,"0"0"31"0,0 0-14 0,45-20 5 16,-14-4 9-16,11-13 7 16,10-10-6-16,11-8-3 0,10-9-5 15,10-3-2 1,7-2-1-16,6 0-1 0,6 3-3 15,-1 7-34-15,-12 7-74 16</inkml:trace>
  <inkml:trace contextRef="#ctx0" brushRef="#br0" timeOffset="-159010.42">10780 8846 157 0,'0'0'9'0,"0"0"0"0,56-31 14 0,-21 4 3 15,15-14-13-15,10-10-2 16,7-8-5-16,13-6-1 16,7-1 0-16,9-3-4 0,-4 4 1 15,-4 8-11-15,-12 7-90 16</inkml:trace>
  <inkml:trace contextRef="#ctx0" brushRef="#br0" timeOffset="-158514.52">10921 9990 41 0,'0'0'0'0,"0"0"3"0,0 0 10 0,0 0 14 16,51-30-1-16,-26 3 3 15,8-6 6-15,8-7-8 0,7-9-7 16,8-4-6-16,12-5-6 16,14-5-3-16,4-5-4 15,5-4-7-15,-6 3-120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07:03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14160 5600 120 0,'-15'0'5'0,"3"0"5"0,1-2 1 0,3-2-3 16,0 1-2-16,3 0-3 16,-3 0 1-16,3 0 0 15,-4 1 0-15,2 0-4 16,-4 1-1-16,-3 1-5 0,-1 0-3 16,-3 0 3-16,-1 0 3 15,0 0 3-15,-1 1 2 16,2 2 0-16,-3 0 3 15,2 1-2-15,1-1 0 16,-2 4-1-16,2-1 1 0,2 1 1 16,-2 3 0-16,4 1 1 15,2 3-1-15,0 5-1 16,-1 2-2-16,-1 9 0 16,1 1-1-16,0 3 0 15,-1 3 0-15,4 2 1 16,3-1-1-16,-2 3 0 0,6 2 0 15,1 1 0-15,-1 3 2 16,2 4-1-16,-1 1 1 16,0 5-2-16,-1 3 1 15,1 0 4-15,2 2 2 0,0-4-5 16,0 0 7-16,0-1-5 16,4-1 2-16,-1 3-1 15,3 2-3-15,-1 6-1 16,-1 7 0-16,1 5-1 15,-1 5 2-15,-2 4 2 0,1 1-1 16,3 3 2-16,-2 0 4 16,-1-1-7-16,3-4 1 15,-1 2-1-15,-3-1-1 16,0-4 1-16,-1 0-1 16,-1-6-1-16,0-2 2 0,0-3-1 15,0-3 0-15,0-4 1 16,0 1 0-16,0 1-1 15,0 2 0-15,0 1 2 16,-2 1-2-16,0-1 0 16,-1 2 0-16,-6-1-1 15,2 2 1-15,-2-3 0 0,-6 1 0 16,2-1 2-16,-1 0 2 16,3-4-2-16,1 0-1 15,1-5-1-15,2-6-1 16,3-4 0-16,0-2 0 15,-1-2 0-15,-1-3 0 0,-2 1 1 16,2 1-1-16,-4-1 1 16,-2-2-1-16,5-2 1 15,-3-2 1-15,2-1 4 16,1-1-2-16,-1 2-2 0,3 2-2 16,-1 1 2-16,-1-2-3 15,4-1 2-15,-1-5-1 16,0-4 0-16,1-2 0 15,1-4 4-15,0 0-2 16,0 0 0-16,-1-1-2 16,1 2 1-16,-1 2-1 0,-1-1 0 15,2 2 1-15,-4 2-1 16,3 1-1-16,-1 0-10 16,-2 0 24-16,3 0-11 15,-1-1-1-15,1-1 0 16,0-2-1-16,3 2 0 0,0 0 0 15,0-2 0-15,0 1-3 16,3-2 5-16,2-2-9 16,-2-1 8-16,3 1-6 15,0-4 6-15,1 0-5 16,0-2 7-16,2 0-7 0,-3 0 0 16,3 1 3-16,3 1-1 15,-3-1-1-15,2-2-3 16,3-2 4-16,-1 1-2 15,2 0 4-15,0-3-1 16,4-1-3-16,0 1 6 0,2-2-4 16,3-2 6-16,2-2-6 15,3-1 4-15,4 1-4 16,0-3 0-16,-1-1 4 16,3 1 0-16,-1-2-2 15,1 2 0-15,1-2 0 0,1 1 1 16,0-1 4-16,3 0 3 15,0 1-5-15,1 0-1 16,1-1 0-16,0-3 0 16,4 2-1-16,3-2 2 15,1 0-2-15,3 0 1 16,1 0 0-16,-1 0-1 16,2-2 0-16,-1-1-1 0,0 2 1 15,-1 0-1-15,3 0 1 16,0 1-1-16,0-1 0 15,0 1 0-15,0 0 1 16,0 0-1-16,1 0 0 0,-1 0 0 16,0 0 0-16,3 3 0 15,1 1 2-15,-1-4 0 16,6 0-1-16,1 0 0 16,5 0 0-16,4-7 0 15,2 0 1-15,4-3 1 0,-1 0-3 16,5 2 1-16,3 0 0 15,-1 0-1-15,-5 0 1 16,1 1 4-16,-2-2-3 16,-3-3-9-16,0-4-17 15,-9-6-23-15,-4-9-131 0</inkml:trace>
  <inkml:trace contextRef="#ctx0" brushRef="#br0" timeOffset="2135.69">13987 5450 127 0,'-4'-11'8'0,"1"1"-1"0,1 2 9 0,2 0-2 16,-2 3 4-16,0-1-5 16,1 2-4-16,1 0-3 15,0-1-5-15,0 1-1 16,3 3 5-16,4-2-5 0,6 1-1 16,4 1-1-16,4 1 2 15,4 0-2-15,1 0 1 16,5 0 0-16,1 0 0 15,4 0 0-15,0 1 0 16,4-1 2-16,9 0 1 0,2 0 3 16,5 0 0-16,7-4-1 15,4 0 0-15,9-2-1 16,1-1 0-16,7-1 0 16,3 0 1-16,5 0-2 15,6 1 1-15,2-2-2 16,-1 2 1-16,3 0-2 0,1 0 1 15,-4-1 0-15,-1-1 0 16,-3 0 1-16,-2-2-4 16,-4 3 4-16,1-1 1 15,-4 0 2-15,2 1 0 0,-3 2-1 16,-2-1-2-16,-1-1 0 16,-3 2-1-16,-2 2 0 15,-5-3 0-15,-4 1 0 16,-6 2 1-16,-6-2-2 15,-8 2 0-15,-4-2 1 0,-5 3-1 16,-2 1 0-16,0 0 0 16,-3 1 1-16,-1-1-2 15,1 2 2-15,-2 0-1 16,-2 0 0-16,-3 0 0 16,-4 0 1-16,-1 0-1 0,-6 2-1 15,-1 1 1-15,-1 2-1 16,-1 1 0-16,0 1 1 15,1 0-3-15,-1 3 3 16,-1 3 0-16,-3-2-2 16,-1 2-1-16,-4 0 0 15,1 0 0-15,-2-1 0 0,-1 1 6 16,1 1-3-16,-1 3 1 16,4 0-1-16,-3 2-1 15,2 2 1-15,2 0 0 16,-1 3 0-16,2 1 0 0,-1 0 1 15,1 5-2-15,-2 2 1 16,2 4 0-16,-4 3-4 16,1 5 1-16,0 0 3 15,2 0 2-15,-1 1-1 16,1-4 1-16,0-2-2 16,4-1 0-16,-3-5-1 0,0 2 2 15,-2 1 1-15,0-1-2 16,-2 1 0-16,0 2 0 15,0-1 1-15,-2 4 0 16,0 0 0-16,1 2 1 16,1 4-1-16,2 1-6 0,0 5 10 15,2-1-3-15,-1 2-1 16,2 0 0-16,0-1-1 16,-1-5 0-16,-1 0 1 15,-2 2-1-15,2-2 1 16,-3-1 1-16,-4 1-2 15,1 2 1-15,-1 0-1 0,0 2 1 16,0 1-1-16,0 1 1 16,0 1-1-16,0-3 1 15,0 0-1-15,0-1 0 16,0-1 1-16,0 0 0 0,0 1 0 16,-3-1-1-16,-6 1 2 15,2 1-2-15,-4 2 1 16,-5 3 0-16,3 1-1 15,-3 0 2-15,5 2-2 16,-5-2 1-16,5 0-1 0,-2 2 0 16,-1 0 0-16,1 1 1 15,-1 4 0-15,2 1 2 16,-2 2-1-16,3 1 1 16,0 2 0-16,3 0-2 15,-3 0 2-15,5 2 1 16,-3-1-2-16,0 1-1 0,2-2 3 15,0 1 6-15,1-1-8 16,-1 3 2-16,3-2 1 16,1 0-1-16,-1 0 4 15,0 0-5-15,2 1-1 16,-1 1-1-16,1-1 1 0,-4 1-1 16,1 0 1-16,0-2-1 15,-2-2 1-15,3 0-1 16,-4-2 0-16,0-1 1 15,1-2 2-15,1 0 0 0,-2-1-3 16,0-1 0-16,1-5-1 16,1-3 0-16,0-5 1 15,1-2-1-15,-3-5 1 16,4-3 2-16,-4-1 2 16,3-3 1-16,1-1-3 15,-3 1-1-15,4-3 0 0,-1-1-1 16,0-3 0-16,2 2-1 15,-1-3 1-15,1-1 1 16,-2 2-1-16,1-2 2 16,-1-1-3-16,-1-1 1 15,0 0-1-15,0-5-1 0,-2 1-1 16,0-5 2-16,-5 0-1 16,-1 1-1-16,-5-1 2 15,-5-1 0-15,-2 2 1 16,-7-5 0-16,-8 3-1 15,-3-3 3-15,-7-1-2 16,-8-4-1-16,-10-3-1 0,-12-4-5 16,-12 0-7-16,-22-4-9 15,-15-10-25-15,-19-8-39 16,-20-6-163-16</inkml:trace>
  <inkml:trace contextRef="#ctx0" brushRef="#br0" timeOffset="7038.19">14173 5541 42 0,'-3'-7'27'0,"1"0"11"0,2 0-13 0,0-3-13 16,7 2-7-16,6-2 0 15,1-2-4-15,6 2 1 16,0-1-1-16,4 1 0 15,3 0 0-15,2 3 0 16,4 0-1-16,3 0 0 0,5 0 0 16,2 1 1-16,6 0-1 15,2 1 0-15,6-2 0 16,6-2 0-16,2-1 0 16,5-1 0-16,2-3 0 15,6-1-1-15,0 0 0 0,3-4-1 16,-1 2-2-16,5-3 4 15,4 1 8-15,-4 1 3 16,-1 0 2-16,-3 1-7 16,2 2-2-16,-5 2-2 15,-3 1-1-15,-2 4-1 0,0-1 1 16,-1 2-1-16,-2-1 0 16,0 2 0-16,-2 1 0 15,-3 1 1-15,-6 1-1 16,-1 2 0-16,-4 1 1 15,-4 0-1-15,-5 0 2 0,-1 1-1 16,-5 4-1-16,-2-1 1 16,-5 0-1-16,1-1 0 15,-2 0 0-15,-2 4-1 16,1-4 1-16,0 1 0 16,0 2-1-16,1-3 2 0,-2 2-1 15,-2-2 0-15,2 2 1 16,-2-1-1-16,-4 0 0 15,2-1 0-15,-1 0 0 16,0 3 0-16,-1-3 0 16,-1 2-1-16,0 2 1 0,-3 0-1 15,-1 4 1-15,1 3-2 16,-4 1 1-16,1 6 1 16,0 1 2-16,3 3 0 15,2 4 1-15,-1 3-1 16,2 3-1-16,-1 4 3 15,-1 4-7-15,-3 2 4 0,-3 3 2 16,-3 6-1-16,-2 3 1 16,-4 7-3-16,-1 1 6 15,-3 9-2-15,-1 3 0 16,0 4 3-16,0 4 1 0,0 5-1 16,1 3-2-16,4-2-2 15,-3-1-1-15,1-1 1 16,1 0 3-16,-2-2-3 15,-2-2-1-15,0 6 2 16,0 3-1-16,-4 3-2 0,-5 3 1 16,-3 1 1-16,0 2-3 15,0-6-3-15,1-7-3 16,4-4 3-16,-1-7-1 16,2-6 3-16,0-4 2 15,0-3 4-15,-1 0-3 16,-1 4 2-16,-4 0-3 0,-1 4 0 15,-4 0 1-15,-1 3-3 16,-4-1-2-16,0 1 2 16,1-2 1-16,0-2-2 15,2-1 4-15,2-4-2 16,-1-2 1-16,4 0-2 0,-3-4-1 16,1-1 4-16,2 0 4 15,-1 0 1-15,-1-3 2 16,-2 3 3-16,2 2 0 15,-2-1-5-15,3 1-2 16,-1 3-4-16,0-2 1 0,3 2-1 16,2 1-1-16,3-1 0 15,3-2 0-15,-2-1-1 16,5-1 0-16,-1 2 0 16,1-3 2-16,0 0 1 15,2-3 11-15,-4-1-10 0,2-1 8 16,0-3-10-16,-1 0 0 15,-1-2-1-15,-1 2 1 16,0-4 0-16,-1-2 0 16,1 0-1-16,-3-3 0 15,2 0 3-15,-2-1 6 0,2-2 1 16,3 0-5-16,-3-2-1 16,4-1 1-16,0-3 1 15,1-2-4-15,1-2 1 16,-3 0-1-16,0-1 2 15,0-1 4-15,-2-2 6 0,-3-1-2 16,-1 0-8-16,-8-3-2 16,-3 0 0-16,-8-2-4 15,-8-4-7-15,-10-3-2 16,-11-6-12-16,-10-8-22 16,-16 0 5-16,-15-19-28 15,-19-15-99-15</inkml:trace>
  <inkml:trace contextRef="#ctx0" brushRef="#br0" timeOffset="8789.26">14336 5404 214 0,'0'-9'-40'0,"0"-1"41"0,0 0-2 0,0 2 2 0,0 2 1 15,0-1 1-15,0 3 10 16,0 2 2-16,-2 1-4 16,-5-1-4-16,2 2-5 15,-4 0-2-15,-1 0-2 16,-2 3-5-16,-4 3 4 0,-1 4 1 16,2-3 0-16,-4 3 0 15,-3-2 1-15,-3 2-3 16,-2-1 1-16,-4-2 1 15,-3-1 0-15,1-3 2 16,1-3 6-16,6 0 7 16,0 0 2-16,7-2 3 0,0-4-4 15,4 2-9-15,0 1-4 16,1 3-1-16,0 0-1 16,-2 0-2-16,0 8-2 15,-2 1-1-15,1 4 3 0,2 3 2 16,0 2 0-16,2 1 0 15,0 5 1-15,0 1-2 16,1 7 0-16,0 3 1 16,1 6 0-16,0 3 1 15,-3 3 0-15,1 2 0 16,-3 2-1-16,3 0 1 0,-1-1-1 16,3-1 1-16,1 0-1 15,5-2 1-15,0-2-1 16,5-1 0-16,0-1 0 15,0 4 0-15,5 5 1 16,0 3 1-16,1 8 0 0,0 5 0 16,1 4 0-16,-3 7 0 15,0 3 0-15,-1 3 0 16,2 7 0-16,-3 6 0 16,2 2 1-16,1 2-1 15,1 2 0-15,2-1-1 0,-1 1-5 16,3-2-2-16,0-1-4 15,-3 0 6-15,1-5 2 16,0 0 2-16,2-2 2 16,-1-1-2-16,-1 1 2 15,1 4-2-15,1 4-1 0,-1 3-3 16,-1-1-4-16,2-2 6 16,-3-1 0-16,3-6-1 15,-3-8-2-15,0-1-9 16,-1-6 4-16,1-1 7 15,-2-2 6-15,1-4-2 0,-1 6 1 16,-2 1 0-16,-3 1-1 16,0 1-12-16,0 5-24 15,0-2-4-15,-8-4-9 16,-1-7 53-16,0-9 30 16,-2-8 7-16,2-6-9 0,-2-6-7 15,0-2-15-15,4 0-4 16,-3 1-5-16,3 0 0 15,-1 0-1-15,2-2 0 16,-1-2-1-16,0 0 1 16,1-3 0-16,-3-3 0 0,2-1 0 15,-2-2 1-15,3 1-1 16,-4-3 1-16,2-1-1 16,-1 0-1-16,0-2-2 15,4-1 1-15,-1-2 2 16,2-3 0-16,3 1 2 15,1-2-1-15,0 1-1 0,0 0 0 16,1 0-1-16,3-1-2 16,2 0 1-16,-1-1-1 15,2 1-2-15,-2 0-1 16,3-1-2-16,-3 1-6 16,4-2 5-16,-5-2 1 0,2-1 6 15,1-1 4-15,-2 0 2 16,4-2 4-16,-4-1 4 15,3 3 0-15,-1-2-5 16,4-2 0-16,0 1-4 16,0-2 1-16,1 0-3 0,0-1 1 15,1 1 0-15,2-5 0 16,0 4 1-16,3 1-1 16,-1-3-2-16,4 1 3 15,0-1 1-15,5 0 0 16,2 0-1-16,3 1 0 0,4-3-2 15,1 2 0-15,1 1-2 16,2-2 1-16,1 1 0 16,0 0 1-16,2-2-2 15,1 3 2-15,4-2 1 16,3 0 5-16,5-1-1 0,2 1-1 16,5-1-2-16,-1-1-1 15,5-1-1-15,3 1 1 16,-2-1-1-16,2 0-1 15,1 1 3-15,0 2-4 16,-1-1 2-16,0 2 6 0,5 0 0 16,1 2-2-16,1 0 0 15,3-2 0-15,2 1-3 16,1-3-1-16,0-3-3 16,1 0-35-16,-2 0-26 15,-8-9-5-15</inkml:trace>
  <inkml:trace contextRef="#ctx0" brushRef="#br0" timeOffset="10740.91">14343 5459 54 0,'25'-11'3'0,"0"-1"9"0,4 4 5 0,1 0-9 0,1 0-6 16,0 3-1-16,-1 0 1 15,1 3-2-15,2-3 0 16,1 2 0-16,2-2 0 16,4-3 0-16,2 0 0 15,6-3 0-15,3-1 2 0,0 0 5 16,7 0-1-16,0-1 2 16,5-1-4-16,1 1 0 15,4 0 0-15,2 2-1 16,-1 0-1-16,1 1 0 15,0 0-2-15,0 3 1 0,-2-2-1 16,2 1 2-16,1 1-4 16,2-2 4-16,1-1-1 15,4 2 1-15,-1-4 2 16,2 5-2-16,-3-3 0 16,-3 2 1-16,-4-1-1 15,-1 4-1-15,-3-2 3 0,-1 1-2 16,-6 2 2-16,-1 1-2 15,-2 1-1-15,-8-1 0 16,0 3-1-16,-5 0 0 16,1 0 1-16,-5 0-1 15,4 0 0-15,-1 0 1 0,-1 0-1 16,-4 2 0-16,1-1 0 16,-5 4 0-16,-1-1-1 15,-4-1 2-15,-3 1-2 16,-1 0 1-16,-6-1-1 15,1 1 0-15,-2-1 1 0,0 3 0 16,-3-2 1-16,3 2-1 16,-3 2 0-16,-1-1-2 15,1 2 0-15,-5 1-1 16,2 1 1-16,-1-1 4 16,-4 3 0-16,3 1-1 0,0-1 0 15,0 1 0-15,-1 3 0 16,1 0 0-16,2 0-1 15,-2 0 1-15,1-1-1 16,1 1 0-16,-3-1 0 16,1-1 1-16,-1 0-1 0,-1 1 0 15,2 0 0-15,0 1 0 16,-2 2 0-16,3 2 0 16,-3 2 0-16,2 1 0 15,-3 5 0-15,3-2-1 16,-3 5 0-16,2-1 2 15,-3 3-2-15,1-1 1 0,1 0 1 16,-3 0-1-16,1 0 0 16,-1 4 0-16,-2 0 1 15,-1 3-1-15,0 2-2 16,0 2-1-16,0 2-1 0,0-1-1 16,0-1-1-16,0 2-2 15,0-5 5-15,0 0 2 16,0 0 0-16,0 0-2 15,0 2 3-15,-2 1 0 16,-3 3 0-16,-1 0-4 0,-2 4-19 16,0 1-6-16,-1 1-17 15</inkml:trace>
  <inkml:trace contextRef="#ctx0" brushRef="#br0" timeOffset="12940.28">14408 5903 100 0,'0'0'4'0,"0"-1"1"0,5-2-1 0,2 1-1 15,1 0 1-15,1-1-3 16,1 3 0-16,2-1 0 16,1-2 1-16,3 0-1 15,-1-4 0-15,4 0 1 16,2-6 1-16,6-4-2 0,4-8 1 16,9-7-2-16,6-7 1 15,12-7-2-15,2-4-4 16,5-1-8-16,-4 0-16 15</inkml:trace>
  <inkml:trace contextRef="#ctx0" brushRef="#br0" timeOffset="13386.98">15958 5696 62 0,'0'0'9'0,"0"0"3"0,0 0-5 0,0 0-1 15,0 0-2-15,-38 6 0 16,32-6 4-16,2 0 5 16,2 0 8-16,1 0 13 0,1 0-11 15,0 0-7-15,0-3-9 16,0-3-2-16,0-1 2 15,11-4-6-15,4-3 1 16,10-3-1-16,6-6 0 16,10-1 0-16,6-6-1 15,7 1 3-15,6 1-22 0,-2-3-41 16,-2 2-22-16</inkml:trace>
  <inkml:trace contextRef="#ctx0" brushRef="#br0" timeOffset="13692.68">16893 5663 223 0,'0'0'2'15,"0"0"8"-15,0 0-4 16,0 0-3-16,38-45 1 16,-17 34-4-16,4-5 3 15,7 2-3-15,7-2 2 16,4-2-3-16,3-2-47 0,0-6-50 15</inkml:trace>
  <inkml:trace contextRef="#ctx0" brushRef="#br0" timeOffset="17544.24">14972 5023 69 0,'10'0'2'0,"1"0"11"0,2 0 0 0,1-3 1 16,3-4-1-16,2 0-2 16,3 1-6-16,-2-1-4 15,5 0 0-15,2 3 1 0,2-2-2 16,2 3 0-16,0 0-3 16,0-1 2-16,-2 4 0 15,-1-2 1-15,-1 2-1 16,1 0 1-16,0 0 0 15,3 0-1-15,2 0 1 0,3 4 1 16,6 0-1-16,0-1 1 16,3-1 0-16,-1 0 1 15,3-2 1-15,0 0-1 16,-2 0 0-16,1 0 1 0,2 0 0 16,0-2 0-16,0 0-2 15,1 2 0-15,0 0 0 16,5 0-1-16,0 0 0 15,4 7 1-15,-1 0-1 16,2 1 0-16,-1 1 0 16,1 2-1-16,-3-1 2 15,-1 2-2-15,1-3 1 0,-2 0 0 16,0-2 0-16,2 0 1 16,0-1-1-16,2-2 3 15,2-1-3-15,0 0 3 16,-2 0 0-16,5 0-1 0,0 1 0 15,1-1 0-15,1 0 1 16,2 1-1-16,-1 0-1 16,2 2 0-16,-1-2-1 15,1 0 1-15,-2-1-1 16,-1 0 1-16,-2-3 0 16,1 0 0-16,1 0 1 0,-2 0 6 15,1-3 0-15,1 3 1 16,-4 0-2-16,6 0-3 15,-5 0-2-15,2 0 1 16,0 0-3-16,0 0 1 0,2 2 1 16,3-1-1-16,-1-1-1 15,1 0 1-15,3 0 0 16,0 0-1-16,0 0 1 16,-3 0-1-16,0 0 0 15,0 0 1-15,-1 0-1 0,-1-1 1 16,-3-1-1-16,-1 2 0 15,0-1 0-15,-1-1 0 16,-1 2 0-16,1-1 0 16,1 1 0-16,1-2 0 15,1 1 2-15,-2 1-1 16,2 0 1-16,0 0 2 0,2 0-3 16,-4 0-1-16,2 0 1 15,-1 0 0-15,0 0 0 16,-2 0-1-16,0 0 0 15,0 0 1-15,-5 0-1 16,0 0-1-16,-3 3 2 0,0-2-1 16,0 2-1-16,0 1 2 15,1-1-1-15,1 0 0 16,1 0 0-16,-1-2 0 16,0-1 0-16,-3 0 0 15,-1 0 1-15,2 0 0 0,-4 0 1 16,0-4-1-16,2 0 4 15,-2-2-4-15,2-1 1 16,-2 0-1-16,1 0-1 16,-4 0 1-16,-2-2-1 15,-2-1 0-15,-5-3 1 0,0-1-1 16,-3 1 1-16,1-4-1 16,2-1 1-16,-2-2-1 15,1-2 2-15,-1 0-2 16,-3-2 0-16,-3 1 1 15,-8 2-1-15,-5-1 1 0,-6 0 12 16,-5-1 8-16,-2 3-6 16,-2-3-1-16,-2 2-2 15,0-2 0-15,0-1-6 16,0-1 0-16,0-1-4 16,-6-1-2-16,-2-4-1 0,-2 1-1 15,-4 0-1-15,-3-1-1 16,-4-1 2-16,-3 3 1 15,-1 1 0-15,-4 0-2 16,-4 2 4-16,0-1-6 16,-2 0 8-16,-4 1-3 15,-3-2-2-15,-3 1 6 0,0 0-8 16,-10 0 3-16,0 4 1 16,-1 0-2-16,-6 4 4 15,-1 1 1-15,-4 1-6 16,-4 2 4-16,-3 2-3 0,-1 0 2 15,-3 2-3-15,-1-1 4 16,2 1-3-16,1 1 3 16,0-1-1-16,-3 0 0 15,0 2 0-15,1-1 1 16,-8 1-2-16,-3 1 1 16,-3 1-2-16,-1 0 3 0,-1 1-1 15,-6 0 1-15,-1 2-1 16,0 1 0-16,-3 0 0 15,-3 2-1-15,1-2 1 16,-2 3 0-16,-1-1 1 16,-3 0-1-16,0 0 0 0,-1 1-1 15,-2 0 1-15,1 0 0 16,-6 0 0-16,2 1 0 16,-3 5 0-16,0 0 0 15,-2-1-2-15,1 0-1 16,1 2-1-16,2-1 3 0,1-2-1 15,3 2-2-15,-2 1 6 16,2-1-2-16,-1-1 1 16,2 2-2-16,3 0 1 15,-1-1-1-15,4 0 0 16,-1-1 0-16,6 2 2 0,-2-1-2 16,6 1 2-16,1-1 0 15,5 1-1-15,5 0 0 16,-1-1 0-16,6 4 0 15,3-3 1-15,6 0-2 16,0 4 1-16,3 2 0 0,2 2 0 16,3 3 0-16,-1 5 0 15,0 2-1-15,3 5 1 16,1 3 0-16,3 2-2 16,4 4 2-16,1 0-1 15,7 5 0-15,-1 2 0 0,7 3 1 16,8 0-4-16,4-1 3 15,10 0 0-15,8-4-1 16,11-7 0-16,1-1 1 16,14-5-1-16,16-6 2 15,16-3 1-15,14-5 2 0,14-9 3 16,17-6 0-16,12-2-3 16,6-12-16-16,1-9-33 15,-3-9-91-15</inkml:trace>
  <inkml:trace contextRef="#ctx0" brushRef="#br0" timeOffset="18909.59">14470 3169 54 0,'0'-5'5'0,"0"-1"2"0,0 2-1 0,0 0-3 16,0 0-2-16,-2 2 0 0,0-1-2 15,0 3 6-15,1-3-4 16,0 3-1-16,0 0-5 16,-3 0-5-16,-3 0-23 15</inkml:trace>
  <inkml:trace contextRef="#ctx0" brushRef="#br0" timeOffset="24014.22">14589 5242 23 0,'2'0'16'0,"0"0"-13"0,0 0 1 0,0 0 1 16,-2 0-3-16,2 0 1 16,-2 0 0-16,0 0 13 0,0 0-8 15,0 0-7-15,0 0-1 16,0 0 0-16,0 0-1 16,0 0-3-16,1 0 3 15,-1 0 0-15,0 0 1 16,2 1-1-16,-2 2 1 15,2 0 0-15,-1 1 1 0,0 2 0 16,1-1 0-16,-2 1 2 16,3 0-1-16,-3-1-1 15,2 0 0-15,-1 0 1 16,1-2-1-16,0 1 1 0,2-2 2 16,-2 2-2-16,1-4 0 15,0 2 0-15,2-1 1 16,-3-1 0-16,2 0-1 15,0 0 0-15,0 0 1 16,0-1 2-16,2-5 1 0,1-1-2 16,2-2-1-1,1-2 0-15,4-5-2 0,2 1 0 16,3-4 1-16,-1-1-1 16,4-1 0-16,-3 0 2 15,4-2-2-15,-2-1 1 16,1 1 2-16,-2-1 3 0,0 1-3 15,-4 1-1-15,-1 3-3 16,-4 2 0-16,-3 6 1 16,-2 4-2-16,-4 5 1 15,-2 2-21-15,0 4-3 16,-8 8 15-16,-7 5-21 0</inkml:trace>
  <inkml:trace contextRef="#ctx0" brushRef="#br0" timeOffset="24712.61">14551 5287 17 0,'0'0'37'0,"0"0"-20"0,0 0-3 16,0 0-8-16,0 0-5 15,0 0 1-15,0 0-4 0,0 0 2 16,0 0-3-16,0 0 1 16,0 0 0-16,0 0 0 15,15 6 4-15,-13 4-3 16,0 0 1-16,1-3 2 16,-1 0-1-16,3-3 0 15,1 1 0-15,-3-4-1 0,3-1 2 16,-1 0-1-16,6 0 4 15,-4-5-2-15,2-3 1 16,3-3 1-16,2-4 1 16,1-2 4-16,2-4-1 15,3-1 2-15,0-4 5 0,4-1-2 16,1-4-3-16,2 1-1 16,0-3-2-16,-2-1 1 15,1 2-4-15,0 0 1 16,-3-1-3-16,-1 5 1 15,-4 1-4-15,-2 7 0 0,-5 2 1 16,0 4-1-16,-5 4 0 16,-1 4 0-16,0 1 0 15,-3 3-1-15,-2 2-2 16,0 0 1-16,0 0-1 16,0 0-4-16,2 0 1 0,-2 0 4 15,0 1 0-15,1 2 0 16,-1 4 0-16,0 0-7 15,0 0-6-15,0 2-25 16,0 2-2-16</inkml:trace>
  <inkml:trace contextRef="#ctx0" brushRef="#br0" timeOffset="34551.89">5087 1365 67 0,'0'0'14'0,"0"0"0"0,0 0 3 0,0 0-1 15,0 0 3-15,-42-28-1 0,33 21-4 16,-2 3 0-16,2 0-5 15,-2 2-3-15,-1 1-5 16,-1 1-1-16,-5 1 0 16,-1 9-10-16,-2 2 0 15,-6-1 1-15,-4 6 5 16,-1 0 0-16,-3-1 4 0,-1 2 1 16,-2 2 1-16,4 3 0 15,-2 1 5-15,5 5-6 16,0 2 2-16,2 1-3 15,4 5 2-15,3 3-3 16,0 1 2-16,3 0-2 0,4 3 0 16,4 1 0-16,-2 3 2 15,8 1-2-15,5-3 1 16,0 2-1-16,4 2 0 16,11-4 0-16,4-1 0 15,6 2-2-15,0 2 3 0,8-2 2 16,2-2-4-16,8-5 1 15,8-1 0-15,5-6 0 16,7-8 1-16,4-5 1 16,4-7-3-16,8-5 2 15,-1-8-2-15,2 0 5 0,5-10-1 16,-1-7 5-16,2-6-3 16,-3-5 2-16,2-10-2 15,0-6 0-15,-5-7 1 16,-3-7-1-16,-4-4 0 15,-2-6 0-15,-5-6-1 0,-4-1-1 16,-7-2 1-16,-5-1-1 16,-12 3 1-16,-11 2-1 15,-16 4 0-15,-11 2-2 16,-14 5 1-16,-19 5 0 16,-19 7 1-16,-10 10-2 15,-16 9-3-15,-16 12-34 0,-15 8-54 16</inkml:trace>
  <inkml:trace contextRef="#ctx0" brushRef="#br0" timeOffset="59381.12">12678 5057 114 0,'0'0'0'16,"0"0"9"-16,0 0 6 0,0 0 1 0,0 0-2 15,0 0 1-15,0 0-6 16,-36-26-5-16,36 26-4 0,0 6-1 16,0 6-4-16,0 5 3 15,0 4 2-15,2 9 0 16,3 3 0-16,3 6 0 15,-2 7 0-15,4 3 0 16,1 3 0-16,2 0 0 0,3 1 0 16,4-2 0-16,4 0 1 15,5-1-1-15,5 2 0 16,5-2 0-16,3-2 0 16,6 0 0-16,0-4 0 15,2-1 0-15,0-3 1 0,-2-1 1 16,-4 0-1-16,-5-2 1 15,-4-3-1-15,-6-4 1 16,-7-2-2-16,-6-4 0 16,-5-3-2-16,-4-2 1 15,-7-2-9-15,0 0-26 0,-13-2-14 16</inkml:trace>
  <inkml:trace contextRef="#ctx0" brushRef="#br0" timeOffset="59836.63">12922 6264 89 0,'0'0'15'0,"0"0"-7"0,0 0 4 0,0 0 0 16,0 0-11-16,0 0 1 0,44-25 0 15,-19 25 1-15,3 0-2 16,2 0-1-16,-2 8 0 16,4 2 0-16,-5 5-1 15,0 1 1-15,-4 0 0 16,1 1 0-16,0-3 0 15,-1-1 0-15,-2-2 1 0,2-4-1 16,-3-2 1-16,0-4-1 16,-2-1 0-16,-3 0 1 15,-5 0 6-15,-1-7 9 16,-3-6 6-16,-3-4-1 16,-2-3-5-16,-1-11-5 0,0-6-2 15,0-10-6-15,-2-11-2 16,2-9 0-16,0-9-1 15,0-14-5-15,8-12-60 16,3-3-119-16</inkml:trace>
  <inkml:trace contextRef="#ctx0" brushRef="#br0" timeOffset="85049.86">20060 13644 8 0,'3'-3'-8'0</inkml:trace>
  <inkml:trace contextRef="#ctx0" brushRef="#br0" timeOffset="86448.28">20060 13644 23 0,'2'-7'3'16,"-4"7"0"-16,1-1 3 16,-1-1 8-16,2 0-3 15,0 0 4-15,0-1 1 16,-3 1-4-16,2 0-3 0,1 0-4 15,0 0-3-15,-1 1-1 16,1 1-1-16,0-2 0 16,0 2 1-16,0-2 0 15,0 2-2-15,0 0 3 16,1-1-2-16,3-1-1 16,-2 2 2-16,-2 0 0 0,3 0 0 15,-2-1 6-15,1 0-2 16,2 0-3-16,0 1 0 15,1 0-1-15,1-1 6 16,0 1-4-16,1 0 0 0,-1 0 1 16,1 0-3-16,-1 0 1 15,1 0-1-15,-1 0-1 16,-1 3 0-16,3 0 2 16,-1 0-2-16,1 2 0 15,2-1 0-15,-3-1 0 16,1 2 0-16,0-1 0 0,0 0 0 15,-1 2 0-15,-1-2 0 16,0 0 0-16,0 1 0 16,-3 0-2-16,1 1 2 15,0-2 0-15,0 3 0 16,0 0 0-16,1 0 0 0,0-1 0 16,-3 1 0-16,1 0 0 15,-1 1 0-15,-1 0-2 16,0 0 2-16,-1 2 1 15,0-1 2-15,0 1-3 16,0 1 0-16,0 2 1 0,0 1-1 16,0 0 0-16,-3 1 0 15,0 0 0-15,0 2 0 16,-3-2 0-16,2 0 1 16,1 2 0-16,0 0 1 15,0-1-1-15,1 1-1 0,1 0 0 16,-1-1 0-16,0 1 0 15,1 1 1-15,-1-1-1 16,0 2 0-16,0-1 0 16,1 2 0-16,1 1 0 15,0 1 0-15,0-1 0 0,3 0 1 16,4 2 0-16,1-2 1 16,2-4-2-16,1 2 2 15,0-2-1-15,3-3 2 16,-1 1-1-16,1-3 0 15,-1-2 2-15,1 0-1 16,1-3 3-16,0 0-2 0,1-3 2 16,-4-1-2-16,-1 2-1 15,-1-3-2-15,-6 0 0 16,0-1-1-16,-2 0 1 16,-1-1-1-16,-1 1 2 15,0 0-4-15,0 1 4 0,0 0-2 16,0 1 0-16,0 3-2 15,0 1 2-15,0 3-1 16,0 1 2-16,0 1-1 16,-2 3 0-16,-3 4 0 15,1 1 2-15,-2 2-2 0,1 2 0 16,-1 0 0-16,3 2 1 16,1 1-1-16,0-1 0 15,2 2 1-15,0 0-2 16,0 2 2-16,1 0-1 15,3 0 0-15,4 2 0 0,-5 4 0 16,3 0 0-16,-1 5 1 16,0 1-2-16,0 4 1 15,0 1 1-15,-2 2-1 16,3 1 0-16,-2 0 0 16,1 1 0-16,1 4 1 15,0-1-2-15,0 0 1 0,-2-1 1 16,1-1-1-16,-2 0 0 15,2-1 1-15,-2 1-1 16,2 2 1-16,-1 0-1 16,1 3 0-16,-1 0 1 0,2-2-1 15,-3 1 0-15,4 0 0 16,-1-2 0-16,-2-3 0 16,3-2 0-16,-2-4 0 15,-1 0 0-15,3-5 0 16,-5-1 0-16,0 0 1 0,-1-3-1 15,-1-1 0-15,0-2 0 16,0-3 0-16,-4-3 0 16,-6-6 0-16,0 0 2 15,-2-5-4-15,-7-1 4 16,-1-3 2-16,-3-2 0 16,-3-4-2-16,-2 1-1 0,-2-4 0 15,-1-3 0-15,2 0-1 16,-3 0-5-16,4-10-24 15,5-9-62-15</inkml:trace>
  <inkml:trace contextRef="#ctx0" brushRef="#br0" timeOffset="87125.03">20844 14993 101 0,'0'0'1'0,"0"0"8"0,0 0-7 0,0 0 2 16,0 0 1-16,0 2-4 15,0 0 0-15,0 1 0 16,0-1 1-16,0 2 0 16,0-1-1-16,0 1-1 0,0-2 2 15,0-1-1-15,1-1 4 16,5 0 16-16,2-3 6 15,6-6-11-15,3-6-4 16,7-5-7-16,9-1-2 16,12-6-2-16,11-3-1 15,3-7-6-15,9-13-67 16</inkml:trace>
  <inkml:trace contextRef="#ctx0" brushRef="#br0" timeOffset="88661.23">23118 7000 73 0,'0'0'5'0,"0"0"12"0,0 0-4 0,0 0 4 16,0 0 7-16,0 0-1 15,-14-41-7-15,14 35-6 16,-1-1-7-16,1 3-2 16,0 0-3-16,0 1 0 15,1 0-1-15,8 0 1 0,-2 2 4 16,2 1-1-16,4 0-1 16,-2 0 2-16,4 5-2 15,-1 3 0-15,1 4 0 16,1 5 0-16,-1 3-2 15,2 4 1-15,-3 5 1 0,-1 6-2 16,-2 2 0-16,-3 7 0 16,0 4-3-16,-4 2 4 15,-2 4 1-15,0 3 0 16,-2 2 0-16,0 0 0 16,0 7 0-16,0 0 0 0,0 1 2 15,0 2-1-15,0-1 0 16,1 2 0-16,6-5-2 15,2-1 2-15,4-3-1 16,1-4 1-16,4-6 0 16,1-1 0-16,0-6 0 15,5-4 0-15,-2-5 2 0,1-5-1 16,0-4-2-16,-2-5 0 16,-2-3 0-16,-3-5 2 15,-5-3-2-15,-3 1 0 16,-2-5 0-16,-4 0 1 15,-1 1-1-15,-1 0-1 0,0 1 2 16,-3 5 0-16,-5 3 0 16,-3 5-1-16,0 5 1 15,0 2 0-15,1 9-1 16,0 0 0-16,4 7-6 0,-2 2-5 16,5 6-12-16,2 1 15 15,1 6-3-15,0 4 3 16,3 2 4-16,7 3 3 15,2 3 1-15,1 3 0 16,3 0 0-16,1 2 2 0,4 3 3 16,2 0 4-16,1-1-4 15,2-1 6-15,-1 1-1 16,2-1 0-16,-4-2-5 16,0-1 1-16,-5-3-3 15,-4-3 0-15,-5-4-2 16,-5-6 1-16,-4-5-2 0,-1-6 3 15,-13-7-2-15,-6-4 1 16,-7-6 3-16,-7-6 0 16,-6-8 1-16,-7-5-1 15,-5-5-2-15,-2-6-1 16,-2 0-2-16,2-10 0 0,7-8-9 16,4-8-19-16,10-5-37 15</inkml:trace>
  <inkml:trace contextRef="#ctx0" brushRef="#br0" timeOffset="89458.57">23844 8318 51 0,'-1'1'19'0,"1"-1"6"0,0 0-4 0,-2 0-11 0,2 0-2 15,0 0 0-15,0 0 4 16,0 0 16-16,0 0 11 16,2-4-17-16,6-4-18 15,7-4 1-15,10-2-1 16,10-3-2-16,13-3-1 15,12-5-2-15,11-8-48 0,5-7-154 16</inkml:trace>
  <inkml:trace contextRef="#ctx0" brushRef="#br0" timeOffset="91665.23">20019 13665 46 0,'-2'0'1'0,"0"0"0"0,0 0 1 16,1 0 6-16,0 0 12 15,1 0 6-15,0 0-6 16,-1 0-3-16,1 0-6 16,-1 0-9-16,1 0 3 15,-1-1-4-15,0-2-1 0,0 0 1 16,1 0 4-16,0-1 7 15,0 1 3-15,0 0-2 16,0-1-5-16,0 3-6 16,0-1-2-16,0 1 0 15,0-2 1-15,3 3-1 0,3 0 0 16,0 0 1-16,4 0-1 16,-1 0 0-16,1 6 0 15,2 2 0-15,0 2 0 16,0 3-1-16,-1 1 1 15,0 3-3-15,-1 3 1 16,-1 3-1-16,-4 1 0 0,1 1 0 16,-2 3 2-16,-3 1 1 15,-1 0 0-15,1 2 1 16,-1-1-1-16,0 0 1 16,0-1-1-16,0 0 1 15,0-2-1-15,0 0 0 0,0 0 1 16,3 1-1-16,0 2 0 15,4 0 2-15,-1 0-2 16,2 0 1-16,1-1-1 16,-1-2 1-16,3-1 0 0,-1-2-1 15,1-6 1-15,0-2 0 16,1-3 1-16,1-4-1 16,-1-4 0-16,1-2 0 15,-2-3 0-15,-5 0 5 16,1 0 0-16,-3-6-2 0,-2 2-1 15,-2-4 0-15,0-1-3 16,0 3 1-16,0 1-2 16,0 2 1-16,-3 0-1 15,-2 3-2-15,1 0 2 16,0 0 2-16,-2 5-1 16,2 4 0-16,2 5 0 0,1 0-1 15,0 3-3-15,1 5 0 16,0 2 1-16,0 3 2 15,0 4 0-15,1 3 0 16,3 5 1-16,0 0 0 16,1 3 0-16,1 0 0 0,2 1 0 15,-1 2-1-15,1 1 2 16,2 3-2-16,-2 4 3 16,0-1-3-16,-1 0 1 15,0 1 0-15,-2-1 1 16,1-1-2-16,-4 5 2 0,-2 0-1 15,1 2 1-15,0-1-1 16,0 3 1-16,1-2 0 16,0 0 1-16,-1 1-2 15,2-1 0-15,-3-2 0 16,2-2 0-16,1-1 0 0,0-3 1 16,3-3-1-16,-3-1 2 15,2-1-1-15,0-3-1 16,-3-4 2-16,-2-5-2 15,0-2 0-15,0-5 1 16,0-5-1-16,-7-2 0 16,-1-5-1-16,-6 1-1 0,-3-2 4 15,-4-1 1-15,-2-2-1 16,-3-1 0-16,-4 0-2 16,-2-2 0-16,-6-4-19 15,-2-3-71-15</inkml:trace>
  <inkml:trace contextRef="#ctx0" brushRef="#br0" timeOffset="93131.2">16991 14483 4 0,'0'3'52'0,"0"-1"-55"0,3 0 4 0,3-2-1 15,1 1 3-15,4 0-2 0,0-1 2 16,1 0 5-16,5 0 0 15,2 0 0-15,2 0-1 16,3 0-3-16,3 0-1 16,2-2-1-16,3-2-1 15,4-2 1-15,4 1 2 16,9-1-1-16,2 0 1 0,8-1 1 16,4-1-1-16,4 2 0 15,4 0 0-15,5-1-3 16,-2-1 0-16,3 2-1 15,4-1 1-15,4 0 2 16,0 0 1-16,1 1 3 0,5 0-1 16,2 0 0-16,-3 1 0 15,-1-1 1-15,-3 2-1 16,-1-3 1-16,-2 4-3 16,-3-1 1-16,0 0-2 0,-3 1-2 15,-1-1 0 1,-5 1-1-16,-3 1 0 0,-3-2 0 15,-4 3 1-15,-1-2-1 16,-4 3 0-16,-5-3 0 16,-2 3-1-16,-5 0-1 15,-9 0-14-15,-14 3-33 0,-11 1-33 16</inkml:trace>
  <inkml:trace contextRef="#ctx0" brushRef="#br0" timeOffset="93958.55">17356 15669 56 0,'0'0'1'0,"0"0"0"0,0 0 0 0,0 0 1 16,0 0-1-16,0 0 3 16,0 0 1-16,-37 26 7 0,34-22 4 15,2-1-1-15,0-1-12 16,1 0-1-16,0-2-1 16,0 3-1-16,2-1 2 15,7-2 1-15,3 0 1 16,3 0 2-16,8 0-2 0,4-2 1 15,4-2-2-15,7-2 0 16,7 0 1-16,1-1 1 16,9 0-3-16,7 2-1 15,5-1 0-15,3 0 1 16,3 3-2-16,8 1 0 0,2 0 0 16,5 2 0-16,4-1 1 15,5-1 0-15,4 1-1 16,-1-1 3-16,-1-2 0 15,1 0 0-15,-2-1-1 16,-3 1 2-16,-1-1 0 0,1 1 0 16,-6-1 4-16,-2-1-4 15,-4 1-1-15,-6-1 0 16,-4 3-2-16,-9-1 0 16,-5 1 0-16,-10 1-1 15,-7 2 0-15,-6 0 0 16,-11 0 0-16,-6 1-2 15,-9 7-9-15,-8 1-42 0,-2 2-8 16</inkml:trace>
  <inkml:trace contextRef="#ctx0" brushRef="#br0" timeOffset="94748.11">17625 16804 21 0,'0'0'2'0,"0"0"13"0,-44 4 4 0,27-4 8 16,5 0-4-16,1 0 0 16,-1 0 4-16,3 0-1 15,3 0-9-15,1 0-11 16,2 0-3-16,2 0-1 16,1 0-3-16,0 0-6 0,0 2 5 15,3 1 1-15,5 1 1 16,5-1 0-16,3-1-1 15,7 1-2-15,3-1 3 16,3-2 0-16,5 0 2 16,4 0-4-16,2 0 4 0,4 0-2 15,3 0 2-15,2 0 1 16,3 0 3-16,2-2-1 16,4-1-2-16,3 1-7 15,2-1 13-15,3 0-7 16,1-1-1-16,5-1 0 15,1-1 1-15,1 0 2 0,3-2 2 16,2 0-1-16,2 1-1 16,0 0-1-16,-5 0-1 15,4 2 1-15,-2 0 0 16,-3 2 0-16,0-3 0 0,-6 5-3 16,-4-2 2-16,-3 0-1 15,-3 2-1-15,-4-1 0 16,-3 0 1-16,-5 0-1 15,-2-2 0-15,-3 2 0 16,-6-3 0-16,0-1-1 0,-8 2-12 16,-1-5-16-16,-6-2-21 15,-1-3-19-15</inkml:trace>
  <inkml:trace contextRef="#ctx0" brushRef="#br0" timeOffset="96582.88">22993 6796 149 0,'3'0'-2'0,"0"0"5"0,1 0-2 0,-2 0 1 16,1 0 0-16,-3 0 0 0,0 0 0 15,0-1 13-15,0-3-1 16,0 1-1-16,0-2-6 16,0 0-5-16,0 1-1 15,2 0-4-15,4 1-7 16,2-1-9-16,1 1 0 0,-1 2 4 15,1 1 6-15,0 0 6 16,-2 0 2-16,1 7-1 16,1 4 1-16,-1 2 0 15,1 3 1-15,2 2-1 16,-2 3 2-16,2 2-1 16,2 2 0-16,-1 4 0 0,1 2 0 15,0 2 1-15,-4 7-1 16,0 1 1-16,-4 5-1 15,-1 4 2-15,-2 0-1 16,-2 1 0-16,0-1 1 0,0 0 1 16,-2 1-2-16,-2 1 3 15,3 2-3-15,1-1 1 16,0-1 0-16,3 0-1 16,8-3-1-16,2-2 1 15,7-2 0-15,2-2 1 16,4-2 2-16,3-4 0 0,4-3 6 15,-1-5 0-15,2-2-3 16,0-6-3-16,-2-3 1 16,1-1-4-16,-4-4 1 15,-1-1 0-15,-2-1 0 0,-5-4 1 16,0 0-2-16,-3 0 0 16,-6-1 0-16,-2 1-1 15,-4 0-1-15,-3 4 0 16,-2 1 0-16,-1 2-2 15,0 6 2-15,-2 2-5 16,-6 3-4-16,-3 3-2 0,-1 2 7 16,-2 1 0-16,1 5 6 15,-1 1-1-15,1 4 0 16,2 2 1-16,1 4-1 16,0 3 0-16,3 3 2 15,1 0-2-15,4 2 0 0,0 1 1 16,2 4 0-16,0 0-1 15,0 4 1-15,0 2-1 16,3 0 0-16,5 2 1 16,2 2 0-16,1-2-1 15,1 0 2-15,1 0-1 0,2-1 0 16,-2 0 0-16,4-3 2 16,-1 0 2-16,3 0-1 15,-2-2 0-15,2 2-2 16,-3-2-2-16,-1 1 0 15,-4-1 0-15,-3-2 1 0,-3-1-1 16,-4-3 0-16,-1-2 0 16,0-2 1-16,-2 0 0 15,-6-4 0-15,1-2 0 16,-2-5 0-16,1-3 0 16,-6-4 0-16,2-2 1 0,-2-6 1 15,-1-1 0-15,0-4 0 16,-4-1-1-16,-1-4 1 15,0-1-1-15,0-5 0 16,-3 1-1-16,0-5 0 16,0-2 2-16,-1-4 1 15,0 0 5-15,-1 0 5 0,2-8-2 16,0-3-1-16,2-1-4 16,0-1-2-16,4-1-3 15,0 0 0-15,4 0-1 16,1 1-1-16,2-1-1 0,2 2-12 15,0-2-32-15,2-1-67 16</inkml:trace>
  <inkml:trace contextRef="#ctx0" brushRef="#br0" timeOffset="96961.12">22997 10994 214 0,'7'0'-5'0,"5"0"17"0,2-2-6 16,3-2-2-16,6-1-3 0,4-2 1 16,4 2-1-16,2-2-1 15,3 0 0-15,1-2 0 16,3 2-1-16,-1 0-7 15,0-1-30-15,0 1-15 16,-5 0 1-16</inkml:trace>
  <inkml:trace contextRef="#ctx0" brushRef="#br0" timeOffset="97160.1">23206 10949 213 0,'0'0'-31'0,"75"-8"31"0,-12-2 4 16,16 0-2-16,11 0 0 16,6-4-9-16,-3-4-125 15</inkml:trace>
  <inkml:trace contextRef="#ctx0" brushRef="#br0" timeOffset="122807.24">21656 13479 67 0,'0'3'17'0,"0"-1"-12"0,0 0-3 0,0 3 2 15,0 0 0-15,-1 1 1 16,-1 1 2-16,2 0 3 16,-2 0 1-16,1 3-3 0,1-1 6 15,0 2-3-15,0 1-2 16,0 0-1-16,0 1-2 16,0 0-2-16,5-2 0 15,-2 1-2-15,6-2 2 16,-2-2 0-16,3-1 2 0,2-3-2 15,-1-2-3-15,4-1 1 16,-3-1 4-16,1 0-4 16,1-4 0-16,-3-3 3 15,-1-3 1-15,2-2-1 16,-4 0 2-16,1-1-2 16,1-3-1-16,-3 3-4 0,1 2 0 15,-2 3 0-15,0 2 1 16,-4 3-1-16,-1 3-1 15,0 0-4-15,-1 7-2 16,0 5 5-16,1 0 7 0,1 4-4 16,2 0 0-16,2-3 0 15,3-2-1-15,2 0 0 16,5-1-1-16,1-4 2 16,1-2-1-16,5-3 1 15,2-1 1-15,-1 0-3 16,1 0 2-16,-1-7 2 15,-1-3-3-15,-6-3 3 0,-4 0 4 16,-4-2 5-16,-3 0 3 16,-6-1 0-16,0 0-5 15,-7-1-8-15,-2 2 3 16,-4 2 0-16,-1 3-5 0,-1 3 0 16,-2 4-2-16,1 3-8 15,-2 0-33-15,1 4-31 16,2 2-46-16</inkml:trace>
  <inkml:trace contextRef="#ctx0" brushRef="#br0" timeOffset="123248.14">22318 13623 141 0,'0'0'8'0,"0"0"-2"0,0 0-2 16,-38 25-3-16,27-13 0 16,3 2 1-16,-2 2 0 15,4-1-1-15,0-1 1 16,6 0 2-16,0-2-1 15,0-5 1-15,6 0 0 0,6-4 2 16,3-2 6-16,2-1-3 16,1 0-1-16,3-1-2 15,-1-8-3-15,-2 1-1 16,-3-4 1-16,-2 0 7 16,-3 0 10-16,-5-1-6 15,-3 1 0-15,-2 0-3 0,-2 1-5 16,-8 1-2-16,-7 0 2 15,-3 3-5-15,-2 3-4 16,-3 4 0-16,-6 0 3 16,4 0-6-16,2 7-17 15,1 0-22-15,8-3-60 0</inkml:trace>
  <inkml:trace contextRef="#ctx0" brushRef="#br0" timeOffset="123533.51">22630 13496 265 0,'0'0'3'0,"0"0"1"0,0 0 5 16,0 0-1-16,0 0-3 0,0 0-2 15,0 0-3-15,0 0 0 16,52 0 2-16,-35 0-3 16,0 2-31-16,0 0-69 15</inkml:trace>
  <inkml:trace contextRef="#ctx0" brushRef="#br0" timeOffset="123675.16">22703 13618 280 0,'0'0'6'16,"0"0"0"-16,0 0-9 0,0 0 2 16,0 0-1-16,0 0 0 15,0 0-25-15,50 3-83 16</inkml:trace>
  <inkml:trace contextRef="#ctx0" brushRef="#br0" timeOffset="123931.48">23008 13506 133 0,'0'0'12'15,"0"0"23"-15,0 0 1 16,0 0 0-16,0 0-5 16,0 0-13-16,0 0-9 15,0 0 0-15,24 0-3 0,-6-1-1 16,4-1-4-16,3 1 0 16,4 1-1-16,3 0-6 15,-1-2-32-15,2-2-18 16,-4 0-52-16</inkml:trace>
  <inkml:trace contextRef="#ctx0" brushRef="#br0" timeOffset="124229.96">23422 13380 262 0,'0'0'2'0,"0"0"-2"0,58-26 0 16,-34 19 3-16,1 4-1 15,-3 3-2-15,-4 0 1 16,-3 7-1-16,-8 10-3 16,-7 3-6-16,0 6-18 15,-15 1 15-15,-6 1 6 0,-5-2 3 16,3-5 4-16,4-4 2 16,2-3 14-16,7-4 4 15,7-3-7-15,3-2-6 16,0-2 4-16,16 1-1 15,12-3 0-15,10 5-1 16,7-2-6-16,7-1-4 0,3-2-42 16,-4-1-131-16</inkml:trace>
  <inkml:trace contextRef="#ctx0" brushRef="#br0" timeOffset="125227.29">21966 14615 160 0,'0'0'2'0,"0"0"2"0,0 0 5 0,0 0-10 15,0 0 4-15,0 0-3 16,0 0 0-16,0 0-1 0,0 0 4 16,0 0 3-16,-17 50 1 15,15-33 0-15,0 2-3 16,2-4-2-16,0-1 2 16,0-1 0-16,6-2 0 15,2-5 2-15,4 0-1 16,1-6 1-16,2 3 3 0,3-3 5 15,1 0-5-15,1-6-5 16,1-3 0-16,-2-2-2 16,-5-2 0-16,-2 2 0 15,-3 0-1-15,-4 1 1 16,-3 5 0-16,-1 0 4 0,-1 3 4 16,0 2-7-16,0 0-3 15,0 0 1-15,4 3 2 16,-1 6-3-16,3 2-1 15,5 1 0-15,-3-1-1 0,4-1 2 16,4-4-2-16,2 0-1 16,1-4 2-16,2-2 2 15,2 0 2-15,0 0-2 16,2-6 2-16,-4-3-1 16,1-3 5-16,-6-2-2 0,-1-3 0 15,-4 1 0-15,-6 0-2 16,-4 1 1-16,-1 0-2 15,0 4-3-15,-3 2-5 16,-4 4-6-16,-3 2-19 16,1 2-65-16</inkml:trace>
  <inkml:trace contextRef="#ctx0" brushRef="#br0" timeOffset="125469.24">22593 14687 147 0,'0'0'10'0,"0"0"23"0,1 38-4 16,-1-20 7-16,0 3-13 16,0 2-10-16,0 1-7 0,0 2-2 15,0-2-1-15,0 3-2 16,0-3 1-16,1 0-2 15,1-1-1-15,4-3-13 16,-4-7-33-16,4-7-60 16</inkml:trace>
  <inkml:trace contextRef="#ctx0" brushRef="#br0" timeOffset="125675.21">22806 14689 264 0,'0'0'3'0,"0"0"5"0,0 0 1 16,0 0-3-16,50-25-6 15,-26 19-20-15,1-1-70 16</inkml:trace>
  <inkml:trace contextRef="#ctx0" brushRef="#br0" timeOffset="125825.26">22980 14760 254 0,'0'0'10'16,"0"0"-2"-16,0 0-1 15,0 0-8-15,0 0-3 16,0 0 2-16,0 0 0 0,44 6-29 15,-25-12-71-15</inkml:trace>
  <inkml:trace contextRef="#ctx0" brushRef="#br0" timeOffset="126566.86">23357 14545 33 0,'0'0'0'0,"0"0"-6"0,0 0 3 0,0 0 5 16,0 0 21-16,0 0 14 15,0 0 0-15,0 0 11 16,0 0-9-16,-3-12-12 16,3 12-13-16,-2 0-9 0,-2 0-4 15,-1 0-2-15,-1 1 0 16,-3 9 0-16,-1 3 2 15,-3 3-1-15,3 4 0 16,-1 3 0-16,3 0 1 16,3 2-1-16,4-3 0 0,1-2 1 15,0-3-2-15,8-4-1 16,1-1 1-16,5-5 1 16,0-3 4-16,5-1 3 15,-4-3 0-15,2 0 1 16,-2 0-5-16,-1-5 0 15,-2-6 6-15,-1-3 4 0,-5-3-3 16,-2-4-3-16,-4-3-1 16,0 1-5-16,0-3 0 15,-6 5-1-15,-6 0-2 16,-1 5 5-16,-2 0-3 16,-1 8-2-16,-1 1 1 0,0 6-3 15,-1 1-14-15,3 0-16 16,3 5-25-16,5-1-42 15</inkml:trace>
  <inkml:trace contextRef="#ctx0" brushRef="#br0" timeOffset="126765.17">23639 14631 117 0,'0'0'-3'0,"0"0"4"0,0 0 3 0,0 0-6 15,0 0-3-15,0 0-5 16,0 0-57-16</inkml:trace>
  <inkml:trace contextRef="#ctx0" brushRef="#br0" timeOffset="127691.63">23685 14493 125 0,'0'0'13'0,"0"0"24"16,0 0-8-16,0 0-17 16,0 0-6-16,0 0-4 15,0 0 0-15,0 0 3 16,20-11 4-16,-6 8-1 16,4-1-1-16,2 0 0 0,-2 1-4 15,-2 0-2-15,-2 0 0 16,-3 0-1-16,-1 3 0 15,-5-1 1-15,0-1-1 16,0-2 1-16,-5 3-1 0,2-2 2 16,-2 0-1-16,0-1-3 15,-7-1 1-15,-4 1 4 16,-2-2-4-16,-2 1 0 16,0 2 2-16,0 0 0 15,0 3-1-15,1 0 2 0,2 0-2 16,-2 3 0-16,3 4 0 15,1 5 0-15,2 2 0 16,5 3 1-16,2 1 0 16,1 2 0-16,3-1-2 15,6-1 1-15,5-1-1 0,0-1 1 16,2-2 0-16,1 0 3 16,-1-2-2-16,-2 2 1 15,-1-3-1-15,-5 3 0 16,-3-4 0-16,-3 0-1 15,-2-1-1-15,-3-4 1 16,-11 1 1-16,-3-3-1 0,-4-3 0 16,0 0 1-16,0 0-1 15,5 0 1-15,3-7 1 16,7 0-1-16,4-2 4 16,2-1 3-16,2-3-8 15,14-2 0-15,8-4-3 0,5 1-4 16,5-5-7-16,4 3-26 15,1 2-19-15,-4 0 0 16,0 3 36-16,-4 2 13 16,-3 2 10-16,-4 2 4 15,-7 4 16-15,-4 0 11 0,-5 1 15 16,-5 4-3-16,-3 0-19 16,0 7-17-16,-7 6-7 15,-4 6 3-15,-1 6 2 16,-1-1 0-16,2 2-3 0,6-1 0 15,3-5 0 1,2-4 2-16,0-3 4 0,8-5 2 16,4-2 4-16,1-3 8 15,4-3 3-15,-2 0 3 16,2-9-11-16,-1-5-3 16,-2-1-7-16,-6-4-3 0,-5-4-3 15,-3 2-9-15,-13-2-19 16,-18 6-31-16,-14 2-30 15</inkml:trace>
  <inkml:trace contextRef="#ctx0" brushRef="#br0" timeOffset="128367.31">22110 15595 174 0,'-6'3'82'0,"2"0"-68"0,0 0-2 15,-1 5-10-15,3 2 0 0,2 4 0 16,0 4 0-16,0 0-1 15,0-1-3-15,8 0 2 16,0-4-1-16,1-3-2 16,3-5 0-16,1-2-2 15,2-3 11-15,1 0 1 16,-2-1-4-16,1-6-1 0,-4 0 1 16,0 0 2-1,-6 1 0-15,1 3 2 0,-4 3-1 16,1 0-4-16,1 0-2 15,6 9 1-15,1-1 0 16,1 5 0-16,3 0 0 16,0-3-1-16,2 0 0 0,-3-5 0 15,1-2 3-15,-3-3-3 16,0 0 1-16,-2 0 1 16,-5-7 0-16,-2-3 9 15,-1-3 6-15,-2-5 1 0,0-2-7 16,0-1-6-16,-5 1-2 15,1 1-3-15,3 1-1 16,-3 5-9-16,4 3-19 16,0 3-16-16,2 4-31 15,6 0-61-15</inkml:trace>
  <inkml:trace contextRef="#ctx0" brushRef="#br0" timeOffset="128629.99">22563 15611 147 0,'0'0'6'0,"0"0"23"0,48 17-7 0,-35-9-15 0,-5 4-4 0,-5 1-2 16,-2 1-3-16,-1 2-5 15,-4 2 12-15,-7-1 6 16,-2 0-5-16,2-3 5 16,1-1 7-16,2-3-4 0,3-1-4 15,3-1-1-15,2-3 0 16,0 0-2-16,6-1-2 15,6 0 6-15,5-1-7 16,4-2 4-16,5-1-6 16,2 0-1-16,5 0-1 15,0-8-25-15,1-3-28 0,0-5-68 16</inkml:trace>
  <inkml:trace contextRef="#ctx0" brushRef="#br0" timeOffset="128815.26">23075 15638 99 0,'0'0'198'15,"0"0"-183"-15,0 0 8 16,0 0-9-16,0 0-11 16,0 0-5-16,41-37 3 0,-24 31-12 15,3-1-25-15,-1 3-20 16,-5 3-43-16,-3 1-37 15</inkml:trace>
  <inkml:trace contextRef="#ctx0" brushRef="#br0" timeOffset="128922.25">23174 15652 96 0,'0'0'13'0,"0"0"41"15,-29 44-19-15,28-34-22 16,1-3-6-16,1-1-4 16,11-2 0-16,5-4 4 15,6 0-20-15,4-7-77 16</inkml:trace>
  <inkml:trace contextRef="#ctx0" brushRef="#br0" timeOffset="129427.63">23700 15429 217 0,'0'0'4'16,"0"0"-2"-16,0 0 0 15,0 0 0-15,0 0-2 16,0 0-3-16,0 0 4 15,3-24 9-15,-7 21-7 16,-1 2 2-16,2-2 1 0,-2 0-2 16,0 0-3-16,0 2-1 15,0-2-1-15,0 3 1 16,-2 0 0-16,2 0 0 16,0 0-1-16,-2 0 1 15,1 7 0-15,-4 2-1 16,2 3 1-16,0 4 0 0,-2 1 0 15,3 3 0-15,-1 0 1 16,5 3-1-16,-4-3 2 16,5 0-1-16,2-2-1 15,0-4 1-15,0 1 0 16,4-3-2-16,6-5-2 0,-1-1 7 16,4-3 3-16,1-1 3 15,4-2 1-15,-2 0 1 16,1-2-3-16,-2-7-2 15,1-1 4-15,-8-3 2 16,0-1 0-16,-1-4 5 0,-1-1-1 16,-6-2-4-16,0-2-3 15,0 3-9-15,-11-1-3 16,0 4-2-16,-4 3 1 16,-2 5-7-16,-4 8-12 15,2 1-12-15,1 0-10 0,1 4-44 16</inkml:trace>
  <inkml:trace contextRef="#ctx0" brushRef="#br0" timeOffset="129592.22">23889 15496 289 0,'0'0'-4'0,"0"0"3"0,0 0-7 0,0 0-24 0,0 0 12 0,0 0-20 16,0 0-37-16</inkml:trace>
  <inkml:trace contextRef="#ctx0" brushRef="#br0" timeOffset="130040.06">24229 15289 284 0,'0'0'4'0,"0"0"-2"16,0 0 1-16,0 0-3 16,0 0-3-16,0 0 2 15,0 0 9-15,-41-31-8 0,21 32-2 16,-1 9 4-16,2 1-2 16,0 2 0-16,6 2 0 15,2 2-2-15,6-1 2 16,5 0-4-16,0-1-4 15,9 0 0-15,5-1 5 0,2 0 8 16,2-3-3-16,4 1 0 16,-4 1-1-16,2 1 0 15,-3-3 0-15,-3 2-1 16,-4 2 0-16,-4-6-1 16,-4 1-7-16,-2-2-8 0,-2-3-3 15,-9-4 16-15,-6 1 9 16,0-2-1-16,-5 0-3 15,4 0 2-15,2-2 3 16,5-3 2-16,4-3 5 16,6 0 1-16,1-4-9 0,11-3-5 15,8-4 5-15,8-3-6 16,6-2-10-16,8-2-18 16,-1 1-31-16,0 3-24 15,1 2 1-15</inkml:trace>
  <inkml:trace contextRef="#ctx0" brushRef="#br0" timeOffset="130275.39">24517 15293 111 0,'0'0'40'16,"0"0"-6"-16,0 0-18 15,-38 43-5-15,19-21-4 16,2 2-3-16,2-2-1 0,7-1-1 16,4-5 4-16,4-2 2 15,0-4-5-15,4-3 11 16,6-3 7-16,1-4 5 15,2 0-1-15,3 0-3 16,-3-7 6-16,1-4-8 16,-5-5 3-16,1-1-4 0,-9-7-9 15,-1 0-6-15,-5-5-9 16,-17 0-32-16,-10-3-37 16,-10-1-31-16</inkml:trace>
  <inkml:trace contextRef="#ctx0" brushRef="#br0" timeOffset="131356.46">21421 11803 200 0,'0'0'4'0,"0"0"3"0,0 0 8 0,-3-44-4 0,9 33-1 16,6 0-6-16,2-1-1 15,6 1 1-15,5 1-1 16,6 0 0-16,4 3-3 16,6 2 2-16,0 3-2 15,3 2 0-15,5 0 1 0,-2 8-2 16,7 8 0-16,0 2 1 15,0 4-1-15,4 3 1 16,-3 5 0-16,-3 1 0 16,-2 5-2-16,-5 4 1 15,-7 2-2-15,-7 4 2 16,-4-1 0-16,-7 2 0 0,-4 0-1 16,-3-2 2-16,-3 2 2 15,-2 0 1-15,-4 0-2 16,-1-2 1-16,-1 2-2 15,-2-4 3-15,0-3-5 16,0-1-1-16,-9-4-14 0,-4-7-53 16,-4-7-58-16</inkml:trace>
  <inkml:trace contextRef="#ctx0" brushRef="#br0" timeOffset="131641.94">22103 12547 256 0,'0'0'-8'16,"0"0"4"-16,0 0 1 0,60 15 5 0,-35-9 0 16,6-2-2-16,-1-1-2 15,2-2 4-15,-1-1-3 16,-3 0-6-16,-4-4-7 15,-3-6 0-15,-6-2 14 0,-2-2 3 16,-8 1 11-16,1 2 8 16,-6 4-5-16,0 5-6 15,0 2-11-15,-11 16-12 16,-9 11-27-16,-7 7-32 16</inkml:trace>
  <inkml:trace contextRef="#ctx0" brushRef="#br0" timeOffset="157168.69">22128 12439 101 0,'0'0'12'0,"2"0"-1"0,0 0-7 0,2-1-4 15,-2 0 1-15,-1-1-1 16,1 2 0-16,-2-2 0 16,0 1 1-16,0 1 1 0,0 0-4 15,0-2 0-15,0 0 1 16,0 2 1-16,0 0 1 16,0 0-1-16,0 0 0 15,0 0 0-15,0 0 0 16,0 0-1-16,0 0 2 15,0 0 0-15,0 2 0 0,1-2 4 16,1 0 18-16,3 0 29 16,3-9-1-16,7-8-33 15,8-7-11-15,10-6-1 16,11-8-3-16,8-3-1 0,11-5-6 16,6-4-23-16,9-3-53 15,-3-4-60-15</inkml:trace>
  <inkml:trace contextRef="#ctx0" brushRef="#br0" timeOffset="162790.18">20127 13708 101 0,'0'0'3'0,"0"0"12"0,0 0-5 0,-39-33 7 16,35 29 7-16,-2 1 4 15,2-1-1-15,3 1-4 0,-1 0-7 16,-1 2-10-16,2-1-4 16,1 2-2-16,0 0 2 15,0 0-5-15,0 0-6 16,6 0 6-16,2 0 0 16,5 0 5-16,3 6-2 0,3 1-2 15,-3 0 5-15,3 6-1 16,-1 3-1-16,0 5 1 15,-2 4-2-15,-3 5-2 16,-1 8 4-16,-3 4-2 16,-4 5 1-16,-2 4 0 15,-2 4 0-15,-1 3 1 0,0 4-2 16,0 3 1-16,-5 3-1 16,-1 3 0-16,-2 2 0 15,1 0 1-15,2 0-1 16,0-4 0-16,1-5 0 0,4-5 0 15,0-6 0-15,0-6 0 16,9-7 0-16,4-6 0 16,4-4-1-16,4-3-2 15,-1-6 1-15,3-5 1 16,-2 2 2-16,-3-5 0 0,-4 1 1 16,-5 1-1-16,-5 0-1 15,-4 6-2-15,0 5 4 16,-11 5 3-16,-2 5-4 15,0 8 0-15,2 4-1 16,1 6 0-16,4 3 0 16,4 1 0-16,2 2 0 0,0 1 0 15,2 4 0-15,2 2 0 16,0 5 0-16,-4 5 1 16,0 4-8-16,-5 1-39 15,-7-8-40-15</inkml:trace>
  <inkml:trace contextRef="#ctx0" brushRef="#br0" timeOffset="163863.24">24253 13128 133 0,'0'0'2'0,"0"0"12"0,0 0 12 16,0 0-2-16,-14-38-5 15,12 31-2-15,2 1-4 0,-1 0-4 16,1 3-1-16,0-1-4 15,3 2-4-15,4 2-1 16,7 0 0-16,1 0 2 16,7 7-2-16,-1 4 1 15,6 2 1-15,-1 4-1 0,2 3 0 16,-3 4-3-16,1 1-1 16,-6 3-1-16,-5 0 2 15,-1 3 2-15,-6 0 0 16,-3 2 1-16,-5 3-1 15,0 1 0-15,0 5 2 0,-3 2-1 16,-2 0 0-16,-2 0 0 16,1 4 1-16,-2-2-1 15,2-1-1-15,0 2 2 16,-1 0-1-16,3 0 1 16,4-3-2-16,0-1 2 0,0-5-2 15,8-7 1-15,4-1 0 16,4-7 0-16,1 0-1 15,2-4 1-15,-1 0-1 16,-1-1 0-16,-3-2 2 16,0 2 0-16,-6 1-1 0,-4 2 0 15,-4 3 0-15,0 3 0 16,0 5 1-16,-5 5-1 16,2 5 1-16,-3 5-1 15,4 4 0-15,2 6 0 16,0 1 0-16,8 2 0 0,3-2 0 15,7-4 0-15,-1 1-1 16,2-5 1-16,1-1 0 16,-2-3 0-16,2 0 0 15,-5-2 0-15,0-3 0 16,0-2 0-16,-1-4 0 0,-1 2 1 16,1-2-1-16,-2 2 0 15,-5 2 0-15,-1 3 1 16,-2 1 0-16,-4 2-2 15,-4 3 2-15,-11 4-2 16,-9 3-2-16,-5 2-16 0,-7-2-28 16,-4 2-20-16,-5-5-50 15</inkml:trace>
  <inkml:trace contextRef="#ctx0" brushRef="#br0" timeOffset="176971.31">10977 15807 51 0,'0'0'23'0,"0"0"-13"0,-3 0 3 16,-1 0 2-16,2 0-2 0,1 0 7 16,-1 0 2-16,0 0 3 15,2 0-2-15,-2 0-10 16,2 0-7-16,0 0-4 15,0 0-2-15,0 0 0 16,0 0 0-16,0 0-5 0,0 0 5 16,0 0 0-16,2 0 6 15,5 0 2-15,2-1 2 16,0-1-1-16,1-1-4 16,3-1-3-16,1 1-1 15,2 2-1-15,2-1 0 0,-2 2 0 16,0 0 0-16,1 0-1 15,-4 2-21-15,-1 6-34 16,-5 2-20-16,-5 2-15 16</inkml:trace>
  <inkml:trace contextRef="#ctx0" brushRef="#br0" timeOffset="177134.03">11038 15963 160 0,'0'0'42'0,"0"0"-12"15,0 0-11-15,0 0-8 0,0 0-11 16,0 0 4-16,0 0-2 16,0 0-1-16,53 3 0 15,-29-3-7-15,3-3-76 16,-2-4-100-16</inkml:trace>
  <inkml:trace contextRef="#ctx0" brushRef="#br0" timeOffset="177598.2">11511 15867 120 0,'0'0'45'0,"0"0"4"15,0 0-14-15,0 0-18 16,0 0-12-16,0 0-2 15,0 0-6-15,0 0 4 16,0 0 1-16,12-9 0 16,-1 8-2-16,2 0 0 15,1 0 1-15,1-2-1 0,3 2 0 16,-1-1 0-16,2 0 0 16,2-1 0-16,0 2 1 15,3 1-1-15,-3 0 0 16,0 0 0-16,0 0 0 0,-1 0 0 15,-3 0-4-15,2 2-21 16,-4 1-14-16,-3-2-35 16</inkml:trace>
  <inkml:trace contextRef="#ctx0" brushRef="#br0" timeOffset="179391.4">12086 15623 99 0,'0'-1'9'0,"-1"1"6"0,-1 0 8 16,2 0-2-16,-1 0 4 16,1 0-11-16,0 0-11 15,0 0-8-15,0 0 6 0,0 7-1 16,0 2 0-16,0 5 0 16,0 0 0-16,0 3 0 15,1 4 1-15,2-2-1 16,-1 5 2-16,0-1-1 0,-2 1 3 15,0 1 2-15,0 0-1 16,0-1-3-16,2-1-1 16,-2-2 0-16,2 1-1 15,0-1 1-15,1-3-1 16,1 1-5-16,-2-5-64 16</inkml:trace>
  <inkml:trace contextRef="#ctx0" brushRef="#br0" timeOffset="179710.92">12382 15862 262 0,'0'0'2'0,"0"0"-2"16,0 0 1-16,43-1 2 15,-27-3 0-15,6 1 1 16,-2-1 1-16,4 1-2 0,3-1-1 16,-2-1-1-16,4 1-1 15,-2 0 0-15,0 0 0 16,-1 1 0-16,-3-1-1 15,-1 0-14-15,-6 2-32 16,-1 0-44-16</inkml:trace>
  <inkml:trace contextRef="#ctx0" brushRef="#br0" timeOffset="179967.36">12644 15695 238 0,'0'0'-1'16,"0"0"-25"-16,0 0 23 0,0 37 3 16,2-13 1-16,-1 3 0 15,1 3 0-15,-1 1 0 16,2-1 2-16,-1-2-1 15,2 2-1-15,-2-3 0 16,5-3-2-16,-1-7-70 0</inkml:trace>
  <inkml:trace contextRef="#ctx0" brushRef="#br0" timeOffset="180388.3">13006 15766 76 0,'0'0'218'0,"0"0"-218"15,0 0-1-15,0 0 2 0,0 0-7 16,0 0-20-16,0 0 14 16,0 0 11-16,-15 30 1 15,14-10 0-15,-1 2 1 16,2-3 0-16,2-1 1 15,7-2-1-15,5-5-1 0,-1-1 0 16,3-3-5-16,-1-4-2 16,1-3 4-16,-2 0 3 15,0 0-1-15,-2-4 4 16,-1-6-1-16,-3-3 4 16,0-1 6-16,-5-3 2 15,-2-2-5-15,0-1-2 0,-1-1-1 16,-2 1-2-16,-5 2 1 15,-5 6 0-15,-1-2 6 16,-1 5-3-16,1 3-8 16,0 3 1-16,-1 3-1 15,2 0-7-15,0 1-10 0,2 8-37 16,2-1-51-16</inkml:trace>
  <inkml:trace contextRef="#ctx0" brushRef="#br0" timeOffset="180601.21">13245 15782 309 0,'0'0'11'0,"0"0"-8"0,0 0-2 0,0 0-1 16,0 0-7-16,0 0-44 16,0 0-57-16</inkml:trace>
  <inkml:trace contextRef="#ctx0" brushRef="#br0" timeOffset="181077.3">13384 15696 188 0,'0'0'2'0,"0"0"3"0,0 0-1 16,0 0-1-16,0 0-4 15,0 0 4-15,0 0 5 16,40 0 3-16,-27 0-2 16,3-5 2-16,-1 0-3 0,1 2-1 15,-3-1-1-15,3 0-6 16,-3 1 0-16,-1 3 1 16,-1-3-1-16,-4 3 0 15,4 0 1-15,-6 0-1 16,3 0-1-16,-3 6 0 0,1 2-1 15,-3 2 5-15,-1 1-3 16,-1 1 1-16,-1 2 0 16,0 0 0-16,0 1 0 15,0-1 1-15,0 0 3 16,0 0 1-16,0-2-2 0,0 1-1 16,0-1-2-16,-1-1 0 15,1 0 0-15,0-3 0 16,0-1-1-16,1-3-16 15,2-4-58-15,4 0-128 16</inkml:trace>
  <inkml:trace contextRef="#ctx0" brushRef="#br0" timeOffset="181441.23">13786 15682 90 0,'0'0'81'0,"0"0"-85"0,0 0 3 0,0 0 0 16,0 0 1-16,0 0 1 15,0 0 1-15,-9 40 6 0,9-30 11 16,0 0-2-16,0-2 0 16,7 1-8-16,0-2-5 15,3 3-3-15,2-2 1 16,1-2 0-16,1 0 1 15,1-2 5-15,-2 0 3 0,1-1-2 16,-1 0-6-16,-1 0 1 16,-3 0-1-16,0 3-2 15,0-3 0-15,-5 0 0 16,-2 3 1-16,-2 1 0 16,0 2 0-16,-6-1-2 15,-6 3 0-15,-3-1-7 0,-2 1-24 16,1-6-18-16,1-1-48 15</inkml:trace>
  <inkml:trace contextRef="#ctx0" brushRef="#br0" timeOffset="181605.95">13872 15668 324 0,'0'0'7'0,"0"0"-4"0,21-39-2 15,-7 28-1-15,1 0-2 16,2 2-25-16,1-1-27 16,1 3-46-16</inkml:trace>
  <inkml:trace contextRef="#ctx0" brushRef="#br0" timeOffset="182268.07">14216 15659 237 0,'0'0'18'0,"0"0"9"16,0 0-12-16,0 0-14 16,0 0 2-16,0 0 2 15,0 0-4-15,12-37 1 16,3 37-1-16,2 0 0 0,3 0-1 16,-2 0 0-16,2 3 0 15,-2 6-1-15,-5 6-17 16,-2 1-2-16,-3 1 10 15,-6 3-1-15,-2 0 1 16,0-2 7-16,-8-1 3 16,-5-1 1-16,0-2-1 0,-1-3 2 15,1-2-2-15,1-2 1 16,6-5 1-16,-1-2-2 16,5 0 3-16,2-1 0 15,0-10-6-15,1-2-1 16,9-5 3-16,2-1 3 15,1-2-3-15,0-1-3 0,3 0 4 16,-3 2-3-16,1 0 5 16,-6 5 0-16,1 3 0 15,-5 1 1-15,-1 1 4 16,0 4-5-16,-3 2 1 0,0 1 6 16,0 1 3-16,0 2 4 15,0 0-12-15,0 0-5 16,0 7 1-16,0 5 0 15,2 3 1-15,0 3-1 0,1 3 1 16,3 1 1 0,3 2-1-16,3-1 0 0,1-1-1 15,4-2 1-15,1-3-16 16,0 0-32-16,0-8-51 16</inkml:trace>
  <inkml:trace contextRef="#ctx0" brushRef="#br0" timeOffset="182470.79">14691 15780 258 0,'0'0'1'0,"0"0"2"0,0 0 1 0,4 54 4 0,-3-31 1 15,0 2-6-15,-1 2 0 16,1 2-2-16,1 1 0 15,-2-1-1-15,1-2-8 16,3-3-41-16,-4-7-59 16</inkml:trace>
  <inkml:trace contextRef="#ctx0" brushRef="#br0" timeOffset="182943.38">14904 15669 240 0,'0'0'5'0,"0"0"3"0,0 0 0 0,46 0 2 0,-30-1 0 15,2-2 3-15,-1 2 0 16,4-1-2-16,1 2-7 16,0 0-3-16,-2 0-1 15,1 0 0-15,-4 0-11 16,-2 0-31-16,-5 0-48 0,-6 0-90 15</inkml:trace>
  <inkml:trace contextRef="#ctx0" brushRef="#br0" timeOffset="183180.16">15053 15600 285 0,'0'0'1'0,"0"0"1"16,0 0-1-16,0 0 0 0,1 51 1 15,1-30-2-15,-1 5 1 16,0-1-1-16,0 6 0 16,2-3 1-16,-1-3-5 15,1-1-30-15,2-5-37 16,3-8-62-16</inkml:trace>
  <inkml:trace contextRef="#ctx0" brushRef="#br0" timeOffset="183606.3">15425 15620 292 0,'0'0'3'0,"0"0"-10"16,0 0-24-16,0 0-10 0,0 0 27 16,-36 29 3-16,27-10 13 15,-1 1 1-15,2 1 1 16,6-1 2-16,2 0-3 16,0-3-2-16,6-3 0 15,5-4-1-15,5-3-2 16,-1-3-1-16,2-4 0 0,1 0 2 15,1 0 10-15,0-7 2 16,-3-4 1-16,1 0-3 16,-4-2-2-16,-1-2-2 15,-4-1 2-15,-5 0 7 0,-2-2 3 16,-1 0-2-16,-1 3-6 16,-6 1-5-16,-7 1 5 15,3 3-5-15,-5 4-4 16,3 1-1-16,-5 4 2 15,4 1-4-15,0 0 2 0,0 6-22 16,3 1-16-16,1 2-25 16,3-5-51-16</inkml:trace>
  <inkml:trace contextRef="#ctx0" brushRef="#br0" timeOffset="183805.27">15612 15669 188 0,'0'0'64'0,"0"0"-61"0,0 0 6 16,0 0 17-16,0 0-11 16,0 0-15-16,0 0 4 15,0 0-21-15,0 0-44 16,4-3-84-16</inkml:trace>
  <inkml:trace contextRef="#ctx0" brushRef="#br0" timeOffset="184240.05">15692 15554 180 0,'0'0'49'0,"0"0"-40"16,0 0-7-16,0 0 1 15,0 0 1-15,0 0-2 16,47-14-1-16,-28 10 2 0,0 0 2 15,0-1 6-15,0 4-3 16,-1 1-3-16,-4 0-2 16,-1 0 0-16,-4 0-2 15,1 3-1-15,-6 5-1 16,-3 2 2-16,-1 4 1 16,0 3 0-16,-3 3 0 0,-9 0 1 15,3 0 2-15,1 4-2 16,-1-2 2-16,1 0-1 15,-1-2-2-15,5 1-1 16,2-3 0-16,-1-3-3 0,3-4-23 16,0-5-36-16,3-3-57 15</inkml:trace>
  <inkml:trace contextRef="#ctx0" brushRef="#br0" timeOffset="184547.42">15929 15563 238 0,'0'0'1'0,"0"0"2"15,0 0 2-15,0 0-5 16,0 0 0-16,0 0 1 0,0 0 4 16,0 0 4-16,0 0 5 15,43 42-1-15,-32-32-3 16,5 3-1-16,-1-3-5 15,1 0-1-15,-3-3 0 16,0 0-1-16,-3 0-1 16,-5-1 0-16,-1 0-1 0,-3 2 2 15,-1 2-1-15,-1-1-1 16,-8 2 0-16,-9 0 1 16,1 2-4-16,-2-6-22 15,-1-1-28-15,4-5-66 0</inkml:trace>
  <inkml:trace contextRef="#ctx0" brushRef="#br0" timeOffset="184681.24">16004 15573 290 0,'0'0'22'0,"0"0"-18"16,48-42-4-16,-27 30 0 15,1 0-17-15,-3 2-47 16,-1 2-74-16</inkml:trace>
  <inkml:trace contextRef="#ctx0" brushRef="#br0" timeOffset="185216.26">16218 15516 306 0,'0'0'-12'15,"0"0"6"-15,0 0 0 16,0 0-15-16,42-34 5 16,-28 28 16-16,-5 3 0 0,2 3 3 15,3 0 7-15,-3 0-2 16,-1 7-6-16,-3 5-2 16,-2 3 0-16,-3 2-7 15,-2 2-11-15,0-1-1 16,-8 2 9-16,0-6 9 15,-1 1 1-15,-1-5 1 0,4-1 3 16,-2-4 9-16,5-2-5 16,1-2-6-16,2-1 0 15,0 0 3-15,0 0-3 16,0-7-5-16,0-4-1 16,4-2 2-16,3-3 2 0,-2 1-2 15,-1-4 2-15,1 1 2 16,-1-2 5-16,-2 0-2 15,1-1 1-15,1 1 0 16,0 3-3-16,1 2-1 16,-2 4-1-16,1 4 2 15,-2 3-1-15,-2 4 1 0,2 0-1 16,-1 4-5-16,0 10 5 16,0 2-1-16,1 5 0 15,2 2 0-15,-2 0 0 16,1-1-1-16,4 1 1 0,-1-4-3 15,1-2-31-15,0-3-35 16,-1-4-52-16</inkml:trace>
  <inkml:trace contextRef="#ctx0" brushRef="#br0" timeOffset="185500.06">16444 15605 237 0,'0'0'29'0,"0"0"-23"0,0 0 0 15,0 0 7-15,46-30 0 16,-36 29-9-16,-2 1-3 16,-2 0 0-16,-2 7-2 0,0 6-1 15,-4 3 2-15,0 1 2 16,-9 4-2-16,-1-1 0 16,0-4-1-16,0 2 3 15,-1-7 3-15,5-1 2 16,2-3 3-16,4-4-3 0,0 0-2 15,9-3 3-15,13 0 5 16,9-3-7-16,12-7-1 16,13-7-5-16,8-5-26 15,7-5-49-15,8-7-152 16</inkml:trace>
  <inkml:trace contextRef="#ctx0" brushRef="#br0" timeOffset="187576.28">14215 7615 45 0,'0'0'15'0,"-2"0"1"0,2 0 0 0,0 0-4 16,0 0-2-16,0 0 2 16,0 0 13-16,0 0-13 15,0 0 4-15,0 0-2 16,0-1-9-16,0 1-4 15,0-1 0-15,0 0-3 0,0 1-13 16,2-1 17-16,5 1-4 16,0-2-2-16,3 1 0 15,2-1 1-15,-2 2 3 16,7-2-4-16,-2 0 2 16,4 2 4-16,5-3 1 0,5 3-3 15,1-2 2-15,5 0 0 16,2-1-1-16,1 2 0 15,2-1 1-15,1 1-1 16,0-1 1-16,1 1-1 16,2 1 0-16,3-3-1 15,1 3 0-15,1-1 1 0,2-1-1 16,2 1 0-16,2 0 0 16,1-1 1-16,1 1-2 15,3-1 2-15,-1 1-1 16,3 0 0-16,-2-1 0 0,1 1 0 15,1-2 0-15,-1 1 1 16,1 1-1-16,3 0 0 16,-2-1 1-16,2 2 0 15,2 0 0-15,0 0 0 16,2-1-1-16,0 1 1 0,1 0 0 16,1-1 1-16,-2-1-2 15,0 1 1-15,0 0-1 16,0 1 2-16,-3-1-2 15,-2 1 0-15,1 0 0 16,0-1 0-16,-6-1 0 16,-1 1 0-16,0-1 1 0,-7 1 6 15,-4-2 3-15,-2 0-2 16,-5 1-1-16,-6 0-2 16,-3-1-3-16,-4 2-1 15,-4-1-1-15,-4 2 1 16,-5 0-1-16,-5 0 0 0,-5 0-4 15,-4 0-93-15</inkml:trace>
  <inkml:trace contextRef="#ctx0" brushRef="#br0" timeOffset="190903.97">11219 16506 235 0,'-1'1'10'0,"1"-1"9"0,0 0-9 0,0 0 7 16,0 0-9-16,0 0-4 16,5 0 1-16,2 0-3 15,3 0-1-15,1 0-1 16,5 0 0-16,-3 0-18 0,-1 0-43 16,-3 2-46-16</inkml:trace>
  <inkml:trace contextRef="#ctx0" brushRef="#br0" timeOffset="191032.44">11288 16646 191 0,'0'0'1'16,"0"0"-7"-16,0 0 12 16,0 0-26-16,0 0-57 15</inkml:trace>
  <inkml:trace contextRef="#ctx0" brushRef="#br0" timeOffset="191288.16">11533 16597 199 0,'0'0'-16'0,"0"0"13"15,0 0 3-15,53-9 2 16,-32 5-2-16,0-2 0 16,5 2 6-16,0 0 8 15,-1 1-3-15,2 0-5 16,0 2-3-16,-2-1-2 16,-3 2 0-16,0 0-13 15,-2 0-64-15</inkml:trace>
  <inkml:trace contextRef="#ctx0" brushRef="#br0" timeOffset="191557.33">12016 16449 192 0,'0'0'8'0,"0"0"6"16,0 0-6-16,0 0-7 16,0 0-2-16,0 0 16 15,0 0-4-15,4 60-4 16,-1-32-1-16,-1 3-3 16,1 5-1-16,3 0 0 0,0 0 1 15,3 0-20-15,-1-5-36 16,4-11-49-16</inkml:trace>
  <inkml:trace contextRef="#ctx0" brushRef="#br0" timeOffset="191985.01">12384 16598 165 0,'0'0'15'0,"0"0"17"0,0 0-10 16,0 0-7-16,0 0-9 15,0 0-3-15,0 0-2 16,43-11 2-16,-27 8-1 16,4 3 1-16,0-3-1 15,6 0 1-15,2-1 0 0,1-2-2 16,0 3 0-16,2-2-1 15,-4 0 1-15,-2 1-1 16,0 0-3-16,-4 1-19 16,-5-1-39-16,-5-2-65 15</inkml:trace>
  <inkml:trace contextRef="#ctx0" brushRef="#br0" timeOffset="192198.33">12650 16477 163 0,'0'0'14'0,"0"0"-19"16,0 0 5-16,0 0 0 16,-2 53 1-16,2-32 1 0,0 4 2 15,1 0-1-15,5-2 0 16,-1 2-1-16,-2-2-2 15,2-7-47-15</inkml:trace>
  <inkml:trace contextRef="#ctx0" brushRef="#br0" timeOffset="192946.19">13185 16462 154 0,'0'0'-13'0,"0"0"8"0,0 0 5 0,0 0 0 16,0 0 0-16,0 0 6 0,0 0 12 16,0 0 5-16,-41 10-3 15,35-6-9-15,-4 3-7 16,4 0-1-16,-2 3-2 15,3 2-1-15,-1 0 1 16,0 4-2-16,2 1 3 0,0 0-1 16,1 3 0-16,3-2 0 15,0-1 0-15,0 0-1 16,0-4 1-16,7-3-3 16,2-3 3-16,3-3 2 15,0-2 10-15,2-2 7 0,1 0-3 16,1 0-7-1,0-7-6-15,2 0-2 0,-1-3 0 16,-1-2-2-16,-3 0 2 16,-3-3-2-16,-4 0 1 15,-2-2 0-15,-4 0 1 0,0 1 1 16,-6-2 2-16,-10 2-2 16,-1 3-8-16,-4 2 7 15,-2 5-3-15,2 3-3 16,-5 3-12-16,1 0-15 15,4 7-54-15</inkml:trace>
  <inkml:trace contextRef="#ctx0" brushRef="#br0" timeOffset="193444.03">9420 16541 39 0</inkml:trace>
  <inkml:trace contextRef="#ctx0" brushRef="#br0" timeOffset="193814.03">13623 16430 107 0,'0'0'14'0,"0"0"10"16,0 0-8-16,0 0-3 15,0 0 0-15,-7 37 4 16,5-22-5-16,2 0-5 16,0 2 6-16,0-1 2 15,0 1-2-15,0 1-2 16,0-2-3-16,0 3-3 0,0-1-4 16,0 1 0-16,0 1-1 15,0 1-6-15,2-2-19 16,0-3-51-16,2-6-20 15</inkml:trace>
  <inkml:trace contextRef="#ctx0" brushRef="#br0" timeOffset="194603.04">14072 16490 81 0,'0'0'-3'0,"0"0"3"0,0 0 0 16,0 0 4-16,0 0 16 16,0 0 13-16,0 0-8 0,0 0-11 15,0 0-9-15,0 0-4 16,-36-10-1-16,30 13-5 15,-2 1-7-15,4 2 9 16,-4-2 2-16,3 3 2 16,-1-1-1-16,1 1 0 0,-4-1 2 15,2 2 1-15,0 1 2 16,1-1-1-16,-5 1-1 16,4 4-1-16,1-2 1 15,1 0-2-15,3 2 1 16,-3 0-1-16,5 0 0 0,0-3 0 15,0 1-1-15,0-2 3 16,7-1-1-16,-2 2 7 16,3-1 0-16,-2 0-3 15,4-1-5-15,-3-1 3 16,2-2 2-16,1 0 1 16,2-2 0-16,-1-2 6 0,3-1 2 15,1 0-4-15,1-1-4 16,-1-5-3-16,2-3-3 15,0 1-1-15,-1-1 1 16,-1-1 0-16,-2-1-1 0,-2 0 2 16,-1-2-2-16,1 0 5 15,-6-2 3-15,-2 0-3 16,0-2 1-16,-3 3-1 16,0-3 2-16,-3 1-3 15,-5 0 4-15,-4 2-3 0,-1-2-1 16,-5 4-4-16,0 2 1 15,-2 6-1-15,-6 2-10 16,1 2-25-16,1 0-44 16,-3 0-92-16</inkml:trace>
  <inkml:trace contextRef="#ctx0" brushRef="#br0" timeOffset="195365.02">14504 16548 316 0,'0'0'0'0,"0"0"-1"0,0 0 2 0,1 0-9 16,6 0-7-16,0 0-11 0,4 0 1 16,-2-1-8-16,-2 0-43 15</inkml:trace>
  <inkml:trace contextRef="#ctx0" brushRef="#br0" timeOffset="195514.26">14539 16657 285 0,'0'0'20'16,"0"0"-21"-16,0 0-26 15,0 0 25-15,0 0-22 16,0 0-56-16,45-5-72 0</inkml:trace>
  <inkml:trace contextRef="#ctx0" brushRef="#br0" timeOffset="196253.58">14910 16445 99 0,'0'0'153'0,"0"0"-149"15,0 0 1-15,0 0-14 0,0 0-12 16,0 0 17-16,0 0 3 16,0 0 2-16,0 42 0 15,2-30 2-15,4 2 6 16,2-2-1-16,1-3-6 15,2 0-2-15,2-4 1 0,0 1 0 16,2-5 1-16,-2-1 0 16,1 0 4-16,-1 0 2 15,0-7 4-15,-2-1-3 16,-3-1-5-16,-1 0-1 16,-1-2-2-16,-2-1 2 0,-4 0-2 15,0 1 0-15,0 2 0 16,0 1-1-16,-4 1-2 15,-1 4 0-15,2 1 0 16,1 2 1-16,0 0 1 16,0 0-1-16,2 8-1 0,0 3 2 15,0 2-2-15,0 1 2 16,4 2-1-16,2-1 1 16,2 2 3-16,-2-1-1 15,3-1-2-15,-3 0 0 16,2 2 1-16,-3 1 0 15,0 1 1-15,0-1-4 0,-5 2 4 16,0-1-1-16,0-4-1 16,0-1-3-16,0-4 5 15,-6 0-2-15,-1-3-2 16,-3 1 1-16,-1-3 7 0,-1-2-4 16,0 0-1-16,-1-2 0 15,-1-1 0-15,3 0 2 16,1-7 1-16,2-4-2 15,2-2-2-15,3-3-3 16,3-1 7-16,0-1-4 16,1-1-11-16,7 2-14 0,2-1-6 15,1-1-35-15,-1 2-78 16</inkml:trace>
  <inkml:trace contextRef="#ctx0" brushRef="#br0" timeOffset="196879.87">14970 16290 104 0,'0'0'36'0,"0"0"15"0,0 0-24 0,0 0-11 15,0 0-7-15,0 0-2 0,0 0-5 16,0 0 3-16,0 0 0 15,0 0-3-15,0 0-2 16,0 0 0-16,0 0 0 16,0 0 1-16,0-3-1 0,0-1 0 15,0 0 1-15,1-2 0 16,1-3 0-16,1 0 1 16,1-2-2-16,-2 0 5 15,0 0-2-15,-2-1 1 16,1 2 2-16,0 0-2 15,0 3-2-15,1 0-2 0,-2 4 1 16,2-1-2-16,0 3 1 16,-2-1 0-16,0 2 0 15,2 0-1-15,0 0-1 16,0 0 1-16,1 0-1 16,3 3 0-16,0 3 1 0,2 2 0 15,-1 1 1-15,3 1 0 16,0 1 0-16,-1 1 0 15,0 0 0-15,4-2 0 16,-2 2 0-16,-2-1 0 16,2 0 1-16,0-1-1 0,-2 0-13 15,-3-1-33-15,-3-1-56 16</inkml:trace>
  <inkml:trace contextRef="#ctx0" brushRef="#br0" timeOffset="197610.79">14974 16352 101 0,'0'0'1'0,"0"0"-2"0,0 0 0 16,0 0 1-16,0 0 1 15,0 0 4-15,0 0 10 16,0 0 6-16,0 0 2 0,0 0-8 16,-1-35-6-16,1 29-2 15,0 1-5-15,0 0-2 16,0-2 1-16,0 3 1 15,0-5 5-15,0 2 2 16,1 0-1-16,0-1-2 0,-1-1 0 16,1 1-5-16,0-1 0 15,2 2-1-15,-1-1 0 16,0 0 0-16,-1 3 0 16,2 1-1-16,-1 1 1 15,1 0 0-15,-1 1-1 0,1 1 1 16,-1 0 0-16,-1 1-1 15,1 0 0-15,1 0 0 16,-1 0-1-16,1 0 1 16,0 0 1-16,3 2 0 15,-2 3 0-15,1-1 0 16,1 4 0-16,-1 2-2 0,2 0 4 16,-1 2-2-16,0-2 3 15,2 1-1-15,1-1-2 16,-1-2 2-16,1 1-2 15,3-2 1-15,-2-2 0 16,0 0-1-16,1 1-2 0,-2-4-30 16,-4 1-54-16</inkml:trace>
  <inkml:trace contextRef="#ctx0" brushRef="#br0" timeOffset="199308.43">17103 6834 127 0,'0'0'2'0,"0"0"1"0,0 0 3 0,0 0 2 16,0 0-1-16,38-30 2 15,-36 26-3-15,0-1 0 16,-1 0-2-16,-1-1 0 15,0 1 0-15,0 0 2 0,0-2 2 16,0 0 3-16,-5 1 1 16,-2-2 0-16,0 0 3 15,-3 0-6-15,-2 1 0 16,-2 2 2-16,0 0-1 16,-3 1-10-16,0 1 2 15,-2-1 2-15,1 1-5 0,-1 0 1 16,-1 2 0-16,1-1-3 15,-3 2 9-15,0 0-6 16,-1 0 0-16,-4 6-2 16,1 4 4-16,-3 1-1 15,-2 4-2-15,-2 1 3 0,3 3-2 16,-1 1 0-16,2 0 0 16,0 2 0-16,2 4 0 15,0 2 0-15,2 1 0 16,-1 5 0-16,2 1 0 0,3 1 0 15,1 1 0-15,4 1 0 16,3 2 0-16,3 0 0 16,4 1 0-16,4 0 0 15,2-1-1-15,0 1 0 16,11-3-1-16,4-1 2 16,4 0 2-16,7-1-1 0,-1-2 0 15,4-1 1-15,1-4-1 16,3 0-1-16,3-7-1 15,3-2 1-15,1-4-2 16,1-6 4-16,2-4-4 16,2-5 4-16,-1-1-1 0,1 0-2 15,0-7 3-15,0-5-1 16,0-3 0-16,-2-5 0 16,-2-3 0-16,-3-4 0 15,-3-1 0-15,-6-5-1 16,-4-2 1-16,-5 0 0 15,-4-3 1-15,-6-3 7 0,-3-3 1 16,-7-3-2-16,0 0 2 16,-7-4 3-16,-7-3 2 15,-5 2 0-15,-4-1-2 16,-3 3-10-16,-5-2 2 16,-10 5-6-16,-7 4 2 0,-10 6-9 15,-9 6-37-15,-14 7-8 16,-11 7-57-16</inkml:trace>
  <inkml:trace contextRef="#ctx0" brushRef="#br0" timeOffset="200800.24">15869 16460 16 0,'0'0'7'0,"0"0"16"0,0 0-2 0,0 0 1 0,39 34-2 16,-29-31-1-16,-1-1 0 15,1-2-11-15,-2 0-2 16,-1 0-2-16,-1 0-3 16,-1-2 3-16,-1-5 1 0,-1 1 0 15,-1-2 7-15,-2 0-2 16,0-1 1-16,0-1-5 15,0 3 0-15,0-2 0 16,0 1 1-16,0 2 3 16,0 1 0-16,0 0 6 0,0 1-2 15,0 1-4-15,0 2-4 16,0 1-4-16,0-2 1 16,0 2-2-16,-2 0-2 15,2 0-1-15,0 0 3 16,0 0-1-16,0 2 0 0,0 3 1 15,0 1-1-15,0 1 1 16,0 0-1-16,0 1 0 16,2 0 1-16,1-1-1 15,1 0 0-15,0 0 0 16,1 0 1-16,-1 0-1 16,1 0-1-16,-1-1-5 0,-1-3-16 15,-1-3-35-15,-2 0-111 16</inkml:trace>
  <inkml:trace contextRef="#ctx0" brushRef="#br0" timeOffset="201597.52">15773 16430 198 0,'0'0'15'0,"0"0"19"0,0 0-28 0,0 0-5 16,0 0-1-16,0 0 1 15,0 0-1-15,0 0 0 16,0 0 2-16,10 38 2 15,-6-27-1-15,4 0-1 16,1 0 0-16,1-1 0 0,1-3-2 16,3-1 1-16,1-3-1 15,0 0 0-15,3-3-1 16,-3 0 2-16,1 0 0 16,-1-7 1-16,0-2-1 0,-2 1 0 15,0-4 0-15,-2 1 0 16,-4-2-1-16,0-1 0 15,-3 1 1-15,-1-1-1 16,-3 0 1-16,0 0 0 16,0 1-1-16,0 0 1 15,0 6 1-15,0 0-1 0,0 1 0 16,-2 3 1-16,1 3-4 16,1 0-1-16,0 0-2 15,-2 3-1-15,2 9 6 16,0 0 0-16,0 4 0 15,0 1 0-15,0 3 0 16,0 0 2-16,3 1-2 0,5 0 0 16,-1 2 1-16,4-2 0 15,-2 2-1-15,-2-3 1 16,3 3-2-16,-4-5 2 16,0 1-1-16,-3-1 0 0,-1-2 0 15,-2-1 1-15,0-3-1 16,0 3 0-16,-3-3 0 15,-7-1 0-15,-2-2 1 16,0-2-1-16,-2-1 1 16,0-2 1-16,2-4-1 0,-2 0 2 15,4 0 4-15,-1-7 6 16,1-3-2-16,4-3-5 16,1 0 1-16,2-4-2 15,3 1 0-15,0 0 0 16,0-1-4-16,8 1 1 15,3-1-3-15,5 4 1 0,1 0-9 16,1-1-32-16,0 4-43 16</inkml:trace>
  <inkml:trace contextRef="#ctx0" brushRef="#br0" timeOffset="211740.87">15039 17219 188 0,'0'7'0'0,"0"3"-2"0,0 1 0 0,0 1 1 0,0 2-2 16,5-1 3-16,2-1 0 15,-2 1 3-15,3-2 3 16,0-1 8-16,1 0-4 16,1-3-6-16,2-1-2 0,-2-2 0 15,2-2-1-15,2-2-2 16,-2 0 3-16,3-6 4 15,-2-4 4-15,0 0 1 16,0-1-4-16,-2-3 1 16,-4 1-2-16,0 1-2 0,-3 1-2 15,-2 4-1-15,-1 1 0 16,-1 1 0-16,0 3 7 16,0 2 1-16,0 0-3 15,0 0-5-15,0 5-1 16,0 6 1-16,0 4-1 15,0 1 0-15,0 5 0 0,0 0 1 16,2 2-1-16,0-1 0 16,0-1 1-16,0 1-2 15,-2-1 2-15,0-1-1 16,0-2 0-16,0-2-2 0,0-3 0 16,0-2-6-16,-4-3-1 15,-2-1 12-15,-1-1-2 16,-5 1 0-16,1-4-1 15,-1-2 2-15,2 0-2 16,1-1 1-16,1 0-2 0,2-2-9 16,0-6-35-16,4-4-73 15</inkml:trace>
  <inkml:trace contextRef="#ctx0" brushRef="#br0" timeOffset="211988.3">15403 17413 270 0,'0'0'7'0,"0"0"-8"0,0 0 4 15,0 0 1-15,46-14 1 16,-31 10-4-16,-1-1 0 15,2 1 0-15,0 0-1 0,-1 1 0 16,5-1-1-16,-2-2-12 16,0 1-27-16,-2-4-75 15</inkml:trace>
  <inkml:trace contextRef="#ctx0" brushRef="#br0" timeOffset="212510.89">15697 17270 141 0,'0'0'176'16,"0"0"-173"-16,0 0-1 15,0 0 0-15,0 0-2 0,0 0-4 16,0 0 3-16,0 0 2 16,-12 44-2-16,12-29 2 15,0-1-1-15,7 1 1 16,3-3-1-16,2-1 0 15,0-2 0-15,1-4-1 0,1-1-1 16,-1-4-6-16,0 0 6 16,1 0-2-16,-1-1 3 15,1-9 3-15,-5-1-3 16,0-1 1-16,-2-2-5 16,-3 1 1-16,-2 3 1 0,-2 0 3 15,0 4 1-15,0 0 0 16,0 4 3-16,0 0 2 15,-2 2-4-15,0 0 0 16,-1 0-2-16,2 6 1 16,1 3-2-16,0 4 2 0,0 2 0 15,0 4-1-15,0-1 0 16,0 1 2-16,2 0 1 16,2 1-2-16,-1-1 1 15,-1-1-2-15,-1 2 0 16,-1-1 0-16,0-2 1 15,0-2-1-15,-3-1 0 0,-2-2 0 16,-5-4 0-16,2 0 0 16,-1-3 0-16,-3-1-6 15,-1-2-24-15,0-2-34 16,-3-6-72-16</inkml:trace>
  <inkml:trace contextRef="#ctx0" brushRef="#br0" timeOffset="213674.54">14722 17233 228 0,'-2'-3'13'0,"-2"2"20"0,2-1-3 16,0-1-14-16,-1 2-9 15,1-2-2-15,-4 3-3 0,1 0-1 16,0 0-1-16,-3 0 0 16,-1 0-1-16,-1 2 1 15,-1 5 0-15,-5 0-1 16,-1 4 3-16,-4 0-4 0,2 4-4 15,-3-3 0-15,3 1 1 16,-2-3 2-16,4 2 2 16,4-4 2-16,3-1 1 15,4-2-2-15,0-1 0 16,5 0 0-16,1-1-5 16,0 0-11-16,1 1 3 0,7 0 11 15,3-1-1-15,-1 1 2 16,4-1-2-16,3 0-7 15,0 0 12-15,2 0-2 16,1 1 2-16,0-3 0 16,0 3-1-16,-3 0-1 0,-2 0 0 15,-3 3 0-15,-3 1-2 16,-2 1-1-16,-6 2-4 16,-1 4 4-16,0 3 0 15,-9-1-1-15,-3 4-1 16,-1-2 4-16,-1-1 0 0,3-1 3 15,0-3 1-15,1 0 0 16,7-2-1-16,2-2-1 16,1-2 0-16,0-2 1 15,5 1 5-15,7-3 1 16,2-2 0-16,5-2-2 0,1 0-5 16,4 0 3-16,1-6-3 15,2-4-39-15,-4-1-67 16</inkml:trace>
  <inkml:trace contextRef="#ctx0" brushRef="#br0" timeOffset="214116.2">14888 17120 210 0,'0'0'2'0,"0"0"-1"0,-40 25-1 15,30-8 1-15,2 3-2 0,-4 4 2 16,4 4-1-16,3 5 1 16,-2 4 1-16,4 3 3 15,-1 4 5-15,4 3 0 16,0 1-2-16,0-1-3 16,6 0 6-16,4 0 3 15,3-3 0-15,6-2-6 0,4-4-2 16,4-2-2-16,4-3-3 15,6-3-1-15,1-3 3 16,6-3-3-16,4-6-3 16,3-3-33-16,0-9-27 15,1-6-55-15</inkml:trace>
  <inkml:trace contextRef="#ctx0" brushRef="#br0" timeOffset="214677.63">15838 17158 59 0,'0'0'139'0,"0"0"-138"0,0 0-2 0,0 0 1 16,0 0-2-16,0 0 4 0,41 25-1 16,-33-11 3-16,1 2 10 15,4 8-2-15,1 2-3 16,2 4-3-16,1 2-2 15,1 5-3-15,-3-1 0 16,0 3 1-16,-3 0 1 16,-3 1 3-16,-2-1-2 0,-3-3-1 15,-3-1 0-15,-1-2-2 16,0-4 2-16,0-4-2 16,-6-2-2-16,-2-6 3 15,1-7-3-15,-2-10-28 0,1 0-89 16</inkml:trace>
  <inkml:trace contextRef="#ctx0" brushRef="#br0" timeOffset="-214405.95">15994 17062 172 0,'0'0'20'16,"0"0"-14"-16,16-38 11 15,-10 30 4-15,-1 1-7 16,4 2 0-16,-4 5-7 16,3 0-2-16,-2 0-3 15,1 2-2-15,3 6 0 16,-5 5-1-16,-1 3-5 0,-2 3-4 15,-1 3-7-15,-1-1 4 16,0 2 6-16,-3-5 6 16,-2-1 2-16,-2-4 0 15,2-3 8-15,3-5 5 0,0-3-4 16,2 0-1-16,0-2 6 16,0 0-2-16,5 0 2 15,6-5-4-15,2-2-2 16,3-1-7-16,4-2-2 15,3 1-1-15,1-1-17 0,1 0-41 16,2-4-93-16</inkml:trace>
  <inkml:trace contextRef="#ctx0" brushRef="#br0" timeOffset="-213402.49">22574 16304 126 0,'0'-3'9'0,"0"2"28"0,0-1 3 16,0 1-9-16,0 1-4 0,0-3-7 15,0 3-6-15,0 0-8 16,0 0-5-16,0 0-2 16,0 0-4-16,4 7-5 15,-3 2 3-15,3 3 1 16,1 3 6-16,-1 0-1 16,0 2 3-16,-1 1-2 15,3 0 0-15,-3 0 1 0,2 1-1 16,1-1 0-16,-3 1 0 15,1-1-12-15,-3-1-24 16,-1-1-25-16,0-2-12 16</inkml:trace>
  <inkml:trace contextRef="#ctx0" brushRef="#br0" timeOffset="-213196.83">22510 16614 235 0,'0'0'0'0,"0"0"2"0,0 0 0 16,39 1 1-16,-24-1-3 15,-1 0 1-15,-2 0-2 16,-2-4-7-16,0-2-24 16,-1-1 5-16,-2-3 7 0,-1 3 15 15,-5 0-23-15,-1 1-94 16</inkml:trace>
  <inkml:trace contextRef="#ctx0" brushRef="#br0" timeOffset="-212584.33">22297 17006 234 0,'0'0'8'0,"0"0"-1"15,0 0 0-15,0 0-1 16,0 0-3-16,0 0-3 15,0 0 3-15,0 0 4 16,0 0-6-16,-30-26 1 0,14 32-1 16,-5 3 0-16,-3 2-2 15,-1 3 1-15,1 1 0 16,-1-2 1-16,3 1-1 16,6-1 1-16,4-1 0 15,3-4-1-15,6 1 1 0,3-2 0 16,0-3 0-16,4 1 0 15,5 0 2-15,4-1-3 16,1 2 0-16,2-1 1 16,1-1 1-16,-3 1-1 15,-2 2 0-15,-2 0-1 0,-6 3-1 16,-3 0-2-16,-1 0-1 16,0 2 4-16,-8 2 2 15,-2 0-1-15,-2 0 1 16,3 0 1-16,0-1 1 15,3 1 1-15,3-1-2 0,2 1-1 16,1-1 0-16,0 0 0 16,7-2-1-16,5 2 2 15,6-4-2-15,0-1-2 16,7-4-2-16,4-2 5 16,2-2-19-16,1 0-29 0,1-10-78 15</inkml:trace>
  <inkml:trace contextRef="#ctx0" brushRef="#br0" timeOffset="-212114.96">22515 17188 306 0,'0'0'10'0,"0"0"4"0,0 0 1 0,0 0-5 15,0 0-6-15,0 0-4 16,0 0-2-16,0 0 1 0,0 0 1 15,0 0 0-15,15 39 0 16,-6-26 1-16,2-3-1 16,2-2-2-16,0-3-2 15,1-1 3-15,-3-4 0 16,2 0 0-16,-1-4 0 0,-2-5 0 16,0-2 2-16,-1-2 0 15,-3 0 1-15,-2 1-1 16,-1 2 0-16,-1 2 2 15,0 3 1-15,0 2-2 16,-2 3 0-16,1 0-4 0,1 0 0 16,1 4-4-16,0 6 6 15,2 2 0-15,-2 3 0 16,1 2 2-16,0 2-2 16,-1-1 1-16,-2 1-2 15,-1-1-2-15,0-2 2 16,0-1-3-16,-2-2 3 0,-6-2 0 15,1-3 1-15,-7-1 1 16,1-2 1-16,-5 0-3 16,3-4-10-16,-1-1-20 15,3 0-20-15,3-1-31 16,4-11-90-16</inkml:trace>
  <inkml:trace contextRef="#ctx0" brushRef="#br0" timeOffset="-211929.48">22840 17213 261 0,'0'0'43'0,"0"0"-29"0,0 0-9 0,0 0-2 16,45-9 1-16,-30 4-4 15,1 1-3-15,2-1-7 0,-2-2-30 16,0 3-62-16,-1-5-73 15</inkml:trace>
  <inkml:trace contextRef="#ctx0" brushRef="#br0" timeOffset="-211545.57">23072 17112 269 0,'0'0'8'0,"0"0"-5"15,0 0-2-15,0 0-1 16,0 0 0-16,0 0 1 15,-2 46 0-15,2-34 0 0,3 1-1 16,4-4 0-16,2-1-2 16,2-2 2-16,2-3 0 15,-2-3 0-15,0 0 0 16,3 0-5-16,-2-7 2 16,-1-3 3-16,-1 0-2 15,-3 0 4-15,-1 0-2 0,-3 2 2 16,-1 2 3-16,-2 3 11 15,0 0 0-15,0 3-5 16,0 0-5-16,1 0-6 16,1 7 0-16,0 5-5 0,0 3 6 15,0 4 0-15,1-1 2 16,-2 3-3-16,0-1 0 16,-1-1-3-16,0-1-5 15,-1-4-7-15,-6-2-1 16,-1-4 4-16,-3-6-6 0,1-2-19 15,-3-10-102-15</inkml:trace>
  <inkml:trace contextRef="#ctx0" brushRef="#br0" timeOffset="-211226.49">23083 17002 274 0,'0'0'29'0,"0"0"-26"0,0 0-12 16,0 0 0-16,0 0 0 0,0 0 11 16,0 0-11-16,0 0 3 15,-2-39 10-15,7 26-2 16,0-4 1-16,-1 1-2 16,0 1 2-16,-1 1-2 15,-1 1 0-15,0 6 1 16,-1 3 3-16,0 2 2 0,1 2-4 15,3 5-4-15,-2 7 1 16,5 8 2-16,0 3 1 16,4 2-1-16,0 1-1 15,2-2-1-15,-1-1-3 16,0-5-18-16,0-5-29 0,-2-6-73 16</inkml:trace>
  <inkml:trace contextRef="#ctx0" brushRef="#br0" timeOffset="-210994.86">23332 16967 286 0,'0'0'31'0,"0"0"-30"16,0 0-1-16,42-1 1 15,-28 5 0-15,1 10-1 0,2 2 1 16,-4 4 3-16,-1 4 1 15,0 4 0-15,-6 4-3 16,-1-1-2-16,-3 3 1 16,-2 1-9-16,-8-2-18 15,-10 0-21-15,-4-4-42 16</inkml:trace>
  <inkml:trace contextRef="#ctx0" brushRef="#br0" timeOffset="-210632.7">22374 17058 274 0,'0'0'3'0,"-44"23"-1"0,22-2-1 15,7 6 0-15,3 6 1 16,5 4 0-16,7 5 3 16,0 1 0-16,9 0 3 15,11-2-3-15,7-3 2 16,4-2-4-16,7-5-2 15,7-5 0-15,5-8-3 0,3-7-14 16,6-8-3-16,1-3-6 16,-1-14-38-16,2-12-75 15</inkml:trace>
  <inkml:trace contextRef="#ctx0" brushRef="#br0" timeOffset="-210282.68">23435 16781 249 0,'0'0'22'0,"0"0"16"15,0 0-17-15,0 0-12 16,0 0 2-16,0 0-8 0,0 0-2 15,0 0-1-15,0 0 0 16,26-14-1-16,-19 27-1 16,-3 4-1-16,-2 0-6 15,-2 0 5-15,0 0 3 16,-1-3 2-16,-2-4-1 0,3-3 2 16,0-2-1-16,0-3 2 15,5-2 0-15,10 0 0 16,8 0 1-16,1-7-4 15,7-3-1-15,4-4-41 16,0 1-66-16</inkml:trace>
  <inkml:trace contextRef="#ctx0" brushRef="#br0" timeOffset="-210051.69">23810 17125 272 0,'0'0'4'16,"0"0"-8"-16,0 0 10 15,0 0-5-15,37-3 0 16,-22-3-6-16,0 1-42 15,-2-2-74-15</inkml:trace>
  <inkml:trace contextRef="#ctx0" brushRef="#br0" timeOffset="-209915.49">23887 17215 276 0,'0'0'25'0,"0"0"-29"16,0 0 2-16,39 14 6 15,-21-14-13-15,4-2-79 16</inkml:trace>
  <inkml:trace contextRef="#ctx0" brushRef="#br0" timeOffset="-208991.46">16208 18023 44 0,'0'0'1'0,"0"0"1"0,0 0 21 16,0 0 13-16,0 0 5 16,0 0 13-16,0 0-21 15,0 0-12-15,0 0-6 0,0 0-4 16,0 0-9-16,29-36-1 15,-10 28-1-15,3-1 1 16,2 3-1-16,-2 0-6 16,2 2-12-16,0 0-4 15,-4 4-4-15,0 0-17 0,-7 0-20 16</inkml:trace>
  <inkml:trace contextRef="#ctx0" brushRef="#br0" timeOffset="-208841.43">16360 18135 121 0,'0'0'110'15,"0"0"-118"-15,0 0 6 16,0 0-1-16,54 1 1 0,-29-11-16 16,2-4-46-1</inkml:trace>
  <inkml:trace contextRef="#ctx0" brushRef="#br0" timeOffset="-207781.47">16660 17958 90 0,'0'0'13'0,"0"0"-1"0,0 0 2 0,0 0-1 15,0 0 10-15,0 0 1 16,0 0-10-16,0 0-7 16,0 0-7-16,0 0 0 0,0 0 0 15,0 0-1-15,0 0 0 16,5 29-1-16,-3-23 2 15,5 1-1-15,-3-1 1 16,1-1 0-16,1-1 1 16,-1-2-1-16,1 1 2 0,0-3-2 15,0 0 2-15,0 0 3 16,-1 0 15-16,1-3-1 16,0-6 3-16,4-8-9 15,1-4-9-15,3-2 0 16,-1-8-4-16,5 0 0 0,0-5-4 15,4 1-22-15,-1-2-37 16,1 0-49-16</inkml:trace>
  <inkml:trace contextRef="#ctx0" brushRef="#br0" timeOffset="-206938.98">23937 17705 128 0,'0'0'10'0,"0"0"14"0,0 0-10 0,0 0 11 15,0 0-4-15,0 0 2 16,0 0 10-16,0 0-9 16,0 0-8-16,0 0-8 0,0 0-11 15,0 0-1-15,0 0-4 16,9-8 7-16,11-3-4 16,5-3-5-16,10-7-5 15,9-6-1-15,5-9-29 16,6-4-50-16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12:13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18617 9008 82 0,'0'-4'19'0,"-1"-2"-9"0,-1 2 11 0,2 3-4 16,-3 0-6-16,3-1 6 16,-1 0 1-16,0 2-5 15,1 0-7-15,0 0-4 16,0 0-2-16,0 0-2 15,0 5-2-15,0 5 4 16,0 4 0-16,0 6 0 0,0 1 2 16,7 3-1-16,-1 2 0 15,1 1 0-15,0-2 0 16,0 2 0-16,0-4 0 16,-1 0 0-16,-4-1-1 15,-1-2 2-15,1-3-1 0,-2-1 0 16,1 0 0-16,-1-4 1 15,1-2 3-15,-1 0-1 16,1-3-1-16,2-1 0 16,-1-3 0-16,1 0-2 15,2-2 2-15,3-1 3 0,-2 0-3 16,4 0-3-16,2 0 1 16,1-4 3-16,2 1-1 15,0-3 0-15,0 3 3 16,0-2-2-16,1 0-1 0,1 3-1 15,-1-1-1-15,0 2-1 16,1 1 1-16,-3 0 0 16,2 0 1-16,-3 0-6 15,-2 2-32-15,-4 5-36 16,-3-4-17-16</inkml:trace>
  <inkml:trace contextRef="#ctx0" brushRef="#br0" timeOffset="248.34">19034 9265 146 0,'0'0'1'0,"0"0"18"0,0 0 7 0,0 0-17 15,0 0-9-15,0 0-1 16,0 0 10-16,0 0 4 0,0 0-3 15,11 47-4-15,-8-31-1 16,3-2 1-16,-1 0-2 16,-1-1 0-16,2-2 0 15,-1-1-15-15,2-5-28 16,-4-5-25-16</inkml:trace>
  <inkml:trace contextRef="#ctx0" brushRef="#br0" timeOffset="405.53">19097 9164 261 0,'0'0'-7'16,"0"0"10"-16,0 0-2 16,0 0-7-16,0 0-72 15,0 0-96-15</inkml:trace>
  <inkml:trace contextRef="#ctx0" brushRef="#br0" timeOffset="838.42">19219 9255 266 0,'0'0'-5'0,"0"0"-2"15,0 0 7-15,0 0-2 16,16 44 0-16,-16-32 4 0,0-1-1 16,1-1 0-16,-1 0 0 15,0-3 0-15,1 0 0 16,-1 0 1-16,1-3 1 16,-1-2-1-16,0 1-4 15,0-3-2-15,0 0 1 0,1 0 4 16,1 0 0-16,3-6-3 15,0-4 1-15,3-3 2 16,2-1 0-16,1 1-1 16,3 1 0-16,0 0 0 15,2 3 1-15,2 1 0 0,-1 1 0 16,1 3 4-16,1 1-1 16,0 0 0-16,-1 3 3 15,1 0-2-15,-4 7-1 16,-3 2-4-16,-1 2 1 15,-3 4 1-15,-3 0-9 0,-4 2-33 16,-1 0-19-16,0-3-29 16</inkml:trace>
  <inkml:trace contextRef="#ctx0" brushRef="#br0" timeOffset="1236.57">19650 9321 235 0,'0'0'4'0,"0"0"-3"0,0 0 0 0,38-26 0 15,-30 20-1-15,-1-1-1 16,3 0 1-16,-4-1 0 16,2-2 0-16,-2 0 1 15,1 1-1-15,-3-2 1 16,-3 3-1-16,-1 0 1 15,0 1-4-15,0 2 0 0,-3 1 6 16,-6 3-1-16,-1 1-2 16,0 0 0-16,-1 3 1 15,-2 7-2-15,0 4 1 16,3 0 0-16,1 1 1 0,3 0-1 16,3-1 1-16,1-1 1 15,2 0 0-15,0-2 1 16,6-1-1-16,5-1 0 15,2-1 3-15,4-2 0 16,3-2-1-16,1-1-3 16,3-3-17-16,3 0-15 0,-1 0-20 15,1-1-60-15</inkml:trace>
  <inkml:trace contextRef="#ctx0" brushRef="#br0" timeOffset="1941.43">20069 9227 161 0,'0'0'27'0,"0"0"-12"15,0 0-15-15,0 0 0 16,-36-1 0-16,16 9-1 0,2 2 1 16,1 1-1-16,2 2 1 15,3-2 1-15,3 2 2 16,3-3 0-16,2 0-1 15,4-1 2-15,0-2 3 16,0 0-1-16,6-3-1 0,4 0 5 16,-1-2-2-16,3-2-3 15,2 0 1-15,0 0-3 16,1 0-1-16,1-2 0 16,0-5-2-16,-3 0 1 15,1-1 0-15,-1-2 0 0,-2 1 0 16,-1 1-1-16,-2 2 0 15,-2 0 2-15,0 2-2 16,-2 0 0-16,-3 2 0 16,2 2 0-16,0 0 0 15,1 0-3-15,-2 0 1 0,1 0 0 16,2 3 2-16,2 4 0 16,-2-1 0-16,2 0 0 15,-1 1 0-15,1 0 0 16,-1 0 1-16,2 0 0 15,-5-1 0-15,1-2 0 0,2 0 0 16,-4-1 1-16,3-2-1 16,-2-1 1-16,1 0 0 15,0 0 1-15,1-2 4 16,-1-5 1-16,2-3-2 16,2-3-4-16,-2 0 0 0,3 2-3 15,-3-1-4-15,4 1-2 16,-2 3 8-16,2 2 3 15,0 2 2-15,2 1-3 16,2 3-1-16,2 0 0 16,4 0-1-16,-1 4 1 15,2 3 1-15,-1 3 2 0,-2 0-2 16,-3-2 1-16,-3 1-4 16,-2-2-9-16,-5 2-6 15,2-5-6-15,-5 2 0 16,-1-4-17-16,-1-2-6 15,1 0-25-15,0-1-24 0</inkml:trace>
  <inkml:trace contextRef="#ctx0" brushRef="#br0" timeOffset="2247.17">20506 8879 190 0,'0'0'19'0,"0"0"-10"0,0 0 4 0,0-37-6 0,0 34 3 15,1 3 6-15,0 0-13 16,2 7-6-16,-1 10 3 16,1 7 4-16,0 5 4 15,3 5-5-15,-2 4 1 0,1-2-2 16,1-2 1-16,-1-3-1 15,0-2-1-15,2-4 2 16,-1-4 0-16,1-2 1 16,1-2-1-16,0 0-9 15,2-7-37-15,-1-2-32 16,4-6-19-16</inkml:trace>
  <inkml:trace contextRef="#ctx0" brushRef="#br0" timeOffset="2677.1">20729 9179 180 0,'0'0'58'0,"0"0"-46"16,0 0-12-16,0 0 5 0,0 0 4 16,0 0-3-16,0 0 3 15,46 40-4-15,-33-32 2 16,1-2-1-16,1-1 2 16,2-5-14-16,0 0-10 15,1 0-1-15,-1-7 9 0,0-5 2 16,-2-3 7-16,1 0-1 15,-2 0-3-15,0 1 2 16,-4 4 2-16,-2 3 7 16,-2 4 5-16,-1 3-4 15,0 0-7-15,0 2-4 0,1 6 2 16,1 7 2-16,3 2-1 16,0 2 1-16,4 2 1 15,-1 1 0-15,2 1 0 16,1-2 2-16,-2-1 4 15,0 0-4-15,-2-3 0 16,-3-1-1-16,-2-2-2 0,-6-3-2 16,-1-2 0-16,-3-1 1 15,-11-1 6-15,-5-2 0 16,-1-1 0-16,0-3-3 16,2 0-1-16,3-1-1 15,3 0-1-15,7 0-18 0,3-8-51 16,2-8-77-16</inkml:trace>
  <inkml:trace contextRef="#ctx0" brushRef="#br0" timeOffset="3145.39">21952 8845 160 0,'0'0'-28'0,"0"0"26"0,0 0 2 0,-41-13 0 0,25 13-1 15,-3 2 6-15,0 6 3 16,1 2 5-16,0 1 0 15,2 2-4-15,-2 1-2 16,5-1-1-16,4 0-3 16,3-2 3-16,4 2-3 0,2 1 1 15,0-2 3-15,13-1-2 16,4 4 3-16,5-4 1 16,3 1 1-16,2 0 1 15,0 0-5-15,-6 0-4 16,0-1 0-16,-7-1 0 15,-5 0-1-15,-3 0 0 0,-6-3-1 16,0 0 2-16,-15 0 9 16,-5 1-3-16,-3-1-5 15,-4 0 0-15,1 0-2 16,0 0-2-16,4-3-13 16,5-4-44-16,8 0-68 0</inkml:trace>
  <inkml:trace contextRef="#ctx0" brushRef="#br0" timeOffset="3520.08">22013 9088 238 0,'0'0'0'0,"36"0"-1"16,-14-2 4-16,1 1 0 16,-4-2 1-16,1-2-2 15,-2-1-3-15,-1 0-7 0,-5-3 2 16,0 0 3-16,-4 0 3 15,-2-2 0-15,-3-1 0 16,-3 2-2-16,0 2-3 16,0 3-10-16,-10 0 8 15,-6 5 5-15,0 0 0 0,-2 0-1 16,-4 9 10-16,4 3 0 16,3 4-3-16,1 2 0 15,6 0 1-15,5 1 1 16,3-3 1-16,0 2 1 15,3-2 2-15,8-3 2 16,5-2-2-16,2-2-4 0,6-2-1 16,1-4-2-16,2 0-1 15,1-3-1-15,1 0-25 16,-2-4-20-16,0-7-4 16,-1-4-26-16,-5-5-28 15</inkml:trace>
  <inkml:trace contextRef="#ctx0" brushRef="#br0" timeOffset="3728.5">22435 8981 82 0,'0'0'33'0,"0"0"17"16,0 0-16-16,0 0-38 0,0 0 8 15,0 0 8-15,3 43 4 16,-3-18-5-16,0 3-1 16,0 1-2-16,6 1 0 15,3-2-1-15,-2 1 0 16,1-1-2-16,-2-5-2 15,0 1 0-15,-4-4 1 0,-1-3-3 16,-1-4-33-16,0-5-6 16,0-6-11-16,-1-2-95 15</inkml:trace>
  <inkml:trace contextRef="#ctx0" brushRef="#br0" timeOffset="3975.97">22458 9011 196 0,'0'0'5'0,"0"0"11"16,41-37-7-16,-20 29-6 0,2 2-1 15,3 0-1-15,0 2 4 16,-2 4-2-16,-6 0 0 16,-2 4 1-16,-8 8-3 15,-7 2-4-15,-1 2 5 16,-10 1-2-16,-9 2 2 0,-4-2 1 15,-2-1-1-15,-1 1 0 16,3-4-1-16,3 0-10 16,5-5-31-16,8-3-43 15</inkml:trace>
  <inkml:trace contextRef="#ctx0" brushRef="#br0" timeOffset="4616.3">23010 8963 146 0,'0'0'30'16,"0"0"-22"-16,0 0 6 16,0 0-9-16,0 0-6 15,-38-19 0-15,18 19 2 0,2 0 7 16,-5 0-1-16,1 6-2 15,1 1-2-15,1 4 0 16,3 2 3-16,2 0-2 16,4 1-1-16,3 0-1 15,6-1 0-15,2-1 0 16,0-4 0-16,0-1 0 0,8-2 0 16,4-3 2-16,3-2 3 15,2 0-6-15,1 0-2 16,-2-1-6-16,0-3 6 15,-3 1 0-15,-1 0 1 16,0 3 1-16,-4 0 1 0,1 0 1 16,1 0-2-16,-1 5 1 15,0 1-2-15,2 0 1 16,-4 1 0-16,2-3 0 16,-1-2-1-16,0-1 1 15,0-1 0-15,-1 0-1 0,1-1 2 16,0-8-1-16,0-3 2 15,3-3-3-15,-2-2 0 16,1-1 1-16,1-2-1 16,0 0 0-16,2 3 0 15,-4 2-2-15,5 4-2 0,-2 4 2 16,3 4 1-16,-2 3 3 16,1 0 1-16,0 0-1 15,0 9 1-15,0 2-1 16,-3 2 0-16,1 1 1 0,0 2-2 15,-5-2 0 1,3-1 2-16,0 0-4 0,1-2-20 16,0-2-12-16,1-4-12 15,4-2-28-15,1-3-31 16</inkml:trace>
  <inkml:trace contextRef="#ctx0" brushRef="#br0" timeOffset="5613.45">23470 9001 11 0,'0'0'20'0,"0"0"34"0,0 0 10 0,0 0-25 0,0 0-22 16,0 0-7-16,0 0-3 16,-52-30-1-16,35 40-2 0,4 1 0 15,1 0-1-15,2 0-1 16,6 0 0-16,4-1-3 16,0-1 2-16,2-1-1 15,8-2 1-15,6-3 5 16,1-2-4-16,7-1 0 0,-1 0 0 15,1-7-1-15,2-3 0 16,-2-3-1-16,-3-2 0 16,-2-5 1-16,0-3 1 15,-3-1-1-15,-4-4-1 16,-2-4-1-16,3 0-7 0,-6-4-5 16,-1 2 1-16,-2 0 0 15,-1 2 10-15,-3 5 3 16,0 4 3-16,0 5 8 15,-1 6-4-15,-5 3-5 16,-1 5-3-16,1 4-1 0,-3 0 0 16,0 3 1-16,0 10-1 15,1 5 1-15,0 2 0 16,6 4-1-16,2 2 2 16,0-1-1-16,5 0 0 15,9 0 0-15,4-4 1 0,3-1 1 16,-1-3-1-16,0 0 1 15,-2-3 5-15,-1 2 2 16,-4-2-2-16,-1 1-1 16,-2-1-4-16,-6-2-1 15,-3 1 1-15,-1-4-2 16,0-3 0-16,-5-1 0 0,-9-3 2 16,-1-2 2-16,-4 0 0 15,-2 0-3-15,1-2 0 16,-1-6 0-16,2-2 0 15,5-3-1-15,2-3-1 16,4 1-3-16,6-4-3 0,2-1-10 16,4 0-4-16,11 1 6 15,6 0 2-15,5-4 0 16,-1 3 6-16,4-3 0 16,-2 1 5-16,-1-1 0 15,-2 2 1-15,-3 0 1 0,-3 1 1 16,-2 2 2-16,-2 2 0 15,-4 3 2-15,-1 3 0 16,-4 2 8-16,-2 5-1 16,-3 1-5-16,0 2-4 15,0 0-7-15,-5 4 4 0,-6 9-3 16,0 4 1-16,0 4 2 16,1 4 0-16,0 3 1 15,7 0 1-15,3 1 1 16,0-1 2-16,0-5-1 15,9-2 0-15,2-4-1 0,5-4 3 16,2-3 6-16,4-3 0 16,6-3-2-16,1-4-4 15,5 0-3-15,0 0-1 16,-1-11 1-16,-1 0-2 16,-5-2-1-16,-5-1 0 0,-5 1-5 15,-3 0 4-15,-9 5 12 16,-3 2 3-16,-2 3 3 15,0 3-10-15,-7 0-11 16,-6 13 2-16,-2 5 4 16,-1 10 2-16,-4 5-13 0,-1 2-50 15,-5 3-108-15</inkml:trace>
  <inkml:trace contextRef="#ctx0" brushRef="#br0" timeOffset="6383.36">20807 9761 191 0,'0'0'7'0,"0"0"9"0,0-1 4 0,0 1-6 16,0 0-13-16,0 3-5 16,1 9 3-16,1 5 4 15,3 5 2-15,2 4-1 16,2 3-1-16,2 5 2 15,2-1-2-15,1-1-1 16,1-2 1-16,-4 0 0 0,1-6 1 16,-4-1-1-16,-1-4 0 15,-2-3-2-15,-5-3-20 16,0-7-45-16,0-6-87 16</inkml:trace>
  <inkml:trace contextRef="#ctx0" brushRef="#br0" timeOffset="6546.41">20873 10069 247 0,'0'0'-3'16,"0"0"-17"-16,0 0 20 16,0 0-9-16,32 41-10 15,-17-35-10-15,3-3-10 16,0-3-13-16</inkml:trace>
  <inkml:trace contextRef="#ctx0" brushRef="#br0" timeOffset="6702.16">21106 10018 99 0,'0'0'127'16,"0"0"-97"-16,0 0-5 0,0 0-21 15,0 0-3-15,-43 31 3 16,24-7-2-16,-2 6-4 15,-1 4-22-15,-3 0-26 16,0-5-59-16</inkml:trace>
  <inkml:trace contextRef="#ctx0" brushRef="#br0" timeOffset="6944.98">20665 10231 270 0,'0'0'-6'15,"0"0"6"-15,40-17 1 16,-22 17 0-16,1 0-3 0,1 0 2 16,6 7 0-16,-3 0 0 15,4-4 0-15,0 3 1 16,1-3-4-16,-2-1-21 15,-2-2-34-15,2 0-23 16</inkml:trace>
  <inkml:trace contextRef="#ctx0" brushRef="#br0" timeOffset="7058.51">21037 10178 56 0,'0'0'50'0,"0"0"-8"16,4-48 21-16,-4 41-31 16,0 4-17-16,0 3-9 15,-2 12-13-15,-7 12 8 0,-3 6-15 16,-5 5-39-1,-4 5-92-15</inkml:trace>
  <inkml:trace contextRef="#ctx0" brushRef="#br0" timeOffset="7542.22">19040 11130 135 0,'0'0'96'0,"0"0"-79"0,0 0 16 0,0 0-15 0,0 0-12 16,0 0-8-16,0 0 0 16,0 0 4-16,0 0 0 15,6 50-2-15,-3-23 1 16,0 1 0-16,-1 2 1 16,0-2-3-16,-2-2-15 15,0-3-12-15,0-5-26 0,-2-8-36 16</inkml:trace>
  <inkml:trace contextRef="#ctx0" brushRef="#br0" timeOffset="7877.74">19061 11143 258 0,'0'0'3'16,"0"0"-5"-16,0 0 1 15,53 8 1-15,-31 5-1 16,1 1 0-16,4 2 0 0,-2 1 2 16,0 0 2-16,1 1 2 15,-5-6-4-15,0-2 2 16,-5-4-2-16,-2-2 1 16,-1-3-1-16,-2-1 2 0,-6 0 2 15,-2-8 12-15,0-5 8 16,-3-3-10-16,0-5-2 15,0-3-8-15,0 0-3 16,-2-2-3-16,-3 2 0 16,2 4-1-16,0 3-1 0,1 7-10 15,-2 3-11-15,4 4-35 16,0 3-146-16</inkml:trace>
  <inkml:trace contextRef="#ctx0" brushRef="#br0" timeOffset="8425.17">19497 11147 290 0,'0'0'12'15,"0"0"-8"-15,0 0-5 16,0 0 0-16,16 41-4 16,-11-25 4-16,0-2 4 0,0 1-1 15,3-2 0-15,-2-5 1 16,4-1-3-16,-1-3 4 15,4-4-3-15,0 0 1 16,2 0-1-16,-2-7-4 0,-1-3-11 16,-3-3-2-16,-3 0 9 15,-4-1 6-15,-2 0 2 16,0 1 1-16,-8 3 0 16,-2 0-1-16,-3 3 8 15,-3 4-9-15,3 3-1 0,-1 0-5 16,1 0 9-16,4 0 0 15,2 0-2-15,4 0 0 16,3 0-3-16,0 0-32 16,10-7 23-16,3-4 9 15,6-3 0-15,3-3 2 16,0-3-4-16,2-4 0 0,-1 0 3 16,0-2 1-16,-2 1 0 15,-4 3 0-15,-2 2 0 16,-3 7 6-16,-2 5 1 15,-3 5 1-15,-1 3-5 16,-2 4-3-16,1 12 2 0,0 7 10 16,-2 5 1-16,2 2-5 15,2 3-4-15,0-1 0 16,0-1 1-16,1-3-1 16,-1-3 1-16,1-4 0 15,-1-1-7-15,-3-3-29 16,-2-7-31-16,0-7-100 0</inkml:trace>
  <inkml:trace contextRef="#ctx0" brushRef="#br0" timeOffset="8553.86">19884 11164 245 0,'0'0'52'0,"0"0"-59"0,44-13 10 0,-18 8-2 16,3-5-59-16,1-3-120 15</inkml:trace>
  <inkml:trace contextRef="#ctx0" brushRef="#br0" timeOffset="9016.36">20542 10731 326 0,'0'0'-23'0,"0"0"21"0,0 0 0 15,0 0 4-15,45 0-4 16,-35 15-2-16,0 4-2 16,-3 7 0-16,4 4 11 15,-3 6-4-15,-1 1 2 16,-2 2-1-16,2-1 1 0,-6-4 2 15,0-2 2-15,-1-7-3 16,0-1 0-16,0-7-8 16,-4-5 1-16,-5-2 1 15,2-5 4-15,-1-1-1 16,-1-2-1-16,1-2 0 0,-1 0-1 16,5-6-1-16,-1 1-3 15,3-3-4-15,2 1-5 16,0 0 12-16,7 1 4 15,6 2 0-15,3 0 0 16,3 1 4-16,3-1-1 16,4 1-1-16,1 3 0 0,2 0 0 15,-2-1-2-15,2-1-2 16,-2 2-18-16,-3-1-29 16,-4-5-69-16</inkml:trace>
  <inkml:trace contextRef="#ctx0" brushRef="#br0" timeOffset="9186.44">20955 10996 297 0,'0'0'4'0,"0"0"-7"0,0 0 7 0,1 45-2 0,2-30-1 15,3 2 0-15,-4-1-1 16,1-2-20-16,-1-3-30 15,0-4-33-15</inkml:trace>
  <inkml:trace contextRef="#ctx0" brushRef="#br0" timeOffset="9329.29">20992 10856 250 0,'0'0'9'0,"0"0"-2"0,0 0-5 15,0 0-4-15,0 0-61 16,0 0-123-16</inkml:trace>
  <inkml:trace contextRef="#ctx0" brushRef="#br0" timeOffset="9706.19">21084 11004 262 0,'0'0'8'0,"0"0"-7"0,0 0 3 16,30 48-1-16,-21-34 0 15,0 2-1-15,-6-2-5 16,2-7-2-16,-1 0 2 16,-4-2 5-16,2-3-4 15,-2-2-1-15,0 0 4 0,0-3 4 16,0-7-3-16,2-2-15 15,0-7 0-15,3-1 2 16,3-2-1-16,4-1 1 16,1 4 10-16,2 1 13 15,1 5-1-15,2 6 0 0,0 5 0 16,-2 2-4-16,0 0 2 16,4 5-2-16,0 5-2 15,-4 1-2-15,1 5 6 16,-4-2-4-16,0 3-2 0,-5 0-1 15,-7-2-25 1,-1-3-38-16,0-2-53 0</inkml:trace>
  <inkml:trace contextRef="#ctx0" brushRef="#br0" timeOffset="10047.9">21441 11072 313 0,'0'0'-10'16,"0"0"10"-16,41-5 1 16,-26-1 0-16,1-2-8 0,-1-1 0 15,1-1 7-15,-5-3 1 16,-1-1-1-16,-1 1 1 16,-3 0-2-16,-4 0 2 15,-2 3-2-15,0 3 0 16,0 4-10-16,-8 3 10 0,-2 0 4 15,-3 3-1-15,-1 10 3 16,1 1-3-16,2 5-1 16,3-1-1-16,2-1 2 15,6 0 1-15,0-4-1 16,0 1 1-16,10-4-6 0,2 0 7 16,2-4-10-16,8-4-21 15,-1-2-9-15,4 0-26 16,2-1-70-16</inkml:trace>
  <inkml:trace contextRef="#ctx0" brushRef="#br0" timeOffset="10603.73">21835 10984 188 0,'0'0'43'0,"0"0"8"16,0 0-26-16,0 0-7 15,0 0-20-15,-45-17-2 0,27 25 3 16,1 4 2-16,0 2 1 15,4 0-1-15,2 2 0 16,6-4 1-16,2 0 0 16,3-2 2-16,0-3-16 15,5-3-4-15,4-1 3 16,4-3 6-16,3 0 0 0,1-3-2 16,0-7-4-16,0 0 3 15,-2 0 5-15,0 3 3 16,-4-1 1-16,-1 1 6 15,-3 2 12-15,0 4 4 16,0 1-9-16,0 0-9 0,2 0-3 16,-4 5 1-16,3 3 2 15,-4 0 0-15,2 1-2 16,0 1 0-16,-3-1 1 16,-1 0-1-16,1-2-2 15,0-1 2-15,-1-2-3 16,-2-1-5-16,1-2-2 0,1-1 5 15,-2 0 6-15,1 0 1 16,2-4 1-16,1-4 0 16,2-2 1-16,1-4-1 15,3 2-6-15,3-1-5 0,1 2-1 16,1 1 10-16,0 3 4 16,4 3-1-16,-3 2 2 15,2 2-1-15,-2 0-1 16,1 6 2-16,-2 1-1 15,-3 4-3-15,-1 0 1 16,-4-2-11-16,-1 1-22 0,-4-4-17 16,-1-2-22-16,-1-4-70 15</inkml:trace>
  <inkml:trace contextRef="#ctx0" brushRef="#br0" timeOffset="10875.34">22168 10606 295 0,'0'0'7'0,"0"0"-12"15,0 0 0-15,0 0 7 0,2 48 2 16,7-21 6-16,4 7 1 0,0 3-4 15,1 2-3-15,1-1-2 16,0 0 1-16,-3-4 0 16,-1-2 0-16,0-4-12 15,-2-4-31-15,2-8-21 16,-1-6-49-16</inkml:trace>
  <inkml:trace contextRef="#ctx0" brushRef="#br0" timeOffset="11188.6">22400 10937 71 0,'0'0'250'0,"0"0"-250"15,0 0 1-15,3 39 2 16,1-24-1-16,2-4-3 16,-2-1-6-16,3-1-9 15,-1-5-6-15,4-1 5 16,-3-3 5-16,2 0-3 0,2-9 6 15,0-3 7-15,0 1 3 16,1-2-1-16,-3 4 15 16,1 3 17-16,-1 6-8 15,-1 0-11-15,-2 10-6 16,1 9 0-16,0 5 3 0,0 6 2 16,-3 2-4-16,0 8 0 15,-4-2-3-15,0 6-12 16,0-1-19-16,-11-3-41 15,-3-9-84-15</inkml:trace>
  <inkml:trace contextRef="#ctx0" brushRef="#br0" timeOffset="11584.78">23067 10742 168 0,'0'0'-7'16,"0"0"13"-16,0 0 7 0,0 0-4 16,0 0-3-16,0 0 4 15,-44 0 4-15,25 13-2 16,0 5-2-16,0 2 0 15,5 1-3-15,3 1-1 16,6-3-2-16,5-1-2 0,0 0 0 16,5-3 0-16,10-2 2 15,3-1 4-15,2 0 3 16,-1-1 0-16,0-1-6 16,-5 0-2-16,-1-1-1 15,-8 0 0-15,-5-2-2 0,0-1-3 16,-7 1 3-16,-7-1-1 15,-3-1-13-15,-1-2-21 16,2-1-21-16,3-2-51 16</inkml:trace>
  <inkml:trace contextRef="#ctx0" brushRef="#br0" timeOffset="11898.19">23099 10987 187 0,'0'0'72'15,"38"-2"-69"-15,-15-8-1 0,2 3-2 16,-1-4-3-16,-4 0-21 16,-2-1 6-16,-7-1 10 15,-2-1 8-15,-6 3 2 16,-3 1 1-16,0 0 4 16,-3 4 6-16,-8 5-2 0,-2 1-11 15,-4 0 0-15,0 11 1 16,-1 6 1-16,4 3-1 15,2 0 0-15,6 1 0 16,4-1-1-16,2-2 0 16,3-6-2-16,10-1 5 0,3-2-2 15,4-5 1-15,0 0-1 16,5-4-1-16,1 0-10 16,-1-1-30-16,2-9-51 15</inkml:trace>
  <inkml:trace contextRef="#ctx0" brushRef="#br0" timeOffset="12125.78">23501 10849 187 0,'0'0'38'0,"0"0"-26"16,0 0-6-16,-2 40 20 16,0-15-1-16,-4 5-10 0,2 1-1 15,3 2-3-15,-1 5-4 16,2-5 0-16,-3 2-3 15,2-3-3-15,-2-3 1 16,1-3-2-16,2-2-5 0,-1-5-14 16,-1-6-6-16,2-5-10 15,-2-7-9-15,-2-1 1 16,0-8-40-16</inkml:trace>
  <inkml:trace contextRef="#ctx0" brushRef="#br0" timeOffset="12340.12">23534 10883 221 0,'0'0'-4'0,"42"-26"13"16,-20 19-3-16,0 7-1 0,-2 0 0 16,-4 0 1-16,-3 10-2 15,-6 4-3-15,-7 3-1 16,0 2 2-16,-4-1 0 15,-10 1-1-15,-1-2-7 16,-3-1-8-16,2-4-38 0,2-5-31 16</inkml:trace>
  <inkml:trace contextRef="#ctx0" brushRef="#br0" timeOffset="13749.43">23881 10891 198 0,'0'0'10'15,"0"0"5"-15,0 0-3 0,0 0-12 16,-40-5-1-16,21 10 4 16,-1 4 2-16,3 2 3 15,4-1-3-15,2 2-1 16,2-4-1-16,6 0-1 15,1-2-1-15,2 0-1 0,0-3-1 16,4 0-1-16,6-3-1 16,3 0-3-16,-2 0 0 15,2 0 1-15,-1 0 5 16,0 0 0-16,-2 0 1 16,1 3 0-16,-3-1 3 15,1 2-1-15,-3 1 0 0,1-2 0 16,-2-2-1-16,1 1 0 15,-3-2 1-15,-1 0-2 16,1 0 1-16,0 0 1 16,0-7 2-16,0-2-4 0,0-1 0 15,4 0 0-15,-2-1-1 16,3-3-1-16,1 2-1 16,1 2-2-16,2 0 0 15,0 5 2-15,2 2 6 16,-2 3 1-16,2 0-2 0,-1 5-2 15,1 5 2-15,-3 3 0 16,2-1 2-16,-1 3-1 16,-1-3 0-16,0-1-3 15,0-4-2-15,-5-3-7 16,3-1 2-16,1-3-2 16,1 0-2-16,1-3 6 15,2-5 1-15,2-5 3 0,-2 0 0 16,1-4 0-16,-1 0 0 15,-2-1 1-15,-2 2-1 16,-1 1-1-16,-6 4 2 16,-3 4 1-16,0 3 1 0,-3 4 2 15,-10 0-3-15,0 3-2 16,-1 5 0-16,1 5 0 16,0-1 1-16,5 0-1 15,4 0-1-15,4-4-5 16,0-2-3-16,2-2-3 0,9-4 12 15,1 0 3-15,3 0-2 16,2-3-1-16,1-8-8 16,1-2 2-16,1-4 4 15,1-3 2-15,-2-4 3 16,4-1 0-16,1-5 0 0,-3-4-1 16,0 1-2-16,-5 0-1 15,-3 2 0-15,-8 4 1 16,-5 7 6-16,0 7 9 15,-2 6 4-15,-7 7-11 16,-1 0-6-16,-2 6-1 16,2 8 0-16,0 6-1 0,3 0 0 15,2 4-2-15,4 2 0 16,1-1 1-16,0 2 2 16,5-1 0-16,3 0 1 15,3-1-2-15,0 1 2 16,2-4 1-16,-2-2-3 0,-4-1 2 15,1-4 1-15,-3-5-3 16,-2-3 1-16,-2-1 0 16,-1-3-3-16,0-2-3 15,0 1 3-15,0-2 4 0,-4 0 2 16,-1 1-4-16,-2-1-2 16,2 0 0-16,2 0 0 15,3 0 2-15,0-7-3 16,0-2-9-16,9-2 3 15,5-3 4-15,2-5-7 16,4-1-5-16,4-6-4 0,-2-4 3 16,0 1-7-16,0-2 9 15,-4 1 0-15,-4 6 15 16,-3 3 8-16,-6 6 9 16,-1 6 8-16,-4 3 1 15,0 4-10-15,0 2-3 0,0 0-7 16,-1 5-1-16,-5 9-4 15,0 4 1-15,0 5 0 16,0 2 0-16,2 3 0 16,1-3 0-16,3-1 0 15,0-4-1-15,0-1 2 0,7-6 0 16,2-1 4-16,3-5-5 16,3-2 5-16,1-4-1 15,4-1-3-15,-1 0-3 16,-2 0-14-16,1 0-8 15,-5-4-5-15,-4 1 12 0,-1 0 12 16,-5 3 5-16,-3 0 5 16,0 0-6-16,-1 0 10 15,-6 0-9-15,-2 0-18 16,-2 0-68-16</inkml:trace>
  <inkml:trace contextRef="#ctx0" brushRef="#br0" timeOffset="15998.89">17891 9372 23 0,'9'3'19'0,"-1"-2"-16"0,-1 1-1 0,1 0 0 0,-1 1-2 15,0 3 1-15,-2-2-1 16,-4 0-16-16</inkml:trace>
  <inkml:trace contextRef="#ctx0" brushRef="#br0" timeOffset="17917.43">19928 7021 66 0,'0'0'-2'0,"0"0"8"0,0 0 9 0,0 0 8 0,0 0 20 16,0 0-12-16,0 0-23 16,0 0-2-16,0 0-4 15,0 0-1-15,0 0 1 0,0-20-1 16,-2 19-2-16,-3 1 3 16,-5 0-3-16,-2 1 1 15,1 9 0-15,2 5 4 16,-3 4-2-16,3 3-4 15,3 3 1-15,3 4 1 0,3-4 0 16,0 1-1-16,5-5 0 16,6-4 3-16,5-1-1 15,3-6 1-15,4-4-2 16,5-4 7-16,3-2 1 16,0 0-2-16,2 0-3 0,-6-8-24 15,-4-4-36-15,-4-6-6 16</inkml:trace>
  <inkml:trace contextRef="#ctx0" brushRef="#br0" timeOffset="18188.5">20146 6754 129 0,'0'0'-2'16,"0"0"32"-16,0 0 6 0,0 0-29 15,0 0-27-15,0 0 18 16,-6 39 2-16,6-11 5 16,0 8-2-16,3 0-1 15,3 0 1-15,3-1-1 16,2-2-2-16,0 1 3 16,0-4 0-16,3-1 1 0,0-1 5 15,-1-4-3-15,1-1-19 16,-1-5-16-16,0-9-26 15,1-8-9-15</inkml:trace>
  <inkml:trace contextRef="#ctx0" brushRef="#br0" timeOffset="18564.99">20350 7044 152 0,'0'0'21'15,"0"0"8"-15,0 0-10 16,0 0-19-16,0 0 8 0,-39-27-6 15,30 27-2-15,1 10 0 16,0 1-2-16,3 4-1 16,-1 0-1-16,5 2-1 15,1-1 1-15,0-5 1 16,7 2 4-16,0-5-1 0,0-3 2 16,1-4 3-16,2-1 2 15,-1 0-1-15,1-4 0 16,-2-6-2-16,0-3 0 15,-3 0-1-15,-2-1-2 16,-1 4 1-16,-1 0-1 16,-1 5-1-16,0 2 4 0,0 2 4 15,2 1-10-15,0 0-5 16,1 7 2-16,2 2 4 16,2 3 2-16,3-1-2 15,-3 0-8-15,3-2-10 16,3-2-24-16,0-1-7 0,0-6 10 15,2 0-48-15</inkml:trace>
  <inkml:trace contextRef="#ctx0" brushRef="#br0" timeOffset="18907.88">20542 7052 49 0,'0'0'4'0,"22"-51"0"16,-14 27 2-16,-2 3 6 0,-4 1 9 16,-2 6 4-16,0 4 5 15,0 4-3-15,-8 3-21 16,-1 3 5-16,0 0-7 15,-3 3-3-15,0 7-1 16,2 1-2-16,3 2 0 0,1 0-2 16,4-1-1-16,2 0 0 15,0-3 0-15,1 2 4 16,7-4 1-16,5 2 4 16,0-5 5-16,1 3-5 15,1-2 1-15,2 0-4 0,-2 1-1 16,1 1-1-16,-4-1 1 15,-2 1 0-15,-4 0 0 16,-1-2-2-16,-5 1 2 16,0-2 2-16,-7 2 15 15,-2-3-7-15,0 1-4 0,-4-1-2 16,4 0-1-16,3-2 0 16,3-1-12-16,1 0-46 15,2 0-43-15</inkml:trace>
  <inkml:trace contextRef="#ctx0" brushRef="#br0" timeOffset="19285.04">20789 6902 103 0,'0'0'-14'16,"0"0"19"-16,0 0 1 15,0 0-2-15,0 0-8 0,0 0 18 16,0 0-13-16,-46-28 0 15,31 35 0-15,4 1 1 16,2 2 1-16,0 1 1 16,5 0 0-16,4 1-2 15,0-2 0-15,3 0 4 0,8 0 2 16,1-1 3-16,1 2-8 16,2-4 0-16,0 2-2 15,-1-1 0-15,1-1 0 16,-3 0-1-16,-2-1 0 15,-3-2 2-15,-1 1-1 0,-2-3 1 16,-4 3-1-16,0-3 1 16,0 1 10-16,-10 3 5 15,-2-1-8-15,-4 3-2 16,0-1-4-16,0-1-5 16,2-1-6-16,3-2-13 0,6-3-22 15,3 0-28-15</inkml:trace>
  <inkml:trace contextRef="#ctx0" brushRef="#br0" timeOffset="19491.43">20905 6943 196 0,'0'0'0'0,"0"0"10"15,0 0-17-15,0 0 3 16,0 0-5-16,0 0 7 0,0 0 3 15,0 0 2-15,17 43-2 16,-14-30 3-16,-3-1-1 16,0 1 0-16,2-1 0 15,-2-3-25-15,1-6-45 16</inkml:trace>
  <inkml:trace contextRef="#ctx0" brushRef="#br0" timeOffset="19641.23">20878 6814 165 0,'0'0'17'0,"0"0"12"15,-20-46-17-15,19 41-3 16,1 2-12-16,0 3-53 16,0-1-44-16</inkml:trace>
  <inkml:trace contextRef="#ctx0" brushRef="#br0" timeOffset="20303.43">20989 6604 171 0,'0'0'-31'16,"0"0"52"-16,38-46-6 15,-20 32-5-15,2 4-5 16,-1 2-4-16,0 3-2 15,1 5 1-15,1 0-3 16,-6 6-2-16,1 10-4 0,-5 4-5 16,-2 5 11-16,-2 5 11 15,-2 8-7-15,1 5 0 16,-3 2 3-16,1 4-1 16,-1 0 0-16,2 0-2 15,0-1 3-15,-1-3-1 0,-1-5 0 16,1-1-1-16,-2-5 0 15,1-5-1-15,3-6-1 16,-2-4 0-16,6-7 0 16,-5-3 5-16,5-7 1 15,2-2 5-15,-4 0 0 16,2-8 1-16,1-7-5 0,-5-2-2 16,-3-5-1-16,-3 0-1 15,0-1-1-15,-7-2-9 16,-9 2-11-16,-6 0-12 15,2 3 15-15,-4 1 11 16,1 1 5-16,4 3 1 0,4 0-2 16,3 2 1-16,4 1 1 15,6-1-1-15,2-3-3 16,7 2 10-16,6-3-8 16,4-1 1-16,6 2-1 15,0 0 1-15,2 1-1 0,1 3 0 16,-4 2 0-16,-1 3 1 15,-3 4-1-15,-1 3 0 16,-5 0-1-16,-3 9-3 16,0 2-2-16,-3 6 1 15,1-1 8-15,-4 1-1 16,1-3-1-16,-1-1 0 0,2-2 0 16,0-2 1-16,2-2 1 15,0-3 1-15,2-2 0 16,3-2-22-16,-3-2-58 15</inkml:trace>
  <inkml:trace contextRef="#ctx0" brushRef="#br0" timeOffset="20467.5">21405 6597 174 0,'0'0'12'0,"0"0"0"0,0 0-7 0,0 0-3 15,0 0-6-15,0 0-32 16,0 0-2-16,0 0 1 16,0 0-51-16</inkml:trace>
  <inkml:trace contextRef="#ctx0" brushRef="#br0" timeOffset="20701.2">21576 6638 184 0,'0'0'-19'0,"0"0"39"16,0 0-7-16,0 0-12 15,0 0-2-15,0 0-7 16,-23 37 1-16,22-19 3 0,1-1 1 16,0 3 0-16,7 1 3 15,2-2 1-15,3-1 0 16,1 1 1-16,3-4 3 15,-3 1-1-15,1-7-25 16,-3-5-58-16</inkml:trace>
  <inkml:trace contextRef="#ctx0" brushRef="#br0" timeOffset="21086.52">21714 6744 178 0,'0'0'-15'0,"0"0"24"0,0 0 1 15,43-38-6-15,-30 34-4 16,0 4 0-16,-1 0-3 16,0 1-1-16,-4 9-2 15,-1 4-2-15,-3 3 3 16,-4 2 10-16,0-1-3 0,-2 2 4 16,-10-4-2-16,-2-5 1 15,-2 0 1-15,0-5-2 16,1-4 0-16,2-2 0 15,3 0 0-15,4-8 0 16,2-4-1-16,4-4-5 16,0 2 9-16,7-2-5 0,0 2 2 15,2 1-5-15,2 5 3 16,2 2-1-16,0 4-1 16,1 2 0-16,1 0-2 15,2 8 1-15,-3 3 1 0,1 2 1 16,-3-2-1-16,-1 2-13 15,-3-5-13-15,-2-4-20 16,1-4 4-16,0 0-20 16</inkml:trace>
  <inkml:trace contextRef="#ctx0" brushRef="#br0" timeOffset="21307.69">21967 6527 151 0,'0'0'17'0,"0"0"13"16,0 0-38-16,0 0-9 0,0 0 6 16,13 41 19-16,-9-16-7 15,-2 0 0-15,1 3-1 16,1 1 2-16,0-1-1 16,-2 0 2-16,-1 0 2 15,-1-3 0-15,0 1 2 0,0-5-15 16,-3-4-40-16,-5-6-25 15</inkml:trace>
  <inkml:trace contextRef="#ctx0" brushRef="#br0" timeOffset="21478.54">21931 6743 199 0,'0'0'-1'0,"0"0"19"15,29-51-3-15,-8 38-10 16,3 2-4-16,0 5-1 15,2 3 1-15,-1 3-1 0,-5 0 0 16,0 2-9-16,-2 7-19 16,-5 0-20-16,-1 0-13 15</inkml:trace>
  <inkml:trace contextRef="#ctx0" brushRef="#br0" timeOffset="21599.86">22165 6699 215 0,'0'0'-27'16,"0"0"42"-16,0 0-9 16,0 0-19-16,0 0-74 15</inkml:trace>
  <inkml:trace contextRef="#ctx0" brushRef="#br0" timeOffset="23428.08">17722 9265 46 0,'3'0'-1'0,"-3"2"3"0,1-2-3 0,0 1-3 16,-1 1-5-16,0-2-2 16,0 1 17-16,0-1 28 15,1 0-5-15,2 0-13 0,-1 0-11 16,-2 1-6-16,2 1 1 16,1-1 0-16,-1 2 0 15,2 0 0-15,0 0 0 16,0 1 0-16,0 0 0 15,2-1 0-15,-3 1 0 16,1-1 0-16,0 0 0 0,0 0 0 16,-1 0 1-16,1-1 0 15,-1 0 2-15,-1 2 3 16,-2-1 4-16,2 1 3 16,-1 1-6-16,1 0-4 15,-1 2 1-15,2 0-1 0,-1 3-2 16,0-1 1-16,0 1-1 15,-2 1 0-15,2-1 4 16,-1 3-3-16,1 0-1 16,0-1-1-16,1 0 1 15,1-1 0-15,-3-1 0 0,1-3 0 16,1 0 2-16,-1-2 0 16,1 3 0-16,-3-1-1 15,0 0 0-15,0 1-15 16,0-4-21-16,-9-4-45 15</inkml:trace>
  <inkml:trace contextRef="#ctx0" brushRef="#br0" timeOffset="24652.35">17873 9082 17 0,'6'0'37'0,"2"0"-33"0,-1 0 4 0,2-3-3 16,3 0-4-16,0 2 0 15,2-2-1-15,-3 3 1 16,0 0-1-16,1 0 1 15,0 0 3-15,1 3 1 0,-1 6-2 16,0 1 1-16,3 2-1 16,-2 4-1-16,1 0 1 15,-3 1-2-15,3 0 1 16,-5 3 0-16,2-1 0 16,0 3 2-16,0-2 1 0,-3 2 4 15,1 2-3-15,1-1 0 16,-3 3-2-16,-1-2 1 15,-3 4-2-15,-1 0 1 16,0-2-1-16,-2-2 1 16,0-1-2-16,0 0 0 0,0-5 0 15,0 1 0-15,0-2-1 16,0-1 2-16,-1 2-2 16,-2-1 0-16,0 0 1 15,-4-1 0-15,3 0-1 16,-3-4 3-16,1 1-2 15,3-5 2-15,-1 2-1 0,1-3-1 16,2-4 1-16,-1 3-1 16,1-1-2-16,1 0 1 15,0-1 1-15,-2 0-2 16,0 2 0-16,-1 1-5 0,0 3-12 16,-5 0-17-16,0-1-28 15</inkml:trace>
  <inkml:trace contextRef="#ctx0" brushRef="#br0" timeOffset="26409.15">18198 11323 12 0,'-6'2'4'0,"1"-2"13"0,-1 1-5 16,1-1 3-16,2 0-6 0,-2 0-1 16,2 0 4-16,0 0 0 15,1 0 2-15,0 0 3 16,2-3-3-16,0-1 0 16,0-1-7-16,0-1-6 15,4-1-1-15,2 0 5 0,2-1-3 16,0 1-2-16,1 2 3 15,1 0-2-15,3 1 0 16,-2 0 1-16,-2 1-1 16,5 3 0-16,-2-3-1 15,1 3 0-15,-2 0 1 0,-1 0 0 16,0 0 0-16,-2 0-4 16,-2 3 3-16,1 3-5 15,-6 2 4-15,1 1 2 16,-2 2 0-16,0 2 2 15,0 0-4-15,-2 0 1 16,-3 2 2-16,-3-4-1 0,1 2-2 16,-1-3 3-16,2 1 0 15,1-3-2-15,1 0 1 16,0-1 0-16,1 0-1 16,2-2 0-16,-1 0 0 15,0 1 1-15,1-2-1 0,1-1 1 16,0 1-1-16,-1-1 0 15,1 0-1-15,0 0 1 16,0-3 0-16,0 2 0 16,0-2 0-16,0 0 0 0,0 1 1 15,0-1-1-15,0 0 0 16,0 1 0-16,0-1-1 16,0 0 0-16,0 0 1 15,1 0 6-15,4 0 1 16,1 0 5-16,-1-4-2 0,1 1 1 15,1-1-2-15,2 1-2 16,-2 0-5-16,3 0 1 16,0 0-2-16,0 1 0 15,2 0-1-15,1 1 2 16,0-2-2-16,0 1 1 16,-1 2-11-16,-1-2-26 0,1-1-28 15,-7-3-17-15</inkml:trace>
  <inkml:trace contextRef="#ctx0" brushRef="#br0" timeOffset="27534.56">18464 11069 66 0,'0'0'7'0,"0"0"-1"0,1 0 1 16,0 0-4-16,0 0 0 16,1 0 0-16,0-1 3 15,-1-1 3-15,2 1 2 0,-1 0 3 16,2-1-4-16,1 1-4 15,2 0-5-15,2 1 1 16,-1-2-2-16,2 2 0 16,1 0 1-16,-3 0-1 15,1 0 0-15,3 0-1 0,-4 0 1 16,1 4-1-16,3 0 0 16,-3 3 1-16,0-1 1 15,4 1-1-15,-3 3 0 16,2 1 1-16,0 2-2 15,-4 1 2-15,2 2 0 0,-1 2-1 16,-2 1 2-16,1 2-1 16,-3 2 0-16,2 3 1 15,-2-1 2-15,-2 2-1 16,0-3 1-16,-1 2-2 16,-2-5 1-16,0 2-1 0,0-3 5 15,0-1 3-15,-1 1-7 16,-4-1-3-16,2-1 4 15,-3 2-5-15,-1-3 2 16,0 2 2-16,0-2-3 16,-1 1 4-16,0-1-4 0,-1-1 3 15,3-2-3-15,-2 2 1 16,0-5 1-16,0 1-1 16,2-1 0-16,0 0-1 15,-1-2 0-15,1-1 1 16,3-1-1-16,-1-1 2 15,-1-2-1-15,1 1-1 0,0 0 1 16,-1-1-1-16,2-2 1 16,1 2 0-16,-2-2-1 15,0 1 1-15,0-1-1 16,1 1-2-16,-3 0-7 0,-2 1-6 16,-1 3-22-1,-2-1-24-15,0-5-3 0</inkml:trace>
  <inkml:trace contextRef="#ctx0" brushRef="#br0" timeOffset="35376.24">16815 9447 58 0,'0'0'14'0,"0"0"-11"0,0-1 1 0,0 1 0 16,0 0-3-16,0 0-1 0,0-1 1 15,0 1-1-15,0 0 0 16,0 0 2-16,0 0 5 15,0 0-2-15,0 0-4 16,0 0-1-16,0 0-1 0,1 0 1 16,0 2-2-16,0 5-1 15,1 0 13-15,1 0-7 16,-1 3-3-16,2-1 1 16,-1-1-1-16,2 2 0 15,-3 0 0-15,0-3 1 0,0 0 0 16,1 1-1-16,-1-3 0 15,2 1 1-15,-1 0 0 16,2-2 0-16,-1 0-1 16,0 2 0-16,-1-3 0 15,0 0 1-15,0-2 1 16,1-1-2-16,-2 0 1 0,-1 0 6 16,5 0 9-16,1-7-4 15,2-4-4-15,5-8-3 16,3-6-3-16,8-7 3 15,6-12-3-15,9-8 0 16,7-9-1-16,7-9 2 0,11-8 3 16,7-3-2-16,5 1-2 15,-4 5 4-15,-4 1-25 16,-11 8-160-16</inkml:trace>
  <inkml:trace contextRef="#ctx0" brushRef="#br0" timeOffset="46103.29">16766 9586 2 0,'2'3'1'0,"-2"0"3"0,0-2-1 0,2 1-1 15,-2 1 0-15,2-2-1 16,-1 2 0-16,1-2 2 15,0-1-1-15,4 2 3 16,-1-2 2-16,4 0-2 16,1 0 2-16,2-5 0 0,4-3-2 15,1-5 0-15,4-1 3 16,4-7-3-16,3-5 2 16,4-4 0-16,3-4 3 15,3-5-1-15,2-4 3 16,3-1 4-16,-3-2 0 15,0 1-5-15,-2 2-4 0,-2 2-3 16,-1 1 0-16,0 5 0 16,-4 1-18-16,-1 0-57 15</inkml:trace>
  <inkml:trace contextRef="#ctx0" brushRef="#br0" timeOffset="49156.41">19083 11667 23 0,'-5'0'1'0,"-1"0"1"0,3 0-3 15,1 0-24-15</inkml:trace>
  <inkml:trace contextRef="#ctx0" brushRef="#br0" timeOffset="49297.79">19083 11667 10 0,'-35'11'1'0,"37"-9"0"16,2-2-13-16</inkml:trace>
  <inkml:trace contextRef="#ctx0" brushRef="#br0" timeOffset="50066.32">18917 11741 50 0,'0'0'9'0,"0"0"6"16,0 0 1-16,0 0-3 15,0 0-1-15,0 0-8 0,0 0-6 16,0 0 0-16,0 0 1 16,0 0 0-16,0 0 3 15,12 0-1-15,-1 0-2 16,5 0-10-16,-1 0-10 15,1 0-11-15,-2 0-4 0</inkml:trace>
  <inkml:trace contextRef="#ctx0" brushRef="#br0" timeOffset="51833.7">19128 11734 34 0,'0'0'23'16,"64"-12"-9"-16,-29 7-4 16,4 0-3-16,1 0-1 15,1-1-1-15,2 3-1 0,2-1 3 16,3 0-4-16,0-1-1 15,5 2-1-15,5-1 0 16,2 1 1-16,2-1-2 16,4 1 1-16,3 1-1 0,3-3 1 15,1 2-1-15,2-1 1 16,4-1-1-16,4-3 1 16,-1 0 6-16,5-2 13 15,3 1-3-15,2 1-6 16,-1-1-6-16,1 1-4 0,-1-1 1 15,2 2 0-15,1 1-2 16,1-1 1-16,2 0-1 16,2 2-1-16,5 0 1 15,-3 1 1-15,6 1 0 16,4 0-1-16,-1 2 1 16,0 1 0-16,2 0-1 0,-1-3 1 15,-2 0-1-15,1-1 2 16,-1-3-4-16,-1 1 4 15,-4-2-4-15,2-1 4 16,-2-1 1-16,-2 3 2 16,1-1-3-16,-1 0-1 0,-3-1 2 15,1 2-3-15,-2-1-1 16,-6-1-1-16,-7 1 2 16,-2 1-1-16,-7-3 1 15,-2 2 0-15,-6-1 3 0,0 1 3 16,1 2 9-16,-3 0-2 15,0 1 2-15,-3-1-5 16,-4 3 0-16,-4 2-3 16,-7 1-3-16,-5 0-2 15,-7 0 1-15,-8 0-2 16,-7 0 0-16,-1 0 1 0,-6 0-2 16,-3 0 0-16,-4 0 1 15,1 0-1-15,-3 0 0 16,1 0 1-16,-2 0 1 15,1-3-2-15,0-4 1 16,0-2-1-16,0 1 1 0,1-3 0 16,-3-2 0-16,1-2-1 15,-1 0 0-15,2-5 1 16,-1 1 0-16,2-3-1 16,3-1 0-16,4-3 0 15,1 1-1-15,1-2-4 16,-1-3-6-16,-2 0-5 0,-6-4-4 15,-3 2 4-15,-3-4 6 16,-7 2 3-16,-4-2 4 16,0 4 9-16,1-2 5 15,2 5-2-15,2 1 0 16,1 1-6-16,0 1-2 16,0 2 0-16,0-1 0 0,0 0-1 15,-4 0 2-15,1-1-4 16,-3 2 1-16,-1 3 2 15,-3 1-2-15,-2 2 0 16,-2 3-1-16,-3 4-4 0,-2 4-6 16,-5 0-2-16,-2 4 0 15,-4 2 5-15,-1 1 8 16,-1 0 1-16,-5 0 1 16,0 0-1-16,-2 0 0 15,-2 0-1-15,-5 0 1 16,-2 1 1-16,-3-1 0 0,-3 1 0 15,-2 1-1-15,-2-2 1 16,-2 0 0-16,-5 0-1 16,-5 0 2-16,-2 0 1 15,-7 0-1-15,-5 0 1 16,-3 0 2-16,0 0-1 0,-2-2-3 16,-1 1 1-16,1 1-1 15,0 0 0-15,-2 0-1 16,-1 0 0-16,-3 0 1 15,3 3-1-15,-3 0 0 16,0 1 0-16,0 0 0 0,2-1 2 16,1 1-2-16,-2-1 0 15,3 1 0-15,2 1 1 16,-2-1-1-16,0 0 0 16,3 1 2-16,0-1-2 0,-1 3 0 15,0-3 0-15,1 3 0 16,1-1 0-16,2 1 1 15,-3 1-1-15,3 0 0 16,1 1 0-16,-6-2 0 16,2 1 0-16,1-1 0 15,1 0 1-15,2 0-2 0,0-3 2 16,3 3-2-16,1-2 1 16,2 0 0-16,1-2 1 15,1 1-1-15,3-1 1 16,1 1 0-16,1 1 1 15,1-1-1-15,3 3 0 0,1 0-1 16,3 0 0-16,2-1 0 16,6 1 1-16,1 0-2 15,6-1 2-15,3-1-1 16,4 3 0-16,3-3 0 0,1 1 0 16,7 1 1-1,3 0-1-15,-1 0 0 0,5-1 1 16,0 4-1-16,5-4 0 15,1 1 0-15,4-3 0 16,0 3 0-16,4 1 0 16,3-3 0-16,0 2 0 0,3 0-1 15,2-1 1-15,-2 0-2 16,3 2 1-16,1-1-1 16,-4 4 0-16,2 2 1 15,-2 2 0-15,3 3 1 16,-4 3 0-16,0 2-1 0,3 3 1 15,-1 2-2-15,1 2 2 16,1 1-1-16,-3 3-1 16,4 4 1-16,-4 2-1 15,5 4 1-15,-1 0-1 16,4 0 2-16,4 0 0 0,12-2 3 16,12-3 0-16,14 1 2 15,14-3 9-15,17-2-3 16,19-2 0-16,17-2-1 15,18-1-5-15,8-6-13 0,5-4-37 16,3-10-66-16</inkml:trace>
  <inkml:trace contextRef="#ctx0" brushRef="#br0" timeOffset="52865.47">20974 11650 88 0,'0'-6'-3'0,"8"-1"5"0,-1 0 0 0,2 1 1 15,0 3 1-15,1-1 1 0,0 1-2 16,0-1 1-16,4 1 1 16,0 0 3-16,2 2-3 15,4-2-2-15,3 3-2 16,4 0 1-16,0 0-2 0,2 0 0 16,0 5 0-16,-5 6 1 15,1 3 0-15,-3 6 2 16,-1 4 6-16,-4 5 0 15,3 2 2-15,-3 3-4 16,1 1-2-16,-1 4 0 0,0-1-2 16,-3 3-1-16,-5 2-1 15,0-2 2-15,-5 0 0 16,0-4 7-16,-2-3 1 16,-2-3-4-16,0-2 1 15,0-4-2-15,0 1-1 0,0-2 0 16,-5 2-3-16,-1-1 0 15,-3-1 0-15,1 1 1 16,-4-1 2-16,-1-2-2 16,-2 0-8-16,1-2-19 15,-6-2-28-15,2-7-39 0</inkml:trace>
  <inkml:trace contextRef="#ctx0" brushRef="#br0" timeOffset="53206.7">21175 12437 104 0,'0'0'66'0,"0"0"-46"0,0 0-7 0,0 0-16 16,0 0 1-16,0 0 6 16,0 0-1-16,0 0 2 15,47 24-3-15,-27-17 2 0,1 0-3 16,1 0 1-16,2-4 1 15,2-3-3-15,1 0-12 16,1 0-21-16,-4-6-9 16,0-8 6-16,-1-3 16 0,-5-1 18 15,-4-2 13-15,0-3 14 16,-2 5 12-16,-5 2-11 16,-1 5-12-16,-3 8-8 15,-3 3-12-15,-5 13 0 16,-12 17 4-16,-8 9 6 15,-10 12-2-15,-6 10-2 0,-4 9-21 16,-7 0-62-16</inkml:trace>
  <inkml:trace contextRef="#ctx0" brushRef="#br0" timeOffset="54039.43">20532 13155 155 0,'0'0'2'0,"0"0"6"15,0 0-8-15,0 0 0 0,0 0 5 0,-9 41-2 16,9-36 1-16,0-2 3 15,0-2 0-15,0-1 13 16,0 2 4-16,0-2-11 16,0 0-8-16,0 0 0 0,0-3 5 15,0-6-7-15,0-2-5 16,0-5-2-16,0-4 1 16,0 0-4-16,4-5-1 15,-1 1-7-15,2-1 5 16,0 4 5-16,-2 0 5 0,0 7 0 15,-1 3 1-15,-1 3 2 16,4 1-1-16,-1 6-2 16,1-1-2-16,1 2-1 15,1 0 1-15,4 0-1 16,-1 7-1-16,0 2 3 16,1 1-1-16,1-1 2 0,0-1 2 15,-1-1-2-15,1-3 0 16,3-1 1-16,-2-3 1 15,3 0-1-15,-1-3 1 16,3-5-2-16,-1-4 3 16,0-2-2-16,0-3 0 0,0 0 2 15,-1-1-1-15,-2-1 2 16,-2 5 4-16,-1 3-5 16,-2 1 1-16,-3 4 2 15,0 3-3-15,-3 2-1 0,0 1-1 16,2 0-4-16,0 5 3 15,-3 7 0-15,1 2 0 16,-1 3 2-16,2 3 0 16,-4 3 0-16,2 2 1 15,0-2-2-15,0 1 1 0,1 0-1 16,4-1 0-16,-3-3-8 16,3-5-17-16,2-4-12 15,3-6-13-15,-1-5-5 16</inkml:trace>
  <inkml:trace contextRef="#ctx0" brushRef="#br0" timeOffset="54380.02">21120 12932 136 0,'0'0'10'0,"0"0"-7"0,0 0-3 0,0 0-5 16,0 0-6-16,0 0 2 16,0 0 13-16,0 0 6 15,-1 37 4-15,-1-19 6 0,-3 0-8 16,2 2-5-16,-1-2-2 16,2 1-2-16,2-1-1 15,0-2 0-15,0-4-1 16,0-1 0-16,0-3 3 15,3-2 0-15,5-5 1 0,3 2 6 16,1-3-4-16,4 0-3 16,4 0 0-16,-1-4-3 15,5-5-7-15,2-3-17 16,-3 0-31-16,-1-5-33 16</inkml:trace>
  <inkml:trace contextRef="#ctx0" brushRef="#br0" timeOffset="54872.57">21437 12935 35 0,'0'0'175'0,"0"0"-156"16,0 0-13-16,0 0-10 16,0 0-2-16,0 0 7 15,0 0 4-15,4 50 2 16,-4-29-2-16,0 0-1 0,0-1-2 15,0-1 0-15,0-2-1 16,0-3 0-16,0-4 0 16,0-3 1-16,-1-3-1 15,0-2 1-15,1-2 4 16,-2 0-1-16,1-2 3 0,1-9-5 16,-2-4-3-16,2-5-1 15,-3-2-1-15,3-1-1 16,0-4 3-16,0 2 1 15,0 2-2-15,5 3 2 16,-1 0 1-16,4 6 0 0,-1 2 2 16,2 2-3-16,3 0 0 15,2 1-1-15,1 2 2 16,2 0-1-16,1 1 1 16,1 4-1-16,-2 2 0 15,-3 0-1-15,-1 5-2 16,-5 6-3-16,-6 4 1 0,-2 3 1 15,-7-1 4-15,-12 4 0 16,-7-2 3-16,-5 1-4 16,-4-2-1-16,-3-2-5 15,2-2-15-15,-3-4-26 16,4-6-41-16</inkml:trace>
  <inkml:trace contextRef="#ctx0" brushRef="#br0" timeOffset="55698.92">21634 12756 121 0,'0'0'-2'0,"0"0"9"0,0 0 2 0,-45-44 6 15,30 30 0-15,-2 0 2 16,-3-2-3-16,3 2-1 15,-4-3-6-15,2 1-1 0,-4 1-4 16,0-1-1-16,-2 3-2 16,-3 2-5-16,-2 1-7 15,-7 0 0-15,-2 6 17 16,-4 1-8-16,-5 2 0 16,-3 1 2-16,-3 0 0 15,-2 4 1-15,-2 6 2 0,-2 0 0 16,-1 5 2-16,-1 4 2 15,2 6 0-15,-3 5 0 16,1 7 2-16,1 7 1 16,3 6 1-16,4 5 2 15,7 1 1-15,2-1-4 0,12 3-1 16,6 1-4-16,7-1-2 16,6-1 0-16,5 1-1 15,6-3-1-15,3 2 3 16,0-6 2-16,8 3-1 15,11-3-1-15,7 0 0 0,5-4-1 16,7 0 1-16,6-6-1 16,6-1 1-16,2-6-2 15,5-4 0-15,4-6-3 16,6-4 7-16,2-8-2 16,1-5 1-16,10-5 5 15,2-2-1-15,6-7 0 0,3-7-2 16,5-7-1-16,-2-5 1 15,-3-4-4-15,-5-5 0 16,-8-8 0-16,-6-4 0 16,-8-8 1-16,-7-6-1 15,-6-6-1-15,-8-4 2 0,-10-6-1 16,-12-4 1-16,-16-4 3 16,-8 0 1-16,-27-2 7 15,-19 2 7-15,-19 4 13 16,-23 3-16-16,-28 3-12 0,-28 4-28 15,-29 4-49-15,-32 6-66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24T06:05:24.3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2459 7396 2 0,'0'0'61'0,"0"0"-40"0,0 0-6 0,0 0-5 16,0 0-4-16,0 0 3 15,0 0 0-15,0 0 0 16,-2 0 4-16,-1 0-3 15,1 0-4-15,2 0-2 16,-1 0-3-16,-1 0 0 0,0 0 1 16,1-1-1-16,-1-1-1 15,1 2 2-15,-2 0-2 16,1 0 0-16,-1 0 1 16,-1 0 0-16,-2-2 1 15,1 2 0-15,-2 0 3 16,0-2 0-16,-1 1-1 0,-2 1-1 15,0 0-2-15,1 0 1 16,-2-1-1-16,0 1 0 16,2-2-1-16,-3 2 3 15,2 0 1-15,-4 0 1 0,5 0-3 16,-3 0 1-16,2 0 1 16,0 0-4-16,0 3 1 15,0 0-1-15,1 2 2 16,-1 1-2-16,1-1-2 15,0 0 2-15,-1 0 2 0,2-1-2 16,-2 2-2-16,1 0 4 16,0-1-2-16,0 2-2 15,-2-3 4-15,-1 3-2 16,3-2 0-16,-2 2-2 16,-1-1 2-16,1 2 0 15,-2 0-1-15,2 1 1 0,-2 2 0 16,1-2 0-16,0 1 1 15,2 1 1-15,1 0-2 16,-3-1 0-16,2 1 0 16,1-1 0-16,0 2-2 15,-2-1 2-15,1 1-1 0,-1 2 1 16,2-4 0-16,0 4 0 16,0 0 0-16,1-1 0 15,1 2 0-15,-1-1 0 16,1 0 0-16,1 1-2 15,0-2 2-15,0-2 0 0,1 3-1 16,0-4 0-16,0 2-1 16,2 0 0-16,1-2 1 15,1 3-2-15,0-1 2 16,1 2 0-16,0-2-2 16,0 1 1-16,0-2-1 0,1 1 2 15,2-1-3-15,0 2 2 16,1-2 1-16,0 2 0 15,0 0 0-15,1 1 2 16,0 0-1-16,-1 0 1 16,1 0-1-16,3 0 0 0,-2-2 1 15,-2 0-1-15,1-1-1 16,2-2 2-16,-3 1-2 16,3-1 0-16,-2-3 0 15,4 2 0-15,-1 1 1 16,-1-3 0-16,3 2 0 0,-2 0 0 15,1-2 0-15,-1 2 0 16,0-2 0-16,-2 2 0 16,2-2 0-16,0 1 0 15,0 0 0-15,-1 1 0 0,2-1 0 16,-2 0 0-16,1 0 0 16,2-1 1-1,-1 0-1-15,0-2 0 0,2 0 0 16,-2 0-1-16,3-1 2 15,-1 0-1-15,0 0 0 16,0 1 1-16,0-2 0 0,1 2-1 16,1-2 0-16,1 0 0 15,-1 2 1-15,3-3 1 16,0 2 0-16,1-1-2 16,0 0 3-16,-1-1-2 15,1 1 0-15,1 0 0 16,-1 0 0-16,-1-2-1 0,2 2 1 15,0-2-1-15,1 3 1 16,-1-3 0-16,1 0-1 16,1 0 1-16,-1 0-1 15,0 0 1-15,1 0-1 0,0 0 1 16,1 0 1-16,3 0-2 16,-2 0 1-16,-1 0 0 15,3 0 0-15,0 0-1 16,-2 0 0-16,3 0 1 15,-2 0 0-15,0 0 0 16,2 0-1-16,-4 0 0 0,1 0 0 16,0 0 0-16,-2 0 0 15,0 0 0-15,1 0 0 16,-1 0 0-16,0 0 0 16,1 0 0-16,1-1 1 15,0-2-2-15,1-1 3 0,0-2-2 16,-1 1 2-16,1 0-2 15,-3-2 0-15,0-1 0 16,-1 0 1-16,2-1 3 16,-2 0-2-16,-2-1 0 15,2 0-1-15,-1 0 0 0,-2 0 0 16,1-2 0-16,0 3 0 16,-1-4 1-16,-1 2-1 15,0 0 0-15,-3-2 0 16,0 0 0-16,2 1 1 15,-3-3-1-15,0 0 1 0,2-1-1 16,-2-3 0-16,0 1 2 16,-2-3 0-16,0 0-3 15,-2-1 1-15,-2-1 0 16,0 2-1-16,-2-1 1 16,-1 2 0-16,-2 0-1 0,0 1 1 15,0-1 0-15,-4 1-1 16,-2-1 1-16,1-1-1 15,-2-2 1-15,2 2-1 16,-3 0 2-16,0 1-1 16,3 1-1-16,-2 3 1 0,0 1-1 15,-3 1 0-15,3 1 0 16,-4 2 0-16,2 0 1 16,-1-1-2-16,0 3 1 15,-1-1 1-15,0 1-2 16,0 1 2-16,2 0-2 15,-2-1 1-15,0 1 1 0,0 2-1 16,0-2-1-16,-1 2-1 16,0-2 0-16,-1 2 1 15,1 1 2-15,-2 1 1 16,0-1-2-16,-2 0 0 16,0 0 1-16,0 1-1 0,2-3 0 15,-3 1 1-15,3 0-1 16,-4 1 1-16,4-1-1 15,-2 1 0-15,0-1 1 16,-2 2-1-16,-1 2 0 16,1-1 0-16,1 3 0 0,-1 0-1 15,0 0 1-15,-1 0 1 16,0 0-1-16,0 0 0 16,0 0 0-16,-1 0 1 15,-1 0-1-15,0 0 0 16,0 0 0-16,-3 0 1 0,0 0 0 15,1 0-1-15,-2-2 4 16,-2 1 0-16,-1-1-3 16,-2 2-1-16,-3 0 0 15,-4 0 0-15,0 0-4 16,-5 8-12-16,-3 4-20 0,-6 1-40 16</inkml:trace>
  <inkml:trace contextRef="#ctx0" brushRef="#br0" timeOffset="18172.18">6815 3065 2 0,'0'0'38'0,"0"0"-36"0,0 0 0 15,0-3-2-15,0 3 1 16,0 0 0-16,0 0 0 16,0 0 4-16,0 0 9 15,0 0-1-15,0 0-7 0,0 0-3 16,0 0-3-16,0 0-2 16,0 0 0-16,0 0-4 15,0 0 4-15,0 0 3 16,0 0 0-16,0 0 0 15,0 0 1-15,0 3-1 0,-2 0 2 16,2 0 4-16,-1 2 0 16,1 1-4-16,-2 0-2 15,2 1-1-15,0-1 0 16,-2 1 1-16,2-1-1 16,0 0 0-16,0-1 2 0,0 2-2 15,-1-1 2-15,-1 2-1 16,1-3 0-16,0 4 0 15,-1-3 2-15,-1 2-2 16,0 2 1-16,2-3 0 16,0 3-1-16,1-2-1 0,-2 1 0 15,2 0 1-15,0 1-1 16,0-1 0-16,0-1 0 16,0 1 1-16,0-3-1 15,0 2 1-15,0-2-1 16,0 1 0-16,0-1 0 15,0 2 0-15,0-2 1 0,0 0-1 16,0 0 1-16,0 1 1 16,0 1-1-16,-1 1 1 15,-1 0 0-15,-2 1 0 16,2 0 0-16,1 1-1 0,-1-1 0 16,2-1 0-16,-2 1-1 15,2-1 0-15,0 0 1 16,0 0 0-16,0-2 0 15,0 1-1-15,0-1 3 16,0 0-3-16,2-1 2 16,0 0-2-16,-1 0 0 0,1-1 0 15,0 3 0-15,0-2 1 16,-2-1-2-16,2 0 1 16,-2 1 1-16,3 0-1 15,-2 0 2-15,3-1 2 16,1 0 2-16,-2-4-26 0,3-1-60 15</inkml:trace>
  <inkml:trace contextRef="#ctx0" brushRef="#br0" timeOffset="21189.33">6773 3029 73 0,'0'0'26'16,"0"0"-11"-16,0 0 3 0,0 0-12 0,0 0 0 0,0 0-4 15,0 0-1-15,0 0 6 16,0 0 4-16,0 0-1 16,0 0 1-16,0-3-8 15,-1 3 14-15,0 0-12 16,0 0-6-16,-2 0 1 15,3 0-1-15,-1 1-2 0,1 3 0 16,0 0-1-16,0 1 0 16,0 2 1-16,0 0-2 15,1 1 3-15,-1 1 1 16,4 0 0-16,-2 0 0 16,1 1-1-16,-2 0 1 0,1 1 0 15,0-2 0-15,0 2 0 16,-1 0 2-16,3 0-1 15,-2 0 1-15,1 0-2 16,0 1 1-16,2-1 1 16,-2 1-1-16,-2 1 1 0,2 1-2 15,-3-2 1-15,2 2-1 16,-2 0 2-16,0 1 3 16,0-1-1-16,0 0-2 15,0 1 0-15,2 1-1 16,-2-2 1-16,1 2 1 0,-1-1-1 15,0 1 0-15,0-1 0 16,0 1 2-16,0 1-1 16,0-2-2-16,0 0 2 15,0 0-1-15,0 1-1 16,0-1 0-16,0-1-1 0,0 1 0 16,4 0 0-16,0 1 2 15,1-1 0-15,-2 1-1 16,2-1 1-16,-2 1-1 15,-1 1 0-15,2 0 0 16,-2 1 1-16,0-1 0 0,-2-2 0 16,0 1 0-16,0 1 0 15,0-1 2-15,0 0-2 16,0-1 0-16,0-1-1 16,0 2 1-16,2-1-1 15,-1 2 0-15,2 0 1 0,0-1-1 16,0 0 0-16,-1 1 0 15,2-1 0-15,-1 2 0 16,1-1 0-16,0 2 0 16,0 1 1-16,-1-1-1 15,1-1 1-15,-1 1 0 0,1 0 0 16,-1-1-1-16,0 1 0 16,0-2 0-16,-1 1 1 15,0 2-1-15,0-1 3 16,0 2-3-16,-1 0 1 15,1 0 0-15,0 3 0 0,-2-2 0 16,1 1-1-16,1-1 1 16,1 0-1-16,-1 0 0 15,0 1 0-15,-2 1 0 16,1-1 0-16,0 3 1 16,0-3-1-16,0 3 0 0,-1 0 0 15,0-1 0-15,1 0 1 16,1 0-1-16,-2-1 0 15,2-2 0-15,-1 0 0 16,1-1 0-16,-2 0 0 16,1 2 1-16,-1 1 1 15,1 0 2-15,-1 1-3 0,1 0 1 16,0 0 0-16,1 0-1 16,-2-2 0-16,0 1 1 15,0-1-1-15,0 0 2 16,0 1-2-16,0 1 1 15,0 0-1-15,0 1 0 0,0 1 0 16,0 0 0-16,-3 0-1 16,1-2 1-16,1 0 1 15,-2 0 1-15,1-3 0 16,2 1-3-16,-3 0 0 16,3 0 0-16,0 2 0 15,0 0 1-15,0 1-1 0,0 4 0 16,0-1 0-16,0 0 1 15,0 3-1-15,0-3 0 16,0 0 0-16,0-1 0 16,3 3-1-16,-1-3 3 0,1 1-3 15,0 2 1 1,2-1 0-16,0 2 0 0,-1-2 1 16,-1-1-1-16,1 2 0 15,-2-2 0-15,1 1 1 16,1 1-1-16,-1 1 0 0,-1 2 1 15,1 1 0-15,0 1-1 16,-1-2 1-16,0 0 0 16,1-2-1-16,1-1 2 15,0 1-2-15,0-2 0 16,-1 1 0-16,-1-1 1 0,0 1 0 16,0-1 0-16,0-2 2 15,-1 0 0-15,1-1 0 16,-1 1 0-16,-1-2-2 15,2 4 0-15,-2-1 0 16,1 0-1-16,1 0 0 0,0-1 1 16,0-2-1-16,-1 0 0 15,1 1 1-15,0-2-1 16,0 0 0-16,1-1 1 16,1-1-1-16,-2-1 0 15,1 1 0-15,1-2 0 0,-2 0 2 16,0 0-2-16,0 1 0 15,-2-1 0-15,1 0 0 16,0-1 1-16,-1-3 0 16,0-1-1-16,0-3 2 15,0-3-2-15,0-1 2 16,1-1-1-16,-1-1 1 0,0-1-1 16,0 0 1-16,0-3-1 15,0 0 11-15,0 2-10 16,0-1 1-16,-5 2 1 15,1 0-23-15,-2-3-26 16,1-3-88-16</inkml:trace>
  <inkml:trace contextRef="#ctx0" brushRef="#br0" timeOffset="23032.06">6462 6981 44 0,'-5'2'13'0,"3"-1"-4"0,-3 1-4 0,1-1-5 0,2 1 1 15,-2 1-1-15,0-2 0 16,1 0 1-16,2-1 2 15,0 1 10-15,1-1 4 16,-2 0-3-16,0 0 6 0,2 0-7 16,0 0-6-16,0 0-2 15,0 0-2-15,0 0 0 16,0 0-8-16,4 0 11 16,-1 0-10-16,3 0 7 0,0 0-4 15,1 0-1-15,2 0 2 16,-1 0-6-16,2 0 6 15,0 0-3-15,2 0 2 16,1 0-4-16,2 0 4 16,0 0 1-16,1 0-1 0,0 0 1 15,3 0 2-15,-1 0-1 16,2 0 0-16,-1-1-1 16,0 1 2-16,0 0-1 15,3-2 1-15,0 2 0 16,0-3-1-16,2 0 1 15,3 1 0-15,-1-1 1 0,0 1-3 16,3-2 0-16,-2 1 1 16,3 1-1-16,-1 1 0 15,2-2 0-15,0 2 0 16,0 0 0-16,3-1 0 16,-2 0 0-16,4 0 0 0,0 0 0 15,1-3 0-15,0 1 0 16,2 2 5-16,0-2-1 15,3 0-1-15,-2 0 0 16,0 1-1-16,2 0-2 16,-1-1 1-16,1 0-1 0,3 2 1 15,1-2-1-15,3 1 1 16,1-1-1-16,-2 2 1 16,1-2-1-16,0 3 0 15,-2-1 0-15,0-1 0 16,1 2 0-16,-1-1 0 15,0-1 0-15,1 1 0 0,2 0 1 16,0 1-1-16,2-2 0 16,0 3 0-16,2-3 0 15,1 0 2-15,-1-2-2 16,0 2 0-16,0-1 1 16,1 1 1-16,0-1-1 0,2-1 2 15,0 2 0-15,0 0 0 16,4 0-2-16,-1 0 0 15,-1-2 0-15,3 2-1 16,-1 0 0-16,3-2 1 0,1 2-1 16,1 0 1-16,1 1-1 15,0-2 1-15,3 3-1 16,-2-1 1-16,-4 0-1 16,2 1 0-16,-1 0 0 15,-2-1 1-15,0 1 7 0,1 0-3 16,1-1-2-16,-3 0 0 15,2 0-1-15,-2 0-1 16,-2-1 1-16,1 1-1 16,-4-2 3-16,1 1 3 15,3 1-1-15,-3-2 0 0,0 2-5 16,0 0 1-16,1 1-1 16,-3 0 0-16,1 0-1 15,-3 1 1-15,-2 0-1 16,-4 0 0-16,-3-3 1 15,-3 3-1-15,-2-1 0 16,-4-1 0-16,1 0 1 0,-6-2 1 16,-2 3 0-16,-4-3 0 15,-4 2 0-15,-4 0-1 16,-2 1 1-16,-6-2 0 16,-2 3 1-16,-1-1-1 15,-3 0-3-15,-2-2-24 0,-1-1-81 16</inkml:trace>
  <inkml:trace contextRef="#ctx0" brushRef="#br0" timeOffset="24660.78">6834 4185 54 0,'-4'0'6'0,"1"0"4"0,1 0-4 0,0 0 2 0,2 0 10 0,0 0 0 16,-2 0-13-16,2 0 8 16,0 0-1-16,0 0-5 15,0 0-4-15,0 0 2 16,0 0-2-16,0 0 1 0,0 0-2 15,0 0-1-15,0 0 1 16,0 0-4-16,0 0-3 16,0 0 1-16,4 0 1 15,3 5 0-15,0-1 5 16,3 1 2-16,1 0 5 0,5 1 2 16,2 2-4-16,4 1-2 15,8 5 1-15,1 1 5 16,4-1-36-16</inkml:trace>
  <inkml:trace contextRef="#ctx0" brushRef="#br0" timeOffset="25707.77">9733 6730 112 0,'0'0'5'0,"1"0"-7"0,0 0-1 15,0 0 11-15,0 0-6 16,1 0-2-16,0 0 0 0,-1 2-1 16,2-1 2-16,1 2 1 15,1 2 0-15,-2-1 1 16,3 4 3-16,-2-2 0 16,1 1 1-16,1 0 4 15,-2 1 0-15,2 0-1 16,0 2-2-16,3-2-3 15,1 1 0-15,1 2-1 0,2-2 3 16,3 1-3-16,-2-3-30 16,-3 0-53-16</inkml:trace>
  <inkml:trace contextRef="#ctx0" brushRef="#br0" timeOffset="26939.1">6410 4394 22 0,'0'0'13'0,"-1"0"-1"0,1 0 0 0,-2-1-2 0,0 0 0 15,1 1-1-15,-1-1-3 16,0-1-1-16,2 2-4 16,-1 0 0-16,1 0 0 15,0 0-1-15,-1 0 0 16,1 0 0-16,0 0 1 0,0 0 10 15,0 0-4-15,0 0 0 16,0 0-5-16,0 0-3 16,0 0-3-16,0 0 2 15,0 0 2-15,0 0 1 0,0 0-1 16,1 2 0-16,0-1-1 16,3 1 0-16,-3-1 1 15,3 1 1-15,-2 1 0 16,4 0-1-16,-3 0 2 15,3 0-2-15,-3-1-7 0,0-2-21 16</inkml:trace>
  <inkml:trace contextRef="#ctx0" brushRef="#br0" timeOffset="29118.96">6337 4425 97 0,'0'0'18'0,"0"0"6"0,0 0-5 16,0 0-9-16,0 0-3 0,0 0-3 15,0 0-1-15,0 0-1 16,0 0 4-16,0 0 2 16,0 0-6-16,-6-8-7 15,6 8-7-15,0 0 4 16,0 3 4-16,1 1 4 0,6 1-1 15,-2 1 1-15,1 1 1 16,2-1-2-16,-2 2 3 16,4-1-2-16,-1 0 1 15,1 1-1-15,-2 0 0 16,1 1 0-16,1-4 1 0,-3 4-2 16,2-3 1-16,1 2-1 15,-1-1 0-15,1 0 1 16,0 0 0-16,-1 0 0 15,-1 1-1-15,0 0-1 16,-2 2-1-16,-1-1-1 0,2 2-3 16,-2-2 5-16,-1 2 2 15,1-1 0-15,-1 2 1 16,5-1 0-16,-2 0 0 16,0 0 2-16,2-1-3 15,0 1 1-15,0-1 0 0,1-1-1 16,-2 0 0-16,0-1-1 15,0 1 1-15,-1-2-1 16,0 4 2-16,0-3-1 16,1-1 1-16,-1 1-1 15,0 0 0-15,0 1 0 0,1-2 0 16,-3 0-1-16,2 1 1 16,2 0-1-16,0 1 0 15,0-1 2-15,0 1 1 16,2-1 0-16,0 3 1 15,-2-2-3-15,0 1 0 0,-3-1 0 16,3 1-2-16,-2 0 1 16,3 0 0-16,-2-1 1 15,1 2 1-15,1 0-1 16,-3 0 0-16,1-2 1 16,1 2-1-16,-2 0-1 15,-1 0 1-15,3-2-1 0,-2 1 1 16,-1 0 0-16,2-1 0 15,-2 3 0-15,2-1 0 16,0 0 1-16,-1 0-1 16,-1 0 0-16,2 2-1 15,-2-2 1-15,4 1 0 0,-3 0-1 16,4 1 1-16,-1 0-1 16,0 0 1-16,3 2 1 15,0-2-1-15,2 3 0 16,-2-2 1-16,3 1-1 15,0-1 0-15,1-3 0 0,-1 3 0 16,1-3 0-16,-1 0-1 16,1 0 0-16,-2-1 0 15,-3 0 1-15,1 1-1 16,-1 0-1-16,-1 0 2 16,1 0-1-16,-2 2 2 15,2-1-1-15,-3 0 0 0,2 2-1 16,0-1 0-16,0-1 0 15,-2 2 1-15,2 1-1 16,1 0 1-16,0 2 0 16,-2-3 1-16,2 2-1 0,-1-2 0 15,0 0-1-15,0 0 0 16,-2 0 0-16,2-1 1 16,0 0 2-16,-1 2-1 15,-1-1 0-15,3 1-1 16,-1-1 0-16,0 2 1 0,1-1 0 15,-1 1 1-15,1-1-2 16,0 0 1-16,-2-1 0 16,1 1-2-16,0 0 0 15,0 0-1-15,1-1 2 16,0 0 2-16,0 0-1 16,0 2 1-16,2-2-1 0,0 0 0 15,1 0-1-15,0-2 1 16,1 3 1-16,1-2-2 15,-1 1 0-15,0 0 0 16,2 0 0-16,-5 0 0 16,3 0 0-16,0 0 0 0,-2 0 0 15,0 0 0-15,2 0 0 16,-1 2 1-16,2-1 0 16,-3 1 0-16,2 0 3 15,0 3-3-15,1-1 0 0,0-2 1 16,0 4-2-16,0-4 0 15,1 3 0-15,1-1 0 16,-2 2 0-16,1-1 0 16,1 0 0-16,-4 3 1 15,4-2 0-15,-4 2-1 0,3-2 1 16,-4 2-1-16,0-2 1 16,4 1-1-16,-4-1 0 15,3-3 2-15,-1 3-2 16,1-3 1-16,0 1 0 15,1-1 3-15,0 0 4 16,2 1-3-16,0 0-1 16,0 0 0-16,1 0-1 0,0 1-2 15,0-1 2-15,1 4-3 16,1-3 1-16,-1 2 0 16,0 0 2-16,2-1-3 15,-1 2 1-15,1 0 0 0,2-1 0 16,0 1 0-16,0-2 0 15,-1 1 0-15,2 1 0 16,-2-2-1-16,-1 0 0 16,3 0 0-16,-2 1 1 15,0-1 7-15,2 0 4 0,0-1-4 16,-1 4-3-16,3-2-3 16,-2 2-1-16,-2 0-1 15,2 1 1-15,-2 1-1 16,0 0 1-16,0-1-1 15,1 2 0-15,-1-3 0 16,1 2 1-16,1 0 6 0,0 0 1 16,0 1 1-16,1-2-4 15,-1 5-3-15,1 0 0 16,0 2-1-16,1-2 0 16,-1 1 0-16,4 1 0 0,-1-1-1 15,2 1 1-15,2-4-2 16,-2-1 2-16,0-1 0 15,-1 1-1-15,-2-4 1 16,0-1 0-16,-3-1 0 16,1-1 1-16,-3-2 2 15,-2-1 0-15,-2-4 0 16,-7-4-13-16,-3-8-102 0</inkml:trace>
  <inkml:trace contextRef="#ctx0" brushRef="#br0" timeOffset="29790.3">6532 3608 132 0,'0'0'-3'16,"0"0"-7"-16,0 0 8 0,0 0 4 0,0 0-2 16,0 0 2-16,0 0 4 15,0 0-1-15,0 0-5 16,0 0-2-16,0-1-46 15</inkml:trace>
  <inkml:trace contextRef="#ctx0" brushRef="#br0" timeOffset="31756.27">6532 3608 8 0,'4'-9'33'0,"-4"9"0"16,0 0-5-16,-2 0-6 15,1-2-2-15,0 2-6 16,1 0-9-16,0 0-1 16,0 0 0-16,0 0-8 0,0 0-4 15,0 0 6-15,0 0 0 16,0 0 0-16,1 0-2 16,0 2 0-16,1-1 1 15,3 1 3-15,-1-2 0 16,-1 4 0-16,3-2-1 0,-3 4-2 15,3-3 2-15,-1 2 1 16,-1 1 0-16,1 0 0 16,1-1 0-16,-1 1-1 15,2 0 1-15,-1 2-1 16,3 0 1-16,1 0 0 16,-1 0 0-16,-2 1 0 0,3 1 1 15,0-1-1-15,1 3-2 16,-2-1 1-16,1-2 0 15,-1 1 2-15,0 1-4 16,2-2 3-16,0 2 0 0,0-1 0 16,1 0 3-16,-2 2-4 15,3 0 1-15,-4-1-2 16,3 1 5-16,-2 0-3 16,0 1-1-16,0 0 3 15,-1-1-1-15,-2 1 1 16,3 0-2-16,-1 0 1 0,0-2-1 15,0 2 1-15,-1 0-1 16,2-2 1-16,-2 0-1 16,1 0 0-16,-1 0-1 15,2-1 2-15,0 0-1 16,0 3 0-16,1-3 2 0,-2 3-2 16,1-2 2-16,-3 2-2 15,2 0 1-15,0 0-1 16,0-2-1-16,1 2 1 15,-2-3-2-15,2 3 2 16,1-2 0-16,-1 0 0 0,2 1 2 16,0-1-1-16,-3 2-1 15,3-1 0-15,-3 0 0 16,2 0 0-16,0 0 0 16,0 0-1-16,1 1-1 15,3-1 1-15,-3 1 2 0,4-2-1 16,-2 3 2-16,-1-2-2 15,0 0 1-15,1 0-1 16,1 0 0-16,-2-1 0 16,1 0 0-16,-1 0 0 0,1 1-1 15,0-1 1-15,1 2 0 16,-2-2 0-16,1 2 0 16,0 0 0-16,1 1 0 15,0-1 0-15,0 1-2 16,-1 1 1-16,-1-1 1 15,2 2 0-15,1 0-1 0,-2-1 2 16,2 1-2-16,-2 1 2 16,1 0-1-16,1-3 0 15,0 0 0-15,0 0 0 16,1-1 0-16,4-1 0 16,-4 1 0-16,3-1 0 0,-1-1 0 15,2 4 0-15,-2-3 0 16,2 0 0-16,-2 2 1 15,-2-1-1-15,0 0 2 16,0 0-1-16,-1 0-1 16,-1-1 1-16,2 2-1 15,-3-3 0-15,1 1 1 0,1 1-1 16,-3-2 0-16,2 1 0 16,-1-1 1-16,3 2 0 15,-2-3 0-15,3 0 0 16,-2 0-1-16,0 0 1 0,1 1 1 15,-2 0-2-15,1-2 0 16,-1 1 0-16,1 2 1 16,-3-2-1-16,1 1 2 15,0 0-2-15,1 1-2 16,0-2 4-16,0 2-4 0,1 1 2 16,0 0 0-16,4 1 0 15,-3-1 0-15,2 1 2 16,-1 1-4-16,3-1 2 15,-1 1 0-15,-1 0-1 16,3 2 2-16,-1-1 1 16,-2 1-1-16,1 0 0 0,1-1 0 15,-1 2 0-15,1 1-1 16,1 0 1-16,0 0-1 16,2 1 0-16,-1 3 0 15,-1-1 1-15,2 2 1 16,-1 0-2-16,-1 0 0 0,0-1 1 15,0 1-1-15,-1-2 0 16,-1 0 0-16,0-1 0 16,2 2 1-16,0-2 2 15,0 4-2-15,2-2 0 16,-1 2 2-16,3 0-2 0,-2 3 1 16,0-4-1-16,1 2 0 15,-1-1 1-15,1 0-1 16,2 1 0-16,-2-2 0 15,0 0-1-15,5 4 1 16,-2-1 0-16,2 0-1 16,0 3 0-16,0-1 0 0,0-1 0 15,0 0 0-15,-3 2 0 16,4-2 0-16,-2 3 0 16,1-1 0-16,1 1 1 15,2 2-1-15,-4-2 0 16,6 2 0-16,-4-2 1 15,2 0-1-15,1-1 1 0,-1 2 0 16,-1-3 1-16,1 0 1 16,0 2-1-16,-2-1-2 15,-2-1 2-15,3 0 1 0,-5 0 2 16,-1-2-2-16,-1 0-1 16,-1-1 1-16,0-3-2 15,-1 2 1-15,-1-1-2 16,0-2 3-16,1 1-2 15,0-1 0-15,0 1 0 0,-1-2 0 16,1 1 0-16,-1 1 1 16,2-3 0-16,-2 2 3 15,1 0-2-15,0-2-1 16,0 2 0-16,-1-2-1 16,-1-2 2-16,0 1-3 15,-4-1 1-15,1-1 1 0,-2-2 5 16,-1 0 0-16,0 0-3 15,-4-2-1-15,0-1 1 16,0 0-2-16,-2 0 1 16,-3-2-1-16,0 1 2 15,-1 0 2-15,-1-2-1 0,-2 1 1 16,-2 2-10-16,0 0-19 16,-6-2-71-16</inkml:trace>
  <inkml:trace contextRef="#ctx0" brushRef="#br0" timeOffset="32752.73">9900 8014 33 0,'0'-3'3'0,"0"-2"-3"0,0-1 1 16,0 4-1-16,0-3 1 0,0 1-1 16,0-1 2-16,0 2 4 15,2-1 2-15,-1 0 1 16,-1 1 1-16,2 0-4 16,-2 3-3-16,0-2-2 15,0 2 0-15,0 0 1 16,-2 0 0-16,-1 0 4 0,0 0 1 15,1 0 5-15,-1 0-5 16,2 0-1-16,1 2-2 16,-2-2-4-16,2 3-1 15,-2 0 1-15,2 0-1 0,0-1 0 16,0-1-1-16,0 0 0 16,0 0 1-16,0-1 2 15,2 0 1-15,0 0 8 16,0 0-5-16,2 0 3 15,-1 0 3-15,2-6 1 16,3-4-6-16,-1 1 1 0,2-4-3 16,1 1 4-16,1-2 2 15,0 0-3-15,3-2-3 16,2-1 1-16,2 0-3 16,2 1 0-16,3-4-1 15,3 0-1-15,0 2 1 0,0-1-1 16,1 1 1-16,-3-1-1 15,1 4 0-15,-3-2 2 16,-2 1-2-16,-1 1 0 16,-1-1 0-16,2 1 3 15,-4-1-1-15,3 0 0 0,-4 1 1 16,1 2 0-16,-2-1 1 16,-1 2-1-16,0 1-2 15,-3 0 2-15,0 3 1 16,-2 0 3-16,-3-1-1 15,4 4-1-15,-3-2-1 0,1 1-1 16,2 0-2-16,0 0 0 16,-1 1 1-16,0 2-2 15,2-1 2-15,-1 4-1 16,-2-2-4-16,-1-1-43 16,-6-2-67-16</inkml:trace>
  <inkml:trace contextRef="#ctx0" brushRef="#br0" timeOffset="34992.18">6349 4486 84 0,'-5'0'15'0,"2"0"0"0,-2-3-4 0,1 1-6 0,0-2-1 16,1-1-2-16,-2 1 1 0,1-2 2 15,-2 0 0-15,2 0-1 16,-1 0-3-16,1-2-1 16,-1 2 1-16,-1-1 1 15,1 0-1-15,-2-1 0 16,2 1-1-16,-4-1 1 16,1 1-1-16,0-1 0 0,-3 3 0 15,2-1-1-15,-2 0-1 16,2 0 2-16,0 1-2 15,-3-1 4-15,3 0-4 16,1 0 4-16,-2 0-2 16,3-1 1-16,-1 0-1 0,1 1-1 15,1 0-10-15,0 0 5 16,2 0 4-16,1 1 2 16,0-1-1-16,1 3 0 15,-1-1 0-15,2 0 1 0,0 1 0 16,-1 0 1-16,0-1-2 15,1 0 1-15,1 1-1 16,0 0-1-16,-2-2 2 16,2 1 0-16,0 0 0 15,0 1 0-15,0-1 1 16,0 0 3-16,0-2-2 0,0 2 0 16,0-3-1-16,2 1 1 15,1 0-2-15,0-2 0 16,1 2 0-16,2-2 0 15,0-2 0-15,-3 1 0 16,2 0 1-16,1 0 1 0,0-1 1 16,1 2-2-16,-1-2 1 15,0 0-1-15,2 0-1 16,0-3 1-16,0 3-1 16,3-4 0-16,-1 0 0 15,1 0 2-15,0 0-4 16,-1 0 4-16,2 0-2 0,-3 1 0 15,1 2 0-15,-3-1 1 16,1 0 3-16,-1 2 5 16,-1-3-1-16,0 1 2 15,0 0-1-15,1-2-5 0,-1 4 2 16,0-3-3 0,0 3-2-16,1-2 0 0,1 1-1 15,-4 3 1-15,3 0-1 16,-3 2 0-16,1-2 0 15,0 3 0-15,-1-1 0 0,3 0 0 16,-3 1 0-16,3 0-1 16,-2-1 1-16,3 0 0 15,0 0 0-15,-1-2-1 16,1 2 2-16,4 0 0 16,-3-2 1-16,0 2 0 15,1-1 2-15,-2 0-2 0,0 0 1 16,1 0 4-16,-2 0 2 15,0 0 2-15,1-1 1 16,0 0-4-16,1-1 0 16,2 1-4-16,3 0-1 15,2 0-2-15,0 1 2 0,-6-3-29 16,-6-1-174-16</inkml:trace>
  <inkml:trace contextRef="#ctx0" brushRef="#br0" timeOffset="37435.11">6804 4246 17 0,'0'-4'8'0,"0"1"8"0,0 0 14 0,0 0-9 15,0 2 0-15,0 1-4 16,0 0 1-16,0 0-6 16,0-2-11-16,0 2 3 0,0 0-4 15,0 0-3-15,3 0 2 16,0 0 0-16,2 5 0 15,3 0 1-15,-2 1 2 16,3 0-1-16,2 3 2 16,2-3-2-16,1 2 1 0,-1 1-2 15,0-1 2-15,1 0-2 16,-2 0 0-16,1 0 0 16,-1-2 1-16,-1-2-1 15,-1 1 1-15,-2-3-1 16,-5 1 1-16,1-3 0 0,-2 2 1 15,-2-2-1-15,0 0 12 16,0 0 36-16,-5-3-39 16,-2-2-15-16,-3-3 2 15,-1-1 4-15,-3 1-2 16,0 0 4-16,0-1-6 0,3-1 2 16,-2 2-1-16,4-1-2 15,2 3 1-15,-1-2 3 16,3 4 0-16,2 0 3 15,2 1-1-15,1 3 1 16,0 0-2-16,0 0-16 0,0 0 13 16,3 7 0-16,6-1-3 15,-2 1 1-15,4 1 3 16,0-1 5-16,3 0-1 16,-1 1 2-16,4-2-1 15,-1 1-2-15,1 0 0 16,0 0 1-16,4 4-1 0,-5-2 1 15,-3 3-6-15,-5-4-85 16</inkml:trace>
  <inkml:trace contextRef="#ctx0" brushRef="#br0" timeOffset="38352.47">6690 4439 114 0,'0'0'0'0,"1"0"0"0,0 0 0 16,1 0 0-16,-2 0 1 15,0 0 1-15,0 0 21 16,0 0 22-16,1 0-15 0,1-4-20 16,0 0-4-16,-1-2-2 15,2 1-1-15,-1-1-1 16,1-2-1-16,-2 2 1 15,-1-2-1-15,0 0 2 16,0 1-1-16,0 1 1 0,0 2 0 16,0-2-2-16,0 3 0 15,0 0-1-15,0 3 0 16,0 0-2-16,0 0-8 16,0 0-9-16,0 6 12 15,2 3 0-15,1 1 8 0,4 3 0 16,-2 0-2-16,4 1-1 15,0-1 0-15,0 3 2 16,2-1 0-16,1-1 1 16,-2 2 0-16,-1-1-10 15,-3-1-58-15,-6 0-68 0</inkml:trace>
  <inkml:trace contextRef="#ctx0" brushRef="#br0" timeOffset="38468.01">6726 4599 185 0,'0'0'39'0,"0"0"-38"16,55-29-3-16,-21 11-31 15</inkml:trace>
  <inkml:trace contextRef="#ctx0" brushRef="#br0" timeOffset="39535.03">9357 6824 41 0,'0'0'116'0,"0"0"-96"0,0 0 11 0,0 0-20 16,0 0-5-16,0 0-3 15,0 0 0-15,0 0-3 16,0 0 0-16,0 0-2 16,0 0-2-16,0 0 0 15,0 0-3-15,-17 9-1 0,23-6 5 16,-3-1 8-16,0-2-3 15,-1 0 0-15,1 0 1 16,-3 0 5-16,0-2 10 16,0-2-4-16,-3-1-4 15,0 0-7-15,-5 2-2 0,3 0 2 16,-2 3 1-16,3 0-3 16,1 0-3-16,1 0-23 15,2 6-19-15,0-1-22 16,0 0-43-16</inkml:trace>
  <inkml:trace contextRef="#ctx0" brushRef="#br0" timeOffset="39990.28">9441 7086 176 0,'0'0'8'0,"0"0"-3"0,0 0-3 0,0 0-1 0,0 0 0 15,0 0 1-15,3-34-1 16,-3 27 7-16,1-2 10 15,-1 1-6-15,2 0-4 0,-2 0-3 16,1-1-1-16,-1 4-3 16,2-1 1-16,-2 1-1 15,2 2-1-15,-2 2 0 16,0 1-1-16,1 0-1 16,0 0-6-16,1 1 3 0,-1 4 2 15,3 6 3-15,-2 0 4 16,1 2-3-16,5 2 2 15,-4-1-3-15,2 1 1 16,0 0-1-16,2-2 0 0,0 0 2 16,0 0-1-16,0-2 0 15,-1-1-9-15,-4 0-22 16,-2-2-56-16</inkml:trace>
  <inkml:trace contextRef="#ctx0" brushRef="#br0" timeOffset="40096.93">9466 7178 175 0,'0'0'26'0,"0"0"-10"16,30-45-10-16,-1 18-17 15,7-6-63-15</inkml:trace>
  <inkml:trace contextRef="#ctx0" brushRef="#br0" timeOffset="41115.08">9877 4162 16 0,'0'0'50'0,"0"0"-45"0,0 0 13 0,0 0 0 16,0 0 8-16,0 0 0 16,0 0-14-16,-21-29-7 15,16 29-2-15,-1 0 0 16,3 0 3-16,-2 0-2 0,2 0 3 15,0 5-3-15,1-2-1 16,1 0-1-16,1 0 1 16,0-1-3-16,0 1-1 15,0-3 0-15,1 0 5 0,4 0 4 16,-2 0 9-16,0 0-5 16,0-3-1-16,-1 0-1 15,-2-2 8-15,0 1-1 16,0 0-6-16,0 0-4 15,-2 2 2-15,1-1 10 16,-2 2-20-16,2 1-2 0,0 0 3 16,1 0-11-16,0 6 4 15,0-1-21-15,3-1-19 16,3-4-98-16</inkml:trace>
  <inkml:trace contextRef="#ctx0" brushRef="#br0" timeOffset="41533.36">10037 3903 46 0,'0'0'4'0,"0"0"13"0,0 0 3 0,-7 37-7 0,7-28-5 15,4-3-2-15,3 1 1 16,3-1 7-16,0-4 1 15,1-1 1-15,3-1-4 16,-2 0 0-16,1 0-1 16,-1-7 3-16,1-2 11 15,-4-1 4-15,-3-3-6 0,-2-1 0 16,-2 0-3-16,-2 0 1 16,0 0-8-16,-8 4-11 15,-8 4-3-15,-8 3-22 16,-5 2-66-16</inkml:trace>
  <inkml:trace contextRef="#ctx0" brushRef="#br0" timeOffset="42416.55">6715 7259 117 0,'0'0'5'0,"0"0"2"0,0 0-3 0,0 0-1 16,0 0-2-16,0 0-1 15,0 0 9-15,0 0 12 16,0 0 2-16,-34 5-15 0,29 1-6 16,0 2-3-16,1-1 1 15,-1 3-1-15,1-1 1 16,4 1-2-16,0-2-1 16,0 0-2-16,0-2 1 15,7-1-2-15,3-3 7 0,1 1 2 16,2-3-2-16,-1 0 1 15,3 0 0-15,-1-9-1 16,-1 3-1-16,-2-4 3 16,-2 2 8-16,-1-5 9 15,-4 2-2-15,-3 0 8 16,-1 0-2-16,0-2-7 0,-3 2-4 16,-4 2 7-16,-5 3-14 15,-2 1-11-15,-1 5-23 16,-9 0-43-16,-4 0-144 15</inkml:trace>
  <inkml:trace contextRef="#ctx0" brushRef="#br0" timeOffset="46970.33">9410 8379 107 0,'0'0'83'0,"0"0"-68"0,-1-3-5 0,0 1 4 16,0-1-4-16,1 1-1 16,0 0-2-16,0 0 4 15,0-1-5-15,0 1-3 0,2-1-2 16,4 0 5-16,0 0-10 16,3-1 10-16,2 1-1 15,0 2-5-15,0-1 3 16,2 2-2-16,-1 0-1 15,1 0 1-15,0 0-2 0,-2 0 1 16,-2 4 1-16,0 2-1 16,0-2 0-16,-1 3 0 15,-3 0-1-15,0-1 1 16,-2 1 0-16,-2-1 0 16,-1 1 0-16,0-1 0 0,-6 2 1 15,-2-1 2-15,-5 1 2 16,-1 0 0-16,-2 2-3 15,1-2-1-15,0-2-1 16,3 1-4-16,3-5-12 16,5 2-32-16,3-4-43 15,1 0-32-15</inkml:trace>
  <inkml:trace contextRef="#ctx0" brushRef="#br0" timeOffset="47361.67">9660 8286 96 0,'0'0'50'0,"0"0"-44"0,0 0-1 15,0 0 3-15,0 0-8 16,0 0 0-16,0 0 0 15,0 0 0-15,-37 24 0 16,27-13 0-16,3 1 5 16,-1-2 7-16,-2 4 8 0,5-2-4 15,0-1-3-15,1-3-2 16,3 1-4-16,-1-1-2 16,2 0-2-16,0-3 1 15,0 1-1-15,2 0-3 16,2 0 3-16,2-1-2 15,0-3 1-15,3 3 0 0,0-1 1 16,0 0-2-16,4-3-1 16,-2 2 3-16,4-2-7 15,-5 1-34-15,3-2-38 16,-3 0-2-16</inkml:trace>
  <inkml:trace contextRef="#ctx0" brushRef="#br0" timeOffset="47589.77">9730 8437 159 0,'0'0'53'16,"0"0"-38"-16,0 0-17 16,0 0 11-16,0 0 0 15,0 0 0-15,4 40-5 0,-2-26-1 16,1 0-3-16,-1 3 2 15,1-1-4-15,0 1 2 16,2-3-1-16,0 0-8 16,1-5-24-16,-1-4-35 15</inkml:trace>
  <inkml:trace contextRef="#ctx0" brushRef="#br0" timeOffset="47960.14">9905 8424 111 0,'0'0'18'15,"0"0"8"-15,0 0 1 0,32-2 0 16,-21-2 3-16,1 2-11 16,3-1-5-16,2 0-5 15,1 0-2-15,2 0-4 16,0 1-2-16,2-1 0 15,-2 3 0-15,-1-1-1 0,-3 1-2 16,-1 0-13-16,-3-1-23 16,-4-1-51-16</inkml:trace>
  <inkml:trace contextRef="#ctx0" brushRef="#br0" timeOffset="48251.53">10050 8330 128 0,'0'0'42'15,"0"0"-12"-15,0 0-25 16,0 0 7-16,0 0 5 0,0 30-8 15,0-16-1-15,0 0-7 16,0 0 1-16,0 2-2 16,0-2 1-16,0 2 0 15,0-1 0-15,0-3 0 16,0 1-7-16,0-7-37 0,0-1-77 16</inkml:trace>
  <inkml:trace contextRef="#ctx0" brushRef="#br0" timeOffset="48643.94">10235 8352 106 0,'0'0'36'16,"0"0"6"-16,0 0-8 16,32-25-16-16,-23 19-3 15,2 3-4-15,-1 0-5 16,1 2 0-16,0 1-3 0,-1 0-2 16,-1 1-1-16,-2 8-2 15,1 1 0-15,-1 3-2 16,-4-1 8-16,-1 0-6 15,-1 2 4-15,-1-2-5 16,0 1 2-16,-1-4 1 0,-7 2-1 16,-3-3 0-16,0 1 7 15,-2 0-11-15,1-4 8 16,0-1-3-16,4 0-10 16,3-2-25-16,3-2-46 15,2 0-41-15</inkml:trace>
  <inkml:trace contextRef="#ctx0" brushRef="#br0" timeOffset="48956.46">10439 8321 60 0,'0'0'1'16,"0"0"9"-16,0 0 2 15,0 0 6-15,0 0 17 0,0 0 7 16,-30-14-6-16,23 14-5 16,1 1-18-16,-1 6-7 15,2 4-5-15,-5 2-1 16,2 3 1-16,0 0-2 16,3 2 2-16,-4-2 0 15,6 1-1-15,0-3 1 0,3 0 0 16,0-1-2-16,2-1 0 15,5 1 1-15,3-4 2 16,2 0-6-16,1-3-30 16,1-2-65-16</inkml:trace>
  <inkml:trace contextRef="#ctx0" brushRef="#br0" timeOffset="49361.87">10476 8502 224 0,'0'0'26'0,"0"0"5"16,0 0-19-16,0 0-6 16,0 0-3-16,0 0-3 15,0 0-5-15,0 0 6 16,10-30 4-16,-3 30-5 16,1 0 0-16,1 0-1 0,0 0 1 15,1 0-1-15,-3 4-1 16,1 2 1-16,0 2 1 15,-3 0-3-15,-2 2-1 16,-2 0-3-16,-1 1 1 16,0-1 0-16,-3 1 2 0,-6-2 2 15,-1 1 3-15,-3-2 1 16,0-2 1-16,1 0-4 16,0-1 6-16,2-2-6 15,1-1 7-15,5-1-5 16,0-1 0-16,3 0 1 0,1 0 7 15,0 0-6-15,0 0-2 16,0 0 3-16,5 0 2 16,5-1-4-16,3-1-2 15,1-1-2-15,2-2-45 16,0-1-88-16</inkml:trace>
  <inkml:trace contextRef="#ctx0" brushRef="#br0" timeOffset="49983.18">10761 8349 161 0,'0'0'42'0,"0"0"-18"0,0 0-33 16,0 0 10-16,0 0 2 0,0 0-2 16,0 0-6-16,0 0 1 15,0 0 7-15,34 22-7 16,-23-17 14-16,3-1-6 16,2-1-3-16,-1-1 2 15,1 1 0-15,-1-1-2 0,-1-1 0 16,-2 2 0-16,-3-2-1 15,-2 0 0-15,-3 0 1 16,0 0-1-16,-3-1-1 16,-1 1 4-16,0-1 4 15,0 3-2-15,-3-1 1 16,-2 2 0-16,-1 0-5 0,-2 0 6 16,0-1-10-1,0 2 8-15,0 0-5 0,-1 1-3 16,1 0 10-16,-2 1-5 15,1 2 0-15,0-1-3 16,1 3 2-16,0 1-1 0,0-3-2 16,2 2-7-16,0 0-14 15,-1-1-39-15,0-3-14 16</inkml:trace>
  <inkml:trace contextRef="#ctx0" brushRef="#br0" timeOffset="50366.67">10488 8628 175 0,'0'0'2'0,"0"0"13"0,0 0-8 15,0 0 0-15,0 0-1 16,34-8 1-16,-26 8 1 16,1 0-6-16,1 0 0 0,1 0-2 15,0 0 0-15,3 0-27 16,-1 0-70-16</inkml:trace>
  <inkml:trace contextRef="#ctx0" brushRef="#br0" timeOffset="51043.71">10988 8491 101 0,'0'0'18'0,"0"0"-13"0,0 0 15 15,0 0 13-15,0 0-14 16,0 0 1-16,-31 31-8 0,18-19-6 16,1 1-4-16,-2 3-2 15,-1-1-1-15,1 1-20 16,-1-2-35-16,6-1-19 15</inkml:trace>
  <inkml:trace contextRef="#ctx0" brushRef="#br0" timeOffset="51613.43">11119 8428 86 0,'0'0'22'0,"0"0"3"15,0 0-20-15,0 0-2 0,0 0 0 16,0 0 1-16,0 0 1 16,0 0 4-16,-19 33 3 15,15-24-1-15,2 0-6 16,2 1 1-16,0-2-4 16,0-1-2-16,2-1 0 15,2-1-2-15,5-2 1 0,0-2 1 16,-3 1 3-16,5-2 1 15,-3 0-2-15,1 0 2 16,1-2 4-16,-3-2 4 16,1-1 1-16,-1-2-9 15,-1 1 2-15,0-2 0 0,-3-1-5 16,-1 0 2-16,-1-1 6 16,-1 1-1-16,0-1 2 15,0 0-3-15,0 0 1 16,-3 2-2-16,0 1 0 15,-2-1 0-15,1 6-5 0,-1 0-4 16,-1 2 2-16,-2 0 0 16,0 1-8-16,0 4-13 15,2 3-12-15,0-1-28 16,2-1-19-16</inkml:trace>
  <inkml:trace contextRef="#ctx0" brushRef="#br0" timeOffset="51919.16">11319 8428 215 0,'0'0'28'0,"0"0"6"0,0 0-10 16,0 0-6-16,0 0-4 15,0 0-6-15,0 0-4 0,0 0-5 16,0 0-5 0,0 0-8-16,3-15-9 0,-3 16 12 15,0 3-1-15,0 1-16 16,0-1-56-16,-1-3-67 15</inkml:trace>
  <inkml:trace contextRef="#ctx0" brushRef="#br0" timeOffset="52437.92">11469 8395 212 0,'0'0'6'0,"0"0"-3"0,0 0-2 16,0 0-1-16,0 0-3 15,0 0-3-15,0 0 6 16,0 0 3-16,3 1 2 15,-5 4 0-15,-1-1 0 16,2 2-2-16,1-1 0 0,0 2-3 16,0-1-1-16,0 0 1 15,0-2 0-15,3 0 0 16,0 2 0-16,3-3 7 16,0 1-1-16,2 0 1 15,0-2 1-15,-1 1-4 0,2 1 0 16,-1-2 0-16,-4 2-1 15,1-1 0-15,-1-1-1 16,-2 2-1-16,0 1 0 16,0-2 1-16,-2 2-1 15,0 1 1-15,0-1 0 0,-2 1-1 16,-4-1 3-16,-1 2-1 16,-2-1-1-16,-1 0-6 15,0 0 9-15,-1-3-3 16,-1 3-6-16,3-4-7 15,0-2-8-15,4 0-36 0,-2 0-51 16</inkml:trace>
  <inkml:trace contextRef="#ctx0" brushRef="#br0" timeOffset="52594.59">11492 8415 284 0,'0'0'9'0,"0"0"3"0,37-26-6 0,-18 18-5 16,0-2 0-16,-1 1-15 0,1-1-68 15</inkml:trace>
  <inkml:trace contextRef="#ctx0" brushRef="#br0" timeOffset="53763.36">10757 7382 96 0,'0'0'3'0,"0"0"2"0,0 0 1 0,0 0 4 16,0 0 3-16,0 0 3 16,0 0 6-16,0 0 2 0,0 0-2 15,0 0-10-15,0 0-3 16,0 0-2-16,7-11-1 16,-5 11-3-16,0 0-4 15,2-1 2-15,3 0-1 16,0 1 0-16,1-2 0 15,4 0 0-15,-2 2 0 0,3 0 0 16,0 0-1-16,-1 0 1 16,1 0 0-16,-2 2-1 15,-2 2 1-15,-1 0-1 16,0 2 0-16,-3 0-1 16,0 0 2-16,-2 2-4 0,0-2-1 15,-2 3 2-15,0-1 2 16,-1 0-2-16,0-2 3 15,-1 1-1-15,-4 0 1 16,-5 0 4-16,-3-1-2 16,-3 2 3-16,0-2-4 0,-6 0 0 15,1 0-6-15,1-1-2 16,2 0-23-16,0-1-5 16,4-3-7-16,6-1 12 15</inkml:trace>
  <inkml:trace contextRef="#ctx0" brushRef="#br0" timeOffset="54233.15">10984 7311 124 0,'0'0'17'0,"0"0"15"0,0 0-23 0,0 0-7 16,0 0-1-16,0 0 2 0,0 0-2 15,0 0-1-15,0 0 2 16,-32 11-2-16,24-3 5 16,-1 1-2-16,-1 1 1 15,0 1 3-15,0 3 1 16,-1-1 0-16,1-2-3 16,1 1-4-16,4-2 2 15,0 1-1-15,1-4-1 0,4 1 0 16,0-2 1-16,3 1 0 15,5-3 2-15,4 1 6 16,2-1-3-16,3-2-4 16,-2 0-1-16,4 0-1 0,0-1-5 15,-3-1-63-15,-2 0-61 16</inkml:trace>
  <inkml:trace contextRef="#ctx0" brushRef="#br0" timeOffset="54504.32">11103 7444 242 0,'0'0'24'15,"0"0"-29"-15,0 0 12 16,0 0-5-16,0 0 2 15,0 0-3-15,8 32 1 16,-7-21-2-16,1 3 1 0,-2 0-1 16,2 0 1-16,0 0-1 15,0 1 0-15,1-4 0 16,2 1 0-16,0-3-20 16,2-5-68-16</inkml:trace>
  <inkml:trace contextRef="#ctx0" brushRef="#br0" timeOffset="54874.08">11267 7410 158 0,'0'0'24'0,"0"0"-17"16,0 0 6-16,0 0 17 16,0 0-6-16,0 0-12 15,36-14-6-15,-25 11-2 0,0 3-2 16,5 0 0-16,-1-2-1 15,3 2-1-15,2-2 1 16,-1 1-1-16,2 0 1 16,-1-1-1-16,-1 1 0 0,0-1 0 15,-5 1-2-15,1-1-17 16,-8-1-47-16,2 0-50 16</inkml:trace>
  <inkml:trace contextRef="#ctx0" brushRef="#br0" timeOffset="55130.49">11396 7300 255 0,'0'0'4'0,"0"0"4"0,0 0-9 16,0 0 1-16,0 0-1 15,0 0 0-15,11 35 1 16,-7-21-3-16,-2 2 3 16,-2 1 0-16,0 3 1 0,0-2-1 15,0 0 2-15,0 1-2 16,0-4-5-16,0-3-37 16,4-5-51-16</inkml:trace>
  <inkml:trace contextRef="#ctx0" brushRef="#br0" timeOffset="55764.46">11667 7328 147 0,'0'0'10'0,"0"0"0"15,0 0-6-15,0 0 0 16,35-8-2-16,-25 6 0 16,3 2 3-16,0 0 2 15,-2 0 5-15,0 0 2 16,-1 0-2-16,-1 3-4 0,-2 3-7 15,0 2 0-15,-3 3-3 16,-3-2 1-16,-1 3 0 16,0-3 1-16,0 2-4 15,0-5 5-15,-5 0-2 16,-2-3 4-16,3-1-1 0,0-2 10 16,0 0 4-16,1 0-10 15,3 0 0-15,0-2-5 16,0-5-1-16,0 0-1 15,0-2-1-15,3-3 6 16,3 0-2-16,-1-1-1 0,3-1 1 16,-2 0 0-16,1-1-1 15,-2 3 1-15,0-1-2 16,-2 3 0-16,-2 3 1 16,-1 2 0-16,0 1 4 15,0 4 3-15,0 0-4 16,0 0-4-16,0 0-2 0,0 7 1 15,0 2 0-15,0 1-1 16,0 1 2-16,2 0-2 16,2 2 2-16,0-2-1 15,3 1 0-15,-1-1 1 0,1 0 0 16,2 0-9-16,-1-2-40 16,0-2-31-16,-2 0 0 15</inkml:trace>
  <inkml:trace contextRef="#ctx0" brushRef="#br0" timeOffset="56176.58">11909 7398 87 0,'0'0'38'0,"0"0"5"0,0 0-6 0,0 0-6 0,0 0-8 15,0 0-6-15,15-33-7 16,-10 28-1-16,-3 1-2 16,2 2-3-16,3-1-1 15,2 3-2-15,-2 0-1 0,3 0-1 16,1 0 2-16,2 0-2 15,-3 5 1-15,-1 2-2 16,0 1 1-16,-5 2-4 16,-2 2-8-16,-2-1-3 15,0 1-1-15,-4 0 4 0,-6 0 6 16,-1-3 9-16,-2 1-1 16,1-1-7-16,1-3 16 15,-1-1-5-15,3-1-3 16,3 0-2-16,0-3 1 15,3 1-1-15,1-2 2 0,2 0 12 16,0 0 6-16,0 0-9 16,2 0-1-16,3-2-6 15,5 1 2-15,2-3-1 16,3 0-2-16,-1 3 2 16,3-3-5-16,1 3 1 0,-3 0-1 15,1 0 0-15,-2 1 0 16,-1 0-11-16,-4-1-50 15,0-1-78-15</inkml:trace>
  <inkml:trace contextRef="#ctx0" brushRef="#br0" timeOffset="57031.07">12476 7201 46 0,'0'0'14'0,"0"0"11"0,0 0-2 0,0 0 8 0,0 0-17 16,0 0-8-16,0 0-2 16,0 0-2-16,0 0-1 15,0 0-2-15,-33 20 6 0,26-17-7 16,-2 1 17-16,-2 2-12 15,-1 0-1-15,-2 0-2 16,0 2 2-16,-1-1-3 16,2 2 1-16,0-3-1 15,2 2 1-15,1-2-1 16,5 0 1-16,0-1 0 0,3 1-2 16,0-2-1-16,2 0 1 15,0-1 4-15,2 1 4 16,5-1 6-16,5-1 6 15,0-1-2-15,4 0-3 16,1-1 1-16,2 0-4 0,0 0-1 16,2 0 1-16,-4 0-3 15,1 0-3-15,2 0-2 16,-3 2-2-16,-1 1 0 16,-3 0 0-16,-4 1 0 15,-4 1-13-15,-2 0-28 0,-3 0-53 16</inkml:trace>
  <inkml:trace contextRef="#ctx0" brushRef="#br0" timeOffset="57409.4">12381 7460 52 0,'0'0'69'0,"0"0"-61"0,0 0-4 16,0 0 10-16,0 0 1 0,0 0-4 15,0 0-7-15,0 0 7 16,0 0 9-16,0 0 7 15,5 3-15-15,1-3-4 16,3 0-7-16,-2 0 1 16,3 0-2-16,1 0 3 15,1 0-5-15,1 0 4 0,4 0-2 16,-2 0 0-16,3 0-2 16,-3 0 4-16,4 0-1 15,0 0-1-15,-2 0-8 16,0 0-68-16</inkml:trace>
  <inkml:trace contextRef="#ctx0" brushRef="#br0" timeOffset="58176.65">12853 7153 79 0,'0'0'16'0,"0"0"5"0,0 0 3 0,0 0 3 16,0 0 1-16,0 0-11 15,0 0-12-15,0 0-6 16,0 0 1-16,0 0 0 15,0 0 1-15,0 0 0 16,3 26-1-16,-2-12 0 0,0-1 1 16,2 1-1-16,0 0-1 15,-1 0 1-15,3 0 3 16,1 0-3-16,-2-1 1 16,1-1 0-16,-1 0-2 15,1-3 2-15,-1 1-1 0,-1-2-4 16,0-2-17-16,0-3-32 15,0-2-18-15</inkml:trace>
  <inkml:trace contextRef="#ctx0" brushRef="#br0" timeOffset="58377.88">13011 7273 259 0,'0'0'9'0,"0"0"1"16,0 0-7-16,0 0-3 15,0 0 0-15,0 0-16 0,0 0-36 16,0 0-23-16,0 0 6 16</inkml:trace>
  <inkml:trace contextRef="#ctx0" brushRef="#br0" timeOffset="59026.34">13190 7134 123 0,'0'0'26'0,"0"0"3"16,0 0 1-16,0 0-15 16,0 0-14-16,0 0-11 0,0 0 9 15,0 0 2-15,-7 14 0 16,3-9 0-16,-1 3-1 15,1-2-1-15,4-1-2 16,-2 1 4-16,2 1-1 0,-2-1 0 16,2-2 0-16,0 1 0 15,0-1 2-15,4-3 0 16,0 0 4-16,4-1 5 16,0 0 5-16,-1 0 0 15,2 0-7-15,1 0-2 0,0-2-3 16,0 0 1-16,-4 1-4 15,3 0-1-15,0 1 1 16,-4 0-1-16,1 0 0 16,3 0-1-16,-4 4 1 15,1-1-1-15,-1 2 1 16,0 1-1-16,-1 1 0 0,-1 0-2 16,-1 0 3-16,-1-1-1 15,-1 1 0-15,0-2 1 16,0-1 0-16,0 1-1 15,0-1 1-15,-4-1 1 16,-2 0 0-16,0 1-2 0,-2 0 6 16,-1-1-2-16,0-1-2 15,0 1 0-15,-2-2 2 16,0 1-3-16,2-1 0 16,-1 1-2-16,3-1-16 15,0-1-38-15,-1 0-33 16</inkml:trace>
  <inkml:trace contextRef="#ctx0" brushRef="#br0" timeOffset="59438">13250 7114 44 0,'0'0'3'0,"0"0"1"0,0 0 6 0,0 0 16 16,0 0 4-16,0 0 6 16,32-10-1-16,-27 9-11 15,2-1-13-15,0 1-7 0,1-1-2 16,2 1 3-16,0-1-1 16,1 1 2-16,0-1 3 15,1-1 2-15,0 2-6 16,1 0-2-16,1 1-3 15,-1 0 2-15,2 0-6 0,-3-4-93 16</inkml:trace>
  <inkml:trace contextRef="#ctx0" brushRef="#br0" timeOffset="62379.33">9399 8655 25 0,'0'1'2'0,"0"-1"4"0,1 0-4 0,-1 2-1 16,1-2 0-16,-1 0 0 15,0 0 3-15,0 0 16 0,0 0 2 16,0 0-12-16,0 0 5 15,0 0 0-15,0 0 0 16,0 0 0-16,0 0-8 16,0 0-3-16,0 0-4 15,0 0 0-15,0 0-4 0,0 0-4 16,0 0 8-16,0 0-2 16,0 0 3-16,0 0 0 15,0 0 3-15,1 0 4 16,1 0-6-16,1 0 3 15,1 0-2-15,4 0-1 0,-1 0 0 16,2 0-2-16,0 0 0 16,0 0-1-16,1 0 0 15,2 0 1-15,-2 0-4 16,2 0 9-16,2 0 2 16,0 0 4-16,2 0-5 0,0 0 0 15,3-2-5-15,2 2 0 16,-5-2-1-16,4 1 1 15,-3 1-1-15,-2 0 0 16,-1 0 0-16,-3 0 1 16,1 0 3-16,0 0 1 0,-1 0-4 15,1 0 0-15,2 0 0 16,0 2-1-16,2-1 1 16,-1 1-1-16,1-2 0 15,0 0 1-15,1 1-2 16,2 2 1-16,-2-3-1 15,2 0 2-15,1 1 0 0,-3-1-2 16,3 1 2-16,-3 2-3 16,1-2 1-16,0 1 1 15,-1 0-1-15,1 1 1 16,-1-1-1-16,2 2 2 0,0-2 0 16,-1 1-1-16,2 0 1 15,-1-1-1-15,1 2 0 16,0-1 0-16,1-1 0 15,1 1 0-15,1-2 0 16,1 0 4-16,3-1 2 0,0 0-1 16,-1 2 0-16,5-2-2 15,-1 0-2-15,-1 0 0 16,2 1-1-16,0 0 1 16,-2 0-1-16,3 1 0 15,-3 0 0-15,0-1-1 16,0 2 1-16,0-2-1 15,-1 0 1-15,0 0 1 0,1 0 1 16,-2 0 1-16,3-1 1 16,-4 1 0-16,2-1-2 15,-3 1-2-15,-2-1 1 16,0 0 1-16,-1 0 0 0,-3 0 3 16,-3 0-1-16,1 0 2 15,-3 0 0-15,-1 0-2 16,-4 0-1-16,1 0-1 15,-3 0 0-15,0 0-1 16,-3 0 0-16,0 0 0 0,-3 0 0 16,2 0 0-16,-3 0 0 15,0 0 0-15,0 0-1 16,1 0-13-16,1 0-45 16,0-6-144-16</inkml:trace>
  <inkml:trace contextRef="#ctx0" brushRef="#br0" timeOffset="63692.38">10959 7719 125 0,'-4'0'9'0,"0"0"28"0,2 0-25 0,0 0-5 0,-1 0 1 15,1 0-7-15,-1 0-2 16,3 0 12-16,-1 0-4 16,1 0-5-16,0 0-2 15,0 0 1-15,0 0-1 16,0 0-2-16,0 0 1 0,0 0 0 16,0 3-1-16,3-3 1 15,2 0 0-15,1 0 2 16,4 0 0-16,1 0 2 15,0 0-4-15,2 0 2 16,5 0 1-16,-3 0-2 16,5 0 1-16,0 0 3 0,0 0-3 15,4 0 0-15,0 0 0 16,0 0-1-16,2 0 0 16,-1 0 2-16,4 0-3 15,-1 0 2-15,2 0-1 0,3 0 0 16,1 0 0-16,1-3 1 15,2 1-1-15,0-1 0 16,1 2 0-16,1-2 0 16,1 1 2-16,1-1-2 15,-1-1 0-15,2 0 0 16,-1 1 0-16,-2-2 0 0,0 1 0 16,2-1 0-16,1 3 0 15,-2-2 0-15,4 0 0 16,1 0 0-16,4 1 0 15,-2-2 0-15,0 0 0 16,2 2 0-16,1-1 0 0,-4-1 0 16,1 2 1-16,-2-2-1 15,0 1 0-15,1-1 0 16,-1 0 2-16,2 0-4 16,2-1 2-16,-3 2 0 15,0-1 0-15,-3 0 2 0,-2-1 2 16,-1 3 5-16,-5-1-3 15,-2 0-2-15,-4 2 0 16,-4-1-4-16,-1 3 3 16,-3-3-3-16,-7 3 0 15,-1 0 0-15,-3-1 0 0,-4 1 0 16,0 0 0-16,-4 0 0 16,0 0 0-16,0 0 0 15,-1 0 1-15,-1 0-1 16,2 0 0-16,0 4 0 15,-2-1-7-15,0-1-30 0,0 0-40 16</inkml:trace>
  <inkml:trace contextRef="#ctx0" brushRef="#br0" timeOffset="65162.13">10738 8895 33 0,'-4'5'0'0,"-1"-2"6"0,2-2 4 0,1 1 4 15,-2-2-4-15,0 1-5 16,1-1 0-16,-4 0-1 0,1 0 1 16,-2 2-2-16,2-2-1 15,-2 0-2-15,0 0-11 16,0 0-56-16</inkml:trace>
  <inkml:trace contextRef="#ctx0" brushRef="#br0" timeOffset="65541.33">11801 8535 62 0,'0'0'-5'0,"0"0"2"0,0 0-17 0</inkml:trace>
  <inkml:trace contextRef="#ctx0" brushRef="#br0" timeOffset="65980.92">11801 8535 66 0,'21'-13'1'0,"-18"13"-4"16,0 2 3-16,-3 0 0 15,0 1-13-15,0 0 1 16,0 0 13-16,0-2 4 16,0 2 7-16,0-1 8 0,0 0 0 15,0 0-2-15,0 0-5 16,0 1 0-16,0 0-8 15,1 1-4-15,0-1-1 16,1 1 1-16,-1 1-1 16,0-3 0-16,2-1 1 15,-2 1-3-15,3-2 17 0,1 0 11 16,0 0-4-16,4-2-10 16,0-4-8-16,2-2-1 15,2-2 2-15,1 0 4 16,1-3 1-16,4 0-1 15,-1-2 1-15,0 1 0 0,1 0-1 16,-3 3-3-16,2 2-5 16,-3 1-1-16,-2 3-4 15,2 1-35-15,-3-1-97 16</inkml:trace>
  <inkml:trace contextRef="#ctx0" brushRef="#br0" timeOffset="67275.89">12890 4096 107 0,'0'0'20'0,"0"0"10"0,0 0 3 0,0 0-13 16,0 0-4-16,0 0-7 15,0 0-4-15,0 0-1 16,0 0 0-16,0 0 0 15,0 0 2-15,-17-24 1 0,17 23-4 16,4-1-3-16,3 1 0 16,1-2 1-16,4 1-1 15,0 1 1-15,1-1 3 16,1 1-4-16,-1 1 1 0,-2 0 0 16,3 0 0-16,-2 4-1 15,-3 2 0-15,1 2 0 16,-2 1 0-16,-4-1 0 15,1 3-2-15,-5-3-1 16,0 3 2-16,-1 0 0 16,-12 0 1-16,-3 0 6 0,-4-1-4 15,-3 0-2-15,-3-2-1 16,3 0-2-16,0-2-1 16,5-2-11-16,5-2-21 15,4-2-18-15,5 0-36 0</inkml:trace>
  <inkml:trace contextRef="#ctx0" brushRef="#br0" timeOffset="67687.92">13093 4003 64 0,'0'0'9'0,"0"0"17"0,0 0-14 0,0 0 0 0,0 0-2 16,0 0 8-16,0 0-10 16,0 0 0-16,0 0 0 15,-31 21-1-15,25-10 1 0,1 0-2 16,-1 1 0-16,3-2 3 15,-1 1-1-15,3-2 2 16,0 1-2-16,1-3 2 16,0 0-3-16,0 0 3 15,6-2-3-15,-1 0-2 0,6 1 0 16,-2-1 0-16,3-2 1 16,0-3-1-16,0 3 0 15,3-2-3-15,0-1-1 16,1 0 1-16,0 1-3 15,0-1-27-15,-5 0-50 0,0 0-22 16</inkml:trace>
  <inkml:trace contextRef="#ctx0" brushRef="#br0" timeOffset="67953.12">13308 4119 150 0,'0'0'1'16,"0"0"-1"-16,0 0 3 15,0 0 5-15,0 0 12 0,0 0 2 16,0 0 0-16,27 33-4 16,-24-22-8-16,-2 0-6 15,1 3 2-15,-2 0-5 16,1-1 1-16,-1 1-1 15,0-2-1-15,2-1 1 0,-2 1-1 16,0-5-18-16,0-1-54 16</inkml:trace>
  <inkml:trace contextRef="#ctx0" brushRef="#br0" timeOffset="68406.64">13500 4060 99 0,'0'0'1'0,"0"0"1"0,0 0-2 15,0 0 5-15,0 0 7 16,0 0 5-16,0 0-3 15,38-6 7-15,-29 4-2 16,3-1-1-16,2-2-3 16,0 1 2-16,5-1-2 0,-3-1-2 15,4 1-6-15,1 0-5 16,-2 2-1-16,-1 0-2 16,1 0-4-16,-2 3-13 15,-4-1-20-15,-4-1-21 0,-4-1-12 16</inkml:trace>
  <inkml:trace contextRef="#ctx0" brushRef="#br0" timeOffset="68649.1">13651 3942 214 0,'0'0'3'15,"0"0"11"-15,0 0-14 16,0 0 3-16,0 0 2 0,0 0-2 16,0 0 2-16,13 39-2 15,-10-24-1-15,-2 0-1 16,0 4 0-16,0 0-2 16,-1 0-17-16,0-1-18 15,2-5-19-15,-1-5-33 0</inkml:trace>
  <inkml:trace contextRef="#ctx0" brushRef="#br0" timeOffset="69261.42">13929 3927 140 0,'0'0'8'0,"0"0"2"16,0 0 19-16,39-15-3 16,-31 13-15-16,-1 2-3 0,2 0-5 15,-3 0-2-15,1 0 0 16,0 7-3-16,-2 2 1 15,-1 2-1-15,0 1-2 16,-3 2 4-16,0 0 1 16,-1-2-2-16,0 0 0 0,0-3 1 15,0 0 0-15,-1-4-3 16,0 1 4-16,-3-4-3 16,1 1 4-16,1-3 1 15,2 0 1-15,0 0 3 16,0 0-6-16,0-5-3 0,0-2-5 15,0-3-6-15,0-1 11 16,4-3 4-16,-1 0-1 16,1 0-1-16,1-3 3 15,1 3 0-15,-3-1 0 16,1 2 0-16,-2 2 3 0,0 3 0 16,-1 1 8-16,0 2-2 15,-1 2-3-15,0 2-4 16,0 0 1-16,0 1-3 15,0 0-4-15,0 0-5 16,0 5 3-16,0 5 3 16,0 0 1-16,0 3 0 0,0 1-1 15,0 3-1-15,4-2 2 16,4 0-3-16,0 0-21 16,2-3-37-16,2-3-38 15</inkml:trace>
  <inkml:trace contextRef="#ctx0" brushRef="#br0" timeOffset="69631.45">14182 4005 205 0,'0'0'5'0,"0"0"26"0,0 0-8 0,0 0-12 15,0 0-3-15,32-27 1 16,-25 26-2-16,0 1-3 15,3 0-2-15,-5 0-3 16,4 5 1-16,-4 3-3 0,1 1 1 16,-4 3 0-16,-2 1-11 15,0 1-4-15,0 0 9 16,-6 0-3-16,-3-1 11 16,-2 0-1-16,-2-3-4 15,3-2 5-15,-4 0-1 0,5-2 10 16,0-3-5-16,4-1 0 15,1 2-1-15,2-4 5 16,2 0 6-16,0 0 1 16,0 0 7-16,7 0-9 15,5 0-7-15,2-1-4 16,8-2-2-16,2 1-6 0,-2-1-63 16,5-3-101-16</inkml:trace>
  <inkml:trace contextRef="#ctx0" brushRef="#br0" timeOffset="70365.12">14673 3823 119 0,'0'0'10'0,"0"0"19"0,0 0-11 0,0 0-15 0,0 0-2 16,0 0-3-16,0 0-1 16,0 0 3-16,0 0 0 0,0 0 3 15,0 0 4-15,36 9 0 16,-22-6-1-16,-1 2-3 16,1-1-2-16,0-1 0 15,1 0 0-15,-2 0-1 16,-1-2 0-16,-3 1 0 0,1-2 1 15,-3 1-1-15,0-1 1 16,-2 0 4-16,0 0 3 16,-3 0 2-16,-2 0-2 15,0 0-1-15,0 0 1 16,0 2-2-16,0-1-3 0,0 1 0 16,-2 2 3-16,-7 0-1 15,1 2 0-15,-3 2 1 16,-2-2-6-16,0 2 4 15,-1 0-4-15,-3 1 1 16,3-1 1-16,-1 5-2 0,1-2 0 16,1 1 0-16,2 0-1 15,3-1-11-15,5-3-37 16,2-5-57-16</inkml:trace>
  <inkml:trace contextRef="#ctx0" brushRef="#br0" timeOffset="70620.55">14948 3898 212 0,'0'0'14'0,"0"0"-15"0,0 0 1 16,0 0 1-16,0 0-5 15,-42 29 14-15,26-14-6 16,0 3-3-16,-2 0-1 0,0 2 1 16,1 1 0-16,1-2-1 15,3 1 0-15,0-6-16 16,6-4-39-16,5-4-24 16</inkml:trace>
  <inkml:trace contextRef="#ctx0" brushRef="#br0" timeOffset="71339.3">15187 3795 128 0,'0'0'6'0,"0"0"-1"0,0 0 3 0,0 0-5 16,0 0-1-16,-34 5 0 0,27 2 2 15,0 0-2-15,3 2-3 16,0 1 2-16,3-1 2 16,1 2 0-16,0-2-1 15,0-1 2-15,6 0 0 16,2-2 3-16,1 0 0 0,2-3-1 16,1 0-2-16,2-1-1 15,2-2 0-15,-1 0 0 16,-1 0-1-16,1-1 2 15,-1-4 6-15,-3-3 5 16,-2 0 0-16,0 2-2 0,-2-4-2 16,-2 0-1-16,0-1-8 15,-4 0 0-15,-1 1-1 16,0 1 0-16,0 0 1 16,-1 2-2-16,-4 0 0 15,-1 2-2-15,-3 2 4 16,0 1 0-16,-1 2-2 0,-2 0-1 15,-2 0 0-15,1 1-13 16,2 3-5-16,1 2-22 16,2 0-21-16,4-2-10 15</inkml:trace>
  <inkml:trace contextRef="#ctx0" brushRef="#br0" timeOffset="71581.84">15427 3781 271 0,'0'0'0'0,"0"0"9"0,0 0 6 0,0 0-11 0,0 0 2 16,0 0 1-16,0 0-6 15,0 0-3-15,0 0-28 16,0 0-45-16,7-10 8 16,-5 10-45-16</inkml:trace>
  <inkml:trace contextRef="#ctx0" brushRef="#br0" timeOffset="72066.03">15601 3675 95 0,'0'0'88'0,"0"0"-81"16,0 0 6-16,0 0-12 16,0 0-4-16,0 0-14 15,0 0 15-15,0 0 6 0,-13 15-6 16,6-5 3-16,0 0 1 15,1 0-2-15,0-2 0 16,4 0 0-16,1-3-1 16,-1-1 1-16,2-1 5 15,0 0-1-15,2-1 4 0,4-2 1 16,3 0 1-16,3 0-5 16,3 0-1-16,-1 0-3 15,2 0 1-15,-1 0 4 16,0 0 5-16,0 0-4 15,-4 0-1-15,0 0-6 0,-2 4 0 16,-2 1 1-16,-4 0-2 16,-1-1 1-16,-1 1 0 15,-1 2-3-15,0 0 1 16,0-2 2-16,0 0-1 16,-3 0 0-16,-5 2 2 0,-4-3 0 15,-1 0 4-15,-2 2-5 16,-4-3 8-16,-2 1-14 15,1-3-44-15,1-1-30 16,3 0-56-16</inkml:trace>
  <inkml:trace contextRef="#ctx0" brushRef="#br0" timeOffset="72195.09">15610 3677 212 0,'0'0'14'0,"36"-26"-6"0,-16 17 1 0,2 0-9 16,-1-1-90-16</inkml:trace>
  <inkml:trace contextRef="#ctx0" brushRef="#br0" timeOffset="73547.97">14506 4411 24 0,'0'0'32'0,"0"0"-10"0,0 0-8 0,0 0-5 15,0 0 1-15,0 0-5 16,0 0-4-16,0 0 2 16,0 0 0-16,0 0 1 15,0 0 2-15,0 0 1 0,-3-11 3 16,3 8 2-16,0 3-3 16,0 0-7-16,0 0-3 15,0 0-3-15,0 0 2 16,0 0 1-16,0 0 1 15,0 0 0-15,0 0 0 0,0 0 1 16,0 3 0-16,0-2 3 16,0 1 0-16,0 0 1 15,0 1 1-15,0 0-1 16,0 0 0-16,0 1-2 16,0 1-1-16,0-1-1 0,0 1 0 15,0-1 0-15,2 4 1 16,3-3 0-16,-3 1-1 15,3 1 0-15,1 0 0 16,-2 1 0-16,2 1 0 16,0-1-1-16,0 1 1 0,-2 2-1 15,2-1 0-15,-1 0 0 16,2 1 0-16,-5 1 0 16,3-2 0-16,0 1-1 15,3 0 1-15,-4-2 0 16,5-1 0-16,-3 0-4 15,4 1 0-15,0-1 10 0,1 0-5 16,2-2 0-16,-2 2 0 16,2-2 0-16,0 0 0 15,-1 2 1-15,2-3 1 16,-3 1 0-16,1-1 0 0,0 1 4 16,1-3-2-16,0 2-3 15,-1-1 0-15,3 1 0 16,-3-3 1-16,2 1 1 15,-4-2 0-15,2 2 1 16,-2-1-2-16,2-1 2 16,-3 1 0-16,1 0-3 0,2-1-1 15,-1 2 0-15,-1-1-1 16,0-1 0-16,0 2 1 16,-2-2-1-16,-1 0 0 15,-2-1 1-15,2 2-2 16,-4-1 0-16,1-1-19 0,0 0-73 15</inkml:trace>
  <inkml:trace contextRef="#ctx0" brushRef="#br0" timeOffset="74244.31">15018 4627 88 0,'0'0'12'0,"0"0"2"0,0 0-2 0,0 0 8 15,0 0-6-15,0 0 6 0,0 0 0 16,0 0-14-16,0 0-7 16,0 0 1-16,0 0 0 15,0 0 3-15,0 0 0 16,0 0-2-16,0 15 0 16,0-9-2-16,0 2 1 0,0-2 0 15,0 0-1-15,0 1-1 16,2 0 4-16,0-1-1 15,0-1 1-15,0 0 2 16,2 0 2-16,-2 0 1 16,1-1-4-16,1 1 2 15,-3-1-2-15,3-1-2 0,-3 1 1 16,1 0 1-16,-2-1-1 16,2 1 3-16,-2 0 2 15,0 0-2-15,0 0-2 16,0 2 3-16,-7 0-1 15,2 1-2-15,-4 0 3 0,-4 1-3 16,-2 3 2-16,-1-1-4 16,-4 0 1-16,2 2 3 15,-1 2-5-15,-1-2 0 16,2 1-34-16,3-3-90 0</inkml:trace>
  <inkml:trace contextRef="#ctx0" brushRef="#br0" timeOffset="75455.34">14501 4472 53 0,'0'0'11'0,"0"0"12"0,0 0-11 0,0 0-8 15,0 0-1-15,0 0-2 16,0 0 0-16,0 0-1 16,0 0 2-16,0 0 5 15,0 0 6-15,0 0-1 0,0 0-7 16,0 0-4-16,-17-4 0 16,14 6-1-16,1 4 0 15,1-1 0-15,1 1 1 16,0 2-2-16,0-1 1 15,0 1-1-15,0 1 1 0,3 1 1 16,5 0 1-16,-1 1-2 16,1 1 2-16,0-1-2 15,1 2 1-15,0-1-1 16,-2 2 0-16,3-3 0 16,0 1-2-16,2-1 2 0,-2-1 3 15,2 2 2-15,-2-1-3 16,1-1 1-16,-1-1-2 15,-1 0 0-15,1 1 0 16,-1-4 1-16,1 2-1 16,1-3-2-16,0-1 4 15,1 1 2-15,-1 0 0 0,2-1 3 16,-1-1 4-16,3 1-4 16,-1-2-1-16,-1 0 4 15,1 1-2-15,3-1-5 16,-5 1-2-16,1 0-1 15,-1 0-1-15,1 0 2 0,-3-1-1 16,2 1 0-16,-1-1 1 16,0 1 1-16,0-1 2 15,3 0 0-15,-1-1-2 16,0 0 0-16,-3 2-1 16,2-3 0-16,-1 0-1 0,-4 0 0 15,2 2 0-15,-2-1-1 16,-1-1 1-16,1 0-1 15,-3 0-3-15,-1 0-10 16,1 0-21-16,-4 0-33 0,2 0-50 16</inkml:trace>
  <inkml:trace contextRef="#ctx0" brushRef="#br0" timeOffset="75667.97">15044 4700 180 0,'0'0'2'0,"0"0"-7"0,0 0 14 0,5 35 6 15,-14-17-6-15,-3 2-8 16,-5 1-33-16,-4 0-60 15</inkml:trace>
  <inkml:trace contextRef="#ctx0" brushRef="#br0" timeOffset="76515.75">15422 4678 110 0,'0'0'6'0,"0"0"15"0,0 0 0 0,0 0-9 15,0 0-4-15,0 0 0 16,0 0-6-16,0 0 3 15,0 0 0-15,0 0 0 16,0 0 4-16,33-28-6 16,-21 25-2-16,1 2 1 0,-1 1 1 15,1 0-1-15,-1 0-1 16,0 4-1-16,-1 2-2 16,-2 3 3-16,-1 1-2 15,-2-1-3-15,-1 1 3 16,-2-1 5-16,0 0-3 0,-3-2-1 15,0-2 1-15,0 0 2 16,0 1 7-16,-6-2 3 16,-3-1-1-16,-2 0-5 15,-2 0-5-15,1 0 0 16,0 0-2-16,0 0 3 0,2-1-24 16,1 0-43-16,3-2-27 15</inkml:trace>
  <inkml:trace contextRef="#ctx0" brushRef="#br0" timeOffset="76970.03">15694 4559 77 0,'0'0'110'0,"0"0"-86"0,0 0-7 0,0 0-14 0,0 0-6 15,0 0-4-15,0 0 15 16,0 0-8-16,0 0 2 0,-28 0-2 16,20 10 0-16,-1 0 0 15,0 1 0-15,0 3 0 16,2-1 0-16,-2 0 0 15,3 1-2-15,2-2 1 16,2 0 1-16,0-1-1 0,1-1-2 16,1-1 1-16,0-4 2 15,1 2 2-15,3 0 3 16,3-3 3-16,-1 0 0 16,3-1 3-16,0 0 2 0,-1-2-1 15,3 1-1-15,0-2 0 16,3 1-1-16,-2-1-4 15,0 0-4-15,-2 0-2 16,2 0 0-16,-5 1-2 16,0-1-22-16,-1 0-30 15,-1 0-54-15</inkml:trace>
  <inkml:trace contextRef="#ctx0" brushRef="#br0" timeOffset="77319.25">15895 4722 124 0,'0'0'9'0,"0"0"-8"0,0 0 14 16,0 0 2-16,0 0 7 16,0 39-6-16,0-27-9 15,0 2-3-15,0 0-2 16,0 3-2-16,2 0-2 15,1 0 2-15,1-1-5 0,1 0-42 16,-2-4-61-16</inkml:trace>
  <inkml:trace contextRef="#ctx0" brushRef="#br0" timeOffset="77954.32">16192 4642 82 0,'0'0'38'0,"0"0"-13"0,0 0-5 0,0 0-11 0,0 0-6 16,0 0-1-16,0 0 3 16,32-13 2-16,-23 13 5 15,-1-3-1-15,4 3 1 0,2-3 1 16,1 3-4-16,3-1-4 16,-1-1-3-16,3 2-1 15,-4-1-1-15,3 1 1 16,-3 0-2-16,-1 0 1 15,-2 0-4-15,-4 0-10 16,-3 0-18-16,-1-2-35 0,-5-1-65 16</inkml:trace>
  <inkml:trace contextRef="#ctx0" brushRef="#br0" timeOffset="78180.88">16350 4545 229 0,'0'0'3'0,"0"0"-6"16,0 0 6-16,0 0-1 16,10 31-1-16,-8-17 0 15,-1 2 0-15,2 0-1 16,1 1 0-16,-3 0-23 15,3 0-26-15,2-3-10 0</inkml:trace>
  <inkml:trace contextRef="#ctx0" brushRef="#br0" timeOffset="78592.73">16701 4511 84 0,'0'0'2'0,"0"0"1"15,41-7 11-15,-28 6-1 16,1-2 0-16,-3 3 3 16,2 0-2-16,-3 0-1 15,-2 3-7-15,0 3-4 16,-6 0 1-16,1 2-4 0,-3 1-1 16,0-2 0-16,0 1 8 15,0 1-5-15,-5-3 6 16,-4 1 3-16,-2-3 0 15,1 0 1-15,-3-2-3 16,2 0-10-16,-1 0 4 16,3 0-2-16,3-2-42 0,3 0-41 15</inkml:trace>
  <inkml:trace contextRef="#ctx0" brushRef="#br0" timeOffset="78877.87">16893 4449 165 0,'0'0'-4'0,"0"0"23"0,0 0-3 16,0 0-13-16,0 0 6 16,-31-10-8-16,20 16 0 15,2 2-2-15,0 1 1 16,2 1 0-16,3 1 3 15,2 1 3-15,1-1 2 0,1 0 0 16,0 1-2-16,2-3 1 16,6 0-3-16,4 1 0 15,-2-2-2-15,5 0 0 16,0-3-2-16,1-2-43 16,-2 1-53-16</inkml:trace>
  <inkml:trace contextRef="#ctx0" brushRef="#br0" timeOffset="79220.11">16989 4576 121 0,'0'0'18'15,"0"0"18"-15,0 0-8 0,0 0-6 16,0 0 2-16,0 0-11 16,33-12-6-16,-26 12-1 15,3 0-4-15,-1 0-1 16,-1 2-1-16,0 5 0 15,-3-1-1-15,-2 4 0 0,-2 1-1 16,-1 1-4-16,-1 2 4 16,-5-1-2-16,-4 2 3 15,0-2 4-15,0-1-2 16,1-3-2-16,0-4-1 16,4 0 7-16,-1-3 7 0,3-1 0 15,1-1 1-15,2 0 2 16,0 0 2-16,0 0-4 15,6 0 1-15,8-3-12 16,1-2 0-16,5 1-2 16,4-1-7-16,2-1-44 0,2-5-71 15</inkml:trace>
  <inkml:trace contextRef="#ctx0" brushRef="#br0" timeOffset="79753.09">17341 4489 183 0,'0'0'18'0,"0"0"19"0,0 0-21 16,0 0-2-16,0 0 3 0,0 0-5 16,0 0-4-16,0 0-4 15,0 0-1-15,0 0 0 16,36-27-1-16,-23 23 1 15,3 1-1-15,2 1 0 16,-1-1-1-16,0 2-1 0,2 0 0 16,0 0 1-16,-3 1-2 15,1 0 2-15,-2 0-4 16,-1 0-18-16,-2 0-40 16,-2 0-80-16</inkml:trace>
  <inkml:trace contextRef="#ctx0" brushRef="#br0" timeOffset="80258.31">17780 4373 150 0,'0'0'7'0,"0"0"18"0,0 0-20 16,0 0-8-16,0 0 11 16,0 0-9-16,0 0 5 15,-35 15-4-15,25-6 0 16,4 2 3-16,1 1-3 16,1-1 2-16,2 2-2 0,2-4 0 15,0 2 2-15,0-3-1 16,6-2 0-16,4-1 4 15,-1 1 0-15,4-4-2 16,1-1-1-16,0-1 2 16,2 0 1-16,-3 0 6 15,2-1 3-15,-2-7 1 0,0 1-4 16,-3-2-2-16,0 0-4 16,-2-2-1-16,-2-1 2 15,-2 2-1-15,-2-2 2 16,0 1-1-16,-2 1 0 15,0 1-2-15,0 1-1 0,-7 2-3 16,-2 1 0-16,-1-1 0 16,-4 3 0-16,-2 1-1 15,0 2-10-15,0 0 6 16,1 0-24-16,3 2 3 0,2 3-45 16,7-1-39-16</inkml:trace>
  <inkml:trace contextRef="#ctx0" brushRef="#br0" timeOffset="80458.03">17983 4397 292 0,'0'0'16'0,"0"0"-3"0,0 0-7 0,0 0-3 15,0 0-6-15,0 0-11 16,0 0-27-16,0 0-63 16,0 0 5-16</inkml:trace>
  <inkml:trace contextRef="#ctx0" brushRef="#br0" timeOffset="80913.17">18190 4304 92 0,'0'0'2'0,"0"0"0"15,0 0 2-15,0 0 5 16,0 0 7-16,-27 32-5 15,21-25-2-15,1 0-2 16,3-2-2-16,2 0 1 16,0-1-1-16,0-1 6 15,4 0 8-15,4 0 2 0,3-2-4 16,1 0-4-16,1 1-4 16,-2-2-2-16,2 2 2 15,-3-1-2-15,-1 2-2 16,2 0-2-16,-4 0-1 15,-1 2-2-15,2-2-1 0,-6 5 1 16,0-2-1-16,-2-1-2 16,0 2 2-16,0-2 1 15,-4 0-2-15,-6 1 1 16,-1-1 0-16,-5-1 6 16,0-2-2-16,1 1-6 15,-3-3-4-15,4 0-11 0,1 0-39 16,5-3-56-16</inkml:trace>
  <inkml:trace contextRef="#ctx0" brushRef="#br0" timeOffset="81054.95">18234 4271 253 0,'0'0'-14'0,"34"-4"6"0,-15 2-68 0</inkml:trace>
  <inkml:trace contextRef="#ctx0" brushRef="#br0" timeOffset="81703.16">18589 4246 122 0,'0'0'6'0,"0"0"1"15,0 0 12-15,0 0 4 16,0 0-1-16,35 6-6 0,-24-3-2 16,0-2-2-16,1-1-3 15,0 1-1-15,0 0 0 16,-1 2-4-16,0-3-2 15,0 2 0-15,1-1-1 16,-2 1-1-16,-1-1 1 0,-1 2-1 16,0-2 0-16,-2 2 0 15,-3-2 1-15,1 0-2 16,-1 0 1-16,-1 0 0 16,-1 0 0-16,-1 0-2 15,0 1 0-15,0-1 0 0,0 0 0 16,0 1 0-16,0 1 1 15,0 0 0-15,0 1 1 16,-1 0 0-16,-5 0-7 16,3 0 8-16,-2 0-4 15,-1 1 6-15,1 0 1 0,-2-1-2 16,2 2-2 0,0-2 2-16,-3 1 1 0,0 1 0 15,0 0-1-15,-1 0-2 16,-2 0 1-16,0-1 0 15,-1 2-2-15,3-1-7 0,0 0-15 16,3-2-25-16,4 0-24 16</inkml:trace>
  <inkml:trace contextRef="#ctx0" brushRef="#br0" timeOffset="82023.2">18882 4338 165 0,'0'0'48'0,"0"0"-49"0,0 0-1 0,0 0-3 0,0 0 1 15,0 0 5-15,0 0 12 16,-35 29-9-16,22-23 4 16,-1 2-4-16,1 2-1 15,-1-1-2-15,3-1-1 16,0 1 0-16,2-1 1 0,4 0-8 16,1-2-21-16,4 0-20 15,0-4-24-15</inkml:trace>
  <inkml:trace contextRef="#ctx0" brushRef="#br0" timeOffset="82500.14">19091 4270 27 0,'0'0'6'16,"0"0"14"-16,0 0-1 15,-19 32-8-15,16-26-4 16,3 3-1-16,0-4-3 0,0 1-1 16,7-1 6-16,2-2 0 15,2 0-1-15,2-1-4 16,0-2-2-16,2 0 3 16,1 0 4-16,-1 0 3 15,0 0 3-15,-2-2 6 0,-1-4 10 16,-3-1-5-16,-2-1-6 15,1-2 0-15,-5 1-4 16,-1-1-5-16,-1 0-1 16,-1 1-3-16,0 1-6 15,-6 2-1-15,-9 2-3 0,-3 2-26 16,-4-2-47-16,-2-2-115 16</inkml:trace>
  <inkml:trace contextRef="#ctx0" brushRef="#br0" timeOffset="87557.96">17778 5947 154 0,'0'0'5'0,"0"0"1"0,0 0-4 0,0 0 1 0,0 0-2 15,0-1 1-15,-2-1-1 16,2 2 2-16,-2-3 8 15,0 2 6-15,1 0 0 16,0 0-5-16,-1-2-5 0,0 3-5 16,-1 0-1-16,0-3-1 15,-1 3 1-15,-1-2-1 16,1-1 0-16,0 1 2 16,-1-1-2-16,1 1 1 15,2 0-1-15,-3-1 1 0,2 1 3 16,-1 0-1-16,-2-1-1 15,0 2-2-15,-1-1 0 16,-1 0 1-16,-4-1-1 16,1 2 0-16,-2-2 0 15,0 0 2-15,-1 1 1 0,0-1-2 16,1 3 1-16,2 0-1 16,-1 0 0-16,0 0 0 15,0 0-2-15,-1 0 2 16,0 0-2-16,-1 0 1 15,0 5 0-15,-1-2 1 0,0-1-2 16,1 0 1-16,-1 0 0 16,0 1 0-16,-1 0 1 15,0 0-2-15,-1 0 1 16,0 2 1-16,3-1-1 16,-5 0 0-16,3 1 0 0,0 1-1 15,-1 0 2-15,-1-3-1 16,1 3 0-16,-1-1 0 15,1-2 0-15,1 2 0 16,1 2 0-16,-1-2 0 16,1 2 0-16,0-1 0 15,1 0 0-15,0 2 0 0,2 1 0 16,-1-1 0-16,-1-1 0 16,-2 4-1-16,3-1 2 15,0 1-2-15,0-2 2 16,2 2-1-16,-2-1-1 0,2 1 1 15,2-2 0-15,-3 3 0 16,3 0 0-16,-3 0 0 16,3-1 0-16,-1 1 0 15,0-1 0-15,2-1 0 16,1-1 1-16,0 2-1 16,2-5 1-16,-1 3-1 0,2-2 0 15,0 1 1-15,0 1-1 16,-1 0 0-16,1 0 0 15,1 0 0-15,1 2 0 16,-2-2 2-16,3 0-2 16,-1 2 0-16,0-1 0 0,1-1 0 15,1 2 0-15,0 0 0 16,0 1 1-16,0-1-2 16,0 0 1-16,0 1 1 15,0 1-2-15,0-1 1 16,1-2 1-16,3 2-1 15,-3-3 0-15,1 2-1 0,0-3 2 16,0 1-1-16,1-2 1 16,1-1 0-16,-1 2 0 15,1-2-2-15,1 2 2 16,-1 1 0-16,2-4 0 16,-2 3-2-16,3-2 1 0,-2 0 2 15,2 0 0-15,-2 0-1 16,2 1 0-16,-2 1-1 15,1-1 1-15,-2 0 2 16,2 1-2-16,-1-2-1 0,0 0 0 16,1 0 0-16,0 0 0 15,1 0 1-15,0-2 2 16,0 1 2-16,1 1-3 16,1-2-1-16,-1 1 0 15,2 1-2-15,-2-1 2 0,0 1 1 16,0 0-3-16,2-1 2 15,-3 1 2-15,0-2-2 16,3 2 1-16,-3 1-1 16,0 0 2-16,1-1-3 15,1 0 1-15,-3 2 0 16,1-3-1-16,0 1 0 0,1 0 0 16,2 1 2-16,0-3-1 15,-1 1-2-15,2-1-3 16,2 1 6-16,-2-2-2 15,0 0 1-15,2 1 0 16,-4 0-1-16,2-1 0 0,2 0 0 16,-3 0-3-16,2-2 0 15,0 0 7-15,0-1 0 16,-1 2-1-16,2-1-1 16,-1-1 2-16,2 0-4 15,1 1 2-15,-2 0-2 0,2-1 0 16,0 0 1-16,0 0 0 15,0 1 0-15,2 2 0 16,-3-3 0-16,3 2 1 16,0-2-1-16,-1 3 0 15,3-1 0-15,1-1-1 0,-4 1 2 16,0-1-2-16,1 2 1 16,0-2-1-16,-2 0 0 15,-1-1 0-15,2 0 0 16,-2 0 1-16,1 0-2 15,0 0 1-15,-2 0 1 0,0 0 1 16,-2-2-1-16,0-2 0 16,1-1-1-16,-1 0 1 15,0-1 1-15,1-2-1 16,-2-1 1-16,2-1 1 16,-2 1 1-16,2-1 3 0,-5-3 3 15,1 4 4-15,1-1-6 16,-4 0-2-16,2 0-1 15,-3 0 0-15,2-2 0 16,-1 3-3-16,1-2 0 16,-1-1 0-16,1 0-2 0,3-2 0 15,-2 1 1-15,0-1-1 16,3-1 0-16,-5 1 0 16,2-3 0-16,-1 1 0 15,-1 1 2-15,-3-2-1 16,0 0 7-16,-2 1 0 0,1 0-3 15,-1-1-2-15,0 0-2 16,0 1 3-16,0-1-4 16,0 1 1-16,0-2-1 15,0 2 1-15,0 0-1 16,0-2 1-16,0 1-1 0,-1 0 0 16,0 1-1-16,-2-1 0 15,-1 2-2-15,-1 1 3 16,0 1 0-16,-1 0 2 15,-2 1-2-15,3-2 0 16,-2 3 1-16,1-2 1 16,-3 1-2-16,4 1 1 0,-1 0 0 15,-1 0 0-15,1 0-1 16,-2 1 1-16,0 0-1 16,0-1 0-16,0 1 0 15,-1-1-1-15,0 3 1 16,2-1 0-16,-3 2 0 0,1-1-1 15,1 2 1-15,1 2-2 16,-3 0 0-16,2 0 4 16,2 0-1-16,-2 1 0 15,2-1 0-15,1-1-1 16,2 3 1-16,-2-1-1 0,2 0 0 16,0 1 0-16,-1 1 0 15,1 1 0-15,-1 0-3 16,-3 1-43-16,-2 4-26 15,0 0-1-15,-2-2-114 16</inkml:trace>
  <inkml:trace contextRef="#ctx0" brushRef="#br0" timeOffset="88703.7">17369 5968 22 0,'-1'0'22'0,"0"0"17"0,1-2-11 0,-1-1-1 16,0 1-3-16,1 1-7 15,0-1-1-15,0 1-1 0,0-1-1 16,0 2-4-16,0 0-5 16,0 0-2-16,0 0-3 15,0 0-1-15,0 0 0 16,0 0 2-16,0 0-1 16,0 3 0-16,0 2 1 0,0 3-1 15,0-1 1-15,0 1 0 16,2 2 2-16,0 1-2 15,2 2-1-15,-1 0 1 16,1 1-1-16,0 0 1 16,-1-1-1-16,2 1 3 0,-2 1 1 15,1 0 3-15,0 1-5 16,-1 0 1-16,1 1-2 16,-2 0 0-16,3-1 0 15,-4 1-1-15,2 0 2 16,-1-1-2-16,1 2 1 0,1-2-2 15,-3 2 1-15,2 0 1 16,-2-1-1-16,3 0 0 16,-2 1 0-16,0 1 1 15,0-1-1-15,0-1 0 16,1 1 0-16,-1 0 0 0,0 1 0 16,1-2 1-16,1 2 0 15,-2-3-1-15,2 0 1 16,0 0 0-16,-1-2 0 15,-1 0 0-15,2 2 0 16,-1-2 0-16,-1-1 3 16,0 1-2-16,2-1 1 0,-1-3-2 15,1 2 3-15,-2-3-1 16,1 1 4-16,1 1-4 16,-2-1-2-16,1-2 2 15,1 2-3-15,0 0 0 0,-2 0 0 16,1-2 0-16,-1 0 1 15,1-1-1-15,-2 2 0 16,1-3 0-16,-1 0 0 16,0 0 0-16,0-3 1 15,-1 2-1-15,1-2 2 0,-1 1-2 16,0-2 2-16,2 0 4 16,-2-1 3-16,3 1-3 15,-3-1 0-15,0-1-4 16,0 2-1-16,0-2 0 15,0 0-1-15,0 0 1 0,0 0-4 16,0 0-50-16,-6-11-188 16</inkml:trace>
  <inkml:trace contextRef="#ctx0" brushRef="#br0" timeOffset="89865.28">14787 6104 19 0,'-6'1'65'0,"1"0"-63"0,1 1 0 0,3-1-1 15,0-1 1-15,1 1 11 0,-2-1 11 16,2 1-6-16,0-1-9 15,0 3-5-15,0-3-4 16,4 3 4-16,5 1 1 16,0 0 0-16,2 1-4 15,3 1 1-15,1 0 0 16,4-1-1-16,-4 4 0 0,5-4 1 16,1 4-1-16,3-2 4 15,2 0 5-15,4-2 1 16,2 3-3-16,4-4-3 15,3 3-2-15,4-2-1 16,1-1 0-16,2 2 0 16,3-1 1-16,-2 1 3 0,1-1 2 15,2 1 3-15,0-1 1 16,0 1-2-16,1 0-2 16,4 1-4-16,0 0-2 15,-2-1 0-15,3 2 0 0,1-1 0 16,0-1-2-16,-1 0 1 15,-2 1 0-15,0 0 0 16,1 0 1-16,-4-1 0 16,1 1 0-16,-1-2-1 15,-1 1 0-15,-2-2-1 0,-2 0 3 16,-4-1 2-16,-3 0 2 16,-2-1 1-16,-4-1-1 15,-2 0 2-15,-4-1-3 16,0 1 1-16,-2-1-3 15,0 1-2-15,-2 1-1 0,-4-1 0 16,1 0-1-16,-1 3 2 16,-6-1-4-16,-3 1-5 15,-5-1-19-15,-5-2-35 16,-1-1-113-16</inkml:trace>
  <inkml:trace contextRef="#ctx0" brushRef="#br0" timeOffset="90721.92">14139 6365 84 0,'0'0'26'0,"0"0"15"0,0 0-19 15,0 0 3-15,0 0-2 16,0 0-1-16,0 0-4 0,14-32-9 15,-6 29 0-15,1 0-6 16,-2 1-3-16,5 2 0 16,1 0 1-16,2 0-1 15,-2 1 1-15,1 6-1 16,-2 2 0-16,-2 1-2 0,-2 1-4 16,-3 0-1-16,-3 1 2 15,-2-1 2-15,0 1 7 16,0-3-4-16,-6-1 0 15,0-2-1-15,0 0-4 16,-2-2 0-16,3-1 4 0,2-3 1 16,0 0 1-16,2 0 0 15,1-3 2-15,0-5-5 16,1 0 2-16,7-1-1 16,-1-4-9-16,1 0-13 15,3-1-11-15,0-1 0 0,1 1 4 16,-2-1 7-16,-1 3 21 15,-5 2 6-15,1 2 18 16,-5 2 25-16,0 1-5 16,0 3-19-16,0 2-3 15,-4 0-11-15,-1 0-8 16,3 4-1-16,-4 3 1 0,2 3 0 16,2 0-1-16,2 0 2 15,0 1 1-15,2 0 0 16,6-1-3-16,0 0 2 15,3-1-1-15,3 0 0 16,2-3 0-16,2 0-1 0,0-3-18 16,0-2-53-16,-1-1-68 15</inkml:trace>
  <inkml:trace contextRef="#ctx0" brushRef="#br0" timeOffset="90881.33">14534 6358 175 0,'0'0'67'0,"0"0"-27"0,0 0-23 16,0 0-15-16,0 0-2 15,0 0 2-15,0 35-2 0,0-13 0 16,0 1 0-16,0 1-13 16,0-4-135-16</inkml:trace>
  <inkml:trace contextRef="#ctx0" brushRef="#br0" timeOffset="91821.37">14807 7390 54 0,'0'0'20'0,"0"0"10"0,0 0-5 0,0 0 0 16,0 0-9-16,0 0-6 16,0 0-1-16,0 0 1 0,0 0 3 15,0 0-3-15,27-6-3 16,-16 3 0-16,2-2-4 16,0 3-1-16,0-3-1 15,2 1 0-15,3-1-1 16,1 0 0-16,0-1 1 0,2-2-3 15,2 1 1-15,4-1 15 16,0-3-1-16,1 0-3 16,2 0-3-16,0-3-3 15,2 2-2-15,-2-3 1 16,0 2 0-16,1-2-3 0,-2 1 1 16,4-1-1-16,0 1 3 15,-1-2 1-15,2-1 2 16,1-1-1-16,1 0 0 15,1-2-1-15,4 1-3 16,1-1 0-16,2 0 2 16,0 0-3-16,2 0 1 0,-5-1 0 15,2 4-1-15,-1-2 0 16,1 1 1-16,1 0-1 16,1 1 1-16,1-2-2 15,-1 2 1-15,1-2-1 0,2 1 1 16,-2-1-1-16,-1 0 1 15,-2-2 1-15,1 2 0 16,-6-1-1-16,1 2 1 16,-3 0 4-16,-1 0 8 15,-2 2 1-15,0 0-6 0,-1 2-4 16,-4-1 0-16,-1 2-2 16,-3 0 0-16,-2 2 3 15,-3 2-2-15,-2 0 0 16,-2 2-2-16,-3 4-1 15,-1 0-4-15,-5 3-35 16,-6 0-44-16,0 0-168 0</inkml:trace>
  <inkml:trace contextRef="#ctx0" brushRef="#br0" timeOffset="92762.21">14948 7604 114 0,'0'0'16'0,"0"0"12"0,0 0-24 0,-32 0 0 0,25 0-3 0,3 0 7 15,1 0 21-15,0-3 4 16,1 2-3-16,1-2-17 16,1 0-12-16,0 0-1 15,0 2-5-15,2-2-3 16,4 1-2-16,-1-2 4 16,6 0 4-16,-1 3 0 0,4-3 1 15,-1 4 2-15,2-3-2 16,-1 3 2-16,0 0 0 15,-2 0 0-15,-1 2-1 16,-3 3 0-16,-2 4-8 0,-2 0-3 16,-3 1-1-16,-1 2 14 15,0 0-2-15,-2-1 0 16,-4 0 0-16,-2-1-2 16,0-1 0-16,0-3 2 15,2-1 1-15,-1-1-1 16,4-3 1-16,0-1-1 0,2 0 3 15,1 0-6-15,0-3 0 16,4-4-4-16,0-2 2 16,2 0 3-16,-1-2-4 15,1-2-14-15,0 2-1 16,-1-2 6-16,-1 1 3 0,-2 3 11 16,0 0 3-16,-2 2 24 15,0 2 17-15,0 1-12 16,0 3-4-16,0 0-6 15,0 1-10-15,0 0-9 16,0 0-8-16,0 2 1 0,3 7 4 16,0-1 1-16,2 2 1 15,3 0-2-15,0 0 1 16,3 0-2-16,0-2-33 16,2-1-41-16,0-2-26 15</inkml:trace>
  <inkml:trace contextRef="#ctx0" brushRef="#br0" timeOffset="93081.34">15188 7644 140 0,'0'0'81'0,"0"0"-55"0,0 0-3 0,0 0-4 16,0 0-11-16,0 0-8 16,0 0 0-16,0 0 1 15,35-22-1-15,-28 22 0 16,-4 0-1-16,2 6-5 15,-1 1-10-15,-3 2-6 0,-1 4-10 16,0 2 9-16,0-2-2 16,-6 1-13-16,-1 1 26 15,-5-2 8-15,3-4 6 16,-1 0 4-16,2-4 18 16,2-2 1-16,5-1-2 0,-2-2-9 15,3 0-6-15,1 0-3 16,8 0 0-16,6-8 6 15,4 1 0-15,8-6-6 16,5 2-4-16,7-6-1 16,0-2-49-16</inkml:trace>
  <inkml:trace contextRef="#ctx0" brushRef="#br0" timeOffset="95195.14">15508 5957 21 0,'0'0'1'0,"2"0"1"0,-1 0 2 0,-1 0 10 15,2 0 3-15,-2 0 2 16,0 0-8-16,0 0-4 16,0 0-3-16,0 0 2 15,0 0 2-15,0 0-2 0,0 0 0 16,0 0 0-16,0 0-5 16,0 0 0-16,0 0 0 15,1 0 1-15,-1 0 9 16,1 1-2-16,-1-1-3 15,0 2-1-15,0-1 1 16,0 1-2-16,1-1-2 0,0 1 1 16,0 1-2-16,-1 1-1 15,1 0 1-15,3-2-1 16,-3 1 0-16,0 1 1 16,1 1 0-16,0-2 3 15,1 3 3-15,0-1-5 0,-1 1-1 16,0-1 0-16,0 1 1 15,1 0-1-15,-1 0 0 16,0 0 2-16,-1 0-1 16,1 1 0-16,-1-2 1 15,1 0-1-15,0-1 2 16,-1 0 2-16,-1-1 2 0,2-1-1 16,-2 0 4-16,0-2 3 15,0 0 2-15,0 2 5 16,1-2-6-16,0 1-12 15,1 1-6-15,0-1 3 0,1-1-44 16,-1-3-207-16</inkml:trace>
  <inkml:trace contextRef="#ctx0" brushRef="#br0" timeOffset="95751.61">15828 7275 10 0,'0'0'84'0,"0"0"-87"0,0 0-6 0,0 0-58 16</inkml:trace>
  <inkml:trace contextRef="#ctx0" brushRef="#br0" timeOffset="96150.18">15828 7275 26 0,'13'-33'36'0,"-13"33"-3"16,0 0 6-16,0 0 0 15,0 0-20-15,0 0-13 16,0 0 5-16,0 4 2 0,0 1-4 16,0-1 0-16,0 3-2 15,0 1-2-15,0 0-2 16,1 1-1-16,0 2 5 15,1-1-1-15,-2 0 2 16,1 1 2-16,0 0 0 0,2-1-1 16,-1 0 0-16,0-1-3 15,0-2-1-15,1 1-1 16,1-1-3-16,-3 0-1 16,3-1 0-16,0-3 0 0,-2 0-14 15,2-3-60-15</inkml:trace>
  <inkml:trace contextRef="#ctx0" brushRef="#br0" timeOffset="97075.55">15636 5441 109 0,'0'0'6'0,"0"0"5"0,0 0 0 0,0 0-2 0,0 0-6 15,0 0-2-15,0 0-1 16,0 0 1-16,0 0 3 16,7 35 3-16,6-27-2 15,1 4-2-15,3 2 0 16,2-2-3-16,3 3 4 0,1 1-1 15,-1-1 0-15,4 4-2 16,2-2 0-16,0 0-1 16,3 2 0-16,1 1-1 15,0-1 1-15,5 4 2 16,-4-2-1-16,3 4 0 0,-1 0 0 16,2 1 1-16,2 2 0 15,-3 0 3-15,5 0 2 16,0-2 6-16,-1 0 0 15,1-1-1-15,0 0-2 16,-1-2-4-16,-3 2 0 16,-1-1-4-16,-2-1 0 0,-3-1-1 15,-3-2-1-15,-3-2 1 16,-3-2 2-16,-4-1 0 16,0-2 1-16,-4 0 0 15,0-3-1-15,-3-2-2 0,-2 0 0 16,-1-2 0-1,-4-1 1-15,-4 0-4 0,0-4-22 16,0-1-40-16,-5-1-106 16</inkml:trace>
  <inkml:trace contextRef="#ctx0" brushRef="#br0" timeOffset="97715.9">14646 5430 140 0,'0'0'10'0,"0"0"8"0,0 0 9 0,0 0-5 0,0 0-8 15,0 0-6-15,0 0 4 16,0 0 1-16,0 0-8 16,39-8 1-16,-22 6-1 15,2 0-3-15,2 0-1 16,4-1 0-16,0 3 0 0,1-4-1 15,0 4-3-15,-1-1-11 16,-1-1-5-16,-1 1-13 16,-3-1-14-16,0-1-30 15</inkml:trace>
  <inkml:trace contextRef="#ctx0" brushRef="#br0" timeOffset="98164.17">15108 5316 84 0,'0'0'66'15,"0"0"-63"-15,0 0-3 16,0 0-1-16,0 0 2 16,0 0 0-16,0 0 0 15,-33 15 1-15,25-7 0 0,2 4 1 16,-1-2 0-16,3 1-3 15,3 0 1-15,1-2-1 16,0-1 0-16,3-1 0 16,4-1 2-16,1-2 0 15,1-2 4-15,0-2 4 0,2 0-4 16,0 0 4-16,-2-1-1 16,-1-4-2-16,1-2-2 15,-1-1-2-15,-1-1 0 16,-1-2 2-16,-2 1-3 15,1-1 4-15,-5 1 7 16,0-1-1-16,0 0-3 0,0 0-2 16,-1 3-1-16,-4 0-3 15,1 1 2-15,-2 2-1 16,1 1-2-16,0 3-1 16,-1 1-2-16,1 0 0 15,-1 0-4-15,-3 8-23 0,5-2-23 16,-1-1-37-16</inkml:trace>
  <inkml:trace contextRef="#ctx0" brushRef="#br0" timeOffset="98375.43">15230 5291 288 0,'0'0'13'0,"0"0"4"0,0 0-10 0,0 0 0 16,0 0-5-16,0 0-2 15,0 0-24-15,0 0-4 16,0 0-15-16,0 0-39 16,15 9-22-16</inkml:trace>
  <inkml:trace contextRef="#ctx0" brushRef="#br0" timeOffset="98860.73">15371 5215 166 0,'0'0'2'0,"0"0"5"0,0 0-5 15,0 0-1-15,0 0 0 16,0 0 0-16,0 0 1 16,0 0-1-16,-14 29-1 15,9-20 0-15,1-1 1 0,0 1-1 16,3-3 1-16,-1 1-1 16,2-1 1-16,0-4 0 15,0 2 0-15,2-2 9 16,3-1 10-16,1 0-2 15,-1 0-2-15,3-1-10 16,1 0 0-16,-1 0-4 0,1 0 0 16,0 2-1-16,-2 0 0 15,-1-1-1-15,1 0 1 16,-5 2 0-16,2-1 1 16,-3 1 0-16,3 2 0 15,-4-2 0-15,0 1 2 0,0 0-3 16,0 0 3-16,-4 1-1 15,-1 1-3-15,-3-4 1 16,3 3 0-16,-4-1-1 16,0 1 1-16,0 0-2 15,1-1-12-15,-1-2-54 0,2-2-72 16</inkml:trace>
  <inkml:trace contextRef="#ctx0" brushRef="#br0" timeOffset="98995.92">15395 5220 176 0,'0'0'22'0,"50"-26"-22"0,-18 12-10 0,4-2-128 16</inkml:trace>
  <inkml:trace contextRef="#ctx0" brushRef="#br0" timeOffset="100292.13">17939 6268 11 0,'0'0'31'0,"0"0"0"0,0 0-10 0,0 0-11 15,0 0-6-15,0 0-2 0,0 0-1 16,0 0 7-16,0 0 13 15,0 0 12-15,0 0 5 16,0 0-9-16,0 0-5 16,-2 0-13-16,2 0-5 15,0 0-1-15,0 0-3 0,0 0-4 16,0 0 0-16,4 0 8 16,3 0-5-16,-1 0 0 15,3 0-1-15,2 0 0 16,2 0-1-16,4-1 0 15,1 1 0-15,3-3 2 16,2 1-1-16,3 1-1 0,1-1-3 16,2-1 1-16,0 2 7 15,0-1-2-15,0-1-6 16,1 3 8-16,-2-2-3 16,2-1 0-16,1 3 3 15,-2-1-3-15,1-1 3 0,1 2 0 16,-3 0-2-16,1 0 0 15,-3 0-1-15,0 0 0 16,-3 0 0-16,1 0 0 16,-5 0-1-16,1 0 0 15,-1 0 0-15,-4 0 1 0,-1 1-1 16,-3 1 1-16,-1-2-1 16,-2 3 0-16,-2-3 0 15,1 2-4-15,-3-2-10 16,-2 0-20-16,0 0-65 15</inkml:trace>
  <inkml:trace contextRef="#ctx0" brushRef="#br0" timeOffset="100840.58">18685 6170 133 0,'0'0'5'0,"0"0"2"0,0 0-1 0,0 0 4 15,0 0 6-15,0 0-2 16,0 0-13-16,0 0-2 16,0 0 3-16,0 0 4 0,0 0-2 15,2 11 4-15,0-7 0 16,1 0 4-16,0 1-4 15,2-1-6-15,0 1-1 16,2-1-2-16,-3-2 2 16,4 1-1-16,-2-2 1 0,1 0 0 15,-2-1 3-15,1 0 2 16,-2 0 2-16,-2 0-2 16,1 0 0-16,-1 0-2 15,-2 0 0-15,0 0 0 16,0 3-1-16,0 0-4 0,0 3 1 15,-2-1 4-15,-5 3-2 16,0 3-3-16,1-2-10 16,-4 2-16-16,0-3-52 15</inkml:trace>
  <inkml:trace contextRef="#ctx0" brushRef="#br0" timeOffset="101743.93">19164 6063 137 0,'0'0'-1'0,"0"0"11"0,0 0-2 16,0 0-2-16,0 0 7 0,0 0 0 16,0 0-7-16,0 0-5 15,0 0-1-15,0 0 7 16,0 0-4-16,0 9 0 16,0-3 2-16,0 1 0 15,0 0 3-15,0 1 0 0,2-3 0 16,3 1 0-16,2-1-2 15,2-1 1-15,-1-1-3 16,5-1-3-16,-1 1 2 16,2-1-1-16,0-2 1 15,0 0-5-15,-1 0 4 0,0-2-1 16,-2-6 0-16,-3 2 1 16,-1-3-1-16,0 1 1 15,-3-2-1-15,-1 1 0 16,-1 0-2-16,0 1 0 15,-2 3-4-15,0-1 1 0,0 3 9 16,-3 3-6-16,-1 0 2 16,0 0-1-16,-3 2 1 15,3 5-1-15,-3 1-1 16,4 2 1-16,2 0 0 16,-1 3-1-16,2-1 1 0,0 2-2 15,2-1 2-15,2 2 0 16,1 0 1-16,0 0 0 15,-2-2 0-15,0 2 0 16,-1-2-1-16,-2-4 1 16,0-1-1-16,0-2 1 15,0-1 0-15,-4-2 0 0,-2-2 0 16,-2-1 1-16,-2 0 1 16,0 0-3-16,-1 0 1 15,3-2-1-15,0-2 2 16,2-2-1-16,3 1 4 15,2 1 0-15,1-1 1 0,0 0-3 16,7-1-2-16,3 2-3 16,2 0 2-16,3 2 0 15,0 0-13-15,3 0-16 16,-1 0-38-16,2 1-59 0</inkml:trace>
  <inkml:trace contextRef="#ctx0" brushRef="#br0" timeOffset="102157.87">19505 6164 88 0,'0'0'21'0,"0"0"3"0,0 0-4 0,0 0-8 16,0 0-5-16,0 0-2 15,0 0 2-15,13 30-1 16,-13-25 2-16,0 1 3 15,0 1 4-15,0-2 1 16,0 4-2-16,0-4-1 0,0 3-3 16,0 1-1-16,0-3 0 15,0 2 1-15,0 0-3 16,0 0-1-16,0 1-3 16,0 1 0-16,0 4-2 15,1-4-1-15,1-2 0 0,2-6-93 16</inkml:trace>
  <inkml:trace contextRef="#ctx0" brushRef="#br0" timeOffset="104662.14">12542 7722 51 0,'0'0'9'0,"0"0"9"0,0 0-13 15,0 0-5-15,0 0 0 16,0 0 1-16,0 0 0 15,0 0 2-15,0 0 5 0,0 0 2 16,0 0-5-16,0 0-1 16,0 0 11-16,0 0 10 15,0 0-10-15,0 0-12 16,0 1-2-16,-2 1 0 0,1-2-1 16,0 2 0-16,-1 2 0 15,1-2 1-15,-2 3-1 16,2 1 1-16,0 0-1 15,-1 3 1-15,2 0-1 16,0 1 1-16,0 1-1 16,0 0 0-16,0 2 0 0,0-1 0 15,0 3 0-15,2-1 1 16,0 1-1-16,2 0 2 16,-2 4-1-16,1-2-4 15,2 3 7-15,-2 2-2 16,2 0-1-16,-1 0 0 0,1 3-1 15,1 0 1-15,1-2 1 16,1 1 0-16,-1 0 6 16,2-1-3-16,2 4 1 15,1-2 0-15,2 2-1 0,-1-1-1 16,1 1-2-16,3 0 0 16,0-2-1-16,-3 0 1 15,5-1-1-15,1-2 1 16,-2 1 0-16,2-3 2 15,3 0 2-15,0 1-3 0,0-3 1 16,3 2 1-16,1-2-2 16,0 0 0-16,1-1-1 15,-1 0 0-15,1 0-1 16,-1-1 1-16,2-2-1 16,-3 1 2-16,4-1-1 15,-2 2 3-15,3-2 0 0,0 1 0 16,0 0-1-16,0-1-1 15,0 1 0-15,0-1 2 16,1-1 1-16,-1 1-4 16,0-2-1-16,1-2-1 15,2 1 1-15,-1-2 0 0,-4-1 1 16,2-1 2-16,-2-1 0 16,0 2-3-16,-1-2 2 15,-2 0-1-15,-2-2 0 16,-2 1 0-16,0 0 2 15,-1-2-1-15,-2 0-1 16,-4-2 2-16,0 1-2 0,1-1 2 16,-6 1-1-16,2 0-2 15,-4 1-1-15,-1-2 0 16,0 1 0-16,-4-1 1 16,-1 0-2-16,0 3 0 0,-2 1-12 15,0 1-27-15,-5 0-42 16,-4-3-100-16</inkml:trace>
  <inkml:trace contextRef="#ctx0" brushRef="#br0" timeOffset="105182.28">13845 8837 10 0,'1'0'47'0,"0"0"-22"0,0 0-3 0,0 0-2 0,0 0-11 16,0 0-6-16,1 0 6 0,-1 0-1 16,1 0 0-16,1 0 3 15,1 2-6-15,0 1-2 16,1 1-3-16,1 0 2 16,-4 0-1-16,3 1-1 15,-2 1 2-15,0-1 0 0,0 1 4 16,-1 2 4-16,2-3 1 15,-1 1 0-15,-2 0-2 16,3 0 0-16,0-1 2 16,-3 4-1-16,0-2-2 15,0 1 1-15,-1 2-5 16,0 1 1-16,0 2-2 0,-3 1-1 16,-7 3 0-16,-1 0-2 15,-5 4 1-15,-3 3-1 16,-2 4 0-16,-3 2 0 15,-5 4-20-15,2-2-42 16</inkml:trace>
  <inkml:trace contextRef="#ctx0" brushRef="#br0" timeOffset="107759.26">12436 7621 79 0,'0'0'20'0,"0"-1"16"0,0 0-18 16,-2-1-11-16,2 1-4 16,0 1-3-16,-2 0-2 15,2 0-15-15,0 0-26 16,0 0 8-16,0 0 28 0,-1 3-1 16,-1-1-8-16</inkml:trace>
  <inkml:trace contextRef="#ctx0" brushRef="#br0" timeOffset="108576.16">14493 8737 104 0,'0'0'4'0,"0"0"-5"0,0 0-20 0,0 0-1 15,0 0 21-15,0 0-21 0,0 0 4 16,0 0-3-16</inkml:trace>
  <inkml:trace contextRef="#ctx0" brushRef="#br0" timeOffset="109248.92">14530 8738 114 0,'0'0'18'16,"0"0"4"-16,0 0-18 15,0 0-4-15,0 0-19 16,0 0 12-16,0 0-1 16,0 0 4-16,0 0 3 0,13-22 3 15,-9 21 4-15,1 0 6 16,0-1 6-16,3 0-5 16,0 2-5-16,0 0-6 15,2-1 0-15,-1 1-2 16,1 0 0-16,0 0 0 0,-2 0 1 15,1 0 0-15,0 0 8 16,-3 0 10-16,1 0-4 16,-2 0-5-16,1 0-5 15,-1 5-2-15,0 1-1 0,-3-1-4 16,2 3 1 0,-1 2 4-16,-3-1 0 15,0 2 0-15,0 1-2 0,0-1-1 16,-5 1 0-16,1-1 1 15,-4-2-1-15,0 0 2 16,0-2 0-16,-2 1 0 0,1-3-1 16,1-1 1-16,2 0-2 15,-2-3-2-15,3-1-29 16,1 0-35-16,2-3-16 16</inkml:trace>
  <inkml:trace contextRef="#ctx0" brushRef="#br0" timeOffset="109682.27">14794 8625 144 0,'0'0'1'0,"0"0"9"0,0 0 1 16,0 0-6-16,0 0-4 15,0 0-1-15,0 0 0 16,0 0 0-16,0 0 2 16,-35 14 8-16,29-5 7 15,-1-1-1-15,0 0-2 0,1 0-6 16,0 3 0-16,0-2-2 15,1 0-1-15,2 0 3 16,-1-1 0-16,3-2-2 16,1 1 2-16,0-1-2 15,0 0-1-15,5-1 1 0,1 3-3 16,5-2 6-16,1 1-2 16,3 0-1-16,0 1-3 15,5-2-1-15,-4 1-1 16,1-1-2-16,-2-2-30 15,-4-1-42-15,-4-3-158 0</inkml:trace>
  <inkml:trace contextRef="#ctx0" brushRef="#br0" timeOffset="110109.37">14324 8842 85 0,'0'0'18'0,"0"0"23"0,0 0-27 16,0 0-6-16,0 0 3 0,0 0 10 15,-28 0 8-15,26 0 2 16,2 0-3-16,0 0-9 15,0 0-19-15,8 0-1 16,2 0 2-16,5 0 2 16,4-2-2-16,4 1-6 0,5 1-32 15,0-2-30-15,4-1-33 16</inkml:trace>
  <inkml:trace contextRef="#ctx0" brushRef="#br0" timeOffset="110443.79">15032 8812 225 0,'0'0'33'0,"0"0"-17"16,0 0-11-16,0 0-2 15,0 0-2-15,0 0 1 16,0 0-2-16,7 39 3 16,-6-25-1-16,0 2 0 15,2 4-1-15,-3 0-1 16,3-1 0-16,0-2-2 0,0-1-13 15,2-4-34-15,-1-5-18 16,3-3-57-16</inkml:trace>
  <inkml:trace contextRef="#ctx0" brushRef="#br0" timeOffset="110950.47">15180 8738 145 0,'0'0'57'0,"0"0"-8"0,0 0-23 0,0 0-12 16,0 0-8-16,0 0-6 15,0 0 0-15,0 0 1 16,0 0-1-16,0 0 1 16,18 0-3-16,-12 0 3 15,4 0 0-15,2 0 1 0,2-1 1 16,2 0-2-16,3-2 0 15,-2 3-5-15,2 0-26 16,0-3-46-16,-1-2-34 16</inkml:trace>
  <inkml:trace contextRef="#ctx0" brushRef="#br0" timeOffset="111775.13">15450 8625 162 0,'0'0'21'0,"0"0"-2"0,0 0-13 16,0 0-4-16,0 0-1 15,31-15-1-15,-21 12 0 16,1 2 0-16,0-1 4 0,2 1 10 15,0 1 2-15,0 0-2 16,0 0-7-16,-2 1-6 16,-1 6 0-16,-2 0 0 15,-1 2-5-15,-3 2-8 16,-3-1 6-16,-1 0 3 16,0 1 3-16,0 0 3 0,0-2-2 15,-3-2-2-15,0 0 2 16,-1 0-4-16,0-2 2 15,-1-2 5-15,3-1-5 16,0 0 7-16,1-2-6 16,0 0 3-16,1 0 3 0,0 0-3 15,0 0-4-15,1-4 1 16,4-2 1-16,0-1 2 16,0 0-3-16,4-2 0 15,-1-2 1-15,-3 1-1 16,3-2 1-16,-2 0-1 0,-2-2 0 15,1 2 0-15,-2 0 0 16,-2 0 0-16,2 4 1 16,-3 0 0-16,0 3 2 15,0 1 0-15,0 1-2 16,0 1-1-16,0 2 0 0,0-1-2 16,-3 1 3-16,1 0 4 15,1 3-8-15,1 4 2 16,0 3 0-16,0 1 0 15,0 2 2-15,0 0-1 16,0 0 1-16,2 1 0 16,3-3 1-16,-1 3-2 0,2-3 0 15,-1 0 0-15,3 0 1 16,2-1-4-16,-2-2-20 16,-1-1-21-16,3-1-32 15,-2-3 26-15,-1-1-16 0</inkml:trace>
  <inkml:trace contextRef="#ctx0" brushRef="#br0" timeOffset="112224.75">15738 8741 25 0,'0'0'63'0,"0"0"-11"0,0 0-8 0,0 0-13 0,0 0-7 0,0 0-2 15,13-36-4-15,-10 31 0 0,-2 2-2 16,4 1 3-16,-2-2-12 16,2 2-5-16,0 2-1 15,4 0 1-15,-3 0-2 16,2 0 0-16,2 5 0 15,-3-1 0-15,-1 3-4 16,2 2-2-16,-5-1-2 0,-1 1 1 16,-1 2 1-16,-1-1-2 15,0 0 0-15,0 0 1 16,-3 1 2-16,-6-3-2 16,5 1 7-16,-5-1-14 15,0-1 7-15,1 1 6 0,-1-3-1 16,0 0 0-16,1 1 2 15,2-3 1-15,-2 1 0 16,3-2-1-16,0 1 1 16,3-3-2-16,1 2 1 0,1-2-5 15,0 0-7-15,0 0-3 16,0 0 14-16,4 0 6 16,5 0 7-16,-1 0 0 15,2-2 2-15,2-1 0 16,0 1-1-16,2-2 1 15,2 1 1-15,2 0-5 0,0 0-6 16,0 2-3-16,0 1-3 16,3 0-24-16,-4-1-28 15,-2-2-83-15</inkml:trace>
  <inkml:trace contextRef="#ctx0" brushRef="#br0" timeOffset="112886.06">16036 8642 122 0,'0'0'2'0,"0"0"7"0,0 0 19 0,0 0-16 15,0 0 10-15,0 0 0 16,0 0 0-16,0 0-9 0,0 0 1 16,0 0-4-16,0 0-4 15,0 0-7-15,0 0 4 16,23-17-1-16,-12 14-2 15,4 1 5-15,-1-1-1 16,4-1 5-16,2-1 0 16,1 1 0-16,3 0-7 0,-2-1-1 15,1 2-1-15,-1 0-8 16,-4 0-12-16,-4 0-19 16,-3 1-52-16,-6-1-62 15</inkml:trace>
  <inkml:trace contextRef="#ctx0" brushRef="#br0" timeOffset="113163.16">16149 8524 36 0,'0'0'155'0,"0"0"-108"16,0 0-11-16,0 0-33 15,0 0-6-15,0 0 7 0,0 0-3 16,0 0-1-16,5 40 0 16,-1-26 2-16,1 2 0 15,1 3 0-15,1-2 2 16,0 1-3-16,0-3 0 16,-1 0-2-16,0 1 2 15,0-5-1-15,-1 2-9 0,-1-4-28 16,0-5-73-16</inkml:trace>
  <inkml:trace contextRef="#ctx0" brushRef="#br0" timeOffset="113527.08">16475 8407 247 0,'0'0'9'0,"0"0"-8"15,0 0 3-15,0 0-1 16,0 0-2-16,0 0 1 15,23 37-2-15,-18-21 1 16,-1-1 1-16,0 3-1 16,2-1 0-16,-1 0 1 0,1 1-2 15,0-3 1-15,-2 2-1 16,1-2 0-16,-3-1 1 16,2-1-2-16,-2-2-21 15,0-2-25-15,0-4-24 16</inkml:trace>
  <inkml:trace contextRef="#ctx0" brushRef="#br0" timeOffset="113696.76">16658 8531 310 0,'0'0'-5'15,"0"0"16"-15,0 0-5 16,0 0-4-16,0 0-1 15,0 0-6-15,0 0-31 16,0 0-57-16,9-19-13 0</inkml:trace>
  <inkml:trace contextRef="#ctx0" brushRef="#br0" timeOffset="114082.13">16784 8402 17 0,'0'0'160'16,"0"0"-153"-16,0 0-9 15,0 0-6-15,0 0 2 0,0 0 13 16,0 0-7-16,0 0 0 16,-22 22 0-16,16-14 0 15,5 1 3-15,1 0 4 16,0-2 1-16,0-1 4 15,4 0 5-15,3 0 1 16,3-2-2-16,1 0-4 0,0 1-4 16,1-2-5-16,2 0 0 15,-2 0-1-15,-2 2-2 16,-1-2 0-16,-1 2 0 16,-4-1 1-16,-1 1-1 15,-2 1 0-15,-1 1-2 0,0 0 2 16,-5 0 1-16,-6 0-3 15,-3 1 2-15,-4 0-10 16,-1-5-22-16,1 0-38 16,-3-3-31-16</inkml:trace>
  <inkml:trace contextRef="#ctx0" brushRef="#br0" timeOffset="114224.2">16798 8371 245 0,'0'0'-26'16,"35"-19"32"-16,-15 11-5 15,0 2-65-15</inkml:trace>
  <inkml:trace contextRef="#ctx0" brushRef="#br0" timeOffset="114730.77">17242 8280 153 0,'0'0'1'0,"0"0"20"16,0 0 2-16,0 0-7 15,30 16-7-15,-19-12 2 16,1 0-2-16,1 0-1 16,5 0 0-16,-3-1-2 0,2 1-2 15,-2-2-3-15,-1 1 0 16,-2 0-1-16,-2-1 1 15,-1-1-1-15,-4 1 2 16,0-1-2-16,-3-1 1 16,-2 0-1-16,1 1 1 0,-1-1 0 15,0 4-2-15,-1-1-3 16,-6 3 4-16,0 1 2 16,-5 1 2-16,2 1-3 15,-5 1-1-15,3 0-3 16,-2 0 8-16,2 1-5 0,-1-1 3 15,2 0-2-15,0 0 0 16,2 0-1-16,-1 0 0 16,4-1-1-16,0-1-15 15,3-1-51-15,2-4-34 16</inkml:trace>
  <inkml:trace contextRef="#ctx0" brushRef="#br0" timeOffset="115022.12">17557 8415 132 0,'0'0'19'0,"0"0"25"0,0 0-24 0,0 0-8 16,0 0-7-16,0 0 1 15,0 0-2-15,-30 15 2 16,17-6-3-16,-1 2 0 16,-1 0-2-16,-3 2 0 15,1 1 1-15,-2-3-1 16,4 2 1-16,0-1-2 0,4-2 0 16,3-3-19-16,3-1-46 15,5-5-51-15</inkml:trace>
  <inkml:trace contextRef="#ctx0" brushRef="#br0" timeOffset="115656.63">17883 8178 111 0,'0'0'6'0,"0"0"6"0,0 0-7 0,0 0-9 16,0 0-2-16,0 0 3 0,-32 6 2 15,21-2 2-15,0 3 0 16,-1 0 2-16,1 2 5 15,2 1-3-15,-2 1-2 16,3 2-2-16,-2 1 1 16,2 0-4-16,2 2 1 15,-1-1 1-15,5-4-2 0,2 3 1 16,0-2 2-16,1-1 4 16,7-3 5-16,4 0-7 15,2-2-1-15,2-3 0 16,1 0-2-16,3-2-4 0,-2-1-2 15,1 0 4-15,-4-4 3 16,2-4 21-16,-5-4 7 16,-1 0 1-16,-3-4-7 15,-3 0-5-15,-2-4-5 16,-3 0-5-16,0-1-6 16,-2 1-3-16,-7 1 0 0,-5 2-17 15,-4 3-32-15,-5-3-51 16</inkml:trace>
  <inkml:trace contextRef="#ctx0" brushRef="#br0" timeOffset="118202.82">17132 9808 29 0,'9'3'5'0,"0"0"12"0,-2-2-10 0,-1 2-6 0,-2-1 0 16,-1-1-2-16,-2 1-22 16</inkml:trace>
  <inkml:trace contextRef="#ctx0" brushRef="#br0" timeOffset="120281.68">17678 9720 94 0,'0'0'7'16,"0"0"12"-16,0 0 6 0,0 0-19 15,0 0 0-15,0 0-1 16,0 0-1-16,0 0 5 16,0 0 4-16,6-33-3 15,-6 29-6-15,0 0-1 16,0 0-3-16,-4 1-1 0,-1 0 3 15,-2 0 3-15,0 1 0 16,-1-2 0-16,-1 1 3 16,2 1 1-16,1 0 0 15,0-1-4-15,0 1-1 16,-2 0-3-16,1 0 0 0,1-1 0 16,-3 2-1-16,0-3 0 15,0 2 0-15,1 2 2 16,-2-2-1-16,0 2 1 15,0 0-2-15,0 0 0 16,-1 0 0-16,2 0 0 0,-1 0 0 16,-2 0 0-16,0 2 1 15,-1-2-1-15,1 0 0 16,-2 0 1-16,1 0 8 16,-1 0 1-16,-1 0-2 15,3 2-4-15,-2-2-3 16,1 2-1-16,0 1 1 0,3 0-1 15,-1 0 2-15,0 0-2 16,-3 0 0-16,4 2 0 16,-4 1 1-16,-1-3-1 15,2 2 0-15,0 1 0 16,-3-2 0-16,3 1 1 0,-1 1 0 16,2-1 1-16,-1 3 1 15,-1-2-1-15,-2 4-1 16,2-1-1-16,-1 3 0 15,-1-1 0-15,2 0 0 16,-3 1 0-16,4 1 0 0,-1-2 0 16,3 2 3-16,-1-1-1 15,0 1 0-15,1 0-1 16,2-1-1-16,1 0 0 16,1-1 1-16,1 1-2 15,1-2 2-15,2 0 0 0,0 0 3 16,-1 1 1-16,0 0-3 15,2-1-1-15,0 2 0 16,0 0 1-16,2 0-1 16,-2 0-1-16,2 1-1 0,0 0 2 15,0-2-1 1,-2 3 2-16,2 0 0 0,0 0 0 16,0 0-1-16,-1 0 0 15,1 2 0-15,0-2 0 16,0 1 0-16,0-2 0 15,0 2-1-15,0-1-1 0,5 1 1 16,-2-3 1-16,1 1 0 16,0-1 1-16,0-1-1 15,1-2 0-15,-2 2 0 16,1 0-1-16,1 0 0 16,-1-1 0-16,4 2 1 0,-3 0-1 15,1-2 2-15,0 2-2 16,3-1-4-16,-2 0 1 15,0 1 3-15,1 0 1 16,1 0 5-16,1-3-5 16,0 2-5-16,-1 2 9 0,4-4 0 15,-4 2 0-15,3 0 1 16,1-2-3-16,0 2-2 16,1-1-1-16,0 0 1 15,2 0 1-15,-1-1-1 16,-1-1-5-16,3 1 4 15,-2-1 1-15,-1-1 1 0,3 0-2 16,-4-1 1-16,1 3-1 16,3-2 1-16,-4 2-1 15,2-2 0-15,-2 1 0 16,2 0 0-16,1 0 0 0,-2 0 1 16,2-2-1-16,1 0-3 15,1 0 4-15,0 0 3 16,1-2 3-16,1 1-2 15,2 0 1-15,0-1-4 16,0-2 0-16,1 0 0 0,-1-1 0 16,1 2 0-16,-1-3 1 15,-1 0 0-15,-1 0-1 16,2 0-2-16,-2 0 2 16,0 0-2-16,0 0 2 15,-1-3-2-15,1 1 0 16,-1-1 0-16,1 0 1 0,-3-3-2 15,1 1 3-15,-2-1-2 16,0-1 1-16,-2 0-1 16,-2-1 2-16,3-1-1 15,-2-1 0-15,1 1 0 16,-1-2 0-16,-1 0 0 0,0-2 1 16,0 0-1-16,0-2 2 15,0 0-1-15,-2-1 1 16,1-1 3-16,-2-1-2 15,-4-1-1-15,4 0-2 16,-5-1 0-16,3 0 0 0,-2 0 0 16,0 0-1-16,0-1 1 15,-1 1 0-15,0-2 0 16,-1 1-1-16,1 0-4 16,-3-1-4-16,-1 0 4 15,0 2 2-15,0-1-1 0,0 0 2 16,-6 2 4-16,2-3 1 15,-1 3-2-15,0-1 1 16,1 1-1-16,-2 0-2 16,2-1 0-16,-4-1-2 15,1 2-4-15,0-1 2 16,-3 1 2-16,0-1 2 0,0 1-1 16,-1 2 1-16,0 0 1 15,-1 1 1-15,1 0-2 16,0 1-2-16,0-1 5 15,-1 2-3-15,-2-2 0 16,2 1-2-16,-6 1 2 0,2 0 3 16,-3 0-2-16,-1 1 1 15,-1 1-2-15,-1 3 0 16,-3-1-2-16,0 5 1 16,-2 2-12-16,-2 2-29 15,0 1-17-15,-1 0-8 0,-2 4-77 16</inkml:trace>
  <inkml:trace contextRef="#ctx0" brushRef="#br0" timeOffset="121006.92">17418 9622 155 0,'2'4'18'0,"-1"-2"-19"0,2 2 14 16,1 1-6-16,-1 2 0 0,2-1-4 15,2 3 3-15,-2 2-2 16,1 0-1-16,1 2 1 16,-2 2 3-16,0 2-2 15,0 3 1-15,-1 2 0 16,1 0 0-16,-1 3-3 0,1 0 0 16,1 2-1-16,1 1 0 15,-2 0 1-15,3 0 0 16,-4 0 1-16,3 0 6 15,0 1 2-15,1 2-1 16,-1 1-4-16,2 2-5 0,-3 1 0 16,2-1-2-16,-3 0 2 15,1-1-2-15,0-2 1 16,-1-4-1-16,-1-1 0 16,3 0 0-16,-3-2 0 15,4 1 2-15,-4 0 3 0,2-3-1 16,-2-2 0-16,4-2 2 15,-4 0 4-15,1-5-4 16,0 0-2-16,-1-2-1 16,2 0-2-16,-1 0 1 15,0 0-2-15,-4 2 2 0,0-1-8 16,-1-1-36-16,0-3-38 16,-9-6-124-16</inkml:trace>
  <inkml:trace contextRef="#ctx0" brushRef="#br0" timeOffset="121933.26">15494 9815 56 0,'0'0'5'0,"0"0"16"0,0 0 3 0,0 0 7 16,0 0 2-16,0 0-12 0,0 0-11 15,0 0 4-15,0 0-2 16,0 0-3-16,35 9-4 15,-18-7-4-15,5 4 0 16,2 0-1-16,4 2 1 16,3-1-1-16,4 2 0 0,1 0 0 15,4 0 0-15,4 0 0 16,2 0 0-16,2-3 3 16,5 2 0-16,2-2 3 15,1 0-3-15,1 1-1 16,-1 2-2-16,2-2 0 0,-1 1 1 15,-1-1-2-15,-1 1 2 16,-1 1 6-16,-3-1 3 16,-2-1-5-16,-4 0-1 15,-3 0-3-15,-3 0 0 16,-4 0-6-16,-6-2 9 0,-5 0-2 16,-3 0-1-16,-3-1 0 15,-8-2-1-15,-4 1-1 16,-3-3-7-16,-3 3-19 15,0-3-52-15,-8 0-72 16</inkml:trace>
  <inkml:trace contextRef="#ctx0" brushRef="#br0" timeOffset="122560.22">15669 10857 94 0,'0'0'5'0,"0"0"-4"0,0 0-1 16,0 0 1-16,0 0 11 15,0 0 23-15,0 0-4 0,0 0 3 16,0 0-3-16,0 0-18 15,0 0-6-15,11 5-3 16,5-13 2-16,5-3-5 16,4-3 0-16,6-2-3 15,1-4 5-15,4 1-3 0,1-4-1 16,5-3 0-16,4 0 2 16,1-1 3-16,6 0 5 15,0-2-1-15,4-1-3 16,2 2-3-16,-3-2-1 15,1-1 5-15,-1 0 2 16,0 1 0-16,-7-1 1 16,-3 4-4-16,-4 0-1 0,-3 0-3 15,-6 6 0-15,-6 1 0 16,-4 4 0-16,-7 1 0 16,-4 1 0-16,-2 6 0 15,-2 2 2-15,-5 1-1 0,-1 4 0 16,1 1-7-16,-3 0-19 15,0 0-34-15,-5 3-87 16</inkml:trace>
  <inkml:trace contextRef="#ctx0" brushRef="#br0" timeOffset="123506.87">14749 9953 136 0,'0'0'5'0,"0"0"17"0,0 0-8 0,0 0 2 16,0 0-4-16,0 0-11 15,0 0 1-15,0 0-4 0,0 0 8 16,33-29-1-16,-19 24-1 15,2 0-2-15,-1 1 0 16,-2 3-2-16,1 1 0 16,-4 0 1-16,1 0-1 15,-3 9 1-15,-2 0-1 0,0 4 2 16,-6-2-5-16,0 4 0 16,0-2-4-16,0-2 7 15,-7-2 5-15,3 0-7 16,1-4 7-16,0-2 2 15,2-2 2-15,1-1-2 0,0 0 2 16,0-2-8-16,0-6 4 16,4-3-8-16,1-2 2 15,4-2 1-15,-2-1-5 16,-1-1 1-16,3 0-3 16,0-1-4-16,-5 3 2 15,0 2 8-15,0 3 2 0,-4 4 2 16,0 3 9-16,0 3-5 15,0 1-6-15,0 10 2 16,-5 3-2-16,2 2-1 16,1 1 0-16,1 2 0 0,1-2 0 15,0 0-1-15,11-2-4 16,2-4 3-16,2-3-21 16,4-5-68-16</inkml:trace>
  <inkml:trace contextRef="#ctx0" brushRef="#br0" timeOffset="123648.16">15168 9946 283 0,'0'0'15'0,"0"0"-8"0,0 0-10 16,0 0 4-16,19 45-19 0,-15-27-36 15,0 5-71-15</inkml:trace>
  <inkml:trace contextRef="#ctx0" brushRef="#br0" timeOffset="124465.37">15008 10796 200 0,'0'0'13'16,"0"0"26"-16,0 0-19 0,0 0-20 16,0 0-1-16,0 0 1 15,0 0 0-15,0 0 1 16,0 0-1-16,13-25 3 16,-6 19 0-16,-1-3 0 15,2 0-1-15,2-1 0 16,0 0-2-16,2 0 0 0,-1 0 1 15,0 1-2-15,-2 1 0 16,-1 2 0-16,0 0 0 16,-3 4 0-16,-2 2 0 15,-2 0-1-15,0 0-7 16,-1 5 4-16,0 6 2 0,0 1 7 16,0-1-2-16,0 3-2 15,0 0 1-15,0-2-1 16,0-1 0-16,3 0 1 15,-2-3-1-15,3 0 0 16,-2-3 1-16,0 0-2 0,1-2 0 16,-1-2-1-16,3-1 0 15,-4 0 2-15,2-3 3 16,2-6 4-16,-4-1-4 16,2-1-1-16,-1-3-2 15,1-2 0-15,-1 1 0 0,1 1-2 16,-2 0 1-16,2 3 0 15,1 3 2-15,-3 2 0 16,2 2 0-16,0 3-2 16,3 1 1-16,-3 0-1 15,3 0 0-15,0 5 0 0,3 1 1 16,1 2 0-16,-1 1-2 16,-1 1-1-16,3 1-2 15,-3 1-8-15,2 0-3 16,-4 0-3-16,0 1 3 15,-2-1 2-15,1-1-2 0,-4-1-12 16,-1 0 7-16,0 0-3 16,0-2-4-16,-7-1-16 15</inkml:trace>
  <inkml:trace contextRef="#ctx0" brushRef="#br0" timeOffset="124652.4">15280 10846 0 0,'-5'1'56'0,"1"-1"-5"0,1 0-8 0,3 0-14 0,0-4-5 15,0-2-9-15,7-1-6 16,2 3 3-16,0-1 0 15,1 2-5-15,0 3-1 16,0 0-4-16,-3 4-3 16,-3 5 2-16,-2 1 0 15,0 1 6-15,-2-1-6 0,3-2 1 16,1-4-1-16,8-3 0 16,6-1-4-16,7-9-2 15,4-12 8-15,4-9-106 16</inkml:trace>
  <inkml:trace contextRef="#ctx0" brushRef="#br0" timeOffset="125207.26">15729 9756 51 0,'0'0'93'0,"0"0"-51"0,0 0-11 16,0 0-5-16,0 0 1 16,0 0-11-16,0 0-5 15,33 1-6-15,-22-1-2 0,1-2-2 16,0 1 1-16,3 0-2 15,3-1 0-15,-2 1 1 16,5 0-2-16,1-3-26 16,-2-1-103-16</inkml:trace>
  <inkml:trace contextRef="#ctx0" brushRef="#br0" timeOffset="125392.2">16088 9625 272 0,'0'0'17'16,"0"0"-15"-16,0 0-3 15,0 0 0-15,0 0 2 16,7 50 2-16,-5-23-1 16,0 3-2-16,0 6-47 0,-1-1-89 15</inkml:trace>
  <inkml:trace contextRef="#ctx0" brushRef="#br0" timeOffset="125835.06">16058 10860 189 0,'0'0'29'0,"0"0"0"0,0 0-9 15,0 0-6-15,0 0-2 16,0 0-2-16,0 0-2 16,0 0-3-16,0 0-4 15,-4-7-2-15,6 7 1 16,6-1-3-16,-1 0 7 15,4 0-2-15,4-1-1 0,-1 0-9 16,1-2-22-16,2-1-12 16,2-2-58-16</inkml:trace>
  <inkml:trace contextRef="#ctx0" brushRef="#br0" timeOffset="126019.01">16318 10725 285 0,'0'0'34'0,"0"0"-22"16,0 0-13-16,0 0 2 15,4 31 1-15,-2-13 1 16,0 1-1-16,4 3-1 16,0-3-10-16,2-1-47 15,0-7-116-15</inkml:trace>
  <inkml:trace contextRef="#ctx0" brushRef="#br0" timeOffset="126744.39">16075 9153 87 0,'0'0'48'0,"0"0"-44"0,41 18 18 0,-23-9-8 0,2 1-4 15,2 2 0-15,3-1 6 16,1 2 12-16,5 2-3 16,2 0-9-16,1 3-5 15,3 3-4-15,2 1-2 0,0 2-3 16,3 4-1-16,-2 2-1 16,2 3 0-16,0 2 1 15,-1-2-1-15,0 3-1 16,1-2 1-16,1-2 0 0,-1-2 1 15,1-3-1-15,0-3 0 16,-1 1 1-16,-5-4-1 16,0-1-1-16,-6-4-4 15,-1-3-7-15,-5-1-6 16,-3-6-22-16,-2-4-43 0</inkml:trace>
  <inkml:trace contextRef="#ctx0" brushRef="#br0" timeOffset="127256.43">16344 9034 165 0,'0'0'6'0,"0"0"13"0,0 0 8 0,13 31-9 0,-8-19-5 15,3 1-7-15,-4 2-3 16,3-1-2-16,-1 1 0 16,-1-1-1-16,-1 0 2 15,1-2-1-15,0-1-1 0,-2-1 2 16,2-1-4-16,-1-5-33 16,1-4-77-16</inkml:trace>
  <inkml:trace contextRef="#ctx0" brushRef="#br0" timeOffset="127441.96">16527 9082 335 0,'0'0'21'0,"0"0"19"15,0 0-37-15,0 0-9 0,0 0-3 16,0 0-15-16,0 0-17 15,0 0-12-15,11-3-42 16,-10 3-47-16</inkml:trace>
  <inkml:trace contextRef="#ctx0" brushRef="#br0" timeOffset="127897.74">16634 9018 75 0,'0'0'59'0,"0"0"-55"0,0 0-5 15,0 0 2-15,0 0-1 16,0 0 1-16,0 0 1 15,0 0 8-15,-8 30 6 16,8-24 3-16,0 0-4 16,0-1-3-16,0 0 0 0,4 2-6 15,1-2-2-15,2 0-1 16,1 1 1-16,-2-1 2 16,3-2 5-16,0 1-1 15,0-2 2-15,0 1-2 16,-1 0 1-16,2-1-2 0,-2 0 2 15,-2 1-2-15,0 1-6 16,-3-1-1-16,0 2-1 16,-2 1-2-16,-1-1 1 15,0 3 1-15,-4 0-2 16,-4-1 1-16,1 0-2 0,-6 0-8 16,2-1-10-16,-4-3-39 15,3-3-89-15</inkml:trace>
  <inkml:trace contextRef="#ctx0" brushRef="#br0" timeOffset="128046.67">16742 9024 259 0,'0'0'11'15,"44"-26"12"-15,-20 15-15 0,3-1-8 16,0 0-44-16,-3-3-180 15</inkml:trace>
  <inkml:trace contextRef="#ctx0" brushRef="#br0" timeOffset="129001.12">18187 10052 53 0,'0'0'34'0,"0"0"-13"0,0 0-8 16,0 0 2-16,-33 0-12 15,29 0 0-15,1 0 6 16,0 0 13-16,1 0 13 0,1 0 5 15,1 0-12-15,0 0-7 16,0 0-10-16,0 0-4 16,0 0-3-16,0 0-3 15,0 0 2-15,0 0-2 16,0 0-4-16,0 0 2 0,0 0 1 16,0 0-2-16,1 0 5 15,5 0-3-15,0 0 1 16,3 0-1-16,2 0-1 15,2 0 4-15,6 0 3 16,0 0-4-16,6 0 1 16,0-2-2-16,4 1 0 0,3-2 0 15,1 3-1-15,2-2 1 16,0 2-1-16,2 0 0 16,-3 0 1-16,1 0-1 15,0 0 0-15,-3 0 0 16,0 0 0-16,-3 0 1 0,-2 0-1 15,-2 0 0-15,-4 0 0 16,-2 0 0-16,-3 0 1 16,-5 2-2-16,0 0 1 15,-7-1-6-15,0 0-9 16,-3 1-15-16,-1-2-38 0,0 0-48 16</inkml:trace>
  <inkml:trace contextRef="#ctx0" brushRef="#br0" timeOffset="129277.3">18753 9943 208 0,'0'0'9'0,"0"0"5"0,0 0 4 15,30 0-5-15,-20 4-5 16,0 0 0-16,-2 1 3 16,1 5-3-16,-3 0 0 15,-1 2-6-15,-2 3 0 0,-3 2-1 16,0 0-5-16,-1 0-7 16,-7-1-23-16,-3-1-10 15,-2-3-18-15,1-4-18 16</inkml:trace>
  <inkml:trace contextRef="#ctx0" brushRef="#br0" timeOffset="130047.64">19061 9773 133 0,'0'0'20'0,"0"0"3"16,0 0 7-16,0 0-5 15,0 0-3-15,0 0-11 0,0 0-7 16,19 36-3-16,-14-28 1 16,0 1-1-16,2 2 2 15,-1-2 2-15,2-2 3 16,2 2-1-16,2-5-3 16,0 1-1-16,2-1-2 0,-1-3 0 15,2-1 0-15,-1 0 0 16,0 0 0-16,-1-3 1 15,1-5-1-15,-3-4 0 16,0 1 1-16,-3-2 1 16,-1-1-3-16,1 0 1 0,-7 3-1 15,0 0 0-15,-1 3 0 16,0 2-2-16,0 3-6 16,-2 1 10-16,-3 2-1 15,1 0 0-15,1 1 1 16,-2 6-2-16,2 1-1 15,2 3 0-15,-1 1-2 0,2 1 1 16,0 1 2-16,0 3 0 16,3 1 0-16,1-3 0 15,2 3 0-15,1 0 0 16,-1-2 0-16,0 1 0 16,-1-1 1-16,1 0 0 0,-2 0 0 15,-1-1-1-15,-3-1 1 16,0-1-1-16,0-2-2 15,0-2 0-15,-6-1 0 16,-2-3 1-16,-1-3-3 16,0-2 0-16,-2 0 10 0,3 0-4 15,0-1 7-15,1-4-4 16,3-1-1-16,2 0 0 16,2 0 1-16,0-2-9 15,2 1 3-15,9-1-8 16,3 0-25-16,1 0-49 0,2 0-103 15</inkml:trace>
  <inkml:trace contextRef="#ctx0" brushRef="#br0" timeOffset="130660.56">19485 10043 78 0,'0'0'19'0,"0"0"9"0,0 0-6 0,0 0 7 15,0 0 10-15,0 0-3 16,0 0-15-16,0 0 0 16,0 0-1-16,0 0-8 15,0 0-7-15,-24-26-1 0,29 22-3 16,1 4 0-16,0-4-1 15,1 3-1-15,2 1 2 16,0 0 0-16,1 0 1 16,-2 0 0-16,1 0-1 15,0 1-1-15,-2 6 0 0,-1 0-1 16,-3 0-3-16,1 1-6 16,-4 3-1-16,0-2 2 15,-2 1 3-15,-4-1 3 16,0 2 4-16,-2-2-1 15,-1-1-2-15,2-1 3 16,-1-1-1-16,2 0 1 0,1-3 1 16,2 0-2-16,0 0 0 15,2-1 0-15,1-2 0 16,0 2-4-16,0-2 0 16,0 0 2-16,0 0-5 15,0 0 7-15,2 0 8 16,4 0-1-16,1 0 2 0,3 0-1 15,1-2-2-15,3 0 2 16,1-1-4-16,2 0 3 16,2 1 1-16,2-2 4 15,1 1 9-15,2 3 3 0,-3-2-7 16,2 2-10-16,0 0-6 16,0 0 0-16,0 0-1 15,-1 2-9-15,-1-2-70 16,-3-7-219-16</inkml:trace>
  <inkml:trace contextRef="#ctx0" brushRef="#br0" timeOffset="133270.41">9204 8122 50 0,'0'0'1'0,"0"-5"4"0,0 2 1 0,0-2 11 15,0 3 3-15,0-3 1 16,0 0-4-16,0 1-7 16,0 0-6-16,0 1-3 15,0 0-1-15,0 1 0 0,0 1 1 16,0 0 0-16,0 1-1 16,0 0 4-16,0 0 4 15,0 0-4-15,0 0-6 16,0 0 1-16,0 0 2 15,0 0-1-15,0 0 2 0,0 3-2 16,0-1 1-16,0 3 0 16,0 0 1-16,0 1 3 15,0 2 5-15,1 1 1 16,1 6-2-16,-1 2-4 16,1 4-2-16,0 5-2 15,-1 4 0-15,-1 3 1 0,0 4-2 16,0 0 1-16,0-1-1 15,0-4 0-15,0-1 0 16,0-3 0-16,0-4 0 16,0-1 2-16,0-1 1 15,-1-1 2-15,-3-2 0 0,0 1-4 16,-2 1 0-16,-3-1-1 16,0 0-2-16,-3-2-35 15,-3-6-71-15</inkml:trace>
  <inkml:trace contextRef="#ctx0" brushRef="#br0" timeOffset="135278.97">9150 8080 67 0,'0'0'6'0,"0"0"5"0,0 0 4 0,0 0-2 16,0 0-5-16,35 0-2 15,-28 0 1-15,2-2-4 16,-2-2 1-16,2 0 5 16,-1 4-3-16,-1-3 0 15,0 1-2-15,1 2-2 0,-2-1 3 16,2-1-1-16,0 2-1 15,1 0 3-15,-2 0 1 16,5 0 0-16,-1 0-3 16,3 0-2-16,0 0-1 15,1 0 1-15,2 0-1 0,-1 0-1 16,0 0 1-16,3 2-1 16,-1-1 0-16,0-1 0 15,2 0-1-15,1 0 2 16,3 0-1-16,0 0 2 15,3 0-2-15,1 0 1 16,1 0 0-16,-1 0-2 16,0 0-6-16,-2 0 4 0,1 0 3 15,1 0 1-15,-2 0-2 16,2 0 2-16,2 0 4 16,1-3 0-16,-2 2-1 15,1 0-3-15,0 0 1 0,2-2-1 16,-1 3-1-16,0-3 1 15,1 1-1-15,2 0 0 16,-1-1 0-16,0 1 1 16,2 0 0-16,-4-1 3 15,2 1 2-15,-4-1-2 0,2 3-3 16,-1-1-1-16,-2-1 1 16,2 2-1-16,1-2 1 15,-1 1-1-15,1 1 1 16,1-2 0-16,0 1 0 15,-3-1 1-15,3-1-1 0,0 1 3 16,-1 0 3-16,4 0-2 16,-4 0-4-16,4 1 0 15,-5-1-1-15,3 2 1 16,-2 0-1-16,-1 0 1 16,1 0-1-16,0 0 0 0,1 0 0 15,-1 2 0-15,0-1 0 16,-1 1 0-16,2-2 0 15,-1 2 1-15,0-1-2 16,2 0 1-16,-1-1 0 16,2 0 1-16,-2 2-1 0,1 0 0 15,-1-1 0-15,-1 1 0 16,-2-1 0-16,1 1 0 16,0 0 1-16,-3-1 0 15,-1 1 3-15,-1-1-2 16,1 1 0-16,-2-2 0 0,-2 0 1 15,-3 0-1-15,1 0 0 16,-1 0-1-16,-3 0-1 16,1 0 1-16,-3 0-1 15,-1 0 0-15,1 0 0 16,-4 0 0-16,2 0 0 0,-3 0 0 16,2 0 2-16,-2 0-2 15,-1 0 1-15,1 0 0 16,-5 0-1-16,2 0 0 15,-3 0 1-15,0 0-1 16,-1 0 0-16,-1 1 2 0,3 2-2 16,0 0 0-16,-3 0 0 15,2 0 1-15,0 1-2 16,0 1 2-16,0-1-1 16,0 2 0-16,0-1 0 15,1 2 1-15,2 0 1 16,-3 2-2-16,1-2 1 0,3 3 0 15,-2 0 0-15,1 3-1 16,-1 0 0-16,1 1-3 16,-3 1 3-16,1 2 2 15,1 0 0-15,-4 2-1 16,2 1 1-16,0-3-1 0,0 4-1 16,0-2 0-16,-1 0 1 15,3-2 0-15,-5 0-1 16,2 1 1-16,-2-3 0 15,0 0-1-15,0-1 0 16,0 1 0-16,0-1 0 0,0-1 2 16,-2 0-4-16,-2 0 2 15,2-5 2-15,0 0-1 16,2-2-1-16,0-1 0 16,0 1 0-16,0-3 1 15,0 1-1-15,0 0 0 0,0 0 1 16,0-2 0-16,0 2-2 15,0-2 2-15,0 1 0 16,0-2-1-16,0 1 1 16,0 0 0-16,0-2 0 15,0 3-1-15,-3-2 1 0,-1 3-1 16,0-2 0-16,-2 0 0 16,1 0-2-16,-3 1-1 15,2 0-3-15,-4 0 5 16,-1-1 1-16,1 1 0 15,-2 2-2-15,2-1 3 0,-2-1 1 16,1 1-2-16,1 0 2 16,0-1-2-16,0 1 0 15,-2-1 0-15,1 0 1 16,0 1-2-16,-2-2 1 16,-1 1 1-16,-2 0-2 15,-3 1 1-15,-1 0-2 0,-4-1 2 16,-5 2-5-16,2-1-5 15,-9-2 3-15,-1 2 5 16,-6-2 3-16,-6 0-2 16,-3-1 2-16,-4 2 0 0,-1-3 0 15,-3 0 4-15,0 1 1 16,3 2-1-16,2 0-4 16,-2 1-2-16,7 1-3 15,2-2-34-15,9-3-124 16</inkml:trace>
  <inkml:trace contextRef="#ctx0" brushRef="#br0" timeOffset="136509.17">10849 9074 82 0,'2'0'-5'0,"-1"-2"13"0,3 2-1 15,-2 0 5-15,0 0-1 0,-2 0-1 16,2 0 1-16,-1 0 3 16,0 0 1-16,2 0 2 15,-1 4-4-15,-1 0 0 16,2 1-10-16,-1 0-2 16,5 0 0-16,-5 1 0 15,3 0-1-15,0 0 0 0,-1 0 0 16,1-1 1-16,-3 1-1 15,3-2 1-15,0 0-1 16,-2-2 0-16,3 1 1 16,2-3-2-16,2 0 9 15,1-3-1-15,5-5 4 0,2-3 0 16,2-1-5-16,1-4 1 16,2 1-2-16,-1 0 2 15,3-4-2-15,-1 0 3 16,0 0 0-16,-2-2-1 15,0 1-3-15,-1 1 3 0,-1-1 0 16,-1 3-1-16,-2 3-2 16,-2 3-1-16,0 1 0 15,-2 2-1-15,-2 6 0 16,-1 0-1-16,2 2-2 16,-1-1-23-16,-6-4-38 0</inkml:trace>
  <inkml:trace contextRef="#ctx0" brushRef="#br0" timeOffset="137530.07">19815 6090 66 0,'0'0'24'0,"0"0"-15"0,0 0-8 0,0 0 5 0,0 0 9 15,0 0 3-15,0 0 1 16,0 0-6-16,0 0-2 16,0 0-3-16,-1 33-6 15,-1-26 1-15,2-1-2 0,-3 0-1 16,2-1 2-16,0-1-2 16,1-2 0-16,0 1-2 15,0-3 1-15,0 0 16 16,1 0 10-16,5 0 5 15,2 0-12-15,4-6-8 0,4 0-6 16,-1-2 3-16,2-3-1 16,2 0 3-16,1 0 3 15,-3-2-4-15,0 1 2 16,3 1-2-16,-2 5 1 16,3-2-8-16,-1 7-2 0,3 1-2 15,-2 0-41-15,-6 0-95 16</inkml:trace>
  <inkml:trace contextRef="#ctx0" brushRef="#br0" timeOffset="139894.54">10987 7710 112 0,'0'0'18'0,"-1"0"17"0,1 0-22 0,0 0-2 16,0 0 0-16,0 0 0 15,0-2 4-15,-1 2 0 16,1 0-7-16,-1 0-7 16,0 0 1-16,-2 2-5 15,0 2-5-15,-1 1 2 0,-1-1 0 16,-1 2 5-16,-3-2 2 16,3-1 1-16,-1 2-1 15,0-4 5-15,1 1 0 16,-1-1 1-16,2-1-3 15,-1 0-1-15,0 0-3 0,-2 0 0 16,0 0 1-16,-1 0-1 16,0-2 0-16,-4-1 2 15,-1-4-2-15,1 1 0 16,-1-2 1-16,0 0 1 16,3 0 1-16,2-4 6 0,0 1-2 15,5 0-6-15,-2-3-1 16,4 0 0-16,1 1-4 15,-1-4-1-15,1 3 0 16,-2 0 1-16,2 0 5 16,-2 3-1-16,1-1 0 15,1 0 3-15,1-1 1 0,-3 3-2 16,3-3-2-16,-3 0 0 16,3 0 0-16,-1-2-4 15,0-2-10-15,0 3-7 16,-1-2 9-16,-1-1 11 15,-2 0 2-15,2 1 1 0,1 2 5 16,0 0 0-16,2 2-6 16,0 0-1-16,0 0-2 15,0 2-2-15,2 0-3 16,2 1 3-16,2-1 1 16,-1-1 0-16,2 2 2 0,0-1 1 15,1 0-1-15,1 1 2 16,0 1-1-16,2 1 3 15,0 0-3-15,2 2 0 16,1 0 0-16,-1 0 0 16,0 1 0-16,2-1-2 0,0 1 2 15,-2-1-2-15,2-3 3 16,2 2 10-16,0 1-2 16,3-1-5-16,0 0-2 15,0 3-2-15,0 0 1 16,1 1-1-16,0 0 2 0,1-1-1 15,1 3-1-15,1-3 1 16,1 1-1-16,2-1 0 16,0 0 0-16,3-1 0 15,1-1 1-15,-2 2-1 16,5-2 0-16,-1 2 0 0,1-1 0 16,0 0 1-16,0-1-1 15,0 1 1-15,2-3-2 16,-2 1 1-16,3 0 0 15,-1 0 1-15,5-2-2 16,-4 2 2-16,1 1-1 0,0-1-2 16,0 1 4-16,1-1 0 15,0 1-1-15,1-1-1 16,2 3 1-16,1-2-1 16,-1-1 2-16,1 2-2 15,0-1-1-15,-1-1 1 16,2 1 1-16,2-1-1 0,-1-1 0 15,0 3 0-15,1-1 1 16,-1 2-1-16,0-2 0 16,0 2 0-16,-2-2 0 15,0-2-2-15,-2 2 4 16,-1 0 0-16,-1-1 2 0,-1 1-2 16,-2 0-1-16,-1 1 0 15,0 1-1-15,-3 0 1 16,-2-2-1-16,-2 2 0 15,1 3 0-15,-3-3 0 0,-1 1 1 16,-1 2-1-16,0-1 0 16,-2 1 0-16,-2 0 0 15,0 0 1-15,-3 0-1 16,-2 0 0-16,3 0 0 16,-5 1 0-16,0 1 0 0,-1 1 0 15,-1 0 0-15,0 3 0 16,-2 1 0-16,1 0 0 15,-3 1 2-15,0 1-5 16,-2 2 2-16,0-1 2 16,-2 2 3-16,-1 2-3 15,1-2 0-15,1 3 0 0,-2 0-1 16,1 2 1-16,2 2-1 16,-1 0-1-16,2 4 2 15,-1-1-1-15,1 3 0 16,2-1 0-16,-1-1 0 15,0 1 0-15,1-1 0 0,1 0 0 16,-4-2 1-16,2 1-2 16,1-1 2-16,-2 3-1 15,0-1 1-15,-1 0-2 16,2-1 2-16,-3 2-2 16,-1-1 2-16,1 0-1 0,-3-1-1 15,-1-1 2-15,0-2-1 16,0-1 0-16,0-1 0 15,-6-2 0-15,0-2 0 16,-6-1 0-16,2-2 0 16,-7-1 1-16,-1 0 0 0,-4-2 1 15,-2-1-2-15,-3 0 0 16,-1 1 1-16,-3-1-2 16,0-2-13-16,2 1-45 15,0-4-34-15</inkml:trace>
  <inkml:trace contextRef="#ctx0" brushRef="#br0" timeOffset="140321.1">13599 7217 108 0,'0'3'1'0,"0"0"1"0,0 2 0 0,0-2 0 16,0 0 4-16,0 0-2 0,0-2 5 16,0 0 16-16,0-1 8 15,0 0 17-15,7 0-17 16,1-5-7-16,4-2-19 15,7-5-6-15,4 1 2 16,6-12-26-16,4-4-100 0</inkml:trace>
  <inkml:trace contextRef="#ctx0" brushRef="#br0" timeOffset="141182.69">19891 6192 58 0,'0'0'21'0,"0"0"-16"16,0 0-3-16,0 0 0 0,0 0-2 15,0 0-2-15,0 0-3 16,0 0 5-16,0 0-2 15,0 0 2-15,0 0-10 16</inkml:trace>
  <inkml:trace contextRef="#ctx0" brushRef="#br0" timeOffset="142050.84">20069 9910 149 0,'0'0'21'0,"0"0"21"0,0 0-4 16,0 0-16-16,0 0-13 0,0 0-6 15,0 0-2-15,0 0-1 16,0 0-1-16,-4-31 3 16,4 31 6-16,0 0 7 15,0 0-5-15,0 0-8 16,0 0-4-16,0 0 1 0,0 2 1 15,0 2 1-15,0 0 1 16,0 0-2-16,0-1 0 16,0 0-1-16,0-2 1 15,0-1-2-15,2 0 4 16,3 0 9-16,3-5 9 0,6-5 0 16,6-5-6-16,6-7-3 15,8-1-9-15,11-6-1 16,8-5-11-16,12-7-34 15,6-10-48-15</inkml:trace>
  <inkml:trace contextRef="#ctx0" brushRef="#br0" timeOffset="147717.9">8592 6847 45 0,'0'0'14'0,"-2"0"2"0,2 0-3 15,0 0 2-15,-3 0 5 16,3-1 2-16,-3-1-6 15,3 0-7-15,-1 2-3 0,1-1-4 16,0 1-2-16,0 0-8 16,1-3-20-16,5 1-10 15</inkml:trace>
  <inkml:trace contextRef="#ctx0" brushRef="#br0" timeOffset="148585.22">9351 6348 47 0,'0'0'4'0,"0"0"-3"0,0 0-1 16,0 0-2-16,0 0 1 0,0 0 3 16,0 0 0-16,0 0 2 15,0 0 5-15,0 0-2 16,0 0-1-16,3 0-1 15,-3 0-4-15,0 0-2 16,0 0 1-16,0 0 1 0,0 0-1 16,0 0 1-16,0 0-1 15,0 0 0-15,0 0 3 16,0 0 24-16,0 0 1 16,0 0-19-16,0 0-1 15,0-2-2-15,0 1-1 16,0 1-3-16,0-1 0 0,0 1 1 15,0-1 3-15,0 1-4 16,0 0-1-16,0 0-1 16,0 0 0-16,0 0 0 15,0 0 2-15,0 0-1 16,0 0-1-16,0 0 0 0,0 0-1 16,0 0-3-16,0 0 1 15,0 0-1-15,0 0 1 16,0 0 0-16,0 2-5 15,0-2-4-15,0 1 4 16,0 1-7-16,0-1-5 0,0 0 0 16,0 0-18-16</inkml:trace>
  <inkml:trace contextRef="#ctx0" brushRef="#br0" timeOffset="151398.23">9556 7727 19 0,'4'0'2'0,"-3"0"6"0,-1-2 17 16,0 2 3-16,2-2-2 0,-2 2-7 15,0 0-8-15,0 0-4 16,0 0-7-16,0 0 0 16,0 0 1-16,-3 0 1 15,1 0 0-15,0 0-1 16,2 2 0-16,0-2-3 16,0 2-9-16,0-2-13 0,0 0-6 15,0 0-17-15</inkml:trace>
  <inkml:trace contextRef="#ctx0" brushRef="#br0" timeOffset="152329.9">9818 7430 64 0,'0'0'-4'0,"0"0"4"0,0 0 0 15,0 0 1-15,0 0-1 16,0 0 0-16,0 0 2 16,0 0 16-16,0 0 17 15,0 0 0-15,0 0-4 0,0 0-10 16,13 0-7-16,-13 0-5 16,0 0-4-16,0 0-2 15,0 0 0-15,0 0 0 16,0 0 2-16,0 0 1 15,0 0-1-15,0 0 3 0,0 0-4 16,0 0 3-16,0 0-1 16,0 0-2-16,0 0-3 15,0 0 1-15,0 0-2 16,0 0 0-16,0 0 1 16,0 0 0-16,0 0 1 0,0 0 0 15,0 0-1-15,0 0 1 16,0 0-4-16,0 0 0 15,0 0-5-15,0 0-15 16,0 0-27-16,0-1-36 16,1-8-8-16</inkml:trace>
  <inkml:trace contextRef="#ctx0" brushRef="#br0" timeOffset="152721.84">10114 7148 57 0,'0'0'10'0,"0"0"19"0,0 0-12 0,0 0-4 16,0 0 3-16,0 0-4 0,0 0-3 15,0 0 1-15,0 0-5 16,0 0-4-16,0-9-5 16,0 9-18-16,0 3-12 15,0-1-23-15</inkml:trace>
  <inkml:trace contextRef="#ctx0" brushRef="#br0" timeOffset="153221.01">9782 7511 81 0,'0'0'10'0,"0"0"5"0,0 0 4 15,0 0-4-15,0 0-10 16,0 0-1-16,0 0 2 16,0 0 4-16,0 0 3 15,0 0 7-15,0 0-13 0,0 0-3 16,0 0-2-16,0 0 0 15,0 0-2-15,0 0 0 16,0 0-2-16,5 0-10 16,0 0-8-16,3-6-21 15,1-6-16-15</inkml:trace>
  <inkml:trace contextRef="#ctx0" brushRef="#br0" timeOffset="155065.26">9544 6891 13 0,'-3'0'20'0,"0"-1"-18"0,-1 1 0 0,0 0-1 15,-1 0-1-15,0 0 0 0,-1 0 0 16,1 0 1-1,-1 0-1-15,1 0 12 0,1 0 7 16,-2 0 0-16,2-2-7 16,-1 0-4-16,1 1-5 15,-1-1-3-15,0 0 1 0,-1 1-1 16,1-1 0-16,-1 1 0 16,-1 0 0-16,1 0 1 15,-1 1 0-15,-1 0 0 16,1 0 0-16,1 0-1 15,0 0 0-15,0 0 2 0,0 0-4 16,1 0 2-16,-3 0 0 16,3 2 2-16,-4 1-2 15,4 0 0-15,-3 2 0 16,0 1 0-16,1 0 0 16,0 2 0-16,1 0 0 0,-3 1-2 15,2-1 2-15,0 3 0 16,2-2 0-16,-3 3 0 15,1-2 0-15,1 2 2 16,-1 1-2-16,1 2 0 16,0 1 1-16,1 0-1 0,1 1-1 15,-2 0 2-15,3 0-1 16,0 1-1-16,0 0 1 16,1-2 0-16,2 1 0 15,0 1 0-15,0-3 0 16,0-1-2-16,3 0 2 15,4 0 0-15,1 1-1 0,0-2 0 16,2-2 0-16,2 1 0 16,-2-1 1-16,5-1 0 15,-4 0 0-15,2 0-1 16,-1-1 1-16,0 2 1 16,0-3 0-16,-1 1 0 0,0-1-1 15,2 1 0-15,-1-4 0 16,1 1-3-16,2-1 1 15,0-2 2-15,1-3 1 16,2 0 0-16,3 0 1 0,1 0-1 16,0-6 3-16,3-2-4 15,-1-1 3-15,-2-1-1 16,0 1-2-16,-2-2 1 16,-1-3-1-16,-1 1 1 15,-3-1-1-15,1 0 3 16,-5 1 2-16,0 0 0 0,-7-1 5 15,1 3 1-15,-3 2 0 16,-2-2 3-16,0 1 1 16,-3 2-3-16,-1 0-1 15,0 1 1-15,-1 2 1 16,0 0-6-16,2 1-3 0,1 1-2 16,-1 2-1-16,3 0 1 15,-1 1-2-15,1 0-2 16,0 0-4-16,0 0-21 15,3 0-1-15,2 0-24 16,-2 0-20-16</inkml:trace>
  <inkml:trace contextRef="#ctx0" brushRef="#br0" timeOffset="161995.26">7866 10749 59 0,'-3'0'16'0,"1"-3"9"0,-1 0-12 16,-1 2-1-16,1-1-2 16,0-1 2-16,-1 3 2 0,0-3-5 15,1 2-4-15,-2 0-1 16,3-2 2-16,-4 3 2 15,1-2-2-15,1 0-3 16,-3 1-1-16,1-2-1 16,-3 3 2-16,2-3-2 0,0 3 1 15,-3-3 1-15,3 3 4 16,-4-2-2-16,2 2-2 16,0 0 2-16,-2-1-2 15,2 1-2-15,0 0-1 16,-3 0 1-16,4 0-1 0,-3 0 0 15,3 0 0-15,-2 0 1 16,-4 1-1-16,2 1 0 16,-1-2 2-16,2 3-1 15,-3 0 1-15,2-1 0 16,1 2-1-16,-2-2-1 0,0 1 1 16,3-1-1-16,-2 1 1 15,0 0-1-15,0 0 1 16,-2 1 0-16,1 0 0 15,2 2 0-15,-2 0-1 16,-1 1 1-16,1 0-1 0,-1 0 0 16,1-1 0-16,1 2 1 15,0 1-1-15,1-3-1 16,0 3 2-16,-1-2-1 16,1 0 0-16,1 1 0 15,-1-1 0-15,-2-1 0 0,3 1 1 16,-1-1-1-16,2-1 0 15,1 3 0-15,1-4 0 16,1 2-1-16,-2 0 0 16,1 0-1-16,1 2 6 15,-3 0-5-15,1 2 2 0,0-1-1 16,2 0 1-16,-1 1-1 16,2 0 0-16,-3-2 0 15,4 4 1-15,-1-2 1 16,1 1-2-16,-5-2 0 15,5 2 0-15,-1 2 0 16,0-2 0-16,-1 1 0 0,0 1 0 16,1-1 0-16,1 1 0 15,-1 0 1-15,0 0-2 16,0-2 2-16,1 2-1 16,1-1 2-16,0-1-2 15,-1 0 0-15,1 1 0 0,1 0 0 16,0-2 0-16,0 3 0 15,-2 0 0-15,2-2 1 16,1 2-2-16,0-2 2 16,0 0-1-16,1-1 1 15,0 1 0-15,0-3 0 0,0 3 0 16,0-3 0-16,0 1 0 16,0-2-2-16,0 4 2 15,1-2 0-15,2 1 1 16,0 0-2-16,-1 1 0 15,2-1 0-15,0 2-2 0,1-3 2 16,-1 3 0-16,1-3 2 16,1 1-4-16,1-1 5 15,-1-2-4-15,0 2 2 16,2-1 1-16,-2 0-1 16,1 1 0-16,-2-2 0 15,4 2-1-15,-1 0 1 0,-3 0-1 16,5 1 1-16,-3-1-1 15,1 0 0-15,1 1 0 16,1 0-1-16,1 0 0 16,0 0 2-16,-2-1 0 15,3-1 0-15,-2 2-1 0,1-1 2 16,0 0-2-16,2-1 1 16,-2-2-2-16,0 3 4 15,2-1-3-15,-1-1 0 16,2 0-2-16,-2 1 2 15,3-2 3-15,-3 2-2 0,3 0-1 16,-1-2 1-16,0 3-1 16,1-2 0-16,-1-1 0 15,-1 2 0-15,1 0-2 16,1-1 3-16,0-1 0 0,-4-1-1 16,3 1 0-16,1-1 0 15,-2-1-1-15,2 0 2 16,1 0-1-16,0-2 0 15,3 3 0-15,-2-3 2 16,1 1 0-16,-2 0 0 16,4-2-2-16,-3 2 0 0,0 0 0 15,1-1 1-15,-2 1-1 16,0-2 1-16,2 0-1 16,0-1 2-16,-1 0-2 15,2 0 1-15,-1 0-1 16,0-1 1-16,0-3 1 0,0 1-1 15,0-2 0-15,-2 2 0 16,2-1-1-16,-2 0 0 16,1 0 1-16,-2 0-1 15,2-2 1-15,-2 1-2 0,-1-1 2 16,0 0-1-16,3-2 1 16,-4 1 0-16,0-1 4 15,2-2-3-15,-3 2 0 16,1-1-2-16,-1-4 0 15,1 0 1-15,0 0-1 16,2-1 1-16,-3 0 0 0,3-1 1 16,-2-1 6-16,0 2 0 15,2-1-2-15,-4 0-3 16,-1 1-1-16,1-1-1 16,-1 1 1-16,0-2-1 15,-2 2 1-15,-1 0-1 16,1 1 2-16,-1-2-1 0,-1 1 3 15,-1-2 3-15,-1-1-1 16,2 1-2-16,-3-3-2 16,-2 1 0-16,0-2 0 15,1-1 0-15,-2 1 2 16,2 0-2-16,-2-2 0 0,0 0-1 16,0 2 0-16,0 0-1 15,0 0 0-15,0-1-1 16,0 2 1-16,0 0-1 15,0 1 0-15,-2-2-1 0,0 1 2 16,0 3 0-16,-1-3 3 16,-4 2-2-16,4 0 0 15,-3 2-1-15,1 1 1 16,-2 0-2-16,3 2-1 16,-3 0 3-16,3 0-2 15,-3 0 0-15,1 0 0 0,-1 1 0 16,2-1 1-16,-3 1-1 15,0 0-2-15,1 0 2 16,-2 0-1-16,0 0 2 16,1 0 0-16,2 0 1 15,-4 1 0-15,2-3 0 0,0 4 0 16,-2-2-1-16,3 2-7 16,-3 1 2-16,-1-1 2 15,0 1 4-15,0 1 0 16,-1 1-3-16,-3-1 3 15,2 0-2-15,-3 2-1 0,0 1 1 16,-2 1-1-16,-3 1-1 16,-1 2 2-16,-3 0-1 15,-2 3-2-15,-5 8-14 16,-4-2-46-16,-1-7-71 16</inkml:trace>
  <inkml:trace contextRef="#ctx0" brushRef="#br0" timeOffset="163375.34">8267 13349 96 0,'0'0'21'0,"0"0"19"0,0 0-13 0,0-2-9 16,0 1-12-16,0 0-5 16,0-1 0-16,0 2 0 0,0 0-1 15,0 0 0-15,0 0 1 16,0 0 0-16,0 0 2 15,0 0 2-15,0 0 0 16,0-1 6-16,0 1 1 16,0-1-6-16,2 0-2 15,-2 1 1-15,1-2-1 0,-1 2-1 16,0-1 1-16,0-1 1 16,0 2-2-16,0 0-1 15,0 0 1-15,0 0-3 16,0 0 2-16,0 0-2 15,0 0 0-15,1 0-1 0,-1 0 0 16,0 0 1-16,2 0 0 16,-2 0-2-16,0 0-2 15,0 0-3-15,2 2-4 16,-2 1-15-16,0-1-27 16,0-2-30-16</inkml:trace>
  <inkml:trace contextRef="#ctx0" brushRef="#br0" timeOffset="164210.6">8338 13421 83 0,'0'0'11'0,"0"0"7"0,0 0-15 0,0 0-2 0,0 0 0 15,0 0-1-15,0 0 0 16,0 0-2-16,0 0 0 15,0 0-8-15,0 0 1 0,0 0-6 16,0 0 0-16,0 0-1 16,5 6-23-16</inkml:trace>
  <inkml:trace contextRef="#ctx0" brushRef="#br0" timeOffset="165258.19">8310 13460 123 0,'0'0'34'16,"0"0"-32"-16,0 0-1 15,0 0-1-15,0 0 0 0,0 0 5 16,0 0 7-16,0 0 7 16,-10-5 8-16,8 5-5 15,-2-3-10-15,2 1-5 16,-1 0-6-16,0 0 1 15,-3 0-1-15,2 0-1 0,-2 1 1 16,2-2-1-16,-4 1 2 16,-1 0 1-16,3 0-1 15,-3 0-1-15,-1 1 0 16,0 0-1-16,-1 0 1 16,0 1-1-16,-2-1 0 0,0 1 0 15,2 0 0-15,-1 0 1 16,-1 0 0-16,0 0-1 15,0 0-1-15,0 0 2 16,0 0-1-16,1 1 0 16,0 0 0-16,0 1 0 0,-1 0 1 15,4-2-1-15,-2 4 0 16,1-4 1-16,2 2 0 16,1 0-1-16,-3 0 0 15,2 2 0-15,2-2 0 16,-4 1 0-16,2 1 1 15,-1 0-1-15,1 1 0 0,-1-1 1 16,-2 2 1-16,0-1-1 16,0 1 0-16,0 3-1 15,0-1 0-15,-4 1 0 16,1 1 0-16,0-1 0 0,0-1 1 16,0 1 0-16,-4 1 0 15,5-2 1-15,-2 0 2 16,2 0 0-16,1-1-1 15,4 1-1-15,-2-1-1 16,3 1 1-16,-1-1-1 0,2 0 0 16,-1 1 1-16,2 1-1 15,-1-1 0-15,2 0 0 16,1 2 0-16,-4-2 1 16,4 2-1-16,-2-1 0 15,1 1-1-15,0-1 0 16,-1 0 1-16,4 1-1 0,-2-1 0 15,3 0 1-15,-2 1-1 16,2-3 1-16,0 2-1 16,0-1 1-16,0-1-1 15,2 1-1-15,2-3 0 16,5 1-5-16,-4-5-19 0,2-1-47 16,1-1-99-16</inkml:trace>
  <inkml:trace contextRef="#ctx0" brushRef="#br0" timeOffset="167442.4">7795 13599 103 0,'-5'0'27'0,"0"0"18"0,1 0-21 16,-4 0-17-16,-1 0-7 0,-1 0 2 16,0 2-2-16,-1-1 0 15,0 3 2-15,0 0 9 16,0-1 4-16,0 4-6 15,0-2-4-15,1 2-5 0,0 0 1 16,0 1-1-16,2 3 0 16,2-3 1-16,-2 1-1 15,3 0 1-15,0 1-1 16,3-1 1-16,-2 2 0 16,-1-2 0-16,3 2 0 15,-2 2 0-15,0-2 0 0,0 1-1 16,3-1 2-16,-1 2-1 15,-1 0 1-15,0 0-2 16,2 1 1-16,-2 2 0 16,0-1 0-16,-1 2-1 15,2-4 1-15,-1 4 1 0,1-3 3 16,2-1 0-16,0 1-2 16,0 0-2-16,0-1 0 15,0 2 0-15,0 0-1 16,2 0 2-16,1-1-2 15,1 0 1-15,2 0-1 0,-1-2 2 16,1 1 4-16,-2-1-4 16,2 2 1-16,-1 0-2 15,2 0 0-15,-3-3-1 16,3 1 1-16,-3-1-1 16,5 0 0-16,-4-4-2 15,3 2 4-15,1 4 2 0,-2-2-2 16,1 0-1-16,2 2 0 15,-1 1 1-15,0-1-4 16,3 0 5-16,-3-1-3 16,2 0 0-16,0-1 0 15,2 0-1-15,-2-1 1 0,3-2 2 16,-1 1-1-16,2 0-1 16,-1-3 1-16,3 1 1 15,1 0-3-15,-1 0 4 16,2-1-1-16,-1 0-2 0,0 0 0 15,-2 1 0-15,0-2-2 16,3-1 4-16,-3 1-1 16,3-1-1-16,-1-1 4 15,4 2 0-15,-2-4-1 16,3 0-2-16,1-1-1 16,-1 0 0-16,-1 0 1 0,0 0-1 15,1 0 0-15,-2 0 0 16,2-2 1-16,-2-5-1 15,2 1 0-15,0-2 1 16,-1 0 2-16,-1-2-1 16,1 1-2-16,-3-1 1 0,-2 0-1 15,-1 0 2-15,-1-3-2 16,0 2 6-16,-2-2 5 16,-1-1-5-16,2 0 0 15,-1 0-2-15,1-1-1 16,-1 0-2-16,-2 0 0 0,0-2 1 15,-1 3-1-15,0-1 1 16,-2 1 0-16,-1-2 0 16,2 2-1-16,-5 0 0 15,3 0 1-15,-3-1 0 16,1-1 0-16,0 2 0 16,1-3-1-16,0 1 0 0,1-1-1 15,-1 1 0-15,0 0 0 16,-1 1 0-16,1-1 0 15,-3 3 0-15,-1-2 2 16,0 1 1-16,-1-1 3 0,-1-1 2 16,0 1-4-16,0-1-2 15,0-1 0-15,0 3-1 16,0 0 0-16,0 0-1 16,0 0 1-16,0 3 0 15,0-3 1-15,0 3-1 0,-1-2-1 16,-1 1 0-16,1 1 0 15,0-2-1-15,1 1 1 16,-3 0 1-16,1 2 2 16,2-2-3-16,-1 1 1 15,-1 0 0-15,1 0-4 16,-2 1-2-16,1 1 2 0,-2 0 4 16,0 1 3-16,0 0-3 15,0-2 0-15,-1 3 2 16,1-2-3-16,-2 0-1 15,1-1 4-15,-1 1-1 16,-1 0-2-16,2-1 2 0,-4-1-2 16,0 2-1-16,0-2 0 15,-5 2 4-15,1-1-1 16,-1 1 9-16,-4 0-20 16,0 2 19-16,-2 1-11 15,-2 4 0-15,-2 0-1 0,-1 2 1 16,0 0-7-16,-4 0-13 15,2 6-16-15,-3-2-25 16,1-4-55-16</inkml:trace>
  <inkml:trace contextRef="#ctx0" brushRef="#br0" timeOffset="168801.99">3665 11944 63 0,'-9'0'22'16,"0"0"8"-16,0 0 8 0,1 0 7 0,1 0-15 16,-1 0-7-16,3-3-12 0,0 3-3 15,2-3 0-15,2 1-3 16,1-1 1-16,-2 3-4 15,2-1 1-15,0 0-4 16,0 0-3-16,2 0 5 16,2-1-1-16,4 2 0 15,0-1 1-15,0 1 0 0,1 0 0 16,0 0-1-16,0 0 0 16,0 0 0-16,0 3 1 15,1 1-2-15,-1 4 1 16,-2-3 0-16,-1 2 0 0,-1 0-2 15,-4 2 1-15,-1-3 0 16,0 4 2-16,0-1-2 16,-7 0 0-16,-4 2-1 15,-4 0-2-15,-2-1 4 16,2 0 1-16,-2 0 0 16,3-2-1-16,2-2 0 0,2-1 0 15,4-2 0-15,1 0-4 16,3-3-22-16,2 0-33 15,0-3-48-15</inkml:trace>
  <inkml:trace contextRef="#ctx0" brushRef="#br0" timeOffset="169207.06">3804 11880 115 0,'0'0'4'0,"0"0"3"0,0 0-5 0,0 0-2 15,0 0 0-15,0 0 1 16,-30 0-2-16,24 5 2 15,-4 0-2-15,1 2 2 16,-1 1 3-16,4 0 1 0,-3 1 2 16,2 0-1-16,1 1 0 15,1 1-1-15,2 1 1 16,2-2 0-16,-1 2 0 16,2-2 3-16,0 0 1 15,0 0-4-15,0 0-3 0,2-3 6 16,2 0 5-16,4 0-3 15,2-1-5-15,4 2-2 16,3-2-1-16,1-5-4 16,0-1-149-16</inkml:trace>
  <inkml:trace contextRef="#ctx0" brushRef="#br0" timeOffset="170210.86">3874 12083 215 0,'0'-3'25'0,"0"0"14"0,0 0-19 16,-2 3-2-16,2 0-10 15,0 2-7-15,0 9-4 16,0 8 2-16,0 1-12 16,0 5-53-16,0 3-92 0</inkml:trace>
  <inkml:trace contextRef="#ctx0" brushRef="#br0" timeOffset="170967.2">3524 13460 83 0,'0'0'3'0,"0"0"6"0,0 0 3 15,0 0 2-15,0 0 4 0,0 0 8 16,0 0 1-16,0 0-1 16,0 0 1-16,0 0-8 15,-11-16-12-15,11 13-3 16,6 0-4-16,0 2 0 16,0-4-1-16,4 2 3 0,-3 1-2 15,2-2 0-15,-2 3 0 16,3 0 1-16,-3 1 0 15,1 0-1-15,2 0 0 16,-2 1 0-16,0 4 0 16,-2 0-1-16,-1 3 0 15,1-2 1-15,-4 3 0 0,-1-2 2 16,-1 0-2-16,0 2-1 16,0-2 1-16,-8 1 1 15,1 1-2-15,-3 1-1 16,-3 0 6-16,-2-2-3 0,3 1-2 15,0-1 1-15,2 0-1 16,1-3-3-16,3-1-21 16,1-4-38-16,2 0-32 15</inkml:trace>
  <inkml:trace contextRef="#ctx0" brushRef="#br0" timeOffset="171342.99">3727 13387 116 0,'0'0'7'0,"0"0"2"0,0 0-3 15,0 0 5-15,0 0 2 16,0 0 7-16,0 0-6 0,0 0-5 15,-32-3-2-15,27 4 3 16,-1 4-7-16,1 4-2 16,-2-3 0-16,0 2 1 15,1 2 0-15,1-1-2 16,1 1 3-16,1-2-1 16,-1 1-1-16,3 0 2 0,1 0-1 15,-4-1-1-15,4 0 0 16,0 1-1-16,0 1 1 15,0-3-1-15,7 0-2 16,0-1-4-16,2-3-13 16,2 0-10-16,1-3-27 0,0 0-21 15</inkml:trace>
  <inkml:trace contextRef="#ctx0" brushRef="#br0" timeOffset="171785.21">3760 13516 167 0,'0'0'17'0,"0"0"11"16,0 0-24-16,0 0-3 15,0 0 0-15,0 0 0 16,0 0 2-16,33-17-3 0,-24 17 0 16,-1 0 0-16,1 0 1 15,0 0 0-15,-2 3-1 16,0 3 0-16,-1 3-1 15,-2-1-3-15,0 2 7 16,-3-1-9-16,-1 1 3 0,0 0 2 16,0-1 1-16,-1-1-1 15,-5 1 2-15,1 0-1 16,-2-2 0-16,2 1-10 16,0-2-10-16,0-1 10 15,1-1 9-15,1-2 2 16,2 0-1-16,1-2 3 0,0 0 4 15,0 0 9-15,0 0-3 16,0 0 10-16,5 0-2 16,3-2-5-16,-1-2-2 15,5 1 2-15,-2-1-1 0,3 0-6 16,0-1-3-16,2 2-3 16,2 1-2-16,2 1-2 15,1-2 0-15,-1 0-19 16,-5-4-109-16</inkml:trace>
  <inkml:trace contextRef="#ctx0" brushRef="#br0" timeOffset="173215.01">3985 11977 6 0,'0'0'63'0,"0"0"-45"0,0 0-1 0,-2 0-6 15,2 0 6-15,-1 0-5 0,-1 0-1 16,2 0 5-16,-2 0-3 15,2 0-6-15,-1 0 2 16,1 0 0-16,0 0-7 16,-1 0-2-16,1 0-2 15,0 0 2-15,0 0-1 0,0 0 1 16,0 0 1-16,0 0-2 16,0 2 1-16,0-2-2 15,0 0 1-15,6 0 4 16,-1 0-2-16,3 0 2 15,1-2-4-15,1 0 3 16,4 0 0-16,-1-2-2 0,1 0 1 16,4 0-1-16,2-2-1 15,2 1 1-15,0-1-1 16,2-2 2-16,1 2 0 16,1-2-2-16,-2-1 2 15,3 1 0-15,0-1-1 0,1 1 1 16,2 0 3-16,1-2-4 15,0 1 2-15,2 0-2 16,2 0 1-16,1-1 0 16,1-2-1-16,1 0 0 15,3 2 0-15,0-3 0 0,2 0 0 16,1 1 2-16,0-1 1 16,-2-2 1-16,5 2-1 15,1-2-1-15,0 0-1 16,1-2-1-16,1 4 0 15,-3-1 0-15,2 0 1 0,0 1-1 16,2 0 1-16,-3 0-1 16,4 1 0-16,3 0 1 15,0 0 2-15,0 1-2 16,1-1 1-16,5-1-2 16,1 0 1-16,1 0 1 0,0 0-2 15,4-2 0-15,-3 1 2 16,3-1 0-16,0-1 3 15,-2 1 0-15,-3 0-3 16,0 0 0-16,1 0 1 16,-3 0-2-16,-1 2 0 0,0-2 1 15,-2 0 0-15,-3 1 0 16,-1 0 1-16,-6 2 1 16,-2 0-1-16,-8 1 2 15,-1 1-1-15,-6 1-2 16,-6 4 0-16,-2-1-1 0,-5 1 0 15,-4 2-1-15,-4 3 0 16,-2 0 0-16,-4 0-3 16,-3 3-30-16,-7 3-62 15</inkml:trace>
  <inkml:trace contextRef="#ctx0" brushRef="#br0" timeOffset="175044.49">3915 12003 38 0,'2'-3'13'0,"-2"2"-2"0,0-1 1 0,0 2-2 16,0-1-3-16,0 0-2 15,0 0-2-15,0 1-2 16,0 0 1-16,0 0-1 16,0 0 8-16,0 0-1 15,0 0-7-15,0 0-1 0,0 0 2 16,0 0 4-16,0-2-5 16,0 2 13-16,0 0-3 15,0-1 5-15,0 1-10 16,0-2 0-16,2 2-6 15,0 0 0-15,2 0 0 0,-1 0-1 16,0 0-1-16,0 0 2 16,-1 0-1-16,-1 0 2 15,1 0 1-15,0 0-2 16,-1 0 2-16,-1 0 0 16,2 0 1-16,0 0 0 0,-2 2 0 15,0-2-2-15,1 1 1 16,1-1-2-16,-2 0 0 15,3 1 0-15,-1 0 1 16,0 0-1-16,2 1 1 0,-1 0-1 16,1-1 1-16,2 1-2 15,-3 2 2-15,3-2-1 16,-1 1-1-16,3 2 2 16,-1-1-1-16,0 1 0 15,4 0 0-15,0-2 0 16,1 3 0-16,2-1 1 0,1 0-1 15,-1 1 0-15,1 1 0 16,2-1 0-16,-1 0 0 16,0 0 0-16,1 1 0 15,1-2 0-15,-2 3 0 16,1-2 0-16,1 2 0 0,0-2 0 16,3 2 0-16,1-2 1 15,1 2-2-15,2 1 1 16,1-1 0-16,2 3 0 15,-1-1 0-15,1 0 0 16,-2 1 1-16,-1 2-2 0,0-1 1 16,2 1 1-16,-2 1-1 15,3 1 0-15,1 0 0 16,3 0 0-16,2 1 0 16,-1-2 0-16,1 1 0 15,0 1 0-15,0-1 0 16,-1 1 0-16,0 0 0 0,2 0 1 15,-2 1-1-15,3 2 1 16,-1 0 0-16,1 0 1 16,2 3-2-16,0 0 1 15,0 0 0-15,3 1 0 0,0 1 0 16,2-1 0-16,0 0 2 16,-1-1 3-16,2-1 3 15,1 1 1-15,-3-2-3 16,3 1-1-16,1 1-3 15,-2 0 1-15,2 0-1 0,0 1-2 16,-1-1 1-16,3 2-1 16,-2-1-1-16,2-2 1 15,1 1-1-15,-1 0 1 16,-1-1 0-16,-1-1 2 16,0 1-1-16,-2 0 3 15,0 1-1-15,0 0 0 0,-4 1-2 16,0 2 0-16,-2 1-2 15,3 1 1-15,-3 1-1 16,1-1 0-16,-2 1 1 16,3 0 1-16,0-2 0 15,0 0 7-15,2 1 0 0,3 0-4 16,-2 0 4-16,5 0-1 16,1-2-5-16,-3 2 0 15,2-2 0-15,1-3-3 16,-1 2 3-16,-1-3 1 15,-2-1 1-15,2-2-1 0,0 0 0 16,-1-1-1-16,-2-1 1 16,-2 1 0-16,0-1 0 15,-4 0-1-15,-4-1 0 16,-3-1-2-16,-5 1-1 16,-1-1 0-16,-8 1-1 0,-3-1-2 15,-5 2-4-15,-6-2-21 16,-3-2-29-16,-3-5-36 15</inkml:trace>
  <inkml:trace contextRef="#ctx0" brushRef="#br0" timeOffset="176519.11">4075 13377 50 0,'-2'3'17'0,"2"-3"16"0,-1 0-3 0,1 0 0 0,0 0-6 16,0 0-17-16,0 0-6 16,0 0-6-16,0 0 2 15,0 0 4-15,0 0-1 16,1 0 3-16,1 0-4 15,0 0 4-15,-1-3-2 0,2 1 1 16,0 0 0-16,1 0 1 16,4-2-2-16,-1 0 0 15,2 0 1-15,2-3-1 16,1 0-1-16,3 0 2 16,-1-3 1-16,1 1 1 15,0-3 0-15,3 0 2 0,-1-2 0 16,2 1 3-16,1-1-3 15,2 0-1-15,3 0-4 16,2 0-1-16,3-1 1 16,1-1-1-16,1-1 0 15,3-2 1-15,0 2-1 0,4-1 0 16,-1-2 0-16,-1 0 0 16,5 1 1-16,-4 0-1 15,4 0 1-15,-3-2 0 16,1-1 0-16,4-1 0 15,0-2 1-15,2-2 1 0,-1 0 0 16,2-1-3-16,3 1 3 16,0-1-1-16,1-2-1 15,0 1 0-15,1 1 0 16,-1-5 1-16,3 1-2 16,0-1 1-16,1-1-1 0,2-1 1 15,-1 0 0-15,3 1 0 16,0-2 0-16,3 0 0 15,-2 0-1-15,2 0 0 16,1 1 0-16,-3 0 1 16,3 1-1-16,-4 1 0 0,-1 3 0 15,-2-1 1-15,0 0 0 16,-4 3 1-16,0-3 5 16,-3 1-2-16,-1 2 0 15,2 0-4-15,-8 2 0 16,3-1-1-16,-3 4 1 0,-2 1-1 15,0 1 0-15,-4 1 1 16,0 2 1-16,-5 0-1 16,1 2 1-16,-6 0 2 15,0 0-2-15,-2 1 0 16,-2 0-2-16,0 1 1 16,0 0-2-16,-1 2 2 0,-2-1-1 15,2 1 0-15,-2 1 0 16,-1 1 0-16,-1 1 1 15,-3 1-1-15,0-1 0 16,-4 4 1-16,-1-1-1 0,1 1 0 16,-5 2 0-16,-1 0 0 15,-1 3 0-15,-2-1 0 16,0 1-3-16,-1 0-4 16,0 3-12-16,0 0-29 15,-6 0-88-15</inkml:trace>
  <inkml:trace contextRef="#ctx0" brushRef="#br0" timeOffset="177734.5">4043 13363 186 0,'0'-1'-11'0,"0"-1"16"0,-3-1 0 0,1 3-5 16,-2 0-1-16,2-1 1 15,1 0-1-15,-1 1 2 16,2 0 0-16,0 0 0 15,0 0-1-15,0 0 1 0,8 0 0 16,1 0 0-16,4 0 1 16,3 1 2-16,5 0-1 15,0 2-2-15,3-1 0 16,1-1-2-16,3 2 2 16,2 0 0-16,4-1-1 0,0 1 0 15,7 0 2-15,2 1 0 16,-3 1 2-16,6 0-2 15,-1 3-1-15,1 0-1 16,2 0 1-16,-1 0 1 16,2 5 1-16,2-3 3 0,3 4-1 15,1 0 1-15,2 0-3 16,1 0-1-16,3 1 0 16,-1-2-1-16,4 0 0 15,2-2 0-15,2-1 3 16,1-1 1-16,2 0-2 0,2 2-2 15,-1-2 0-15,-4 3 1 16,4 1-2-16,-4 0 0 16,2 0 0-16,0 1 0 15,-1-2 0-15,3 0 0 16,1-3 1-16,-2 0 1 0,3-4-1 16,1-2 5-16,0 0 0 15,0-1 0-15,-3-1 0 16,-1 3 2-16,-3 0-3 15,-6 2 0-15,0 2 1 16,-7 2-1-16,0 0-4 16,-4 2 0-16,-2 0 0 0,0 2-1 15,-8-3 1-15,4 3 0 16,-5-3-1-16,-4-2 1 16,-1-1 0-16,-2 1 1 15,-6-4 8-15,-3 0 2 16,-3-3-1-16,-4 0-2 0,-1-1-1 15,-5 1-5-15,0-2-2 16,-1 0-1-16,-1 1 0 16,0 0-2-16,0 1-8 15,0-1-26-15,-1-1-35 0,-2-3-140 16</inkml:trace>
  <inkml:trace contextRef="#ctx0" brushRef="#br0" timeOffset="181470.64">5316 11373 31 0,'-2'0'15'0,"1"0"5"0,-3 0-8 16,0 0 0-16,2 0-2 15,-1 0-1-15,-2 0 2 16,4 0 5-16,-1 0 6 16,1 0-5-16,1 0-6 0,0 0-6 15,0 0-5-15,0 0 0 16,0 0-3-16,0 0 4 16,0 0 0-16,0 0 4 15,0-1 0-15,0-2-2 16,0-2 5-16,0-2 4 0,0-2-3 15,0 0-4-15,0 0-1 16,0-1-2-16,0 1-1 16,0-2 2-16,-2 1 0 15,0 0-1-15,-1 0 2 16,2 1 2-16,0 0-3 0,-2 2 0 16,3 0-2-16,-2 2 0 15,2 0-1-15,0 3 1 16,0 0-1-16,-1 0 1 15,1 2-1-15,0 0-1 16,0 0-2-16,0 4 2 0,1 4-1 16,6 2 3-16,1 2-1 15,0 1 0-15,1 1 1 16,1 0-1-16,0-1 0 16,1 0 0-16,-1 0 0 15,2 0 0-15,-3 0 0 16,0-2 1-16,-2 1-1 0,1-2 0 15,-3 1 0-15,-1-3-1 16,-3 2-15-16,-1-2-21 16,0-1-6-16,-1-2 0 15,-8-1-4-15</inkml:trace>
  <inkml:trace contextRef="#ctx0" brushRef="#br0" timeOffset="181606.96">5294 11470 59 0,'0'0'16'0,"0"0"33"0,0 0 7 0,0 0-13 0,0 0-30 16,0 0-11-16,0 0 1 16,42-4-3-16,-9 0 1 15,3-2-27-15,4-5-108 16</inkml:trace>
  <inkml:trace contextRef="#ctx0" brushRef="#br0" timeOffset="182368.99">5913 12061 82 0,'0'0'9'0,"0"0"6"0,0 0 1 0,0 0-11 16,0 0-2-16,0 0 2 16,0 0 0-16,0 0-3 15,0 0 3-15,0 0 1 16,-4 2 6-16,6-2 2 16,1-6-5-16,-1-1-4 0,-1-1 0 15,1-1-3-15,-2 0 1 16,0-2 3-16,0 0-1 15,0 1-1-15,-3 0 2 16,1-1-3-16,1 1 2 16,-3 2-2-16,4 1-2 0,-2 2 0 15,1 1 1-15,1 3-2 16,0 0 0-16,0 1 0 16,0 0-1-16,0 1 0 15,3 4-1-15,3 4 3 16,-1 0-1-16,2 1 0 0,3 1 0 15,-3 1 1-15,4 1-1 16,0-2 0-16,0 3 0 16,0-3 0-16,-2 1-2 15,0-1-32-15,-1-1-18 16,-7-1 2-16,-1-1-13 0</inkml:trace>
  <inkml:trace contextRef="#ctx0" brushRef="#br0" timeOffset="182504.05">5947 12130 99 0,'0'0'42'16,"0"0"5"-16,0 0-13 0,0 0-13 16,0 0-17-16,0 0-1 15,0 0-1-15,54-24 0 16,-23 11-6-16,4-3-60 16,1-6-63-16</inkml:trace>
  <inkml:trace contextRef="#ctx0" brushRef="#br0" timeOffset="183344.73">5957 10420 64 0,'0'0'7'0,"0"0"12"0,0 0-9 0,0 0-1 0,0 0 4 16,0 0 4-16,0 0-16 15,0 0-7-15,0 0 7 16,0 0 3-16,-10-6 1 15,15 6-2-15,1 2 1 16,1 1 2-16,2 2-4 16,0 2 0-16,2 0-2 15,3 3 1-15,-1 1-1 0,4 0 1 16,-3 0-1-16,6 3 0 16,2-3 0-16,6 4-1 15,1-2 0-15,4 2 1 16,2 0 1-16,3 3 2 15,-1-1-3-15,0 2 1 0,-2 1-1 16,0 2 0-16,0 2 0 16,2 1 1-16,-1 0 0 15,1 3 3-15,0-1-1 16,0 0 0-16,-1 1 1 16,-1-3-1-16,1 1-1 0,0-2 1 15,-1 1-2-15,-4-1 3 16,-1-1-1-16,-4 1-3 15,-3-1 0-15,-3-3 1 16,-2 1 0-16,-7-4 1 0,-4-2-2 16,-2-2-7-16,-5-10-66 15</inkml:trace>
  <inkml:trace contextRef="#ctx0" brushRef="#br0" timeOffset="184084.2">5010 10427 35 0,'0'0'95'0,"0"0"-58"0,0 0-13 0,0 0-10 0,0 0-1 15,0 0-5-15,0 0 0 16,0 0-6-16,0 0 3 16,0 0 1-16,0 0-5 15,32-24 1-15,-18 18-2 16,1 2 1-16,1-2 0 15,2 3-1-15,-1-1 0 0,2 1-2 16,-1-1-11-16,-2-2-38 16,0-1-31-16</inkml:trace>
  <inkml:trace contextRef="#ctx0" brushRef="#br0" timeOffset="185015.99">5391 10218 23 0,'0'0'13'0,"0"0"-5"0,0 0-2 16,-14 31-2-16,14-22 2 0,0 0-4 15,0 0-1-15,3 0 3 16,5 0 2-16,1-3-1 15,3-1 6-15,-1-1-1 16,3-3 1-16,-2-1 0 16,3 0-4-16,-3 0-2 15,1-1-1-15,-1-3-2 0,-1-1 0 16,-1-1 3-16,-1-3-2 16,-1 2 3-16,-3 0 7 15,-3-2 7-15,-1 2 1 16,-1-4-8-16,0 3-6 15,0-2 1-15,-3 1-5 0,-6 0-1 16,3 0-2-16,-3 1 0 16,0 5-1-16,-2 2 4 15,0 1-4-15,1 0 0 16,-1 4 2-16,4 5-3 16,-3 1-16-16,4-1-39 0,3-2-24 15</inkml:trace>
  <inkml:trace contextRef="#ctx0" brushRef="#br0" timeOffset="185208.09">5654 10154 82 0,'0'0'119'0,"0"0"-116"16,0 0 6-16,0 0-4 0,0 0-2 15,0 0-2-15,0 0-7 16,0 0-31-16,0 0-18 16,8-8-54-16</inkml:trace>
  <inkml:trace contextRef="#ctx0" brushRef="#br0" timeOffset="185713.8">5845 9994 16 0,'0'0'19'0,"0"0"-4"15,0 0 1-15,0 0 3 16,0 0-10-16,0 0-4 16,0 0-2-16,0 0 1 15,-24 33-2-15,23-26-1 0,1 0 2 16,0-2-1-16,0-1 3 16,0 2 1-16,4-2 7 15,2 0 0-15,1 0 2 16,1-1-3-16,1 0-1 15,1-1-2-15,-1-1-2 16,0 1-2-16,1 1-2 0,0-1-1 16,-3 2 0-16,-2-1-2 15,0 0 1-15,-2 2-1 16,-3-2 1-16,0 4-3 16,0 0 7-16,-7 1 0 15,-4 1-1-15,-1 1-4 0,0 0 3 16,-2 0-2-16,-1 0 0 15,1-1 0-15,1 0 0 16,4-3-1-16,1-1-19 16,2-2-39-16,3-3-12 15</inkml:trace>
  <inkml:trace contextRef="#ctx0" brushRef="#br0" timeOffset="185975.25">5818 10018 42 0,'0'0'16'0,"0"0"10"0,0 0-3 0,0 0 5 16,0 0-2-16,33-33 2 15,-20 22-8-15,3 2-5 16,4-3-1-16,5 2-5 16,5 1-6-16,7-1-2 0,0 1-2 15,4-4-24-15</inkml:trace>
  <inkml:trace contextRef="#ctx0" brushRef="#br0" timeOffset="187791.95">6151 12891 133 0,'-2'0'27'0,"2"0"2"0,0 0-20 0,-2 0-6 15,2 0-2-15,0 0 0 16,0 0 0-16,0 0 1 16,0 0 7-16,0 0 5 0,0 0 4 15,0 0-4-15,0-2-9 16,0 2-4-16,0 0-1 15,5-3 2-15,3 1 0 16,0-1 1-16,1-1-1 16,1-1-1-16,1 3 2 15,-1-1 0-15,3 0-1 0,-1 3-2 16,1 0 0-16,0 0 0 16,-2 0 1-16,0 0-2 15,-1 0 0-15,-2 3-14 16,1-2-38-16,1-1-76 15</inkml:trace>
  <inkml:trace contextRef="#ctx0" brushRef="#br0" timeOffset="188055.47">6451 12749 229 0,'0'0'38'0,"0"0"-11"16,0 0-11-16,0 0-13 16,0 0-5-16,0 0 1 15,0 0 1-15,4 51 0 16,-2-21 0-16,-1 6-9 15,-1 3-47-15,0 1-83 0</inkml:trace>
  <inkml:trace contextRef="#ctx0" brushRef="#br0" timeOffset="188674.46">5757 13987 179 0,'0'0'19'0,"0"0"30"0,0 0-26 0,0 0-10 0,0 0-7 16,0 0 0-16,0 0 0 15,0 0-1-15,0 0-2 0,0 0-1 16,33 0-1-16,-21 0 2 16,1 0-3-16,4 0 0 15,0 0 0-15,4-2 0 16,0 1-4-16,1-2-39 15,-1-2-63-15</inkml:trace>
  <inkml:trace contextRef="#ctx0" brushRef="#br0" timeOffset="188859.14">6110 13841 270 0,'0'0'15'0,"0"0"-2"16,0 0-10-16,0 0-3 16,0 41 0-16,0-19 0 15,0 2-4-15,5 2-38 0,-2 0-61 16</inkml:trace>
  <inkml:trace contextRef="#ctx0" brushRef="#br0" timeOffset="189693.24">7559 13900 107 0,'0'0'2'0,"0"0"-1"0,0 0 1 15,0 0-10-15,0 0-1 16,0 0 13-16,0 0 4 0,0 0 9 16,0 0 11-16,0 0 13 15,-26-2-10-15,25 2-16 16,-3 0-9-16,2 0-3 16,-4 3-2-16,1 2-1 15,-2 0 0-15,-1 1 1 0,-5 3 1 16,-3 0 4-16,0 1 0 15,-5 4-1-15,-3 0 0 16,-1 4-2-16,-4 0 0 16,-2 2 1-16,-1 2-3 15,-4 0 2-15,-1 0-2 16,-1 4 0-16,-3-1 0 16,-2 0 0-16,-3 1 0 0,1 1 0 15,0-1 0-15,-3 3 1 16,5-1 0-16,-3-2 4 15,2 1-3-15,3 0 0 16,1-2-1-16,3-1 1 0,1 0 0 16,4-3-1-16,-2-1 0 15,3-3 0-15,2 1-1 16,3-3 0-16,4-2 2 16,0-3-3-16,4-3 1 15,4 1-1-15,2-5 1 0,3 3-1 16,2-3 0-16,0 1-1 15,3 0-8-15,-1-1-27 16,2 0-55-16</inkml:trace>
  <inkml:trace contextRef="#ctx0" brushRef="#br0" timeOffset="190453.25">5721 14889 0 0,'0'0'11'0,"0"0"31"0,0 0 9 16,0 0 4-16,0 0 2 15,0 0-22-15,0 0-6 16,0 0-12-16,0 0-12 16,0 0-1-16,0 0-2 15,0 0-2-15,0 0-2 0,1 1 1 16,-1 4 0-16,3 3 3 15,-2 2-2-15,3 0 1 16,-1 1 2-16,-1 1-2 16,2 2 3-16,0-1-3 15,-1-1 1-15,-1 1-1 16,2 1 0-16,-1-3-1 0,-2 1 0 16,0 0 0-16,1-3 0 15,1-1 0-15,-2 0 2 16,1-2-2-16,-1-1 1 15,2-1 0-15,3 0-3 16,0-4-15-16,3 0-51 0,0-3-72 16</inkml:trace>
  <inkml:trace contextRef="#ctx0" brushRef="#br0" timeOffset="190648.31">5907 14976 297 0,'0'0'22'16,"0"0"-11"-16,0 0 13 16,0 0 4-16,0 0-14 0,0 0-11 15,0 0-2 1,0 0-2-16,0 0-9 0,-7-7-20 16,12 7 1-16,3 0-20 15,-1-2-57-15</inkml:trace>
  <inkml:trace contextRef="#ctx0" brushRef="#br0" timeOffset="191193.39">6050 14907 172 0,'0'0'56'0,"0"0"-41"0,0 0-10 16,0 0-5-16,0 0-1 16,0 0-1-16,0 0 1 15,-5 34-1-15,3-27 2 16,2 1 0-16,0-2 1 15,0 1 0-15,0-2 0 0,0 0 1 16,0-2 0-16,0 2-1 16,0-4 1-16,2 2 0 15,1-2 1-15,0 0 1 16,0-1 0-16,2 0 0 16,0 2 3-16,0-2 3 0,0 1-4 15,0 1-4-15,0-1-1 16,2 2 1-16,-3 1-1 15,1-2-1-15,-2 2 1 16,0-1 1-16,-1 0 1 0,0 1 1 16,-2 0 0-16,0 0 2 15,0 1-1-15,0-1 2 16,-2 1-5-16,-3 0 0 16,0 0 1-16,-2-1-1 15,-1 1-2-15,1 0 2 16,0-1-2-16,-1 0 0 0,4-1-2 15,-1-3-19-15,1 0-43 16,3-1-73-16</inkml:trace>
  <inkml:trace contextRef="#ctx0" brushRef="#br0" timeOffset="191349.14">6059 14890 284 0,'0'0'7'0,"0"0"-3"0,0 0-4 0,0 0 0 0,24-32 0 16,-9 20-5-16,4-3-32 15,2-6-96-15</inkml:trace>
  <inkml:trace contextRef="#ctx0" brushRef="#br0" timeOffset="192981.31">7645 10793 59 0,'0'0'23'0,"0"0"4"0,-2 0-9 0,2 0 3 16,0 0-11-16,0 0-9 15,0 3-3-15,0-1 3 0,-2 2-1 16,2 1 1-16,0 1-1 16,-1 3 0-16,1-1 1 15,0 3 0-15,0 1 0 16,0 3 2-16,0 0-1 16,0 3-2-16,1 2 3 0,3 3-3 15,0 2 0-15,2 2 1 16,-3 4-1-16,-1-1 1 15,1 2-1-15,-1-2 0 16,0 2 0-16,-1-2 0 16,1 1 0-16,0-1 0 0,-1 1 1 15,2 2-2-15,1 0 0 16,-2 3 4-16,-1-2-2 16,2-1-1-16,2 0 5 15,-2 0 6-15,1-1-4 16,2-2-5-16,-5 0 0 0,1 0 1 15,-1-3-2-15,-1-2 3 16,0-1 1-16,0-3-2 16,0 1-2-16,0-4 1 15,0-5-19-15,1-6-139 16</inkml:trace>
  <inkml:trace contextRef="#ctx0" brushRef="#br0" timeOffset="193791.07">7996 13436 137 0,'0'0'61'0,"0"0"-21"0,0 0-16 0,0 0-15 15,0 0-8-15,0 0-2 0,0 0 0 16,0 0-1-16,0 0 3 16,0 0-1-16,0 0-1 15,0 0 1-15,14 43 1 16,-11-25-1-16,2 3 0 15,-2 0 1-15,3 4-1 0,0 2 1 16,0 2-1-16,-1 1 1 16,2 3-1-16,-2 0 0 15,0 2 2-15,0 0-2 16,-2-3 0-16,3 0 1 16,-2 0 0-16,2-5 0 15,-3-1 0-15,1 1 0 0,-1-4-1 16,0-2 1-16,-2 2-1 15,1-4 0-15,-1 0 0 16,-1-4 0-16,0 1 1 16,0-1 2-16,0-2 2 15,0-2 1-15,0 0 0 0,-3-2-1 16,2 0-1-16,0-4-2 16,1 0 1-16,0 1-3 15,0 0 1-15,0 0-4 16,0-2-20-16,1-4-117 15</inkml:trace>
  <inkml:trace contextRef="#ctx0" brushRef="#br0" timeOffset="195692.65">8426 11160 82 0,'0'0'2'0,"0"0"-2"0,0 0-23 0,0 0 7 0,0 0-9 16,0 0 8-16,0 0 26 16,0 0 32-16,0 0-3 15,0 0-19-15,0 0-9 16,0 0-9-16,0 0-3 16,0 0-1-16,0 0 1 15,0 1-2-15,0 1 2 0,0-2 2 16,0 0 4-16,0 0 9 15,0 0 15-15,0 0-11 16,0 0-16-16,1 0 2 16,2 0-3-16,1 0 1 0,0 0-1 15,-3 1 0-15,3 0 0 16,0 0 0-16,0 0 0 16,2 2 0-16,4-1 0 15,-3-1 0-15,2 1 0 16,2 2 0-16,0 0 0 15,-1 0 0-15,-1 0 0 0,2 2 0 16,-4 0 0-16,2-1 0 16,3 1 0-16,-1 2 1 15,2 1-1-15,4 0 0 16,0 2 0-16,4-1 0 0,0 2 0 16,3-1-1-16,-1 1 0 15,5 0 1-15,-1 0 2 16,3 2-3-16,-2-1 2 15,5 2 0-15,2 1 0 16,2 1-1-16,2 2 0 0,-1 4 0 16,3-2 1-16,0 2-1 15,2 0 0-15,-1 2 0 16,1 1 0-16,1 2 0 16,-1 2 0-16,-2 2 0 15,1 0 1-15,-1-2-2 16,-1 3 1-16,3-2 1 0,-1 2-1 15,-1-3 4-15,0 2 2 16,1-1 2-16,2 2-2 16,2 1-1-16,-1-1-2 15,3 0 0-15,-1 0 0 16,2-1 1-16,0 1-3 0,1-2 1 16,1 2-1-16,0 4 1 15,2-1 1-15,0 3-3 16,0 2 1-16,1-2 1 15,2 1-1-15,0-1-1 16,0-1 1-16,1-1 0 0,2 0-1 16,-1-3 0-16,0-1 1 15,-3-6-1-15,0-2 1 16,-5-3 0-16,-1-5 0 16,-5-1-1-16,-4-4 1 15,-5-1-1-15,-4 0 0 0,-6-4 0 16,-4 0 0-16,-7 1 0 15,-6-3-1-15,-5-4-40 16,-3-1-95-16</inkml:trace>
  <inkml:trace contextRef="#ctx0" brushRef="#br0" timeOffset="196903.25">8659 13739 91 0,'-5'2'1'0,"3"-1"1"0,1 0-1 0,1 0-1 15,-1-1 1-15,1 0 0 0,0 0 8 16,0 0 1-16,0 0-4 16,0 0-2-16,0 1 5 15,1-1-2-15,2 0-2 16,2 2-1-16,1-2-2 15,1 0 0-15,-1 0 1 16,0 0-2-16,4 0 5 0,-3-3 3 16,2 0 1-16,1-1-3 15,0 0 1-15,2-1-2 16,1 1-2-16,1-1-1 16,2 0-2-16,1-3 0 15,4 1-1-15,0-1 1 16,1 0 0-16,1 0 2 0,2-1 7 15,2 1 1-15,1-2-3 16,2 1-5-16,2-3-1 16,0 2-1-16,2-1-1 15,0-1 0-15,2-2 1 0,-2 0-1 16,3 1 0-16,0-2 1 16,0 0 2-16,3-2 6 15,1 1 1-15,1 0 0 16,2-2-3-16,2 0-5 15,0 2-1-15,1 2 0 16,-3-3 2-16,0 3 1 0,1 0 1 16,0 0 2-16,-3 2 0 15,2-1-1-15,0-2-3 16,-1 1 1-16,0 0-3 16,-1 0 0-16,2 0 0 15,0 0 0-15,0 0 2 0,0 1 1 16,-2 1 0-16,-3-1 0 15,0 2 0-15,-1 2-1 16,0 0 0-16,-2 0-1 16,-1 2 0-16,-2 0-1 15,-2 3-1-15,-3-1 0 16,-4 1 0-16,-3-1 2 0,-3 3-2 16,0 1-2-16,-2-1 0 15,0-3-18-15,-4-6-59 16</inkml:trace>
  <inkml:trace contextRef="#ctx0" brushRef="#br0" timeOffset="198535.46">11766 11964 41 0,'0'0'59'0,"0"0"-57"0,0 0 2 0,0 0-1 16,-22-31 7-16,18 26 10 0,0 0 9 16,-2 0-6-16,1 2-9 15,-3 1-9-15,0 0-4 16,-1 2-1-16,-2 0 1 15,-2 0 0-15,-1 0 0 16,-1 2 0-16,-3 1-1 0,-1 3 3 16,-2-1 2-16,-1 1-1 15,-2 5-2-15,-2 0 3 16,1 3-4-16,0 2 1 16,0 1-1-16,-2 4 0 15,1 0 0-15,-1-1 0 0,-2 4-1 16,0-1 1-16,2 0 0 15,-2 2 0-15,-1 2-1 16,-1 1 3-16,3 0 1 16,-1 4 1-16,-1 1-2 15,2 1 2-15,2 2-3 0,0 2-1 16,3-2 1-16,3 0-1 16,3 1 0-16,3-1 4 15,1-2 1-15,5 0 0 16,1-2 0-16,4 0-3 15,-2 0 1-15,2-1-3 16,2 0 1-16,0 1-2 0,1-1 2 16,0 0-1-16,0-1-2 15,0-1 2-15,5-1 0 16,1-3 1-16,0 0-1 16,1-3 0-16,3-1-1 15,0-1 4-15,0-2-2 16,0 1 0-16,4-3 1 0,-4 0-2 15,1-1 2-15,2 0 0 16,-2 1-1-16,2-1 0 16,1-1 0-16,3 0-1 15,-1-1-1-15,5-2 2 16,-3-1 0-16,4-1 1 0,-3-2-2 16,3 0 3-16,-2-3 10 15,1 0 2-15,-1 0-4 16,-2-2-9-16,3 1-1 15,1-1 0-15,-3 0 0 0,4-1-1 16,-1-1 1-16,0 0 4 16,0 0 4-16,0 0 2 15,0 0-7-15,-2-4-2 16,-1 1-1-16,0 0-2 16,-2 0 0-16,1-2 0 15,-2-1 1-15,3 1 1 0,-1-2-1 16,1-1-1-16,0 1 1 15,4-1 9-15,-1-2-6 16,1 1-2-16,2-1 0 16,0-2-1-16,1 2-1 15,-1-4 0-15,0 2 1 0,-1-2-2 16,-2-2 2-16,1 2 0 16,-1-3-1-16,-1 1 1 15,-1-1-1-15,-2-1 1 16,0-3 0-16,0 1 0 15,-4-1-1-15,0-2 2 0,-1-2-2 16,-3-1 1-16,-2-1-1 16,1-1-3-16,-4-1 6 15,0 1-1-15,-3 0 2 16,0 2 0-16,0-2 0 16,0 2-2-16,-1-2-1 0,-1 1-2 15,0 1 0-15,0-2 2 16,0 1-1-16,0-1-1 15,-1 3 1-15,-2-1 0 16,0 0 0-16,0-1 0 16,-1 3 0-16,0-3 0 0,-1 0 0 15,0 0 0-15,-1-1-1 16,0 0 0-16,0 4 2 16,-3 0 6-16,2 2-7 15,-2 2 0-15,0-1-2 16,2 4 0-16,-2-2 6 0,-1 2-3 15,0-1 0-15,-1-1-1 16,2 3-1-16,-1-2 1 16,-2 2-1-16,2 0-2 15,-2 2 0-15,1 2 4 16,-2 0-3-16,2 2 0 16,-1 1 1-16,0 1-2 0,-1 1 3 15,2 0 0-15,-4 1 0 16,-2 1 2-16,-1-2-6 15,-2 0 2-15,-2 3 4 16,0-2-1-16,-4 0-2 0,1 0-4 16,0 3 11-16,1-2-5 15,0 4 0-15,0 1-1 16,-1 0 0-16,3 0-5 16,-3 7-16-16,1 6-32 15,0 1-5-15,0 0-19 0,1-3-110 16</inkml:trace>
  <inkml:trace contextRef="#ctx0" brushRef="#br0" timeOffset="199984.75">12065 12552 79 0,'-1'0'29'0,"-1"0"10"0,2 0-15 15,0 1-21-15,0 1-17 16,0-2 13-16,0 2 2 16,3-2-1-16,1 3 2 15,1-3-1-15,-1 2 2 0,2-2-2 16,2 1 3-16,3-1-3 16,4 0 1-16,1 0-1 15,5 0 0-15,2 0-1 16,3 0 1-16,2-2 1 15,0 0 8-15,3 0 7 16,2-2 3-16,0 2-5 0,0-3-2 16,2 2-3-16,0-2-5 15,4-1 1-15,1 1-1 16,5 1-2-16,-1 0-1 16,-2-1 2-16,-1 1-1 15,-3 1 2-15,-3 1-1 0,-7 0 0 16,-1 0-1-16,-7 2-1 15,-2 0 1-15,-7 0-1 16,-2 0-1-16,-4 0 0 16,-2 0-1-16,-3 0-1 15,-1 0-8-15,-8 0-10 16,-2 0-58-16</inkml:trace>
  <inkml:trace contextRef="#ctx0" brushRef="#br0" timeOffset="200904.73">13270 12309 227 0,'0'0'0'0,"0"0"4"0,0 0-3 15,0 0-1-15,0 0 0 16,0 0-5-16,0 0 2 15,0 0 2-15,0 0 0 0,0 0 3 16,2 34-2-16,-4-23 1 16,1 2-1-16,1-1 1 15,0 0-1-15,0-1 0 16,3-3 1-16,7 0-1 16,-1-3 1-16,1-2 0 0,3 1 1 15,1-2-1-15,2-2 1 16,0 0-1-16,-1 0 1 15,3 0-1-15,-1-6 0 16,-1 1 0-16,-1-4-1 16,-1 1 1-16,-1-1-1 0,-4 0 1 15,0-1 4-15,-4-1-1 16,0 3 0-16,-4 1 8 16,-1 2-3-16,0 0-5 15,0 1-4-15,-1 3-2 16,-3 0 0-16,0 1-3 0,1 0 5 15,0 0-1-15,-2 4 1 16,4 1-1-16,-1 2-1 16,2 3 3-16,0-2-1 15,0 3 0-15,0 2-1 16,3-1 2-16,3 2-1 16,-2 2 1-16,3-1 0 0,-3 2 0 15,0 1 0-15,1 1-1 16,-2-1 0-16,0 4 0 15,0-3 0-15,-1 2 2 16,-2-1-2-16,0 0 0 16,0-1 1-16,0-1-1 0,0-3 1 15,-4 0 0-15,-3-3-1 16,-3-4 1-16,-1-1-2 16,-2-3 2-16,-1-3 0 15,-4 1 0-15,3-2 1 16,0 0 0-16,1-4 0 0,4-3 2 15,2 0 5-15,2-1 5 16,6-3-4-16,0 0-1 16,0 0-5-16,4 0-2 15,4 0 1-15,2 2-2 16,0 2-1-16,0 1 0 0,1 1-1 16,0 2-8-16,2-1-29 15,-2-1-14-15,-4-2-76 16</inkml:trace>
  <inkml:trace contextRef="#ctx0" brushRef="#br0" timeOffset="201573.01">13284 12126 39 0,'0'0'146'0,"0"0"-136"0,0 0-4 0,0 0-5 0,0 0 0 16,0 0 0-16,0 0 0 16,0 0 0-16,0 0 2 15,0 0 12-15,0 0 2 0,0 0-1 16,0 0-4-16,14-17-9 15,-11 14 0-15,0-2-3 16,-2-1 0-16,1 2 0 16,1-3 1-16,0 0-1 15,-3 2 1-15,3-4-1 0,0 1 1 16,-3 0 1 0,2 1 1-16,1 0-2 0,-2 2 0 15,1 0-2-15,-1 2 2 16,1-1-2-16,-2 0 1 15,2 3 0-15,-2-2 0 0,1 3 1 16,1 0-1-16,-2-2 0 16,2 2 0-16,-1 0 0 15,2 0 0-15,-1 2-1 16,4 2 1-16,0 4-1 16,1 2 1-16,0 1-1 0,1 3 2 15,3 1-1-15,1 2 0 16,3 2 0-16,3 0 1 15,4 4-1-15,0-1 0 16,2-4-9-16,2-4-152 16</inkml:trace>
  <inkml:trace contextRef="#ctx0" brushRef="#br0" timeOffset="203345.46">9497 11400 132 0,'-1'0'38'0,"-1"0"-2"0,2 0-13 16,-2 0-8-16,2 0-2 16,0 0-2-16,0 0-2 15,-2 0-6-15,2 0-4 0,-1 0 0 16,1 1 1-16,0 2 0 16,0 2 0-16,0 0 1 15,0 0 0-15,0 1-1 16,0 2 1-16,5-2 0 15,-1 0-1-15,3 1 0 16,-3-2 0-16,4-2 1 16,-1-1-1-16,-1 0 1 0,2-2 3 15,-1 0-3-15,0 0 0 16,1 0 0-16,-3-4 0 16,1-2 0-16,0 0 0 15,-1-1 0-15,-2 0 1 0,-1 1-2 16,-1 0 1-16,-1 1 0 15,0 2 1-15,0 1 1 16,0-1-2-16,0 3 1 16,0 0-1-16,0 0-3 15,0 0-2-15,0 8 4 16,2-1-1-16,3 3 1 0,-2 1 0 16,3 0 0-16,-1 0 0 15,-1 3-2-15,3-2 4 16,-3 0-4-16,0 1 2 15,-1-2 2-15,-3 1-4 16,0-2-2-16,-3-1 2 0,-7-1 1 16,-1 0 1-16,-5-3 1 15,1-1-4-15,-1-1 7 16,0-3-3-16,2 0 1 16,4 0 0-16,1-3 7 15,4-3 9-15,4 1-4 0,1-1-3 16,0 0-3-16,0-1-6 15,6 0 0-15,5 0-2 16,3 2-3-16,2 0-12 16,3 0-27-16,-1-3-29 15,3 2-88-15</inkml:trace>
  <inkml:trace contextRef="#ctx0" brushRef="#br0" timeOffset="203502.44">9804 11436 277 0,'0'0'20'0,"0"0"-5"0,0 0-14 0,0 0-1 15,0 0 0-15,32 31-2 16,-25-8-2-16,-3 3-42 16,0 1-79-16</inkml:trace>
  <inkml:trace contextRef="#ctx0" brushRef="#br0" timeOffset="204435.02">9549 13482 132 0,'0'0'30'0,"0"0"23"0,0 0-30 0,0 0-9 0,0 0-11 15,0 0-1-15,0 0-2 16,0 0 1-16,0 0 0 0,0 0-1 16,3-6 0-16,-3 9 6 15,0 3-3-15,3 0-2 16,2 2 1-16,2 0 1 15,2-1-1-15,0 0 0 16,4-3-1-16,-1 0 0 16,1-3-1-16,-2-1-1 0,2 0 2 15,-1 0-2-15,-3 0 2 16,0-6 0-16,-2 0 1 16,-1-2 0-16,0 0-1 15,-3-1-1-15,-3 1 2 16,0 2-2-16,0 0 0 0,-2-1-4 15,-5 4 3-15,3 0 0 16,-1 1 7-16,1 1-3 16,2 1-2-16,1 0 0 15,1 0-1-15,0 0 0 16,0 3 0-16,0 2 0 0,0 0 1 16,3 4 0-16,0 0-1 15,3-1 2-15,-2 1-2 16,3 4 1-16,-1-3-1 15,1 0 1-15,-3 1 1 16,3-2-2-16,-5-1 0 0,0-1 0 16,-1 1 0-16,0-3 0 15,-1 1 1-15,0-4 1 16,0 3 5-16,-4-3 6 16,0 2-3-16,-4-2-6 15,0 2-3-15,2-1-1 0,-3 3 0 16,4-4-2-16,-1 0-25 15,1-2-43-15,2 0-87 16</inkml:trace>
  <inkml:trace contextRef="#ctx0" brushRef="#br0" timeOffset="204834.4">9832 13597 157 0,'0'0'2'0,"0"0"0"0,0 0 8 16,0 0 4-16,0 0-3 15,0 0 1-15,0 0 7 16,0 0 1-16,0 0-3 16,0 0-9-16,0 0 2 15,23-16-4-15,-17 15-4 0,3 0-2 16,2 1 1-16,0 0-2 15,1 0 2-15,-2 4-2 16,-1 5-4-16,-4 0-6 16,-1 1-4-16,-3 1-2 15,-1 1 6-15,0-2 5 0,-1-2 7 16,-4-2 4-16,2-3 8 16,-1-1 9-16,1-1 2 15,1-1-4-15,2 0 0 16,1 0-15-16,11-2 2 15,4-5-5-15,6-4-1 16,12-4 0-16,2-3-5 0,6-10-37 16,3-2-148-16</inkml:trace>
  <inkml:trace contextRef="#ctx0" brushRef="#br0" timeOffset="206178.89">10136 11705 126 0,'0'0'18'0,"0"0"0"0,0 0-9 15,0 0-5-15,0 0-2 16,0 0-2-16,0 0 1 16,0 0 3-16,0 0 10 15,0 0 4-15,0 0 0 0,0 0-6 16,0 0-5-16,0-13-5 16,0 13-2-16,0 0-4 15,0 0-1-15,0 1 2 16,0 2-1-16,0 3 2 0,0-2-1 15,0 2 3 1,0-2 0-16,0 1 0 0,0 1 2 16,0 0-2-16,0 2 0 15,0 0 0-15,2 4 0 16,-1-2 1-16,0-1-1 16,3 2 1-16,-1 0-2 0,2-4 1 15,0 0 0-15,0-2 0 16,1-1-1-16,-2-1-1 15,3-2 4-15,-1-1-2 16,-1 0 2-16,0 0 0 16,-1-2-1-16,1-4 1 0,-2 0-1 15,-1-1-1-15,2-1 1 16,-2 1-2-16,0-1 1 16,-1-1 0-16,1 2 1 15,-1 1-1-15,2 1 0 16,-3 2 0-16,2 1 1 15,0 1-1-15,1 1 0 0,-1 0-1 16,2 0-1-16,-1 0 0 16,2 3 0-16,-1 3 1 15,0 0 0-15,0-2 1 16,0 2 0-16,2 0 0 16,-1-1 0-16,1 0 1 0,1-1-1 15,0 1 0-15,0-3 0 16,2-1 1-16,0-1-1 15,-1 0 0-15,1 0 0 16,0 0 1-16,1-6 2 16,-3 0 3-16,-2-2 5 0,1-3 5 15,-3 2-2-15,-1-2 1 16,-1-1-9-16,-1-1 0 16,0 4-4-16,0-4 0 15,0 5-1-15,0 0-1 16,0 4-4-16,-3 2-15 0,0 2-38 15,-1 0-70-15</inkml:trace>
  <inkml:trace contextRef="#ctx0" brushRef="#br0" timeOffset="206633.27">10478 11839 26 0,'0'0'-16'0</inkml:trace>
  <inkml:trace contextRef="#ctx0" brushRef="#br0" timeOffset="206988.93">10478 11839 99 0,'0'0'27'0,"2"0"10"16,-2 0-11-16,0 0-11 0,0 0-11 15,0-1-3-15,0 0 0 16,0 1 0-16,0-1 5 16,0 1 11-16,0-1-3 15,-1 1-3-15,1 0 1 16,0 0-5-16,0 0-1 0,0 0-1 15,0 0-4-15,0 0-2 16,0 0 0-16,0 2-1 16,-1 5 1-16,-1 1 0 15,1 4 0-15,-3-1 0 16,0 0 1-16,3 0 2 0,-3 1-2 16,1-2 1-16,1 1 0 15,1-3 1-15,0 1 0 16,1-2-1-16,0-1-1 15,0-1 0-15,0 1 0 16,0-2 1-16,0 1 0 0,0-2-1 16,0 2 0-16,0-2-2 15,-2 0-15-15,-3-3-25 16,1 0-56-16</inkml:trace>
  <inkml:trace contextRef="#ctx0" brushRef="#br0" timeOffset="207396.52">10317 13667 57 0,'0'0'9'0,"0"0"-8"0,0 0 1 0,0 0-9 15,0 0-44-15</inkml:trace>
  <inkml:trace contextRef="#ctx0" brushRef="#br0" timeOffset="208064.01">10388 13582 142 0,'0'0'9'16,"0"0"19"-16,0 0-1 16,0 0-17-16,0 0 3 0,0 0 9 15,0 0-9-15,0 0-9 16,2-16-7-16,-2 23 7 16,0 2-1-16,0 1 1 15,0 1-2-15,0 1-1 16,0 0 0-16,0 0 0 0,3-3-1 15,0 1 2-15,3-4-1 16,0 1 0-16,-1-4 2 16,2-1-6-16,-1-2 3 15,1 0 1-15,0 0 4 16,-1-4-4-16,1-1 1 16,1-4-1-16,-3 3-1 0,-1-2 0 15,1 2 2-15,-4-1-2 16,1 2 0-16,-2 1 0 15,0 2 0-15,0 2 1 16,0-3-1-16,0 3-1 16,0 0 1-16,0 0 0 0,0 0-5 15,2 3 4-15,0 3 1 16,4 1 1-16,-2 2 0 16,2-3 0-16,3 2 0 15,-3-2-2-15,3-2 1 16,1-1-1-16,-1-2-1 0,2-1 2 15,-2 0 2-15,-2 0-1 16,-1-6 0-16,0 0 1 16,-4-2 9-16,0 0 12 15,-2-1 2-15,0-2-1 16,0 0-6-16,0 0 3 0,0-1-19 16,0 3-3-16,0 1 0 15,0 1-14-15,0 2 7 16,0 1-12-16,0 0-7 15,0 2-10-15,1-2-48 16,4 0-50-16</inkml:trace>
  <inkml:trace contextRef="#ctx0" brushRef="#br0" timeOffset="208933.98">10694 13622 38 0,'0'0'83'0,"0"0"-57"0,0 0 11 15,0 0-5-15,0 0-8 16,0 0-9-16,0 0-3 15,0 0-3-15,0 0-3 0,0 0 2 16,0 0-1-16,28-12 0 16,-25 10-2-16,1 1-1 15,1 1-2-15,-1 0-1 16,2 0-1-16,-3 0 0 16,3 0 1-16,1 0-1 0,-3 0 0 15,2 0 0-15,-4 4 0 16,3-2-1-16,-3 1 0 15,1 1 1-15,-1 0-2 16,1-1 1-16,-2 2 1 16,-1-1 0-16,0 2-1 15,0-2 1-15,0 2 0 0,0-2 0 16,-2 2 0-16,-2 0 1 16,-1-2-1-16,0 2 1 15,-1 0-1-15,1-2 2 16,0-1-1-16,-3 1-1 15,6 0 0-15,-3-1 0 0,2-2 1 16,2 4-1-16,-2-4 0 16,3 1 1-16,-2 1-1 15,2-3 0-15,0 2 1 16,0-1-1-16,0 2 0 16,0-1 0-16,-3 0 0 15,2 1 0-15,-1 0 0 0,1 0 0 16,0 0 0-16,1-1 0 15,-2 1 0-15,2-2 1 16,0 0-2-16,-2 1 1 16,2 0 1-16,0-2-1 0,0 3-1 15,0-2 1-15,0 1 0 16,0 0-2-16,0-1 2 16,0 0 0-16,0 0-1 15,0 0 1-15,0 1-1 16,2-2-1-16,-2 0 2 0,3 0 0 15,0 2 0-15,3-2 0 16,-2 0 2-16,2 0 3 16,1 0 0-16,1 0 2 15,1 0 0-15,0-2 2 16,2 2-1-16,0-3 1 16,2 1 1-16,-1 1-4 0,3-2-2 15,2 2-3-15,-1 1-2 16,1-1 0-16,-1-2-26 15,-3-2-77-15</inkml:trace>
  <inkml:trace contextRef="#ctx0" brushRef="#br0" timeOffset="212474.2">15191 11931 9 0,'0'0'52'0,"0"0"-28"0,0 0 0 0,0 0-8 16,0 0-4-16,0 0 0 15,0 0 13-15,0 0-1 0,0 0-4 16,0 0-4-16,0 0 6 15,0 0-8-15,0 0-6 16,-2-18-5-16,2 18-4 16,0 0-3-16,0 0 0 15,0 7 3-15,2 1-1 16,2 0 3-16,-1 2-2 0,2 1 2 16,1-1-1-16,-2 0 0 15,4 2 0-15,-3-1 1 16,1 1-1-16,1 2 0 15,-1-1 1-15,-2 1 1 16,0-3-2-16,-2 2-3 0,-2-1-16 16,0-1-10-16,0-3-35 15,-6-2 0-15</inkml:trace>
  <inkml:trace contextRef="#ctx0" brushRef="#br0" timeOffset="213172">15245 11946 33 0,'0'0'13'0,"0"0"3"0,0 0-4 0,0 0 2 0,0 0 9 16,0 0 4-16,30-10-5 15,-25 10 0-15,1 0-13 16,1 0-5-16,2 0-3 15,0 7-1-15,-1 0 0 16,3 4 0-16,-3 1 2 16,1 0-2-16,-2 0 2 0,-1 0-1 15,0-1 0-15,-1-1 0 16,0-4 1-16,-3-1-2 16,-1-1 0-16,0-2 1 15,-1-1-1-15,0-1 3 16,0 0 4-16,0 0 15 0,0-3-17 15,0-3 0-15,0-2-1 16,0 0-1-16,0-4 0 16,0 1 3-16,0-1-4 15,1-1-2-15,6 2 1 16,3 0-2-16,1 1-1 0,2-1 2 16,0 5-2-16,1-2 2 15,-1 3 0-15,2 0 0 16,-4 2 0-16,-2 3 0 15,0 0 0-15,1 0 0 16,1 0 0-16,-1 4-1 16,-1 4 1-16,1 1 0 0,-3 1-2 15,2 3 2-15,0-1 0 16,0 1 2-16,-2 2-2 16,3-2 1-16,-3-1-1 15,-2 0-1-15,3-2-6 0,-4 2-19 16,1-5-44-16,-3-1-14 15</inkml:trace>
  <inkml:trace contextRef="#ctx0" brushRef="#br0" timeOffset="213797.64">15730 11894 53 0,'0'0'26'0,"0"0"-9"0,0 0-7 0,0 0 5 16,0 0-1-16,0 0-8 15,0 0-1-15,0 0 1 0,0 0 0 16,0 0-3-16,20 37-1 16,-19-27 0-16,-1-1-1 15,1 1 0-15,-1 1 0 16,1 1 2-16,0-2 0 15,0 0-1-15,3 1 0 0,-3-2 0 16,2-2 1-16,0-2 1 16,0-1 0-16,1 1 3 15,0-3-4-15,0 0 2 16,0-1-1-16,0-1-1 16,0 1 0-16,0-1 6 0,0 0 2 15,1 0 2-15,0 0 2 16,2-1-5-16,2-2 2 15,-2-1 3-15,0 1-6 16,2 0-1-16,-1 0-2 16,1 1 1-16,1-1-2 0,-1 1-1 15,-1 1-2-15,0 0-2 16,-1 0 0-16,0 1 0 16,-4 0 0-16,1 0-3 15,-2 0-10-15,0 1-16 16,-2 1-21-16,0-2-35 0,0 0-42 15</inkml:trace>
  <inkml:trace contextRef="#ctx0" brushRef="#br0" timeOffset="214723.3">16051 11868 24 0,'0'0'34'0,"0"0"-10"0,0 2-10 0,0-1-3 0,0 2 8 16,0 3 3-16,0-1-5 0,0 4-4 15,0 2-6-15,4 1-2 16,-2 1 0-16,1 2-2 16,1-1 0-16,-1 0-2 15,-1 1 2-15,1-1 0 16,0-2-2-16,-1 0 2 15,-1 0 0-15,2-2 0 0,-3 1 2 16,2-2-2-16,-2 0-3 16,0 1-26-16,0-5-34 15,0-2-40-15</inkml:trace>
  <inkml:trace contextRef="#ctx0" brushRef="#br0" timeOffset="-214268.05">16059 11866 77 0,'0'0'26'0,"0"0"-3"0,0 0-7 16,0 0 2-16,0 0 4 16,0 0-5-16,0 0-10 15,0 0-2-15,31-15-4 16,-22 14 0-16,0 1 0 0,2 0-1 16,-4 0 0-16,3 0 0 15,-2 0 0-15,0 0 1 16,-1 0-1-16,1 2 1 15,-3 2-1-15,2 0 1 16,-1 2 0-16,-1-2 0 0,-1 3 1 16,0 1-1-16,-3 0 0 15,1 1 0-15,-2-2 0 16,0 2 0-16,0-1-1 16,0-1 1-16,0 1-2 15,-3-3 1-15,-3-1 3 0,1 1 4 16,-1 1 0-16,-2-3 0 15,2 2-2-15,-4-1-2 16,0 0 0-16,1-1 0 16,2 0-3-16,-2-1-2 15,1-2-36-15,2 0-69 0</inkml:trace>
  <inkml:trace contextRef="#ctx0" brushRef="#br0" timeOffset="-213150.99">16092 11590 11 0,'0'0'104'0,"-34"-20"-96"0,16 12 8 0,-2-3-3 0,-2 2-6 16,1 2-3-16,1-2 3 15,-2 1 6-15,3 0 5 0,-3-1-1 16,0 2-8-16,-2 0-5 16,-1 2-3-16,-1 2 1 15,-2-1-4-15,-3 2 2 16,-1 1 0-16,-2 0-1 16,0 1-1-16,-1-1 1 0,0 1 1 15,-4 0-1-15,1 0 1 16,-2 1 1-16,0 4 2 15,-4 1-3-15,3 1 0 16,-1 3 0-16,1-2 0 16,0 3 0-16,-3 0 0 0,0 5 0 15,0 1 0-15,-2 0 0 16,1 5 1-16,2 0-1 16,2 0 0-16,4 1 0 15,0 1 2-15,2 0-4 16,4 0 2-16,1 1 0 0,0 1-1 15,4 2 1-15,1 2 0 16,1 3 0-16,2 2 3 16,2 2-3-16,0 1 1 15,5-2-1-15,2-1 0 16,4-3-1-16,2-1 1 0,5-3-2 16,2-1 1-16,0 1 2 15,11 0-2-15,-1-3 1 16,7 2-3-16,2-1 2 15,3-1 3-15,4-1 0 16,3 0 2-16,3-4 0 0,3 1 2 16,2-2 4-16,5-2-1 15,0 0-5-15,4-3-1 16,2 0 1-16,6 0 0 16,1 0-1-16,4-3 1 15,2 0 0-15,4-2-2 0,1-3-1 16,-3-1-1-16,0-3 1 15,2-1 0-15,-3-1-2 16,2 0 2-16,-5-3 1 16,5-3-2-16,-4-1 0 15,-2-3 1-15,0-1-1 0,-5-1 0 16,-2-3 1-16,-4-1 2 16,-1-3 0-16,-3 0 0 15,-3-3-2-15,-6 0 0 16,0-3 0-16,-5-4 0 15,-2-2 0-15,-1-2 1 0,-7 0 0 16,0-3-1-16,-2 2-1 16,-3 1 1-16,-5 0-1 15,-2 2 0-15,-3-2 1 16,-2-1-1-16,-2 1 1 16,-4-1 0-16,-5 3 0 15,-2 1 2-15,-3 2 4 0,-2 1 0 16,1 6-2-16,-2 3-4 15,3 3-2-15,1 4 1 16,-4 8-6-16,4 3-2 16,0 0-33-16,2 1-30 15,2 6-58-15</inkml:trace>
  <inkml:trace contextRef="#ctx0" brushRef="#br0" timeOffset="-212603.58">16696 12000 20 0,'-5'0'38'0,"2"0"3"0,2-1-4 0,0-1-21 15,1 2-10-15,0 0 4 16,0 0 4-16,2 0-9 0,1 0-4 15,3 0-1-15,0 0 1 16,2 3-3-16,1-1 3 16,4 1 6-16,1-2 4 15,4 1 0-15,4 1-3 16,1-3-2-16,4 0-3 0,5 0-1 16,2 0-1-1,3 0 1-15,1 0-1 0,1-2 2 16,0-1 11-16,2 0 5 15,1 0-5-15,-2 2 2 16,-2-1-7-16,-4 2-6 16,-2 0-2-16,-7 0 0 0,-4 0-2 15,-4 2 1-15,-5 1-3 16,-3 1-12-16,-5-2-10 16,-4-1-20-16,0-1-47 15,-4 0-47-15</inkml:trace>
  <inkml:trace contextRef="#ctx0" brushRef="#br0" timeOffset="-212397.46">17296 11930 47 0,'0'0'37'0,"0"0"-2"16,42-3 14-16,-29 3-13 15,1 6-21-15,-3 7-10 16,-2 2-4-16,-3 4 1 0,-2 3-4 16,-4-1-27-16,0 0-30 15,-5-6-19-15</inkml:trace>
  <inkml:trace contextRef="#ctx0" brushRef="#br0" timeOffset="-212013.69">17751 11833 77 0,'0'0'36'16,"0"0"-35"-16,0 0 2 15,31 19 1-15,-22-11 9 16,2 2 4-16,0 0-2 16,4 1-4-16,3 3 2 0,-3-1-4 15,4 0-3-15,2 1-1 16,-1-2-1-16,-1 0-2 15,0-4-1-15,0 3 3 16,-2-2-2-16,-2-1 0 16,0-2-2-16,-3 3 1 0,-2-3-4 15,-2-4-44-15,-3-2-39 16</inkml:trace>
  <inkml:trace contextRef="#ctx0" brushRef="#br0" timeOffset="-211707.53">18003 11877 108 0,'0'0'3'16,"0"0"2"-16,0 0 1 15,0 0 7-15,-30 14 10 16,20-2 3-16,1-2-5 0,-3 7-8 16,2-1 0-16,-2 2-7 15,0 1-3-15,1-2-1 16,-3 3-1-16,3-1 0 16,0-2 0-16,1 0 2 15,3-3-4-15,0-1-19 16,4-7-55-16,3-3-70 0</inkml:trace>
  <inkml:trace contextRef="#ctx0" brushRef="#br0" timeOffset="-211206.68">18353 11894 216 0,'0'0'-11'0,"0"0"10"15,0 0 1-15,-40-9-3 16,27 9 3-16,1 0-3 16,1 0 4-16,1 4-1 15,1 4 0-15,1 3 1 0,-1 1 0 16,0 1 1-16,4 3-1 15,1-2 0-15,3 0-1 16,1-2 0-16,0 1 0 16,4-4 1-16,4 0-1 15,3-2 6-15,2-2-3 16,3-2 1-16,-1-2 0 0,5-1-2 16,0 0 0-16,-1 0-1 15,1-3 0-15,0-3 1 16,0-4 1-16,-4 1 3 15,-1-5 5-15,-3 2 2 0,-4-2-7 16,-3 0 3 0,-3 1-2-16,-2 0-1 0,-5 2-1 15,-7 2-3-15,-3 4-4 16,-4 1-1-16,-3 4 2 16,-1 0 5-16,2 3-4 0,-1 6-16 15,4-1-23 1,1 1-28-16,8-2-29 0</inkml:trace>
  <inkml:trace contextRef="#ctx0" brushRef="#br0" timeOffset="-210881.82">18640 11829 165 0,'0'0'17'0,"0"0"-15"0,0 0-4 0,0 0 0 0,0 0 2 15,0 29 2-15,0-16 2 16,0 1 6-16,2 3-3 15,2-1 2-15,-1 2-4 16,1 0-3-16,0 0 0 16,0-1-1-16,-3 0 0 0,-1 0 1 15,0-5-11-15,0-3-31 16,0-4-33-16</inkml:trace>
  <inkml:trace contextRef="#ctx0" brushRef="#br0" timeOffset="-210276.83">18612 11834 115 0,'0'0'2'0,"0"0"2"15,0 0-1-15,32-29-1 16,-23 24 11-16,2-1 2 15,1 3 5-15,1 0-4 16,1 1-1-16,1 1-3 0,2 1-5 16,1 0-2-16,0 0-3 15,0 0 1-15,-1 1-3 16,-3 3 1-16,2 0 0 16,-5 1-1-16,-1 1 1 15,-1-1-1-15,-4 1 0 0,-1 2 1 16,0-2-2-16,-3 3 0 15,-1-1 1-15,0 1-1 16,-7-1-3-16,-3 0 5 16,-4 0-2-16,-1-3 1 15,-3 1 0-15,-1-1 1 16,-3-1-1-16,3 1 2 16,0-2-1-16,-2 2-1 0,3-3-1 15,4 1-5-15,1-2 3 16,4 2 2-16,2-3 1 15,1 0 0-15,4 0 0 0,1 1 0 16,1-1 0-16,0 1 1 16,0 1-4-16,0-1 7 15,3 2-2-15,5 0-1 16,-1 3 1-16,3 0-1 16,1-1 1-16,1 3 0 15,4-1 3-15,0 2 2 16,1 0 0-16,-1 0-1 0,4 1-3 15,-1 1-1-15,0 1-2 16,0-2 1-16,-2 1-4 16,-2-2-16-16,-1-2-35 0,-4-5-49 15</inkml:trace>
  <inkml:trace contextRef="#ctx0" brushRef="#br0" timeOffset="-209066.35">18974 11629 69 0,'0'0'4'0,"0"0"4"0,0 0-3 16,-34-38-1-16,21 28 2 0,1-1 0 15,-5 1 4-15,-1-1 0 16,-2-1 1-16,-4 2 0 16,-3 1-7-16,-2-1-2 15,-3 3-2-15,0 0 0 16,-1 0 1-16,-1 2-1 0,2 1 0 16,0-1 0-16,1-1-1 15,0 0 1-15,1 2-1 16,1-1 1-16,-2 0 2 15,1 0 1-15,-3 3 0 16,1 2-2-16,-1 0 0 0,1 0 0 16,-4 0 0-16,2 7-1 15,-3 2 2-15,0 0 0 16,-3 4-2-16,2-1 0 16,-3 2 1-16,4 0-2 15,-4 0-1-15,1 0 1 0,3 0 9 16,-1 3 9-16,3-1 0 15,-2 3-5-15,3 0-5 16,0 2-5-16,1 3 0 16,0-1 0-16,4 0 0 15,4 1-1-15,2-3 1 0,3 0-2 16,5 0 1-16,3 2-1 16,2-2 0-16,5 3 0 15,0 3 2-15,5-1 0 16,-1 3-1-16,1 0 1 15,0 0-2-15,1-1 1 16,2 0 0-16,2-1 0 0,1-4 1 16,0 1-2-16,5-1 0 15,-1-1 1-15,3 0 1 16,2 1 2-16,2 0 1 16,2 1 0-16,1 1-3 0,-1 1 0 15,5-1 0-15,-1-1 0 16,3 1 0-16,1 0-1 15,1-1 0-15,4 0 0 16,1-1 0-16,3 0 0 16,3-2 0-16,1-1 0 15,5-4 0-15,2-1 1 0,3-2 3 16,3-4 4-16,1 1 0 16,1-2-5-16,0 0-2 15,-1-1 1-15,0 1-2 16,-4-2-1-16,-1-1 2 15,-2-2-2-15,-3-1 1 0,-1-2-1 16,-1 0 2-16,0 0 2 16,-2-7 3-16,1-3-2 15,0-3 1-15,0-3-4 16,2-3-1-16,-2-4-1 0,-3-3 1 16,0-2-1-16,-3-4 1 15,-6-1 0-15,-1-1 0 16,-4-1 3-16,0-3 5 15,-2 0-4-15,0-1-4 16,-4-3 0-16,0 0 2 16,-4-1-2-16,-2-3 1 0,-4-2 2 15,-1-3 2-15,-7 0-2 16,0-1 1-16,-8-3 2 16,-7 2 10-16,-12 0-16 15,-14-3-2-15,-15 3 0 16,-28 0 1-16,-28-2-7 0,-34-2-39 15,-34-7-31-15</inkml:trace>
  <inkml:trace contextRef="#ctx0" brushRef="#br0" timeOffset="-163731.15">969 9354 159 0,'2'0'3'0,"-2"0"0"0,3 0-3 0,2 0 1 15,1 0-1-15,2 3 1 16,2 3 0-16,1 0-1 16,4 5 3-16,0 3-2 0,1 2-1 15,-1 3 0-15,0 2 1 16,-1 4-1-16,1 2-1 16,-3 2 1-16,1-1 3 15,-2-1-2-15,0-1 0 16,0-2 0-16,1-4 0 0,0-1 2 15,-2-4 0-15,2 1 1 16,-1-5 3-16,-2 0 1 16,0-2-1-16,-4-1-2 15,3-3 1-15,-1 2-3 16,-1 0-2-16,3 0 2 0,-2 4-1 16,2-3-2-16,-3-1-57 15</inkml:trace>
  <inkml:trace contextRef="#ctx0" brushRef="#br0" timeOffset="-162927.89">1440 9988 52 0,'0'0'21'0,"0"0"-2"0,0 0 2 0,0 0 2 15,0 0 6-15,0 0-10 16,0 0-17-16,0 0-4 16,0 0 2-16,0 0-1 15,0 0-3-15,0 0 1 0,10 42 4 16,-8-26 1-16,3 2 1 15,0 0-3-15,-2-3 1 16,1-1 1-16,1-2-1 16,0-3 0-16,2-2 2 0,-1-2 0 15,2-5 2-15,-2 0 0 16,3 0 5-16,1 0 5 16,2-7-1-16,2-1-5 15,-2 0-4-15,5-2-3 16,-1 1-1-16,1 1-1 15,1-1 0-15,1 1-6 0,-4 2-41 16,-2-2-58-16</inkml:trace>
  <inkml:trace contextRef="#ctx0" brushRef="#br0" timeOffset="-162735.49">1754 10003 301 0,'0'0'8'16,"0"0"-4"-16,0 0-6 0,0 0 0 16,0 0 1-16,0 0-1 15,31 34 2-15,-19-11 0 16,3 5-3-16,-4 7-28 16,-2-3-43-16,-3-7-54 15</inkml:trace>
  <inkml:trace contextRef="#ctx0" brushRef="#br0" timeOffset="-162131.3">1684 8957 139 0,'0'0'5'0,"0"0"16"0,0 0-2 0,0 0-21 16,0 0-1-16,0 0 4 15,0 0-1-15,28 39-1 16,-18-19 1-16,-2 1 0 15,3 2 1-15,-2 3 1 0,2 1 2 16,0 0-2-16,0 1 0 16,1-2 0-16,2-1 2 15,-2-1 0-15,1-4 0 16,-1-1 0-16,2-3 0 16,-3-1-1-16,4-4 3 0,-5 0-2 15,3-2-1-15,0-2 1 16,-2-3 1-16,1-1 2 15,2-3-7-15,0 0 8 16,3-3 9-16,1-3-5 16,1-3-9-16,3 2-3 15,1-1-1-15,1 4-15 0,0 2-53 16,-2 0-83-16</inkml:trace>
  <inkml:trace contextRef="#ctx0" brushRef="#br0" timeOffset="-161738.41">2376 9553 166 0,'0'0'27'16,"0"0"-28"-16,0 0 0 0,0 0-1 16,0 0 4-16,0 0 10 15,0 0-2-15,0 0-5 16,0 0 6-16,-4-1 2 15,4-9-6-15,0 1-2 16,0-5-3-16,2 3-2 16,4 0 5-16,-1 2-2 0,1 2-2 15,1 4 0-15,-2 3-1 16,2 0 0-16,-2 7-2 16,0 7-1-16,-1 4-1 15,-3 3 3-15,1 2-1 16,-2 0 4-16,0-2-2 0,0-4-3 15,0-3 7-15,0-4-3 16,0-5 0-16,0-1 2 16,10-4-3-16,2 0 2 15,6-8 2-15,8-8-1 16,5-7 0-16,2-7-5 0,0-7-27 16,-4-5-150-16</inkml:trace>
  <inkml:trace contextRef="#ctx0" brushRef="#br0" timeOffset="-161112.65">2348 8575 146 0,'0'0'5'0,"0"0"-7"0,0 0-1 0,0 0 4 16,0 0 0-16,0 0 0 15,26 41 0-15,-16-29-1 0,-1 4 0 16,1-2 1-16,2 3 1 15,-2 2-1-15,3 1 2 16,0-1-3-16,0 4 1 16,-1-1 1-16,0 1-1 15,2 1 1-15,-1-2 0 0,0-1 3 16,1 0 0-16,-1-3 5 16,2-3 1-16,-2-3-3 15,-2-1 0-15,0-5-1 16,-1 0-2-16,-4-4 2 15,1 0-2-15,-1-2 2 0,0 0 3 16,1-7 5-16,0-2-2 16,3-5-8-16,2 1-2 15,3-2-3-15,2 1-1 16,1 3-4-16,2 1-13 16,0 2-25-16,-1 1-54 0</inkml:trace>
  <inkml:trace contextRef="#ctx0" brushRef="#br0" timeOffset="-160088.62">2938 9086 124 0,'0'0'5'0,"0"1"-7"0,2 3 2 0,0 0 0 16,0 2 1-16,1 6-1 16,2-1 1-16,1 5 0 0,-1 1-1 15,1 0 2-15,-1 3-1 16,3-3-1-16,0 0 0 15,-2-1 1-15,3-3 1 16,-1-1 0-16,-2-5 7 16,2-1 3-16,0-3 5 0,-2-2 9 15,3-1-1-15,2 0-9 16,-2-7-4-16,3-3-6 16,3-2-3-16,2-1-3 15,3-2 0-15,-2-1-16 16,-1 2-70-16</inkml:trace>
  <inkml:trace contextRef="#ctx0" brushRef="#br0" timeOffset="-159703.45">3308 9130 221 0,'0'0'10'0,"0"0"9"15,0 0-4-15,0 0-3 16,0 0-6-16,0 0-1 0,0 0-3 16,0 0-1-16,0 0-1 15,6-31 0-15,-1 30-1 16,0 1 0-16,1 0-2 16,-2 0-1-16,1 4-7 15,-3 7-6-15,-2 2-6 0,0 1 17 16,0 3 7-16,-6-3-3 15,4 1 0-15,-1-2 7 16,3-5-4-16,0-2 2 16,3-1 0-16,9-5 0 15,5 0 8-15,4 0-5 16,4-3-2-16,1-4 0 0,-1 3-2 16,-3 2-1-16,-5 2-1 15,-9 9-1-15,-8 15-6 16,-21 12-19-16,-13 9-47 15</inkml:trace>
  <inkml:trace contextRef="#ctx0" brushRef="#br0" timeOffset="-158219.22">19834 6270 109 0,'0'0'10'0,"0"0"4"0,0 0 0 0,0 0 6 0,0 0 1 16,0 0-5-16,0 0-9 16,0 0-13-16,0 0 0 15,0 0-32-15,-11 5-116 16</inkml:trace>
  <inkml:trace contextRef="#ctx0" brushRef="#br0" timeOffset="-154355.18">8202 15301 71 0,'0'-1'3'0,"0"0"-1"0,0-1-1 0,0 1 0 16,0-1-1-16,0 2-1 0,0 0 2 16,0 0 0-16,0 0 3 15,0-3 0-15,0 3-5 16,0 0-1-16,0-1-5 15,0 1-7-15,0 0 7 16,0 0 3-16,-3 0 8 0,2 0 3 16,-3 0 4-16,1-1-2 15,1 0-2-15,-2-1-2 16,-1 1-1-16,2 1 0 16,0 0 4-16,-1 0 4 15,1-1-1-15,1 1-6 0,0 0-3 16,1 0-2-16,-3-2 1 15,3 2-2-15,-3 0 1 16,3 0-1-16,-1 0 2 16,-1 0-2-16,0 0 2 15,2 0-1-15,-3 0 0 0,1 0 1 16,1 0-1-16,-4 0 0 16,2 0 0-16,1 0 0 15,-4 0 0-15,1 3-1 16,0 0 1-16,1 0-1 15,-3 3 1-15,2-3 0 0,-1 2 0 16,-1 0 1-16,2-1 0 16,-2 1 1-16,2-1 0 15,-2-2-1-15,2 0-1 16,-1 1 1-16,1-1-1 16,0 1 1-16,-1-1 1 0,-1 2 0 15,2-1 2-15,0 2-2 16,0-1-1-16,-2 3 0 15,1 0-2-15,2 0 2 16,-1 0-2-16,0 1 1 16,0 2 0-16,2-2 0 15,-2 2 0-15,0-2 0 0,3 2 0 16,-3 0-3-16,3-1 3 16,-2 1 0-16,1-1 0 15,-2 0 0-15,3 1 0 16,-1-1 0-16,0 1 1 15,0 1-2-15,1-2 1 0,0 2 0 16,-4 0 0-16,4 1 0 16,0 1 0-16,0-1 0 15,2 1 0-15,1 0 0 16,-2 0 0-16,2 1-2 16,0-1 2-16,0 1 2 0,0 1-2 15,0-2 0-15,0 2 1 16,0 0-2-16,0 0 2 15,2 3-1-15,1-2 0 16,3 0 0-16,-2-1 0 16,3-2 0-16,0 1 0 0,0-4 0 15,1 1 0-15,1-1 0 16,-2 2 1-16,3 1-1 16,-3-2 0-16,4 2 0 15,-2 1 0-15,0 0 0 16,5 2 0-16,-2-3 0 0,1 0 1 15,-1-1-1-15,1-1 0 16,0 0 0-16,1 0 0 16,-1 1 0-16,2 0 0 15,-3 0 1-15,2-3-1 16,4 2 0-16,-3-2 0 0,3 0 0 16,-1-1 0-16,2-2 0 15,-3-1 0-15,-1-1 1 16,2-2-2-16,0-2 1 15,-2 0 1-15,3 0-1 16,-1 0 3-16,3-3-2 16,-2 1 0-16,0 0 3 0,2-1-2 15,-1 1 0-15,-4 0-2 16,1-1 0-16,-2-4 0 16,1-1 1-16,-3-3-1 15,1 0 1-15,-1-3 4 16,4-1-2-16,0-2 0 0,-3-1-1 15,4-1 1-15,-3-1-1 16,0-1-1-16,0-1 3 16,-1-1 7-16,-1-3-1 15,3 0-4-15,-2-2-2 16,0 0-1-16,1-1-1 0,-1 1-1 16,-2 0-1-16,0 2 0 15,-3 0 1-15,1 2-1 16,-2-1 1-16,-2 0 3 15,-2-1 3-15,1 0-2 0,-4 0 1 16,0 1-2-16,0 2-2 16,0 2-1-16,-6-2 1 15,-2 3 2-15,-1 1-1 16,-2 0 2-16,-2 0-1 16,-1-2 31-16,1 1-33 15,-1 1-2-15,-2 0 1 0,0 2-2 16,-1 1 1-16,1 4 0 15,0-2-1-15,-2 3 1 16,0 1-2-16,1 1 3 16,0 0-1-16,1 3 0 15,2 0 0-15,3 2-1 0,0 0 3 16,4 2-1-16,1 1-1 16,1 1-1-16,3-2-2 15,0 2-3-15,1 0 2 16,-1 0 3-16,2 0 2 0,-2 0-1 15,0 0-2-15,1 0 0 16,-1 0 2-16,2 0 0 16,-2 0 0-16,2 3-6 15,0 0-5-15,0 2 2 16,0-2-3-16,0 3-7 16,0 2-10-16,2-2-19 0,3-1-4 15</inkml:trace>
  <inkml:trace contextRef="#ctx0" brushRef="#br0" timeOffset="-145910.8">14981 13950 103 0,'0'0'29'0,"-2"0"-8"0,2 0 0 16,0 0-8-16,0 0-2 16,0 0-10-16,0 0-2 15,0 0 1-15,0 0 2 16,0 0-1-16,0 2 0 0,0 2 0 15,3 1 0-15,0 2-1 16,2 3 2-16,0 4 1 16,0 0-1-16,1 4 0 15,0 0-1-15,3-1 0 16,0 2 0-16,-2 0 0 0,1 1-1 16,0-2 1-16,0 1 0 15,-4 1 1-15,1-1 0 16,-1-2-1-16,-2 0 0 15,0 2 0-15,-2-1-1 16,0-1-1-16,0-1-12 0,0-6-46 16,-3-4-93-16</inkml:trace>
  <inkml:trace contextRef="#ctx0" brushRef="#br0" timeOffset="-144878.45">15047 13977 61 0,'0'0'35'0,"0"0"-28"0,0 0-2 0,0 0-5 15,0 0 1-15,0 0 0 16,0 0-1-16,0 0 0 16,0 0 1-16,0 0 0 15,30-8-1-15,-24 8 0 0,-1 0 0 16,3 4 0-16,-1-1 0 16,1 3 0-16,1-1 1 15,0 0-1-15,-2 0 0 16,2 1 0-16,-1 1 1 15,1 0 1-15,-3 2 2 0,2 1-1 16,0 1-2-16,-1-1 0 16,1 1 1-16,-1-3-1 15,-1 2 1-15,-2-1 2 16,2-3-3-16,-2 0-1 16,0 0 1-16,-2-2 0 0,1-1 0 15,-1-2 0-15,-1 1 0 16,1-2 1-16,0 0 2 15,-2 0 5-15,1 0 8 16,1 0 0-16,-1 0 4 0,0-4-5 16,0-1 1-16,-1-2-11 15,2 0-4-15,0-1-2 16,-1-2 0-16,3 1 0 16,1-4 1-16,0 1-2 15,3-2 1-15,-1 3 0 16,1-2-1-16,2 1 0 0,-2 1 0 15,0 0-2-15,0 3 1 16,0-1 1-16,-2 1 1 16,0 2 0-16,-1-2 0 15,0 2 1-15,-1 1-1 0,-1 2 0 16,1 0-1-16,-1-2 2 16,1 4-2-16,0-1 1 15,-1-1-1-15,0 3-1 16,0 0 2-16,0 0-2 15,-1 0 0-15,1 0 1 16,2 0-2-16,-1 3 1 0,0 2-1 16,2 4 4-16,0-2 0 15,2 5 0-15,0 2-1 16,-1-2 0-16,1 4 0 16,-1 0 2-16,1 1-2 15,-1 2 1-15,2-1 1 16,-1 0-1-16,-3-1-1 0,4 0 1 15,-3-2 0-15,1 2 0 16,1-5-1-16,-3 1 0 16,0 1 1-16,0-1-1 15,-1-2 0-15,0 1-4 0,-2-4-53 16,0-5-38-16</inkml:trace>
  <inkml:trace contextRef="#ctx0" brushRef="#br0" timeOffset="-144167.37">15671 13894 12 0,'0'0'71'0,"0"0"-64"0,0 0-5 0,0 0 0 0,0 0-2 16,0 0 1-16,0 0 3 16,0 0-2-16,20 32 0 15,-17-22 1-15,-1 2 0 16,4-1 0-16,-2 1 0 16,0 0 2-16,2 0-2 0,-2 1 0 15,4 1-1-15,-4-2-1 16,2 3-1-16,0-2 1 15,0 1 1-15,-1 0-2 16,-1 0 0-16,0-3 1 16,-1 1-1-16,2-2 2 0,-3 0-2 15,3-1 1-15,-1 0-1 16,0-4 1-16,0 1 0 16,1-2 0-16,-1-2 1 15,2 0 4-15,-2-2 6 16,4 0 13-16,-2 0-7 0,3 0-2 15,1 0-5-15,3-2-4 16,-2-3-3-16,2-1-2 16,2 1 1-16,-4 1 1 15,2-1-1-15,0 0 1 16,-3 1 1-16,-1 1 1 0,0 0 1 16,-2 2-1-16,-1-1-3 15,-1 0-1-15,-1 2-1 16,-1 0 1-16,-1 0-4 15,-1 0 1-15,1 0-2 16,-1 0-13-16,-1 0-26 0,0 0-53 16</inkml:trace>
  <inkml:trace contextRef="#ctx0" brushRef="#br0" timeOffset="-143447.37">16113 13761 109 0,'0'0'11'0,"0"0"-7"0,0 0-5 0,0 0-1 16,0 0 1-16,0 0 1 16,0 0 0-16,8 33 1 0,-6-16 1 15,3 0-1-15,1 1 0 16,-1 3 0-16,1-1 0 15,3 0 1-15,-2-1 1 16,0 0-1-16,1-2-1 16,-1-1 10-16,0 1-4 0,-3-2-3 15,1 1 2-15,0 0-2 16,-1 1-1-16,-1 0-1 16,-2-1 0-16,1-1-2 15,0-2 2-15,0-4-2 16,0 1-2-16,-1-4-27 15,-1-5-43-15</inkml:trace>
  <inkml:trace contextRef="#ctx0" brushRef="#br0" timeOffset="-142806.6">16106 13755 72 0,'0'0'3'0,"0"0"1"0,0 0 1 0,31-20-2 0,-22 15-1 16,2 0-1-16,-1 2 0 15,3 0 3-15,-3-2 3 16,2 2 2-16,0 1-5 15,0 1 1-15,1-1-3 16,-3 2-2-16,1 0 1 0,-2 0-1 16,0 0-1-16,-4 3 0 15,1 2 2-15,-3 0 2 16,0-1 2-16,2 3 0 16,-2 0-1-16,2 1-1 15,0 2 0-15,-2 0-2 0,1 0-1 16,0 4 1-16,-3-3-1 15,0 0 0-15,-1-2 0 16,0 1 0-16,0-3 3 16,-2 0 8-16,-4-1 11 15,0-2-2-15,-4 1-7 16,0 0-3-16,-2 0 2 0,-1-1 0 16,1-1-4-16,-3 1-2 15,1 0-2-15,1 0-3 16,-1 0-1-16,2 1 1 15,1 0-5-15,-2 0-25 16,0-4-66-16</inkml:trace>
  <inkml:trace contextRef="#ctx0" brushRef="#br0" timeOffset="-141442.25">16881 14038 176 0,'0'2'-2'0,"0"0"-9"0,0 0 7 0,0 1-1 15,0-2 5-15,0-1 1 0,0 0 6 16,0 0 21-16,0 0 3 16,0 0-9-16,1 0-3 15,0-1-11-15,3-6-4 16,-2 1-4-16,1-4 1 15,-1-3-1-15,1-1 1 0,-1-3-1 16,-2-2 1-16,0-5-1 16,0-1 0-16,0-1 1 15,0-4-1-15,0 0 0 16,0 3 1-16,0 0 0 16,0 7-2-16,2 3 1 0,1 5 0 15,1 3 0-15,-1 4 1 16,0 2-1-16,2 2-1 15,-1 1 0-15,2 0-1 16,3 9 0-16,-1 2-2 16,1 3 2-16,4 5 2 0,-2 2 1 15,3 0-1-15,0 1 0 16,1 1 0-16,-2-3 1 16,0-1-1-16,-2-2 0 15,1-2 0-15,-3-2 0 16,1-2-4-16,-5-2-14 0,0-2-19 15,-3-4-54-15</inkml:trace>
  <inkml:trace contextRef="#ctx0" brushRef="#br0" timeOffset="-141212.84">16914 13935 231 0,'0'0'7'0,"0"0"6"0,0 0-9 0,0 0-2 16,36-19-1-16,-18 12 0 16,-3 0-1-16,3 2 0 15,-1 0 0-15,0-1-19 16,-2-1-58-16</inkml:trace>
  <inkml:trace contextRef="#ctx0" brushRef="#br0" timeOffset="-140836.58">17171 13839 87 0,'0'0'128'0,"0"0"-125"16,0 0 0-16,32-5-2 0,-21 5 0 16,0 0-2-16,0 2 0 15,-2 6-2-15,1 1 1 16,1 3 1-16,-2 0 0 16,-3 1 0-16,-1 1-9 15,-1-3-13-15,-3-3-3 16,-1 0 12-16,0-4 8 0,-1-2 6 15,-6-2 17-15,-1 0 22 16,0 0-1-16,0-2-11 16,2-4-5-16,0-3-5 15,-1-2-3-15,5-3 0 16,0-1 0-16,2-1-9 0,0-3-4 16,0 2-2-16,8 1 0 15,2 1-12-15,3-1-36 16,0 2-74-16</inkml:trace>
  <inkml:trace contextRef="#ctx0" brushRef="#br0" timeOffset="-140510.5">17469 13763 191 0,'0'0'7'16,"0"0"16"-16,0 0-15 0,0 0-8 15,0 0-5-15,-34 0 2 16,25 4 3-16,1 6 1 16,0 2-1-16,2 2 1 15,1 1-1-15,3 3 2 16,1-1-1-16,1-1 0 15,0-2-1-15,3-3 1 0,5-1 0 16,3-5-1-16,2-2 2 16,4-3 1-16,2 0 0 15,3-10 0-15,-1-3-28 16,0-6-70-16</inkml:trace>
  <inkml:trace contextRef="#ctx0" brushRef="#br0" timeOffset="-139718.89">17569 13555 173 0,'0'0'10'0,"0"0"26"16,0 0-20-16,0 0-12 15,0 0-3-15,0 0-2 16,0 0 0-16,0 0 1 0,-12 37 0 15,17-18 0-15,0 1 0 16,0 3 1-16,1 0-1 16,0 0-1-16,-1 0 2 15,0-4-1-15,-1 0 0 16,0-2 0-16,-1-1 1 0,1-3-1 16,-2-2 0-16,0 1 1 15,-1-5-1-15,0 0 0 16,-1-3-1-16,0 0 2 15,0-3-1-15,0-1 0 16,0 0 2-16,0 0-1 0,-4-5 0 16,2-2 1-16,-1-2-5 15,0-1 2-15,2 0-4 16,1 0 4-16,0 0-1 16,0 1-2-16,2 1 1 15,4 0 4-15,3 2 1 0,-1 1-1 16,2 1-1-16,3 1 0 15,-1-1 0-15,3 3 0 16,-3 1-1-16,1 0 2 16,-3 0-2-16,1 3-3 15,-6 6-6-15,1 0-4 16,-2 1 11-16,1 2 3 0,-2-1 1 16,0-1 0-16,2-1 0 15,-3-2-1-15,3 1 3 16,0-4 2-16,0 1-3 15,2-4 3-15,-2 1-1 0,2-2-2 16,0 0 1-16,0 0-1 16,1-5-2-16,-1-2 2 15,-2-2-2-15,0-2 1 16,0 1 1-16,-2-3 0 16,-1-1 2-16,0 3-2 15,-1 0 0-15,-1 1-2 0,2 3 1 16,-2 2-1-16,0 4 0 15,0 1 0-15,0 0-1 16,0 3 2-16,0 3-2 16,0 5 1-16,0 0 1 15,0-1-1-15,2 2 0 0,2-3 2 16,3 1-2-16,3-4 0 16,-2-1-3-16,1-1-10 15,-1-4-42-15,2 0-68 16</inkml:trace>
  <inkml:trace contextRef="#ctx0" brushRef="#br0" timeOffset="-139562.28">17867 13610 261 0,'0'0'-9'0,"0"0"11"0,0 0-4 0,0 0-59 0,0 0-20 16</inkml:trace>
  <inkml:trace contextRef="#ctx0" brushRef="#br0" timeOffset="-139228.29">18037 13502 208 0,'0'0'8'15,"0"0"-6"-15,0 0-4 16,0 0 0-16,1 33 3 15,-1-15 0-15,1 1-1 16,2 3 1-16,1-2 0 16,0 0 0-16,1-1-1 0,0 0 2 15,1-2-1-15,-1-1-1 16,-2-1 0-16,0 0 0 16,-2-3-8-16,-1-2-51 15,0-3-14-15</inkml:trace>
  <inkml:trace contextRef="#ctx0" brushRef="#br0" timeOffset="-138692.37">17942 13719 53 0,'0'0'84'0,"0"0"-81"16,0 0 6-16,41-8-1 0,-27 5-5 16,1-2-2-16,2 2 0 15,1 1 8-15,0-2 3 16,2-1-5-16,1 2-1 16,1-1-4-16,-4 0-2 15,0 0 0-15,0 0 0 16,0-1 0-16,-4 1 0 0,0-1 1 15,-3-1-1-15,-1 0 1 16,-4 3 1-16,0-3 13 16,-4 0 4-16,-2 1-4 15,0 1-4-15,0-2-1 16,0 0-2-16,-4 1 2 0,-1 3-6 16,1-2-4-16,-1 1 0 15,1 3-1-15,-3 0 0 16,3 0-3-16,-2 0 1 15,0 7 3-15,0 0-1 0,0 2 3 16,2 2-2-16,0 0 0 16,1-1 2-16,3 2-1 15,0-3 1-15,0 1-1 16,0-2 0-16,1 0 0 16,5-1 0-16,1-1-1 15,2-1 0-15,3 0-1 0,0-3-4 16,3 0-19-16,2-2-20 15,-2 0-51-15</inkml:trace>
  <inkml:trace contextRef="#ctx0" brushRef="#br0" timeOffset="-138381.45">18489 13605 139 0,'0'0'20'0,"0"0"19"0,0 0-10 0,0 0-9 16,0 0-13-16,0 0-5 0,0 0-1 16,-34-22 1-16,24 25-2 15,1 3 2-15,1 3 1 16,0 1-3-16,0 0 0 16,4 4 0-16,-2-1 1 0,3 2-1 15,3-2 1-15,0 0 0 16,0-3 0-16,1-1 0 15,7-3-1-15,2-1 1 16,4-3 0-16,2-1 0 16,3-1 4-16,2 0-3 0,2-3-1 15,0-5-17-15,-1-3-26 16,0-2-53-16</inkml:trace>
  <inkml:trace contextRef="#ctx0" brushRef="#br0" timeOffset="-138066.72">18664 13363 136 0,'0'0'30'15,"0"0"15"-15,0 0-39 16,0 0-8-16,0 0 2 16,0 0 1-16,-2 43-1 0,2-24 2 15,2 2 1-15,3 5 0 16,-3-1-1-16,4 0 0 16,-3-2-1-16,2 0 1 15,-3-4-2-15,2 0 0 16,-3-3-2-16,-1-4-32 0,0-2-28 15,0-5-37-15</inkml:trace>
  <inkml:trace contextRef="#ctx0" brushRef="#br0" timeOffset="-137833.12">18613 13583 147 0,'0'0'32'0,"0"0"-29"16,0 0-1-16,29-3-1 15,-18 0-1-15,2-1 1 16,1 0-1-16,0 1 0 16,4-1 0-16,-1 0 0 15,0-1 0-15,0-2-9 0,0 2-27 16,-5-1-15-16</inkml:trace>
  <inkml:trace contextRef="#ctx0" brushRef="#br0" timeOffset="-136899.05">18828 13522 60 0,'0'0'48'0,"0"0"-8"0,0 0-15 16,0 0-16-16,0 0-5 16,0 0 0-16,0 0 2 15,0 27-3-15,0-16-2 16,0-2-1-16,0 1 1 15,3-1-1-15,2 0 12 0,-1-1-8 16,3-2-3-16,1-1 2 16,3-3-2-16,-2 0 0 15,3-2 1-15,-1 0-2 16,0 0 1-16,-1-7 0 16,-2 0-1-16,0-2 1 0,-2-1 0 15,-2 0-1-15,0-1 0 16,-3 2 2-16,-1-1-2 15,0 4 0-15,0 0 1 16,0 3 2-16,0 2-3 16,0 1 0-16,-1 0-1 0,-2 1 1 15,2 6-2-15,1 0 1 16,0 2 1-16,0 0-2 16,0 0 1-16,2-1 0 15,3-3 1-15,1 1-1 16,1-2 1-16,1 0 0 15,0-3-1-15,-1-1 1 0,2 0-2 16,0 0 4-16,0 0-1 16,-2-4 1-16,2 1-1 15,-2-4-1-15,-1 2 2 16,0-2-2-16,0-2 1 0,-1 1 3 16,-1-3 3-16,0 2 1 15,1-1-3-15,-3 1-2 16,3 0 0-16,-1 2-1 15,-1 1-2-15,0 2 0 16,2 2 0-16,-2-1-2 16,-1 3-2-16,4 0 1 0,-3 0-2 15,0 0-1-15,-1 5 5 16,1 1-1-16,-1 2 1 16,2 3 2-16,-2-3 0 15,3 1-1-15,-3 1 1 16,2-2-1-16,1-2 0 0,-2-1 1 15,1-1-1-15,3-3 1 16,1 1 1-16,-3-2 0 16,4 0 1-16,0 0-1 15,-1-5 1-15,0 0 1 16,1-3-1-16,-1-1 0 16,0-3-1-16,0 3-1 0,-2-2 0 15,-2 0 0-15,0 0-1 16,-3 2 0-16,1 1 0 15,-2 1 0-15,0 3-3 16,-2 2-8-16,-4 2-3 0,-1 0-5 16,-2 0 6-16,1 9 12 15,-1 1 1-15,-1 1 1 16,4 1 0-16,1 0 1 16,2-1 0-16,2-1 3 15,1-1 1-15,0-1 2 0,0-2 0 16,7 0-1-16,1-2-1 15,5-3 2-15,1 1-4 16,2-2-3-16,2 0 0 16,1 0-7-16,0-6-54 15,1-4-78-15</inkml:trace>
  <inkml:trace contextRef="#ctx0" brushRef="#br0" timeOffset="-134941.92">19359 13237 154 0,'-4'-5'-3'0,"0"3"12"0,2-3 2 15,-1 4-9-15,2-1-2 16,-3 0 0-16,0 2 1 0,-1-3 0 16,-1 3 8-16,1 0 11 15,-3 0-10-15,-2 0-7 16,2 0-1-16,-4 0 0 15,-2 0-2-15,-2 0 1 16,-4 0 1-16,-2 0 5 0,-2 0-1 16,-2 0 0-16,-4 0 1 15,-3 0-2-15,-1 0-2 16,-2 0 0-16,-5 0 0 16,0 0-3-16,-1 3 1 15,-5 0 1-15,-2-1-3 0,-3 3 2 16,-4-1-1-16,-1 2-1 15,-2 0 2-15,-3 2-1 16,0 1 1-16,-2 1 0 16,-1 1-2-16,-5 0 1 15,0-1 0-15,0 2 0 0,-2-3 1 16,-3 3-2-16,-1-3 1 16,2 0 0-16,-3-2-2 15,2 1 2-15,0-3 0 16,2 1 0-16,3-1 0 15,0-1 1-15,3 1-1 0,-1-2 1 16,2 0-1-16,2 0 1 16,0 0-1-16,0-1 1 15,-1 1-1-15,3-1 1 16,-1 1-1-16,0 0 1 16,-1-1-1-16,2 3 0 0,-1-1 0 15,-2 1 0-15,-1 0 0 16,1-1 0-16,1 0 0 15,1-2 0-15,-1 2 0 16,1-2 0-16,1 0 0 16,2 2 2-16,1 1-4 0,-2 0 8 15,0 3-5-15,2 1-1 16,-3 1 0-16,2 1 0 16,-3 0 0-16,2 1 1 15,-1-1-1-15,1 1 1 16,3 1-2-16,-2-2 1 0,1 4 0 15,3-1 0-15,2 1 1 16,3 3-2-16,3-1 2 16,2 1-1-16,5 1-1 15,0 2 1-15,4-1 0 16,1 2 0-16,1 0 1 16,0 2-2-16,1 0 1 0,3 1 0 15,1 2 0-15,2-1 0 16,1 1 1-16,5 1-2 15,0 0 1-15,2 0 0 16,2 0 0-16,4 0 1 16,-1 3-2-16,3-3 1 0,3-1 1 15,3 0-2-15,2-3 1 16,4 1 1-16,0-1 0 16,0-3 0-16,2 3-2 15,8-4 0-15,1 2 3 16,3 2-3-16,2-3 2 0,-1 1-2 15,3 2 1-15,0-2 1 16,1 0 0-16,-2 1-2 16,3-2 0-16,2-2 1 15,0 0 0-15,3-2 0 0,1-2-1 16,3 0 2 0,1-2-1-16,0 1 1 0,2-2 0 15,0 0-1-15,2-1 0 16,1-2 0-16,2 1 1 15,3-2 2-15,4-2-1 16,1-1-1-16,2-2 1 0,2 1 0 16,4-2 0-16,2-2-1 15,-2 0-1-15,4 0 3 16,0 0-2-16,-1-2 0 16,4-3-1-16,-2-2 0 15,-1 1 1-15,5-1-1 0,-3 1 1 16,2-2 0-16,3-1-1 15,0 0 3-15,-1-2 6 16,4-1 0-16,1-2-1 16,2 1-3-16,0 0-3 15,2-1 0-15,2 3-2 0,-3-3 1 16,2 4-1-16,-1-2-1 16,1 1 2-16,0-3-1 15,-1 0 0-15,1-2 1 16,3 1-1-16,1-2 0 15,0 1 0-15,2 1 0 0,2-1 0 16,0 2 0-16,1 0 0 16,-1 3 0-16,-1 3 0 15,0-1 0-15,-4 1 0 16,0 0 0-16,-3 0 0 16,1 1 0-16,-2-1 0 0,0 0 0 15,1 0 0-15,-3 0 0 16,1 1 0-16,-1-1 0 15,-2 0 0-15,-1 0 0 16,-1-1 0-16,-3 1 1 16,1 1-2-16,-5-1 2 0,-2 0-1 15,-1 0-1-15,-3 1 2 16,-4 0-1-16,-3-2 0 16,-2 0-1-16,-1 0 1 15,-2-1 1-15,0 0-1 16,-1-1 0-16,-5-1 0 15,1 0 1-15,-4-1-2 0,-3 0 2 16,-2-1-1-16,-3-3 0 16,-2 2 0-16,0-1 0 15,-5-3 0-15,0 2 0 16,1-3 0-16,-2-2 1 16,-5 2-1-16,1-4 0 0,-2 3 1 15,-3-3-1-15,0 1 0 16,1-2 1-16,-2 0 0 15,0-1-1-15,1 0 1 16,0-2-1-16,-2-1 3 0,-1-1 4 16,-2-1-3-16,-2-2 6 15,0-1 4-15,-6 0-2 16,-6 0-3-16,-7-2-3 16,-3 2-5-16,-7 0 0 15,-8 0-5-15,-9 1 0 0,-11 4-8 16,-17 2-33-16,-11 1-21 15,-19 2-112-15</inkml:trace>
  <inkml:trace contextRef="#ctx0" brushRef="#br0" timeOffset="-101707.06">13721 14335 12 0,'0'-2'5'0,"1"2"13"0,-1 0 1 0,0-1 3 16,1-1-8-16,-1 1-5 16,1-2-6-16,0 2 3 15,0-1-4-15,-1 0-1 0,0 2 2 16,0 0 2-16,1 0-3 16,2 0-3-16,-3 0 0 15,2 0-2-15,1 0 2 16,0 0 1-16,2 0-1 15,-2 2 1-15,3 2 0 0,-1-1 0 16,1 4 0-16,-2-3-2 16,2 2 0-16,-1-1 3 15,1-2-2-15,-1 1 1 16,-1-3-1-16,1 2 1 16,-1-3 0-16,2 0 2 0,-1 0 1 15,4-5 4-15,-3-4 5 16,5-1-1-16,1-6-2 15,3 0 0-15,-1-5 0 16,5-3-2-16,-1-3 2 16,2-6 0-16,3-2-2 0,2-4 1 15,6-3 7-15,0-1-13 16,5-3-1-16,2-3 2 16,3 1 0-16,-5 1-3 15,4 2-1-15,-8 2-16 16,-2 6-37-16,-6 4-17 0</inkml:trace>
  <inkml:trace contextRef="#ctx0" brushRef="#br0" timeOffset="-99721.48">14016 15398 104 0,'0'0'8'0,"0"0"5"0,0 0 6 0,0 0-1 0,0 0-5 16,0 0-5-16,0 0-1 15,0 0 1-15,0 0 3 16,0 0-7-16,0 0-4 0,0 0-2 15,0 0-1-15,-10 0 3 16,10 0 0-16,0 0-2 16,1 2 1-16,4 1-1 15,-1 0 1-15,-2 1-1 16,3 0 1-16,-1 1 0 16,1-2-1-16,2 3 2 0,-1-2 0 15,0 3 0-15,0-2 0 16,2-2 2-16,-2 2-2 15,1-3 0-15,1-2 0 16,0 0 0-16,0-1 0 16,3-10-2-16,1-5 5 0,4-4-2 15,4-8 4-15,1-4-2 16,4-6 0-16,6-7-1 16,1-7 1-16,6-6-2 15,-2-7-28-15,2-7-97 0</inkml:trace>
  <inkml:trace contextRef="#ctx0" brushRef="#br0" timeOffset="-98901.56">14851 15238 77 0,'3'12'1'0,"-3"1"4"0,4 4 4 0,-3 2-1 15,0 1-5-15,1 2-2 16,-1 1 1-16,1-2-1 0,1 0-4 16,-2-3-10-16,-1-4-38 15</inkml:trace>
  <inkml:trace contextRef="#ctx0" brushRef="#br0" timeOffset="-98438.81">14827 15282 120 0,'0'0'2'15,"0"0"-3"-15,0 0 1 16,0 0-1-16,32-6 0 15,-22 6-2-15,1 0 1 16,2 6 2-16,0 2 5 0,3-1-3 16,0 1 0-16,0 3-1 15,3-2 0-15,-3-1 0 16,1 0-1-16,-3 1 1 16,-1-4-1-16,0 2 1 15,-1-3 0-15,-1 0 3 16,-2-2-2-16,-2-2 0 0,2 1 0 15,-3-1 3-15,-1 0-1 16,-1-4 7-16,-1-4 9 16,1-2-1-16,-3-3-6 15,-1 0-5-15,0-2-1 16,0-1-2-16,0 2 0 0,-1 3 1 16,-4 0 2-16,1 3-2 15,-1 1-3-15,3 0 0 16,2 0-1-16,0-1-13 15,0-2-52-15,0 0-67 0</inkml:trace>
  <inkml:trace contextRef="#ctx0" brushRef="#br0" timeOffset="-98104.34">15215 15205 122 0,'0'0'14'0,"0"0"2"0,0 0-7 16,0 0-8-16,0 0-6 15,0 0 7-15,0 0 10 16,0 0-3-16,0 0 1 15,17 36-1-15,-13-24-4 0,0 1 0 16,1 1-3-16,-1-1-1 16,0-1 1-16,0 2-1 15,0-3 1-15,-1-1 0 16,-1-3 0-16,-2 1-7 0,1-1-13 16,-1-3-43-16,0-1-10 15</inkml:trace>
  <inkml:trace contextRef="#ctx0" brushRef="#br0" timeOffset="-97649.91">15235 15273 89 0,'0'0'1'0,"0"0"0"15,0 0 0-15,0 0-1 16,0 0 2-16,12-32 0 0,-11 30 3 15,4 2 3-15,-3 0-2 16,2 0 3-16,3 0-6 16,1 0-3-16,-1 0-1 15,2 0 1-15,3 2-1 16,-1 4 2-16,1 3-1 0,1-1 0 16,-2 3 2-16,0-1 5 15,0-1 3-15,0 2-9 16,-2-3 5-16,2-2 3 15,-1 0-5-15,0 0-2 16,1-2 3-16,-5-3-2 0,2 0 1 16,-3-1 0-16,1 0-1 15,-3 0 0-15,-1-5 1 16,0-2 2-16,-2 0 3 16,0-3 2-16,0-1 5 15,0-1-4-15,0-1-4 16,-3-1 20-16,-1-3-22 0,-2 0-4 15,0-3 1-15,2-3-2 16,1 0 1-16,3 1-6 16,0-1-22-16,0 3-32 15,0 0-52-15</inkml:trace>
  <inkml:trace contextRef="#ctx0" brushRef="#br0" timeOffset="-95159.46">15760 15337 12 0,'0'0'3'0,"0"0"-1"0,0-1 2 0,0 0 14 0,0-1 9 16,0 2-9-16,0-1-5 16,0 0-6-16,0-1-4 15,0 0-2-15,0 0-1 0,2-1 2 16,-1 0 3-16,0 2-3 16,0 0 7-16,0-2 3 15,2 2-3-15,-1 1-1 16,0-2 0-16,3-1-1 15,1 0-3-15,-2 2-1 0,4-2-1 16,1-1 1-16,1 1-2 16,2 0 1-16,0-2 0 15,2 1-1-15,0 2 0 16,2-3-1-16,-1 0 1 16,3 0-1-16,-2 0 0 0,-1-1 0 15,3 2 1-15,-2-1-1 16,1 1 1-16,-3 1-1 15,-1 0 1-15,-1 1-1 16,-1 1-1-16,-1 1-14 16,-4-3-33-16,-2 0-36 0</inkml:trace>
  <inkml:trace contextRef="#ctx0" brushRef="#br0" timeOffset="-94432.99">16440 14993 140 0,'0'0'2'0,"0"0"23"0,0 0-12 0,0 0-11 15,0 0-7-15,0 0-6 16,0 0 8-16,0 0 3 16,0 0 7-16,2 45 0 15,-1-29-4-15,-1 3 0 0,2-1-2 16,0 0 0-16,-2-3-1 16,1-1 2-16,1-3-2 15,-1 1-2-15,0-4-8 16,0-2-3-16,0-1-5 15,0-3-6-15,-1-2 6 0,0 0-18 16</inkml:trace>
  <inkml:trace contextRef="#ctx0" brushRef="#br0" timeOffset="-93557.8">16434 15044 48 0,'0'0'3'0,"0"0"17"0,0 0 0 16,0 0-12-16,0 0-8 15,0 0 3-15,0 0 6 16,0 0 6-16,0 0 4 0,36-29 1 16,-22 27-9-16,-2 2-4 15,3 0-6-15,1 2-2 16,0 6 0-16,3 2-1 16,-2 3 2-16,2 0 2 15,1 0 0-15,-2-1-1 0,-1-1 0 16,-1-2 1-16,-2-4 0 15,-3-2-6-15,-4-2-3 16,1-1 3-16,-6 0 4 16,0-4 3-16,-2-6 14 15,0 1 3-15,-1-5 8 0,-5 1 0 16,0-4-6-16,0-1-10 16,-2 0-7-16,1 1-3 15,2-1-1-15,1 3 1 16,0 1-4-16,3 3 0 15,0 5-15-15,1 1-39 0,0 2-61 16</inkml:trace>
  <inkml:trace contextRef="#ctx0" brushRef="#br0" timeOffset="-92803.94">16812 15012 121 0,'0'0'5'0,"0"0"1"15,0 0 7-15,0 0 7 0,0 0 2 16,0 0-4-16,0 0-5 16,0 0-7-16,0 0-6 15,0 0-2-15,-24-19 4 16,20 27-1-16,0 3-2 15,2 0 0-15,0 1-5 0,2 0 1 16,0-2 3-16,0-1 0 16,0-1 0-16,0-3 1 15,4 1-1-15,2-4 1 16,-1-1 1-16,2-1-1 0,-2 0-2 16,2 0-4-16,-1-3 3 15,0-4 3-15,-2 1 1 16,-1-2 1-16,-1 1 0 15,-1-1 0-15,-1-3 2 16,0 2 3-16,0-2 0 16,0 3-1-16,0-1-3 0,0 1 0 15,0 3 1-15,0 1-1 16,0-1-2-16,1 2-1 16,7 2 1-16,-3 0 0 15,4 1 0-15,0 0-1 16,2 0 2-16,-1 5-2 0,0 4 1 15,1-1 0-15,0 3 0 16,0-2 1-16,1 1-1 16,-3-1 1-16,-3 1 0 15,-2-3-2-15,2 0-6 16,-6 0-8-16,0-3-8 0,0 0-13 16,-7 0 7-16,-1-3-8 15,1-1-9-15,-4 0 32 16,2 0 36-16,0-6 19 15,3-1-12-15,2-2-8 16,2 0-8-16,2-1 2 0,0 1 3 16,0 0-8-16,6 1-3 15,2 2 2-15,1-2-1 16,2 3-2-16,-1 0-2 16,1 1-2-16,2 2-1 15,0-1 0-15,2 3-2 16,0 0 1-16,-1 0 0 0,0 8-11 15,0-2-22-15,0 2-25 16,-3-2-21-16</inkml:trace>
  <inkml:trace contextRef="#ctx0" brushRef="#br0" timeOffset="-92562.79">17182 14970 172 0,'0'0'10'0,"0"0"18"0,0 0-10 16,0 0-14-16,0 0-5 16,0 0 1-16,0 0 1 15,35-27-1-15,-19 21 0 0,5-3 0 16,2 0 0-16,1-1-17 15,1-1-30-15,-2-3-57 16</inkml:trace>
  <inkml:trace contextRef="#ctx0" brushRef="#br0" timeOffset="-91976.75">17503 14631 162 0,'0'0'26'0,"0"0"7"0,0 0-9 15,0 0-3-15,0 0-8 16,0 0-10-16,0 0-9 15,0 0 2-15,-11 9 0 16,17 6 2-16,-1 3 1 16,0 6 1-16,5-1 2 0,-3 2-1 15,2 0-1-15,0 1 1 16,1-2-1-16,-4-1-3 16,1-2-5-16,-1-1-1 15,-2-4-4-15,-3-1-1 16,-1-2-3-16,0-4 8 0,0 0 6 15,0-4 3-15,-2-2-7 16,-4-3-4-16,0 0-17 16,0-8 15-16,2-1 1 15,-3-3 10-15,4 0 3 16,-1 3 4-16,0 0 11 0,2 1 14 16,1 3-3-16,1 1-10 15,0 1-7-15,0 0-5 16,7 2-5-16,2 0 0 15,1 1-2-15,3 0 1 16,0 0 0-16,1 0 1 0,-1 2 1 16,2 2 0-16,-1-1 1 15,1 0-2-15,-1-1 0 16,-1-2 1-16,3 0-4 16,-4 0-22-16,1-2-45 15,-2-4-37-15</inkml:trace>
  <inkml:trace contextRef="#ctx0" brushRef="#br0" timeOffset="-91799.77">17784 14793 134 0,'0'0'25'0,"0"0"27"0,0 0-20 0,0 0-6 0,0 0-18 16,0 0-9-16,0 0 0 15,0 0 1-15,0 0 1 16,-8 41 0-16,11-27 0 15,1-4 0-15,3-2-9 16,-2-2-31-16,2-5-56 0</inkml:trace>
  <inkml:trace contextRef="#ctx0" brushRef="#br0" timeOffset="-91651.01">17783 14699 210 0,'0'0'27'16,"0"0"-19"-16,0 0-3 16,0 0-13-16,0 0-64 0,5-32-57 15</inkml:trace>
  <inkml:trace contextRef="#ctx0" brushRef="#br0" timeOffset="-91209.85">17897 14765 170 0,'0'0'61'15,"0"0"-34"-15,0 0 0 16,0 0-15-16,0 0-4 16,0 0-3-16,0 0 4 0,0 0-2 15,0 0-8-15,0 0-4 16,4 2 1-16,-3 3 3 15,2 1 1-15,0 2 0 16,2-1 1-16,0 1-1 16,1 1-3-16,-2-4 1 0,1 1-5 15,-1-1-3-15,-3-2 2 16,0-1 4-16,0-2 4 16,-1 0 2-16,0 0 6 15,0-6-5-15,0-2 0 16,0-2 1-16,0-1 1 0,0-2-1 15,0 2-2-15,3 0 0 16,4 0-2-16,0 5 0 16,-2 1 0-16,4 3-2 15,-1 2 0-15,0 0-1 16,2 2 0-16,0 7 1 0,0 0 0 16,1 3 0-16,0 0-12 15,0-3-20-15,-1-2-40 16,1-4-47-16</inkml:trace>
  <inkml:trace contextRef="#ctx0" brushRef="#br0" timeOffset="-90912.63">18182 14755 171 0,'0'0'-4'0,"0"0"9"0,0 0 1 0,0 0-2 15,13-39-3-15,-12 30 0 16,0 2-1-16,-1-1-1 16,0 4-2-16,0-1 0 15,-2 2 0-15,-3 1 5 0,2 2 0 16,-2 0-4-16,-1 0 16 16,2 8-11-16,-2 3-3 15,3 1 0-15,0 4-2 16,3-2 2-16,0 2 0 15,0-1-1-15,6-3-4 0,5-1 0 16,0-3-3-16,2-3-18 16,3-2-21-16</inkml:trace>
  <inkml:trace contextRef="#ctx0" brushRef="#br0" timeOffset="-90327.54">18393 14733 89 0,'0'0'12'0,"0"0"21"15,0 0 22-15,11-32-16 16,-19 29-24-16,-2 2-8 16,-5 1-4-16,-1 0 3 15,-1 8-8-15,0 3 3 0,0 4-2 16,4 2 5-16,1 0-4 16,6 1 0-16,0-2-2 15,5-1-4-15,1-3-8 16,1-4-3-16,7 0 10 15,2-5 4-15,-2-2 3 0,3-1 0 16,3 0 2-16,-3-7-1 16,0-2 0-16,2-3 1 15,-3 1 2-15,-2-1 1 16,0 1 0-16,-1 2 1 16,-6 3 4-16,1 1 4 0,-2 4 3 15,1-1 1-15,-1 2-10 16,0 0-8-16,0 0-3 15,1 2-5-15,3 2 6 16,0 4 3-16,1 0-1 16,3-1 0-16,1-1-1 15,0-1-1-15,-2-1-4 0,1-1 0 16,1-1 3-16,-4-2 2 16,2 0 1-16,-3-2 2 15,3-5 0-15,-2-1 3 16,1 0 1-16,0-1 2 15,-1 1-2-15,-1 1-4 0,-2 2 0 16,1 2 0-16,-1 0 1 16,-1 3-2-16,1 0-4 15,1 0-1-15,2 3 0 16,0 2 1-16,0 2 2 16,1 0 2-16,1 0 1 0,3 0-1 15,-1-3-2-15,0-2-20 16,1-2-28-16,-1 0-95 15</inkml:trace>
  <inkml:trace contextRef="#ctx0" brushRef="#br0" timeOffset="-85596.72">18862 14763 58 0,'0'0'14'0,"0"0"-1"0,0 0 1 16,0 0-7-16,0 0-5 16,0 0-1-16,0 0 2 15,0 0 5-15,0 0-2 0,0 0-3 16,0 0-3-16,0 0-1 16,0 0 1-16,0 0 0 15,0 0 0-15,0 0 0 16,0 0 0-16,0 0 0 0,0 0 1 15,0 0 0-15,0 0-2 16,0 1 1-16,0 0 1 16,0 1-1-16,2-1 0 15,1 1 0-15,0 0 0 16,-1-2 0-16,1 4 0 0,-2-1 3 16,3 1 1-16,0-1 3 15,0 1 0-15,1 1-4 16,0-2 0-16,3 0-1 15,-2 2-1-15,2-1 0 16,1 0 0-16,-1 0-1 16,1 1 0-16,1 0 1 0,0-1 3 15,3 1 2-15,1-2-2 16,0 2-2-16,1 0 1 16,2-1-3-16,-1 0 1 15,1 0 0-15,-1-2-1 0,2 1 1 16,-1-2-1-16,2 2 0 15,1-2 1-15,1-1-2 16,0 0 1-16,1 0 1 16,0 0 0-16,1 0 1 15,-1 0 0-15,1-2 3 0,-1-2 1 16,1 0 1-16,0 0 0 16,-3-2-1-16,3 2-2 15,-3-2-1-15,1-2 2 16,-2 2 3-16,3-3 2 15,-1 0-1-15,2-2-1 16,2-1-1-16,2 0-3 0,4-4-1 16,0-1-2-16,1-2 3 15,1 0-3-15,3-4-1 16,-1 1 2-16,1-1 0 16,0-2 2-16,-1-2 3 15,1-1-1-15,-2 0 1 0,0-3-3 16,-2 1-1-16,-1-1-1 15,-2 0-2-15,-1 1 1 16,-4 2 2-16,1 0-3 16,-4 0 0-16,-3 1 0 15,-3 1 0-15,2-3 1 0,-2 0-1 16,-3 0 2-16,-1-2 5 16,0-1 0-16,-1-2-2 15,-4 0-1-15,3-1-1 16,0-2-1-16,-3-2 0 15,2 0-2-15,-2 3 0 0,-2 0 1 16,1 2 1-16,-1 3 0 16,-4 3 0-16,0 3 0 15,0 3 0-15,-1 0-1 16,-5 3 1-16,0 4 1 16,-1 0 2-16,0 3 1 0,1 1 1 15,-3 1-2-15,3 2 0 16,-1-1-3-16,0 1 0 15,2 1-2-15,-1 0 1 16,1 0-2-16,-3 2 0 16,4 1-1-16,-1 2 1 0,0-1-1 15,0 2 2-15,0-1 1 16,1 2-1-16,-2 0-1 16,-2 0-3-16,0 0 0 15,-1 2 2-15,0 1 0 16,-1-2 4-16,-2 3-2 0,1-3 0 15,-1 2 0-15,0-1 0 16,0 1 0-16,-1 0 1 16,2 1-2-16,-6 0 1 15,4 0 1-15,-3 1-2 16,-1 0 2-16,0 0-1 16,-3 0 0-16,0-1 0 15,-1 1 0-15,3-2 0 0,-3 0 0 16,3 1 1-16,1-3-1 15,-2 0 0-15,4 2 0 16,-2 0 0-16,2-2 0 16,-2 2 0-16,2-2 0 0,1 0 0 15,0 1 1-15,3-1-1 16,-2 1-1-16,3 1-25 16,1 1-7-16,1-2-9 15,2-2-45-15,2 0-19 0</inkml:trace>
  <inkml:trace contextRef="#ctx0" brushRef="#br0" timeOffset="-84628.46">19896 13369 157 0,'0'0'-4'0,"0"0"33"0,0 0-10 0,0 0-11 0,0 0-9 16,0 0 1-16,0 0-5 15,0 2 2-15,0 0 1 16,0 1 0-16,0 3-1 15,-2 0 3-15,0 2 5 0,-1 3-3 16,1 0-2-16,-3-1 1 16,1 3 0-16,0-2-1 15,-4 1 0-15,-2 1 1 16,-1-2-1-16,0 2 0 16,-2-1 1-16,-1-1 0 15,2 0 0-15,-1-3 2 0,2 0-3 16,1 0 0-16,1-2 1 15,1 0-1-15,1 0 0 16,0-1 1-16,1-1 0 16,0 1 0-16,0-2-1 0,-1 2 0 15,0-2 0-15,2 1 1 16,-1-3-1-16,2 3 0 16,1-4 0-16,1 1 0 15,0 1 0-15,1-2 1 16,0 1-2-16,0 0 0 15,1 3-1-15,0-4 0 0,0 2 1 16,0 1-1-16,0 1 6 16,2 0 0-16,1-1 0 15,2 2 2-15,0-2-3 16,0 3 1-16,1 0-3 16,1 1 2-16,2 0-2 0,-1-1 1 15,0 2-1-15,2-3 2 16,-2 4 2-16,1-2-2 15,1-1 0-15,-1 2-1 16,3 0-1-16,0-1 0 16,0 0 1-16,1-1 0 0,2 2-1 15,-3-2 1-15,2-2-1 16,-2 1 0-16,0-1-1 16,-1-1 0-16,-2 0 0 15,0-2 0-15,-2 3 2 16,-1-4 0-16,1 2 0 0,-3-2 0 15,0 1 0-15,0 0-1 16,-2-1 0-16,1 0-1 16,-3 0 1-16,1 0-1 15,1 0-1-15,2 0-27 16,-2 0-31-16,2-4-56 0</inkml:trace>
  <inkml:trace contextRef="#ctx0" brushRef="#br0" timeOffset="-66083.42">5368 11093 41 0,'0'0'-2'0,"0"0"4"0,0 0-2 0,0 0 1 16,-33-26-2-16,23 23 2 15,1 1 2-15,-1 1 1 16,-1 1 0-16,0 0 0 0,0 0 0 16,0 0-2-16,1 1 1 15,1 1-3-15,2 1 1 16,-2 0-1-16,3 1 0 16,-1 0 0-16,-1-2 0 15,1 3 0-15,-1-2 0 0,4-1 2 16,-2 2-2-16,-2 0 1 15,1 0 0-15,1 2 0 16,-1 3-1-16,0-1 0 16,0 4 0-16,0 0 0 15,0 0 0-15,1 0 0 0,-2 2 0 16,2 0 0-16,1-1 0 16,0 4 0-16,1 0 0 15,0 1 0-15,1 3 1 16,-1 0-1-16,2 5 0 15,-2-2 0-15,3 5 0 0,-2 1 1 16,2-2-1-16,1 1 0 16,0-2 0-16,0-2 0 15,0-3 1-15,0-2-2 16,5-3 2-16,1 0 0 16,0-4 0-16,0-2 0 15,3-2 0-15,3-4 1 0,1-5-4 16,3-5-7-16</inkml:trace>
  <inkml:trace contextRef="#ctx0" brushRef="#br0" timeOffset="-64281.04">5314 11105 0 0,'0'0'26'0,"0"0"-10"0,0 0-8 16,0 0-2-16,0 0-2 15,0 0 2-15,0 0-3 16,0 0 1-16,0 0 0 16,31-13-4-16,-19 10 2 0,-1 0 1 15,3 3-2-15,1 0-1 16,3 0 0-16,-3 0 0 16,4 0 1-16,0 6-1 15,-1 1-1-15,2 2 2 16,-1 4-1-16,0-1 0 0,-1 2 0 15,-4 4 0-15,-5 0-1 16,-4 5 1-16,-5 2-1 16,-3 4-3-16,-13 3-8 15</inkml:trace>
  <inkml:trace contextRef="#ctx0" brushRef="#br0" timeOffset="-63633.19">5919 12239 1 0,'0'0'8'0,"51"-30"-4"0,-28 10-2 0,0-5-2 16,-1-5 1-16,-3-2-1 15,-2-6 0-15,-4 1-2 16,-4-4-6-16</inkml:trace>
  <inkml:trace contextRef="#ctx0" brushRef="#br0" timeOffset="-54749.38">5591 11220 0 0,'2'7'1'0,"1"1"1"0,-3 1-1 0,2-2 2 0,-2 3 0 16,0-1 3-16,0 3 3 16,0 1-5-16,0-1 0 15,0 1-1-15,0 1-1 0,-2 1-1 16,-1 0 0-16,1-1 0 16,-2 1-1-16,1 0 1 15,-3 0-1-15,2 1 0 16,-3-2 0-16,2 0 2 15,-4 1-2-15,0-2 1 16,1 0-1-16,-2-1 1 0,1-1-1 16,0-1 0-16,0 0 1 15,0-1-1-15,2-1 0 16,-4 0 0-16,2-2 0 16,0 2 1-16,1-2 0 15,-1 1-1-15,-1-1 1 0,1 1-1 16,0-2 0-16,0 2-1 15,0-3 0-15,0-1 1 16,-1 0 0-16,1-1 0 16,0 2 1-16,2-2 0 15,-2 1-1-15,-2 0 0 16,4 1 0-16,0 0 0 0,-3-2 0 16,2-1 0-16,2 1 0 15,0-2 0-15,-1 3 0 16,-2-3 0-16,1 0 0 15,0 2 0-15,2-2 0 0,-1 1 1 16,0-1-1-16,0 0 1 16,0 0 8-16,0 0 7 15,-1-3-6-15,-1 0-1 16,3 0-1-16,-4-1 1 16,-1 0-3-16,2-1-3 15,-2 1 0-15,2-1 0 0,-3-3-1 16,3 2 1-16,1-2-2 15,-2 0 1-15,3 0 0 16,-3-1 1-16,2-2 2 16,-1 3-1-16,0-4-2 0,0 3 0 15,0-3-2-15,3 3 0 16,-2-2 1-16,1-2-1 16,1 1-1-16,2 0 2 15,-1-2-2-15,1-2 1 16,3-1-2-16,1-2 2 15,0-1 0-15,0 0 0 0,1-1 0 16,6 0 0-16,-1 0 0 16,3-2 0-16,-1 4 0 15,2-4 0-15,-1 1 0 16,3 0 0-16,-1 0 0 16,-2 1 1-16,0-1-1 0,0 5 0 15,0 0 0-15,0 1 0 16,0 1 0-16,3 0 0 15,-1 1-4-15,2 0 4 16,-2 2 0-16,2 1-1 16,-1 0 2-16,3 2-1 0,-2 0 0 15,-2 2 0-15,1 1 0 16,0 1 1-16,-2 0-2 16,-1 2 1-16,1 2 0 15,-2 1-1-15,0 0 0 16,0 0 1-16,-2 0-1 15,0 1 0-15,3 3 0 0,-1 0 1 16,2-1 0-16,0 1 0 16,1 0 1-16,2-1-1 15,0 1 0-15,2 1 0 16,-1-2 0-16,0 1 0 16,0-1 0-16,-1 2 0 0,1-1 0 15,-1-1 0-15,-3 2 0 16,2-2 0-16,-2 3 0 15,2 1 0-15,-3 2 0 16,0 0-1-16,0 2-2 0,-2 3 0 16,-2 2 4-16,2 0-1 15,-3 2 1-15,-1-3-1 16,2 4 0-16,-3-3 1 16,0 0-1-16,1-1 0 15,1 1 1-15,-2-1-1 0,1-1 0 16,-2 2 0-16,1 0 2 15,-2 1-2-15,0 2-2 16,0 1 4-16,-5 0-2 16,-2 0 0-16,0-1 0 15,-2 0 0-15,-2 1 0 0,-2-3 0 16,0-2 0-16,-1 1 0 16,-1-3-2-16,0 0 4 15,3 0-2-15,-5-2 0 16,3-1 0-16,2 3 1 15,1-6-1-15,-2 1 0 0,3-2 0 16,-2-1 0-16,2-2 0 16,1 1 1-16,0-2-1 15,1 1 0-15,-1-3 0 16,0 0-18-16,2 0-39 16</inkml:trace>
  <inkml:trace contextRef="#ctx0" brushRef="#br0" timeOffset="-53668.36">5972 11852 77 0,'-2'-5'2'0,"-3"-2"5"0,1 1 3 0,0 0-3 16,0 2 0-16,-1-1 0 15,1 0-3-15,-2 0 0 16,-1 2 0-16,1-1 0 0,-2 1-2 16,0 0 1-16,-1 0-1 15,0 0 2-15,-2 1-3 16,1 2 0-16,-2 0-2 16,2 0 2-16,-1 0-2 15,-2 2 1-15,1 4-1 0,-1 3-3 16,1-2 6-16,0 2 1 15,0 3-2-15,-1-1-2 16,2 2 2-16,0 1 0 16,0 1-1-16,0 1 0 15,0 0 0-15,-2-1 0 16,4 2 1-16,0 0-1 0,1-1 0 16,3 1-1-16,0-1 1 15,3 1 0-15,2-1 0 16,0 2-1-16,2-2 1 15,6 3-1-15,2 0 1 16,1 1 0-16,2 0 0 0,0 0 0 16,3 1 0-16,0-1 0 15,1-3 1-15,3-2-1 16,0-2 0-16,2-4 0 16,2-1 0-16,2-3 0 15,1-5 1-15,3 0-1 16,-2 0 1-16,4-5-2 0,-1-6 3 15,0-3-2-15,0-3 1 16,-2-2 1-16,3-2-1 16,-5-1-1-16,0-2 0 15,-3-2 1-15,-2-2-1 16,-4-1 6-16,-4-3-4 0,-6-1 3 16,-2-1 2-16,-6 1-3 15,0 1-2-15,-9 3 0 16,-6 2-1-16,-2 7-1 15,-2 2-3-15,-1 7-6 0,1 4-12 16,-3 7-7-16,2 0-33 16</inkml:trace>
  <inkml:trace contextRef="#ctx0" brushRef="#br0" timeOffset="-52678.72">6448 12544 82 0,'0'0'13'0,"0"0"7"0,0 0 0 0,-27-35-6 16,20 26-9-16,-2 1-2 16,0 0-3-16,-2 1-2 15,0-2 0-15,0 4-1 16,0 0 1-16,0 1 0 16,0-1 1-16,0 1 1 0,-2 4 0 15,1-1 0-15,-1 1 0 16,1 0-1-16,-4 1-1 15,1 6 0-15,0 3 0 16,0-1 1-16,0 4 1 16,0 1-2-16,2 0 2 0,-1 1-1 15,4 1 3-15,-1 0-2 16,3 2-1-16,2 0-7 16,-3 2 15-16,5 1-6 15,1 1 0-15,0 0-1 16,2 1 0-16,1 0 0 0,0 1 0 15,2 0-1-15,5 2 0 16,3 1 0-16,-1 1-2 16,0 0 2-16,4 0 1 15,-1-1 0-15,4-3-1 16,2-2 0-16,0-1 1 16,2-3 0-16,4-4-1 0,-1-3 0 15,1-3 0-15,3-5 0 16,-2-3 0-16,4 0 2 15,-1-8-1-15,2-6 1 16,3 0-1-16,-3-5 0 0,0-2 0 16,-4-3-1-16,0-2 0 15,-2-1 3-15,-6-1-2 16,0-1 4-16,-5 0 3 16,-4-1 4-16,-3 1-3 15,-4 4 3-15,-2-3-2 0,0 1-5 16,-12 3-3-16,-2 2-1 15,-3 3-5-15,-5 7-36 16,-7 7-41-16</inkml:trace>
  <inkml:trace contextRef="#ctx0" brushRef="#br0" timeOffset="-50130.96">10256 11518 14 0,'-4'0'9'0,"-2"0"5"15,0 0-1-15,3 0-2 0,-3 0-3 16,3 0-4-16,-1 0-1 16,0-2 0-16,1 2 1 15,-1-1 1-15,1 0-1 16,0 0 1-16,0 1-3 16,2 0-2-16,-4 0 0 0,2 0 0 15,-2 0 0-15,0 0-2 16,1 0 4-16,-2 1-2 15,2 2 0-15,-2-2 1 16,3 2-1-16,-1-2 1 16,-1 0-1-16,1 1 1 0,-2 0 1 15,2-1 0-15,-2 3 0 16,0-2-1-16,0 1 0 16,1 2-1-16,0 0 0 15,-1-1 0-15,1 2 1 0,-1-1-1 16,1-2 0-16,-1 2 1 15,-2 1-1-15,1 0 0 16,-2 0 1-16,0-1 5 16,-1 2-1-16,2-1-1 15,-1 1-2-15,1 0 1 16,2-1-2-16,0 2-1 0,0-2 0 16,1 3 1-16,1 0-1 15,-2 1 0-15,1-1 0 16,-2 1 0-16,3-1 0 15,-1 2 0-15,1 2 0 16,1-4 0-16,-1 2 0 0,3 2 0 16,0-3 0-16,1 3 0 15,-2 2 1-15,2-1-2 16,0 3 2-16,0 0-1 16,0 0 0-16,0 2 0 15,0 0 0-15,0 0 0 0,0 1 0 16,0 2 0-16,0-3 0 15,2 0 0-15,0-1 0 16,2-2 0-16,-1-1 0 16,1-2 0-16,1 0 0 15,1 1 0-15,1-1 0 0,0 1 0 16,1-1 0-16,3 0 0 16,-2 0 0-16,0 1 0 15,2-3-2-15,0 2 3 16,0-4-1-16,1 0 1 15,0-1-2-15,-1 0 1 16,0 0 1-16,0-3 0 0,-1 1 0 16,5-1 0-16,-2-1-1 15,0 2 0-15,4-2 0 16,-1-2 1-16,4-1-1 16,-2-1 1-16,1 0 2 0,3 0-2 15,-3 0 1-15,2-3-1 16,-2-2-1-16,1 0 1 15,-1-1-1-15,0-3 0 16,0 0 0-16,0 0 1 16,-1-2 1-16,1 2 0 15,1-3-1-15,-3 2 1 0,0-1-1 16,-3 2-1-16,2-2 1 16,-3-1-1-16,-1 1 0 15,0-2 4-15,-2-1 3 16,3-1 1-16,-2 0-3 15,0-3-2-15,0-1-1 0,-1-1 0 16,-1-2-1-16,-2 3 0 16,0-4 2-16,-2 2 1 15,-2-2 8-15,-1 1 1 16,-2-1-8-16,0 3-2 16,0-3 0-16,0 2-1 0,-7 1 0 15,-1 0-1-15,-1-1 4 16,-3 0 0-16,2-1 3 15,-6 0 4-15,3 0-8 16,-2 2-4-16,-3 2 0 16,3 1 0-16,-3 6 0 0,1 2-3 15,-1 6-12-15,-5 3-49 16,-2 0-46-16</inkml:trace>
  <inkml:trace contextRef="#ctx0" brushRef="#br0" timeOffset="-46706.08">10618 13349 48 0,'-4'-3'14'0,"-1"-1"21"0,0 0-19 0,0 0 0 16,0 1 1-16,0-2-2 15,0 2 2-15,1-1-4 16,-2-1-4-16,0 1-6 16,1 1 0-16,-1 0-3 15,1 1 0-15,-2 1-2 0,-1 1-1 16,1 0 1-16,-2 0 1 15,-2 0-2-15,0 0 1 16,1 0 2-16,1 0 0 16,-1 1-1-16,2 1-7 15,-1 1-8-15,0 0 0 16,0 0 0-16,2 1 8 0,-3 0 6 16,1 1 2-16,-2 1 1 15,2 0-1-15,2 1 0 16,-3 0 0-16,1 1 0 15,1-1-1-15,-1 1 2 0,3 1 0 16,-3 1-1-16,3 0 1 16,0 1-1-16,-1 1 1 15,2 2-1-15,0 0 0 16,-2 0 0-16,4 2 0 16,-3-2 0-16,3 3 2 0,0-3-2 15,-1 2 0-15,2 0 0 16,1 0 1-16,0-1-2 15,1-1 1-15,0 1 0 16,-2-2 0-16,2-1 1 16,0 2-1-16,0-1 0 0,0 2 0 15,0 1 0-15,0 2 0 16,0 2 0-16,0 1 0 16,0 0 0-16,0-3 0 15,2 1 0-15,0-2 1 16,3-1-1-16,1-1 0 15,1-1 0-15,-1-1 0 0,3-1 0 16,0 0 0-16,0-4 1 16,4 2-1-16,-2-3 0 15,2-1 0-15,2 1 0 16,1-2 0-16,2 0 0 16,1-1 0-16,-3 1 0 0,4 0 0 15,-4-1 0-15,1 0 0 16,0-2 1-16,-1 1 0 15,0-1-1-15,1-2 1 16,-2 3-1-16,1-3 0 16,1 0 1-16,1 0 0 0,-3 0-1 15,3 0 1-15,-2-3 0 16,2-2 1-16,-1-1-1 16,3 1-1-16,-2-4 1 15,1 3 0-15,2-4 0 16,1 1-1-16,-1-3 1 15,-1 2 0-15,2-4-1 0,-3-1 0 16,0 1 0-16,-2-2 0 16,1-1 2-16,0 1 3 15,-3 0-1-15,0 1 2 16,-2 1 0-16,-1-3-2 16,0 2 2-16,-5 0 4 0,1-3-2 15,-3-1 0-15,2-2-1 16,-5-1 1-16,1 0-4 15,-3 0-1-15,0 1-3 16,0 1 0-16,-5 1 3 0,-4 0-2 16,0 2-1-16,-4 0 1 15,0 3 1-15,-1 1-1 16,1 1 0-16,-3 2-2 16,2 3 3-16,1 1-4 15,-1 3-2-15,-1 0-22 16,1 3-34-16,0-1-76 0</inkml:trace>
  <inkml:trace contextRef="#ctx0" brushRef="#br0" timeOffset="-41096.64">10334 11409 7 0,'0'-1'7'0,"0"0"12"16,0-1 4-16,0 1-2 0,0 0 1 16,0-1-5-16,0 1-4 15,0 1-7-15,0 0-3 16,0-1-3-16,0 1-1 0,0 0 0 15,0 0-1-15,0 0-2 16,0 0 6-16,0 0-4 16,0 0 2-16,0 0 2 15,0 0-2-15,0 0 0 16,0 2 0-16,2 1-2 16,0 0 2-16,0-1 0 0,-1 2 0 15,0-3-1-15,-1 2 1 16,0-3 0-16,2 0 0 15,-2 0 1-15,2 0 2 16,2-3 3-16,1-2 4 16,2-6 0-16,3-3 3 0,2-5-3 15,2-1 0-15,6-5 2 16,6-1 2-16,3-4-8 16,6 0-5-16,1-4-1 15,2-3-15-15,1-4-195 16</inkml:trace>
  <inkml:trace contextRef="#ctx0" brushRef="#br0" timeOffset="-39937.22">10706 14206 25 0,'1'0'11'0,"2"0"4"0,-2 0-3 0,1-2-4 15,0 2-6-15,0 0-1 16,0 0 1-16,-1 0-1 0,1 0 0 16,1 3 0-16,-2 0 3 15,1 2 1-15,2-2 2 16,-2 2 4-16,-1-2-2 16,1 0 1-16,0-2-1 15,3-1 1-15,3 0-1 0,6-12 5 16,8-9 12-16,11-18-14 15,11-15-12-15,8-21-2 16</inkml:trace>
  <inkml:trace contextRef="#ctx0" brushRef="#br0" timeOffset="-36042.82">5166 11069 21 0,'0'0'1'0,"0"0"-9"0</inkml:trace>
  <inkml:trace contextRef="#ctx0" brushRef="#br0" timeOffset="-34498.96">5119 11084 25 0,'-5'0'21'0,"1"0"-4"0,0-1-7 16,0-3-5-16,2 1 0 15,0 0-2-15,0 1 0 16,1-1-1-16,-1 1 4 16,1-1 0-16,0 1 4 0,-1-1 0 15,2 0-6-15,0 0-2 16,0 3-1-16,0-3 1 16,0 1-1-16,0 0-1 15,0-3 0-15,0 1 0 16,4-2 2-16,1 0-1 15,-1 0 1-15,2-2 0 0,0 3-1 16,0-1-1-16,0 1 0 16,1 1 0-16,2 0 1 15,0-1-1-15,3 1 0 16,-3-1 2-16,3 2-4 16,1 0 2-16,0 0 0 0,-2 0 2 15,2 0-4-15,-1 0 4 16,1 1-2-16,0-1 0 15,0 2 0-15,-2-1 0 16,2 0 0-16,0 1 0 16,0-2 0-16,-1 3 0 0,0-1 0 15,-2 1 0-15,1 0-2 16,0 0 2-16,0 0 0 16,-1 1-1-16,0 3 1 15,-2 1-1-15,2-1 1 0,-1 1-1 16,3 0 2-16,-3 0-1 15,4-1 0-15,-2 1 0 16,-1 0 0-16,2 0 0 16,-2 1 0-16,2 0 0 15,-3 0 0-15,2 2 0 16,-3-2 0-16,0 3-1 0,2-1 1 16,-3 2-1-16,-2-1 0 15,0 3 0-15,1 0 0 16,-3 0 2-16,-1 1 1 15,1 2-1-15,-3-1 0 16,2 0 1-16,-2 0 1 0,1 0-3 16,1-1 1-16,-1 1-1 15,2-2 1-15,-1 1-2 16,-2 0 2-16,0 2-1 16,0 0 0-16,0 4 0 15,-5 1 2-15,1 1-1 0,-4 2-1 16,-1 0 1-16,2 1-1 15,-2-2 1-15,1-2-1 16,1-1 0-16,0-2 1 16,0-3-1-16,2-2 0 0,-1 0 0 15,0-1 1-15,-2-1-1 16,-2 3 0-16,-1-1 0 16,-1 0 0-16,0 2-1 15,-5-2 2-15,1 0-1 16,3 0 0-16,-5 1 1 15,1-4-1-15,0 1 0 16,1-1 0-16,-1-1-1 0,-1 1 2 16,1-4-2-16,1 0 1 15,0-1-2-15,1-2-1 16,-1-2 2-16,1 0-1 16,0-5 3-16,1-3-2 0,-1-4 1 15,0-1 0-15,1-1-2 16,-1 0-4-16,-1 0-7 15,1-2-6-15,-1-1-4 16,1 1 4-16,-2 0 11 16,1-2 5-16,1-1 6 0,1-1 5 15,-1-2 7-15,2 1-3 16,3-1-2-16,1-1-2 16,1 0-3-16,0 2 2 15,3 0-3-15,0 0 0 16,0 0 1-16,4 0-1 15,-1 0-3-15,2 0 0 0,0 0-1 16,2 2 0-16,4-1 1 16,3 2-2-16,0-1 1 15,4 5 0-15,1-5 0 16,3 1 0-16,1 0 0 16,1-2-1-16,0 2 1 0,2 0 1 15,-2 3-3-15,2 0 3 16,-3 3-1-16,1 1 0 15,-1 2 0-15,1 1 0 16,-2 2 0-16,0 0 0 0,-1 2 0 16,1 1 0-16,-2 1 0 15,0-1-1-15,1 2 1 16,-2-1 1-16,0 2-1 16,2-1 0-16,-4 1 0 15,3 0 0-15,-2 0-1 16,3 0 1-16,-1 0 0 0,-1 3 0 15,1 2 0-15,0 0 0 16,-1 1-1-16,0 1 1 16,-2 1-1-16,-1 3 0 15,-1 1 0-15,0 2 0 16,-4 1 1-16,1 2 0 0,-3 2 1 16,1 2 0-16,-2 2 1 15,1-2-1-15,2 2-1 16,-2 0 1-16,1-3-1 15,-2 0 0-15,1 0 1 16,-2-3-1-16,2 3 0 0,-4-4 1 16,1 2 0-16,-1 0 1 15,0-1-1-15,0 0 1 16,0-6-2-16,-1-5-27 16</inkml:trace>
  <inkml:trace contextRef="#ctx0" brushRef="#br0" timeOffset="-32936.26">19819 6194 26 0,'0'0'2'0,"0"0"-1"0,0 0 1 0,0 0 0 15,0 0 0-15,0 0-1 16,0 0 4-16,0 0 8 16,0 0 10-16,0 0-9 15,0 0-2-15,0 0-7 16,0 0-3-16,20 9-2 0,-16-4 0 16,-1-2 0-16,1-1 1 15,-1 2-1-15,3-4 0 16,1 2 1-16,1-2 2 15,0 0 8-15,4-2 3 16,2-4-1-16,2-5-1 0,3-2 5 16,3-3-6-16,2-4 2 15,3-3 4-15,2-3 1 16,3-4 3-16,-1 0-3 16,3-4-1-16,-2 3-6 15,0-2-1-15,-4 5-6 16,-1 3-4-16,-3 6-1 0,-4 5-1 15,-6 5-20-15,-3 1-92 16</inkml:trace>
  <inkml:trace contextRef="#ctx0" brushRef="#br0" timeOffset="-32093.77">19966 9834 54 0,'0'0'20'0,"0"0"9"0,0 0-2 0,0 0-5 0,0 0-4 15,0 0-5-15,0 0-4 16,0 0-3-16,0 0-5 0,0 0-1 16,0 0 1-16,0 0-1 15,0 0 0-15,4-11 0 16,-4 17 2-16,1-1 0 15,0 0 0-15,4-1 0 16,0-4 0-16,5 0-2 16,1-3 3-16,6-8 2 0,6-6 3 15,1-3-2-15,8-5 1 16,4-3-3-16,9-3-3 16,6-7 0-16,7-4-3 15,6-9-37-15,5-7-165 16</inkml:trace>
  <inkml:trace contextRef="#ctx0" brushRef="#br0" timeOffset="-28271.91">15637 5978 0 0,'0'0'10'0,"0"0"7"0,0 0 2 0,0 0-2 15,0 0-1-15,0 0-5 16,0 0-5-16,0 0-5 16,0 0-1-16,-32-23-1 15,23 23 1-15,3 0 1 16,-2 0 1-16,3 0-2 0,2 0 0 15,0 0 0-15,2 0 1 16,0 0 2-16,1 0 3 16,0 0-2-16,0 0 2 15,-1-1-3-15,1-1-1 0,-3-1-1 16,1 1 1-16,-1 1 0 16,2-1-2-16,-2-2 1 15,-2 2-1-15,3-2 2 16,-1 0-1-16,1-1-1 15,-2 0 0-15,2 0 1 16,-3 0-1-16,1 0-1 0,-1-1 2 16,0 0-1-16,-1 1 0 15,1-1 0-15,0 1 1 16,0-1-1-16,0 1 1 16,1 2-1-16,-1 0 0 15,0 0 0-15,0 1 1 0,-2-2-2 16,0 3 1-16,0-1 0 15,-1 0 2-15,1 0-2 16,0 0 0-16,0 1 1 16,-1 1 0-16,1 0-1 15,0 0 0-15,-2 0 0 0,3 0-1 16,-3 0 1-16,0 3-1 16,2 1 1-16,1 0 0 15,-1 1 0-15,2-2 0 16,-1 1 0-16,0 1 0 15,-1 0 0-15,3 0 0 16,-5 1 0-16,2 2 0 0,1-2-2 16,-3 0 2-16,2 1 0 15,1 0 0-15,1-1 1 16,-1 1-1-16,2 0 0 16,1 0 0-16,0 0 0 0,0 0 0 15,0-1-1-15,1 3 1 16,0-1 1-16,-1 0-1 15,3 0 0-15,0-2 0 16,0 3 0-16,0-2 1 16,0-1-1-16,0-1 0 0,0 0-1 15,0 0 2-15,0 0-1 16,0 1 0-16,2 2 0 16,1-2 0-16,1 1 0 15,-1 0 0-15,2 1 0 16,1 0-1-16,-1-2 1 15,1 2 0-15,0-2 0 0,-1 1 0 16,0-1 1-16,2 0-1 16,-2 0 0-16,1-1 0 15,-1 1 0-15,4 0-1 16,0 0 2-16,-2 1 0 16,1-1-1-16,1 0-1 0,0-1 2 15,0 0-2-15,-1 2 2 16,-1 0 0-16,2-2-1 15,-3 1 0-15,-1-2 0 16,-1 1 0-16,3 0 0 16,-3-1 0-16,3 1 1 0,-2 0-1 15,2-2 0-15,1 1-1 16,-1 0 0-16,2-1 2 16,-1 0 0-16,-2 0 0 15,2-1 1-15,-2-1-1 16,2 1 0-16,-2-1 1 0,-1-1 0 15,3 1 1-15,-3-1 1 16,3 0 0-16,-1 0 0 16,1 0-2-16,1 0 2 15,0 0-1-15,2 0-1 16,-2-2 2-16,1-1 1 0,-2 1 1 16,0-3 3-16,0 2 1 15,-2-1-2-15,1-1-3 16,-2 3-4-16,3-2 1 15,-3-1-1-15,2 2 0 16,0-2-1-16,-2 0 1 0,3-1-1 16,-3-2 2-16,2 1-2 15,1 0 1-15,-2-2-1 16,0 1 2-16,-1-1-1 16,2 1 0-16,-4 0 0 15,1-1 0-15,0 1 1 16,-2-1-2-16,0-1 1 0,-2 0 0 15,1 0-1-15,0 1 1 16,-1-1-1-16,0-1 1 16,0 2 0-16,0-2 1 15,0 1 0-15,0-1-1 0,-1 2 1 16,0-1-2-16,-2-1 1 16,2 0-1-16,-4 1-2 15,1 0 2-15,-5-1 3 16,0-2-1-16,-3 1-2 15,-1 1 0-15,-2 0 1 16,-2 0-2-16,0 3 1 0,-3 2-2 16,-1 4 4-16,-3 2-26 15,-1-1-70-15</inkml:trace>
  <inkml:trace contextRef="#ctx0" brushRef="#br0" timeOffset="-26278.45">15459 5857 19 0,'-3'-2'6'0,"0"-2"7"0,-1 3-4 16,0-3 0-16,-3 4-6 15,3-2 0-15,-4 2-2 16,0 0-1-16,1 0 3 0,-2 0-3 16,0 0 0-16,0 0 1 15,1 0-1-15,-1 0 0 16,0 2 0-16,1 2 0 15,1 1-1-15,-2-2-1 0,0 2 2 16,0 0 2-16,1 1-2 16,-1 1 0-16,0 0 0 15,0 3 0-15,2-1 1 16,-1 0-2-16,-1 0 2 16,5 1-1-16,-2-1 0 15,1-2 0-15,2 0 0 0,-1 1 0 16,2-1 0-16,0 1 0 15,1-1 0-15,1 1 0 16,0 1 0-16,0 0 0 16,0 0 0-16,0 1 2 15,0-1-2-15,0-1 0 0,2 3 0 16,2-4-3-16,2 0 1 16,0 2 0-16,-1-2 6 15,2 0-4-15,-1 0 1 16,2-1-1-16,-4 1 2 15,2 0-2-15,0-2 0 0,2 1 0 16,-4-1 1-16,2 1-1 16,0-3 2-16,1 3-1 15,-1-1 3-15,1-1-3 16,0 2 2-16,0 0-2 16,1 0-1-16,1 0 0 0,-1-1 1 15,-1 1-2-15,3 2 2 16,2-3-1-16,-2-1 0 15,0 2 0-15,1-1-2 16,-1-2 2-16,-1 0 2 16,0-1 0-16,0 0 4 0,0-1 0 15,-3 0-2-15,2 0-1 16,1-1 0-16,-1 0-3 16,-1 0 2-16,2 0-2 15,0 0 1-15,2 0 1 16,0-3 0-16,0-1 1 15,0 1 3-15,2-1-3 0,-2 0 1 16,1 0 0-16,-2 0-2 16,-2 1 1-16,0-1-1 15,-3 1 3-15,2-1-2 16,-2 1 0-16,-1-1 4 16,-1 2 2-16,1-3-2 15,0 2-5-15,1-2-1 0,-1 1 0 16,0-1-1-16,1-1 0 15,-1 1 1-15,2-1-1 16,-2 0 0-16,1 1 0 16,-1-1 0-16,1 0 2 0,-2-1-2 15,3-2 1-15,-5 0 0 16,2 2 0-16,-3-4 0 16,0 1 1-16,0 0 1 15,0-1 4-15,0 1-5 16,0-1 1-16,-2 1 0 0,0 1 2 15,-4-2-2-15,0 2 0 16,0 1-3-16,-2 0 2 16,0 0-2-16,-2 0 0 15,2 2 3-15,-1-1-2 16,2 0-1-16,-2 1 0 16,1-2 0-16,2 1 1 0,-3-1-1 15,0-1 0-15,2 0-1 16,-2 0 2-16,-2 0-1 15,2 1-1-15,0 1 1 16,-2 1-1-16,-1 3-3 0,-1 0 1 16,-2 1-29-16,-3-2-100 15</inkml:trace>
  <inkml:trace contextRef="#ctx0" brushRef="#br0" timeOffset="-23597.41">15843 7181 27 0,'-9'-3'8'0,"-2"0"2"0,3-2-1 15,-2 2 3-15,0-2-3 16,-1 2-1-16,0 1-5 16,1-2-2-16,-1 1 0 0,-1 1 0 15,2 2 0-15,-1-3 0 16,2 2 0-16,0 1 2 15,-1-1-2-15,1 1 0 16,-1 0 1-16,1 0-2 16,0 0 3-16,-1 0-1 0,3 0 0 15,-2 0-1-15,-1 2-1 16,2 3 1-16,1-2-1 16,-2 2 0-16,2 0 0 15,2 0 0-15,-1 2 0 16,-1-1 0-16,3 2 0 0,-1-2 0 15,2 3 0-15,-1-1 0 16,2 3 0-16,-1-1 1 16,1-1-1-16,2 3 0 15,-2 1 0-15,2-2 0 16,0-1 0-16,0 1 0 16,0 3 0-16,0-5 0 0,0 1 0 15,2 1 0-15,1 0 0 16,1 0 0-16,2-2 0 15,-1 2 1-15,2 0 0 16,3 0 0-16,-1-1 0 16,1 0 1-16,2 1-1 0,1-2 3 15,-1-2-3-15,0 3 2 16,-1-1-2-16,1 0-1 16,0-3 1-16,-2 2-1 15,2 0 1-15,0-2-1 16,0-1 0-16,-1 0 1 0,2 0-1 15,0-1 2-15,-1 1 1 16,2-3-1-16,1 1-2 16,0-1 3-16,1 0-2 15,0-2 1-15,1 0-1 16,-2 0 2-16,0 0-1 0,-1 0 1 16,1-2 4-16,-2-1-2 15,1-1 0-15,-1-3-1 16,2 1-2-16,-3 0 0 15,0-2 0-15,0-1 0 16,0-1 3-16,-1 0-1 0,-1 0 6 16,-1-4 4-16,-3 0-1 15,1 1-2-15,-2-2-3 16,-1-1-1-16,-1-1-3 16,0 1-2-16,-1-1 0 15,-1 1 0-15,-1-1-1 16,0 0 1-16,0 0 0 0,0 0 0 15,-5 2 0-15,1 1 0 16,-1-1-2-16,1 1 2 16,-3 1-2-16,1 0 0 15,-2 2 0-15,0-1 0 16,0 0 0-16,-1-1 0 0,-1 1 2 16,-1 0-1-16,0 1 0 15,-1 0-1-15,-1 2-1 16,-2 1 1-16,0 2-3 15,0 1 4-15,-1 2-4 0,0 0 3 16,-3 3-1-16,2 0 2 16,-1 0-1-16,2 0 0 15,-3 0 0-15,2 0 0 16,-1 0 0-16,4 0 2 16,-3 5-4-16,3-1 2 15,-3 1 2-15,2 0-2 0,2 1 0 16,-1-1 0-16,0 2 0 15,2-2 0-15,0 4 0 16,0-1-2-16,1 2 2 16,-1 1 0-16,1-1 0 15,0 3 0-15,1 1-1 0,2 0 1 16,-2 0-1-16,-1 2 0 16,2 0 1-16,0-1-1 15,3 0 1-15,-1 1 0 16,1-3 0-16,0 0 0 15,3-1 0-15,0-1 0 0,0 2-1 16,1 0 1-16,1-1 0 16,0 2 0-16,-1 0-1 15,2-3 1-15,0 0 0 16,0 0-1-16,0-2 0 16,0 1-1-16,3-3 2 15,1 0-3-15,1 2 1 0,1-1 2 16,2-1 0-16,-2 0 0 15,1 1 1-15,1-2-1 16,-1 1 0-16,0-1-1 16,1-1-1-16,-1 1 2 0,0-1 1 15,1 1-1-15,-1-2-1 16,1 1 1-16,1 1 0 16,0-1-1-16,-1-1 1 15,2 0 0-15,0 1 0 16,-1-1-1-16,3-2 0 15,0 1 2-15,0 0-1 0,1-1 0 16,2-1 0-16,-1-1 1 16,0 0-1-16,-2 0-1 15,2 0 1-15,-1 0 0 16,-2 0 1-16,0 0 0 16,-1 0-2-16,-1 0 2 0,2-1-1 15,2 0 0-15,-3-2 0 16,1 2 1-16,1 0-2 15,-1-2 2-15,0 2-2 16,-1-2 2-16,0 1-1 16,0-1 0-16,-2 1-1 0,-2-1 2 15,2 0-1-15,-2-1 1 16,1 0-1-16,-1-2 0 16,2 1 1-16,0-1-1 15,2-1 0-15,-2 0 1 16,2-1-2-16,-1 1 1 0,0-2 1 15,-1 0-1-15,-2 0 0 16,0 3 2-16,-2-4-2 16,1 1 0-16,-1 0 1 15,-3 0 1-15,1-1-1 16,-1 1 0-16,1 1 0 0,-2 0 0 16,1 2-1-16,-1 0 0 15,0 1 1-15,0 0-1 16,0 0 0-16,0 1 0 15,0-1 1-15,0 1 0 16,0-1 2-16,-1 2-2 0,-1-3-1 16,2 1 1-16,-1 2-1 15,1-2 0-15,0 0-1 16,-1 1 1-16,1 1 0 16,0-1 0-16,0 1 0 15,0 1 0-15,0 1 0 16,-1-2 0-16,1 0 0 15,-1 1-1-15,0-2 1 0,-2 1-3 16,0-2 2-16,1 3 3 16,0-3-2-16,0 1 0 15,0 1 0-15,-1 0 2 16,2 0-1-16,0 0-2 0,0 3-1 16,0 0-5-16,-1 0-44 15,-1 0-59-15</inkml:trace>
  <inkml:trace contextRef="#ctx0" brushRef="#br0" timeOffset="-19407.53">10303 11432 7 0,'0'-1'21'0,"0"-1"-5"0,0 1-1 0,0-1-1 16,2 1-8-16,1 0-2 15,0-1 2-15,2-1-4 0,-1 2-1 16,3-3-1-16,-3 4 0 16,3 0 0-16,-3-1 2 15,3 1-2-15,-3 0 0 16,5 0 0-16,0 0 1 0,2 0 0 16,1 0-1-16,3 0 1 15,0 0 1-15,1 0-4 16,-1 0 4-16,-2 1-2 15,0 3 0-15,-1-2 0 16,-2 2 0-16,0 0 0 16,-1 0 0-16,1 1 0 15,-1-1 0-15,-2 2 0 0,2 1 0 16,-3 0 1-16,-1 3 0 16,1 0-1-16,-3 1 1 15,1 1-1-15,0 2 1 16,0 0 0-16,-1 3 1 0,1-1-2 15,-1 0 0-15,2 1 1 16,0-1-1-16,-3 1 0 16,1-1 0-16,-1 0 0 15,2 0 1-15,-3-1 0 16,1 0 0-16,0-1 1 0,0-2-1 16,2 2 0-16,-2 0 0 15,-2 0-1-15,1 0 0 16,-1-1 0-16,0-2 1 15,0 2 2-15,0-2-3 16,0 1 1-16,-5 1 5 16,0 0-4-16,-3 4-1 0,1 2 2 15,-3 1-2-15,0 0 1 16,-2 0-1-16,1-1-1 16,1-3 4-16,-2-1 1 15,0-2 3-15,1 0-2 16,2 0-4-16,-2-2 2 0,1-1-4 15,1-1 0-15,0 1 1 16,0-3-1-16,-2 1 2 16,0-1 1-16,0 1-2 15,-2-1 0-15,1 2 1 0,-3-1-1 16,1-2-1 0,0 2 1-16,0-1-1 0,-1-1 0 15,1-1 0-15,2-1 0 16,-1-1 0-16,1 2 0 15,-3-4-1-15,2 0 2 16,-1-1-1-16,3 0 0 0,-2 0 1 16,0 0 1-16,0-4-2 15,3 1 0-15,-2-3-1 16,1 0 4-16,0-1-3 16,-1-2 1-16,0 2-2 15,3-3 1-15,-1-1-5 16,0 1 5-16,0 0 1 0,2-1-1 15,-1 0 1-15,0 1 0 16,0-1-1-16,-3-1 0 16,3 2 3-16,0 0-1 15,2-3-1-15,0 2 0 0,2-1 0 16,-3-2 1-16,4 3-1 16,-1-3 3-16,3 3 2 15,-2-2-1-15,2-1 1 16,0 1-3-16,1 0-2 15,1-3 1-15,0 2-2 16,0-1 1-16,0-1-2 0,2 1 2 16,1 0-2-16,-1 1 2 15,1 0-1-15,3-1 0 16,-2 2 0-16,4-2-1 16,-1-1 1-16,1 2 0 15,2-1 0-15,-1 1 0 16,0 0 0-16,1 2-2 0,-1 0 2 15,-1 4-1-15,0-1 2 16,-1 1-1-16,0 1-1 16,3 0 1-16,-1-1 1 15,0 2-1-15,6-3-1 0,-3 2 1 16,1-1 0-16,0 1 0 16,1 2 0-16,2 1 0 15,-4 1-1-15,1-1 1 16,-1 1 0-16,2 2 0 15,-1 0 0-15,1 0-1 16,-1-2 2-16,0 3-1 0,-1-1 0 16,0-1 0-16,1 0 0 15,-1-1 0-15,-1 1 1 16,2 1-2-16,0-2 1 16,-3 3 1-16,4-1-1 15,-3 1 0-15,0 0 1 0,-1 0-1 16,2 0 0-16,-2 0 0 15,0 0 0-15,1 1 0 16,-1 3-1-16,0 1 1 16,0 0 0-16,2 1 0 0,-3 2 1 15,0 1-1-15,2-1-1 16,-3 3 1-16,1-1 1 16,-2 0-1-16,0 1 0 15,1 1 1-15,-1 1-1 0,0-1 0 16,0 1 0-16,-3 0 1 15,3 1-1-15,-4-2 0 16,2 2 0-16,-2-2 1 16,-1 1-1-16,0 0 2 15,1-1-2-15,0 1 1 16,-1 1 0-16,-1 0-1 0,-1 1-1 16,1 1 2-16,-1 1-2 15,0 1 1-15,0 0-1 16,-1-1 2-16,-2 0-1 15,-3 0-7-15,2-1 14 16,-3 0-12-16,2 2 12 0,-3-2-7 16,1 0 1-16,0 1 0 15,-3-2-1-15,1 0 0 16,-1-1 1-16,-1-1-1 16,-1 0 0-16,-3-1 1 15,0 0-1-15,-2-2 1 0,-2 2-1 16,-1-2 2-16,-2-1-2 15,2-1 0-15,-2 1 0 16,-2-4 0-16,1 0-8 16,-3-5-49-16,-2 0-70 15</inkml:trace>
  <inkml:trace contextRef="#ctx0" brushRef="#br0" timeOffset="-17172.23">10266 11331 28 0,'0'0'12'0,"0"0"9"0,0 0-6 0,1 0-10 16,-1 0-3-16,0 0-1 16,3-1 1-16,-3 0 0 15,2 1 1-15,-2-1 1 0,0 1 0 16,0 0 0-16,0 0 0 16,1 0-3-16,0 0-1 15,1 2 0-15,0 2 0 16,1 3-1-16,-1 0 2 15,0 2 0-15,-1-4 1 0,2 2 0 16,-2-1-1-16,1-3-1 16,0 0 1-16,-1 0 0 15,1-3 0-15,-1 0 1 16,2 0 2-16,1-1 9 16,2-9 13-16,3-5-8 0,4-4-9 15,7-5 0-15,3-7-4 16,9-6 2-16,4-7-2 15,11-9-3-15,10-8-2 16,8-10 0-16,8-14-37 16</inkml:trace>
  <inkml:trace contextRef="#ctx0" brushRef="#br0" timeOffset="-15628.15">10621 13254 38 0,'0'0'38'0,"0"-1"-10"0,0 1-15 16,0 0 3-16,0 0-12 0,0 0-4 15,0-1 0-15,0 1 0 16,0 0 1-16,0 0-1 16,0 0 1-16,3 0 0 15,0 0-1-15,4 0 2 16,-1 0 2-16,1 0-2 0,4 0 0 15,0 0-1-15,1 2 1 16,1 4 2-16,3 4-1 16,-1 1 2-16,3 4 0 15,0 6-4-15,2 5-1 16,-7 6 0-16,-5 3-18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13:44.6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21355 11188 34 0,'-10'3'16'0,"-1"-2"17"0,2 0-8 0,-4 0-6 0,2 1-7 16,-2 0-6-16,2-1-4 15,-1 1 0-15,0-2-1 16,1 2-1-16,-1-1 2 16,1 0-1-16,2 2 1 0,-2 0 0 15,0 3-2-15,0-2 0 16,-2 1 0-16,2 2 0 16,-1-1 0-16,1 1 0 15,1-3 1-15,3 1-1 16,0-2 1-16,4 1 1 15,0-1 2-15,2 0-4 0,1 1 0 16,0-1 0-16,0 1-2 16,0 0 0-16,0 1 1 15,6-1 0-15,2 0-1 16,2-1-1-16,3 3 9 0,4-2-1 16,3 1 1-16,-1-2-3 15,4 0 0-15,-2 2-2 16,0-1 0-16,-2 0 0 15,-2 3-1-15,-1-1 2 16,-5 1-2-16,-1 0 1 0,-4 0-1 16,-2 2 1-16,-3 1 1 15,-1 0-1-15,0-2-2 16,-3 5 8-16,-8-4-4 16,-2 2 1-16,1 0-2 15,-4 1 0-15,1-1 0 16,1-2 2-16,1 2-2 0,2-1-1 15,0 0 0-15,5 0-1 16,3 1 0-16,0-4 0 16,3 3 0-16,0-1-1 15,1-2-4-15,7 1 6 16,5-2 3-16,2 0 4 0,5-1-3 16,2-1 0-16,3 1 1 15,2-2-1-15,-1-1 2 16,1-2 0-16,0 0-2 15,-5 0-2-15,1 0 1 16,-3 0-2-16,-1 0 0 0,-3 0 0 16,-2 0-1-16,-1 0 1 15,-2 0-4-15,-6 0-18 16,-3-2-51-16,-1-8-92 16</inkml:trace>
  <inkml:trace contextRef="#ctx0" brushRef="#br0" timeOffset="674.43">21827 11207 128 0,'0'0'10'0,"0"0"-7"0,0 0 0 15,0 0 0-15,-3 43-1 16,3-27 2-16,0 0-2 16,2 0 5-16,6-3 1 0,-1-2-2 15,5-3 5-15,-1-2 3 16,1-2-1-16,2-2-5 15,-1-1-3-15,1-1 0 16,-1 0-2-16,1-3-1 16,-1-2 0-16,-3-4-1 15,2-1 0-15,-2-2-1 0,1 0 0 16,-3-1-1-16,-2-1-3 16,-2 3-1-16,-2-1 2 15,-2 5 3-15,0 1 0 16,0 2-2-16,0 4-1 15,-2 0 7-15,-2 0-3 0,3 1 0 16,1 10-2-16,-2 0 0 16,2 3-1-16,0 3-2 15,3 2 1-15,4 1 7 16,1-2-5-16,3 3 3 0,0-2 0 16,1-1 1-16,-3-1 0 15,1-3 0-15,-2-1-2 16,-1 0 1-16,-2-3-1 15,-3-1 2-15,1-1-1 16,-3-4 0-16,0 1 0 16,0-1 6-16,-7-3 2 0,-3 1-1 15,-4-2-4-15,-2 0-1 16,-2 0-3-16,-2 0 0 16,1 0-2-16,0 0 1 15,3 0-2-15,5 0-13 16,1 0-25-16,5 0-25 0,3-5-35 15</inkml:trace>
  <inkml:trace contextRef="#ctx0" brushRef="#br0" timeOffset="1216.25">22304 11339 155 0,'0'0'10'0,"0"0"1"0,0 0-5 0,0 0-5 0,0 0 0 15,0 0-1-15,-38 4 0 16,36-4 2-16,2 3 10 16,0-3 1-16,0 0-2 0,8 0-4 15,2 0-1-15,4 0 3 16,7 0-4-16,-1 0-1 15,5-3-2-15,2 0-1 16,2 2 0-16,2-2-1 16,2-2-32-16,-3-3-64 15</inkml:trace>
  <inkml:trace contextRef="#ctx0" brushRef="#br0" timeOffset="1822.06">22811 11208 171 0,'0'0'-17'0,"0"0"17"16,0 0-1-16,0 0 0 16,0 0 1-16,0 0 3 0,-22 46 4 15,20-32 2-15,2-3-1 16,0 3 4-16,4-2-3 15,5-2-1-15,3-2-4 16,1-2 1-16,2-3 3 16,-1-3 4-16,3 0 2 15,1 0-4-15,1-4-4 0,1-5-4 16,-1-1 0-16,-2-1 1 16,0-1-2-16,-1-2 0 15,-3 0 0-15,-1 2 0 16,-2 1-2-16,-4 1 0 15,-1 2 1-15,-2 2 0 0,-2 3 0 16,1 2 1-16,-2 1-1 16,0 0-1-16,0 0-4 15,0 1-7-15,0 6 8 16,0 3 4-16,0 3 6 0,0 1-5 16,0 5-2-16,2-1-1 15,4-1 4-15,1 3-2 16,2 0-2-16,0-2 2 15,0-2 3-15,0-2-3 16,-3-1 2-16,1-1-2 16,-2-3 0-16,-3 0 2 0,-1-2 1 15,-1 0-1-15,0 1-3 16,0-3 6-16,-5-1 1 16,-5-1-3-16,-3 0-1 15,-3-1 1-15,-2 0-3 16,-5-1 1-16,0-1-2 0,1 0-14 15,-3 0-23-15,2-4-27 16,4-10-31-16</inkml:trace>
  <inkml:trace contextRef="#ctx0" brushRef="#br0" timeOffset="2276.85">22831 11068 145 0,'0'0'14'0,"0"0"12"0,0 0-18 0,0 0-5 0,0 0-3 16,0 0 2-16,0 0-1 16,0 0 0-16,0 0 0 15,10-44-1-15,-6 28 1 0,2 0-1 16,-4-2 1-16,1-2-1 16,-2 2 2-16,1-1-2 15,-1 5 3-15,4 1 10 16,-5 3 1-16,2 4 2 15,-1 2-1-15,1 4-6 16,2 0-9-16,0 0 0 0,1 9 1 16,3 3-1-16,2 3 1 15,2 2-1-15,3 3 0 16,2 1 0-16,2-1 0 16,2 0-1-16,3-2 1 15,0-2-12-15,0-5-75 0</inkml:trace>
  <inkml:trace contextRef="#ctx0" brushRef="#br0" timeOffset="2724.62">23295 10862 134 0,'0'0'1'0,"0"0"12"0,45 8 1 0,-23 1 0 16,4 5 3-16,0 4 1 16,3 6-7-16,0 2-1 0,-1 5 1 15,1 5-1-15,-3 1-1 16,-7 5-5-16,-5 5 0 16,-5 6 0-16,-7 4-4 15,-2 1-2-15,-8 2 5 16,-9-1 0-16,-4-4-1 15,-9-2-1-15,-3-2-2 0,-5-4 3 16,-7-3-4-16,-3-7-10 16,-4-4-25-16,-2-9-33 15,-2-10-33-15</inkml:trace>
  <inkml:trace contextRef="#ctx0" brushRef="#br0" timeOffset="3465.61">21971 10906 140 0,'0'0'9'0,"0"0"24"0,0 0-1 0,0 0-17 16,0 0-9-16,-48-34-4 15,38 32 0-15,-2 2-2 0,1 0 1 16,-3 0 0-16,1 6-1 16,-2 5 0-16,-1 2 0 15,-2 5 0-15,0 5 0 16,-2 1-1-16,1 3 2 15,0 3-2-15,0 1 2 16,1 2-1-16,2 2 1 0,3 1-1 16,0 3 1-16,4 3 3 15,4 2 0-15,3 2-1 16,2-1 0-16,2 3 1 16,9 2-3-16,6-3 1 15,6 2-2-15,1-1 0 0,7-2 0 16,2-3 3-16,7-3-1 15,3-8 0-15,7-5-4 16,7-8 1-16,6-9 2 16,7-10-20-16,5-4-64 15</inkml:trace>
  <inkml:trace contextRef="#ctx0" brushRef="#br0" timeOffset="4333.6">23531 10663 102 0,'0'0'2'0,"0"0"2"0,0 0-3 0,0 0 1 16,0 0 1-16,0 0 4 0,-39 0 2 16,31 0 7-16,-3 0 3 15,3-1-4-15,3-1-2 16,0-1 0-16,3 1 2 15,1 0-5-15,1-1-7 16,0 0-8-16,0-1 7 0,7 2-5 16,0-2 3-16,4 1 1 15,0 2-3-15,1 0 4 16,2-1 0-16,-1 2-2 16,-1 0 0-16,0 0 0 15,-1 2 0-15,0 3 0 0,-2 1 1 16,-4 2-2-16,-2 1 1 15,0 0-2-15,-3 0 1 16,0 0 0-16,0 2 2 16,0-1 0-16,-4 0 1 15,-1-2-2-15,-1 1 0 16,-2 2 0-16,1-5 1 0,0 3-1 16,1-2 0-16,1-1 2 15,-1-1-2-15,1 1 0 16,3-2 0-16,0-1 0 15,2 1 0-15,0-1 0 16,0-1-5-16,0 0 4 0,0-1 1 16,4 0 0-16,2-1 0 15,2 0 6-15,1 0-1 16,2 0 1-16,3-1 1 16,0-4-3-16,5 2 1 15,4-4-2-15,1 2 1 0,3-1-1 16,3 1 1-16,4 0-2 15,2 0-1-15,-2 0 0 16,1 4 0-16,-2-4-19 16,-3-3-99-16</inkml:trace>
  <inkml:trace contextRef="#ctx0" brushRef="#br0" timeOffset="6405.89">22610 11830 83 0,'6'0'2'0,"3"0"-1"0,1-1 1 0,4-3 5 0,-1 1 8 16,1-1 3-16,1 1-2 16,0 0-6-16,0 0-1 15,1 0 0-15,-1 2-2 0,1-1-3 16,-2 2-3-16,-1 0 0 16,0 0-1-16,-2 0-8 15,-3 0-37-15,-4 0-51 16</inkml:trace>
  <inkml:trace contextRef="#ctx0" brushRef="#br0" timeOffset="6526.6">22672 11893 99 0,'0'0'51'0,"0"0"-49"0,51 13-1 15,-23-9-33-15</inkml:trace>
  <inkml:trace contextRef="#ctx0" brushRef="#br0" timeOffset="7401.61">21678 12630 62 0,'0'0'57'0,"0"0"-39"0,0 0 16 0,0 0-7 0,0 0-10 16,0 0-8-16,0 0-7 0,0 0 8 16,0 0-9-16,0 0 0 15,-33 4-2-15,17 5-1 16,-3 2 1-16,-4 2-2 15,-2 2 1-15,-4-3 2 16,1 3 0-16,-1-2 2 0,3 0-2 16,2-2 0-16,5-2 1 15,6-2-1-15,2-2 0 16,4 0-1-16,5-1-1 16,2-1-9-16,0 0-9 15,9-2 7-15,4 1 13 0,3-1 4 16,6 1 0-16,0-1-1 15,4 1-1-15,-2 3-1 16,2-1 0-16,1 3-1 16,-5 2-1-16,-1 0-5 15,-5 2-15-15,-4 0-1 0,-2 4 8 16,-8 0 6-16,-2-1 3 16,-2 3 1-16,-14 0-2 15,-1 2 12-15,-3-4-4 16,-2 2 3-16,3-2 4 15,3-3-2-15,5-3-1 0,5 2-2 16,3-2-3-16,3-2 4 16,0 0 4-16,10 0 4 15,3-1-1-15,7 1-1 16,4-1-2-16,2-1-5 16,5-2-1-16,2-1-3 15,0-2-30-15,3 0-40 0</inkml:trace>
  <inkml:trace contextRef="#ctx0" brushRef="#br0" timeOffset="8021.74">22139 12762 70 0,'0'0'6'0,"0"0"7"0,0 0-8 16,0 0 1-16,0 0 8 15,0 0 0-15,-14 45 3 16,14-30-2-16,0 0-7 16,5-2 1-16,6-2 0 0,1-5 3 15,4 1 1-15,1-4 2 16,2-3-1-16,1 0-3 15,0 0-5-15,-1-8-2 16,1-2-1-16,-3-2-1 16,0-2-1-16,-4 0 0 0,0 0 0 15,-8 0 0-15,-1 1 1 16,-2 2-2-16,-2 2 2 16,0 3-2-16,0 0-3 15,-3 4-2-15,0 2 4 16,-1 0 0-16,3 0-6 0,1 2 2 15,0 6 3-15,0 0-3 16,0 5 2-16,0 1 4 16,3 0-1-16,3 0 0 15,0 2 0-15,3 2 1 16,-2-2 2-16,0 1-2 0,-1-1-1 16,0-1 1-16,0 0-1 15,-2 0 1-15,-2-3 0 16,0 0 0-16,-1-1 1 15,-1 0-1-15,0-2 1 16,-3-1 5-16,-6-1-5 0,-4 0 1 16,-3-1-1-16,-4-2 2 15,-3-3-1-15,1 1-2 16,-2-2-1-16,2 0 1 16,0 0-7-16,2-8-78 15,4-8-103-15</inkml:trace>
  <inkml:trace contextRef="#ctx0" brushRef="#br0" timeOffset="8441.58">22125 12568 87 0,'0'0'75'0,"0"0"-62"0,0 0 10 0,0 0-18 0,0 0-2 16,0 0 4-16,0 0 1 16,-5-43 6-16,7 29 3 15,1-3-5-15,-3 1-2 0,1-2-1 16,0-1 0-16,0 1-7 15,2 2 1-15,2-1-3 16,-3 6 1-16,3 2-1 16,-1 3-1-16,0 4 1 15,-1 2 0-15,4 0-2 0,-1 4 1 16,3 9 1-16,-2 2 0 16,7 7 1-16,-1 2-1 15,3 1 0-15,3 1 0 16,2-2 0-16,2 0-1 15,3-1-17-15,1-5-42 16,-4-4-71-16</inkml:trace>
  <inkml:trace contextRef="#ctx0" brushRef="#br0" timeOffset="8726.09">22643 12783 262 0,'0'0'9'0,"0"0"-4"0,0 0-2 16,0 0-2-16,53-4 3 15,-33 2-3-15,3 0 0 16,1-1-1-16,1 0 0 0,3 0-1 16,1-1-17-16,0-3-32 15,-2-2-42-15</inkml:trace>
  <inkml:trace contextRef="#ctx0" brushRef="#br0" timeOffset="9331.68">23005 12671 167 0,'0'0'7'0,"0"0"-10"15,0 0 3-15,0 0 1 16,0 0 0-16,0 0 0 16,0 0 5-16,-6 43 0 15,6-36 6-15,5-2 4 16,3 1-3-16,4-4-1 15,0-1-1-15,3-1-2 0,0 0-2 16,1 0-3-16,1-3 0 16,-3-7-3-16,1 2 1 15,-4-2-1-15,-2 0 0 16,0-2 1-16,-2 0-1 0,-2 0 1 16,0 2-1-16,-1 0 0 15,-2 4-1-15,0 0 2 16,-2 2-1-16,0 3 0 15,0 0-3-15,0 1-5 16,0 0 14-16,-4 3-11 16,2 6 4-16,0 2-1 0,0 4 0 15,2 2-1-15,0 5 0 16,0 0 2-16,0 3 0 16,0 2 0-16,3 0-1 15,1-2 1-15,1 2 1 0,-1-4-1 16,-1-1 0-16,-2-3 1 15,0-5-1-15,-1 0 0 16,0-4 0-16,0-3-4 16,-7-4 9-16,-3 0-3 15,-4-3 0-15,-1 0-1 16,0 0-1-16,1-7 1 16,0-3 1-16,5 0-1 0,2-3 0 15,5-2 1-15,2 0-5 16,0-1 4-16,5-1-3 15,8 2 0-15,4 0-7 16,4 0-6-16,0 1-36 0,1-4-61 16</inkml:trace>
  <inkml:trace contextRef="#ctx0" brushRef="#br0" timeOffset="9680.96">23449 12518 122 0,'0'0'18'0,"0"0"9"0,37 12 2 0,-21-1-8 15,2 4-3-15,1 2-3 0,-2 6-1 16,-1 5-7-16,0 5 0 16,-4 7-2-16,-2 4-2 15,-8 4-1-15,-2 3 0 16,-2 3-4-16,-15 0 3 16,-10 1 0-16,-8-5-2 0,-5-2-4 15,-6-6-10-15,-3-7-17 16,-4-11-15-16,-1-7-10 15,1-10-76-15</inkml:trace>
  <inkml:trace contextRef="#ctx0" brushRef="#br0" timeOffset="10185.19">21876 12715 12 0,'0'0'139'0,"-39"26"-135"0,23-8 3 15,0 7-2-15,1 6 4 0,5 4 2 16,4 5 1-16,6 2 6 16,0 2 2-16,14 3-8 15,8 0 3-15,7-1-21 16,6-1 17-16,8-5-6 16,1-6-2-16,8-3 2 0,5-7-1 15,3-7-2-15,9-5 1 16,4-7 0-16,6-5 0 15,8-1-23-15,1-16-66 16</inkml:trace>
  <inkml:trace contextRef="#ctx0" brushRef="#br0" timeOffset="10851.05">23489 12415 188 0,'0'0'-5'0,"0"0"1"0,0 0 4 0,0 0 1 15,0 0-2-15,0 0 1 16,0 0 0-16,0 0 3 16,0 0 7-16,8 3 6 15,-8-3-8-15,0 0 2 0,0 0-9 16,0 0-2-16,0 0 1 15,0-2-7-15,2-2 9 16,5 0-6-16,1 0 5 16,4-2-2-16,-2 2 0 15,5 3 1-15,0-2-1 16,-1 3 2-16,1 0-1 0,-4 0-1 16,-1 1 2-16,-3 5-1 15,-3 1 0-15,-2 4-1 16,-2-1 0-16,0 0-2 15,0 2 2-15,-6 0 5 16,-2-2-2-16,2 1 0 0,-3-2-2 16,4 0 0-16,-3-2 1 15,3-2-1-15,3 0 2 16,-2-3 0-16,2 0-1 16,2 0 1-16,0-1-2 15,1-1 2-15,9 0 11 0,2 0 4 16,6 0-5-16,5-3-5 15,8-1-3-15,5-2-2 16,6-2-1-16,7 0-1 16,7 0 1-16,3-2-14 15,1-3-76-15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15:10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12999 6323 2 0,'0'0'1'0,"-2"0"3"0,-3 0 4 0,1 0 1 16,0 0 9-16,2 0 1 16,-1 0-7-16,0 0-3 0,1 0-2 15,0 0 3-15,2-2-6 16,-2 2 2-16,-2 0 1 16,3-1 1-16,0 1-2 15,0 0 1-15,0 0 1 16,0 0-2-16,1 0-6 15,0 3-1-15,0 5-1 0,0 1 2 16,0 1 0-16,0 1 0 16,0 0 0-16,3-1 1 15,3 0-1-15,0 0 1 16,2-3 0-16,1 0-1 0,2-5 3 16,3-2-2-16,4 0 5 15,5-5 3-15,7-13 1 16,7-6 0-16,10-9 0 15,10-5 0-15,7-9-4 16,7-7 0-16,9-3-3 0,4-5 0 16,5-2 0-16,-1 1 0 15,3 2 0-15,-1 7 2 16,-5 6-2-16,-10 1-34 16,-16 3-150-16</inkml:trace>
  <inkml:trace contextRef="#ctx0" brushRef="#br0" timeOffset="2566.25">14376 8354 54 0,'2'0'13'0,"-2"0"-1"0,1 0-4 0,1-1-3 15,-1 0-1-15,0 0-3 16,-1-1 1-16,2 2-2 16,0 0 0-16,-2 0 0 15,0 0 0-15,0 0 0 0,0 0 0 16,2 0 1-16,-2 0 1 16,2 0-2-16,0 0 0 15,-2 4 1-15,3-1-1 16,-1 3-2-16,1-2 1 15,-1 2 5-15,2 1 0 0,-2 1-3 16,2 1 0-16,1-2-1 16,-2 3 0-16,4-1 0 15,-1-2 1-15,3 1-1 16,-3-2-1-16,4-2 2 16,-3-1-2-16,2-1 6 15,4-2-3-15,-4 0 2 0,6-3 1 16,1-7 3-16,3-4-2 15,6-4-1-15,2-6-1 16,5-5-1-16,5-3-1 16,4-5 1-16,2-4 0 15,4 0 2-15,-3-3 1 0,2 3 0 16,-4-2 2-16,-2 3-3 16,0-1 1-16,-4 4-2 15,-2 2-2-15,0 2-1 16,0 6 0-16,-4 4 1 15,1 4 1-15,0 3-2 0,-4 4-13 16,-4-3-47-16</inkml:trace>
  <inkml:trace contextRef="#ctx0" brushRef="#br0" timeOffset="5513.61">18603 10240 25 0,'0'0'25'0,"-1"0"-1"0,-3-2-4 0,2 1-4 16,0-1-3-16,2 2-7 16,-2-2 1-16,2 0-4 0,0 2-3 15,0 0 0-15,0-1 1 16,0-1-1-16,0 0 1 15,0 1-1-15,0 0 0 16,0 0 0-16,0 1 1 16,1 0-2-16,0 0 0 0,1 0-2 15,2 0 1-15,-2 0 0 16,1 1-1-16,1 3 1 16,3 1 0-16,-4 0 0 15,2 1-1-15,0 1 2 16,-2-1 2-16,1 0-3 0,0-1 0 15,1 1 2-15,-1-2 3 16,1 0-2-16,-1-1 0 16,1-1 2-16,3-1-1 15,2-1 1-15,-2 0 2 16,4-1 0-16,3-8 0 16,2-4 1-16,5-4 0 0,2-3-1 15,5-5-1-15,0-4 1 16,6-1 0-16,2-2-1 15,4-1 1-15,2 0-1 16,-1-3 2-16,2 2-2 0,0 2 1 16,-2 1-3-16,-1 1 0 15,-1 3 0-15,0 2-1 16,-6 2 0-16,0 3 0 16,-8 3-1-16,-3 3 0 15,-4 1 0-15,-3 4 0 16,-6 2 0-16,-1 1 0 0,-1 3 0 15,-4 1 0-15,-1-1 0 16,1 3 0-16,-3-1 0 16,1 1-2-16,-2 0 2 15,0 0 5-15,0 0 2 16,0 0-1-16,0 0 1 0,0 0-1 16,0 0 0-16,0 0-1 15,0 0-1-15,0 0-2 16,0 0 1-16,0 0-3 15,0 0 0-15,0 0 0 16,0 0-1-16,0 0 1 16,0 0-2-16,0 0 1 0,2 0 1 15,-2 0 0-15,2 0 0 16,-1 0 0-16,1 0 0 16,-2 0 1-16,2 0-1 15,-1 0 0-15,-1 0 2 0,0 0-2 16,1 0 0-16,-1 0 1 15,0 0-1-15,0 0 2 16,0 0-2-16,1 0 0 16,-1 0 0-16,0 0 1 15,0 0 0-15,1 0-1 16,-1 0 1-16,2 0 0 0,-2 0-1 16,0 0 0-16,0 0 0 15,0 0 0-15,0 0-1 16,2 0 2-16,-2 0-1 15,0 0 0-15,0 0 0 0,1 0 0 16,-1 0 0-16,1 0 0 16,0 0 0-16,0 0 0 15,0 0 0-15,0 0-1 16,0 0 1-16,1 4-2 16,1 0-20-16,-3-1-28 15,0-3-34-15</inkml:trace>
  <inkml:trace contextRef="#ctx0" brushRef="#br0" timeOffset="8521.56">15339 13293 52 0,'2'-3'8'0,"-1"0"10"0,0 1-10 0,0 0-5 0,0 2 0 15,0-1-1-15,-1-1 1 16,0 2 6-16,0-1 15 15,0 1-6-15,0 0-4 16,0 0-10-16,0 0-2 0,0 0 0 16,0 0-5-16,-1 0 3 15,0 0 0-15,0 0-2 16,0 1 3-16,1 2-2 16,0 3-1-16,0 0 1 15,0-1 0-15,0 3 0 0,0-1 1 16,2-1 0-16,0 0 0 15,3 0-1-15,-3-2-3 16,0-1 2-16,0 0 2 16,2 0 4-16,3-2-1 15,0 2 0-15,3-3 2 0,2 0 0 16,3 0 1-16,3-3 0 16,3-7-4-16,4-1 0 15,1-3-1-15,6-5 0 16,2-1 6-16,4-3 4 15,3-3 1-15,3-2-4 16,2 0 0-16,0 1-3 0,0 4 0 16,1 1-4-16,-3 3-1 15,-4 2 1-15,-4 7-1 16,-7 0 1-16,-4 5-1 16,-5 3 0-16,-9 2-3 0,-5 0-32 15,-6 0-39-15</inkml:trace>
  <inkml:trace contextRef="#ctx0" brushRef="#br0" timeOffset="12014.26">12179 11936 34 0,'-7'0'19'0,"3"0"-2"0,2 0-3 15,0-1-6-15,-1-2-4 16,1-1-3-16,-2 1 1 16,1 1-2-16,-1 0 0 0,-3 1 0 15,0 0 0-15,0-1 1 16,-1 2-1-16,-2 0 0 15,0 0 1-15,1 0-1 16,-3 0 0-16,1 3 0 16,-1-2 0-16,0 3 0 0,0-3 1 15,-1 5-1-15,2-3 1 16,-2 3 0-16,-5 0-1 16,2 2 0-16,0 2 2 15,-2-1-2-15,-1 2 1 16,0-2-1-16,2 2 1 0,-3 0 1 15,1 1 2-15,0-1 2 16,-1 3-2-16,1-1-2 16,-1 3 0-16,0-1-1 15,-2 2-1-15,4-1 1 16,-3 1-1-16,4 0 0 0,-3 1 0 16,0 0 2-16,2 3-1 15,0-1-1-15,-1 1 1 16,0 3-1-16,3-1 1 15,-1 1 0-15,1-3-1 0,3 3 0 16,-1-2 1-16,2-1 0 16,2 2 0-16,-2-2 4 15,1 1-1-15,-1 1 0 16,0 0-2-16,1 1-1 16,2-1 1-16,-1 4-1 15,2 3-1-15,1 1 1 16,-2 3 0-16,4 2-1 0,-3 1 1 15,1-2-1-15,3 1 0 16,-4-2 1-16,2 1-4 16,-3 0 7-16,1 0-2 15,0 3-2-15,0 1 1 0,1 2 0 16,0-1-1 0,0-1 1-16,0 0 1 0,3-4-2 15,-3 2 1-15,1-1 0 16,-1-1-1-16,2-1 1 15,-1 0 0-15,1 2-1 16,1-2 1-16,2-3-1 0,0 0 0 16,-1-2 0-16,2-1 1 15,1 1-1-15,0 0 1 16,-2 0-2-16,1-1 2 16,1 1 0-16,0-2-1 15,0-4 0-15,0-1 0 0,0-5 0 16,4 0-1-16,1 0 3 15,1-3-1-15,1 2 1 16,0 0-2-16,2-2 1 16,0 2 0-16,-2-1-1 15,4-1 0-15,0-1 1 0,-2 0 0 16,3 1 0-16,0-3-1 16,-1 2 0-16,3-2 0 15,-3-2 1-15,3 1-1 16,-1-1 0-16,0-2 2 15,3-2 1-15,-1 0 0 0,1-2 0 16,-1-1-1-16,2 3 0 16,3-3 1-16,-3 0-1 15,2 1-2-15,-2 1 1 16,3-1 0-16,-2 1-1 16,2 0 0-16,-2-1 1 15,3 2-1-15,-2 0 0 0,2-2 0 16,-2 0 1-16,2 1-1 15,-1-3 0-15,0 0 1 16,0 0-1-16,1 0 0 16,1 2 0-16,2-1 1 15,-2 0-1-15,2 1 0 0,2 1 0 16,-2-1 0-16,-2 2 1 16,2-1-1-16,2-1-1 15,-4 1 2-15,2-1-1 16,0-2 0-16,0 3 0 15,-3-2 0-15,2-1 1 0,0 1-1 16,-2-1 0-16,2-1 0 16,-2 2 0-16,3-1 0 15,-1 2 0-15,-3-2 0 16,2 1 0-16,-1-1 0 16,2 2 1-16,-2 1-2 0,2-4 2 15,3 3-1-15,0-1 0 16,-1 0 0-16,4 0 0 15,0-2 0-15,-1 0 0 16,3 0-1-16,2 0 1 0,-1-2-1 16,3-2 1-16,-2-1 4 15,6 0-2-15,-1-1-1 16,0 2 0-16,5 0-1 16,1 0 1-16,0 1-1 15,2 0 1-15,0 0-1 16,2-1 0-16,-2 1 0 15,3 0 1-15,1 0-1 0,-1-2 0 16,4-1 0-16,-3-1 1 16,0 4-1-16,2-3 0 15,-2 1 0-15,-3-1-3 16,4 2 1-16,-2-2-1 16,0-1 2-16,-2 0 0 0,2-2 1 15,-5 0-1-15,1 0 1 16,-2-1 0-16,2 0-2 15,-1 2 1-15,-2-1 1 16,-1 1 0-16,-1 0 0 16,-2 1 0-16,1 0 0 0,-3 1 0 15,1 1 0-15,1-1 0 16,-4 3 0-16,2 0-2 16,-5 2-17-16,-3-2-26 15,-3-5-19-15</inkml:trace>
  <inkml:trace contextRef="#ctx0" brushRef="#br0" timeOffset="13929.37">11931 11962 38 0,'4'0'3'0,"3"0"0"0,-1 0 6 0,3-1 4 15,1 0-2-15,3 0-5 16,1 0-2-16,-1 0-1 16,5 1-1-16,-2 0 1 15,6 0-2-15,0 0 2 16,3 0-3-16,3-2 0 0,6-1 1 16,0 2 1-16,6-2-1 15,0 2 0-15,3-2-1 16,3 3 2-16,4-1-2 15,-3 1 1-15,5 0 0 16,0 0 0-16,2 0 2 0,0 0 2 16,2 0-1-16,0 0-1 15,3 0 0-15,3-2-1 16,-3-3 1-16,2-1 0 16,-1 0-2-16,-4-1 1 15,-2 4 0-15,-2-3 6 0,-3 2 4 16,0 1-1-16,-5 2-6 15,0 0-3-15,-1 1 0 16,1 0 0-16,-2 0-1 16,2 0 0-16,1 2 0 15,-1 1-1-15,0 1 0 0,-2-1 1 16,-1 2-1-16,0 0 0 16,-4 0 1-16,0 1-1 15,-3 0 0-15,3 0 0 16,-3 2 0-16,0 0 0 15,-2-1 0-15,-3 1 1 16,-2 2-2-16,-1-1 2 0,-2 0-2 16,1 0 1-16,-2 1 0 15,0 1 0-15,4-2 0 16,-2 0 0-16,4 0 1 16,0-3-1-16,-1 3 1 0,1-2 0 15,1 0 0-15,-2 0 0 16,-1 0-1-16,-2 0 1 15,0 4-1-15,0 0-1 16,-4 1 1-16,2 2 0 16,0 5-1-16,0-2 1 15,0 3-1-15,2 2 1 0,0 3 0 16,-2 0 0-16,0 4 0 16,1 0 0-16,-2 1 0 15,-2 0 0-15,-1 0 0 16,-4-2 0-16,1-1 0 0,-3 0 0 15,-2-3-1-15,1 0 0 16,0 1-10-16,-1 2 19 16,-1 0-8-16,0 4 0 15,1 3 1-15,-1 2-1 16,-2 3-1-16,1 1 1 0,-1 4 1 16,-1-3 0-16,-2 2 0 15,2-3 0-15,0-1 0 16,2-1 0-16,0-2-1 15,0 1 1-15,2 0 0 16,0-3 1-16,-2 2-4 16,0-1 4-16,-2 3-2 0,-1 0 0 15,1 1 1-15,-3 2-1 16,-3 0 0-16,1 1 0 16,1-4 0-16,-2-3 0 15,0-2 0-15,-1-3 0 16,0-3 2-16,0 1-2 0,0-2 0 15,-5-2 0-15,-2 2 0 16,-3-1 1-16,-4 1-1 16,0 0 0-16,-4 3 0 15,-3 1-4-15,-2 3 1 16,-2-1-2-16,-2 1-6 16,-2 3-29-16,-5-2 27 0,-3-2 12 15,-3 1 1-15,-7-2 1 16,-5-1 0-16,-8 1 0 15,-12-1-1-15,-10-1-11 16</inkml:trace>
  <inkml:trace contextRef="#ctx0" brushRef="#br0" timeOffset="20173.98">21055 16658 62 0,'-3'0'2'0,"2"0"4"0,0 0 11 0,-1-1 9 0,-1 0-1 16,2 1 2-16,0-1 1 15,0 1-9-15,1 0-9 16,0 0-5-16,-1 0-4 16,1 0 0-16,0 0 1 15,0 0-1-15,0 0 1 0,0 0-1 16,0 0 1-16,0 0 0 15,0 0-4-15,0 0 2 16,4 0 2-16,4 0-2 16,4 0-1-16,2 1 1 15,1 1 0-15,8-1-1 0,1 1 0 16,2-1 3-16,6-1 0 16,3 0 2-16,2 0-1 15,1 0 0-15,0 0 0 16,4 0-2-16,-2 0 0 15,1-1 1-15,2-1 0 0,-4 2 0 16,-1 0-2-16,-2-1 0 16,-2 0 1-16,-2 0 1 15,1 1-2-15,-6-1 0 16,1 1 3-16,-3-3-2 16,-3 3-1-16,-1 0 0 15,-6 0 0-15,-2 0 0 0,-4 0-1 16,-3 0-17-16,-4 4-28 15,-2-1-29-15</inkml:trace>
  <inkml:trace contextRef="#ctx0" brushRef="#br0" timeOffset="20750.64">21202 16801 125 0,'0'0'5'0,"0"0"15"0,0 0-7 0,0 0-8 16,0 0-8-16,0 0 5 0,0 0-2 15,0 0 3-15,0 0-2 16,45 12 1-16,-20-12-1 16,4 0 0-16,1-2-2 15,4-3 3-15,2 0-2 16,3-2 0-16,3 1 3 0,0-2 7 15,-1 2 4-15,-1 1 0 16,-1 0 0-16,-3 2-6 16,-3-1-4-16,-1 3 3 15,-2-1-2-15,0 2-1 16,-3-2 1-16,-5 2-4 0,0 0 1 16,-3 0-2-16,-1 0 0 15,-3 0 1-15,-2 0-1 16,-2 0 0-16,-2 0 0 15,1 0 0-15,-3 0 1 16,1 2-1-16,-3-2 0 0,-1 0-1 16,1 2-1-16,-2-1-3 15,0 1-9-15,0-2-2 16,-1 2-10-16,0-2-19 16,-2 0-13-16</inkml:trace>
  <inkml:trace contextRef="#ctx0" brushRef="#br0" timeOffset="27039.45">12871 6334 45 0,'0'0'1'0,"1"0"-2"0,-1 0 0 15,2 0 6-15,-2 0 2 16,2-3 3-16,0 0 2 16,0 2-11-16,0-3 2 0,-1 2 0 15,2-1 1-15,-3 2 9 16,0-1-3-16,0 1 0 16,0-2-6-16,0 2 2 15,0-2-3-15,0 0-1 0,0 3 0 16,0-1 0-16,-2 1 2 15,2 0-3-15,0 0-5 16,0 0 1-16,0 0 1 16,0 4 1-16,0 3 1 15,0-3-1-15,0 3 0 16,2 2 0-16,2-1 1 0,0 0-1 16,0 3 1-16,1-1 0 15,2 1 0-15,0-1 0 16,0 0 1-16,-1 1-1 15,0-3 0-15,3-1 0 16,-2-2 0-16,3-5 0 0,2 0 1 16,2 0 1-16,3-6 2 15,4-5 0-15,2-6-2 16,2 0 1-16,2-4-2 16,0-2 1-16,3 0 3 15,3-4 3-15,3-1 0 0,3 2-2 16,3-3-1-16,3 2-2 15,-4-2-1-15,-1 3-1 16,-2 1 0-16,-3 2-1 16,-6 2 1-16,-7 3-1 15,1 2 0-15,-1 3 1 0,-7 3 1 16,1 3-1-16,-5 2-1 16,-4 3 2-16,2 1-2 15,-6 1-3-15,-3 0-32 16,0 4-12-16,-12 5-64 15</inkml:trace>
  <inkml:trace contextRef="#ctx0" brushRef="#br0" timeOffset="29855.27">12883 6331 54 0,'0'0'16'0,"0"0"-17"0,0 0-2 0,3 0 3 0,-1 0 1 15,0 0-1-15,-2 0 0 16,2 0 0-16,-2 0-1 16,2 1 1-16,-1 1 0 15,1-1 0-15,2 2 0 16,-2 0 0-16,2 1 0 0,-1 1 0 16,4 1 0-16,-5-1 0 15,1 0-2-15,1 0 2 16,2-1 0-16,-3-1 0 15,2 0 0-15,3-1 2 16,-4 0-2-16,3-2 0 0,4 0 4 16,0 0-1-16,3-4 3 15,4-6 3-15,0-1-1 16,4-4-3-16,1-2 3 16,4-3-3-16,0 0 4 15,6-4 1-15,2-4 1 0,5 1 0 16,0-3 1-16,4 0-3 15,0-1-5-15,-1 4 0 16,-4 1-2-16,-3 4-2 16,-2 3 1-16,-5 8 0 15,-3 3-2-15,-3 5-29 0,-8 0-37 16</inkml:trace>
  <inkml:trace contextRef="#ctx0" brushRef="#br0" timeOffset="31995.2">14336 8420 9 0,'2'0'0'0,"-2"0"-8"0</inkml:trace>
  <inkml:trace contextRef="#ctx0" brushRef="#br0" timeOffset="32828.5">14457 8399 6 0,'0'0'46'0,"0"0"-39"0,0 0-6 0,0 0-3 16,0 0 1-16,0 0 0 0,0 0 1 16,0 0 0-16,0 0 1 15,0 0 0-15,0 2 2 16,4 0-2-16,-3-2 0 15,3 3 0-15,2-3 1 16,-2 0-1-16,3 0 1 0,1 0 1 16,2-3 2-16,-1-4 4 15,7-4 0-15,-1-4-1 16,4-4 0-16,5-5-2 16,3-6-2-16,1-3-1 15,6-5 0-15,3-2 3 0,2 2 1 16,1-2 4-16,1 1-1 15,-1 1-6-15,0 1-3 16,-1 2-2-16,-3 1-34 16,-5 1-82-16</inkml:trace>
  <inkml:trace contextRef="#ctx0" brushRef="#br0" timeOffset="72399.22">17324 12704 281 0,'0'0'1'0,"0"0"-4"0,0 0 3 16,-22 54 1-16,18-32-1 15,4 5 1-15,0-1-2 0,2 0 0 16,6-1 1-16,3-1 0 16,0 2-3-16,-1-2-20 15,-2-3-26-15,-1 0-39 16</inkml:trace>
  <inkml:trace contextRef="#ctx0" brushRef="#br0" timeOffset="72670.58">17148 13171 239 0,'0'0'10'0,"0"0"3"15,0 0-11-15,0 0-8 16,0 0 7-16,40 0 4 16,-9 0-3-16,10-7 1 15,5-2 3-15,10 0-4 0,3 0 2 16,5 0-2-16,-1 1 0 16,2 2-2-16,-1 3 1 15,-5 3-1-15,-2 0-3 16,-8 0-16-16,-8 8-20 15,-9 3-49-15</inkml:trace>
  <inkml:trace contextRef="#ctx0" brushRef="#br0" timeOffset="73076.58">17369 13471 167 0,'0'0'57'16,"-54"5"-54"-16,37-5 5 16,6 0 0-16,7-5 7 15,3-4-3-15,1-2-7 0,9 1-10 16,6-2 3-16,5 1 3 16,5 1 1-16,1 0-1 15,4 3-1-15,0 3 2 16,2 3-1-16,-1 1-1 15,-6 0 0-15,-2 5-3 0,-8 7-5 16,-5 3-7-16,-10 5-2 16,-1 4 6-16,-17 3 1 15,-7 0 12-15,-4 2-1 16,-2-3-7-16,1-3 13 0,7-6-4 16,1-3 2-16,8-5 3 15,7-3-1-15,5-3 0 16,2-1 1-16,4-2-6 15,13 0 2-15,7 0 1 16,7-5-3-16,3-7-18 16,4-2-72-16</inkml:trace>
  <inkml:trace contextRef="#ctx0" brushRef="#br0" timeOffset="73517.35">17735 13476 226 0,'0'0'0'16,"0"0"-3"-16,0 0 5 15,-4 40 0-15,4-23-1 16,0 0 0-16,0-1-1 0,0-2-2 16,0-3 1-16,4-2-1 15,-1-3 1-15,0-4-3 16,-2-2 1-16,-1 0-2 15,0-2 8-15,0-10-3 16,0-2-6-16,-1-1 3 0,-1-4 3 16,1-1 3-16,1 3 0 15,0 1 1-15,0 2 0 16,8 6 1-16,0-1-3 16,3 6-2-16,3 2-1 15,3 1 2-15,3 0 0 0,2 0 0 16,3 4 0-16,0 2 1 15,1-2 1-15,-4 1-2 16,-2-2 0-16,-2 0-1 16,-4-3 1-16,0 0 0 15,-3 0-1-15,-3-7 1 0,-3-4 1 16,0-6 1-16,-1-3 0 16,0-4-3-16,-3-3-13 15,2 0-48-15</inkml:trace>
  <inkml:trace contextRef="#ctx0" brushRef="#br0" timeOffset="74001.91">18844 12538 223 0,'0'0'3'0,"0"0"-1"0,0 0 1 0,-47-15-3 0,33 15 0 16,-1 0-4-16,-6 7 5 15,2 7 0-15,-2 8-1 16,-1 6 0-16,-7 11 0 16,0 8 0-16,-3 10 0 0,-2 6 0 15,4 3 0-15,1 3 0 16,5-1 2-16,10-5-1 15,5-1 1-15,9-8 2 16,2-7 1-16,14-4-3 16,8-8 0-16,8-5-4 0,4-5 0 15,6-4 3-15,5-4 3 16,-1-3-14-16,1-8-40 16,0-6-65-16</inkml:trace>
  <inkml:trace contextRef="#ctx0" brushRef="#br0" timeOffset="74585.39">19056 12971 248 0,'0'0'-3'0,"0"0"5"16,0 0 1-16,0 0-2 15,0 0-3-15,0 0-2 16,0 0 6-16,0 0-2 0,0 0-2 16,-18 52 1-16,25-35 0 15,4 0 1-15,0-4 1 16,5 0 0-16,-2-6 2 16,3 0-1-16,-1-4-1 15,4-3 0-15,-4 0 1 16,2-3 0-16,-2-4 0 0,-2-3 2 15,-3-1-2-15,-1 0-1 16,-5 3 1-16,1-2 2 16,-6 3 2-16,2 2 1 15,-1 0 0-15,-1 4 0 16,1-2-1-16,0 3-6 0,1 0-3 16,0 0-1-16,2 8 2 15,0 1 0-15,-2 3 3 16,2 2 0-16,0 4-1 15,-1 2 2-15,3 0-2 16,0 1 1-16,0 3 0 0,0 0-1 16,-2-2 0-16,-1-4 0 15,-1 1 2-15,-2-5-1 16,0-1-1-16,0-5 1 16,0 0-1-16,-5-2 2 15,-6 0 1-15,-4 0-2 0,-4-1-1 16,-4 1-1-16,-1-2 2 15,-3 2-11-15,2-3 9 16,4-1-19-16,3-2-7 16,5 0-28-16,2-12-90 15</inkml:trace>
  <inkml:trace contextRef="#ctx0" brushRef="#br0" timeOffset="75034.47">19054 12837 128 0,'0'0'32'0,"0"0"-27"0,0 0-3 0,0 0 5 15,0 0 4-15,-4-40 5 16,4 22 2-16,0-3-5 16,4-2-4-16,-1 2-1 15,1-2-2-15,-1 2-3 16,2 1 3-16,-2 3-5 15,2 4 1-15,-1 2 0 0,-1 5 1 16,1 3 1-16,2 3-4 16,-2 0-1-16,3 4 1 15,3 9-1-15,2 4 2 16,3 6-1-16,0 0 0 16,7 5 0-16,-1 2 0 0,2 1 0 15,2 0-11-15,0-4-52 16,-2-3-91-16</inkml:trace>
  <inkml:trace contextRef="#ctx0" brushRef="#br0" timeOffset="75262.42">19494 13055 261 0,'0'0'6'15,"0"0"-5"-15,0 0 0 0,0 0 1 16,0 0-1-16,36-15 3 16,-18 8 4-16,1 3 5 15,6-3-8-15,5 3-5 16,1-2 2-16,4 3-4 0,0-2-29 16,0-3-48-16,-3-3-54 15</inkml:trace>
  <inkml:trace contextRef="#ctx0" brushRef="#br0" timeOffset="75767.35">19934 12857 141 0,'0'0'83'16,"0"0"-69"-16,0 0-13 16,0 0 0-16,0 0-1 15,0 0 1-15,-7 40-1 16,7-29 0-16,3 1 1 0,5-2 0 15,2-1-1-15,-1-3 0 16,5-3 4-16,-1 0-3 16,5-3 1-16,-1 0 1 15,0-3-2-15,0-4 1 16,-1-4 0-16,-3-1-1 0,-2 2 2 16,-2 0 0-16,-5-1 1 15,-1 4 5-15,-2 1 4 16,-1 2-1-16,0 1-6 15,0 3-2-15,0 0-4 16,0 0 0-16,0 7-1 0,0 5 1 16,1 3-1-16,1 2 1 15,-2 3 1-15,3 1-1 16,0 4 1-16,-1-1 1 16,1 0-1-16,0 0 0 15,-1-1-1-15,-2-2 1 0,0-5 1 16,0-2-1-16,0 0-1 15,-9-4-3-15,0-2 4 16,-5 0 1-16,-3-5-3 16,0-1 4-16,0-2-2 15,-3 0 0-15,4-2 0 0,2-7-1 16,8-1 1-16,1-3-3 16,5-4-11-16,3-3-27 15,11-5-39-15</inkml:trace>
  <inkml:trace contextRef="#ctx0" brushRef="#br0" timeOffset="76102.5">20281 12541 235 0,'0'0'0'0,"53"0"2"0,-24 5 3 0,3 11 1 0,-1 4-3 15,-2 7-1-15,-4 7-1 16,-2 6 0-16,-6 7 1 16,-3 6-1-16,-4 4 2 15,-5 1 1-15,-4-1-2 16,-1-1 3-16,0-5-1 15,-8-6-2-15,-4-4 0 0,-3-7-1 16,1-7 2-16,-6-6-5 16,-1-5 2-16,-1-7-1 15,1-9-43-15,0-9-76 16</inkml:trace>
  <inkml:trace contextRef="#ctx0" brushRef="#br0" timeOffset="76437.89">20636 12350 298 0,'0'0'-23'15,"35"-43"26"-15,-16 29 3 16,-1 4-1-16,-2 6-3 15,1 4-2-15,-3 0 0 0,-3 14-1 16,1 5-3-16,-2 2-1 16,-3 3 1-16,0 1 1 15,-4-3 1-15,-1-1 0 16,1-6 3-16,2-3-1 0,-1-2 1 16,5-7-1-16,8-3-1 15,7 0 5-15,10 0 3 16,8-5-3-16,11-5-2 15,7 1-2-15,4-2-8 16,3-2-66-16</inkml:trace>
  <inkml:trace contextRef="#ctx0" brushRef="#br0" timeOffset="77006.17">17932 14111 235 0,'0'0'5'0,"0"0"16"0,0 0-11 0,0 0-9 16,0 0 3-16,0 0-1 16,25 42 1-16,-10-16-2 15,2 1 2-15,4 6-4 16,-5-1 0-16,-2-1-17 16,-6-3-62-16,-8-7-111 0</inkml:trace>
  <inkml:trace contextRef="#ctx0" brushRef="#br0" timeOffset="77211.85">17794 14469 325 0,'0'0'2'0,"0"0"-22"16,0 0 20-16,58-4-2 15,-20-6 0-15,9-3 5 16,5-4 10-16,9 2 2 15,0-2-4-15,6 1-8 16,3 0-2-16,-2 2-1 0,-2 1-14 16,-7 3-42-16,-9 2-39 15</inkml:trace>
  <inkml:trace contextRef="#ctx0" brushRef="#br0" timeOffset="77568.24">18024 14638 240 0,'-36'10'0'0,"9"-6"3"15,10-2 8-15,7-2-4 16,6 0 3-16,4-6 10 16,3-2-19-16,12 0-1 15,5-1 1-15,0 2 3 16,5 4 3-16,-1 3-5 0,-5 0-1 15,-3 7-1-15,-7 9-14 16,-8 5-10-16,-1 4 10 16,-13 1 15-16,-4-1 1 15,0 1-1-15,-1-6 4 16,5-2 7-16,3-5 0 16,5-3-2-16,5-3-4 0,0-3-5 15,12-2 0-15,8-2 1 16,3 0 0-16,8-6-1 15,6-5-2-15,3-5-32 16,0-5-25-16,-3-3-46 16</inkml:trace>
  <inkml:trace contextRef="#ctx0" brushRef="#br0" timeOffset="77968.53">18339 14633 268 0,'0'0'7'0,"0"0"-4"0,0 0 3 15,-14 46-1-15,12-27-3 16,2 4 0-16,0-3-1 16,-2-2-3-16,1-2-2 15,0-5-1-15,1-3 4 16,-2-4-1-16,-1-4 0 0,-1 0-2 16,-3-2-12-16,2-11-25 15,-3-4 6-15,3-3 27 16,-1-3 10-16,3 1 7 15,2 0 14-15,1 4 0 16,0 4-2-16,5 3-7 0,6 5-8 16,6 3-8-16,2 3 7 15,6 0-3-15,0 0 0 16,0 7-1-16,2 0-2 16,-4 0 0-16,0 0-1 15,-3-4 1-15,-3-3 0 16,-2 0 2-16,-4-3-2 0,-3-5 1 15,-2-7 2-15,-4-2 1 16,0-4-1-16,0-5-6 16,-2-3-26-16,2-4-30 15,0-4-44-15</inkml:trace>
  <inkml:trace contextRef="#ctx0" brushRef="#br0" timeOffset="78294.23">19069 13813 121 0,'0'0'15'0,"-71"56"21"0,33-15 0 0,-5 7-6 16,5 4-9-16,5 7 1 16,6 4-9-16,8 0-3 15,7 2-7-15,10 1-1 0,2-5-3 16,11-3 1-16,14-7-2 16,8-7-5-16,11-8 5 15,8-8-3-15,13-12 4 16,6-8-15-16,8-8-22 0,6-14-59 15</inkml:trace>
  <inkml:trace contextRef="#ctx0" brushRef="#br0" timeOffset="79739.66">19249 14186 172 0,'0'0'11'0,"0"0"-1"0,0 0 24 0,0 0-11 15,0 0-11-15,0 0-9 0,7 0-1 16,8 0 11-16,2 8-3 15,6 2-7-15,2 2-2 16,4 2-1-16,-1-1 1 16,4 1-1-16,-2-2 0 15,-1-2-10-15,-2-3-17 16,0-6-33-16,-4-1-11 0</inkml:trace>
  <inkml:trace contextRef="#ctx0" brushRef="#br0" timeOffset="79960.84">19486 14118 277 0,'0'0'2'0,"0"0"0"16,0 0-3-16,-46 27 1 15,34-7-1-15,-1 6 1 16,0 4 0-16,1 5 0 0,-1 2-1 15,5-1 2-15,-2 0-2 16,7-3-1-16,-4-2-25 16,6-9-42-16,1-9-67 15</inkml:trace>
  <inkml:trace contextRef="#ctx0" brushRef="#br0" timeOffset="80468.77">19577 14184 250 0,'0'0'2'0,"0"0"-4"16,0 0-3-16,0 0-1 15,0 0 2-15,0 0 3 0,7 44 4 16,-1-27 0-16,0 0-3 15,4-2-1-15,1-3 2 16,-1-3-2-16,3-2 1 16,0-3 1-16,-1-3-1 15,1-1-2-15,1 0 4 0,-3-8 3 16,-1-4 5-16,-2 1 0 16,0 0 0-16,-3 1-4 15,-3 3-2-15,2 2 0 16,-2 4-1-16,0 1-3 0,1 0-2 15,1 5 0-15,4 2 2 16,0 2 2-16,1 2-1 16,1-2-1-16,0-2-1 15,0-3 0-15,1-4 0 16,-1 0 2-16,-1 0 4 16,1-8 5-16,1-8 5 0,-3 0 3 15,-2-5-1-15,2-2 5 16,-5-1-5-16,-1-1-7 15,0 1-6-15,-2 2-7 16,0 7-14-16,0 3-6 16,2 4-10-16,0 2-29 0,2 2-150 15</inkml:trace>
  <inkml:trace contextRef="#ctx0" brushRef="#br0" timeOffset="80656.92">20138 14134 304 0,'0'0'11'0,"0"0"-14"0,0 0 16 0,52-11-3 0,-31 2-3 16,0-1-5-16,2 3-2 16,3-3 1-16,-2 3-1 0,3 0-12 15,-1-2-13-15,-1-2-21 16,-3 1-79-16</inkml:trace>
  <inkml:trace contextRef="#ctx0" brushRef="#br0" timeOffset="81070.35">20436 13927 244 0,'0'0'27'0,"0"0"-14"16,0 0-14-16,0 0-6 15,0 0 11-15,0 0-2 0,0 0-4 16,11 45-2-16,-1-31 0 15,4-2 1-15,-1-1 3 16,3-4-1-16,-2-1 0 16,4-2 2-16,0-4 1 15,1 0-2-15,0 0 4 16,-3-10-2-16,1 2 3 0,-4-4-4 16,-4 2 1-16,0-4 0 15,-4 5 0-15,-2 1 0 16,0 1 1-16,-1 5 2 15,-2 1-2-15,0 1-2 16,0 0-4-16,1 3 1 0,1 7 2 16,1 1 0-16,0 6 2 15,2-1-3-15,-3 1 2 16,1 3 1-16,-1 0-6 16,-2 0 4-16,0-1 0 15,0 1-2-15,-1 0 1 16,-7-3 8-16,-3-1-7 0,-3-1 0 15,-5-3-2-15,-4-1 0 16,0-5-38-16,-3-6-90 16</inkml:trace>
  <inkml:trace contextRef="#ctx0" brushRef="#br0" timeOffset="81368.67">20673 13713 269 0,'49'-11'-4'0,"0"3"4"0,0 2 2 0,3 6 2 16,-4 0 1-16,-1 12-2 16,-4 7 2-16,-2 8 1 0,-5 9-2 15,-3 6-3-15,-3 7-1 16,-5 3 2-16,-9 2-2 15,-5-3 2-15,-5-2 0 16,-5-7 1-16,-1-5-2 16,-5-4-4-16,-9-6 3 0,-1-5-5 15,-7-7 3-15,1-5-29 16,-4-9-48-16,5-3-68 16</inkml:trace>
  <inkml:trace contextRef="#ctx0" brushRef="#br0" timeOffset="81670.3">21099 13553 321 0,'0'0'-3'15,"47"-35"-4"-15,-20 23 8 16,2 4 2-16,-3 8-5 15,-4 0 4-15,-3 10-2 16,-6 11-3-16,-7 3 1 0,-1 5 0 16,-2 0 0-16,-3-4 1 15,0-3-1-15,0-5 3 16,0-7 4-16,2-1-5 16,9-7-3-16,8-2 2 15,9 0 11-15,10-7-4 16,5-4-3-16,5-2-21 0,-3-4-87 15</inkml:trace>
  <inkml:trace contextRef="#ctx0" brushRef="#br0" timeOffset="82366.57">15443 13590 71 0,'0'0'2'0,"0"0"2"0,23 58 3 0,-9-33 0 0,4 4 4 15,7 2-1-15,5 2 2 16,6 3-7-16,5 3 1 16,1 0-3-16,7 3 5 15,4 1-4-15,8-2-4 0,6 0 3 16,5-2-3-16,6-1 7 16,7-2 4-16,3-1 3 15,3 2 9-15,3-3-5 16,-1-3-3-16,1-1-6 15,-4-1-1-15,-2-4-2 0,-1-4-4 16,-5-2 0-16,-5-4 0 16,-6-3-2-16,-5-2 2 15,-7-5 1-15,-6-3-6 16,-10-2-38-16,-5 0-71 16</inkml:trace>
  <inkml:trace contextRef="#ctx0" brushRef="#br0" timeOffset="82572.22">17425 14239 224 0,'0'0'0'0,"0"0"-3"16,0 0 7-16,38 1 6 15,-24 11 4-15,-1 6-1 16,-3 9-5-16,-7 9-3 0,-3 12-4 15,-20 14-5-15,-21 17 12 16,-24 8-11-16,-29 6-98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16:42.1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14338 8199 15 0,'0'0'5'0,"0"0"8"0,0 0-8 0,0 0 7 16,0 0-3-16,0 0-2 15,0 0-2-15,0 0-1 16,0 0-2-16,0 0 2 0,0 0 0 16,-26-23 0-16,25 19-2 15,-3 1-2-15,0-3 1 16,-3 2-1-16,2 1 0 16,-4 0 0-16,-3 0 0 15,-1 2 2-15,-1 1-2 0,-1 0 0 16,-5 0 0-16,-1 1 0 15,-2 6 0-15,0 1 0 16,-2 1 0-16,0-3-2 16,0 0 4-16,4 1-2 15,-1-3 0-15,2 2 1 0,-1 0 6 16,1 2-2-16,-1 2-3 16,-4 3-2-16,0 1 0 15,-2 6 0-15,-2-4 1 16,-1 2-1-16,0 3 4 15,0-1 2-15,2 0-2 0,-1 1-1 16,-2 2-2-16,2-3 0 16,4 4-1-16,-2 0 1 15,2-1-1-15,1 0 2 16,4 1-1-16,-2 0 1 16,3 2-1-16,1-1 1 15,1 3-1-15,3 1 0 0,-2 1-1 16,3 0 1-16,-3 2-1 15,3 1 0-15,-5 1 0 16,-1 3 1-16,0 3-2 16,-3 2 2-16,0 4-1 15,-3 1 2-15,0 0 0 0,-1-2 2 16,3-1 0-16,3 0 1 16,2-3-4-16,5 0 0 15,-1-1 0-15,1 3-1 16,4-3 1-16,-2-1-1 0,4 1 2 15,-2 0-2-15,3 0 0 16,-1-1 0-16,2 4 1 16,1 1-1-16,1 2 0 15,3-2 0-15,0 0 0 16,0-2 0-16,0-2 0 16,7 0 1-16,-3-2-1 0,4 2 0 15,-3 0 1-15,0-1-1 16,2 2 0-16,-4-6 2 15,3 1-1-15,1-3-1 16,0-3 1-16,-1 0 0 16,-1-3 0-16,1 0-1 0,1 0 1 15,0-3 0-15,-1 0 0 16,1-3 1-16,1-1 3 16,1-1 0-16,-1-1-2 15,1 1 0-15,2-2-2 16,-2 1 1-16,0-2-2 0,1 1 0 15,0-3 0-15,-3-1 1 16,3 0-1-16,2-2 1 16,-3 0-1-16,1-2 1 15,0 1 0-15,1-2 0 16,1 0 2-16,-1 1-1 16,1 0-1-16,2-2 1 0,-1 4-1 15,0-1 0-15,-1 0-1 16,1 2 1-16,1-5-1 15,1 4 0-15,2-4 0 16,1 3-3-16,-3-3 9 0,1 0-8 16,0 1 6-16,2-2-1 15,-1 0-3-15,1 0 1 16,1 1-1-16,3-3 1 16,4 1-2-16,-1-3 0 15,2 1 4-15,2 0-1 16,0 1 2-16,-1 2-4 15,1-2 1-15,-2 3-1 0,0 0 2 16,-2-1-2-16,0-3 0 16,0 1 0-16,1-4 1 15,2 0-2-15,1 0 1 16,3 0 2-16,-1 0 1 0,-1-3-2 16,1 1 0-16,-2 1 0 15,-2 0-1-15,0 1 0 16,-2 0 1-16,-1 0-1 15,0 0 1-15,1 0-2 16,2-1 2-16,2-1-1 16,2-3 1-16,-1 3-1 0,5-2 2 15,-2-2-1-15,1 2-1 16,0-2 1-16,-1-1 0 16,1-1 1-16,-3-1 0 15,0 2-1-15,1-2 1 16,-1 3-2-16,-2 1 0 0,1-1 1 15,-1 2-1-15,1 1 0 16,1-1 0-16,-2 1 1 16,2-1-2-16,0 0 1 15,1-2 1-15,2-1-1 0,0 0 0 16,0-2 0-16,1 2 0 16,-2-4 0-16,3 1 0 15,-5-1 0-15,1 0 0 16,1-4 0-16,-1 4 0 15,0-2 0-15,0-1 0 16,0-1 0-16,1 0 0 0,3-1 0 16,-4-2 0-16,1-1 0 15,-1 1 0-15,-2-2 0 16,-1-1 0-16,-1-1 2 16,-3 1-2-16,0-2 0 15,-2 3 0-15,-1-2 1 0,1-1-2 16,-3 0 1-16,2-1 0 15,-5-1 0-15,2 0 1 16,-1-4-1-16,-5 0 0 16,2-2 0-16,-1-2 2 0,0-2-2 15,1 1 0-15,-2-2 0 16,1-2 0-16,-3 4 0 16,0-2 0-16,-2 1 0 15,-2-1 0-15,0-1 0 16,1 1 0-16,-3-2 0 0,0-1 0 15,-1 0 0-15,1-2 1 16,-1 4-1-16,0 0-1 16,-2 0 1-16,-2 0 0 15,0 2 0-15,0-1 0 16,-2 1 0-16,-5-1 0 0,1 4 0 16,-3-1 1-16,0 2 0 15,-2 2 1-15,2-1-1 16,-2 1 1-16,2 0-2 15,0 1 1-15,-4 0-1 16,2-1 0-16,-2 2-3 16,-3 0 2-16,1 0 2 15,-2 3 1-15,-1 1 1 0,1 1-3 16,-2 0 1-16,2 2 0 16,-2 2 0-16,3-2 0 15,-3 2-1-15,1-2 1 16,0 1-1-16,0-1 1 0,0 2-1 15,-3-2 0-15,2-1-1 16,-3 1 1-16,1 0 0 16,-1 1 1-16,0 1 1 15,2 0-1-15,-2 0 0 16,4 1-1-16,0-1 1 0,-4 1-1 16,4-1 0-16,-3-1 1 15,1 2-1-15,-1-1 2 16,2-1-2-16,-3 3 2 15,2-2-1-15,-4 1 0 16,-1 0 1-16,0 1-2 0,0-1 0 16,-1-1 1-16,-3 2-1 15,0-4 2-15,0 2-2 16,-3 2 0-16,1-1 0 16,-5 2 0-16,0 1 0 15,-4-1 0-15,-6 5-2 16,-2 0 4-16,-8 3-2 0,-8 4 0 15,-8 3-2-15,-8 0 2 16,-6 7-1-16,-7 10-3 16,-6 5-10-16,-12 3-43 15,-8-3-45-15</inkml:trace>
  <inkml:trace contextRef="#ctx0" brushRef="#br0" timeOffset="1488.28">14632 13746 165 0,'0'0'-25'0,"0"0"26"0,0 0-3 0,0 0 0 0,0 0 0 15,0 0-3-15,46 0 2 16,-31-3 3-16,3 0 1 15,2-1 3-15,0 3 3 16,7-2 1-16,-2 1 0 16,5 1-2-16,3 1 0 15,3 0-3-15,5 0 1 0,0 0-2 16,2 0 0-16,4-2 0 16,1 0 1-16,2-4 5 15,-3 2-6-15,-1-2 1 16,-1-1 0-16,-8 3-1 0,0-2 0 15,-9 3-2-15,-3 2 0 16,-8 1-3-16,-7-1-36 16,-10-1-83-16</inkml:trace>
  <inkml:trace contextRef="#ctx0" brushRef="#br0" timeOffset="3317.63">20216 8667 91 0,'0'0'12'0,"0"0"9"0,0 0-8 0,0 0-6 16,0 0-3-16,0 0-3 15,0 0 2-15,0 0 4 16,0 0-3-16,0 0 3 16,0 0-1-16,0 0-3 15,0-1 2-15,0 1-3 0,0 0-9 16,5 0 8-16,4 0-3 16,2 0 3-16,5 0 0 15,4-2 1-15,2 0-4 16,5-2 5-16,3-1-1 15,4 1 3-15,4-3 1 16,3-2 2-16,3-2 2 0,4 4-1 16,-2-2-3-16,0 2-3 15,-4 0 0-15,-2 0-2 16,-7 4 0-16,-4 0-1 16,-7 3 0-16,-5 0 0 15,-8 0-1-15,-5 0-21 0,-4 3-35 16,-7 3-30-16</inkml:trace>
  <inkml:trace contextRef="#ctx0" brushRef="#br0" timeOffset="3674.29">20238 8771 104 0,'0'0'10'0,"0"0"6"0,0 0 0 0,0 0 0 16,-38 0-3-16,38 0-2 15,0 0-4-15,1 0 1 16,9 0 6-16,4-3-13 16,2 2 0-16,6-2 4 0,4 0-4 15,4-1-1-15,1 1 1 16,2 0-1-16,5-1-2 15,1 0 1-15,4-2 1 16,-1 0 0-16,1 2 2 16,-3 1 0-16,-2-1 0 15,-5 2-1-15,-3 2-1 0,-6 0 1 16,-4 0-1-16,-10 0-2 16,-4 3-27-16,-6 0-36 15,-5-1-39-15</inkml:trace>
  <inkml:trace contextRef="#ctx0" brushRef="#br0" timeOffset="4022.82">20230 8772 142 0,'0'0'19'16,"0"0"10"-16,0 0-13 16,0 0-13-16,0 0-2 0,43-11 0 15,-17 8-2-15,7-1 2 16,2 1-1-16,7 0 1 16,2-2-1-16,4 0 1 15,1-2-1-15,2 2-2 0,0-1 3 16,0-1 0-16,-3 0 0 15,-3 1 0-15,-2 1 0 16,-5 2-2-16,-4 0 2 16,-5 1-1-16,-6 2 0 15,-3 0-1-15,-4 0-3 16,-6 0-33-16,-7 0-35 0</inkml:trace>
  <inkml:trace contextRef="#ctx0" brushRef="#br0" timeOffset="4443.96">20232 8761 63 0,'0'0'6'0,"0"0"13"0,0 0-12 0,0 0-6 16,0 0-1-16,43-13-1 15,-19 10 1-15,1 0 1 16,5-1 0-16,4 0 1 15,1 1 0-15,6-2 5 16,0 1 2-16,2-1 2 0,3-2 1 16,-1 0 1-16,0-1 2 15,-2 0 0-15,-3 1 0 16,-2-1-1-16,-5 3-1 16,-6 1-4-16,-4 4-7 15,-4 0-1-15,-6 0-1 0,-6 4-5 16,-7-4-89-16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16:55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12581 7257 114 0,'0'0'1'0,"0"0"10"0,0 0 9 0,0 0-5 15,0 0-6-15,0 0-3 16,0 0 0-16,0 0-2 16,0 0-2-16,0 0 0 15,0 0-2-15,18-10 0 16,-8 9 0-16,2 1 0 16,2 0 0-16,4 0 0 0,2-2-1 15,2 1 1-15,1-2 0 16,5 1-1-16,4-2 1 15,1 1 0-15,5-1 0 16,7 2 2-16,0-2-2 0,6 1 0 16,3 1 0-16,1-4 0 15,4 3 1-15,3-1-1 16,1 0 0-16,3 0 0 16,-2 0 0-16,-2 1 0 15,1 0 0-15,2 1 0 16,-4-2 0-16,5 3-2 0,-3-1 3 15,1 0-2-15,-1-1 0 16,0 0 1-16,-1 0 0 16,-4 0 0-16,0-1 0 15,-1 0 1-15,1 1-2 16,-4-2 2-16,5 2-1 0,-1 1 1 16,-1 0 0-16,1 2-1 15,0 0 0-15,0-1 1 16,0 1-1-16,1-2-2 15,-2 0 3-15,5-1 0 16,-3 0-1-16,3 0 0 0,-1 0 1 16,1 2 2-16,-2-2-1 15,-1 2-2-15,3-1 0 16,-4 2 0-16,0-1 0 16,1 0 0-16,1 0 1 15,-1 0-1-15,1-1 0 0,2 0 0 16,1 1 1-16,-1-3-1 15,1 1 0-15,-2-1 0 16,1 0 0-16,-4 1 0 16,-3-3 0-16,-1 2 1 15,0-3-1-15,-4 1 3 0,0 0 1 16,-4 1 1-16,0-1 0 16,-5-1 2-16,-3 2-1 15,-2 0 1-15,-3-2 2 16,0 0-2-16,-4 3 3 15,-4-2-2-15,-2 0-1 16,-2 2-4-16,-5 0-2 0,-3 1 0 16,-1-1 1-16,-4 4 0 15,-1 0-1-15,-5 0-2 16,-2 0-25-16,-1 0-71 16</inkml:trace>
  <inkml:trace contextRef="#ctx0" brushRef="#br0" timeOffset="1635.85">14351 6114 99 0,'0'-9'1'0,"0"2"5"0,0 1-2 0,0 2 2 16,-2-2-1-16,-4 4-4 16,-1-1-3-16,-4 1 4 15,2 1 0-15,0 1 1 16,-2 0-1-16,2 0 1 0,2 0-2 15,-5 0-1-15,2 7 0 16,-1 0 0-16,-1 3 0 16,1 1 0-16,0 2-1 15,-3 0 1-15,2 1-3 16,-1 2 3-16,2-2-1 0,1 6 0 16,0-1 0-16,0 3 1 15,3 2-1-15,-1 2 1 16,2 1-1-16,0 0 0 15,1 1 1-15,0 0 1 16,2 1-1-16,0 2-1 0,1-2 0 16,-1-1 0-16,3-1 1 15,0 0-1-15,0 0-2 16,0-3 2-16,3 1-1 16,3-1 2-16,3 1-1 15,0-3-1-15,0 3 2 0,0-1 0 16,0 2 0-16,1-2 1 15,-2 0-1-15,-1-3 0 16,1 2 0-16,2-5 0 16,-4 1 0-16,3-2 1 15,-2 0-1-15,2-3 1 0,-2 2 0 16,1-2 0-16,1 0-1 16,0 1 1-16,0-1-1 15,0-3 2-15,-1-1-2 16,2 0 0-16,-4-3 1 15,3-2 0-15,1 0 2 0,1-2 0 16,-2-2 4-16,2 1-3 16,0-2 0-16,0 0 1 15,-1 0 0-15,0 0 4 16,-1-3 3-16,-1-3 5 16,0-1 1-16,0-2-3 15,0 0-3-15,1 0-3 0,-2-2-4 16,1 2-1-16,0-4 0 15,1 3-2-15,1 0 1 16,-2-2-1-16,3 0-2 16,1 1 0-16,-1 1 0 15,-1-3 0-15,-2 5 0 0,-1-4 0 16,-1 2 1-16,-1 1-1 16,0 0 3-16,-2-2-1 15,2-2-1-15,0 0 0 16,2-1 1-16,2-3-1 15,-3 0-1-15,3 0 2 16,-4 0-2-16,2 1 1 0,-4-1 5 16,-1 1 12-16,0 2-5 15,-2-3-12-15,0 2 0 16,0 0-1-16,1 1 0 16,-1 0 1-16,1 1 0 0,1 0-1 15,0 1 0-15,0 0 0 16,-1-2 1-16,1 1-1 15,0-2 0-15,2 0 0 16,-4 2 0-16,2-1 1 16,-2 0-1-16,0 3 0 0,0-1 0 15,0-2 0-15,0 0 0 16,0 0 1-16,-4 0-1 16,1-3 1-16,-1 1 0 15,2-1-1-15,-3 0 1 16,0 0-1-16,2 0 1 15,-6 0-1-15,4 0 1 0,-4-2 2 16,1 3-3-16,-2-2 0 16,0 4 0-16,-1 0 1 15,1 2-1-15,1 1 0 16,-5 7-1-16,1 4-5 0,-10 0-40 16,-4 0-95-16</inkml:trace>
  <inkml:trace contextRef="#ctx0" brushRef="#br0" timeOffset="2255.25">14231 9030 176 0,'-7'0'7'0,"2"0"36"0,2 0-27 0,3 0-5 16,0 0 2-16,0-2-11 15,4-1 1-15,5-1 1 0,7 0-2 16,3-2 0-16,2 0-2 16,5 1 1-16,1-1-1 15,3 0 0-15,3-1 1 16,-2 0-1-16,1 2 1 15,0-1-2-15,0 0 1 16,-1-1 0-16,-2 0 0 0,1 1 0 16,-4 2 0-16,-2 0 1 15,-4 1-1-15,-1 3-4 16,-6 0-26-16,-6 0-28 16,-5 3-20-16</inkml:trace>
  <inkml:trace contextRef="#ctx0" brushRef="#br0" timeOffset="2476.46">14208 9204 204 0,'0'0'9'16,"0"0"36"-16,0 0-50 0,0 0 8 15,47-14 8-15,-15 7-2 16,6-2-5-16,9 2-3 16,-1 0 2-16,-1 0-12 15,-5-6-159-15</inkml:trace>
  <inkml:trace contextRef="#ctx0" brushRef="#br0" timeOffset="3453.01">15628 9902 108 0,'0'0'1'0,"0"0"2"0,0 0-2 16,0 0 1-16,0 0 2 15,42 9-3-15,-21-7 0 0,3-2-1 16,5 0 1-16,6 0 0 16,3 0-1-16,3 0 1 15,6 0 3-15,-2-6 3 16,6-1 7-16,0 0 5 15,-2 0-1-15,4-3-8 16,-3 2-4-16,2 0 0 0,-2 1-3 16,-4 0 0-16,-1 3-2 15,-9-2 1-15,-3 3-1 16,-6 1-1-16,-7 0 1 16,-2-1 2-16,-3 2 0 15,-2-1 0-15,-5 1 0 0,0 0 0 16,-4 1-2-16,-2 0 0 15,0 0-2-15,-2 0-26 16,0 2-45-16,-6-1-8 16</inkml:trace>
  <inkml:trace contextRef="#ctx0" brushRef="#br0" timeOffset="3815.23">15833 10012 110 0,'0'0'27'0,"0"0"-16"0,0 0 6 0,0 0-19 16,0 0 10-16,0 0-3 15,59 0 2-15,-29-4-3 0,4 1 0 16,2 0 3-16,3 1-4 16,1 0 0-16,-1-1-1 15,2 2-2-15,-5-1 2 16,0 0-1-16,-3-1-2 15,-2 1-9-15,-6-2-42 0,-6-3-45 16</inkml:trace>
  <inkml:trace contextRef="#ctx0" brushRef="#br0" timeOffset="4491.72">16003 9870 26 0,'0'0'16'0,"0"0"-14"0,0 0 2 0,0 0 1 16,-16 37 0-16,14-25-3 0,2 0-1 16,-2-3 2-16,1 4 4 15,1-2 3-15,0 3-1 16,1-2 0-16,3 0-2 16,2 3 3-16,4 0 1 15,-3 2-1-15,2 2 0 16,3 2-5-16,2 2-3 0,2 0-1 15,-1-1 5-15,4 2-4 16,0 0 1-16,4-3 4 16,0-1-1-16,2-3 3 15,2-1 1-15,1-3 2 16,2-2-4-16,2 0 2 0,-1-3 1 16,2-1-1-16,0-1-5 15,-3-2-2-15,-1 0-1 16,0 2 1-16,-3-2-1 15,0 0-2-15,-3-1 0 0,-4 0 1 16,-2 0-1-16,-1-1 1 16,-4 0 0-16,-1 1-2 15,-3-2-16-15,-4-1-36 16,-4 0-49-16</inkml:trace>
  <inkml:trace contextRef="#ctx0" brushRef="#br0" timeOffset="4798.22">16737 10221 64 0,'0'0'2'0,"0"0"2"0,51 17 0 0,-32-6 5 0,-3 1-4 16,-2 0-2-16,-4 0 2 16,-2-1 1-16,-2-1 6 15,-3 0 2-15,-3 0-2 16,0 3 3-16,-14 3 7 16,-8 5 1-16,-12 3-11 0,-6 5-3 15,-14 7-5-15,-10 6-2 16,-8 4-2-16,-13-2-57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17:55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8618 3742 26 0,'0'0'14'0,"0"0"-3"0,0 0-6 0,0 0-3 15,0 0 1-15,0 0 2 16,0 0 5-16,0 0-1 0,0 0-7 16,0 0 1-16,0 0 3 15,0 0 1-15,3-3-1 16,-3 3-4-16,0 0-1 16,0 0 0-16,0 0 0 15,0 0 0-15,0 0 1 0,0 0-2 16,0 0 0-16,2 3 2 15,0 0-1-15,0 1 1 16,-2 2-1-16,2 1 1 16,-1-1 0-16,1 1 0 15,3 2-1-15,-3-2 1 16,0 1-1-16,1-1 0 0,3-2 0 16,-2 0 0-16,0-2 1 15,3-3 0-15,1 0 4 16,2 0 1-16,4-6 14 15,-1-8 7-15,6-5-8 0,4-5-2 16,4-7-7-16,4-2 2 16,5-4-8-16,5-7 3 15,1 0 1-15,3-4-1 16,0 2-3-16,1 1-2 16,0 5-3-16,-1 7 0 15,1 8-1-15,-8 8-12 0,-14 4-60 16</inkml:trace>
  <inkml:trace contextRef="#ctx0" brushRef="#br0" timeOffset="2127.73">9671 7040 67 0,'0'0'4'0,"0"0"2"0,0 0 4 0,0 0-3 16,0 0-5-16,0 0 1 15,0 0 0-15,0 0 1 0,0 0-2 16,0 0-1-16,2 0-1 16,-2 0 0-16,2 1 1 15,3 5-1-15,0 1 0 16,-3 2 0-16,2 2 0 16,3-1 0-16,-3 1 1 15,3-2-1-15,0 0 0 0,0 0 1 16,-1-6-1-16,1 0 0 15,2-3 1-15,2 0 5 16,2-16 14-16,5-5 8 16,7-9-4-16,4-7-4 15,9-11-8-15,4-7 0 0,6-5 0 16,5-3-6-16,3 1-3 16,4 1-1-16,1 3-3 15,3 2-2-15,-6 6-50 16,-6 2-74-16</inkml:trace>
  <inkml:trace contextRef="#ctx0" brushRef="#br0" timeOffset="3794.78">9977 11752 36 0,'0'1'2'0,"0"-1"8"0,-2 0 4 16,0 0-4-16,0 0 5 15,-1 0-3-15,2 0-1 16,-1 0 0-16,1 0-3 16,1 0 1-16,-2 0 2 0,2 0-5 15,0 2-2-15,0 0-4 16,0 0 0-16,0 1 0 16,0 2 0-16,3 0 0 15,3 1 0-15,-2 1 0 16,0 0 0-16,3 0 0 0,-2 0 0 15,2 1 0-15,-1 0 0 16,1-1 1-16,-1 0-1 16,2 0 0-16,-2-3 1 15,3 1-1-15,0-3-1 16,2 1 1-16,0-3 1 0,1 0 1 16,-1 0-2-16,2 0 2 15,3-10 5-15,-1-4 3 16,3-3 4-16,3-5 0 15,1-4-6-15,4-3-2 16,1-2-3-16,0-2 1 0,0-1-3 16,2 3 3-16,-4 1-2 15,-1 3 0-15,-1 3 1 16,-3 6-1-16,-3 1 1 16,-3 4-3-16,-1 3 1 15,-4 4-1-15,-1 1 1 16,0 2-1-16,-3 1 0 0,1 2-1 15,1 0-5-15,-4 0-31 16,-3 0-28-16,0 0-76 16</inkml:trace>
  <inkml:trace contextRef="#ctx0" brushRef="#br0" timeOffset="6243.83">2222 3486 84 0,'0'0'-1'0,"0"0"4"0,0 0-1 0,11-38 0 0,-8 31-1 15,-1 1 0-15,-2-1 1 16,0 3-1-16,0-1 3 15,0 0-1-15,0 2-1 16,0-1 0-16,0-2-1 16,0 3 0-16,0 0-1 15,0-1 0-15,-2 1-1 0,-1-1 2 16,1 1-1-16,-3 2 0 16,1-2 0-16,-1 1 1 15,1 2 1-15,-2 0-2 16,1 0 1-16,-4 0-1 15,2 2 0-15,-2 5 1 0,1 0-2 16,-6 3 2-16,1 6-1 16,-1 2 0-16,-4 3 0 15,0 3 0-15,-5 5 1 16,4-1-1-16,-3 4 0 16,1 0 0-16,-1 4 0 0,0 2 0 15,1 3 0-15,-1 2 0 16,2 1 0-16,2 1 0 15,3 1 0-15,-1-1 0 16,-1 2 0-16,2 1 0 16,2 2 0-16,-3 0 0 0,3 3 0 15,0 0 1-15,1 0-2 16,2 2 2-16,0-1-1 16,1 2 0-16,-1-1 0 15,3 3 1-15,0 1-1 16,2 0 0-16,-1 1 1 15,4 0-1-15,2 2 0 0,0-1 2 16,0 2-2-16,6-1 1 16,5-2-1-16,1 1 0 15,3-3 0-15,3-3 1 16,3-1-1-16,-4-1 0 16,4-2 1-16,0-1 0 0,-2-2-1 15,1 3 1-15,-3-1 0 16,1 1 0-16,-2 0 1 15,0-1-2-15,-3 5 1 16,-4 2-1-16,0 3 1 0,-7 4-1 16,-2 3 0-16,0 6 0 15,-9 4 0-15,-9 5 0 16,-7 1 2-16,-8 5-2 16,-5-3 0-16,-4 5 1 15,-3-7-2-15,3-2 2 16,-1-6 0-16,5-2 0 0,4-8 3 15,7-5-2-15,6-2 1 16,5-8-2-16,9-8-1 16,5-6 1-16,2-5-1 15,4-5 1-15,10-5 0 16,8-1 0-16,3 0-2 0,6 0 3 16,5 2-1-16,4 0-1 15,3 9 1-15,1 2-1 16,3 3 1-16,-2 10-1 15,0 7 1-15,-7 13 0 16,-3 8 4-16,-6 10 3 0,-6 14-1 16,-6 9 0-16,-5 10-1 15,-3 6 1-15,0 6 1 16,5 7-1-16,9 3-4 16,11 3-1-16,13 5-2 15,11-2-1-15,9-9-79 0</inkml:trace>
  <inkml:trace contextRef="#ctx0" brushRef="#br0" timeOffset="8727.79">2841 11241 146 0,'-22'-10'3'0,"0"0"2"0,3 0 6 0,2 2-3 15,-3 2-6-15,4 1-1 0,-2 4-1 16,-3 1-3-16,0 0-5 16,-2 6-9-16,-2 4 9 15,-1 5 6-15,-2 2 2 16,1 2 0-16,0 5 1 15,2 3-1-15,-2 0 1 16,2 3-1-16,2 1 2 0,4 2 0 16,-1 2-1-16,6 2-1 15,1 3 1-15,6 1 0 16,1 2-1-16,5 2 0 16,1-1 0-16,0 0 1 15,5 0-1-15,5-4 0 0,5 0 1 16,2-4-1-16,3 0-1 15,5-2 2-15,2-4 0 16,2-1-1-16,2-4 2 16,3-1-1-16,1 0 0 15,1-4-1-15,2 0 0 0,-1-1 0 16,4-2-1-16,1 0 0 16,4-2 3-16,0 0 3 15,2 0-3-15,0-2-1 16,2 1 0-16,0-2 1 15,4 0-2-15,0-2 0 0,2 0 1 16,1-1-1-16,-2 2 1 16,3-1 0-16,-2 1 1 15,0 2-2-15,2 0 0 16,0 1 1-16,3 2-1 16,1-2 1-16,1 0-1 0,1 2 1 15,3-3 1-15,0 0 1 16,3-1-1-16,4 1 1 15,-1-3-3-15,2-1 1 16,2-2-1-16,4 0 0 16,1-3 0-16,1-3 0 15,2-1 2-15,-2 2 0 0,2-2-1 16,4 2 0-16,-2 0-1 16,1-2 1-16,5 3 0 15,3-2-1-15,0 2 1 16,4-1 1-16,4 0-1 0,3 1 2 15,1 0-2-15,0 0 0 16,5 0 0-16,-1 0-1 16,1-1 0-16,1 1 1 15,-1 0-1-15,0 1 1 16,3-1-1-16,1-1 0 16,-1 0 0-16,2-1 1 0,1-1-1 15,3 0 1-15,-1 0 2 16,4-2 1-16,-2-4-1 15,-2-2 2-15,4-1-2 16,-2 1-1-16,0-1-1 0,2-1 0 16,-2 1-1-16,-3-2 0 15,0 0 1-15,0 1 1 16,-4 0-2-16,-2-2 0 16,0 0 0-16,-2-1 0 15,-1 0 1-15,-3-2-1 16,-1-1 0-16,-4-1 0 0,-4 0 2 15,-5-1-2-15,-5-3 0 16,-6-1 0-16,-6 1 0 16,-5-5 3-16,-5 1 9 15,-4-2-3-15,-5-3-2 16,-5-1-3-16,-3-3-2 0,-4-2-1 16,-5-3 1-16,-8-3-2 15,-3 0 0-15,-9-1 1 16,-4 0-1-16,-7 1 1 15,-5-1-1-15,-5 0 1 16,0 2 0-16,-7 1-4 0,-6-1 3 16,-8 4-1-16,-1-1 9 15,-7 5-6-15,-4 2-2 16,-1 1 0-16,-6 3-3 16,0 2 0-16,-7-1 2 15,-2 3 1-15,-2 2 1 0,-3 0 0 16,-2 3-1-16,-2-3 0 15,0 6 0-15,-8-2 0 16,1 3 0-16,-1 1 0 16,-3 1 0-16,-4 1-2 15,-2-1 1-15,-1 3 0 0,-2-1 0 16,-5 1-1-16,-2-1 2 16,-1 0 0-16,0 2 0 15,-4-2 0-15,1 3 0 16,-4-3 0-16,1 1-1 15,-2-1-1-15,-2 2-3 0,-4-2-5 16,-1 0 6-16,-2 3-1 16,0 0 0-16,-4 0 2 15,0 1 1-15,-5 1-4 16,0 2-11-16,-2 0 5 16,-6 3 1-16,1 0-10 15,0 0 8-15,-3 0 9 0,4-2 4 16,1 2 0-16,-2-1 0 15,3-1 1-15,0 1-1 16,0 0 0-16,0 1-14 16,0 0 15-16,1 0-1 0,2 0 0 15,1-1 1-15,-1-1 3 16,4 0 0-16,2-2 2 16,2 0 5-16,-3-2-1 15,4 2-3-15,1 0-5 16,0-1-1-16,0 0 1 15,-1-1 0-15,0 0 4 0,-2 2 1 16,2 0 1-16,-3 1-4 16,-1 0-1-16,-1 3 2 15,-5 0-2-15,-2 3-2 16,-4 8-1-16,-9 10-9 16,-9 2-35-16,-9 6-44 0</inkml:trace>
  <inkml:trace contextRef="#ctx0" brushRef="#br0" timeOffset="11167.81">2046 3499 78 0,'0'0'4'0,"0"0"11"0,0 0-2 0,0 0-1 0,0 0 1 16,0 0 0-16,0 0-4 16,0 0 0-16,0 0 2 15,0 0 0-15,-29-31 0 16,29 29-6-16,0-2 0 0,0 1-1 16,0 0-3-16,-2 2 0 15,-1-2 0-15,2 2 0 16,-1 1 0-16,-2 0 3 15,-1 0-4-15,-1 1-5 16,-6 9 3-16,1 3 1 0,-6 5 0 16,-1 2-1-16,-5 2 1 15,2 3 0-15,-4-1 0 16,2-1-1-16,0 1 2 16,4 0 2-16,1 0-1 15,-1 1-1-15,6 1 0 0,1 3 1 16,0-1-1-16,1 4 1 15,2 0-1-15,0 4 0 16,-2 1 1-16,4 2-1 16,-2 3 1-16,0 3-1 15,1 3 0-15,1 2 0 0,-1 0 0 16,2 0 0-16,4 1 0 16,0-2 0-16,-1 1 1 15,3 1-1-15,0 3 0 16,0 0 1-16,1 3-1 15,3 2 1-15,-2 0-1 0,0 2 0 16,0 3 0-16,1-3 0 16,2 3 0-16,-1 0 0 15,3-3 0-15,-1 3 0 16,0-3 0-16,4 0 0 16,-3 1 0-16,1 1 0 0,1-2 1 15,3 0-1-15,-4 1 0 16,1-1 0-16,1-1 0 15,-2 3 0-15,-1-1 0 16,-1 1 0-16,2-1 1 16,-6 4-1-16,0-1 0 15,-2 3 0-15,0 3 1 0,-4 1-2 16,-8-1 1-16,-1 2 0 16,-5-4 0-16,0 1 0 15,-2-4 0-15,-3-3 0 16,-3-2 0-16,4-2 0 15,-3-5-1-15,-2-5 1 0,2-5-1 16,-2-5 0-16,0-7 1 16,1-5 0-16,-1-4 0 15,3-3-1-15,-3-9 1 16,6-1 0-16,2-7 1 0,5-3 0 16,3 0 1-16,0-6 3 15,6-2-5-15,3-2 2 16,2 0-2-16,0-2 6 15,0 3-6-15,7-1 0 16,4 0-3-16,4 0 4 16,3 1-1-16,5 2 0 0,4 3 2 15,2 1-2-15,2 3 0 16,1 0 0-16,3 0 0 16,-1 6 0-16,3 5 0 15,1 3 0-15,1 2 1 16,1 4-1-16,0 3 0 0,-4 4 0 15,2 5 0-15,-4 2 0 16,-5 3 0-16,0 3 2 16,-9 3-4-16,0 5 1 15,-5 3 7-15,-6 3-6 16,0 3-1-16,-7 1 1 0,-2 2-2 16,0 2 2-16,-4 1 4 15,-8-1-4-15,1 1 0 16,1-3 0-16,-2-1 1 15,-1-1-1-15,0 2 1 16,-1-5-1-16,1 2 0 0,-1 0 1 16,3-2-1-16,2-2 0 15,0-2 1-15,2-3-2 16,5-1 2-16,0 0-2 16,2 1 2-16,0-4-1 15,0-3 0-15,5 1 0 0,3-3 1 16,0-2 0-16,2-1-1 15,-1 1 0-15,5-2 1 16,1-1 1-16,3-2-2 16,2-2 0-16,2-2 0 15,3-5-2-15,0-1 2 0,2-3-1 16,4-4 0-16,-2 0 2 16,3-4-1-16,1-1 3 15,-1-5-1-15,1 0-3 16,2-2 2-16,-1-3 1 15,1 0-3-15,3 0 1 0,-1-6-1 16,-1-3 4-16,3-2 0 16,-3-3 1-16,-2 1 1 15,1-1-3-15,-6 2 0 16,-4 1 0-16,-2 0 0 16,-3 2 0-16,-7 2 0 15,0 2-1-15,-5-1 0 0,0 6 0 16,-4-3-1-16,1 3 1 15,-3 0 0-15,0 0-3 16,-2 0-34-16,0-11-86 16</inkml:trace>
  <inkml:trace contextRef="#ctx0" brushRef="#br0" timeOffset="12719.78">2110 3320 203 0,'-9'-11'2'0,"0"-2"3"0,-1 1 3 0,2 4 0 0,-1 1-3 15,3 0-2-15,-3 1-2 16,2 5 0-16,0-2 0 16,-1 3-2-16,-1 0 0 15,-3 0 0-15,-1 4-2 16,-3 6 3-16,-1 4-2 0,-2 2 1 16,-3 5 0-16,-2 3 0 15,-1 3 0-15,-4 3 0 16,2 4 0-16,-2 2 0 15,2 2 2-15,0 1-1 16,5 3 0-16,0 5 0 0,-1 4 1 16,4 3-1-16,0 6 0 15,1 1 0-15,5 1 0 16,2 4 0-16,2-1 1 16,4 0-1-16,5 1 0 15,0-4 1-15,1-1-2 16,13-4 2-16,5 0-1 0,3-5 1 15,5 0 0-15,5-3-1 16,1 1 0-16,3-3 0 16,-1-2 0-16,1 1 1 15,0-2-1-15,-2 2 0 0,-1 2 0 16,-1 4 0-16,-1-1 0 16,-4 6 0-16,-3 4 2 15,-4 5-2-15,-4 3 0 16,-7 6 0-16,-9 5 0 15,0 4 0-15,-11 5 0 0,-12-1 0 16,-6 3 0-16,-4 0 0 16,-8 0-2-16,-5-3 2 15,-2-4-1-15,-3 1 2 16,-2-3-1-16,-1-2 0 16,1-8 0-16,1-2 0 0,0-8-1 15,4-9 1-15,2-8 3 16,5-9-5-16,7-9 1 15,5-5 2-15,8-9-2 16,6-5 2-16,3-6 1 16,6-2 2-16,4 0 0 0,2 0-5 15,0-7 1-15,6-3-1 16,8 0 2-16,3-1-3 16,6-2 5-16,6 3-4 15,3 3 2-15,3 0-1 16,5 4 1-16,3 2-2 15,1 1 2-15,2 0-1 0,2 11 0 16,0 3 0-16,0 6 0 16,0 4 0-16,-2 7 0 15,-1 2 0-15,-5 4-1 16,-2 4 1-16,1 5 0 16,-6 3-1-16,-1 4 0 0,-5 5 4 15,-2 6-2-15,-6 2-1 16,-8 6 1-16,-2 2-1 15,-9 4 1-15,0 1-1 16,-4 5-1-16,-10 4 0 16,-5 3 1-16,0-1 1 0,-4 0-3 15,-1-1 4-15,4-3-2 16,-2-2 0-16,5-6 1 16,4 0-1-16,1-4 0 15,4 0 1-15,6-5-1 16,2-2 0-16,0-6 1 0,9-1-1 15,9-6 2-15,9-3-1 16,6-7 0-16,13-3-1 16,14-5-2-16,11-9-1 15,23-10 6-15,18-11-2 16,20-6 1-16,13-29-3 0,4-21-120 16</inkml:trace>
  <inkml:trace contextRef="#ctx0" brushRef="#br0" timeOffset="23241.6">4019 16338 16 0,'-2'0'5'0,"2"0"-5"0,0-1 2 0,0-2 0 0,0 3 0 15,0-3 4-15,-3 2 8 16,1 1 8-16,2-2-2 15,-3 2-5-15,2-1-3 16,0 1-2-16,1 0-2 0,-2 0-7 16,2 0-1-16,0 0-3 15,0 1 1-15,0 5 0 16,0 4 0-16,0 0-1 16,2 1 1-16,5 3 2 15,0 0 0-15,0 2 0 16,-1 0 0-16,1 1 1 0,1 0-1 15,0 0 2-15,-3-1-1 16,1-1-1-16,0-2 1 16,0-2 0-16,-4-2 0 15,0-1-1-15,0-1 2 16,0-1 1-16,-2-2-1 0,0-1 1 16,0-3 0-16,0 0 3 15,0 0 25-15,0-3-19 16,0-6-6-16,-4-1-1 15,0-2-2-15,-4-2-2 0,2-2 0 16,-1-1 1-16,-1-1-5 16,2-2 4-16,2 0-3 15,-2 0 3-15,3 2 2 16,-1-1-2-16,2 2-1 16,-1 3 0-16,2 0 0 15,1 2 0-15,0-1-1 0,0 4 1 16,0-1 0-16,4 0 0 15,2 3 0-15,-2-2 0 16,3 2-2-16,-1 2 2 16,2 2-1-16,-2-1 0 0,3 3 0 15,-1 1-2 1,0 0 1-16,1 0-4 0,0 0 3 16,0 6 0-16,2 1-1 15,-2 0 0-15,0 2 2 16,2-1-1-16,-2 1 0 0,0 1 0 15,-2-2 2-15,0 5 0 16,1 0 1-16,-4 0 0 16,2 2 0-16,0 2 1 15,-3-3 0-15,1 2 2 16,0-2 0-16,-2 0 1 16,1-1 1-16,2-4-7 0,-5 4-18 15,0-5-20-15</inkml:trace>
  <inkml:trace contextRef="#ctx0" brushRef="#br0" timeOffset="23456.1">4122 16449 138 0,'0'0'2'0,"0"0"5"16,0 0-2-16,0 0-3 0,0 0 1 15,0 0-1-15,0 0-3 16,0 0 4-16,0 0-2 16,13-35 0-16,3 26 1 15,1-2-8-15,1-2-29 16,1-3-38-16</inkml:trace>
  <inkml:trace contextRef="#ctx0" brushRef="#br0" timeOffset="24125.18">4343 16212 63 0,'0'0'3'0,"0"0"-3"15,0 0 0-15,0 0 0 0,0 0 0 16,0 0 0-16,0 0 3 15,0 0-1-15,6 40 0 16,0-30 1-16,2 1 0 16,-3 0 0-16,1 2-1 15,-2-1 0-15,1 1 0 16,0-1-1-16,-3 2 1 0,0-2-1 16,-1-3 1-16,-1 1-2 15,0-5 1-15,0 1 0 16,0-3 2-16,0-1-3 15,-1-2 4-15,-3 0 1 16,-1 0-1-16,-2-7-1 0,1-2-1 16,-1-1 1-16,-3-4-1 15,6 0 1-15,0 0-1 16,2 0-1-16,2-1-1 16,0 1 2-16,0 3-2 15,2-3 0-15,4 2 2 0,6 5-2 16,-1-3 0-16,1 5 0 15,3 0-3-15,1 4 3 16,-1 1-2-16,3 0 0 16,0 4 0-16,-2 3 1 15,-1 3-1-15,-1 2 2 0,-3-2-1 16,0 1-1-16,-4-3 2 16,0 1-1-16,-1-5 1 15,-4 2-1-15,-1-5 2 16,0 2-1-16,-1-3 3 15,0 0 48-15,0 0 6 0,-4-8-48 16,-2-4-2-16,-3-2-1 16,-1-4-2-16,2 0-2 15,-1-3 1-15,0 3-2 16,4-1 1-16,-1 1-2 16,2 4 0-16,3 4-8 0,1 1-31 15,0 4-26-15,0 2 2 16</inkml:trace>
  <inkml:trace contextRef="#ctx0" brushRef="#br0" timeOffset="24451.6">4649 16074 126 0,'0'0'2'0,"0"0"5"0,0 0-9 0,0 0-1 0,0 0 1 15,0 0 2-15,-2 48-1 16,8-32 2-16,-3 2-2 15,4 1 1-15,-2-2 0 16,1 0 1-16,0 0 0 0,1-3 0 16,-3 0 2-16,1-2-2 15,0-4-11-15,-3-3-20 16</inkml:trace>
  <inkml:trace contextRef="#ctx0" brushRef="#br0" timeOffset="24836.64">4641 16118 115 0,'0'0'1'0,"0"0"-1"15,0 0 0-15,39-7-1 16,-22 7 0-16,2 0-1 15,1 7 1-15,1 0 0 16,-2 2 0-16,2 1 0 0,-4-2 0 16,-1 2 1-16,-3-3 0 15,1 0 0-15,-5-4 2 16,0-1-1-16,-2-1 1 16,-1-1 1-16,-4 0 5 15,-1-4 14-15,-1-8 32 0,0-2-28 16,0-1-13-16,-7-4 3 15,-4 0-6-15,2-2-9 16,-4 0 32-16,-1 3-25 16,1 2-9-16,1 2-3 15,-1 4-13-15,2 5-25 0,-3 5-26 16,3 0-29-16</inkml:trace>
  <inkml:trace contextRef="#ctx0" brushRef="#br0" timeOffset="25282.58">4310 16672 37 0,'0'0'21'0,"0"0"-16"0,39-30 5 0,-18 16-5 15,3-3 0-15,6-3 0 16,3-3 3-16,3-5 0 16,2-1 1-16,7-3-2 15,-1-1-3-15,5-1-2 16,2 0 0-16,1 1-1 0,0 3 0 16,-4-1 1-16,0 3-1 15,-4 2-1-15,-3 4 1 16,-7 4 0-16,-1 3-1 15,-6 6-1-15,-8 5-9 16,-5 4-25-16</inkml:trace>
  <inkml:trace contextRef="#ctx0" brushRef="#br0" timeOffset="25675.84">4437 16773 122 0,'0'0'2'16,"0"0"-5"-16,0 0 3 15,0 0 2-15,53-19-1 0,-30 2 1 16,6-1-1-16,1-4 2 16,7-6-1-16,3 0-1 15,5-2 0-15,4-4 2 16,1 1 0-16,0-2-1 16,2 1 3-16,0 4-2 0,-4 1-2 15,-2 4 0-15,-2 6 0 16,-6 4-1-16,-2 3-1 15,-7 5 0-15,-5 3-1 16,-6 4-6-16,-7 0-21 16,-6 0-46-16</inkml:trace>
  <inkml:trace contextRef="#ctx0" brushRef="#br0" timeOffset="26906.74">5257 15818 72 0,'0'0'2'0,"0"0"-1"0,-12-42 0 0,4 29-1 16,-1 2-1-16,-2-1-1 16,-3 1 1-16,1-2 2 15,-3 1 4-15,-1-3 5 16,-2 3 1-16,1 0 2 15,-1-1-4-15,-2 3-3 0,1 0-3 16,-2 0 0-16,-3 0 2 16,1 2-1-16,-1-3-2 15,-4 2 1-15,0 0-1 16,-1 2 1-16,-1 2-1 0,-2-1 2 16,-2 3-1-16,3 3 1 15,-4-2-4-15,3 2 1 16,-2 0-1-16,3 0 1 15,-1 0 0-15,-1 0 1 16,-2 2-2-16,0 1-3 16,-2 3 4-16,0 1-2 0,-1 1 1 15,0 3-1-15,1 4 1 16,0 1-3-16,-1 2 5 16,2 5 0-16,-1 0-3 15,2 6 1-15,1 1 4 16,1 0-6-16,1 3 6 0,4 0-4 15,4 1 1-15,2 0-1 16,3 0 0-16,5-2 1 16,-1 1 0-16,5 0-1 15,4 0 0-15,1 0 0 16,2 0 0-16,1 2-2 0,3-2 3 16,0-1 0-16,0 0-1 15,2-2 0-15,3 0 0 16,-1 0 0-16,3-2 0 15,-3 3 0-15,3 1-1 16,2 0 1-16,0-2 0 0,0 0 0 16,5 0 0-16,0-2-1 15,5-1 1-15,1-1 0 16,4-1-1-16,1-2 2 16,2 1-1-16,0-1 0 15,2-2 0-15,2-1 0 0,-1-3 1 16,3-1-1-16,2-1 1 15,3-1 1-15,0-2 0 16,5-1-1-16,1 0 2 16,-1-3-2-16,2-3 2 15,0 0-1-15,-1-4-2 0,-2-1 2 16,3 0 3-16,0-7 0 16,0-5-2-16,1-4 1 15,0-2-2-15,-2-3 1 16,1-2-1-16,-3 0 2 15,-4-2-1-15,0-3-2 0,-2-2-1 16,-2 1 2-16,-3-3-2 16,-2-2 3-16,-2-3-2 15,-3-2 1-15,-4-2-2 16,-2 0 1-16,-2 0 1 16,-3-2 0-16,-2 1 0 15,0-2-1-15,-4-2 2 0,-5-1 0 16,1-1 4-16,-3-1 5 15,0 1-4-15,-7 1 0 16,-4 1 0-16,-5 0-1 16,-2 2 1-16,-4 1-2 0,-3 1-3 15,-6 0-2-15,-1 4 3 16,-1 2-1-16,-3 4-3 16,1 5 2-16,-1 4-2 15,0 5-1-15,3 4 1 16,-1 4 0-16,3 4-5 15,-1 5-20-15,3-2-47 0,-4-4-90 16</inkml:trace>
  <inkml:trace contextRef="#ctx0" brushRef="#br0" timeOffset="29119.65">2323 3361 27 0,'0'0'1'0,"0"0"5"0,0 0 1 0,0 0 3 0,0 0 3 15,-39-34-1-15,31 30-1 16,1-2-3-16,-1 1 1 15,0-1-1-15,1 0-3 16,-1 2-2-16,-2 0-2 16,1 0 0-16,1 0-1 0,-3 2 0 15,-3-2 2-15,1 2 1 16,-1 1 3-16,-3 1 3 16,1 0 0-16,-2 0-7 15,-4 1-1-15,-1 8-1 16,0 2 0-16,0 4-1 15,-4 1 0-15,2 3 0 0,-2 3 1 16,0 2 1-16,0 4-1 16,-2 2 1-16,2 4 0 15,-1 1-1-15,-3 2 0 16,2 3 1-16,2 2-1 0,-2 4 2 16,2 2-2-16,2 2 0 15,2-1 1-15,4 1-1 16,0-2 0-16,2 1-1 15,1-4 1-15,5 2 0 16,-1 1 0-16,1 2 0 0,3 0 0 16,-2 0 0-16,4-1 0 15,1-2 0-15,3-1-2 16,2-3 2-16,0 0 0 16,4-3 0-16,8 1 0 15,3-4 0-15,-1 1 2 16,4-6-2-16,2-2 0 0,0-1 1 15,2 1-1-15,1 0 1 16,2-1-1-16,1 3 1 16,1 2-2-16,0 0 2 15,2 2-1-15,-2-1 0 16,0 3 0-16,0 0 0 0,-3 0 0 16,0 0-1-16,-5 6 1 15,3 0 0-15,-7 4-1 16,1 2 0-16,-5 1 1 15,-2 2 0-15,-3 4 0 16,-2 1 0-16,-4 3 0 0,0 3 1 16,-8 1-1-16,-7-1 0 15,-4 0 0-15,-2 0 1 16,-6-3 1-16,-4 1 0 16,-3-2 0-16,-2-2-1 15,-2-3 0-15,0-4 2 0,-2-2-2 16,1-2 1-16,2-3-1 15,-1-3 1-15,-2-4-1 16,1-4 1-16,1-5 2 16,1-8-1-16,3-2-1 15,3-7 0-15,6-3-1 0,2-5 3 16,6-3-1-16,3 0 0 16,3 0 0-16,3-3 2 15,0-7-2-15,6 2 1 16,2-2 1-16,0-2-3 15,2 0-1-15,8 0 0 0,3-2 3 16,1 2-2-16,5 0-2 16,4 2 0-16,2 1 1 15,4 2 1-15,2 3-4 16,3 1 4-16,-1 3-4 16,0 0 2-16,-1 0 0 15,1 7 0-15,-2 5 0 0,1 0-1 16,1 1 1-16,-2 5 0 15,1 1-3-15,1 5 1 16,-4 3 2-16,-2 3-2 16,-2 3-1-16,-5 5-2 15,-4 3 4-15,-5 3-1 0,-2 2 1 16,-2 2 2-16,-3 1-2 16,-2 3 0-16,-2 3 1 15,0 4 0-15,-8 2 0 16,1 1 1-16,-5 2 1 0,-1 4-1 15,-1-4-1-15,1 4 1 16,0-1 0-16,-3 0-1 16,1 2 0-16,-1 2 2 15,1 3-2-15,-1-1 2 16,1 3-2-16,1 1 1 0,3 1 0 16,1 0-1-16,1 0 0 15,5-1 0-15,0 1 0 16,4-1 0-16,0-3 0 15,0-5 0-15,10-2 0 16,4-6 0-16,4-4 0 16,4-4 0-16,7-6 1 0,3-4 0 15,5-6 2-15,7-4 0 16,6-10 0-16,11-5 0 16,4-8-1-16,13-9 0 15,4-5-1-15,1-23-95 16</inkml:trace>
  <inkml:trace contextRef="#ctx0" brushRef="#br0" timeOffset="38432.49">8619 3666 33 0,'0'1'18'0,"0"-1"3"0,0 0-6 0,-1 0-6 0,0 1-3 16,0-1-1-16,-1 3-3 15,2 0-2-15,0 2-1 16,-2 0 1-16,2 0 0 0,0 4-1 16,0-5 0-16,0 3-1 15,0-2 1-15,4 0 1 16,1-1 0-16,1-1 0 15,0 0 0-15,4-3 0 16,-1 0 0-16,0 0 1 0,3 0 2 16,1-8-3-16,5-4 2 15,-3-2-1-15,5-2 0 16,1-2 3-16,1-6-2 16,4-3 0-16,1-6-1 15,1-1 5-15,1-4 2 16,4-5-2-16,-2 1 0 0,0-1-2 15,1 2-5-15,1 1 5 16,-1 3-5-16,5 3 2 16,-5 1-2-16,-1 3-32 15</inkml:trace>
  <inkml:trace contextRef="#ctx0" brushRef="#br0" timeOffset="41139.8">9700 6997 25 0,'0'0'2'0,"0"0"0"0,0 0 2 0,0 0 0 16,0 0 7-16,0 0 0 15,0 0-4-15,0 0 3 0,0 0-4 16,0 0-5-16,0 0 0 15,0 0 0-15,0 0-1 16,27-30 0-16,-25 30 0 16,1 0 1-16,1 0-1 15,-2 3 1-15,0 3 2 0,2 2-1 16,2 1 0-16,-2-1-1 16,0 1 0-16,3-2 0 15,-1 0 1-15,2-1-1 16,-2-2 1-16,3-4 2 15,-3 1 0-15,4-1 0 16,1 0 1-16,0-1-1 0,1-9-1 16,2-1-1-16,5-5 0 15,-2-4 3-15,4-5-2 16,3-6 3-16,4-4 0 16,1-4 4-16,4-6-3 15,1-3-2-15,4 0-2 0,1-6-4 16,-2-5-5-16,-3-4-85 15</inkml:trace>
  <inkml:trace contextRef="#ctx0" brushRef="#br0" timeOffset="53328.9">14275 15734 121 0,'0'0'14'0,"0"0"16"0,0-1-17 0,0 1-8 16,0 0-4-16,0-2 1 15,0 1 2-15,0 1 4 0,0-1-2 16,0 1-2-16,0 0-4 15,0 0 0-15,0 0 0 16,0 0 0-16,0 0 1 16,0 0-1-16,0 0 1 0,0 0 0 15,0 0 5-15,0 0 4 16,-1 0-8-16,-1 0 0 16,-2 0-2-16,0 0 0 15,-1 0 0-15,1 0 0 16,0 0 0-16,-2 0 1 15,3 0 1-15,-4 0-2 0,4 1 1 16,-1 1 0-16,2-1 0 16,0-1 0-16,-2 3-1 15,1-2 0-15,1 1 0 16,-2 1 0-16,1-1 1 16,-1 1-2-16,-1 0 2 0,-1 1 0 15,-1 1 1-15,-2-1 1 16,0 2 1-16,0 1-4 15,0-3 1-15,0 3-1 16,0-1 0-16,0-2 1 16,0 0-1-16,1 1 3 0,1 0-1 15,-1 0-1-15,2 1 0 16,-1-1-1-16,3-1 0 16,-1 2 0-16,3-2 0 15,-1 0 1-15,2 0-1 16,1-1 0-16,-2 2 2 0,2 0-2 15,0 0 1-15,0 0-1 16,-2 2 0-16,2-2 0 16,-2 2 0-16,2-3 0 15,0 3 0-15,0 0 2 16,-3-1-2-16,3 2 0 16,0 0 0-16,-1-1 0 0,1 0 0 15,-1 0 0-15,1 0 0 16,0-3 0-16,0 2 0 15,0-2 0-15,0 0 0 16,0 1 0-16,0 0 0 0,0-2 1 16,1 2-1-16,3 0 0 15,-2 0 0-15,0 0 0 16,1-1 1-16,-1 2-1 16,0-2 0-16,2 2 0 15,-2 0 0-15,0-3 0 16,1 2 1-16,0-1-1 0,0-1 0 15,2 0 0-15,-4 0 0 16,3 1 1-16,0-2 0 16,-2 2-1-16,1-3 1 15,-1 4-1-15,2-2 0 16,2 1 0-16,-3-3 0 0,1 2 0 16,3 2 1-16,-4-3 0 15,3 2-1-15,0-1-1 16,0 0 2-16,0 0-1 15,-1-2 2-15,1 2-2 0,-1 0 1 16,1-2-1-16,1 1 0 16,-4-1 0-16,3 1 1 15,-2-1 0-15,0 0 0 16,1 0-1-16,0 1 1 16,0-2-2-16,1 0 1 15,-2 0 2-15,-1 0-1 0,3 2 0 16,-1-1-1-16,0-1 0 15,1 0 1-15,-1 2-1 16,1-1-1-16,-1 0 2 16,4-1-1-16,-5 0 0 15,2 1 0-15,1-1 0 0,0 0 0 16,2 0 0-16,-2 0 0 16,-1 0 0-16,4-2 0 15,-4-1 1-15,3 0 0 16,-2 0-1-16,2-1 1 15,0 2 1-15,-4 0-1 16,3-2 0-16,0 1 0 0,0 0-1 16,-1 0 2-16,1-1 0 15,0 1 1-15,0-1 2 16,1-2-2-16,-2 2-1 16,2-1 0-16,-1 1-2 0,-1-1 0 15,-1-1 0-15,2 3 1 16,-3-1-1-16,3-2 0 15,-3 1 2-15,3-1-2 16,-2-1 2-16,2 0-1 16,-3-1-1-16,3 1 0 15,-3-2 1-15,2 0-1 0,-1-1 0 16,1 0 1-16,-1-1-1 16,-1 0 1-16,2 0-1 15,-3 1 0-15,0-1 0 16,-1 1 0-16,-1 2 1 15,0-2 0-15,-2-1 1 0,0 1 5 16,0-1-1-16,0 2-1 16,-4-3 2-16,-1 3-1 15,-1-2-1-15,-3 1 1 16,2-2 0-16,-3-1 0 16,-2 0 0-16,1 0 1 15,-1 0-3-15,-3 1-2 0,0 0-1 16,-3 1-1-16,2 2 2 15,-6-1-2-15,-2 4-1 16,0 3-1-16,1 3-2 16,-4 0-6-16,0 5-15 15,-2 12-11-15,-1 2-21 0,-1-1-69 16</inkml:trace>
  <inkml:trace contextRef="#ctx0" brushRef="#br0" timeOffset="56147.44">14371 16159 119 0,'0'0'-2'0,"0"0"-29"0,0 0 2 0,0 0 30 0,0 0 1 16,3 42 16-16,-3-21 25 15,0 4-31-15,0 5-5 16,0 4-3-16,0 4-2 16,0 1-2-16,0 3 1 15,0-2-1-15,0-1 0 16,0-2 0-16,-6-3 0 0,-2-3-13 15,-1-5-39-15</inkml:trace>
  <inkml:trace contextRef="#ctx0" brushRef="#br0" timeOffset="56354.95">14206 16811 203 0,'0'0'29'0,"0"0"-34"16,0 0 6-16,0 0-2 0,0 0 3 16,47 2 0-16,-31-2-1 15,1 0-1-15,0 0-5 16,0 0-20-16,-1-3-14 16,-1-3-4-16,-1-4-26 15</inkml:trace>
  <inkml:trace contextRef="#ctx0" brushRef="#br0" timeOffset="56490.32">14405 16727 188 0,'0'0'28'0,"0"0"-9"15,0 0-15-15,0 0-4 0,0 0 0 16,-12 47 0-16,10-20-2 16,2 3-10-16,0 4-28 15,0 0-25-15</inkml:trace>
  <inkml:trace contextRef="#ctx0" brushRef="#br0" timeOffset="57735.09">14970 15879 103 0,'0'0'43'0,"0"0"7"0,0 0-15 0,0-41-14 15,0 25 1-15,0-2-4 16,0 1-7-16,-2 3-5 16,-2 2-3-16,1 3 0 15,1 4-2-15,0 2-2 0,0 3-1 16,0 0-6-16,-1 10 0 15,-1 2 3-15,2 6 4 16,-1 2 0-16,1 0 1 16,2 0 0-16,0-3 1 15,0-3-2-15,4 1 1 0,6-3 0 16,-2 0 0-16,2-1 0 16,4 0 0-16,-1-1-1 15,1 0 1-15,0 1 1 16,-3 1-1-16,1-1-1 15,-7 1 1-15,-1-1-6 0,-4 0 3 16,0 1 0-16,0-4-4 16,-7-1 6-16,-5-1 2 15,1 0 3-15,-1-2-3 16,2-3 1-16,-1-1-2 16,0 0-2-16,2 0-48 0,4-4-54 15</inkml:trace>
  <inkml:trace contextRef="#ctx0" brushRef="#br0" timeOffset="57927.77">15123 15872 209 0,'0'0'1'0,"0"0"0"0,0 0-1 0,43 16-1 15,-33-2-1-15,-6 2 2 16,3 0 1-16,-5 1-1 15,0-1 1-15,1 0 0 0,1-4-1 16,1-2-3-16,-3-5-61 16,-2-5-42-16</inkml:trace>
  <inkml:trace contextRef="#ctx0" brushRef="#br0" timeOffset="58075.89">15196 15822 239 0,'0'0'5'15,"0"0"4"-15,-11-46-6 16,9 40-4-16,2 2-23 0,0 4-29 16,0 0-24-16,6 6 37 15,1 5 23-15,3 0-27 16</inkml:trace>
  <inkml:trace contextRef="#ctx0" brushRef="#br0" timeOffset="58467.75">15370 15851 168 0,'0'0'22'0,"0"0"22"16,15-40-21-16,-15 27-19 15,0 2-1-15,-1 1-3 16,-11 6 4-16,-1 4-3 0,0 0-1 16,0 0 5-16,1 10-1 15,3 4-3-15,1 2 1 16,3 2-2-16,5 1 1 15,0-1 1-15,0 0-2 16,7-3 0-16,4-2 0 0,1-2 0 16,1-2-1-16,2-4 1 15,0 1-1-15,0-1 1 16,0-1 1-16,1 1-1 16,-1 4 1-16,-1 3-1 15,-2 4 1-15,-1 2 0 0,0 5-2 16,-6 1 0-16,0-1-1 15,-5 0 0-15,0-3 0 16,0-5 1-16,-6-2 1 16,-1-3 0-16,-2-3 0 15,2-3 1-15,-1-1-1 0,3-3-30 16,3-4-30-16,2-12-21 16</inkml:trace>
  <inkml:trace contextRef="#ctx0" brushRef="#br0" timeOffset="59045.91">15553 15841 227 0,'0'0'8'0,"0"0"21"15,0 0-18-15,0 0-9 16,0 0-1-16,0 0-2 16,0 0-2-16,0 0 5 0,0 0-1 15,39 22 0-15,-35-6 0 16,1 0 0-16,-1-2 0 15,3-1-1-15,-3-3 1 16,1-4-3-16,2-2-2 16,-2-3-1-16,0-1 1 15,2 0 3-15,-4-9 4 0,3-2-2 16,-1-3 1-16,-2 0 2 16,-1-2 3-16,2 2 0 15,-2 1 6-15,-2 2 1 16,3 3-6-16,0 2-3 15,2 2-5-15,0 3 0 0,2 1 0 16,0 0 0-16,3 2-4 16,-4 5 2-16,4 3 2 15,-4 0 0-15,1 0-1 16,-1-1 0-16,2-1-2 16,-5 0 1-16,5-4-2 0,-4-2-2 15,2-2 1-15,2 0-2 16,-5 0 5-16,5-4 2 15,-5-6 0-15,2-1 1 16,0-2-1-16,-3-1 1 16,-1 1 1-16,2 1 7 0,-3 3 1 15,0 3-1-15,0 3-3 16,1 2-5-16,0 1-1 16,1 0-2-16,2 4-4 15,0 3 6-15,1 6 0 16,3-2 1-16,-2 3-4 15,4 1-7-15,1-3-10 0,1-2-15 16,-1-4-39-16,0-4-35 16</inkml:trace>
  <inkml:trace contextRef="#ctx0" brushRef="#br0" timeOffset="59379.8">16048 15789 280 0,'0'0'9'0,"0"0"9"0,0 0-18 16,0 0-3-16,0 0-9 0,0 0 9 16,0 0 4-16,-2 41 0 15,2-27 0-15,0-4-1 16,2-1 1-16,4-3-2 16,-1-2-7-16,4-2 1 15,-2-2 0-15,1 0-2 16,0-3 6-16,0-7 3 0,-2-1 1 15,-1-3 4-15,-3-3 7 16,-2 1 3-16,0 2-4 16,0-2-3-16,0 4 1 15,-6 2-6-15,-1 3 1 16,-1 4-4-16,-2 1-4 0,2 2-8 16,1 2-10-16,-1 6-2 15,4 1-13-15,-1-2-44 16,4-3-46-16</inkml:trace>
  <inkml:trace contextRef="#ctx0" brushRef="#br0" timeOffset="59672.15">16265 15688 266 0,'0'0'15'0,"0"0"6"0,0 0-19 0,0 0-5 0,0 0-1 0,0 0 0 16,-3 48 5-16,-2-28 2 15,3-2-3-15,2 2 0 16,0-7 1-16,0 2-2 15,5-7-13-15,1-1-7 16,4-6-20-16,-3-1-25 0,1-7-18 16</inkml:trace>
  <inkml:trace contextRef="#ctx0" brushRef="#br0" timeOffset="59825.96">16250 15572 235 0,'0'0'42'15,"0"0"-36"-15,0 0 6 16,0 0-9-16,0 0-2 16,0 0-12-16,0 0-32 0,0 0-36 15,-36-15 21 1</inkml:trace>
  <inkml:trace contextRef="#ctx0" brushRef="#br0" timeOffset="60314.89">16477 15699 261 0,'0'0'3'0,"0"0"-3"16,0 0 1-16,0 0 1 16,0 0 0-16,0 0 3 0,0 0-1 15,0 0-3-15,-17-20 2 16,9 20-3-16,1 5 2 15,3 6-2-15,-1 2 0 16,3 2-2-16,1 0-1 16,1 1-1-16,0-4-1 15,2 2 3-15,4-4 0 0,-1-3 2 16,3-3-1-16,-2-1 0 16,2-3-1-16,-1 0 1 15,1 0 4-15,-2-10-3 16,2-4 1-16,-5-4 1 15,3-4-2-15,-4-5 2 0,0-2 0 16,-2 0 1-16,0-4-1 16,0-1 4-16,0 0-2 15,-2 0 7-15,-3 0-2 16,1 0 1-16,2 4-1 16,-2 2-4-16,0 6-2 0,-1 4-2 15,4 7 1-15,-1 6-3 16,0 5-1-16,-2 7-7 15,0 20-21-15,-1 5 16 16,-1 13 5-16,2 6-14 16,0 8-12-16,4 2-18 0,0 0-32 15</inkml:trace>
  <inkml:trace contextRef="#ctx0" brushRef="#br0" timeOffset="61194.91">15078 17132 264 0,'0'0'7'0,"2"0"10"0,0 3-16 0,5 11-4 0,0 10 3 16,4 7 2-16,0 8 0 15,2 5-2-15,-3 1 1 16,1-2 0-16,-1-2 0 15,0-3-1-15,-3-6 1 16,1-2-1-16,-4-6-1 16,-1-3-22-16,0-9-20 0,-3-7-30 15,0-5 10-15</inkml:trace>
  <inkml:trace contextRef="#ctx0" brushRef="#br0" timeOffset="61586.94">15120 17325 46 0,'0'0'140'0,"-15"-55"-108"15,13 32 5-15,2 5-16 16,0-1-12-16,7 2-3 16,8 0-6-16,5 0 1 15,1 4-1-15,4 3 1 16,-2 6 0-16,0 4-2 0,-3 3-2 16,-5 13-8-16,-6 8-7 15,-2 3 5-15,-7 7 2 16,0-1 6-16,-5-1 1 15,-6-2 2-15,-1-3 7 16,1-8-5-16,5-5 5 0,0-6-3 16,5-2 0-16,1-3-1 15,3-3-2-15,7 0 2 16,3 0 0-16,2 0 1 16,5 0 2-16,-3 0-3 15,0 1-1-15,3 6 0 0,-5 0 0 16,1 3 1-16,-5 2-1 15,-3 1 0-15,-3-2 0 16,-5 0-3-16,0 0 4 16,-3 1 2-16,-5-1 0 15,-3 1-2-15,-5-1-1 0,1-3-20 16,1-5-80-16</inkml:trace>
  <inkml:trace contextRef="#ctx0" brushRef="#br0" timeOffset="61771.56">15408 17331 265 0,'0'0'1'0,"0"0"1"0,0 0-3 0,0 0 1 16,37 35-2-16,-28-20 1 15,-1 2 1-15,-1 0 0 0,0-2-2 16,-2-2-21-16,-1-4-21 15,0-6-43-15</inkml:trace>
  <inkml:trace contextRef="#ctx0" brushRef="#br0" timeOffset="61921.19">15452 17095 289 0,'0'0'-6'0,"0"0"11"15,0 0-5-15,-5-40-9 0,15 36-42 16,2 4-30-16,2 0-4 16</inkml:trace>
  <inkml:trace contextRef="#ctx0" brushRef="#br0" timeOffset="63030.84">15589 17291 84 0,'0'0'35'0,"0"0"18"15,0 0-9-15,0 0-17 16,0 0-8-16,0 0-15 16,0 0-2-16,0 9 0 0,1-9-1 15,0-3 5-15,0-1-2 16,1-2-3-16,3 0 1 16,-3-1-1-16,3 0 0 15,3-2 1-15,1-2-2 16,1 1 1-16,2 3-1 0,-1 0 1 15,-3 3-1-15,1 2 0 16,-1 2 0-16,1 2-1 16,0 8 2-16,0 1 1 15,0 3-2-15,2-1 3 16,0 3-1-16,-4-2-2 16,2-3 0-16,-4-2 0 0,-1-2 0 15,0-4 0-15,-3-1 0 16,-1-2 0-16,0 0 2 15,0-6 3-15,0-7 1 16,1-4-3-16,0-2 1 0,2-3-2 16,2 3-2-16,-1 1 1 15,2 5-1-15,0 3 1 16,-1 5-2-16,1 1 1 16,1 4 0-16,2 0-1 15,-2 3-1-15,3 4 2 0,2 2 2 16,-1 1-2-16,-3-2 0 15,4 2 1-15,-2-3-4 16,0-3-6-16,2-2-8 16,0-2-6-16,2 0-18 15,2-6-31-15,0-5 16 16,-1-3-3-16,-1-2 35 0,-3 0 25 16,-3 1 36-16,0 2 13 15,-6 2 12-15,-2 1 1 16,0 3-12-16,0 2-12 15,0 2-17-15,-2 1-4 16,-5 0-9-16,3 2-8 0,1 0-2 16,-1 0-1-16,1 10-1 15,1 1 6-15,1 1-3 16,1 2 1-16,0 2-2 16,0-3-1-16,4-1-6 15,4-2-3-15,-3-3-7 0,4-2-2 16,0-5-8-16,0 0 7 15,-1-5 0-15,2-7 8 16,-5-3 15-16,-1 0-1 16,0-1 3-16,-2 3 7 15,-2 3 9-15,0 2 1 0,0 2 0 16,0 3-8-16,0 2-5 16,0 1-3-16,0 0-9 15,0 0 0-15,4 2 1 16,0 5 2-16,2 2 3 15,-1 0 0-15,-1-2-2 0,2 3-6 16,-1-4-1-16,2-1-7 16,-3-2 0-16,-2-1 7 15,2-2 3-15,-1 0 2 16,1-5 2-16,-1-6 6 16,3-3 2-16,-1-2-1 0,0-1-4 15,3 0 0-15,-2 4-1 16,1 0 2-16,1 5-1 15,1 2-2-15,1 3 1 16,2 3-1-16,-2 0-1 16,2 3 0-16,0 6 2 15,-2 2-3-15,-1-1 2 0,0 0 0 16,-2-3 1-16,-2-1 0 16,-1-5-1-16,2-1 0 15,-1 0-1-15,2-11 2 16,2-10 10-16,3-10-8 0,4-12-5 15,3-11-42-15,1-11-149 16</inkml:trace>
  <inkml:trace contextRef="#ctx0" brushRef="#br0" timeOffset="63848.85">20089 15000 89 0,'7'-3'7'0,"-1"-1"4"0,-4 2-1 0,-1 0 17 0,-1-1 30 16,0 0-21-16,0 0-14 15,-5 2-5-15,-6 1-11 16,0 0-6-16,-2 7 0 15,-4 7 0-15,0 8 0 0,-1 4-1 16,7 3 1-16,1-1 0 16,8-1-1-16,2-4-2 15,2-3-4-15,12-6-2 16,4-3 2-16,4-5-3 16,3-6 0-16,1 0 4 0,4-7 4 15,-3-10 0-15,-4-3 5 16,1-5 4-16,-6-4 8 15,-5-2 0-15,-5-2-9 16,-5-1 2-16,-3 3-6 16,0 0-1-16,-9 10-3 15,-6 7-1-15,-4 10-8 0,-6 4-1 16,-3 17-25-16,-1 9-34 16,-1 8-51-16</inkml:trace>
  <inkml:trace contextRef="#ctx0" brushRef="#br0" timeOffset="64226.89">20130 15683 200 0,'0'0'2'0,"0"0"-2"15,0 0 8-15,42 1 8 16,-38-4 0-16,0 1 0 15,-4 1 4-15,0 1-5 16,0 1-13-16,0 9-2 16,-5 7 2-16,1 3-2 0,2 4 0 15,0-1 1-15,2-2 0 16,0-1-1-16,0-6 0 16,7-3-1-16,4-5-3 15,0-6 0-15,2 0-1 16,1-7 9-16,1-9-2 0,-1-8 2 15,-1-4 7-15,-3-2-1 16,-1-2-2-16,-6-1-2 16,-3 3-4-16,0 5-2 15,-2 6-1-15,-11 9-15 16,-2 10-13-16,-4 3-15 16,-6 18-51-16,-1 9-21 0</inkml:trace>
  <inkml:trace contextRef="#ctx0" brushRef="#br0" timeOffset="64624.65">20190 16352 136 0,'0'0'40'0,"0"0"-38"0,0 0 8 15,6-48 20-15,-6 37 14 16,-9 2-13-16,0 5-12 16,0 4-11-16,-2 0-8 15,-2 10 2-15,2 7-1 0,0 7-2 16,1 5-3-16,1-1-7 16,7-1 7-16,2-2-7 15,0-6 3-15,9-5-7 16,4-5 8-16,1-5 0 15,4-4 1-15,-3 0 4 16,0-9 0-16,0-5 5 0,-4-4 0 16,0-2 3-16,-5-1 4 15,-3-2 2-15,-1 2-6 16,-2-1-2-16,0 8-2 16,0 1-1-16,-4 6-2 15,-3 7-21-15,-4 0-52 0,0 13-102 16</inkml:trace>
  <inkml:trace contextRef="#ctx0" brushRef="#br0" timeOffset="65058.92">20223 16919 236 0,'0'0'8'0,"0"0"14"0,0 0-9 16,0 0-8-16,0 0-7 16,0 0 0-16,-37 6 2 0,31 14 0 15,-2 4 1-15,5 3-1 16,1 0 0-16,2 1-3 15,0-5-16-15,0-3 10 16,6-3 2-16,6-4-5 16,-1-4 6-16,2-5 4 0,3-4-6 15,-2 0-4-15,2-4 27 16,-1-7 3-16,-1-3 3 16,-4-3-4-16,-5-2-5 15,-3 1 6-15,-2 0-3 16,0 0-4-16,-2 1-7 15,-8 3-1-15,0 4-4 0,-4 5-2 16,-1 5-5-16,-3 1-16 16,0 13-12-16,2 3-66 15</inkml:trace>
  <inkml:trace contextRef="#ctx0" brushRef="#br0" timeOffset="65521.61">20270 17551 234 0,'0'0'18'0,"0"0"6"0,0 0-1 0,0 0-7 16,-44 30-13-16,37-21-2 16,-1-1 0-16,2 2 1 15,0 1-1-15,5 1-1 16,-1 2 1-16,0 2-1 0,2-1 0 16,0 2-1-16,2-1-3 15,2-1-3-15,5-2-3 16,2-6-2-16,1 0-1 15,2-7 3-15,-1 0-5 16,2-1 14-16,-1-8 1 0,-3-5 4 16,-2 0 6-16,-2-2-3 15,-3-2 5-15,-4-3 1 16,0-1-3-16,0 1-4 16,0 1-2-16,-8 4-2 15,0 2-1-15,-1 4-2 0,1 3-8 16,-4 4-11-16,3 2-23 15,-3 1-63-15</inkml:trace>
  <inkml:trace contextRef="#ctx0" brushRef="#br0" timeOffset="65905.86">20244 18023 301 0,'0'0'3'0,"0"0"1"0,-4 42-1 0,4-28-2 0,2-5 0 16,3 2-1-16,1-2 0 15,-1-3 2-15,2-3-4 16,-3-1 0-16,4-2 0 16,-1 0 2-16,-1 0 3 15,0-7 6-15,-2-4 0 0,1-5-4 16,-5 0-2-16,0 1 0 16,0 1 1-16,0 1 5 15,-8 3 12-15,-3 6-9 16,-4 4-14-16,-1 0-4 15,-5 11-36-15,-2 5-24 0,-2-4-124 16</inkml:trace>
  <inkml:trace contextRef="#ctx0" brushRef="#br0" timeOffset="67152.85">20901 16165 90 0,'1'-9'27'0,"1"1"11"0,1-3 0 15,1 1-8-15,-1-2-15 16,1 2-9-16,-1-1 0 15,1 1 2-15,-2 1 3 16,-2-1 2-16,0 2-2 16,0 3-5-16,-6 3-1 0,-2 2-4 15,-5 0 1-15,-3 10-7 16,1 8 6-16,-3 6-3 16,5 3 4-16,3 2-1 15,3-1 0-15,7-1-1 16,0-4 1-16,7-4-1 0,7-1-1 15,1-4 1-15,3-3-2 16,0-2 0-16,0 2 3 16,-1-4-1-16,-4-1 1 15,-1 0 0-15,-4-2-2 16,-2 4 1-16,-4-2-1 0,-2 4-2 16,0-1-1-16,-8 1 2 15,-5 1-1-15,-1 0 2 16,-1 1 1-16,1-4-11 15,3-2-29-15,1-5-61 16</inkml:trace>
  <inkml:trace contextRef="#ctx0" brushRef="#br0" timeOffset="67842.53">21036 16240 228 0,'0'0'3'0,"0"0"-3"15,0 0 0-15,0 0-3 16,-7 44 6-16,6-31-3 16,1 0 0-16,0-1 1 15,1-3 1-15,6-2-2 0,2-1 1 16,2-3-1-16,0-3-1 16,1 0-4-16,-3-4 4 15,-1-8 4-15,-3-1-3 16,-3-1 3-16,-2-3-2 15,-3 0 1-15,-7-1-2 0,-4 2 0 16,-2 2-2-16,-1 1-4 16,3 3 3-16,2 1 0 15,4 2 2-15,1 2 2 16,6-1 0-16,1-4-3 16,3-1-4-16,10 0 5 15,1-4 0-15,5-2 1 0,-1 3 1 16,1 0-1-16,-1 2 0 15,-1 5 0-15,-2 3 0 16,-1 4 0-16,-3 4-2 16,0 15-2-16,-4 9 5 15,1 9 0-15,-1 8 0 0,0 5 2 16,-2 1 0-16,3 2 0 16,-3-3 0-16,1-4 1 15,0-3-1-15,-1-6-2 16,2-5 2-16,-3-4-2 15,3-6 0-15,-2-5 0 0,2-4-1 16,0-4 2-16,3-6-1 16,-3-3-1-16,3 0 2 15,-2-10 4-15,-5-5-2 16,-1-6-5-16,-2-3-14 0,-1-3-16 16,-11 0-22-16,-4 3 37 15,0 1 19-15,-2 2 28 16,2 9 10-16,1 0-15 15,5 2-11-15,3 1-4 16,3 1-3-16,4 0-6 16,3-1-1-16,8-3 0 0,5-3-1 15,5-1-12-15,3-3-13 16,3-5-21-16,-1-2-26 16</inkml:trace>
  <inkml:trace contextRef="#ctx0" brushRef="#br0" timeOffset="68033.75">21439 16019 124 0,'0'0'23'0,"0"0"22"0,0 0-21 0,0 0-12 15,0 0-11-15,0 0-1 16,0 0 0-16,-11 59 2 0,11-27-2 16,0 2 3-16,2-2-1 15,4 0 0-15,1-2-1 16,2-2 0-16,0-4 0 15,-2-7-3-15,-1-2-39 16,-2-7-58-16</inkml:trace>
  <inkml:trace contextRef="#ctx0" brushRef="#br0" timeOffset="68210.72">21359 16210 268 0,'0'0'13'16,"0"0"-16"-16,0 0 5 16,35-37-10-16,-16 22-26 15,5 1-22-15,2-1-2 0,-1 1 1 16,-7 4-9-16</inkml:trace>
  <inkml:trace contextRef="#ctx0" brushRef="#br0" timeOffset="68725.06">21561 16087 2 0,'0'0'48'16,"0"0"-12"-16,0 0-11 0,0 0 3 15,0 0-2-15,0 0-14 16,38 51-2-16,-33-35 1 16,-1-1-7-16,1 0-1 15,-2-1-2-15,0-3 1 16,-1-3-1-16,0-2 0 16,1-3-1-16,-3 0 1 15,0-3 0-15,2 0 3 0,-2-4 16 16,1-8-14-16,0 1-3 15,2-1-1-15,0-3 1 16,-2 2-1-16,2 2 1 16,0 2 1-16,2 1 1 15,2 5-2-15,-2 1-1 0,5 1-2 16,-2 1 0-16,3 0 0 16,1 3 1-16,-2 6-2 15,-1 0 1-15,-1 1 0 16,-2 3 0-16,-4-3 0 15,-2 0-2-15,0-2-1 16,0-3-2-16,0-1 2 0,-4-4 2 16,1 0 3-16,-1-1 0 15,1-9 3-15,0-5-1 16,2-3 6-16,1-3-3 16,0-1-2-16,4 1-2 15,4 1-1-15,1 4 0 0,3 3-2 16,-2 5 0-16,1 5 0 15,0 2 0-15,2 1 1 16,-2 3-2-16,-1 8 1 16,-1 3 1-16,0 5 0 15,1-1-1-15,-2 2-1 0,2-3-20 16,-2-3-11-16,2-4-38 16,0-7-51-16</inkml:trace>
  <inkml:trace contextRef="#ctx0" brushRef="#br0" timeOffset="68937.37">21997 16044 267 0,'0'0'16'0,"0"0"3"0,0 0-13 16,0 0-9-16,-38-13-4 0,28 16 4 16,1 6 5-16,0 0 2 15,2 4-4-15,2 0 1 16,3 0-1-16,0-2-1 15,2 1-3-15,0-1-5 16,3-4-10-16,7 1-21 0,-1-6-15 16,2-2 1-16,0 0-15 15</inkml:trace>
  <inkml:trace contextRef="#ctx0" brushRef="#br0" timeOffset="69103.28">22022 16077 81 0,'0'0'54'0,"0"0"-2"0,0 0-35 15,0 0-8-15,0 0 3 16,0 0-2-16,36 10 0 16,-23-3 1-16,1 0-3 15,1-1-4-15,1 1-2 16,4-2-2-16,-2-2-3 0,0-3-47 16,0 0-67-16</inkml:trace>
  <inkml:trace contextRef="#ctx0" brushRef="#br0" timeOffset="69279.56">22261 15954 248 0,'0'0'37'15,"0"0"-24"-15,0 0-2 16,0 0-7-16,0 0-2 16,0 0-9-16,0 0 3 15,-50 46 5-15,33-3-1 16,-5 11 2-16,-5 8-1 0,-5 9-8 15,-5 1-44-15,-4 3-189 16</inkml:trace>
  <inkml:trace contextRef="#ctx0" brushRef="#br0" timeOffset="69784.75">21571 16790 225 0,'0'0'3'0,"0"0"-2"0,44-17 1 16,-21 7 11-16,6-3-3 16,5-1 0-16,4-2-6 0,4-2-2 15,3 4-1-15,3 0-1 16,-2 2 0-16,-2 2-2 15,-3 1-23-15,-6 4-33 16,-10 3-31-16</inkml:trace>
  <inkml:trace contextRef="#ctx0" brushRef="#br0" timeOffset="69980.75">21797 16922 234 0,'0'0'-7'0,"45"-10"3"16,-6-7 9-16,10-6 6 15,7-4-3-15,11-1 2 16,10-4 3-16,4-1-7 16,4-2-5-16,1-4-77 0</inkml:trace>
  <inkml:trace contextRef="#ctx0" brushRef="#br0" timeOffset="74368.86">7353 14471 155 0,'0'0'-15'0,"0"0"20"0,-45 1 2 0,32 0 0 0,1 2-6 15,-1 1 1-15,0 2-1 16,-1-3 1-16,-1 1 1 16,2-1 6-16,2-1 2 0,-2-2-1 15,3 0-3-15,0 0-1 16,5 0 1-16,0 0 6 15,2 0-6-15,2 0-5 16,1 2-2-16,0 0-3 16,0 1 0-16,1 0 1 0,5 2 2 15,1-2-1-15,3 2 1 16,4-1-2-16,-1 0 2 16,3-2-3-16,0-1 1 15,6-1 7-15,-1 0-3 16,4 0-2-16,2 0 0 0,1 0 1 15,1 0 1-15,2 0-5 16,0 0 4-16,0-3-2 16,-1 0 1-16,3-3 3 15,0 2-2-15,-1 0 1 16,3-1-2-16,-1 0 1 16,2 0 0-16,0 3-1 0,-1-2 0 15,1 2 0-15,-2-1 1 16,1 0-1-16,0-1 0 15,0 1 0-15,-2 2 0 16,1-2 1-16,0 0-1 16,1 0 0-16,-1 0 0 0,1-1-1 15,-2 0 2-15,2 0-1 16,0 1 1-16,-4 0-2 16,3 2 2-16,-3-1-1 15,1 1 1-15,1-1-1 16,-4 2 1-16,2 0-2 0,1 0 2 15,-3 0-1-15,0-1 0 16,0 0 0-16,2 0 1 16,-3 1-1-16,3-2 2 15,0 2-2-15,2 0 0 16,-2 0 0-16,1 0 0 0,1 0 0 16,-3 0 1-16,-1 0-1 15,2 0 0-15,-2 0 0 16,2 0 0-16,-2 0 0 15,0 0 0-15,1 3 0 16,3-1 0-16,0 1 0 0,1 0 0 16,-1 3 0-16,1-2 1 15,1 0-1-15,1 0 0 16,-2-1 0-16,4 0 0 16,0-3 1-16,-2 2 0 15,3-2 3-15,2 1 2 0,-3 0-3 16,0 1-1-16,-2-2 0 15,4 1-1-15,-2-1 0 16,2 0-1-16,3 0 0 16,-1 0 1-16,3 0-1 15,4 0 1-15,-3 0-1 0,4-1 0 16,-2-2 2-16,0 0-2 16,-1 0 0-16,0 1 0 15,0 1 1-15,-3-3-2 16,4 3 1-16,-2-1 1 15,0-2-1-15,0 3 0 0,2-2 0 16,2 0 0-16,-1 0 0 16,2 2 0-16,-3-1 0 15,2 0 0-15,-2 1 0 16,1-1 0-16,1 0 1 16,-2 2-2-16,2 0 1 15,-3 0 0-15,2 0 0 0,-4 0 1 16,0 0-1-16,-1 0 0 15,1 0-1-15,-3 0 1 16,-1 0 0-16,2 4 1 16,-4-3-1-16,1 1-1 15,1 0 2-15,-3-1-2 0,2 0 2 16,-4 0-1-16,5-1 0 16,-2 0 0-16,-3 0 0 15,-1 0 0-15,2 0 0 16,-6 0 0-16,1 0 0 15,1 0 0-15,-1 0 1 0,3-1-1 16,0-1 0-16,3 0-1 16,0-1 2-16,-1-1-1 15,0 1 1-15,-1 1-1 16,-2 0 0-16,-1 2 0 16,0-1 0-16,0-1 0 0,1 2 0 15,1 0 0-15,1-1 0 16,1 0 0-16,0-1 0 15,0 2 1-15,1-3-1 16,-2 3 0-16,0 0 0 16,1 0 0-16,-3 0 0 0,3 0 0 15,2 0 0-15,1 0 0 16,0 3 0-16,3-2 1 16,1 1-1-16,0-2 0 15,0 1 1-15,2 2-2 16,-3-3 1-16,1 3 1 15,0 0-2-15,-2-2 2 16,-2 3-1-16,2-4 0 0,-3 2 1 16,2-1 0-16,-2 1-1 15,1-1 1-15,0 0 0 16,1 0-1-16,-3 0 1 16,2-1-1-16,-2 0 2 0,2 2-2 15,-4-1 0-15,-3-1 0 16,-1 3 0-16,1-2 0 15,-4 2 0-15,2-2 1 16,-2 1-2-16,0-1 1 0,0 2 1 16,-1-2-1-16,-2 1 0 15,-1-2 0-15,1 1 0 16,-3 1 0-16,-2-1 0 16,0-1 0-16,-1 0 0 15,-2 2 0-15,0-2 0 0,-1 0 0 16,-3 0 0-16,-1 0 0 15,1 0 1-15,-3 0-1 16,1 0 0-16,-2-2 0 16,0 1 1-16,1-2 1 15,0 0 0-15,-4 0 0 16,2 0-1-16,-2-1 2 0,1 3-2 16,-3-2 2-16,1 2 2 15,2-1 2-15,-2-1 1 16,-2 2 1-16,3-1-2 15,-2 0-3-15,4 1-2 16,-4-1-1-16,3 0-1 0,0 2 0 16,2 0 0-16,-5 0 0 15,3 0 0-15,-3 0 0 16,4 0 1-16,-6 0-1 16,3 0 0-16,0 0 0 15,0 0 0-15,1-1 1 16,-1 1-1-16,2 0 0 0,-1 0 0 15,1-2 0-15,-1 2 0 16,1 0 0-16,2 0 0 16,-3-1 0-16,2 0 0 15,-2 1 0-15,1-1 0 0,2 1 0 16,-4 0 0-16,3 0 0 16,-2 0-1-16,2 0 2 15,-3 0-1-15,1 0 0 16,-1 0 0-16,-1 0 0 15,1 0-1-15,0 0 1 16,-2 0 0-16,-2 2-1 0,1 1 0 16,1-2 0-16,-2 1 0 15,1 0-2-15,-1 1 0 16,0-1-3-16,3 2-4 16,-3 6-6-16,-2-2-9 15,0-2-72-15,-6-6-25 0</inkml:trace>
  <inkml:trace contextRef="#ctx0" brushRef="#br0" timeOffset="109462.85">1882 11380 64 0,'0'0'11'0,"0"0"14"0,0 0-14 0,0 0-10 15,10-38 1-15,-6 27 1 16,0 0 4-16,-2 3-2 16,-2 0 0-16,0 3-3 15,0 5 3-15,-2 0 0 16,-10 10-9-16,-1 6-8 0,-7 2 10 16,0 8 1-16,-2-1 0 15,-1 2 0-15,2 1 1 16,2 1 0-16,-1 2 0 15,3 2 0-15,0 1 0 16,4 4-1-16,-3-1 2 0,3-1-1 16,0 2 1-16,4-4-1 15,-2 0 0-15,5-5 1 16,2-1-1-16,2-2 1 16,2 1-1-16,0-5 1 15,2 1 0-15,8-4 1 0,3-1 0 16,3-2-1-16,2-2 2 15,4-1-1-15,1-2 3 16,2-1-2-16,1 0 0 16,3-3 0-16,0 3 2 15,0-3-3-15,-2 2-1 0,0-1 2 16,-2 2-3-16,-4 1 1 16,-1 2-1-16,-4 1 0 15,-3 5 1-15,-4 5 0 16,-6 3 3-16,-3 6-1 15,0 5 2-15,-1 5-1 16,-11 7 0-16,-1 0-1 0,-2 3-2 16,0-3 0-16,-1 1-1 15,1-4 0-15,1-7 0 16,3-2 2-16,5-7-1 16,4-4-2-16,-1-6 2 0,3-4 1 15,0-5-2-15,7-2 0 16,4-3 2-16,-1-3-1 15,4 0 2-15,2-1 3 16,-2 3-3-16,1 2-1 16,3 4-1-16,-5 6 0 15,1 7-1-15,-3 10 0 0,-3 10 2 16,-2 11-2-16,-6 8 2 16,0 9-2-16,0 7 2 15,-10 5-1-15,1 5 0 16,1-1 0-16,1 1 0 15,6-1 1-15,1-4 0 0,6-9 1 16,11-8-1-16,10-9 2 16,13-11-3-16,12-9-1 15,12-11 0-15,17-11-3 16,7-17-22-16,5-11-62 0</inkml:trace>
  <inkml:trace contextRef="#ctx0" brushRef="#br0" timeOffset="125089.96">7114 14459 78 0,'0'0'21'0,"0"0"-17"0,-27-38 1 15,18 22 7-15,1 0-4 0,-2-2-2 16,-2 0-2-16,1 1-3 15,-3 0-1-15,-1-2-2 16,-1 2 0-16,0 0 2 16,0-1 0-16,1-2 0 15,-1 0 1-15,3-2-1 16,1 0 0-16,3-2 0 0,-1-1 1 16,5 0-2-16,0-2 3 15,3-3-1-15,2-3-1 16,0-1 0-16,0 0 0 15,4-1 0-15,4 2 1 16,2 3-1-16,-1 5 1 0,-1 5-2 16,2 1 2-16,1 7-2 15,3 2 1-15,-1 1 0 16,6-1 0-16,5 3-1 16,2-2 1-16,3 1 0 15,7 0 0-15,0-1 0 0,5 1 0 16,1 0 0-16,7 1 0 15,-2-1 0-15,6-1 0 16,1 2 0-16,-2 0 0 16,3 0 0-16,1 1 0 15,-2 1 0-15,2 2 0 16,0 0 1-16,-1 2-1 0,1 1 0 16,-2 0 0-16,0 0 1 15,2 0-1-15,-1 0 3 16,3 0-1-16,3 0 0 15,3 0 0-15,3 0-2 0,4 0 2 16,2-1-1-16,3-3 0 16,2 1-1-16,-2 2 1 15,0 1-1-15,-5 0 0 16,1 0 0-16,-3 0 2 16,0 4-4-16,1 1 2 0,4-1 0 15,-1-1 2-15,4-1-2 16,1 0 0-16,2-1 1 15,0 2-1-15,-1-2 0 16,1 0 0-16,1 0 1 16,0-1-1-16,2 0 0 0,1 0 2 15,3 0-2-15,-2 1 0 16,2 3 1-16,-4 2 0 16,6 1 1-16,-2 2-1 15,0 1 1-15,5-2 1 16,0-1 0-16,2 1 1 15,4 0 0-15,-2-1-3 0,0 2 0 16,3-2 0-16,-3 0-1 16,0-3 1-16,0 0-1 15,0-3 2-15,-3-1 5 16,2 0 3-16,1 0 2 0,1-5-5 16,3-2-4-16,0 0 1 15,1 0-4-15,-1 1 1 16,-1 0 1-16,-3 1-1 15,-3 1 0-15,-1-1-1 16,-4 2 0-16,1-1 1 16,-4 1-1-16,2-1 1 0,0 0 0 15,-2 1 1-15,-2 0-1 16,2 0 1-16,0 2-2 16,-3 0 1-16,-1 1-1 15,-1-2 2-15,-2 2-2 0,-4 0 0 16,-2-3 1-16,1 3-1 15,-1-3 0-15,-1-1 0 16,-2 3 1-16,-1-2 1 16,-1 0 1-16,-3 3-1 15,-3 0-1-15,-7 0 0 16,-4 0-1-16,-4 0 0 0,-4 6 0 16,-7-1 0-16,1 1 1 15,-3-2-1-15,2 2 0 16,-4-2 0-16,3 3 0 15,-3 0 0-15,-2-1 0 16,-2 5 0-16,1-2 0 0,-1-1 0 16,-2 1 0-16,-3 1 0 15,2 0 0-15,-3 1 0 16,-2 2 0-16,-2 3 2 16,-1 2-4-16,-3 3 2 15,-1 3 0-15,-1 1-1 0,-1 3 2 16,-2 3 2-16,0 2-3 15,1 0 2-15,-4-1-1 16,0 2 1-16,1-1-1 16,-3 0-1-16,-2 1 1 15,0 0 0-15,0 3 0 0,-1 0 0 16,0-3-1-16,0 0 0 16,-3-3 0-16,-4-1-3 15,-3-3 2-15,-3-4-2 16,-6 0 3-16,0-4 1 15,-8 0 1-15,-4-2 4 0,-10 0 0 16,-6 0-2-16,-9 0-3 16,-10 0 3-16,-15 3-3 15,-15 2-1-15,-20 3-6 16,-14 0-43-16,-24 0-78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20:28.2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9761 13993 47 0,'-2'0'10'0,"2"0"-8"0,-2 0 1 0,1 0-2 0,-1 0-1 16,0 0 1-16,2 0 4 16,-2 0 5-16,-2 0 3 15,3 0-1-15,0 0-3 16,-1 0-3-16,2 0-2 15,0 0 0-15,0 0-3 0,0 0-2 16,0 0 1-16,0 0 1 16,0 0-1-16,2 0 2 15,4 3 1-15,0-3 0 16,1 2 2-16,1 0 1 16,2 0-3-16,3-1-1 15,1 1-1-15,1 0 0 0,4 0 0 16,0-1-2-16,2 2 4 15,3-3-2-15,1 2 1 16,1-2-1-16,3 0 1 16,0 0 0-16,2 0-1 15,-2 0-2-15,3 0 4 0,-1 0 0 16,0-2 0 0,-2-2 2-16,5 0 1 0,-3-3 0 15,1 2 1-15,4-2-5 16,-3 0 1-16,3 0 0 15,-5 0 0-15,-1 0-2 16,-1 1-1-16,-3 1 1 0,-1 0-1 16,-1 2 0-16,-3-2 0 15,1 3 0-15,-3-2 0 16,2 1 0-16,-3 2-1 16,2-1-3-16,-2 1-16 0,-2-2-28 15,-1-3-36-15</inkml:trace>
  <inkml:trace contextRef="#ctx0" brushRef="#br0" timeOffset="421.55">9852 14120 83 0,'0'0'4'0,"0"0"4"0,0 0 0 0,0 0 0 0,42 0-5 15,-27 0-1-15,5-2 1 16,2 2 2-16,5-3 5 16,6 1 0-16,2 0-3 15,6-1-5-15,6 1 0 16,5-1-2-16,8 0 0 0,3-1 0 15,6-1-1-15,7-2-23 16,1-4-71-16</inkml:trace>
  <inkml:trace contextRef="#ctx0" brushRef="#br0" timeOffset="1138.52">13023 13958 73 0,'0'0'16'0,"0"0"16"0,0 0-12 0,0 0-11 16,0 0-6-16,0 0-2 15,0 0 0-15,0 0-2 0,0 0 1 16,0 0 1-16,0 0 5 16,11 0 10-16,2 0-6 15,2 0-1-15,5 0-6 16,0-3 0-16,4-1-2 0,3-1 4 15,3 0-4-15,1 0 3 16,4-3 2-16,-1 2 0 16,3-1-3-16,2 3 0 15,-5 0 0-15,1 1-2 16,-5 3 0-16,-4 0 0 16,-3 0-1-16,-6 0 0 0,-3 4-12 15,-8 3-29-15,-4 0-18 16,-2-1-15-16</inkml:trace>
  <inkml:trace contextRef="#ctx0" brushRef="#br0" timeOffset="1409.82">13163 14053 39 0,'0'0'46'0,"0"0"-42"16,0 0-3-16,0 0 0 16,0 0 12-16,0 0 12 15,0 0-8-15,42 11 2 16,-15-11-7-16,7 0-6 0,6 0-2 16,5 0-3-16,5 0 0 15,2-1 0-15,4-1-1 16,-2 0 0-16,1 0-6 15,3 0-28-15,-2-1-22 16</inkml:trace>
  <inkml:trace contextRef="#ctx0" brushRef="#br0" timeOffset="2284.46">15695 13384 120 0,'0'0'14'0,"0"0"11"0,0 0-12 16,0 0-8-16,0 0-4 16,0 0 0-16,0 0 0 0,0 0 3 15,0 0-3-15,0 0 2 16,0 0-1-16,0 0-1 16,47-7 0-16,-25 7 0 15,5-2 1-15,4 1-1 16,4 0-5-16,7-1 7 15,4 0-3-15,2-1-2 0,2 1 1 16,2-1 5-16,-3-1-2 16,0 0 3-16,-2 1 0 15,0 0-3-15,-7 0 0 16,-4 0-1-16,-2 2-1 0,-12 1 1 16,-2 0-1-16,-7 0 0 15,-5 0 0-15,-5 0 0 16,-3 0-11-16,0 3-38 15,-9 4 11-15,-6-3-28 16</inkml:trace>
  <inkml:trace contextRef="#ctx0" brushRef="#br0" timeOffset="2506.53">15929 13457 107 0,'0'0'0'16,"38"1"10"-16,-6-1 9 15,6 0-3-15,8 0-5 16,6 0-6-16,6 0-2 0,3 0-2 16,3 0 0-16,-2 0-1 15,2 0-19-15,0 0-51 16</inkml:trace>
  <inkml:trace contextRef="#ctx0" brushRef="#br0" timeOffset="105801.81">14341 8988 56 0,'0'0'3'0,"0"0"4"0,0 0-3 15,0 0-4-15,0 0-1 0,0 0-18 16,0 0-4-16,0 0 12 15,0 0 8-15,0 0 4 16,0 0 1-16,0 0-1 16</inkml:trace>
  <inkml:trace contextRef="#ctx0" brushRef="#br0" timeOffset="106326.36">14341 8988 76 0,'-43'20'13'0,"42"-20"6"16,0 0-5-16,0 0 0 15,1 0-2-15,0 0-8 0,0 0-3 16,0 0-2-16,0 0-1 16,0 0-1-16,0 2 3 15,0-1-1-15,0 1 1 16,0-1 0-16,0-1-2 16,3 0 3-16,6 0 3 0,2-3-1 15,2-3 2-15,7-3-3 16,5-4 6-16,2-3-8 15,7-2 7-15,4-4-4 16,5-1 0-16,5-2 3 16,3-1-1-16,6-2 2 0,7-3-4 15,3-2 2-15,2-4 1 16,6 0-2-16,0 0-2 16,4-2-2-16,-2 0 0 15,3 4 3-15,2-2-2 16,2 0-1-16,-2-1 1 0,0-1-1 15,1-1 0-15,1-2 0 16,-1 2 0-16,-2 2 0 16,-1 1 1-16,-5 1-1 15,0 5 1-15,-8 1 0 16,-6-1 1-16,-8 5 1 0,-5 1-3 16,-8 3 1-16,-6 1 1 15,-5 3-1-15,-6 1 1 16,-3 2 0-16,-3 2-1 15,2 4 1-15,-6 0-1 16,-1 2 0-16,-3 5-1 0,-1 2-1 16,-6 0-25-16,-2 2-45 15,-8 8 15-15</inkml:trace>
  <inkml:trace contextRef="#ctx0" brushRef="#br0" timeOffset="106931.82">14645 8937 76 0,'0'0'-4'0,"0"0"6"0,0 0 0 0,-37 23-1 16,28-20 1-16,3 1 2 16,2-1 2-16,1-2 2 15,3 0-1-15,0 1-1 0,0-2-7 16,1 0 2-16,7 0 0 16,5 0 4-16,5-7 2 15,3-6-2-15,8-1 2 16,7-7 0-16,9-3 3 15,7-3 3-15,7-6-1 16,6-4 0-16,8-4 1 0,4-5 0 16,2-2-3-16,4 1-3 15,1 0-2-15,1 2-1 16,-6 2-1-16,-4 5 0 16,-6 3-3-16,-6 3 2 0,-6 4-2 15,-8 5 1-15,-8 2 0 16,-8 9-1-16,-5 5 1 15,-7 3-3-15,-3 4 1 16,-7 0-6-16,-5 0-36 16,-4-1-61-16</inkml:trace>
  <inkml:trace contextRef="#ctx0" brushRef="#br0" timeOffset="108070.71">18237 7939 48 0,'3'0'6'0,"-1"0"-4"0,2 1-2 0,0 2-2 16,0-1 0-16,0 0 3 16,1 0 0-16,3 0 2 15,1-2 3-15,0 0 9 16,3 0 2-16,3 0-3 0,3-2-3 15,3-4-1-15,3-1 1 16,3 0-3-16,2-2-2 16,0 2-1-16,0-2 0 15,-3 1-2-15,-1 4 4 16,-2-2 3-16,1 1-3 16,-4 1-1-16,-1 2-4 0,-1 2-1 15,-3-1 0-15,-1 1-1 16,-3 0 1-16,-1 0-1 15,-2 0 0-15,-1 1 0 16,-2 3-3-16,0 0-15 0,-3 2-14 16,-2-2-5-16,0-1-10 15</inkml:trace>
  <inkml:trace contextRef="#ctx0" brushRef="#br0" timeOffset="108569.67">18258 8051 60 0,'0'0'7'0,"0"0"-4"0,0 0 2 16,0 0-2-16,0 0 1 15,0 0 0-15,0 0 1 0,45-6 3 16,-29 3-1-16,4-3 0 15,-2 1 0-15,4 1-3 16,2-2 1-16,0 2 2 16,1-2 1-16,1 2-2 15,0 0-2-15,1 1 1 0,-3-1-2 16,1 0 0-16,0 0-1 16,-1-1 1-16,-2 1-2 15,-1-1 1-15,1 0-2 16,-4 0 1-16,-4 0 0 15,0 2-1-15,-2-1 1 0,-1 1 0 16,-3 0-1-16,-2 3-1 16,-4-3-25-16,-2 0-29 15</inkml:trace>
  <inkml:trace contextRef="#ctx0" brushRef="#br0" timeOffset="109215.43">18607 7993 62 0,'0'0'1'0,"0"0"0"0,0 0 1 16,0 0-2-16,0 0 1 15,0 0-1-15,0 0 2 16,0 0 1-16,0 0 1 0,0 0-3 15,0 0 3-15,-9 8-3 16,9-8 0-16,0 2 0 16,0-2 2-16,0 0 14 15,0 0 5-15,0 0-7 16,0 0-8-16,0 0-5 0,0 0-1 16,0 0 0-16,0 0 0 15,0 0-1-15,0 0 1 16,0 0 0-16,0 0 1 15,0 0 0-15,2 0-2 0,-2 0 0 16,2 0-1-16,0 0 1 16,0 0-4-16,0 0-18 15,-1 0-7-15,0 1-4 16,-1-1-28-16</inkml:trace>
  <inkml:trace contextRef="#ctx0" brushRef="#br0" timeOffset="110041.17">18548 8007 27 0,'0'0'21'0,"0"0"-13"0,0 0-1 0,0 0-1 16,0 0-1-16,0 0 0 0,0 0-2 15,0 0-1-15,0 0 3 16,0 0 5-16,0 0-1 16,0 0-5-16,0 0-3 15,0 0 0-15,1 0-2 16,0 0 1-16,1 0 0 0,-2 0 1 15,0 0-1-15,1 0 0 16,-1 0 0-16,0 0 1 16,0 0 0-16,0 0-1 15,0 0 1-15,0 0 1 16,0 0-1-16,0 0-1 0,0 0 0 16,0 0 0-16,0 0 0 15,0 0 0-15,0 0-1 16,0 0 1-16,0 0-5 15,0 0-10-15,0 0 5 16,0 0-26-16</inkml:trace>
  <inkml:trace contextRef="#ctx0" brushRef="#br0" timeOffset="110640.95">20556 7654 110 0,'0'0'4'0,"0"0"10"0,0 0-2 0,0 0-8 0,0 0-3 15,0 0-1-15,0 0-15 16,0 0-62-16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20:36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11417 4102 57 0,'0'0'2'0,"0"0"3"0,0 0 5 0,0 0-1 16,0 0-4-16,0 0-1 15,0 0-1-15,-32-39 1 16,31 35 0-16,1-2 2 0,0 2 0 16,0 0 0-16,0-1-3 15,4 1-1-15,2 2-1 16,-3-2-1-16,5 3 0 16,-2-1 0-16,4 1 0 15,1-1 0-15,3 1 0 0,1-2 0 16,1 2 1-16,1 0-2 15,4-1 1-15,0-1 1 16,2 2-2-16,5-4 1 16,2 1 0-16,4 0 2 15,5 0-1-15,1 1-1 0,2 0 0 16,5 0 0-16,-3 1 2 16,4 0-2-16,-4 1 0 15,3-1 1-15,0 2-1 16,1-3 1-16,3 1-2 15,2-3 2-15,5 2-1 16,-1-1 0-16,7-2 0 0,-1 2 0 16,2-3 1-16,3 3 0 15,2-2-1-15,0 3 0 16,5 0 1-16,-1 3-2 16,0 0 1-16,4 0 0 0,-2 0 1 15,4 0-1-15,-1 0-1 16,3 0 1-16,1 0 0 15,3 0 2-15,5-4-1 16,-2 3 0-16,2-1 4 16,3 0-2-16,0 0-1 0,-6 1-1 15,-1 0 0-15,0-1 2 16,-2 0 0-16,-1-1 0 16,-2-1 1-16,3 0 2 15,1-1 0-15,-3 0 2 16,-4-1-4-16,-6 0 0 15,-3 0 1-15,-7 0-3 0,-4 0 0 16,-7 0 0-16,-1 1 0 16,-8-1 0-16,-3 0-2 15,-10 0 2-15,-5 1-1 16,-7-1 0-16,-5 2 1 0,-2 3 0 16,-1 1-1-16,-6 0-2 15,-4-3-13-15,0-4-78 16</inkml:trace>
  <inkml:trace contextRef="#ctx0" brushRef="#br0" timeOffset="1993">13753 4773 14 0,'2'4'3'0,"-2"-1"1"0,0 1-2 0,2-1 2 15,1 1 3-15,2-2-3 16,2 1-3-16,3-2-4 15,0-1 13-15,6 0 4 0,5-6 10 16,6-8-6-16,7-3-7 16,10-7-4-16,3-3 0 15,9-7-4-15,6-3 1 16,-1-1-2-16,3-1-1 16,1 3-1-16,-5 3 0 0,-2 4-14 15,-11 4-109-15</inkml:trace>
  <inkml:trace contextRef="#ctx0" brushRef="#br0" timeOffset="2997.41">14781 6659 15 0,'0'0'20'0,"0"0"2"0,0 0-7 16,0 0-1-16,0 0-3 15,0 0-5-15,0 0 1 0,0 0-3 16,0 0-1-16,0 0 0 16,0 0-1-16,0 0-2 15,0 0 1-15,6-20-2 16,-4 20 1-16,0 0-1 16,-1 0 0-16,2 3-2 0,-1 4 2 15,2 0 2-15,-2-1-1 16,1 0 3-16,-1 1-3 15,2-3 1-15,-2 0-1 16,2-2 2-16,-3-2 1 16,4 0 4-16,4 0 6 15,5-12 12-15,9-5-11 0,6-8-4 16,8-11-3-16,15-11-1 16,15-11-4-16,12-6-1 15,8-12-1-15,7-13-51 16</inkml:trace>
  <inkml:trace contextRef="#ctx0" brushRef="#br0" timeOffset="116429.37">12463 8939 90 0,'0'0'2'0,"0"0"1"0,0 0 1 0,0 0-3 0,0 0 1 16,0 0-2-16,-6-39 0 15,6 38 0-15,0 1 1 16,0-2-3-16,0 2 1 15,4 0 0-15,-2 0 1 0,2 0-2 16,0 0 1-16,3 3 0 16,1 1 1-16,2 0 0 15,1 0 1-15,4-3-1 16,-1 0 1-16,4 0-1 16,0-1-2-16,0 0 1 0,1 0 1 15,0 0 2-15,2-5 1 16,1 1-1-16,0-2 3 15,3 1-3-15,2-1-1 16,0 0 0-16,2 1-1 16,4-1 0-16,-2 5 1 0,-1-1-1 15,1 2 0-15,0-1-1 16,-2-1 1-16,2 2 0 16,-1-1 0-16,1-1 0 15,4 0 0-15,-1-1 1 16,4-1-2-16,3 2 1 15,0-1 1-15,1 3-1 0,0-1 0 16,-4 1 0-16,-1 0 0 16,-6 0 0-16,-2 0 0 15,-1 0-1-15,0 0 1 16,2 0 0-16,3 0 0 0,-1 1 0 16,7-1 1-16,-1 0-1 15,5 0 0-15,-3 0 0 16,0 0 0-16,1-1 1 15,-4-2-1-15,-1 2 0 16,-2 0 0-16,1 1 0 0,-3 0 0 16,4 0 0-1,-2 0 0-15,-1 0 0 0,2 0 2 16,1 0-3-16,-2 0 2 16,2 0-1-16,4-1 0 15,0 1 1-15,-2-3-1 16,5 2 0-16,-5-1 1 0,2-2-1 15,-2 4 0-15,3-1 0 16,-1 1 0-16,1-2 0 16,3 1 0-16,4-1 1 15,-2 1-1-15,4-2-1 16,-2 0 1-16,1-1 1 0,-2 0-1 16,2 1 0-16,-3-1 0 15,1 1 0-15,0-1 0 16,0 1 2-16,2-2-2 15,-2 1 0-15,2 2 0 16,-1 0 0-16,4 1 0 0,0-1 0 16,-2 2 0-16,2-1 0 15,-1 1 0-15,0-2 0 16,0 1 0-16,1-1 0 16,2 1 1-16,1-2 3 15,1 2-2-15,1-1 0 0,0 0-1 16,1 0-1-16,0 2 1 15,-2-1 1-15,0-1-2 16,-1 2 1-16,1-1-1 16,0 1 1-16,1 0-1 15,3 0 0-15,-4 0 0 0,0 0 0 16,-3 0 0-16,-3 1 0 16,-1 2 0-16,-1-3 0 15,2 2 0-15,-1-2 0 16,1 0 0-16,1 0 0 15,0 0 0-15,2-2 0 0,1-1 0 16,1-1 0-16,1-2 0 16,1 1 0-16,-1 0 1 15,2 0-2-15,-2 2 2 16,1 0-1-16,0 0 0 16,1 3 0-16,0 0 0 0,-2 0 0 15,2 0 0-15,-1 0 0 16,4 0 0-16,3 0 0 15,2 0 1-15,-3 0-1 16,2 0 0-16,-1 2 0 16,-1-2 0-16,-1 0 0 15,-1 0 3-15,2 0 2 0,1 1-1 16,-2-1-1-16,5 3-2 16,1 0-1-16,1-1 1 15,-2 3-1-15,2-3 0 16,-1-1 0-16,-1-1-1 15,-4 0 2-15,1 0-1 0,0 0 0 16,0-3 0-16,0-3 0 16,0 2 0-16,1-2 1 15,0-1-2-15,1 1 1 16,-5-2 1-16,1-2-1 0,-5 0 0 16,-1 1 1-16,-2-2 1 15,-2 1 0-15,-3-1-1 16,2 2 0-16,-1-2 0 15,-3 2-1-15,-2-1 0 16,-3-1 1-16,-4 0-1 16,-5-5 0-16,-2 2 0 0,-2-5 2 15,-5 1-2-15,-2-4 0 16,-3 0-2-16,-4-1 1 16,1 0 1-16,-5-2 0 15,1-2 0-15,1-3 0 16,1 2 0-16,1-3 0 0,0-1-2 15,-3 2-3-15,-2 1 4 16,-2 0 1-16,-4 1 0 16,-3 1 1-16,-1 1 5 15,0-2 1-15,0 1 1 16,0 1-5-16,-3-1-2 16,-4 2-2-16,1 0 0 0,-3 4 0 15,-1 0-2-15,0 2-1 16,-4 1-1-16,-1 0 6 15,-3 1 0-15,0 0 0 16,0-1 1-16,0 2-1 16,-1 1 0-16,0 0-1 0,-1 1 0 15,2 1 1-15,-3 0 0 16,0 2-2-16,-1 0 1 16,-3 0-2-16,-2 1 3 15,-2 0-1-15,0 2 0 0,-1-1 0 16,1-2 1-16,0 2-2 15,0-1-1-15,3 0 3 16,-1 2-1-16,-4 1 1 16,4 0-2-16,-4 0 1 15,0 0 1-15,0 2-2 0,-1 0 1 16,-1 0 1-16,-1 1-1 16,-4 1 0-16,1 2 1 15,-2-1-2-15,-1 2 2 16,-4 0-1-16,2 0-7 15,-2 0 11-15,1-1-3 16,-2 1-1-16,1 0 1 0,-2 0-1 16,0 0 0-16,0 0 0 15,-3 0 1-15,0 3-1 16,2 1 0-16,-1 0 0 16,-1 2 0-16,0-2 0 15,2 2 0-15,-5 1 0 0,1-1 0 16,-3 1 0-16,1 0 0 15,-4-1 0-15,2-1 0 16,1-2 1-16,1 1-1 16,-3-2 0-16,4-1 0 15,-4 2 0-15,-2-2-1 0,-1 1 1 16,-2 1 0-16,-6 0 0 16,0 1 1-16,-2 2-1 15,0-1 0-15,-3 1 0 16,2 0 0-16,-4-1-1 15,1 1 2-15,-1 1-1 0,-2-3 0 16,2 2 0-16,-3 0 0 16,4-2 0-16,2 1 0 15,-4-2 0-15,3 2 0 16,0-1-1-16,-2 5 0 16,-1-2 0-16,-2 1 1 15,-1 1 1-15,-3-1-1 0,2 1 0 16,-2 1 0-16,-1-2 0 15,0 2 1-15,0-3-1 16,-2 3 0-16,0 1 0 16,-3-1 0-16,0-1 0 0,1 2 1 15,0-1-1-15,-1 2 1 16,-2-3-1-16,-1 1 0 16,-2-1 1-16,-6 1-1 15,-3 1 0-15,5-1 0 16,-5 0 0-16,2 1 0 15,-1-2 0-15,2 3 1 0,-2-4-1 16,1 0 0-16,2 0-1 16,2-3 2-16,-2 0-1 15,0-1 0-15,-1-1 1 16,1 1 0-16,-3-1-1 16,-5 1 1-16,6 0 1 15,1-2 0-15,-2 2-1 0,1-1 1 16,4 1-1-16,2 0-1 15,-3-1 1-15,4 3 0 16,1-1-1-16,3 1 1 16,2 1 0-16,-1-1-1 15,1 1 1-15,2 0-2 0,-2 2 2 16,2-2-1-16,1-3 0 16,2 1 2-16,1-1-1 15,1-2 1-15,4 1-1 16,-2-1 0-16,2 1-1 0,-2-1 1 15,0 1-1-15,0-1 1 16,2-2-1-16,1 0 1 16,0 0 0-16,1 0 0 15,1 0 0-15,2-2 1 16,-1-4-1-16,4-1-1 0,-3 0 2 16,-1-1-3-16,2-2 3 15,0 0-2-15,1-2 0 16,-3 1 0-16,0-2 0 15,2-1 1-15,-1-1-1 16,3-1 0-16,-2-1 0 16,2 1 1-16,0-1-1 0,-3 0 1 15,3 0-1-15,2 0 0 16,-3 0 0-16,2 0 1 16,2 0-1-16,-2 0 1 15,0 1-1-15,3-2 1 16,-2 1 0-16,0 1-1 0,3-1 2 15,-3 0-1-15,1 2 0 16,1-3 0-16,0 2 0 16,-2 0 1-16,-2-3 0 15,0 4 0-15,0 0-2 0,-4 1 0 16,-3 3 1-16,4 0-1 16,-1 2 0-16,-1-1 0 15,1 3 0-15,0 1 2 16,-1-1-2-16,0 3 0 15,1 0 0-15,-5 0 0 16,0 2 0-16,-1-1 0 0,0 2 0 16,0-1 0-16,-3 2 1 15,-3 0-2-15,1 0 1 16,1 5 1-16,-1 3-1 16,-2 2 0-16,3-3 0 15,0 3 0-15,5 3-1 0,-2-2 2 16,2 2-1-16,-1-2 0 15,4 2 0-15,-1 0 0 16,0 1-1-16,1-2 1 16,-4 3 0-16,4-1 0 15,-3 2-2-15,4 1 2 0,1 2 0 16,-1-1 0-16,5 3 0 16,0-1-1-16,3 1 1 15,3 2 0-15,3 1 0 16,2 1 0-16,2 1 0 15,3 3 0-15,0-1 0 16,6 1 0-16,2 0 0 0,5 1 0 16,3-3 0-16,3 0-2 15,3 3 1-15,2-2 1 16,5 4-1-16,4 0 1 16,4 1 0-16,3 1 0 15,5 0 0-15,4 2 0 0,2-2 0 16,0-2 0-16,4 0-2 15,5-1 0-15,7 0 2 16,1 1-1-16,2-1 0 16,4-2 1-16,2 0-2 0,2 2 1 15,4-1 0-15,3-3 2 16,5 0-2-16,3 0 2 16,2-4-1-16,3 1 1 15,3-3-2-15,-2-1 4 16,4 0-6-16,-1-1 6 0,3-1-3 15,2 1 1-15,2-1-2 16,0 0 2-16,3 1 0 16,1-1-2-16,1 1 2 15,0-1-1-15,4-2-2 16,1 1 2-16,0-2-2 16,4-1 1-16,1-1 1 0,1-1-1 15,2-2 1-15,2-2-1 16,2 1 2-16,3-4-2 15,0 0 0-15,0-1 1 16,4 0 1-16,0-1-1 16,-2 1 0-16,0-1 0 0,4 0 0 15,0 0 1-15,-1-2-2 16,3-1 1-16,3 0 0 16,0 0 0-16,2 0 1 15,-2 0-1-15,5-1 0 16,-1-5 0-16,-2-1 1 0,-2 1-1 15,2 1 0-15,-3 1 0 16,-3-1 0-16,-1 2 0 16,1 0 1-16,-4 2-1 15,0 0-1-15,-1-1 1 16,0 2 0-16,2 0 0 0,-5 0-1 16,1 0 1-16,0-2 0 15,-1 0-1-15,0-1 1 16,1 0 1-16,1 2 0 15,1-2-1-15,2 0 1 16,-2 2-1-16,-2-1 0 0,1-1 0 16,3-1 2-16,1 1-4 15,-1 1 4-15,-1-1-2 16,2 0 0-16,-1-1 0 16,-1 1 0-16,-2 1 0 15,2 0 0-15,2-1 0 0,-2 1 0 16,1-1 1-16,2-1-1 15,1 1 0-15,-1 0 0 16,-4 2 0-16,4-2 0 16,-2-1 0-16,0 1 0 15,1-1 0-15,-1 0 1 16,1-1-1-16,0 0 0 0,-1 1-1 16,1-1 2-16,-1 1-1 15,1 1 0-15,1-1-1 16,-1 2 1-16,2-2 0 15,5 4 1-15,-6 0-2 0,0 0 2 16,-4 0-2-16,0 0 2 16,0 4-1-16,-4-1 0 15,1-1 0-15,1-2 0 16,1 0 0-16,0 0 1 16,-1-7-1-16,1-1 0 0,5-3 0 15,-3 3 0-15,2-2 0 16,2 1 0-16,4 0 0 15,-2 1 0-15,0 2 1 16,1 1-1-16,1 2 0 16,-2 1 0-16,1 2 0 15,2 0-1-15,3 0 2 0,0 0-1 16,-1 3 0-16,1 2 0 16,2 0 0-16,-2-2 1 15,0 1-2-15,3-1 1 0,2-2 0 16,-4-1 1-16,2 0-1 15,1 0 0-15,-1 0 0 16,1-1 0-16,0-2 0 16,4-2 0-16,0 0 0 15,-1 1 0-15,2-2 1 16,2 2-1-16,3-2-1 16,-3 2 1-16,5 0 1 0,0 0-2 15,-3-1 2-15,2 2-1 16,-4-2 0-16,-1 1 0 15,-3-2 1-15,2 0-1 16,-8 0 0-16,-3 1 0 16,-3-2-1-16,-2 1 1 15,-1-1 1-15,-4 0-1 0,1 0 1 16,-1-2-1-16,-1 1 0 16,-6-2 0-16,-3-1 2 15,-2-1-2-15,-3 1 0 16,-6-3 0-16,2-2 0 0,-2-1 0 15,-1-2 0-15,-4-2 0 16,-1 1 0-16,-3-1 0 16,-4-1 0-16,-4 0 0 15,-3-2 0-15,-3-2-3 16,-4 1 0-16,-1-2 0 0,-4-2 2 16,-1 0 1-16,-4 0-2 15,-3 1 2-15,-3-4 0 16,-2 1 0-16,-5 0 0 15,0-3 0-15,-2 0 0 16,-1 1 0-16,-2-1 0 0,0 1-1 16,-1 2 1-16,-3-2 0 15,-4 1-1-15,-2 0 0 16,0 1-1-16,-12 0 0 16,-3 1-1-16,-3 3 7 15,0-1 1-15,-2 3-2 16,-1 3-5-16,0-1 4 0,-2 5-5 15,-1-1 4-15,-1 2-1 16,1-1-2-16,-1 3 6 16,-2 1-4-16,-2-1 1 15,-2 1-2-15,-3 1-1 0,-1 1 2 16,-3 1-1-16,-3 1 1 16,-1 0-1-16,-6 3 2 15,2 0-1-15,-7 3 0 16,0-1 0-16,-2 3 0 15,-4 1 0-15,-2 1-1 16,0 0 1-16,-1 0-1 0,-1 1-1 16,-1 3 3-16,0-1-2 15,-1 1 1-15,-2-1 0 16,-1 1-1-16,-1 0 0 16,-3 1 1-16,2 0 1 15,-5-1-1-15,0 2 0 0,0 0 0 16,-2 1 1-16,0-3-3 15,-4 3 2-15,1 0 0 16,-1-2 0-16,-2 2 0 16,3-3 1-16,-5 3-1 15,-1-1 0-15,0-2 0 0,1 2 0 16,-4-1 1-16,0-2-2 16,3 0 1-16,3-1 1 15,-1 0-1-15,-2-2 0 16,1 0 0-16,0 0 0 15,-4 0 0-15,-3 0 0 0,-4 0 0 16,0 0-5 0,-8 0-42-16,-9 0-14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22:50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10603 8170 78 0,'0'0'5'0,"0"0"11"0,0 0 4 15,0 0-3-15,0 0 0 0,0 0-5 16,0 0-9-16,0 0-4 16,0 0 4-16,-4 0-2 15,8 0-1-15,1 0 1 16,-2 4-1-16,3-1-1 0,1 3 2 15,3 1 0-15,4-1-3 16,1-2-2-16,5 0 0 16,5 1 4-16,4-3 0 15,3 1 0-15,3 0 0 16,3-3 0-16,2 2 2 16,3-1-2-16,0-1 0 0,8 0 1 15,-1 0 0-15,2 0 0 16,3 0-2-16,2 0 2 15,2 0-2-15,2 0 2 16,3 0 1-16,-1 0-1 16,3-1-1-16,1 1 1 0,2 0-1 15,-1 0 0-15,-1 0 0 16,2 0 0-16,-2 2 0 16,5 1-1-16,-3-1 1 15,2 1 1-15,1-1-1 16,2-2 1-16,0 2-1 0,4-2 1 15,-5 0 0-15,1 0 1 16,2 0-2-16,-2 0 1 16,4-3 1-16,-2 0 0 15,0 2-2-15,0-1 0 16,-2-2 1-16,-5-2 1 0,-4-1-1 16,-5-3-1-16,-4-2 1 15,-2-3-1-15,-5-2 0 16,1-1 2-16,-2-2 5 15,2-1-2-15,1-4-1 16,-2 0-3-16,-1-2 1 0,-6-2 0 16,-1-2-1-16,-4-1 1 15,-6 0-1-15,-3-2 3 16,-5 2 2-16,-1 0-1 16,-3-2 2-16,-6 0-4 15,-1 2 1-15,-6-5 1 0,-5 0 0 16,-1-3-1-16,0-1 1 15,-5-2-3-15,-5 4 0 16,-1 1-1-16,-2 0-2 16,-5 5 3-16,-4 2-1 15,-1 1-1-15,-5 2 2 0,-4 4-5 16,-2 0 1-16,-4 4 12 16,-1 3-9-16,0 1 1 15,-1 3-1-15,0 1-1 16,0-1 0-16,-1-1 0 15,1-1 0-15,-2 1 1 0,-5-4-1 16,2 1 0-16,-5 0 0 16,2-2 0-16,-4 1 0 15,3-1 0-15,0 0 1 16,0 0-1-16,2-1 2 16,0-1-2-16,-5 2 0 15,3-1 1-15,-2 0-1 0,-1 2 0 16,-1 1 0-16,-3 0 1 15,-2 0-2-15,-2 0 1 16,-1 0 0-16,-1 0 0 16,-1-2 0-16,-2 2 0 15,-1 0 0-15,-2 3 0 0,-2 0 0 16,-1 1 0-16,-2 1 0 16,-4 1 0-16,0 0 0 15,-2 0 0-15,-4 2 0 16,-1-1 0-16,-1 1 0 15,2 3 0-15,-2 1 0 0,2 5 0 16,0 0-1-16,0 0 1 16,1 4 0-16,-3 5 0 15,0 4 0-15,0 0 0 16,3 2 0-16,1 3 0 16,-2 0 0-16,6 4 0 0,3 0-1 15,2 3 0-15,5 4 1 16,2 0-1-16,1 4 2 15,3 1-1-15,5 4 0 16,0 1 0-16,2 2 0 16,4 2 0-16,4-1-1 0,4 4 1 15,4 2 0-15,3 0 0 16,4 2-1-16,2-2 1 16,6-1 0-16,2-1 0 15,4-1 0-15,5-4 0 16,2 1-2-16,7 0 1 0,1-5 0 15,2 1 0-15,0-4 0 16,5 3-1-16,5-4 1 16,4 0 1-16,2 2-1 15,2 1-1-15,4-1 3 16,0 1-3-16,3 1 4 0,2 1-3 16,1-2-1-16,4-1 0 15,-1-5 2-15,5 2-2 16,-2-3-2-16,8-2 3 15,0-3 1-15,5 0 1 16,3-3-1-16,6 1-1 0,4-5 1 16,4 0 2-16,5-6 1 15,6 1-1-15,1-4-2 16,9-2 1-16,7 1 2 16,3-4-1-16,-1-3-25 15,0-6-96-15</inkml:trace>
  <inkml:trace contextRef="#ctx0" brushRef="#br0" timeOffset="990.09">12937 6952 86 0,'0'0'4'0,"0"0"13"0,0-2 1 0,0 2 1 15,0-1-13-15,0 1 4 16,0 0-5-16,0 0-5 16,0 0 0-16,0 0-2 15,0 0-1-15,0 0 1 16,0 2 2-16,0 3 1 16,2-1-1-16,2 0-2 0,1 2-1 15,-1-2 2-15,3-1 0 16,-3 0 2-16,3 0-1 15,-1-3-1-15,4 0 3 16,1 0 6-16,3-4 2 16,3-7 0-16,2 0-1 0,2-3-5 15,6-4 0-15,0-1-2 16,4-4 1-16,3-4-1 16,3-2 2-16,5-3-2 15,0-2 1-15,2 0-1 16,-3 2-1-16,-1 0 0 15,-5 2 2-15,-6 6-1 0,-4 0 0 16,-6 6 1-16,-4 1-1 16,-4 7 1-16,-5 3-2 15,-1 2 1-15,-5 5-2 16,0 0-44-16,0 6-15 16,-8 4 24-16,-6 4-27 0</inkml:trace>
  <inkml:trace contextRef="#ctx0" brushRef="#br0" timeOffset="1253.71">13036 6928 119 0,'0'0'6'0,"0"0"-1"0,0 0 10 16,44-42 2-16,-15 17 1 15,6-5-5-15,10-4 0 16,13-3-2-16,7-5-4 0,12 2-4 16,10-3 1-16,7-4-13 15,4-5-83-15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24:31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11763 14769 14 0,'0'0'10'0,"0"0"23"0,0 0 37 0,0 0 15 15,0 0-70-15,0 0-11 16,0 0 13-16,0 0 7 15,-7-47-1-15,3 37-16 16,-5 0-3-16,2 2 1 16,-1 2-5-16,-1 4-1 0,-3 2-3 15,-1 3-1-15,-1 10 6 16,-3 6-1-16,-1 5 2 16,3 4-3-16,0 3 2 15,4 1 0-15,5 0 0 16,2 1-1-16,0-2 1 0,4-2 0 15,0-4 0-15,8-4-1 16,5-5 3-16,1-2-3 16,3-4 0-16,6-3-1 15,4-4 2-15,4-3-15 16,0 0-20-16,3-10-26 0,-3-5-37 16</inkml:trace>
  <inkml:trace contextRef="#ctx0" brushRef="#br0" timeOffset="619">11938 14870 95 0,'0'0'12'0,"0"0"41"16,0 0 10-16,0 0-54 15,0 0-4-15,-52 0-2 16,35 20-3-16,-3 4-1 16,3 5 4-16,0 0-2 15,5-1 1-15,2-1-2 0,7-6 2 16,1-3 0-16,2-3-1 15,0-7-1-15,0-3 0 16,4-1 1-16,2-4 0 16,5 0 1-16,1-11 1 15,1-5 4-15,2-4-6 0,-1-2 0 16,1-1 0-16,-3 3-1 16,2 3 0-16,-5 4 0 15,2 5 0-15,-2 5 1 16,2 3-1-16,0 0 0 15,1 3-1-15,-1 8 0 16,2-1 1-16,0 4 0 0,-1-4 1 16,1-1-1-16,-2-2 1 15,-2-3-1-15,0-2 1 16,0-2 0-16,-4 0 0 16,3-6 0-16,-2-8 2 15,0-6-2-15,0-7-2 0,1-5-13 16,-1-2-16-16,2-4-5 15,-3-2 4-15,1-4 23 16,0 3 8-16,-2 1 1 16,-1 6 6-16,-1 4 16 15,1 9 13-15,-3 7-26 0,0 7 5 16,0 6-3-16,2 1-14 16,-1 9 0-16,1 11 0 15,1 4 1-15,2 6 1 16,-2 4 3-16,3 0-2 15,1 0 0-15,-1-1 1 0,3-2-1 16,-2-2 1-16,-1-2-2 16,2 0 0-16,-1-3 1 15,-1-4-2-15,-2-2-20 16,-4-4-43-16,0-8-29 16</inkml:trace>
  <inkml:trace contextRef="#ctx0" brushRef="#br0" timeOffset="775.16">12082 14894 245 0,'0'0'3'0,"0"0"13"0,18-37-10 0,5 21-4 0,6 1-2 16,7-1 2-16,4 1-6 15,0 1-41-15,-1-1-68 16</inkml:trace>
  <inkml:trace contextRef="#ctx0" brushRef="#br0" timeOffset="1152.03">12908 14794 146 0,'0'0'-4'0,"0"0"10"15,0 0-9-15,0 0 3 16,0 0 1-16,0 0 1 16,51-2 2-16,-26-6 14 15,6 1 5-15,1-4-8 0,8 3-10 16,2-2-2-16,7 0-2 16,1-2-1-16,4 2-7 15,1-5-48-15,-2-4-60 16</inkml:trace>
  <inkml:trace contextRef="#ctx0" brushRef="#br0" timeOffset="1579.68">13895 14455 137 0,'0'0'1'0,"0"0"1"0,0 0-1 15,0 0-2-15,-37-13 3 16,26 13-2-16,-4 0 5 16,1 0 5-16,-2 9 10 15,0 3-8-15,0 1-2 16,1 6-7-16,3 4-1 0,1 2 0 16,3 0 0-16,4 0 0 15,4-2 0-15,0-2-1 16,6-3-2-16,9-3 2 15,5-3 0-15,7-5 1 16,0-5-3-16,5-2-26 16,1 0-40-16</inkml:trace>
  <inkml:trace contextRef="#ctx0" brushRef="#br0" timeOffset="2249.25">14090 14490 129 0,'0'0'11'15,"0"0"48"-15,0 0-29 16,-43-8-33-16,30 15 6 16,-3 7-3-16,3 2 2 15,2 2-2-15,0 0 0 16,6-3 1-16,-1 1-1 0,5-4 0 16,1-2-1-16,0-3 1 15,2-4 1-15,7-1 1 16,4-2-4-16,3 0 2 15,5-11 3-15,-3-4-1 16,4-2-3-16,-3 1-1 16,-2-1-3-16,-3 4 4 0,-2 2 4 15,-3 5-3-15,-3 1 1 16,0 5 1-16,-1 0-4 16,0 0 1-16,2 5 1 15,-2 2 1-15,2 1-1 0,-2 2 2 16,1-3-2-16,-2 0 1 15,-1-1-1-15,1-1 0 16,1 0 0-16,-1-2 0 16,1-1 0-16,1 0 0 15,-1-2-3-15,1 0-1 0,3-6 0 16,0-4-1-16,0-6 1 16,2-5 1-16,-1-2 2 15,0-4-6-15,2-3-8 16,-6 1 1-16,1-3 5 15,-3 3 8-15,-3 3 1 16,-1 4 2-16,0 4 20 0,0 4 2 16,0 6-8-16,0 2-7 15,0 4-3-15,0 2-3 16,0 0-8-16,0 9 4 16,0 7 0-16,4 2 1 15,3 4 0-15,-2 0 1 0,1 2-1 16,1-1 0-16,1 1 1 15,-2-3-1-15,0 2 0 16,1-3 1-16,-1 1-1 16,-2-2 1-16,0-2-1 15,-2-2-4-15,2-2-18 0,-4-5-18 16,0-4-13-16,0-4-60 16</inkml:trace>
  <inkml:trace contextRef="#ctx0" brushRef="#br0" timeOffset="2433.42">14285 14445 223 0,'0'0'1'0,"0"0"-4"0,0 0 11 0,40-34-6 15,-18 21-2-15,5 4 0 16,2 1-2-16,0 0-15 15,2 0-30-15,-1-4-27 16</inkml:trace>
  <inkml:trace contextRef="#ctx0" brushRef="#br0" timeOffset="3258.79">15232 14259 63 0,'0'0'41'0,"0"0"67"0,0 0-82 0,0 0-33 0,0 0 4 15,0 0 3-15,0 0 1 16,0 0-2-16,0 0-1 16,0 0 1-16,0 0-2 15,27-21-1-15,-24 33 5 0,3 2 1 16,-2 1-2-16,1-1 1 16,3-4 0-16,0 0 0 15,2-9-1-15,4-1-1 16,6-8 6-16,4-12 3 15,10-11 3-15,9-9-4 16,13-7 3-16,10-12-6 0,11-10 3 16,15-7-1-16,14-8-3 15,12-2-1-15,12-6-2 16,9 1-1-16,6 3-14 16,-1 4-29-16,-1-2-85 15</inkml:trace>
  <inkml:trace contextRef="#ctx0" brushRef="#br0" timeOffset="4236.46">13789 7533 92 0,'0'0'11'15,"0"0"-5"-15,0 0 10 0,0 0 4 0,0 0-5 0,0 0 0 16,0 0 11-16,0 0-6 15,0 0-14-15,0 0-4 16,0 0-3-16,0 0-4 0,0 0-6 16,0 0-5-16,37-13 9 15,-35 13 8-15,0 4 1 16,3 0-1-16,0 4-1 16,0 1-1-16,1 3 4 0,-2-1 0 15,-1-2-1-15,-1-2 1 16,2-5 0-16,0-2 5 15,3-4 31-15,7-20 12 16,9-10-34-16,14-13-14 16,17-17-1-16,11-14-1 0,18-13-1 15,13-11-14 1,9-10-70-16</inkml:trace>
  <inkml:trace contextRef="#ctx0" brushRef="#br0" timeOffset="6336.56">11963 15834 99 0,'0'0'4'0,"0"0"16"0,0 0-5 0,0 0-3 0,0 0 0 16,0 0 11-16,0 0-10 15,0 0-9-15,0 0-1 16,0 0 1-16,0 0 0 16,-4-18-2-16,2 15 1 0,0-1 1 15,0 1-2-15,-4 3 1 16,1 0-3-16,-2 0 1 16,-2 1-3-16,0 10 3 15,-2 2-1-15,-1 5-1 16,2 3 1-16,1 3 0 0,-1 1 0 15,6 1 0-15,0-2 1 16,4-3-1-16,0-1 0 16,0-3 0-16,7-1 0 15,4-5 0-15,0-2-1 16,3 0 0-16,-1-3-1 0,0-3-7 16,1-3-7-16,1 0-14 15,1 0 9-15,-2-13 3 16,2-1 4-16,-2-4-2 15,0-4 4-15,-2 1 8 16,-2-2 5-16,-4 3 2 0,0 2 9 16,-4 1 8-16,0 4 1 15,-2 3 4-15,0 4 5 16,0 4-8-16,0 2-12 16,-2 0-9-16,-4 7-2 15,2 4 2-15,-2 6 0 0,0 3-1 16,3 0 2-16,1 1-2 15,0-2 0-15,2-4 0 16,0-2 0-16,0-3 1 16,5-3-1-16,3-7-1 15,2 0-6-15,1-5 8 16,1-10-2-16,0-2 2 0,-1-1-1 16,-3 1 1-16,0 0 0 15,-5 5-1-15,0 5 2 16,0 2 1-16,-1 5 1 15,-2 0-5-15,4 0-2 0,-2 7 0 16,2 4 5-16,4-1-2 16,-3 3 1-16,1-2-1 15,-1-2 2-15,3-1-2 16,-2-2 1-16,0-1-1 16,-2-2 1-16,1 0-1 15,1-3 0-15,-1 0 0 0,4 0 0 16,-4-4 1-16,3-5-1 15,-1-6-2-15,2-2-4 16,-4-3 0-16,-2-1 1 16,0-4 4-16,-3 0 0 15,0-1 0-15,-3-1 2 0,-2 3-2 16,0-1 0-16,-4 5 2 16,4 1-1-16,-1 5 0 15,3 4 3-15,-1 2 1 16,2 4-2-16,2 0-1 15,-2 3 1-15,2 1-2 0,0 0-1 16,0 0-3-16,0 5 0 16,6 6 0-16,-1 2 2 15,3 4 2-15,-1 1 0 16,3 3 0-16,-2 1 0 16,1-1 0-16,2 1 1 0,-2-2-1 15,-4 2 1-15,3-1-1 16,-3 1 0-16,-2 0 0 15,-1 2-1-15,0 0 2 16,-2-1-1-16,0-2-5 16,0-2-47-16,0-6-13 15</inkml:trace>
  <inkml:trace contextRef="#ctx0" brushRef="#br0" timeOffset="6863.25">12215 15841 41 0,'0'0'11'0,"0"2"-7"0,0-2-2 0,0 0-1 16,0 0 0-16,0 0 1 15,0 0 6-15,0 0 5 16,0 0-8-16,0 0-4 0,0 0-1 16,0 0 0-16,0 0 0 15,0 0-1-15,0 1 0 16,0-1 5-16,0 0 2 15,0 0-1-15,0 1-3 16,0-1-2-16,0 2 2 0,0 0-1 16,0-1-5-16,4 0 1 15,-3-1-5-15,3 0-6 16,0 0-7-16</inkml:trace>
  <inkml:trace contextRef="#ctx0" brushRef="#br0" timeOffset="8685.39">11176 16277 69 0,'-2'0'7'0,"-1"0"3"0,1 0-6 0,0 0 1 16,0 0 0-16,0 0 2 15,0-1 0-15,0-3 6 0,0-1-3 16,0-1-1-16,2 0 6 16,-2-2-5-16,2 1 2 15,0-3-6-15,0 0-3 16,2-1 1-16,4 0-2 15,2-1-2-15,1 2 0 0,0 0 0 16,4 1 0-16,0 3 0 16,1-1 0-16,-1 4 0 15,4 2 0-15,0 1 0 16,3 0-2-16,1 0 2 16,3 5-1-16,0 2 1 0,3 0 0 15,-2 0 0-15,-2-1 1 16,0-2-2-16,0-1 2 15,-5-1-1-15,-3-1 0 16,-4-1 0-16,-2 0 0 16,-2 0 2-16,-5-3-1 0,-2-4 28 15,0-4 0-15,0-2-15 16,0-4-3-16,-4-2-4 16,-4-2-1-16,0 2-2 15,0-2-1-15,3 6-3 16,-1-1-1-16,3 7-2 0,3 3-16 15,0 1-33-15,2-1-109 16</inkml:trace>
  <inkml:trace contextRef="#ctx0" brushRef="#br0" timeOffset="9206.61">12671 15841 99 0,'0'0'2'0,"0"0"0"0,0 0 2 0,0 0 0 0,0 0-2 16,44-10-1-16,-27 6 0 15,2-1 4-15,4-4 5 16,2 0 5-16,8-1 0 16,0-2-7-16,5-1-2 15,2 0-2-15,1 0-3 16,1 0 0-16,-2 2 1 0,-1 1-2 15,-2 2 0-15,-1 2 0 16,-4 0 0-16,-1 5-11 16,-5-3-39-16</inkml:trace>
  <inkml:trace contextRef="#ctx0" brushRef="#br0" timeOffset="9847.99">13851 15769 92 0,'0'0'2'0,"0"0"0"16,0 0 1-16,0 0 1 15,0 0 1-15,-38 13 0 0,28-13 2 16,4 0 6-16,-2-2 5 16,3-4 8-16,0-2-4 15,1 1-10-15,3-2-6 16,1-2-5-16,0 1-2 15,1-3 2-15,8 3-3 0,-1 0 0 16,4 2-2-16,2-1 0 16,1 4 3-16,3-1 2 15,2 3-2-15,-2 0 0 16,4 3 2-16,-2 0-2 16,2 0 1-16,-3 3-1 0,0 4-1 15,-2-3 2-15,3 1 1 16,-3 0-1-16,-1-2 0 15,-3-1 0-15,1 1 0 16,-3-2 1-16,-3-1-1 16,1 0 0-16,-3 0 0 15,-2 0 1-15,0-6 0 0,-2 0 2 16,-2-2 6-16,0-1 1 16,0-2 1-16,-2-2 3 15,-6 0-1-15,0-1-2 16,-3-1 4-16,1-2-9 15,-1 0-4-15,3 2 1 0,-1 0-3 16,3 2 1-16,0 3-2 16,4 6-7-16,2-1-27 15,0 1-53-15</inkml:trace>
  <inkml:trace contextRef="#ctx0" brushRef="#br0" timeOffset="10188.33">14445 15427 82 0,'0'0'24'0,"0"0"12"0,0 0-5 0,-44-5-20 0,30 5-8 15,3 7-2-15,-3 3 0 16,1 3 0-16,2 1 2 16,-2 0-1-16,4 2-1 15,2 1 1-15,-2-3-1 16,6 3 1-16,1-1 0 0,2-1 0 16,0-3 1-16,1 0-2 15,10-1-1-15,0-3-1 16,7-2-1-16,1-2-1 15,5-3 9-15,2-1-56 16,1 0-31-16</inkml:trace>
  <inkml:trace contextRef="#ctx0" brushRef="#br0" timeOffset="10581.02">14597 15510 167 0,'0'0'5'0,"0"0"31"16,0 0-18-16,0 0-13 15,-42-18-5-15,28 18 0 16,3 1-3-16,-3 6 3 16,2 5 3-16,3-2-3 15,2 1 0-15,0 0 0 0,3-1 0 16,4 0 0-16,0-2 0 16,2-3-4-16,7-2-4 15,4-2 7-15,0-1 1 16,4 0-2-16,-1-8 2 15,3-2 0-15,-1 1-2 16,-2-4 3-16,0 4 1 0,-2 1-1 16,1 4 0-16,-2 0-1 15,-2 4 0-15,2 0-1 16,0 0 2-16,-1 4-1 16,-1 2-1-16,-1 1 1 15,1-3 1-15,-1 2-1 0,-4-5 0 16,1 2 2-16,1-3-2 15,-2 0 1-15,-3 0-4 16,0 0-12-16,-3-7-50 16,0-2 11-16</inkml:trace>
  <inkml:trace contextRef="#ctx0" brushRef="#br0" timeOffset="10873.23">14756 15257 91 0,'0'0'16'0,"0"0"12"0,0 0 2 16,0 0-5-16,0 0-12 16,0 0-11-16,0 0-4 15,0 0 0-15,0 0 1 16,9 1 0-16,-4 20 1 16,3 2 1-16,-1 2-2 0,1 3 2 15,2-1 0-15,-5-1-1 16,3-1 1-16,-3-2 0 15,2-3-1-15,-5-1 0 16,1-4-1-16,1-1 2 16,-2-2-1-16,0-4 1 15,0 2 0-15,0-3-1 0,0 0 0 16,-2-2-42-16,0-2-22 16</inkml:trace>
  <inkml:trace contextRef="#ctx0" brushRef="#br0" timeOffset="11041.92">14787 15470 224 0,'0'0'-3'0,"0"0"11"16,0 0-3-16,0 0-3 0,21-41-6 16,3 27 6-16,5-3 0 15,4-2-3-15,6-2 1 16,2-4-3-16,2-7-107 15</inkml:trace>
  <inkml:trace contextRef="#ctx0" brushRef="#br0" timeOffset="12417.23">18717 8112 110 0,'-2'0'22'0,"2"0"11"0,-1 0-12 0,1 0-12 16,-1 0-6-16,1 0-5 15,0 0 1-15,0 1-2 16,0 0 3-16,0 1 0 0,0 1 0 16,0 0 1-16,0 1-1 15,2 2-1-15,1 0 1 16,2 2 1-16,-2-1-1 15,3 3 0-15,1-1 0 16,-3-4 0-16,3 1-1 16,-2-3 1-16,0-3 0 0,3 0 0 15,1 0 3-15,0-6 0 16,5-4 9-16,1-4-4 16,7-3-1-16,3-2-4 15,1-2-2-15,3-3-1 16,3-2 2-16,4-2-2 0,0-1 0 15,0-3 0-15,3 1 0 16,1-2 3-16,3 2 4 16,-3 4 5-16,3 0-1 15,-5 2-7-15,-4 5-1 16,-2 1 0-16,-7 5 0 0,-3 1-1 16,-7 5-1-16,-2 2-1 15,0 3 1-15,-8 3-2 16,-2 0-10-16,-3 0-60 15</inkml:trace>
  <inkml:trace contextRef="#ctx0" brushRef="#br0" timeOffset="14698.84">17355 14118 90 0,'0'-3'27'0,"0"-1"-4"0,0 0-2 0,0 0 3 16,-1 1-11-16,-2-1-7 16,-2-1 1-16,1 1-2 15,0 3 1-15,-1-1-3 0,-3 1-3 16,-2 1-1-16,1 0 3 15,-4 6-5-15,-3 5 4 16,0 4-1-16,0 4 2 16,0 4-1-16,0 2 0 15,5 1 2-15,3 0-2 0,2-2 2 16,4-3-1-16,2-3-1 16,0-4 0-16,11-2 0 15,0-4-2-15,4 0 2 16,4-3 0-16,5-1 0 15,1-2-5-15,3-2-34 16,-1 0-22-16,2-6-46 0</inkml:trace>
  <inkml:trace contextRef="#ctx0" brushRef="#br0" timeOffset="15320.73">17519 14233 103 0,'0'0'4'0,"0"0"21"15,4-44 0-15,-4 33-9 16,0 2 1-16,-2 2-5 15,-3 3-2-15,-3 4-6 16,-2 0-2-16,-1 7 1 16,1 7-1-16,-1 2-2 0,3 2 1 15,4-1-1-15,2-1 1 16,2-2 0-16,0-1-1 16,8-4 2-16,3-4-3 15,3-2 2-15,-1-3 0 16,5 0 2-16,-4-7-1 15,0-3-1-15,-1-4-1 0,-2 0 1 16,-4-1 0-16,-1 3 0 16,-3 0 0-16,-1 4 0 15,-2 2 3-15,1 3 2 16,-1 3 1-16,2 0-6 16,0 0-2-16,3 2 0 0,0 5 0 15,2 1 2-15,1 1 0 16,1-1-1-16,3-2 0 15,-1 1 0-15,1-3 1 16,0-1-1-16,-2-1 0 16,3-2 0-16,-6 0 0 0,0-2 1 15,-3-8-1-15,2-2 0 16,-3-4 0-16,-3-3-1 16,0-6-1-16,0 0-5 15,0-3-3-15,0 0-3 16,0 5-2-16,0-1 2 0,0 6 6 15,-3 3 6-15,-1 4 4 16,0 5 8-16,1 2-1 16,1 4-2-16,0 3-7 15,0 10 0-15,2 4-1 16,0 4 0-16,0 1 1 0,4 2 0 16,2 0 0-16,4-2 0 15,1 0-1-15,-2 0 1 16,2-2-1-16,-2 2 2 15,-1-1-2-15,-1-3-9 16,-2-3-51-16,-3-7-26 16</inkml:trace>
  <inkml:trace contextRef="#ctx0" brushRef="#br0" timeOffset="15443.29">17740 14182 206 0,'0'0'10'0,"-7"-38"18"0,7 21-14 0,8 1-13 0,11 2-1 15,4 1-5-15,3 0-28 16,7 2-55-16</inkml:trace>
  <inkml:trace contextRef="#ctx0" brushRef="#br0" timeOffset="16004.94">18360 14198 86 0,'0'0'2'15,"0"0"26"-15,0 0 24 16,0 0-35-16,0 0-11 16,0 0 4-16,0 0-2 15,0 0 4-15,-35-12-1 16,31 6-4-16,1 0-2 0,2 0-4 15,1-4 2-15,0 2-3 16,0-1 4-16,8-2-3 16,1-1-1-16,3 1 0 15,3-1 0-15,3 1 0 0,1 3-1 16,2 0 1-16,2 1-1 16,0 5 0-16,3 0-1 15,0 2-4-15,-1 0 4 16,4 0 1-16,-2 7 0 15,2-2 1-15,0 2 0 16,0-3 0-16,0 0 0 0,1-1 1 16,3-1-1-16,-1-2-1 15,2 0 2-15,2 0-1 16,0-6 0-16,0-4 0 16,0-2 0-16,-5-1 0 15,-3-3 0-15,-5-3 0 0,-6-2 2 16,-4-2 1-16,-2 1 8 15,-6-2-1-15,-4 2 3 16,-1 1-7-16,0 2 0 16,0 2 1-16,-4 2-2 15,0 5-4-15,0 4-2 0,1 3-4 16,3 3-21-16,-2 0-59 16,0 3-7-16</inkml:trace>
  <inkml:trace contextRef="#ctx0" brushRef="#br0" timeOffset="16475.18">19571 13836 76 0,'0'0'23'0,"0"0"-13"0,0 0-13 16,0 0-2-16,0 0 1 0,0 0-6 16,0 0-11-16,0 0 5 15,0 0-27-15</inkml:trace>
  <inkml:trace contextRef="#ctx0" brushRef="#br0" timeOffset="17080.57">19536 13840 51 0,'0'0'1'0,"0"0"0"15,0 0-3-15,0 0 0 16,0 0 2-16,39 8 0 15,-33 1 2-15,0 0 4 0,0 2 0 16,2 0 1-16,-2 2-3 16,-2 0 0-16,0-2 1 15,0 0-2-15,-3-2 0 16,-1-3 7-16,0-3 0 16,0-2 0-16,0-1 32 15,0 0 5-15,0 0-21 0,-1-1-21 16,-3-5-3-16,0-2-1 15,-1-2 0-15,0-1-1 16,-1 0 1-16,3-2-2 16,3-2 1-16,0 1 2 15,0-1-2-15,0 1-2 16,2 0 3-16,8 4 0 0,-1 0-3 16,3 4 1-16,2 3 0 15,0 3-3-15,2 0 1 16,1 0 1-16,0 8-1 15,1 0 0-15,1 1 1 0,0-1 0 16,-1 1 1-16,3-2 1 16,-4-3-2-16,-2-4 1 15,2 0 1-15,-1 0 0 16,-2 0 3-16,-3-7-1 16,-1-3 6-16,-3-1 8 0,-2-3 2 15,-5-1-4-15,0 1-3 16,0-1-7-16,-2 0-5 15,-7 3-2-15,2 3-13 16,-1 0-15-16,5 4-12 16,-1-1-24-16</inkml:trace>
  <inkml:trace contextRef="#ctx0" brushRef="#br0" timeOffset="17790.77">20196 13641 192 0,'0'0'4'0,"0"0"-2"0,0 0 5 15,0 0 6-15,0 0-9 16,0 0-3-16,0 0 1 0,0 0-1 16,-50 9 0-16,36 6 0 15,0 4 0-15,5-2-1 16,2 0 0-16,5-1 2 15,2-2-2-15,3 0 0 16,10-4 0-16,4-2 0 16,6-1-3-16,1-4-15 0,7-3-21 15,-1 0-5-15,4-1 7 16,2-9 4-16,-3-3 22 16,-2 2 12-16,-4-3 5 15,-7 1 15-15,-5 1 1 16,-6 4-3-16,-5 0 4 0,-4 3 14 15,0 0-17-15,-12 4-10 16,-4 1-4-16,-1 0-3 16,0 0-3-16,-1 7 4 15,3 1-1-15,6 0-2 16,2-1-1-16,4 1 1 0,3-2-1 16,0 1-1-16,5-1-3 15,6-2 7-15,3-3-1 16,4 0-1-16,3-1 0 15,0 0 1-15,2-4-2 16,-1-6 0-16,-5-2 1 0,0-1 0 16,-2-4 1-16,-1-2-1 15,-4-1 3-15,0-4-3 16,-4-1 0-16,-1 0 0 16,-1-1-1-16,-3 2 0 15,-1 3 0-15,0 4 0 0,0 4 0 16,0 3-1-16,0 7 0 15,-1 3 3-15,-1 0-4 16,0 8 2-16,2 8 0 16,0 3 0-16,0 4 0 15,2 1 0-15,6 0 1 0,3 1-1 16,1-3 1-16,1-1 0 16,2-1 0-16,-1-1-1 15,0-1-5-15,-2-4-28 16,2-3-33-16,-4-2-5 15</inkml:trace>
  <inkml:trace contextRef="#ctx0" brushRef="#br0" timeOffset="17913.12">20712 13679 153 0,'0'0'25'0,"0"0"25"0,22-52-29 0,-3 36-13 0,5 5-7 15,6-2-1-15,0 6-2 0,-3 3-45 16,-5 0-76-16</inkml:trace>
  <inkml:trace contextRef="#ctx0" brushRef="#br0" timeOffset="18688.37">16958 15731 145 0,'0'0'12'0,"0"0"20"0,0 0-8 0,0 0-19 16,0 0-1-16,0 0-2 0,0 0-1 16,-41-2 0-16,32-1 0 15,0-1 7-15,3-2 5 16,-3-1-3-16,4 0-4 15,2 0-5-15,2-4 1 16,1 3-3-16,0-2 0 0,10 1 3 16,5 0-4-16,0-1 1 15,5 6-2-15,0 1-2 16,4 3 2-16,-1 0-2 16,4 0 1-16,-2 6 3 15,3 2 1-15,-1 2 0 0,-2-3 0 16,1 0 0-16,-1-4 0 15,-4-1-1-15,-2-2 1 16,1 0 0-16,-1-9 5 16,-2-4 3-16,-3-1 4 15,-3-2 0-15,-3-2-1 16,0-2-3-16,-8 0-4 0,0 0-2 16,0 0 0-16,0 2-2 15,-8 1-1-15,0 4 1 16,2 3-2-16,1 6-4 15,1 3-13-15,4 1-22 16,0 0-60-16</inkml:trace>
  <inkml:trace contextRef="#ctx0" brushRef="#br0" timeOffset="19400.2">17686 15392 211 0,'0'0'4'0,"0"0"15"0,0 0 2 16,0 0-17-16,0 0-1 15,0 0-4-15,-47-24 4 16,33 26-3-16,3 9 3 0,1 3-1 16,0 3-1-16,4 5 0 15,2 0-1-15,4 0 1 16,0-3-1-16,6-1 2 15,8-6-4-15,3-2 4 0,5-3-6 16,5-4-8-16,1-3-6 16,1 0-17-16,4-3-25 15,-2-5 5-15,-3-5 16 16,-2 0-12-16,-5-4 51 16,-2 3 31-16,-8-2 10 0,-4 3-4 15,-2 4 2-15,-5 1 19 16,0 4-21-16,0 1-21 15,-5 3-13-15,0 0-8 16,-5 0 3-16,2 6 4 16,1 1-2-16,1 2 1 15,2-1 0-15,4-1-1 0,0-1 0 16,1-2 0-16,10 2 0 16,1-3 0-16,3-2 0 15,3 2-1-15,1-3 1 16,0 0 1-16,2 0-2 0,-4 0 2 15,0 0-2-15,0-4-2 16,-4-5 5 0,-2-1-4-16,1-3-4 0,-7-4 2 15,-1-1 2-15,-2-3-1 16,-2-1 0-16,0-5 2 0,-9 3 1 16,-2-2 0-16,-1 1 1 15,2 4 0-15,-4 1 0 16,4 3 2-16,1 5 3 15,1 5 0-15,2 5-2 16,2 2-4-16,1 0-4 16,3 11 4-16,0 6 0 0,0 3 0 15,0 3 0-15,8 2 0 16,4 2 0-16,0-2 0 16,1 1-5-16,0-3-17 15,-4 0-44-15,-2-7-44 16</inkml:trace>
  <inkml:trace contextRef="#ctx0" brushRef="#br0" timeOffset="19542.18">18044 15343 286 0,'0'0'4'0,"0"0"-2"0,16-42 1 0,5 28-3 15,7 0-4-15,7 0-31 16,2 0-44-16,2 2-47 15</inkml:trace>
  <inkml:trace contextRef="#ctx0" brushRef="#br0" timeOffset="20076.02">18931 15266 101 0,'0'0'32'0,"0"0"6"0,-47 0-8 16,38-4-18-16,0-4-3 15,5-1-4-15,-2-3-5 16,4 1 2-16,2-3 0 15,0-1-2-15,0-1 0 16,8 0 0-16,1 0 0 0,5 3 1 16,5-3-1-16,2 4 0 15,2 1 0-15,4-1-1 16,3 2 1-16,3 2 0 16,3 1 0-16,4 1 0 15,3 3 0-15,4 0 0 0,2 3 0 16,2 0 0-16,1 0 0 15,-3 0 0-15,1 0 1 16,-3 0-1-16,1 0 0 16,-5-1 0-16,2-6 0 15,-6-3 0-15,-3-3 0 0,-5 2 2 16,-8-3-1-16,-4-1 9 16,-7 1 6-16,-7-1 4 15,-3 0-3-15,-2 1-3 16,0 0-4-16,0 0-8 15,-5 2-1-15,1 3-2 0,-2 3-13 16,2 1-25-16,0 1-50 16</inkml:trace>
  <inkml:trace contextRef="#ctx0" brushRef="#br0" timeOffset="20411.49">20365 14672 122 0,'0'0'3'0,"-37"-1"2"0,18 1 2 0,-2 4-5 0,0 7 0 15,2 4 3-15,1 0 0 16,2 2-1-16,5 2 2 16,2-1 3-16,3 2-4 15,4 1-3-15,2-2-2 16,1 1 0-16,10-4 0 16,3-1 0-16,5-2 0 0,5-5-2 15,3-2 0-15,0-3-8 16,3-3-37-16</inkml:trace>
  <inkml:trace contextRef="#ctx0" brushRef="#br0" timeOffset="20980.25">20597 14789 90 0,'0'0'80'16,"0"0"-29"-16,0 0-20 15,0 0-17-15,-26-37-12 0,13 35-3 16,-2 2 1-16,1 0 1 15,-2 5 2-15,3 4-2 16,0 0-1-16,4 4 0 16,4-2 0-16,3-1 0 15,2 1-3-15,0-2-12 16,2-3-2-16,9-1-1 0,-1-3 1 16,3-2 4-16,0 0 13 15,2-1 1-15,-3-5 2 16,1-1 10-16,-2 1 8 15,0 0-3-15,-2 2-5 16,-1 1-6-16,2 3-4 0,-1 0-2 16,0 0-1-16,2 0 0 15,-2 2 0-15,1 2 0 16,-1-1 0-16,2 2 0 16,-5-2 1-16,1 0-1 15,-4-3 0-15,1 0 0 0,-2 0-1 16,2 0 0-16,-2-3 2 15,1-7-6-15,0-2-16 16,1-6 0-16,0-2 5 16,0-3 0-16,1-3 9 15,-1-2 6-15,1 3 2 0,-1 2 7 16,-1 4 10-16,1 4-1 16,-4 6 4-16,1 4-2 15,0 4-10-15,1 1-9 16,1 4-4-16,3 11 3 0,-1 4 3 15,5 5 1-15,2 5-2 16,2-1 0-16,1 4 0 16,2-3-1-16,0-3-3 15,1-8-59-15,-3-8-52 16</inkml:trace>
  <inkml:trace contextRef="#ctx0" brushRef="#br0" timeOffset="22866.18">18598 7183 146 0,'-27'-4'-18'0,"0"1"17"0,0 1 2 0,-2 0 5 0,5 0-1 16,0-3 13-16,5-1-2 16,0 0 9-16,1-1-10 15,-1 0-6-15,0 1-3 0,-4 1-3 16,-4 1-3-16,-4 2 0 15,-2 2 0-15,-4 0 0 16,0 0-2-16,-4 0 4 16,1 0-2-16,2-1 0 15,-3-5 1-15,-1 4 3 0,-2 0 1 16,-5 0-3-16,-4 2-1 16,-3 0 0-16,-3 0-2 15,-5 0 1-15,1 0 0 16,-3 2 0-16,0-2-2 15,3 0 2-15,-2 0-1 0,1-3 0 16,1-6 0-16,0 0 1 16,1-3-1-16,0-1 1 15,1-1 0-15,-1 1 0 16,1-1 1-16,-1 1-1 16,-2 3 0-16,0-1-1 0,-3 5 1 15,-3 1-1-15,-1 0-5 16,-4 1-4-16,2 1 4 15,-2-1 4-15,0 1 1 16,2 2 1-16,2-1 1 16,-3 2-1-16,4 0 2 15,-1 0-2-15,-1 6 0 0,1 1-1 16,0 4 1-16,1-2 0 16,3 4 0-16,4-2 1 15,3 3-1-15,2 1 1 16,9 1 1-16,-2 5-1 0,8 1 1 15,2 4-2-15,4 2 1 16,5 2-1-16,-1 1 0 16,4 3-1-16,1-2 1 15,2 2-2-15,4-2 1 16,4-2 1-16,1 2-1 16,7-3 1-16,1 1 0 0,5 1 0 15,4-4-2-15,0 2 2 16,5-4-1-16,9 0 0 15,5-3 0-15,4 1 0 16,6-5 1-16,2 1 0 0,4-1 1 16,5-1-2-16,5-1 3 15,6 0-2-15,5-4 0 16,5-2 0-16,5 0 1 16,6-3 0-16,5 0-1 15,3-2 0-15,0-1 0 16,5 0 1-16,1 2-1 15,5-2 0-15,-2 2 0 0,3-2-1 16,6-3 1-16,0 1 1 16,3-2-1-16,3 0 0 15,4 0-2-15,0 0 2 16,3-2 1-16,3-3 3 0,1-1 3 16,3 1-1-16,-3-1 3 15,3-1-1-15,2-1 1 16,-5 1 0-16,5 0-5 15,-7 0-1-15,-2 0-1 16,-1 0-1-16,-2-1-2 0,-7-4 2 16,2-1 0-16,-5-4-2 15,-4-1 2-15,-7-4-1 16,-7-3-1-16,-7-2-4 16,-6-4 1-16,-9-2-3 15,-8-4 2-15,-7-1 2 16,-12-2 3-16,-11 1 0 0,-13-3 0 15,-7-2 0-15,-20 0 2 16,-16-3-1-16,-13 2 0 16,-12-1 1-16,-17 5-4 15,-17 4 4-15,-19 6-12 0,-18 3-34 16,-22 3-82-16</inkml:trace>
  <inkml:trace contextRef="#ctx0" brushRef="#br0" timeOffset="24318.06">11484 7831 113 0,'-13'-3'7'0,"1"-4"17"0,1 0-1 0,1-3-10 15,0 1-4-15,3 0-8 16,-3 0 0-16,0-1-2 16,-1 0-1-16,-2 2-2 15,-3-1 0-15,-4 1 1 16,0 2 0-16,-5 1 2 0,-2 1 0 15,-4 4 1-15,-5-1 0 16,-3 1 0-16,-4 0-4 16,-2 0-3-16,-6 3-5 15,1 2 11-15,-3 0 1 16,-1 0-2-16,-2 1 5 0,0 1 0 16,-2 0 2-16,2 3 0 15,-1 1 3-15,0 6-7 16,-1-1 1-16,2 7 0 15,0 2 0-15,3 1-1 16,-1 5 0-16,7-1 0 0,3 1-1 16,4 2 0-16,6-2 0 15,3-1 0-15,2 0 0 16,6 0 0-16,5 0 0 16,5 2 0-16,4 2 2 15,4-1-4-15,5 2 0 0,0 0 3 16,10-1-1-16,7-2-1 15,3-3 0-15,5-1 0 16,4-1 0-16,5 0-1 16,5-4 3-16,4 1 0 15,8-3 1-15,4-1 1 0,4 1 2 16,6-2-3-16,2-1-1 16,5-2 0-16,4-2 0 15,0 0 0-15,7-1-1 16,2 0 0-16,4-2 1 15,-3 3-1-15,2-5 0 16,4 5 0-16,2-4 0 0,2 1 0 16,0-1 0-16,2-1 0 15,3-2 0-15,1 0 0 16,2-4 1-16,2 1-1 16,3-2-1-16,-1-2 0 15,5 0 2-15,0 0-1 0,-1 0 1 16,2-3-1-16,-2-1 0 15,-1-1 0-15,-1-2 2 16,0-1 4-16,-1-2 5 16,-2-3 0-16,-4-3-3 15,-3-2-4-15,-4-3 0 0,-6-2 1 16,-6-4 1-16,-5 1-1 16,-6-3 2-16,-7 0 12 15,-9-1-18-15,-5-1 1 16,-7-2-1-16,-7 2 0 15,-6-5 1-15,-5 1-1 16,-3-2-1-16,-8-3 1 0,-2 2-1 16,-6-3 0-16,-3 1 0 15,-5 2-2-15,0 0-2 16,-10-1-8-16,-7 3-1 16,-5 1-1-16,-5 4 0 0,-7 1 7 15,-7 3 2-15,-3 3 1 16,-6 0 1-16,-3 2 6 15,-4 1-3-15,-2 1 2 16,-5 2 4-16,-4 1-2 16,-4 1 1-16,-1 5 3 0,-7-2-6 15,-4 4 5-15,-6 2-4 16,0 0 1-16,-9 2-1 16,-8 0 2-16,-3 1-5 15,-8 2 2-15,-7 0-1 16,-7 2-2-16,-14 0 3 0,-10 7-2 15,-15 7-4-15,-13 2-18 16,-17 5-79-16</inkml:trace>
  <inkml:trace contextRef="#ctx0" brushRef="#br0" timeOffset="67579.75">9061 8403 66 0,'0'0'3'0,"0"0"4"0,0 0 1 0,0 0-4 0,0 0-3 16,0 0-1-16,0 0 1 16,0 0-1-16,0 0 1 15,0 0 0-15,0 0 2 16,0 0 1-16,0 0-3 16,0 0 3-16,-17 0-1 0,16 0-3 15,0 0 1-15,1 5-1 16,0 0 0-16,0 2 0 15,0 2 0-15,0-1-1 16,0 2 1-16,3 2 0 16,2-1 0-16,-1 0-1 15,-1 1 1-15,1-1 0 0,3 2-2 16,-2 0 4-16,3 2-1 16,-2 1 0-16,3 0 0 15,1 2-1-15,-3 2 1 16,3-2 0-16,0 3 0 15,-4 0 0-15,3-1 2 0,-2-1 1 16,2 1-1-16,-3-3 1 16,1 0-1-16,-4-4 0 15,3-2 0-15,-4 1 2 16,-2-5 2-16,3 1 3 16,-3-2-3-16,0 0 0 0,0 1-3 15,0-3-1-15,0 2-2 16,0-1-1-16,-3 4 2 15,-3 1-2-15,3 3 1 16,-3-1-10-16,-1 1-32 0,-3-3-19 16</inkml:trace>
  <inkml:trace contextRef="#ctx0" brushRef="#br0" timeOffset="67941.17">9084 8919 63 0,'0'0'7'0,"0"0"11"0,0 0-7 0,0 0-11 15,0 0 0-15,0 0 3 16,0 0 4-16,0 0-2 0,0 0-5 16,0 0 6-16,42 0 2 15,-31 3-4-15,-2-1-2 16,0 0-1-16,2-1 0 16,-2 2 1-16,-2-3-2 0,4 1 0 15,-4-1 2-15,-1 0-1 16,3 0-1-16,-3 0 3 15,2-2-13-15,-2-3-21 16,-1-2-22-16</inkml:trace>
  <inkml:trace contextRef="#ctx0" brushRef="#br0" timeOffset="68112.19">9276 8788 74 0,'0'0'25'0,"0"0"-4"16,0 0 16-16,0 0-4 15,0 0-20-15,0 0-18 0,0 0 0 16,0 0 11-16,-5 54-6 16,5-17 2-16,0 11-1 15,-2 6 1-15,-4 2-35 16,-1-4-114-16</inkml:trace>
  <inkml:trace contextRef="#ctx0" brushRef="#br0" timeOffset="70788.95">12036 8524 17 0,'2'-3'4'0,"0"2"-3"0,-1-1-1 0,1 2 0 16,0-1-2-16,2 1-9 0</inkml:trace>
  <inkml:trace contextRef="#ctx0" brushRef="#br0" timeOffset="72206.23">11963 8575 4 0,'0'-1'10'0,"0"-1"2"0,0 2-1 0,0 0-2 0,0-1-4 16,0 1 1-16,0-2 0 15,0 2 3-15,0-2-3 16,0 0 4-16,0 2-2 0,0-1 0 15,0 1-3-15,0 0-4 16,0 0-1-16,0 0-2 16,0 0 0-16,0 0 3 15,0 0-1-15,0 0 0 16,0 1 0-16,0 1 0 0,2 0 0 16,0 1-1-16,0 0 1 15,0 0 1-15,-1 0-1 16,1 1 0-16,0-1 0 15,2 1 0-15,-2-3 0 16,0 3 0-16,0-2 0 0,0 0 1 16,-1 0-1-16,0-1 0 15,3 1 0-15,-4 0 0 16,0-2 0-16,2 0 0 16,-2 2 0-16,0-2 0 15,0 0 0-15,0 0 0 0,0 0 0 16,0 0 1-16,0 0 1 15,0 0 3-15,2 0 0 16,0 0-6-16,-2 0-7 16,1-6-29-16</inkml:trace>
  <inkml:trace contextRef="#ctx0" brushRef="#br0" timeOffset="74925.58">9490 7903 49 0,'-4'-8'2'0,"1"-1"5"0,1 1 2 0,0 1 2 16,-2-1-4-16,-2 1-1 15,2 0 2-15,-4 2-1 0,1-1 1 16,-2 0 0-16,-3 2-3 16,2 1-2-16,-6 2 0 15,1-2-2-15,-1 3-1 16,-2-1 1-16,-2 1 0 16,2 0-1-16,-6 0 0 15,1 0 0-15,0 0 1 0,0 0-1 16,2 0 0-16,0 1 0 15,4 0 1-15,1 1 0 16,3-1-1-16,-1-1 1 16,1 2-1-16,-1-1 1 0,1 2 0 15,0-2-1-15,0 5 0 16,2 0 0-16,1 1 0 16,-1 0 0-16,2 3 0 15,1 0 0-15,0 4-1 16,1 0 2-16,3 0-2 15,0 5 1-15,0-1 0 0,2 1-1 16,1-1 1-16,1-1 0 16,0-1-1-16,0-1 0 15,5 0 0-15,1-1 1 16,-1 0 0-16,3 0 0 16,2 2 0-16,1 1 0 0,-2 0-1 15,5-1 1-15,-1 1 0 16,3 1-1-16,1 1 1 15,1-2 0-15,-1 3 0 16,2-1 0-16,1-1 0 0,-1-3 0 16,4 2-1-16,0-4 0 15,1-2 0-15,1-4-1 16,0 0 1-16,3-4 0 16,-1 0 3-16,0-2-2 15,0-1 0-15,3 0-1 0,0 0 5 16,2 0-5-1,-1-6 4-15,0-4-3 0,-1 1 1 16,1-2-4-16,-4-2 5 16,-4-4-2-16,2 3 2 15,-4-2 1-15,-4 0 6 16,-1 0-1-16,-1-2-3 0,0 1-2 16,-3 0 0-16,0-1 1 15,-6-1-2-15,1 1 2 16,-5-2 3-16,-1 3 1 15,-1-2 1-15,0 1 1 16,-1-1 1-16,-5-2-3 0,-1 4-3 16,-4-3-2-16,2 2 3 15,0 1-3-15,-3 1-1 16,0 0 0-16,-1 2-2 16,1 0 1-16,-1 0-1 15,-3 1 1-15,0 0 0 0,0 2-1 16,-1-2 1-16,-1 0 0 15,1 3 0-15,0 0-1 16,1-1 1-16,-1 1-1 16,0 3 0-16,1 0 0 15,-1 1 0-15,0-1 2 0,-3 3-2 16,1-2-2-16,2 3 2 16,-4 1 0-16,0 0 0 15,0 2 0-15,1 0-1 16,-5 0 1-16,2 0 0 15,-2 6 0-15,2 1 0 16,-2 2 0-16,0-1 1 0,0 3-2 16,2 1 2-16,2 0-1 15,2 0 0-15,-1 3-1 16,3 1 1-16,2-2 0 16,1-1 0-16,3 1-1 0,-1 2 1 15,1-2-1-15,3 0 0 16,0-1 1-16,1 1 0 15,1 2-1-15,2-2 2 16,0 3-2-16,2 0 0 16,0-1 1-16,0 2 0 15,2-1 0-15,0 2-1 0,0-3 0 16,0 1 0-16,2 1 1 16,4-1-1-16,-2 3 0 15,4-3 1-15,-1 0-1 16,3 1 1-16,-1-3-2 15,2 0 1-15,2-1-1 0,2-1 0 16,2 1 0-16,-1-5 2 16,2 5-1-16,0-4 1 15,2 3 0-15,-3-3 0 16,6 1 0-16,-3-1 0 16,4-3-1-16,-1 0 0 0,2-3-2 15,1-2 0-15,0-2 1 16,0 0 1-16,1 0-1 15,1-2 2-15,1-6 1 16,0-2 0-16,1-1-2 0,1-2 2 16,-2-3-1-16,0-1 0 15,-2-3 0-15,0-1 0 16,-2 0 2-16,-5-2-1 16,0 0 1-16,-5-1 1 15,-1 0 0-15,-6 0-1 16,1-2 0-16,-3-2 0 0,0-2 0 15,-6-1 0-15,0 0 0 16,0-2 1-16,-10 2-1 16,-2 2-1-16,-3 1 3 15,-4 5 1-15,-3 0-4 16,-4 5 0-16,1 2 0 0,-3 5 1 16,0 1-2-16,-1 7 0 15,2 3 0-15,-2 2-4 16,1 13-18-16,-1 4-35 15,-2 3-22-15</inkml:trace>
  <inkml:trace contextRef="#ctx0" brushRef="#br0" timeOffset="78533.28">12278 8480 28 0,'4'0'5'0,"-4"-3"-5"0,2 2 3 15,-2-3 11-15,0 3 2 16,0-3 1-16,0 1-3 16,0 2-5-16,0-2-5 15,0 2 10-15,-2-1-11 0,-2 1-1 16,2-1 1-16,-1 0-2 15,-2 0 1-15,-1 2-1 16,1 0 2-16,-4 0-1 16,3 0 3-16,-4 0-3 15,1 0-2-15,3 0 1 16,-3 0-1-16,2 0 0 0,0 6 1 16,3-5-1-16,0 2 0 15,0 0 0-15,2-2 0 16,1 2 0-16,1-3-1 15,0 3-2-15,0-2 1 16,0 0 0-16,0 3 4 0,0-3-1 16,1 3-1-16,0 2 1 15,0-1-1-15,-1 0 1 16,0-1-1-16,0 2 0 16,0-2 0-16,0 2 0 15,0-2 1-15,0-1-1 0,0 0 1 16,0 1-1-16,0 3 1 15,0-1-2-15,-2 1 1 16,1 2 0-16,-1-2 1 16,2 0-1-16,0-2 0 15,0 1 0-15,0-2-1 0,0-1 0 16,0 0-1-16,2-2 0 16,2 1 3-16,1-2-2 15,2 0 5-15,1 0-1 16,0 0 0-16,2 0 0 15,2-3 0-15,2 0-2 0,0-1 1 16,1 0 0-16,-2 1-1 16,1 0 0-16,-1 0 0 15,0 3-1-15,0 0 0 16,-2 0 0-16,-1 0 0 16,-1 0-1-16,1 0 1 0,-4 6 0 15,2-2-1-15,-5 3 1 16,1 0 2-16,0 0-2 15,-4 1 0-15,0-2 2 16,0 0-2-16,-3 3 2 16,-7 2-3-16,-4 0 8 15,-6 2-2-15,0 0-4 0,-3 1 0 16,1-1 0-16,2-3-1 16,2-3-3-16,3 1-10 15,1-1-11-15,3-6-19 16,4-1-57-16</inkml:trace>
  <inkml:trace contextRef="#ctx0" brushRef="#br0" timeOffset="78803.96">12153 8494 104 0,'0'0'4'0,"0"0"-1"0,39-17 12 16,-20 10-2-16,3-2 1 15,4 2-10-15,1 0-2 16,-2 2-1-16,2 2-7 0,-7-1-21 15,4 1-17-15</inkml:trace>
  <inkml:trace contextRef="#ctx0" brushRef="#br0" timeOffset="79536.87">12510 8672 83 0,'0'0'8'15,"0"0"20"-15,0 0-18 0,0 0 3 16,0 0-6-16,0 0 5 15,0 0 1-15,0 0-4 16,-9 0-2-16,8-2 2 16,0-1 0-16,0-1-5 15,1-2 0-15,0-1-3 0,0-1 0 16,-1-2 2-16,0-2 1 16,0 0-3-16,0-4 0 15,-1 1 0-15,0 0-1 16,-2-2 1-16,1 2-1 15,2-1 2-15,0 3-4 16,1 2 2-16,0 2 0 0,0 2 0 16,0 3-4-16,2 1 0 15,5 0 0-15,-3 3 3 16,1 0 2-16,3 0-3 16,-3 2 0-16,5 3 1 15,0 0 1-15,-1 0 0 0,3-1-1 16,0-1-1-16,1-2-1 15,0-1-1-15,-1 0 4 16,2 0-2-16,-1-6 4 16,-1-1-1-16,-1-2-2 15,-3 1 8-15,2-2-5 0,-5 0 0 16,1 0 0-16,-2 1-1 16,-4 2 1-16,2 1-1 15,-1 2 2-15,-1 2-2 16,0 1 0-16,0 1-3 15,1 0-6-15,-1 3 5 0,1 7 2 16,3-1 3-16,-2 6-3 16,3 0 1-16,-2 0-1 15,5 1 0-15,-2-1 0 16,3 1 1-16,1 0 0 16,-2-1 1-16,1 2 0 0,-4 0 0 15,2 5-2-15,-5-2-36 16,-2-1-35-16</inkml:trace>
  <inkml:trace contextRef="#ctx0" brushRef="#br0" timeOffset="79881.27">12648 8804 120 0,'0'0'-17'0,"0"0"17"0,44-12 6 0,-23 4 0 15,-2-1-2-15,2-2-2 16,0 0 4-16,1 0 1 15,-4-1-2-15,2 2 1 16,-2 0-2-16,1 0-3 0,0 3 1 16,-4 1-2-16,-1 2 0 15,-3 2-4-15,-4 2-12 16,-1 0-4-16,-4 0-6 16,-2 0-33-16</inkml:trace>
  <inkml:trace contextRef="#ctx0" brushRef="#br0" timeOffset="80135.31">12736 8838 59 0,'0'0'4'16,"0"0"-4"-16,0 0 9 15,0 0 8-15,42-12-4 16,-26 5 2-16,2-1-4 0,4-2 0 16,-4 1 7-16,4-1-10 15,-2 2 0-15,0 1-5 16,0 1-3-16,1 3 1 16,-2-1-17-16,-3 1-46 15</inkml:trace>
  <inkml:trace contextRef="#ctx0" brushRef="#br0" timeOffset="82293.25">9727 7450 25 0,'-2'0'8'0,"0"-1"9"0,0-2 0 15,0 0-3-15,0 2-11 0,1 0-1 16,-1 1-2-16,-1-1 0 16,1 1 1-16,2 0-1 15,-3 0 1-15,3 0 0 16,-1 0 6-16,1 0 4 0,0-1-4 16,0-2 2-16,0 2-4 15,6-4-4-15,6-1-1 16,3-5 0-16,3-3-18 15</inkml:trace>
  <inkml:trace contextRef="#ctx0" brushRef="#br0" timeOffset="86029.2">18886 7325 1 0,'0'0'2'0,"0"0"11"0,0 0-1 0,0 0-2 15,0 0 0-15,0 0 6 16,0 0-4-16,0 0 2 16,0 0-5-16,0 0-7 15,0 0 0-15,0 0-1 16,-18-14-1-16,17 14 0 0,0 0 0 16,-1 0 0-16,0 0 2 15,0 0-2-15,-5 0 5 16,4 0 0-16,-1 0-2 15,-1 0-1-15,1 0 1 16,0 0-2-16,1 0-1 0,-1 0 0 16,0 4 0-16,1-1 0 15,-3 0 0-15,2 1 0 16,1 2 0-16,-3-2 0 16,0 0 1-16,2 2-1 15,1 0 0-15,0-1-1 16,1 2 2-16,1 1-2 0,1-1 0 15,0 0 2-15,0 0-1 16,0 0 0-16,0 2 0 16,0-4 1-16,0 2-1 15,0-1 2-15,3 0-1 0,-1-2 0 16,2 0 2-16,0-1-1 16,2 0 1-16,2 1 6 15,-3-2-4-15,4-1 3 16,0 0-3-16,0 1-2 15,1-2 1-15,0 0-2 16,-3 0-1-16,3 0 1 0,-2 0 0 16,1-6 1-16,1 2-1 15,-2-1-1-15,0 0 0 16,3-2 1-16,-5 0-1 16,1 0 0-16,-2 0 1 15,2-2-1-15,-5-1 2 0,1 0-1 16,-3 2 1-16,0-1 0 15,0-1 1-15,0-1-1 16,0 4 0-16,-3-2-1 16,-4 2 1-16,2 0-1 15,1 0-1-15,-1 1-1 0,1 1 1 16,0 0 0-16,0 1-1 16,1 1-1-16,-2 0 0 15,3 0 0-15,-4 2-1 16,2 1 6-16,-1 0-3 15,-2 0-1-15,-2 0-2 0,0 3-2 16,-2 1 2-16,-2 3 0 16,1 0 4-16,-1 0-4 15,2 2 2-15,2-2 1 16,-3 3-2-16,1 1 1 16,1 2 0-16,0-1 0 0,1-1-1 15,0 2 1-15,3-3 0 16,-1 0 0-16,3-2 0 15,2 1 0-15,1-2-2 16,1 0 0-16,0-1-1 16,0 1 2-16,0 0-1 0,3 0 1 15,2 1 0-15,2-3 0 16,-1 2 1-16,2-3-2 16,-1 2 2-16,1-2-2 15,2-1-1-15,-3-2 5 16,4-1 1-16,1 0-1 0,1 0 0 15,0 0 1-15,2 0-3 16,-3-5 1-16,-3-1 1 16,0-1-1-16,-1 0 1 15,0-1 0-15,0 0-1 16,-3-3 1-16,1 0 0 0,-4-1 1 16,1 1-2-16,0-1 2 15,-2-2-1-15,-1 3 2 16,0-2-4-16,0 1 0 15,0 1 3-15,-7 2-3 16,1 1-3-16,0 2 3 16,0 1-2-16,0 1 0 0,-1-1 0 15,1 4-4-15,1-2 9 16,-1 3-1-16,1-1-1 16,-3 0-1-16,2 1-1 15,-3 0 1-15,1 0 0 16,-2 0 0-16,1 0 0 0,1 2-1 15,-2 1 2-15,2 1-2 16,1 2 1-16,-1-2 0 16,0 3-1-16,0 1 0 15,1 1 1-15,1 2 0 16,1-2-2-16,-2 1 2 0,3-2 0 16,1 1 0-16,1 1-2 15,2-1-1-15,0 0 2 16,0 0-1-16,0 2-1 15,3-1 1-15,3-1 0 16,1 0 0-16,0 0-1 16,2-3 2-16,1-3 1 0,-2 2-2 15,2-2 4-15,1 0 1 16,3-3-1-16,-3 0 0 16,3 0-1-16,-1 0 1 15,-3 0-2-15,2 0 1 16,-2-3 0-16,0-2-1 15,-2-2 1-15,0-1 1 0,-1 0 2 16,0-1 0-16,2-3-2 16,-5 0-1-16,1-1 1 15,-2 1-1-15,-3-1 1 16,0 0-2-16,0-1-1 0,-3 2-1 16,-4-2 0-16,-4 4 0 15,0-1 2-15,0 3-4 16,-2-1 2-16,2 5 5 15,1-1-1-15,-2 3-4 16,-1 0 2-16,2 2-1 0,2 0 0 16,0 0 1-16,0 0-2 15,0 5 1-15,1 2-2 16,-1 1 3-16,1 2-2 16,0 2 1-16,1 1-1 15,1 2 1-15,1-1 0 0,-2 0 0 16,4-1 1-16,1 0-2 15,2-3 0-15,0-2 1 16,0 2-4-16,0 0 4 16,5-1-1-16,4-1 0 0,0-1-1 15,0-1 3-15,3 1-1 16,-1-1 2-16,1-3 0 16,0 1-1-16,1-3 2 15,1-1 0-15,1 0 3 16,-1 0 1-16,-1-3-1 15,0-4-1-15,1-1-1 0,-1 1-1 16,3-2 0-16,-5-2-1 16,-2-2 2-16,1 0-1 15,-3 0 0-15,-2-1 1 16,-2-1 0-16,-1-1-2 0,-2 2 3 16,0-2-3-1,0 3 1-15,-4 1 0 0,-2 0-3 16,-1 2 0-16,-1 2-2 15,-1 1-1-15,-2 2-3 16,-3 1 6-16,3 1 0 16,-1 3-1-16,0 0 3 15,1 0-4-15,0 4 3 0,0 4 0 16,0 0-1-16,1 2-1 16,-1 0 3-16,3 0-2 15,1 2 1-15,0 0-2 16,2 1 2-16,1 1-1 0,1 3 0 15,1 0 1-15,1-1-2 16,1 1 1-16,0 0-2 16,0-3 1-16,5-1 0 15,2 1 0-15,2-4 1 16,0 0 0-16,1-3 1 16,3-1 1-16,-2-3 2 0,-2-1 0 15,3-2 3-15,-1 0-2 16,2 0 4-16,-4-4-3 15,0-3 1-15,1 0-3 16,0-3-1-16,-2-3 1 0,-1 0 0 16,0-1-1-16,2-4-1 15,-4-1 0-15,1 0 1 16,-3-1-1-16,0 1-1 16,-2 3-1-16,-1-2 1 15,0 4 0-15,0-2-2 16,-5 4-2-16,-3 0 0 0,-1 2-1 15,-3 0 3-15,-1 0-1 16,-1 7-2-16,-1-1 8 16,1 4-1-16,-2 0-4 15,4 3-4-15,-2 6 0 16,-2 3-5-16,2 1 5 16,2 4 4-16,0 0 0 0,2 0-1 15,5 2 3-15,-1-1-1 16,3 1 0-16,3-2-1 15,0 0 1-15,0-2 0 16,5 1-3-16,3-5 3 0,1 2-2 16,1-3 3-16,0-1 1 15,1-2 1-15,1-2-4 16,1-2 4-16,-4 0 1 16,5-3 0-16,-2 0 4 15,3 0-2-15,-2-4-1 0,3-5-2 16,-4-1 1-16,0-2-1 15,0 0 0-15,-2-5 1 16,-3 0-1-16,0-1 3 16,-4-1-1-16,-1-1-2 15,-2-1 1-15,0 1 0 0,0 0-1 16,-10 3 0-16,-3 2-2 16,-3 6-7-16,-6 6-10 15,-9 3-13-15,-5 0-41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27:13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21954 6291 125 0,'0'0'19'0,"0"0"10"0,0 0-12 16,22-38-5-16,-9 28-4 15,2 0-2-15,0-1-5 0,0 2 4 16,0-1-3-16,3 3-1 16,-2 3-2-16,2-2 3 15,3 3-4-15,1 2 2 16,2 1 1-16,1 0-1 16,1 0 0-16,-4 7 1 15,1 3-1-15,1 3 1 0,-5 2 0 16,4 1-1-16,-5 5 0 15,2-1 0-15,-4 2 0 16,0 3 0-16,-3 1 1 16,-2 2-1-16,-1 3 0 15,-2-1 0-15,-3 4 2 0,-1 0 1 16,-4 2-3-16,0 2 1 16,0 5 0-16,-5 1 1 15,-3 4-1-15,-3 3 0 16,1 2 0-16,1-1 0 15,1 2-1-15,3-1 0 0,1-3 0 16,4 2 0-16,0-2 0 16,0-2 0-16,9-3-1 15,2-5 0-15,-2-5 0 16,6-6 0-16,1-3 0 16,1-8-2-16,2-1 0 15,1-4 4-15,-5-2 1 0,0-2-2 16,-5 1 2-16,-4-3-2 15,-5 4 0-15,-1-1-2 16,-8 5-1-16,-7 4 9 16,-5 4-4-16,-2 3-1 15,0 3 0-15,1 6 0 0,2 3-1 16,3 5 0-16,2 4 0 16,2 5 0-16,3 6 0 15,1 3 1-15,2 3-1 16,2 2 1-16,3 2-1 0,1 1 1 15,0 1-1-15,0 1 0 16,5 1 3-16,5 5-3 16,-2 1 0-16,2 3 1 15,2 1-1-15,-3 6 2 16,-2 2-1-16,-1 1 0 16,-4-2 0-16,-2 2 0 0,0 2 0 15,0-4-1-15,-5-5 1 16,0-5-1-16,2-3 1 15,-2-4-1-15,0-5 1 16,-1-3-1-16,-4-2 0 16,-1-1 2-16,-5-4 1 0,-2-3-1 15,-6-6 2-15,-3-2 2 16,-3-4-2-16,-4-6 0 16,-3-1 0-16,-8-9 0 15,0 1-2-15,-2-9 2 16,-2-6 1-16,-1-1 0 0,2-5 0 15,1-2 1-15,0-4-3 16,1 2-3-16,2-2 0 16,-2 2-1-16,0-2-13 15,5 0-51-15</inkml:trace>
  <inkml:trace contextRef="#ctx0" brushRef="#br0" timeOffset="2030.02">22845 8065 133 0,'0'-1'-13'0,"0"-6"27"0,-4 1-1 0,1 2-8 0,-2-1 0 16,1-2-4-16,0 2 0 15,0-4 0-15,1 2-1 16,-1-3 0-16,2 0 1 16,1-3 5-16,-1-2 4 15,2-2 0-15,0 0-4 0,0-4-1 16,2 2-5-16,5-4 1 16,1 0-2-16,2 1 1 15,1-3 1-15,2 1 2 16,5 0 6-16,1 0 5 15,4 0-7-15,4 0-1 0,4-2-3 16,5 2-3-16,3-1 1 16,2-1 0-16,4 4-1 15,3-3 1-15,4 7 0 16,2-1-2-16,1 6 1 16,3 4 1-16,-1 4-1 0,0 4-1 15,-3 1 0-15,-3 1 0 16,0 11 1-16,-6 3 0 15,-2 5-1-15,-5 6 2 16,-3 4-1-16,-6 4 0 16,-4 3 0-16,-2 5 0 0,-3 7 1 15,-1 4 0-15,-6 7 2 16,1 6 0-16,-1 3-2 16,-4 2 1-16,1 4-1 15,0-1-1-15,-5 3 0 16,2 0 0-16,-5 8 0 15,-1 3 0-15,-1 7 0 16,0 5 1-16,0 9-2 0,-1 7 2 16,-6 6-1-16,3 6 0 15,-1 7 1-15,-3 4-1 16,-4 5 2-16,0 6 4 16,-2 9-1-16,-4 2 1 0,1 6-2 15,-4 7-2-15,1 5-1 16,-2 0 2-16,1 5 2 15,-9 5-1-15,-2 4-1 16,-4 5-2-16,-7 1-1 16,-1 5 0-16,-4 1 1 0,-4-1-2 15,3-5 2-15,1-3-1 16,5-7 0-16,5-9 2 16,7-7 2-16,5-5 3 15,4-6 1-15,6-7-1 16,-1-5-1-16,3-6-2 0,0-11-2 15,0-5 5-15,0-13 0 16,1-4 1-16,-1-12-2 16,3-11-5-16,1-7 0 15,0-8-1-15,0-11-2 16,-1-6-24-16,-5-14-26 0,3-15-85 16</inkml:trace>
  <inkml:trace contextRef="#ctx0" brushRef="#br0" timeOffset="2691.24">22842 14837 132 0,'9'7'-5'0,"1"0"6"0,3 0 1 0,2 3 0 0,1 0-1 16,0 2 1-16,0-1 1 16,1 0 1-16,0-1 1 15,2 4-2-15,-5-4 12 16,3 0-4-16,-3 0 11 15,3 0-4-15,-2 0-3 0,4-1-6 16,-6 0-5-16,3-1 0 16,-3 0-2-16,1 1-2 15,-3-1 1-15,-2-2-1 16,-1-1 1-16,0 1-1 16,-3-3 1-16,0 1-6 0,-2-1-14 15,1 1-19-15,-2-4-19 16,-2 0-49-16</inkml:trace>
  <inkml:trace contextRef="#ctx0" brushRef="#br0" timeOffset="2912.13">23337 14846 279 0,'0'0'13'16,"0"0"-1"-16,0 0-3 16,0 0-7-16,0 0-6 15,0 0-2-15,-25 42 12 16,2-3-5-16,-9 10-14 16,-10 9-47-16,-5-1-166 0</inkml:trace>
  <inkml:trace contextRef="#ctx0" brushRef="#br0" timeOffset="6188.66">13926 13782 120 0,'-6'0'-7'0,"-5"0"13"0,-1 0-1 0,0 3-3 0,0 9-1 15,-4 2-1-15,-1 7 0 16,-3 4 0-16,-1 6 0 16,-1 3 1-16,0 3-1 15,1 2 0-15,4 3 1 16,1 1 3-16,7 0 1 0,7 2 1 15,2 2-1-15,6 0-1 16,12-3 4-16,5-2-4 16,8-3 2-16,2-7-1 15,8-6-5-15,1-5 6 16,3-7-3-16,4-8 1 16,1-6-5-16,-2-6 2 0,-2-14 1 15,-4-11 5-15,-4-6 4 16,-7-7-2-16,-6-5 4 15,-5-3-4-15,-9-3 9 16,-5-3 3-16,-6 1-7 0,-4-2-4 16,-11 3-2-16,-6 5-2 15,-6 1-1-15,-6 9-4 16,-5 10-1-16,-3 8-5 16,-3 13-1-16,-2 10-4 15,-2 19-13-15,1 18-52 16,0 12-71-16</inkml:trace>
  <inkml:trace contextRef="#ctx0" brushRef="#br0" timeOffset="6905.73">14136 15712 241 0,'0'0'35'0,"0"0"-31"0,-37-26-2 15,23 19 2-15,3 3-6 0,0 1-7 16,-2 3-10-16,-1 0 5 16,-2 0 8-16,-4 9 13 15,1 6-7-15,-2 5-4 16,0 8 3-16,-2 5 1 16,4 8 0-16,2 5 1 15,3 4 3-15,6 3 4 0,6 0 0 16,2 2 0-16,8-5-6 15,10-9-3-15,4-7-3 16,5-11 4-16,7-10-3 16,-2-9 4-16,7-4 5 15,1-8-3-15,-2-9 1 0,-3-3-1 16,-4-3-1-16,-5-7-4 16,-6 1 3-16,-9-3 0 15,-5-1 2-15,-6-2 3 16,0-5 7-16,-10 1 0 15,-5-3-6-15,-6-2 1 0,-6 0-5 16,-2 3 0-16,-5 7 0 16,-1 7-4-16,-1 9-7 15,-3 15-7-15,2 8 4 16,-1 25-36-16,1 13-39 0,3 13-38 16</inkml:trace>
  <inkml:trace contextRef="#ctx0" brushRef="#br0" timeOffset="7560.13">14023 17362 265 0,'0'0'3'0,"0"0"-1"0,-45 58-1 0,34-30-2 0,0 4 1 0,6 2 0 16,1 6 0-16,0 1 1 15,4 4-1-15,0 3 0 16,10 5 0-16,2-3 0 16,1 2 0-16,3-4-1 15,-1-7 1-15,3-9 2 0,0-6 2 16,0-10 0-16,0-8 2 16,5-7-6-16,-1-1 4 15,2-11 11-15,1-10-11 16,2-9 3-16,-1-7-1 15,-3-7-3-15,-2-6 2 16,-6-5-4-16,-6-2-2 0,-6-4-5 16,-3 0 2-16,-4 4-3 15,-11 6 3-15,-6 11 4 16,-3 12 1-16,-5 10 1 16,-4 14-6-16,-1 4-11 15,-1 5 5-15,-1 9-23 16,4-1-57-16</inkml:trace>
  <inkml:trace contextRef="#ctx0" brushRef="#br0" timeOffset="8393.95">14668 13996 155 0,'0'0'2'0,"0"0"-4"0,1 52 6 0,8-34-1 0,1-1 0 16,3-3-1-16,2-3 2 15,0-4 0-15,3-1-4 16,-2-4 4-16,2-2 5 0,2 0-1 16,-3-5 0-16,2-5 0 15,-1-1-4-15,-1-2-1 16,0-2-8-16,-4-1 16 16,1 2-8-16,-4-2 0 15,-4 5-3-15,-1 1 3 16,-3 3 6-16,0 3 3 0,-2 2-9 15,2 2-2-15,2 0-5 16,0 0 3-16,0 6 0 16,2 2 1-16,2 5 0 15,1 0-1-15,-2 1 0 16,1 2 0-16,-3 2-1 0,-1 0 2 16,-2-2 2-16,-2 3-1 15,0-2 0-15,0-2 0 16,-9 0 1-16,-1-3 7 15,-3 0-4-15,-1 0-2 16,-3-2 0-16,-2-1-3 0,0-1 0 16,2-2 0-16,1-2-1 15,1-2-7-15,5-2-35 16,2 0-71-16</inkml:trace>
  <inkml:trace contextRef="#ctx0" brushRef="#br0" timeOffset="8592.77">15162 14232 262 0,'0'0'-3'0,"0"65"2"0,3-21 1 15,4 9-4-15,-3 4-70 0,1 4-17 16</inkml:trace>
  <inkml:trace contextRef="#ctx0" brushRef="#br0" timeOffset="9233.96">14899 15570 227 0,'0'0'4'15,"0"0"-3"-15,0 0-1 16,-11 48 2-16,11-32-2 16,4 2-3-16,6-1 3 0,2-3 0 15,0-2 0-15,1-2 4 16,-1-3-2-16,-1-3-2 15,0-2-1-15,1-2 1 16,0 0-2-16,-1-6-4 16,-2-7 1-16,0-3 3 15,0 1-1-15,-2-2 3 0,-3 0 4 16,1 5 2-16,-3 3 3 16,-2 3-1-16,0 3-3 15,0 0-1-15,1 3-1 16,0 0-3-16,1 0-12 15,3 7 8-15,-1 5 10 0,4 2-4 16,-1 4 0-16,3 2-1 16,-3 2 0-16,4-1 0 15,-2 1 0-15,-4-2 0 16,0 0 1-16,-2 3 1 16,-3-5-2-16,0 0 1 0,0-3 0 15,-9 2-1-15,-4-1 2 16,-2-5 1-16,1 0-4 15,-4-1-2-15,2-4-2 16,2-5-8-16,4-1-29 16,0-4-51-16</inkml:trace>
  <inkml:trace contextRef="#ctx0" brushRef="#br0" timeOffset="9574.21">15270 15861 258 0,'0'0'88'0,"0"0"-95"0,0 0-2 0,0 0-3 0,0 0 7 15,0 0-3-15,0 0-2 16,40-3-1-16,-33 5-1 15,2 10-5-15,-4 4-10 16,-3 7 14-16,-2 4 15 0,0 1-1 16,-2 0-1-16,-3-5 3 15,-2-3 14-15,2-7 7 16,3-6-3-16,2-5-7 16,2-2-16-16,12-2-7 15,4-11 11-15,11-5 0 0,7-6-3 16,-4-5-45-16,1 4-105 15</inkml:trace>
  <inkml:trace contextRef="#ctx0" brushRef="#br0" timeOffset="10307.61">14828 17408 248 0,'0'0'22'0,"0"0"-24"0,0 0-1 0,15 37 3 0,-6-23-1 16,5 1-2-16,3 2 0 16,-1-4 3-16,-1 0-2 15,1-2 3-15,0-2 0 16,-2-5 0-16,-1-1-3 0,-1-3 3 16,0 0-3-16,-3-9 8 15,0-7 3-15,-2-6-3 16,-1-2-3-16,1-4-2 15,-5 1 1-15,-2 0-2 16,0 5-2-16,0 4 2 0,0 5 0 16,-2 7 4-16,-4 5 8 15,1 1-4-15,3 0-5 16,-4 6 4-16,4 6-6 16,0 5 0-16,1 3-1 15,1 5 2-15,0 1 1 0,0 0 0 16,0 2 2-16,5 1-2 15,1-2 1-15,-2 0-2 16,2-2 0-16,1 0-1 16,0-3 1-16,0-2 0 15,-2 1-2-15,3-2 0 16,-2-3 0-16,0-2-5 0,-2-4-3 16,3-2-9-16,-2-6-8 15,-1-2-41-15,3-5-43 16</inkml:trace>
  <inkml:trace contextRef="#ctx0" brushRef="#br0" timeOffset="10621.04">15297 17558 219 0,'0'0'24'0,"0"0"-16"0,0 0 2 0,0 0-6 0,47-31-3 15,-33 27 0-15,1 1 0 16,0 3-2-16,-3 0-2 16,-1 13-9-16,-4 2-1 0,-1 5 5 15,-5 3 14-15,-1-2-1 16,0-1 17-16,0-3-7 16,0-1 9-16,4-3-11 15,2-4-10-15,6 1-2 16,-1 1 2-16,7-3 1 15,-1-1 1-15,3-3-4 0,1 5 2 16,-3-1 0-16,-3 4-2 16,-10-1-30-16,-7 0-57 15</inkml:trace>
  <inkml:trace contextRef="#ctx0" brushRef="#br0" timeOffset="11805.44">7074 4293 239 0,'0'0'-53'0,"42"-7"43"0,-10-2 9 0,13 4 3 15,4 0-2-15,11 1 0 16,4 1-1-16,9-1 1 16,7 0 0-16,11-2-1 15,5 0 2-15,8-2-2 0,9-1-1 16,6-2 1-16,6-2 1 16,2-4 7-16,6-1 4 15,0 0 14-15,-1 0-11 16,-2 0-6-16,-4 1-4 0,-9 4-2 15,-7 2 2-15,-12 5-3 16,-12 3 1-16,-11 3-2 16,-11 0 1-16,-12 0-2 15,-16 7-12-15,-16 3-24 16,-16 2-21-16,-10-1-23 0</inkml:trace>
  <inkml:trace contextRef="#ctx0" brushRef="#br0" timeOffset="12079.08">7637 4352 108 0,'50'0'2'0,"8"-6"1"0,13 4 7 0,16-1-1 0,10-1-1 16,13 1 0-16,13-4 2 15,15-1-5-15,12-2-3 16,10-3 4-16,5 1-5 15,3-8-59-15</inkml:trace>
  <inkml:trace contextRef="#ctx0" brushRef="#br0" timeOffset="14009.58">8527 14509 185 0,'0'0'-28'0,"0"0"36"0,0 0 12 0,-45-37-7 0,38 29-3 15,-2 0-2-15,5 0 0 16,-2 2-5-16,2 0 4 16,4 1-4-16,0-1-6 15,0 0 0-15,8-1-2 0,1 0 4 16,4 3 0-16,3 1 1 15,2 3 1-15,-1 0-1 16,-2 3 0-16,-1 11-2 16,-2 3-5-16,-3 7-9 15,-7 6 0-15,-2 4 11 0,0 3 9 16,-4 3-4-16,-6-3-4 16,0-1 12-16,3-5-5 15,0-9 5-15,0-3-1 16,5-7 2-16,2-6-6 15,0-2-2-15,5-4-1 0,6 0-1 16,4 0 2-16,3-10 10 16,7-5-9-16,4-5 1 15,1-3-9-15,-2-3-75 16</inkml:trace>
  <inkml:trace contextRef="#ctx0" brushRef="#br0" timeOffset="14181.03">8938 14480 311 0,'0'0'-19'0,"0"0"12"0,0 0-24 0,0 0-14 0,0 0-6 15,0 0-8-15,0 0-39 16</inkml:trace>
  <inkml:trace contextRef="#ctx0" brushRef="#br0" timeOffset="14465.37">9046 14393 224 0,'0'0'-7'15,"-1"46"12"-15,1-20 4 16,0 0-3-16,7-1-3 15,4-5-4-15,5-4 1 16,1-5 0-16,2-6 0 0,-1-5-3 16,-1 0 5-1,-3-2 1-15,-1-11-1 0,-4-3 2 16,-4-3 2-16,-3-4 2 16,-2 0 1-16,0-1-2 15,-13 2 0-15,-1 4-1 16,-4 5-2-16,-1 9-7 0,-2 4-30 15,-3 23-49-15,-1 10-6 16</inkml:trace>
  <inkml:trace contextRef="#ctx0" brushRef="#br0" timeOffset="14973.46">8656 15618 208 0,'0'0'5'0,"0"0"6"0,0 0 9 0,0 0-5 0,0 0-3 16,0 0 1-16,0 0-3 15,0 0-11-15,0 0-4 16,0 0-1-16,-29 33 5 16,35 0 0-16,4 9 9 15,-1 2-7-15,2 2 0 0,1 2-3 16,0 0 4-16,2 2-24 15,0 1-15-15,0-4-29 16,-3-7-11-16</inkml:trace>
  <inkml:trace contextRef="#ctx0" brushRef="#br0" timeOffset="15149.27">8946 15865 333 0,'0'0'6'0,"0"0"-10"16,0 0 4-16,0 0-5 15,0 0-32-15,0 0 12 16,0 0-26-16,0 0-53 16</inkml:trace>
  <inkml:trace contextRef="#ctx0" brushRef="#br0" timeOffset="15491.54">9139 15790 257 0,'0'0'5'16,"0"0"-3"-16,-4 48-5 15,6-25 3-15,7 2 0 0,5 0-5 16,3-2 4-16,1-2-1 16,2-7-1-16,-2-6-2 15,1-6 0-15,-2-2-4 16,-1-9 2-16,-1-9 15 0,-6-7 0 16,0-3 0-16,-4-2 1 15,-5-1-2-15,0 0-2 16,0 3-2-16,-12 3 2 15,-3 2-1-15,-4 8-5 16,0 8-14-16,-4 7-26 0,-3 16-11 16,0 15-36-1</inkml:trace>
  <inkml:trace contextRef="#ctx0" brushRef="#br0" timeOffset="16216.09">8991 17020 144 0,'0'0'8'0,"0"0"25"0,0 0 5 16,0 0-11-16,-39-30-8 15,32 27-9-15,2 3-5 0,-2 0 5 16,3 8-9-16,0 8-3 16,0 8-2-16,4 4 5 15,0 6-1-15,0 2 7 16,8 1-7-16,1-5 0 16,2-1-3-16,0-6 2 0,0-6 1 15,3-5-3-15,-3-5 2 16,1-5-5-16,-1-4-1 15,0-3-5-15,0-14 13 16,-2-7-1-16,-3-6 3 16,-1-5 1-16,-5-4 2 15,0-2-4-15,0 1-1 0,-9 1 1 16,-2 3 0-16,-3 5 1 16,2 7-1-16,-2 7 0 15,3 8 0-15,0 7-2 16,1 2-3-16,0 14-6 15,5 7-18-15,3 4-17 0,-1 2-28 16</inkml:trace>
  <inkml:trace contextRef="#ctx0" brushRef="#br0" timeOffset="16409.3">9215 17081 294 0,'0'0'5'0,"0"0"-1"0,0 0-3 0,0 0-12 16,0 0-74-16,0 0 29 16,0 0-32-16</inkml:trace>
  <inkml:trace contextRef="#ctx0" brushRef="#br0" timeOffset="16559.59">9360 16912 332 0,'0'0'4'0,"1"44"-6"16,5-13 0-16,6 2 0 0,5 5-1 16,6-1-4-16,2-3-15 15,1-8-11-15,-4-11-79 16</inkml:trace>
  <inkml:trace contextRef="#ctx0" brushRef="#br0" timeOffset="17462.05">9742 14520 138 0,'0'0'4'0,"0"0"2"0,0 0 4 0,0 0-5 0,0 0 4 16,-37 7 2-16,37-7-6 16,0-1-2-16,0-6-4 15,0-2 0-15,6 0 11 0,0-2-8 16,2 0 0-16,3 0-6 16,-1-2-3-16,3-3 1 15,5-1 5-15,4-3 3 16,4-2-12-16,2-4 18 15,7-1-6-15,6 2-1 0,1-4 1 16,4 2-1-16,6 2 3 16,2 1-1-16,6 2-1 15,3-1-1-15,1 5 1 16,4 0-1-16,1 3 0 16,5 1 0-16,1 3-2 0,-1-1 1 15,4 1 1-15,1 1-1 16,1-1 0-16,1-3 0 15,-2-1 0-15,2-2 0 16,1 0-1-16,1 0 1 16,1 1 0-16,1 1 1 0,2 1-1 15,0 2 0-15,0 1-1 16,-2 3-1-16,0 3 2 16,-2 2 0-16,-1 3 2 15,-4 0 4-15,0 0-3 16,1 7 0-16,-3 2 2 15,2 0-2-15,-5-1 0 0,2 2 0 16,-6-3-3-16,0-2 1 16,-8 0 1-16,1-1-1 15,-4 0-1-15,-4-3-1 16,-2 1 4-16,-5 0-2 0,-2-1 4 16,-5 4-3-16,-3 0 1 15,-8 4-1-15,-2 1-2 16,-10 2-16-16,-4 1-16 15,-7-2-18-15,-6-2-8 16</inkml:trace>
  <inkml:trace contextRef="#ctx0" brushRef="#br0" timeOffset="17683.09">13032 13763 276 0,'0'0'-8'0,"0"0"4"0,0 0 2 0,52 2 2 16,-27 13 0-16,-1 10-3 0,-2 10 3 16,-1 12 0-16,-14 14 0 15,-7 14-40-15,-13 13-45 16</inkml:trace>
  <inkml:trace contextRef="#ctx0" brushRef="#br0" timeOffset="18394.93">9946 16118 137 0,'0'0'4'0,"0"0"5"0,0 0-2 0,-17-37 1 0,17 21-8 16,0-5 0-16,8 0 5 16,5-5 1-16,1 1 2 15,4-1 3-15,5-1-7 0,4 2-2 16,8-1-2-16,5-1 1 16,9-1-1-16,8-1 1 15,9 2 5-15,10 0-3 16,11 2 7-16,7-1-4 15,9 2-3-15,6 1 0 0,6-1-1 16,6 0 2-16,4 1 3 16,4-1-1-16,0 0-2 15,4 0 0-15,-5 5-1 16,1 1-3-16,-6 4 2 16,-2 7 1-16,-3 5 5 0,-9 2-2 15,-3 9 1-15,-4 9-4 16,-6 5 1-16,-7 5-3 15,-4 1 2-15,-5 1 1 16,-5-2-2-16,-12-4-3 16,-3-4-6-16,-7-3-4 0,-4-7-11 15,-9-6-15-15,-8-4-42 16,-3 0-54-16</inkml:trace>
  <inkml:trace contextRef="#ctx0" brushRef="#br0" timeOffset="18758.73">12917 15416 210 0,'0'0'1'0,"0"0"16"0,53 18 7 0,-29 0-6 16,8 6-7-16,-3 5-4 15,2 7-2-15,-2 7-4 16,-6 7 3-16,-5 12-3 16,-7 5-3-16,-11 9-16 15,-9 4-40-15,-19 3-55 16</inkml:trace>
  <inkml:trace contextRef="#ctx0" brushRef="#br0" timeOffset="19491">10319 17458 129 0,'0'0'166'0,"0"0"-163"0,0 0 2 0,-38-15-4 15,36 7-7-15,2-4 3 16,0-2-2-16,0-3 8 16,3-3-3-16,7 0-1 0,2-1 0 15,3-2-1-15,6 0-3 16,4-3 6-16,10 0-1 15,3-3-3-15,11 0 3 16,6 0 1-16,11-1-1 16,5 2 0-16,7 0 0 15,9-1 1-15,7-1 0 0,2 1 0 16,6 0 3-16,6-1-1 16,5 5 1-16,5 2-3 15,-1 3-4-15,0 3 10 16,2 4-5-16,-3 2 0 15,-3 1-1-15,-4 1-1 0,-7 1 0 16,-1 6 0-16,-9 2 0 16,-5 0 1-16,-9 2 1 15,-5 7 1-15,-3 3 1 16,-7 1 0-16,-7 3-1 16,-4 2 0-16,-2-1 0 0,-7 0 1 15,-5 0 4-15,-5-2-18 16,-7-6 5-16,-3-3-5 15,-7-3-3-15,-3-3-12 16,-8-6-27-16,-4-11-18 16,-1-7 9-16,0-4-34 0</inkml:trace>
  <inkml:trace contextRef="#ctx0" brushRef="#br0" timeOffset="19668.99">13153 16713 187 0,'0'0'53'0,"0"0"-2"0,0 0-19 0,0 0-9 16,0 0-20-16,0 0-11 0,0 0 2 15,0 0 8-15,38 24 2 16,-20 19 3-16,1 15-3 16,-2 10 0-16,-3 8-22 15,-8 3-3-15,-6 2-12 16,-4 0-7-16,-19-3-11 0,-6 0 30 16,-9-2 14-16,-9-5-56 15</inkml:trace>
  <inkml:trace contextRef="#ctx0" brushRef="#br0" timeOffset="20800.03">13994 13814 144 0,'0'2'10'0,"0"4"-12"0,1 8-2 0,0 4 2 15,1 12 3-15,-1 8-11 0,3 12-10 16,-2 8 16-16,-2 12 3 16,2 7-2-16,-2 3-5 15,0 3-29-15</inkml:trace>
  <inkml:trace contextRef="#ctx0" brushRef="#br0" timeOffset="24046.45">5743 5473 53 0,'2'-7'50'0,"-2"0"-46"0,0 2 0 0,0-1 7 16,0 0-4-16,-2 1-1 16,-2 0-4-16,0 2 0 15,-3-1-2-15,-1 4 0 0,-6-1 0 16,1 1-3-16,-3 0-7 15,-2 0 0-15,-2 1 2 16,0 3-8-16,0-2 8 16,-1-1 6-16,0-1 1 15,-2 0 2-15,-3 0 0 0,0 0 0 16,-3 3 1-16,-2 1 0 16,-2 0 0-16,-3 3 2 15,-1 3 2-15,-2 0-3 16,1 2 2-16,-2 2-2 15,4 2 0-15,-1-1-1 16,0 5-1-16,2 1-1 0,1 2 2 16,3 3-2-16,-2 1 0 15,1 0 0-15,1 1 0 16,-1 1 1-16,3 0 0 16,0 2 0-16,0-2-2 15,2 1 2-15,3 0-1 0,4 1 0 16,2 0 0-16,1 0-1 15,3 1 0-15,3 0 1 16,4-1-1-16,-2 1 1 16,6-2-2-16,-1-2 1 15,4 3 1-15,0-4 0 0,0 1 0 16,0-2 0-16,0 1 0 16,2-1 0-16,2-2-1 15,4 0 1-15,-2-3 0 16,1 1 0-16,0-2-2 15,6-2 2-15,-2-1-1 0,2-3 0 16,3 0 1-16,-1 1-1 16,4-3 1-16,-1 0 0 15,1-1 0-15,4-1 0 16,-4 0 1-16,4-3-1 16,0 2 0-16,0-1 0 0,3-1 0 15,-1 0 0-15,1-2 1 16,3 0-1-16,0 1 0 15,0-2 0-15,3 2 1 16,-1-1-1-16,0 0 0 16,3-1 0-16,-3 1 0 0,0 0 0 15,0-1 1-15,1 0-1 16,2 1 0-16,0-2 1 16,1 1-1-16,1 0 1 15,1-1 0-15,2 1 1 0,1-1-1 16,-2 2-1-1,2 0 1-15,1-1-1 0,-1-1 1 16,2 0-1-16,5 0 1 16,0-2 0-16,2-1 1 15,-2 0-1-15,2 0 1 16,1 0 1-16,-3 0-2 0,4 0 0 16,-2 0 0-16,3 0-1 15,-1 0 1-15,2 0 0 16,-1 3 0-16,0 1-1 15,1-1 1-15,1-1-2 16,1-1 2-16,2 1-1 0,1-1 0 16,2 0 0-16,0-1 0 15,3 0 0-15,0 0 1 16,1 0-1-16,1 3 0 16,2 0 1-16,-2-1-1 15,1 1 0-15,2-1 0 16,-1 1 1-16,2 0-1 0,0-2 0 15,3 2 0-15,-1 0 0 16,3 0 2-16,1 0-2 16,4 1 0-16,0 0 0 15,-2-1 0-15,6-1 0 16,3-1 1-16,1-1 0 0,1 0-1 16,3 0 1-16,0-5-1 15,3-2 1-15,-2-1 0 16,-6-2 0-16,4-2 0 15,-3-1 0-15,-2-2 1 16,-4 0 1-16,-1-2-2 0,-3-1 0 16,-2-2 0-16,-6 1 0 15,-2-5 6-15,-4-1 8 16,-3-1-5-16,-4 0-2 16,-6-3-4-16,-6 1 2 15,-3 0-1-15,-8-1 1 0,-9 2 1 16,-5-1 5-16,-4-1 4 15,-6-2-6-15,-4-3-1 16,-5 1-6-16,0-3-2 16,-4-4 0-16,-10-2 0 15,-2 0-1-15,-9-1-3 0,-2 1-1 16,-8 2-3-16,-3 0 3 16,-2 2 1-16,-5 0 3 15,-5-2 1-15,0-1 2 16,-4-1-1-16,-3-2-2 15,-3 2 1-15,-4 0-2 0,-4 2 0 16,-5 1 3-16,-7 3 0 16,-6 4 3-16,-9 2 0 15,-6 9-3-15,-9 4-1 16,-9 10-2-16,-6 7-3 16,-8 11-20-16,-8 10-40 15,-4 6-32-15</inkml:trace>
  <inkml:trace contextRef="#ctx0" brushRef="#br0" timeOffset="25156.49">5047 6550 144 0,'-31'7'10'0,"-3"-3"-5"0,1 3 2 0,-1 3 0 16,1 3-3-16,-4 5-3 0,-1 2-1 15,-1 4 1-15,1 2-1 16,-3 4 0-16,3 1-1 16,0 3-4-16,5 2 3 15,0-1 2-15,2-1 0 16,3 2-3-16,2-2 2 0,3-3-1 15,5 0 2-15,3 1-2 16,4-1 1-16,6 1-1 16,3 1-1-16,2 2 0 15,0-2 0-15,9 0-1 16,6 1-1-16,3-5 2 0,7 0 0 16,2-2 2-16,4-1-1 15,2-3 1-15,3-1-2 16,6 1 1-16,1 0 2 15,4-2 0-15,2 3 0 16,0-2-1-16,5 0 0 0,4-2 1 16,0 1 0-16,5-5 0 15,0 1 2-15,5-2-2 16,1 0 1-16,3-1-1 16,4 0 0-16,1-2 0 15,2-2 0-15,7-2 0 0,1-2 2 16,3-3 2-16,3 1-5 15,3-4 3-15,1 0 0 16,5 0 0-16,3 0 0 16,2 0 1-16,3 0-1 15,-1 0-1-15,3 0 1 0,0 0-1 16,-3 0-1-16,3 0 1 16,3 6-1-16,-4 1 0 15,1 0 0-15,2 0 0 16,-1-3 1-16,4 2 0 15,-1-6 6-15,3 0 1 16,0 0 0-16,-1-3-1 0,4-8 1 16,-1-1 0-16,0-3 2 15,-2-4-5-15,-1-1-2 16,-3-2-1-16,-2-4 1 16,-3-4-1-16,-4-1-1 15,-2-3 1-15,-8-2-1 0,-7 1-1 16,-9 1 0-16,-7 1 1 15,-9 2-1-15,-8 0 0 16,-11 1 2-16,-6-3-2 16,-9 5 0-16,-6-2 0 15,-11-2 1-15,-7 3 1 0,-6-2-1 16,-2 2 1-16,-13 2-2 16,-5-1-1-16,-6 1 1 15,-7 0 1-15,-2 0 2 16,-5 0 0-16,0-2-2 15,-7 0 7-15,-4-1-3 0,-3-3 2 16,-4 2-5-16,-7-2 0 16,-4 4 1-16,-5 3 0 15,-8 5-2-15,-7 8-5 16,-7 6-14-16,-10 7-37 16,-3 0-24-16</inkml:trace>
  <inkml:trace contextRef="#ctx0" brushRef="#br0" timeOffset="26842.56">5095 7682 136 0,'-19'-7'-26'0,"-2"-3"27"0,2 1 1 15,-5 2 1-15,3-1 0 0,-4 2-2 16,1 0-1-16,-3 2 2 16,0 0-1-16,-2 4 0 15,2 0-1-15,-2 0 0 16,-2 4-1-16,0 7 1 16,2 6-1-16,-1 5 1 15,1 3-2-15,2 2 1 0,-1 6-1 16,3 2 1-16,1 1 0 15,1 2 0-15,-1 2 1 16,6 2 0-16,0 1 0 16,3-2 1-16,3 1 0 15,3 0-1-15,5-2 0 0,4 3 1 16,0-1-1-16,4 2 2 16,5 2-2-16,7-2 0 15,-1 0 0-15,4-2-2 16,3 0 2-16,2-3-1 15,5-2 1-15,2-3-1 0,3-1 1 16,5-6 1-16,4 0 2 16,3-6-1-16,2 2 0 15,2-3-1-15,1-2 1 16,5 1-1-16,0 2-1 16,2-1 1-16,3 3 0 0,3-2-1 15,3 0 1-15,5 1-1 16,1-3 0-16,3 1 0 15,5-3 3-15,2 2-2 16,1-2 1-16,1-1 1 16,0 0-1-16,5-1 1 0,2 0-1 15,-1 0 0-15,3-3 0 16,4 3 2-16,1-1 2 16,4-3 1-16,-1 2 1 15,7-2-4-15,1 0 0 16,3-2-1-16,4 1-1 15,0 0 0-15,3-3-1 0,-3 2-1 16,2-4 1-16,1-3 0 16,-3 0 1-16,0-2 1 15,-3-2 2-15,1-9 3 16,-2-4-4-16,-1 0-1 0,-4-3-2 16,-1-3 1-16,-5 3-1 15,-3-3 0-15,-7 1 0 16,-3-2-1-16,-2 3 1 15,-6-3-1-15,-4-1 1 16,-6-2 0-16,-3-5 1 16,-5-4 0-16,-5 0-2 0,-6-5 3 15,-8 0-2-15,-4-1 2 16,-8 0-1-16,-3-1 2 16,-7-2 6-16,-7-1 4 15,-3-1-5-15,-6-3-4 0,-5-2-3 16,-1-1 0-16,-4-5 0 15,-9 1-2-15,-6-1-2 16,-8 0 1-16,-7 0 2 16,-3 0-1-16,-10 0 2 15,-2 2-1-15,-5 2 2 0,-8 2 2 16,-3 6 6-16,-7 4 6 16,-2 10-15-16,-9 6 2 15,-7 10-1-15,-3 8-3 16,-9 6-4-16,-1 17-7 15,-7 12-10-15,1 10-29 16,-1 7 14-16</inkml:trace>
  <inkml:trace contextRef="#ctx0" brushRef="#br0" timeOffset="29795.69">10179 5404 57 0,'7'0'1'0,"3"0"-3"0,4-4 2 0,-3 3 2 0,0 0-1 16,3-1 0-16,-1 1 0 0,1 1 0 16,3 0-1-16,-1 0 1 15,2 0-1-15,4 0 1 16,1 0 1-16,1 0-2 16,0 4 3-16,-1-1 0 15,2 4-1-15,-3 2-1 0,0 1-1 16,-1 0-1-16,3 1 2 15,-1 3-1-15,-4-1 1 16,4 1 0-16,-3 1 0 16,-2 1 0-16,-2 4-1 15,-6 2 2-15,-3 5-1 0,-5 4 6 16,-2 7 4-16,-2 2-3 16,-9 4-4-16,-3 4 0 15,-1-1 0-15,-1 3-1 16,3 1-2-16,0 0 0 15,3 0 0-15,6-1 0 0,0 0 0 16,4-3-1-16,0-5 1 16,4-1-1-16,7-4 0 15,5 0 0-15,1-4 1 16,4-5-1-16,1-1 2 16,3-4-1-16,0-6 1 0,-5 2-1 15,4-2 0-15,-5-3 1 16,-2 1-2-16,-1-1 0 15,-5 1 0-15,-2-1 0 16,2 2 0-16,-6 2 0 16,-1 2 0-16,-2 6 0 15,-2 4 0-15,0 4 2 0,0 4-2 16,0 3 3-16,0 2-3 16,-2 1 0-16,2 1 1 15,0-1-1-15,0 0 0 16,0 0 0-16,0 0 0 0,0 3 0 15,2-3 0-15,0 2 0 16,1-1 0-16,1-1 1 16,-2 3-1-16,0 0 0 15,2 0 0-15,-1 1 1 16,0-1-1-16,1-2 0 0,-1-1 0 16,3-1-1-16,-2-4 2 15,3 1-2-15,0-1 2 16,0-1 0-16,3 0 0 15,0 1-1-15,-1-1 1 16,1-1 0-16,0 0-1 16,1 1 0-16,-3-1 1 0,2 2 0 15,-1 0-2-15,-1 3 1 16,3 0 0-16,-1-1 0 16,-3-1 0-16,1-3 0 15,0-1 0-15,-4-4 0 0,-2 0 0 16,-2-3 0-16,0 1 0 15,-2 1 1-15,-7-1 1 16,-1 4 1-16,0-1-1 16,-4 1-1-16,1 3 0 15,-1-1 0-15,-3 2 1 16,-2-1-2-16,2 2 2 0,-6 0-2 16,3-4 0-16,-2 1 1 15,-4-5 2-15,1-1 1 16,-4-5-1-16,0 1 5 15,-1-4-1-15,-3 0 2 16,-1-2-1-16,1-1-1 0,-2-1 1 16,1-1-4-16,0-1-1 15,5-2 1-15,-3-3-3 16,-1 0 1-16,2-2-1 16,1-3-3-16,-1-5-27 0,-1-1-40 15</inkml:trace>
  <inkml:trace contextRef="#ctx0" brushRef="#br0" timeOffset="31213.09">11580 10901 212 0,'-13'-14'-10'0,"-5"-3"20"0,4 2-6 0,-1 2 1 15,0-3-4-15,0 5 0 16,-4-2 2-16,1 0 0 16,-1 0 2-16,2 2-2 0,-5 0 2 15,4 3 3-15,-2-3-1 16,-1 4-2-16,1 3-8 16,-2 0 6-16,-2 2-9 15,0 2 11-15,-3 0-5 16,-2 0-3-16,0 10 3 0,-4 3-1 15,1 1 1-15,-1 5 0 16,0 3 0-16,0 5-1 16,3 5 1-16,-1 2 0 15,0 1 1-15,-1 5-3 0,3 1 2 16,0 5-1-16,0 2 0 16,0 6 0-16,3 3 0 15,1 4 0-15,2-1 0 16,5 3 0-16,4 2 0 15,3-2 1-15,5 4-2 16,2-2 1-16,4 2 1 16,0 0-1-16,0 0 0 15,4 1-1-15,6 0 0 0,-1 0-1 16,7 0 2-16,1-1 1 16,4 0-2-16,3-1 4 15,0-6-2-15,3-3 0 0,2-3 1 16,0-6 0-16,0-4 0 15,3-6-1-15,1-5 1 16,1-2 3-16,3-2 4 16,2-4 1-16,-1 0-1 15,4-3 4-15,3 1-6 0,-3-2 1 16,5-4-2 0,0 0 0-16,2-6-2 0,5-3-1 15,-3-5 0-15,3-3 0 16,2 0 2-16,2-11-2 15,1-5 0-15,3-6 0 16,-4-5 0-16,5-1 0 0,-1-6-1 16,-4-2 3-16,2-1-8 15,-6-1 3-15,-1 1 0 16,-4 0 1-16,-5 0 0 16,-5 2 1-16,-5-1-1 15,-5 2 0-15,-7-3 1 0,-4 0 0 16,-2-2 2-16,-3-4-1 15,-5-2 0-15,0-7 1 16,-4-6-1-16,-3-2-2 16,-1-3 1-16,0-5 0 0,0-1-2 15,-3 0 1-15,-6 1 0 16,0 2-1-16,-4 6 1 16,-3 2 0-16,-1 7 0 15,0-1 0-15,0-1-1 16,-5 1 1-16,1-2-2 15,-1 0-4-15,-2 0 0 16,-3 4 3-16,-2 2 3 0,-1 5-1 16,-3 3 2-16,-1 5 2 15,1 4 3-15,-2 6-2 16,1 4-1-16,0 5 2 16,3 5-1-16,2 3-3 0,0 3-1 15,0 5-2-15,2 0-6 16,0 7-9-16,0 8-13 15,2 4-35-15,-4-2-39 16</inkml:trace>
  <inkml:trace contextRef="#ctx0" brushRef="#br0" timeOffset="31753.96">11411 10780 120 0,'0'1'2'0,"0"2"-10"0,0 1 6 0,4 0 0 16,0 3 2-16,-1-2 1 16,3-1 0-16,0 3-1 15,0-3 2-15,2-1-1 16,-3-2 1-16,3-1 2 0,0 0-1 16,1 0 3-16,3-5 13 15,2-9 3-15,2-8-4 16,8-5-6-16,5-10-4 15,3-8-3-15,8-13-3 16,7-8 0-16,7-8-2 0,3-11 1 16,9-9-6-16,0-9-25 15,6-8-40-15</inkml:trace>
  <inkml:trace contextRef="#ctx0" brushRef="#br0" timeOffset="34245.44">18173 6709 41 0,'-18'0'0'0,"0"0"3"0,2 1-2 0,-3-1 5 0,1 0 6 16,2 0 0-16,0 0-3 15,3 0-2-15,-2 0-1 16,2 0-2-16,-2 0-3 16,0 0 0-16,-6 0-1 15,2 3 0-15,-5 7 0 0,-2 1 0 16,-1 1 0-16,-1 2 0 15,-1 3 0-15,1 1-1 16,2 1 0-16,-2 2 1 16,3 0-1-16,2-2 1 15,-1 2 0-15,4-2 0 0,1-1 0 16,4-1 0-16,1-1 0 16,4-1 0-16,-1 0-1 15,5 0 1-15,2 1 0 16,-2-2 0-16,2 2-2 15,1 1 1-15,3-1 0 16,-2 0 1-16,2 3-3 0,0-3 0 16,0-1 3-16,2 3 2 15,6-4-2-15,2-2 0 16,4 1 0-16,-1-2 4 16,3-1-2-16,3-2-3 15,-1 1 4-15,0-1 1 0,4 1-1 16,-3 1-2-16,2 0-1 15,0 3 1-15,1-1-1 16,-1 0 1-16,0 1-1 16,4 0 0-16,-2 0 0 15,1-2 1-15,0-1-1 0,4 0 0 16,1-3 1-16,1-1 2 16,4-1 3-16,2-2-1 15,4-1-2-15,0 0-1 16,3 0 1-16,0 0-2 15,1 0 0-15,-1-1 0 0,1-1-1 16,0 0 1-16,0 0 0 16,2 0-1-16,1 0 1 15,1-5 0-15,-1-2 0 16,2-2 0-16,-2-1 1 16,2 0-1-16,-3-1 0 0,2 1 0 15,-2-3-1-15,-1-1 1 16,-3 1-1-16,-2-1 1 15,-1-3-1-15,-7 0 2 16,-1-3 4-16,-4 3-1 16,-4-3 0-16,-4 1 2 15,-5 1 1-15,-2-2 0 0,-5-1 8 16,-2 1 1-16,-4-3-3 16,-1-1-2-16,0-3 3 15,-4 0-4-15,-8 0-5 16,-5 0-2-16,-6-1-1 0,-4 0-6 15,-8 2 13-15,-3 0-10 16,-7 5-6-16,-3 0-24 16,1 4-25-16,-3 0-27 15</inkml:trace>
  <inkml:trace contextRef="#ctx0" brushRef="#br0" timeOffset="35075.44">21637 6602 75 0,'5'0'17'0,"-1"0"-13"0,3-3 1 16,4-5 6-16,2-2 4 15,4-3-2-15,3-5 0 0,5-3 0 16,4-2-2-16,6-6 0 16,3-2-6-16,9-2 0 15,0-1-4-15,4 2-2 16,-5 0-37-16,-6 5-46 15</inkml:trace>
  <inkml:trace contextRef="#ctx0" brushRef="#br0" timeOffset="36238.99">15603 13871 22 0,'-7'4'47'0,"-2"-1"-47"0,2 2 1 0,1 0-1 15,-1 0 0-15,2-1 0 16,1-1 5-16,0-2 15 16,1 1 7-16,2-2 18 0,1 0-14 15,0 0-19-15,0 0-5 16,0 0-8-16,2 0 6 16,6 0-3-16,4-3 1 15,1-2 2-15,5-2 0 16,0-1-2-16,6 1-2 15,-1 0 1-15,4 2 1 0,-2 0 1 16,-1 0-8-16,-2 4-65 16,-9 1-56-16</inkml:trace>
  <inkml:trace contextRef="#ctx0" brushRef="#br0" timeOffset="36409.5">15654 14108 201 0,'0'0'1'0,"0"0"-13"16,0 0 7-16,0 0 5 0,0 0 6 15,45 29 3-15,-18-29 2 16,4 0-4-16,5-5-33 16,0-12-59-16</inkml:trace>
  <inkml:trace contextRef="#ctx0" brushRef="#br0" timeOffset="36808.99">16208 13884 100 0,'0'0'-1'16,"0"0"1"-16,-50 46 1 15,33-24-1-15,3 5 1 16,0-3 1-16,7 2 2 0,3-3-2 16,4-4-1-16,0-3 0 15,6-2 0-15,10-4 0 16,1-3-3-16,6-5 0 16,0-2 18-16,5-2 5 15,-2-7 4-15,1-4-10 0,-2-3-3 16,0-1-6-16,-6-2 3 15,-5-2 1-15,-4 0-1 16,-4-2 3-16,-6 0 1 16,-1 3-2-16,-11-2-3 15,-3 3-6-15,-6 2-2 16,-2 7-2-16,-2 5 8 0,2 5-5 16,-2 2-5-16,-2 13-26 15,1 6-27-15,5-1-44 16</inkml:trace>
  <inkml:trace contextRef="#ctx0" brushRef="#br0" timeOffset="37007.49">16544 13946 268 0,'0'0'3'0,"0"0"0"0,0 0-2 0,0 0 0 0,0 0-3 15,0 0-34-15,10-45-75 0</inkml:trace>
  <inkml:trace contextRef="#ctx0" brushRef="#br0" timeOffset="37398.41">16758 13698 218 0,'0'0'6'0,"0"0"-3"15,0 0-1-15,0 0-2 16,-42 34-3-16,26-10 1 15,3 3 4-15,2 4-9 16,4 0 4-16,6-3-1 16,1-3-2-16,9-2 0 0,4-3 6 15,2-6 1-15,0-3 1 16,2-5 0-16,-3-5-1 16,-1-1 6-16,0 0 3 15,-4-8-2-15,-3-2 1 16,-1-1 5-16,-5-3 7 0,0 2 1 15,-7 2-16-15,-6 0-5 16,-4 7-2-16,-2 3 4 16,-6 0-10-16,-1 12-8 15,0 6-5-15,0 5-8 16,6-3-37-16,0-5-56 0</inkml:trace>
  <inkml:trace contextRef="#ctx0" brushRef="#br0" timeOffset="37703.97">16901 13740 160 0,'0'0'1'0,"0"0"-9"16,0 0 1-16,0 0 5 15,0 0 0-15,-4 49-3 16,4-36 4-16,5 3 6 16,6 0-4-16,3 2 7 15,1 0-1-15,1 0-3 16,1-1 2-16,-1-1-1 0,-5-1 0 16,-2-3 1-16,-2-1-1 15,-5-1 0-15,-2 1 4 16,-4 0 2-16,-16-4-7 15,-5-5-107-15</inkml:trace>
  <inkml:trace contextRef="#ctx0" brushRef="#br0" timeOffset="37837.96">16948 13611 214 0,'0'0'1'15,"73"-58"-1"-15,-32 28-33 16</inkml:trace>
  <inkml:trace contextRef="#ctx0" brushRef="#br0" timeOffset="38250.61">17431 13680 179 0,'0'0'33'16,"0"0"-26"-16,0 0 6 15,0 0-8-15,0-42-4 16,-11 29 2-16,-4 2 5 16,-1 3-3-16,-6 3 11 0,1 4-8 15,-1 1-5-15,0 6-1 16,2 7-2-16,2 4-1 15,4 1-2-15,5-1 0 16,3-3 1-16,5 2-3 16,1-6-5-16,5-5 2 0,6-2 7 15,5-3 4-15,-1 0 0 16,4-3 2-16,3-6-2 16,-4-2-1-16,2 0 1 15,-5 3 2-15,1 2-2 16,-3 3-3-16,-1 3-3 0,-5 4-4 15,3 14-6-15,-5 11 0 16,-1 15 14-16,-4 12 4 16,0 16-1-16,-13 12-2 15,-18 9-50-15</inkml:trace>
  <inkml:trace contextRef="#ctx0" brushRef="#br0" timeOffset="38678.44">15729 15488 186 0,'0'0'99'0,"0"0"-100"0,42-36-2 0,-17 17 5 16,4-2 0-16,1 0-12 15,-2 2-54-15,-6 2-51 0</inkml:trace>
  <inkml:trace contextRef="#ctx0" brushRef="#br0" timeOffset="38822.37">15771 15730 224 0,'0'0'-2'16,"0"0"-20"-16,0 0 18 15,43 20 8-15,-14-27-15 16,6-13-41-16,-1-4-27 15</inkml:trace>
  <inkml:trace contextRef="#ctx0" brushRef="#br0" timeOffset="39135.18">16236 15362 139 0,'0'0'-4'15,"-18"54"2"-15,4-18 1 0,1 1 2 16,4 5 2-16,2-7-5 15,5-3 3-15,2-5 0 16,4-7-1-16,10-3-2 16,3-7 5-16,6-4 0 15,0-6 1-15,3-1 11 0,2-14 2 16,-1-6-6-16,-2-5-2 16,-4-3 4-16,-1-1-1 15,-9-3 2-15,-5 2 7 16,-6 1-3-16,0 1-4 15,-4 4-7-15,-8 1 1 0,-3 10-3 16,-6 5-7-16,2 9-3 16,-5 0 8-16,3 14-30 15,-2 6-47-15,4-3-32 16</inkml:trace>
  <inkml:trace contextRef="#ctx0" brushRef="#br0" timeOffset="39291.3">16548 15455 299 0,'0'0'39'0,"0"0"-38"16,0 0-8-16,0 0-19 16,0 0-16-16,0 0-76 15</inkml:trace>
  <inkml:trace contextRef="#ctx0" brushRef="#br0" timeOffset="39590.05">16612 15327 262 0,'0'0'2'0,"0"0"-1"15,46-33 4-15,-24 25-4 16,0 1 0-16,1 2-1 15,-3 5-1-15,-6 3-4 16,-3 13 1-16,-7 7 1 0,-3 8 5 16,-1 4 1-16,-1 2-2 15,-5-2 1-15,-1-3-2 16,4-6 0-16,3-7-2 16,0-6 2-16,3-3-1 15,11-7 1-15,3-3 0 0,8 0 1 16,3-10 6-16,6-10-4 15,1-7-34-15,2-4-64 16</inkml:trace>
  <inkml:trace contextRef="#ctx0" brushRef="#br0" timeOffset="39938.83">17068 15300 100 0,'0'0'132'15,"0"0"-123"-15,-29 41-6 16,24-20-4-16,2 1 0 15,3 3 2-15,0-1-1 16,0-2-3-16,3-4 2 0,10-4 1 16,-2-5 0-16,7-5 1 15,1-4-3-15,3 0 7 16,2-12 6-16,-3-7-4 16,2-5-2-16,-4-2-1 15,-4-5 0-15,-1 4-2 0,-5 0 0 16,-5 6 0-16,0 3-1 15,-4 6 2-15,0 2 12 16,0 6 2-16,0 4-9 16,0 0-5-16,0 10-6 15,-3 8 0-15,2 6 0 0,1 3 2 16,0 4 2-16,0 1-1 16,8-2 0-16,4-2-2 15,3-2-32-15,-1-5-30 16,-1-8-72-16</inkml:trace>
  <inkml:trace contextRef="#ctx0" brushRef="#br0" timeOffset="40216.62">17525 15243 275 0,'0'0'6'0,"19"-43"-3"0,-6 26-1 16,3 4 1-16,-1 2-3 15,-1 7-3-15,-3 4-3 16,-5 9-10-16,-4 15 10 16,-2 11 6-16,-6 8 6 15,-7 7-4-15,-2-1 2 0,2-2-2 16,2-9 0-16,7-9-1 16,4-11 0-16,13-9-3 15,15-9 2-15,14-10 6 16,16-14 3-16,10-12-1 15,11-9-4-15,4-8-20 0,1-4-60 16</inkml:trace>
  <inkml:trace contextRef="#ctx0" brushRef="#br0" timeOffset="40835.08">16064 17348 211 0,'0'0'32'0,"0"0"11"0,0 0-18 0,0 0-11 16,0 0-9-16,23-42-4 16,-8 27 0-16,5 0-1 15,-2 0 1-15,2 3 0 16,-1 3-4-16,-3 6-31 15,-7 3-54-15,-4 6-46 0</inkml:trace>
  <inkml:trace contextRef="#ctx0" brushRef="#br0" timeOffset="40948.94">16182 17605 157 0,'0'0'2'0,"0"0"-8"15,0 0 14-15,44-2 6 0,-16-20-1 16,1-6-8-16,4-9-70 15</inkml:trace>
  <inkml:trace contextRef="#ctx0" brushRef="#br0" timeOffset="41254.92">16516 17223 142 0,'0'0'44'16,"0"0"-27"-16,-1 57-10 15,-2-22-4-15,2 5-1 16,1 3-2-16,0-4 1 15,6-3-2-15,6-8 0 0,1-5-1 16,5-7 2-16,1-8-2 16,-1-5 4-16,5-3 2 15,-2-10 8-15,2-14-3 16,2-6-1-16,-6-7 2 0,0-5 0 16,-5-4-1-16,-9 1 0 15,-5 2 0-15,0 3-2 16,-10 6 3-16,-7 7-1 15,-4 6 3-15,-1 9-9 16,-4 8-4-16,0 4-1 16,0 16-2-16,3 11-30 0,1 3-37 15,0 2-44-15</inkml:trace>
  <inkml:trace contextRef="#ctx0" brushRef="#br0" timeOffset="41446.24">16879 17230 326 0,'0'0'11'16,"0"0"-9"-16,0 0 3 0,0 0-3 16,0 0 0-16,0 0-1 15,0 0-1-15,0 0-23 16,0 0-84-16,2-24-97 15</inkml:trace>
  <inkml:trace contextRef="#ctx0" brushRef="#br0" timeOffset="41788.4">17156 17024 309 0,'0'0'9'16,"0"0"-6"-16,0 0-5 15,0 0 0-15,-10 48 0 16,1-22 0-16,1 8-2 16,0 2 1-16,5 1 1 15,3-2 2-15,0-5 1 16,5-3-1-16,6-7 1 0,4-8 0 16,1-9-3-16,2-3-1 15,1-5 0-15,-2-14 1 16,3-4 0-16,-5-6 4 15,-3-2-1-15,-5-2 5 16,-3 0 1-16,-4 3 1 16,0 1-2-16,-11 3-1 0,-1 3-1 15,-3 9-2-15,-1 7-3 16,-2 7-1-16,1 3-19 16,-1 13-50-16,0 3-47 15</inkml:trace>
  <inkml:trace contextRef="#ctx0" brushRef="#br0" timeOffset="42202.03">17543 16994 179 0,'0'0'6'15,"0"0"10"-15,11-40 31 16,-11 26-9-16,0-1-15 0,-8 2-7 15,-4 0-1-15,-2 4-4 16,-3 3-6-16,1 3-2 16,-5 3-1-16,2 0 1 15,1 10-4-15,2 4 1 16,3 1-3-16,5 3-1 16,7-4 0-16,1 1-4 0,3-5-5 15,11-3 6-15,4-4 3 16,4-3 3-16,1 0-1 15,0 0 2-15,-1-4 1 16,-5 1-1-16,-1 3-2 16,-4 3-8-16,1 11-6 15,-3 8 10-15,0 7 7 0,-3 4 2 16,0 5-1-16,-1-1 1 16,1 0-2-16,-2 0 2 15,4-4-3-15,0-3 2 16,1-5-8-16,3-8-45 0,-1-14-58 15</inkml:trace>
  <inkml:trace contextRef="#ctx0" brushRef="#br0" timeOffset="42536.04">17943 16929 294 0,'0'0'12'16,"0"0"-7"-16,0 0 5 15,-16-38-5-15,4 33-1 16,-2 4-9-16,-2 1 3 0,-4 5 6 16,2 11-4-16,-2 4-1 15,1 4 0-15,6 2 2 16,5-3-2-16,5-3-3 16,3-4-8-16,3-8-4 15,12-4 7-15,2-4 7 0,4 0 3 16,2-4 2-16,1-3 0 15,-5 2-3-15,0 4 1 16,-3 1-3-16,-3 11-1 16,-5 13 3-16,1 9 0 15,-1 10 3-15,-3 6 1 0,0 6 1 16,0 1-3-16,-5-2-22 16,0-7-126-16</inkml:trace>
  <inkml:trace contextRef="#ctx0" brushRef="#br0" timeOffset="43645.74">14541 13756 151 0,'0'0'23'0,"0"-6"-2"0,0-12 5 0,3-3-6 0,4-8-11 15,0-5-5-15,3-3-1 16,2-3-1-16,-2 1-2 15,0 5 3-15,3 7 1 16,-4 6-1-16,2 8-3 16,5 10-4-16,1 3-3 15,2 17 2-15,5 15-10 16,-2 11-18-16,1 8-52 0</inkml:trace>
  <inkml:trace contextRef="#ctx0" brushRef="#br0" timeOffset="44230.08">14970 15463 92 0,'0'0'4'0,"0"0"15"0,-15-41 15 0,9 24-9 16,2 0-6-16,2-3-9 0,2-3-8 16,0-1-1-16,0-2-1 15,0-3 3-15,1 2 6 16,4 0 11-16,1 4-3 16,-1 3 2-16,3 3-3 15,4 6-7-15,-1 6-7 16,4 5-6-16,3 2-2 0,3 18-1 15,3 13 3-15,1 13-5 16,3 7-44-16,-5 5-63 16</inkml:trace>
  <inkml:trace contextRef="#ctx0" brushRef="#br0" timeOffset="44827.25">14766 17155 163 0,'0'0'24'0,"0"0"12"0,0 0-6 0,0 0-7 15,0 0-15-15,0 0-3 16,-11-44 1-16,11 18 1 16,0-4-2-16,5-2 0 15,2 2-2-15,2 4-2 0,-3 5-1 16,3 7 1-16,3 11-3 16,1 6-7-16,3 23-4 15,3 15 9-15,7 14 4 16,3 6-8-16,0 3-52 0,2-7-70 15</inkml:trace>
  <inkml:trace contextRef="#ctx0" brushRef="#br0" timeOffset="50166.27">17508 13256 26 0,'0'-6'21'0,"-1"2"-16"0,0-3 17 15,-2 1-4-15,2 1-4 0,-1-1-7 16,0 0 3-16,-1 1 0 15,2-1-3-15,-1 2-2 16,-1 0-2-16,1-1-1 16,0 2 2-16,-2-1-3 15,0 1-1-15,0-1 2 0,-2 1 0 16,2-1 4-16,-1 1-5 16,-1-3 0-16,1 2 2 15,0 0-2-15,-3-2 0 16,3 1-1-16,-4-1 1 15,-2-1-1-15,1 1 2 0,-3 0-2 16,0-1 1-16,0 2-3 16,-5 0 8-16,2 0-6 15,-2-1 0-15,1 3 0 16,-1 0 3-16,-1-1-6 16,2 3 5-16,-3-2-8 15,3-1 12-15,-2 0-3 0,-3 0-2 16,0-1-1-16,1-1 1 15,-3 0-1-15,-1-1 0 16,-2 0 1-16,1 1-1 16,-3-2 1-16,-2 1 0 0,1 3-1 15,-5-2 0-15,0 0 1 16,-1 1-1-16,-1-1 5 16,1 0 3-16,-4-2-3 15,0 2-2-15,2 0 0 16,0 2-3-16,0 1 1 0,-2-1 0 15,0 4-3-15,-2 0 3 16,-4 0 0-16,-1 0-5 16,0 0 5-16,-4 0-1 15,1 0-2-15,2 0 5 16,0 0-2-16,-1 0-1 16,0 0 2-16,2 0-1 15,-3 3-2-15,4 3-1 0,-1 1 3 16,-1 3-2-16,2 1 2 15,-3 2-5-15,0 1 6 16,-1 2-1-16,-2 2-4 16,4 0 7-16,-1 2-4 0,2 3 1 15,0 0-1-15,0 2 0 16,-2 3 0-16,2 0-2 16,-2 2 2-16,2 1 3 15,2-1-5-15,-1 0 2 0,1 0 1 16,2 1-2-16,-1 1 1 15,1 1 0-15,3 0 1 16,2-1-1-16,2 2-7 16,4 0 18-16,3 2-10 15,-2 1-1-15,0 1 1 16,0 6-1-16,-1 2 1 0,3 1-1 16,1 1-1-16,3-3 1 15,4 0-1-15,5-2 2 16,2-2-2-16,3-1 1 15,3 0 0-15,2 1-1 16,2 3 2-16,3 0-2 0,1 0 2 16,0 3-1-16,0 0 1 15,5 1-1-15,6 3 1 16,1-1-1-16,4 2-2 16,5-3 4-16,4-5-2 15,4-3 0-15,2-4 1 16,3-4 0-16,5-5-1 0,3-3 1 15,1 0 2-15,5-1 0 16,0-1-2-16,4-2 0 16,2 2-1-16,-3-3 1 15,3-2 0-15,2 2-1 16,4-3-1-16,3-1 1 0,2-2 1 16,4-1 0-16,5-3 0 15,-2-2 0-15,3 2 0 16,1-1-1-16,-3-2 2 15,4-1-2-15,-4-2 0 0,2-1 1 16,-1-2 1-16,1-1-1 16,1 0 1-16,2 0 1 15,-3 0-2-15,2 0 2 16,-1-3 1-16,2-3 0 16,3-5 0-16,-4 0-1 0,1-5 1 15,2-4-1-15,-6-3 0 16,1-1-1-16,-5-7-1 15,-3 1 4-15,-3-5-2 16,-1-1 2-16,-4-1-2 16,0-4 1-16,0 0-1 15,0-5 2-15,-1 0 2 0,-3-4-2 16,-1-1 0-16,-1-3-2 16,-4 1-2-16,-4 2-1 15,-7-2 0-15,-4 0 10 16,-7 0-12-16,-5-1 5 15,-5-1-3-15,-5-3 1 0,-5-1 3 16,-1-2 2-16,-6-3 1 16,0-4-5-16,0 1 0 15,-6-1 0-15,-10 0-2 16,-2 0 0-16,-9 4 0 16,-7 4 2-16,-3 2-3 0,-9 4 2 15,-2 4-2-15,-6 1 0 16,-2 3 2-16,-6 2 0 15,-3 1-4-15,0 3 5 16,-4 5-1-16,-3 1-2 16,-5 9-3-16,-2 5 2 0,-1 7-1 15,-4 6-6-15,-2 7-9 16,3 3 0-16,6 14-22 16,7 3-49-16,7 0-61 15</inkml:trace>
  <inkml:trace contextRef="#ctx0" brushRef="#br0" timeOffset="51233.13">17869 13709 44 0,'0'0'10'0,"0"0"2"0,2 0-1 0,0 0-3 0,0 0-5 15,2 0-2-15,0 0 1 16,1 0 1-16,-1 0-2 16,2 0 1-16,-3 2 0 15,2 3 0-15,-1 1-1 16,0 1 3-16,-1 2-2 0,0 1-1 15,2-2 0-15,-3-1-1 16,2 0 1-16,2-1 0 16,-1-2 1-16,1-2 4 15,3-2 2-15,6-2 6 16,5-13 19-16,5-5-7 16,10-11-8-16,8-8-6 0,8-11-1 15,9-7 1-15,9-9 2 16,11-9 1-16,11-9-1 15,12-9-6-15,21-3-6 16,16-8-1-16,10-7-5 0,0-5-77 16</inkml:trace>
  <inkml:trace contextRef="#ctx0" brushRef="#br0" timeOffset="52734.81">18413 13798 96 0,'-3'-2'5'0,"-1"-4"9"0,0-1 1 0,2 3-5 0,0 0-3 15,0-1-4-15,2 1 2 16,0-1 2-16,-2 0-2 16,2-1-1-16,0-1-1 15,0-4-1-15,4 0 0 16,4-2-1-16,1-3-1 0,3-1 3 15,4-3-1-15,3-1 0 16,1-3-2-16,6-3 1 16,4-1-1-16,3-4 0 15,3 1-1-15,3-2 0 16,1-1 1-16,4 2-2 0,5 0-3 16,2 0 4-16,5-1 3 15,4-1-3-15,1 1 10 16,3 2 0-16,4 4-2 15,1 1 0-15,-4 5-3 16,0 4-1-16,3 6-2 0,-2 2-1 16,3 6 0-16,-2 3 0 15,1 0 1-15,0 2-2 16,1 8 1-16,2 2 0 16,-2 4 0-16,-3 3-1 15,-1 2 2-15,-1 4-2 0,-1 1 0 16,-6 5 2-16,0 1 1 15,-3 4 0-15,-2 1-2 16,-6 7 3-16,-3 3 0 16,-2 4 1-16,-5 2-1 15,-1 3-2-15,-2 3-1 16,-4-1 2-16,1 5-1 0,-4 2 0 16,-3-2-1-16,-3-1 0 15,-1 3 0-15,-3-4 1 16,-2-1 2-16,-3-2 1 15,1-1-1-15,-2-3 5 0,-1-3 0 16,-3-4-4-16,2-3 1 16,-5-4-2-16,-1-5 0 15,-1-3 0-15,-1-4-1 16,0-6 1-16,0-3 1 16,0-2 1-16,-1-4 1 0,-1-2-3 15,1-2-1-15,1-2 0 16,-2 0 0-16,2-1 1 15,0 1 0-15,0 0 0 16,0-2-18-16,0-3-40 16,0-2-71-16</inkml:trace>
  <inkml:trace contextRef="#ctx0" brushRef="#br0" timeOffset="53084.28">20645 14705 140 0,'0'0'20'0,"0"0"-20"0,0 0 7 0,42 24 8 0,-21-15-7 15,1 1-5-15,2 1 0 16,0-1-1-16,0 0-1 16,-1-5-1-16,1 0 1 15,2-4-1-15,2-1-2 16,1-1-8-16,4-11-26 0,-4-1-8 15,-2-5-55-15</inkml:trace>
  <inkml:trace contextRef="#ctx0" brushRef="#br0" timeOffset="53176.33">21082 14639 111 0,'0'0'8'0,"0"0"41"16,0 0-11-16,0 0-32 16,-45-2-7-16,17 34 2 0,-8 10-25 15,-10 9-37-15</inkml:trace>
  <inkml:trace contextRef="#ctx0" brushRef="#br0" timeOffset="54393.06">18220 13796 85 0,'0'0'27'0,"0"0"-17"0,0 0-4 0,0 0-1 0,0 0 2 15,0 0 3-15,0 0-3 16,0 0 1-16,0 0 1 16,0 0 0-16,0 0-5 0,22-30-1 15,-16 14-1-15,0-5-1 16,2-1-1-16,2-5 0 15,3-2 0-15,1-4 0 16,4-5 0-16,4 1 0 16,2-4-1-16,5 1 1 0,4 2-4 15,6-2 7-15,3 6-4 16,4-2 2-16,4 1-1 16,4 1 1-16,2-2-2 15,6 4 1-15,4-1-1 16,4 1 0-16,7 4 1 0,3 1 1 15,5 3 1-15,-2 2 1 16,-1 3-2-16,1 3 1 16,0 2-2-16,-5 6 0 15,0-1 0-15,-1 4 0 16,3 0 0-16,-2 3 0 16,3 1 0-16,-3 1 0 0,-3 0 0 15,-1 3 1-15,-4 9-1 16,-5 3 1-16,-5 7-2 15,-4 3 1-15,-5 6-1 16,-5 6-1-16,-4 2 1 16,-4 5 1-16,2 1 3 15,-6 5 0-15,3 2 5 0,-2 5 2 16,0 1-1-16,-2 5-5 16,-2 5-1-16,-2 3-1 15,-8 6-2-15,1 2 1 16,-8 2-1-16,0 0 0 0,-2 3 0 15,-4 1-1-15,2-1 2 16,-1 1-2-16,-3-1 3 16,3-1 0-16,-4-1 1 15,4-4-3-15,-4-6 3 16,1-4-3-16,-3-6 1 0,1-5 0 16,-1-8-1-16,1-1 0 15,-1-6 0-15,0-4 1 16,0-6-1-16,-1-3 0 15,2-6 1-15,-2-5-1 16,-2-2 1-16,1-5 1 0,0-4 1 16,0 0 1-16,0-6-9 15,-1-1-12-15,0 0-9 16,0-12-65-16</inkml:trace>
  <inkml:trace contextRef="#ctx0" brushRef="#br0" timeOffset="54784.89">20688 14844 112 0,'0'0'5'0,"0"0"0"0,0 0-5 0,0 0-1 16,0 0 1-16,0 0-1 16,0 0-2-16,38 17 3 15,-28-4 0-15,3 1 2 0,-1 3-1 16,2-2 0-16,1 1 2 15,2-4 3-15,0 3 9 16,3-5 12-16,-1-1-12 16,2-3-4-16,-2-2-3 15,3-3 0-15,-4-1-4 0,1 0 2 16,-1-7-4-16,-4-8-10 16,-6-8-68-16</inkml:trace>
  <inkml:trace contextRef="#ctx0" brushRef="#br0" timeOffset="59824.91">20817 15408 102 0,'-10'1'6'0,"1"2"-2"0,0 7 0 16,-1 2-3-16,-2 6-1 15,0 6 0-15,-1 7 2 0,-1 1 0 16,5 4 1-16,-2 0-1 15,6 1-1-15,-1-2 0 16,5-2 0-16,1-2-1 16,0-5 0-16,5-5 0 15,3-4 1-15,4-6-2 16,1-5 0-16,1-4 1 0,0-2-1 16,4 0 2-16,-1-8-1 15,1-5 6-15,-2-2-5 16,-3 0 4-16,-5-1 6 15,-2-1 10-15,-4-1 9 16,-2-1-3-16,0 3-7 0,-1-1-2 16,-7 2-8-16,-4 2-2 15,-3 1-1-15,0 7-6 16,-3 3-4-16,-2 2-2 16,-1 5 8-16,1 12-3 15,1 4-11-15,1 2-14 0,5 0-11 16,5-3-21-16,6-4-28 15</inkml:trace>
  <inkml:trace contextRef="#ctx0" brushRef="#br0" timeOffset="60266.21">20996 15527 120 0,'0'0'4'0,"0"0"5"0,0 0 6 0,0 0 11 15,0 0 1-15,0 0-20 16,0 0-11-16,0 0 0 16,0 0 5-16,0 0 1 0,0 25 0 15,0-14-1-15,2 0 1 16,4-1-2-16,2-1 1 15,3-1 0-15,-2-1 1 16,3 0-1-16,0-2 0 16,0-1 0-16,2-1 0 15,-2-1 1-15,-1 1-1 0,1 1 1 16,-4 0-2-16,-1 1 0 16,0 1 0-16,0-2 0 15,-5 3 0-15,0-3-2 16,-1 2 0-16,-1 1 1 15,0 0 1-15,-5 0-1 0,-8 0 5 16,0-1-1-16,-2 3-1 16,0-4 1-16,1 1-1 15,-1-2-7-15,2-3-21 16,1-1-47-16</inkml:trace>
  <inkml:trace contextRef="#ctx0" brushRef="#br0" timeOffset="60473.23">21034 15515 150 0,'0'0'7'0,"0"0"27"0,0 0-13 15,34-40-11-15,-18 30-6 16,1-3-3-16,4 4 0 0,3 2-1 15,-3 0-2-15,1 0-22 16,-1 1-55-16</inkml:trace>
  <inkml:trace contextRef="#ctx0" brushRef="#br0" timeOffset="60644.91">21365 15557 256 0,'0'0'8'0,"0"0"-6"0,0 0-7 16,0 0 5-16,0 0-3 15,0 0-29-15,0 0-44 16,0 0-16-16</inkml:trace>
  <inkml:trace contextRef="#ctx0" brushRef="#br0" timeOffset="61163.02">21582 15384 142 0,'0'0'4'16,"0"0"-3"-16,0 0-1 15,-45-16 3-15,30 16 10 16,-1 0 10-16,1 0-6 15,0 0-6-15,2 9-9 16,1 2-3-16,2 2-8 0,5 2 19 16,3 0-10-16,-1-2-3 15,3-1-5-15,0-2-1 16,7-3 0-16,3-2 5 16,0-3 4-16,2-2 4 15,2 0-2-15,0 0 1 0,2-7 0 16,0-3 0-16,-2-1-1 15,-1 0 0-15,-5 1 0 16,1 1-1-16,-5-1 2 16,-2 3 3-16,-1 3 9 0,0-2-4 15,0 5-6-15,-1-1-1 16,0 2-3-16,0 0-2 16,3 0-3-16,-3 0-2 15,0 7 1-15,1 5 2 16,1 2 1-16,-1 2 5 0,1 1 0 15,-1 1-1-15,1 1 0 16,-1-1 0-16,0 1 0 16,1-2-1-16,1-2 0 15,-2-1 2-15,1-1-1 16,1 1 0-16,0-6-16 16,1-5-53-16,-2-3-80 0</inkml:trace>
  <inkml:trace contextRef="#ctx0" brushRef="#br0" timeOffset="61584.94">22055 15054 96 0,'0'0'106'0,"0"0"-89"0,0 0-8 0,0 0-12 16,0 0-4-16,0 0 4 16,0 0-1-16,-2 53-1 0,-6-24 2 15,3 6 5-15,-6 7 4 16,2 5-2-16,2 4-1 15,-2 1-2-15,2 1 1 16,-2 1-1-16,2 0-1 0,-1 0 1 16,-1 2-7-16,2 3 12 15,-3-2-5-15,0 0 0 16,4 1 1-16,0-5 0 16,1-4 1-16,2-4 1 15,-1-6-3-15,3-3-10 16,0-9-9-16,1-7-21 0,0-9-18 15,0-9-57-15</inkml:trace>
  <inkml:trace contextRef="#ctx0" brushRef="#br0" timeOffset="61832.47">21851 15699 108 0,'0'0'7'0,"0"0"17"16,0 0 2-16,0 0-1 16,0 0 1-16,-3-40-8 15,3 36-10-15,4 1-7 0,7 2-1 16,2-2-4-16,3-4-31 15,1 0-55-15</inkml:trace>
  <inkml:trace contextRef="#ctx0" brushRef="#br0" timeOffset="62009.49">22190 15634 223 0,'0'0'14'0,"0"0"-3"16,0 0-9-16,0 0 0 0,0 0 1 16,0 0 0-16,0 0-2 15,0 0-10-15,2-3-100 16</inkml:trace>
  <inkml:trace contextRef="#ctx0" brushRef="#br0" timeOffset="63028.21">22440 14969 123 0,'0'0'4'0,"-29"-50"15"0,10 25 11 15,1-1-3-15,-1 1-7 16,-5 0-7-16,-3 0 0 16,-2 1 0-16,-1 0-1 15,-7 0-7-15,-1 1 0 16,-4 2-5-16,-1 1 2 16,-2-1-2-16,-4 1 3 0,0 1-2 15,-2-1 0-15,-3 4 1 16,0-2 2-16,-2 2-2 15,-4 2 0-15,-5-1 1 16,-4 5-5-16,-1 1 10 16,-5 3-7-16,-2 4 1 0,-1 2 0 15,-1 0-1-15,4 2-2 16,-3 8 5-16,2 3-2 16,0 7-3-16,2 3 2 15,-3 6-1-15,2 7 0 16,-3 2 1-16,4 7-1 0,-1 4-1 15,5 4 1-15,1 4 0 16,0 5 0-16,4 3-1 16,2 6 2-16,3 5-1 15,2 4 0-15,4 4 0 16,6 0 1-16,4 6-1 0,6 1 0 16,5 2 0-1,8 1-1-15,6-3 1 0,13 1 0 16,6 2 0-16,8-6-1 15,18-3 0-15,9-1 1 16,7-2-1-16,6-3 0 0,10-5 0 16,6-2 1-16,4-3-1 15,4-2 1-15,5-5 0 16,6-4 0-16,4-3 1 16,4-7-1-16,9-4 2 15,5-7-1-15,4-6 1 0,1-5 1 16,4-7-2-16,1-4 1 15,0-5 1-15,-3-6-2 16,0-4 1-16,-3-3 0 16,1-12 1-16,-2-8 4 15,0-7-3-15,-5-7 1 16,2-5 1-16,-6-7-3 0,-6-4-1 16,-9-4 0-16,-5-5 0 15,-6-3 3-15,-6-6 1 16,-4-4 3-16,-1-5 0 15,-5-6-1-15,-6-5-5 16,-7-2-1-16,-7 0-1 0,-10 0 1 16,-11 1 1-16,-9 3 0 15,-7 3 9-15,-10 1 6 16,-13 1-5-16,-10 2-3 16,-7 1 3-16,-8 3-4 15,-9 3-3-15,-5 2 0 0,-6 5-9 16,-5 5-2-16,-3 7 10 15,-4 6-12-15,3 8 6 16,2 10 0-16,5 12-1 16,5 11-2-16,7 9-2 15,7 2-26-15,8 20-21 0,6 9-6 16,6 6 11-16,7 1-60 16</inkml:trace>
  <inkml:trace contextRef="#ctx0" brushRef="#br0" timeOffset="63385.22">22949 15566 124 0,'0'2'8'0,"0"-2"8"0,0 0 6 0,0 0-2 16,0 0 6-16,2 0 3 15,8 0 2-15,3-9-4 0,12-9 0 16,13-13-15-16,16-16-7 16,19-15-4-16,19-16 1 15,16-22-31-15,12-18-118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28:47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14910 14194 46 0,'9'-3'4'0,"2"1"3"0,3-1-4 0,0-1-2 16,3 0-1-16,3-2-5 15,2 2-16-15,1-3-14 0</inkml:trace>
  <inkml:trace contextRef="#ctx0" brushRef="#br0" timeOffset="2433.94">17319 14040 101 0,'4'-7'11'0,"0"-3"16"0,2 2-3 15,-2-2-2-15,-1 0-16 0,3-2-1 16,0 1-3-16,-1 0-1 15,0-2 0-15,0 5 0 16,-1-2-1-16,0 2 1 16,-1 0 0-16,-1 2 1 15,1 2-1-15,-1 1 4 0,-2 3 3 16,1 0-2-16,-1 0-7 16,1 0-4-16,-1 4 3 15,2 5 3-15,-2 2 2 16,2 5-3-16,-1-1 1 15,1 4 0-15,1-2 2 0,2 0 0 16,-2 0 4-16,1 0-3 16,3-3-1-16,-3 2 1 15,0-2-2-15,1 0-2 16,-3 0 1-16,1-1 0 16,-1-1 0-16,-2 0 0 0,0 1-2 15,0-1-30-15,-7-3-49 16,-4-4-61-16</inkml:trace>
  <inkml:trace contextRef="#ctx0" brushRef="#br0" timeOffset="2626.56">17306 14223 258 0,'0'0'4'0,"0"0"-2"15,0 0-8-15,0 0 5 16,0 0 5-16,0 0-1 0,0 0 0 15,40-4-1-15,-24 3-1 16,0-4-1-16,5 3 1 16,0-1-3-16,-4-3-32 15,2 1-46-15,-4-3-29 16</inkml:trace>
  <inkml:trace contextRef="#ctx0" brushRef="#br0" timeOffset="2990.01">17552 13895 111 0,'0'0'34'0,"0"0"-33"16,47-19 1-16,-28 17 1 16,5 2 0-16,1 0-3 15,1 10 1-15,-2 4 1 16,1 3-1-16,-1 2 2 0,-1 2 2 16,-6 3 2-16,-2 0 0 15,-5 3 3-15,-7 0-4 16,-3 2-2-16,-5 0-1 15,-15 4 0-15,-5 1 1 16,-5 5-1-16,-7 0-3 0,-3 1 1 16,-2-3-22-16,-3-6-75 15</inkml:trace>
  <inkml:trace contextRef="#ctx0" brushRef="#br0" timeOffset="6030.73">17295 14019 63 0,'-2'0'60'0,"0"0"-58"0,2-1 3 0,0-2 4 0,0 0 4 16,0-2 10-16,0 1 0 15,0-1-4-15,0 0 0 0,4-2-2 16,1 3-6-16,6-2-9 16,5-1-1-16,3 3-1 15,2-2 1-15,6 2 0 16,2 0-1-16,0 0 1 16,6 3-1-16,-3 0 0 0,3 1 0 15,-2 0 0-15,1 3 1 16,-2 7-1-16,-3 1-1 15,-1 2 0-15,-3 1 2 16,0-1-2-16,-8-1 1 16,-2 0 0-16,-3 2-1 0,-7-2-1 15,-3 1-2-15,-2 2 3 16,-2 0 4-16,-11 1-3 16,-3 3 1-16,-2-1 2 15,-4-2-2-15,-1 2-1 16,1-5 1-16,-5 0 3 15,0-2 0-15,-1-1 0 0,-1 0-1 16,1-3 0-16,-3-1-1 16,4-2 0-16,4-1 0 15,4-3-1-15,-1 0 1 16,7 0-2-16,4 0-3 0,3-4-25 16,5-8-76-16</inkml:trace>
  <inkml:trace contextRef="#ctx0" brushRef="#br0" timeOffset="6392.48">18122 13946 122 0,'0'0'82'0,"0"0"-83"0,0 0 0 0,0 0 0 0,0 0-1 15,-22 49-6-15,22-35 8 16,0 6 0-16,0-2 0 15,1 1 1-15,5 1 0 16,0-3 1-16,2 0-1 16,-2-3 1-16,2 0-2 0,-3-1 0 15,1-3 0-15,0-2-19 16,-2-5-19-16,-2-3-9 16</inkml:trace>
  <inkml:trace contextRef="#ctx0" brushRef="#br0" timeOffset="6707.16">18096 13965 52 0,'0'0'9'16,"0"0"19"-16,0 0-7 15,0 0-5-15,0 0-9 0,0 0-3 16,0 0 5-16,0 0 6 16,31-7 1-16,-14 5-5 15,2 1 0-15,-1 1-2 16,4-3-1-16,0 2-1 16,0-2-3-16,-2 1-2 15,-1 1 0-15,-1-2-2 0,-1 3 0 16,-4 0-2-16,-4 0-25 15,-6 0-36-15,-3 3-43 16</inkml:trace>
  <inkml:trace contextRef="#ctx0" brushRef="#br0" timeOffset="6869.65">18091 14103 225 0,'0'0'4'15,"0"0"-8"-15,0 0 6 0,61-2 0 16,-26-3-5-16,0-1 2 16,4-1-13-16,1-2-31 15,0-1-31-15</inkml:trace>
  <inkml:trace contextRef="#ctx0" brushRef="#br0" timeOffset="7147.53">18623 13955 184 0,'0'0'7'16,"0"0"-2"-16,0 0-5 15,0 0-3-15,0 0 3 16,0 0 0-16,-3 48 0 0,3-32 0 15,1 1 2-15,1-1-2 16,0 0 1-16,0 0 1 16,-2-2-4-16,0-1 4 15,-4 1-4-15,-2-2-6 16,-3-4-13-16,1-2 0 0,-2-3-29 16</inkml:trace>
  <inkml:trace contextRef="#ctx0" brushRef="#br0" timeOffset="7509.55">18566 14013 178 0,'0'0'5'0,"0"0"-1"16,39-25 0-16,-23 20-3 16,-1 5 2-16,5 0-3 15,-3 3 1-15,4 7-1 0,-3 4 2 16,2 5-2-16,3 0 3 15,1 1-3-15,-1 1 2 16,-1-2-2-16,2-2 1 16,-3-4-1-16,-2-3 1 15,0-3 0-15,-1-4 1 16,-5-3-1-16,-2 0 1 0,1 0 0 16,-6-6 6-16,0-5 12 15,-6-2 4-15,0-4-5 16,0 1-9-16,0-3-2 15,-7-2-2-15,2 2-1 16,0-4-1-16,-3 3-3 0,4 0 0 16,0 3-1-16,0 3-1 15,2 4-8-15,1-1-43 16,1 1-65-16</inkml:trace>
  <inkml:trace contextRef="#ctx0" brushRef="#br0" timeOffset="7758.67">19144 13929 226 0,'0'0'-4'0,"0"0"-15"16,0 0 9-16,0 0-8 15,0 0 13-15,0 0 3 16,6 37 7-16,-6-23-1 15,0 2 1-15,2-2-2 0,-1 2 0 16,2 0-1-16,0-2 0 16,1-1-1-16,-4-2 1 15,0 0-5-15,0-2-26 16,0-6-38-16</inkml:trace>
  <inkml:trace contextRef="#ctx0" brushRef="#br0" timeOffset="8088.82">19108 13975 198 0,'0'0'1'0,"0"0"-2"0,0 0 1 16,44-33 1-16,-27 33 0 16,2 0-1-16,2 3 0 15,3 8 0-15,-1 5 0 16,4 1 1-16,2 0-1 0,1 0 1 15,-1 0 0-15,-4-5-1 16,-2 0 0-16,-1-5 1 16,-3-2-1-16,-3-4 1 15,-2-1 6-15,-4 0 12 16,0-1 6-16,-6-9 7 16,-2-3-5-16,-2-1-10 15,0-4-12-15,-8-1-3 0,-6-1-2 16,-3-1-4-16,-4 2-16 15,-4 2-28-15,-6 4-39 16,-4 2-93-16</inkml:trace>
  <inkml:trace contextRef="#ctx0" brushRef="#br0" timeOffset="9482.91">17409 14526 46 0,'0'0'5'16,"0"0"8"-16,0 0 4 0,0 0-9 0,-36-4 0 0,30 4 2 15,3 0-3-15,1 0 2 16,2 0-3-16,-2 0 1 0,2 0-3 16,0 0-4-16,2 0 2 15,9 0 6-15,3 0 1 16,7 0-3-16,7-1 1 15,5-1-2-15,5-1-2 16,3 0 1-16,7-2-2 0,0 0 4 16,7-1 7-16,6 1-2 15,0-1-6-15,6-1-2 16,4 0 2-16,7 0-3 16,4-3 1-16,4-1 2 0,8-1 4 15,7-1-1-15,3-1 0 16,0 0-3-16,6 1-2 15,-1 0 0-15,1 1-3 16,-4 3 0-16,-1 1 0 16,-5-1 1-16,-6 2-1 15,-6 0 1-15,-4-4-1 0,-5 1 0 16,-5-2 0-16,-6 1 0 16,-5-1 1-16,-7 0-2 15,-8 0 2-15,-4-2-1 16,-9-1 0-16,-5 0 0 15,-7-2 0-15,-6 0 0 0,-6 0-1 16,-6-3 1-16,-3 2-1 16,-2-3 0-16,0-1-3 15,-9-3 3-15,-2-1 2 16,-3-1 2-16,-2-1 0 16,1-2 0-16,-5 0 1 0,3 3 5 15,0 0-5-15,-2 0-3 16,1 2 0-16,0 2-1 15,-3-1-1-15,1 2 7 16,-3 2-4-16,-2-1-9 16,-3 3 14-16,-3-1-8 15,-1 4-1-15,-7 0 0 0,-1 1 4 16,-4 3-2-16,0 1-2 16,-5 5 4-16,-2 0-2 15,-4 2-1-15,-2 2 1 16,-2 1 0-16,-1 0 1 0,-5 4-2 15,-1 2 1-15,-1 1-1 16,-3 1 1-16,2-1-2 16,0 2 2-16,0-2 2 15,0-1-4-15,-2 0 4 16,2 0-2-16,-1-1 0 0,-3 2 0 16,1-1 0-1,0 1 1-15,-1 0-1 0,0 0 0 16,0-1 0-16,2 2 1 15,-2-1-1-15,3 4 0 16,0-2 0-16,0 2 0 16,1 1 0-16,1 0 0 0,3 0 0 15,3 1 0-15,-1 1 0 16,5 0 0-16,5 2 0 16,2 1 0-16,-2 2-18 15,6 0 21-15,-1 1 6 16,4 1-9-16,1-1 0 0,6 3 1 15,4-3-1-15,4 2 0 16,5-2 0-16,3 3 0 16,4 0 1-16,6 1-2 15,5 0 1-15,5 2 1 16,0 2-1-16,9 0-2 0,13-1 2 16,8-1 0-16,11-2 0 15,12-1-3-15,11-6 2 16,7-1 2-16,14-4 4 15,9-6-3-15,10-3-1 16,11-3-1-16,8-3-17 0,5-14-31 16,8-7-86-16</inkml:trace>
  <inkml:trace contextRef="#ctx0" brushRef="#br0" timeOffset="10023.82">20066 13696 20 0,'1'4'8'0,"0"-2"-5"0,0 3 1 0,1-3-1 16,0 0 7-16,1-2 15 16,3 0 10-16,4-3-9 15,2-7-2-15,4-3 1 16,6-1 0-16,1-4-4 0,5-5 3 15,4 0-7-15,0-5 2 16,5-1-3-16,-1-2-6 16,3 1-4-16,-1 2-4 15,1 1-1-15,1 4-1 16,-5 3-5-16,0 2-36 16,-8 2-117-16</inkml:trace>
  <inkml:trace contextRef="#ctx0" brushRef="#br0" timeOffset="12963.39">17037 14252 91 0,'-3'0'3'0,"0"0"-1"0,1 0-1 0,0 0-1 16,1 0 0-16,0 0 0 15,1 0 0-15,0 0 0 0,0 0-1 16,0 0 2-16,0 3 2 16,4 1-1-16,2 3-1 15,4 0 0-15,-1 6 1 16,4-2 0-16,5 1 4 0,3 3 1 16,2-2-4-16,6 3 1 15,1 1-4-15,7-1 4 16,4 0-3-16,3 2-1 15,8-1 0-15,2-2-9 16,1 2-32-16</inkml:trace>
  <inkml:trace contextRef="#ctx0" brushRef="#br0" timeOffset="14052.16">18264 14476 72 0,'0'0'4'0,"0"0"-1"0,0 0 0 0,0 0-3 15,0 0 1-15,0 0 3 0,0 0 10 16,0 0 6-16,0 0 1 16,0 0-1-16,0 0-14 15,0 0-4-15,-12-15-4 16,12 15-5-16,0 0-7 15,0 0 12-15,0 0 1 16,0 4 1-16,0 0 0 0,0 0 0 16,0 2-2-16,0 1 4 15,-2 3-2-15,0 1 0 16,0 2 0-16,1 1 0 16,-2 2 0-16,1 0 0 15,2-1 1-15,0-2-1 0,0 1 0 16,0-1 0-16,0-1 0 15,0 2 0-15,2-3 1 16,4 3-1-16,0 1 0 16,-1 0 1-16,5-1-1 15,-2 2 0-15,1-3 0 0,3 0 0 16,0-1 1-16,-1 0-1 16,5 0 0-16,-4-2 2 15,4 2 0-15,1-1 0 16,0 2 1-16,3-2-2 0,-2-1 0 15,0 0 0-15,4-1-1 16,-3-2 0-16,2-2-1 16,-2 0 3-16,-1-4-1 15,1 2 2-15,-2-3 0 16,-4 0 0-16,0 0-2 0,-2 0-1 16,-5 0 1-16,-1 0-11 15,-1 0-20-15,-3 0-22 16</inkml:trace>
  <inkml:trace contextRef="#ctx0" brushRef="#br0" timeOffset="15175.84">18536 14766 25 0,'0'0'17'0,"0"0"-1"0,0 0-2 0,0 0-4 15,0 0-2-15,0 0 1 16,0 0-6-16,0 0-1 16,0 0 0-16,0 0-1 0,0 0 0 15,0 0 1-15,0 0 0 16,0 0 1-16,24 18-2 15,-23-16 3-15,1-1-1 16,0 2 2-16,0-1-3 16,2 0 2-16,-2-1-2 15,1 1 0-15,1 1-1 0,1-2-1 16,-1 2 1-16,-1 0-1 16,3 0 0-16,-2 1 0 15,1-2 1-15,2 3-1 16,-3 0 0-16,2-1 0 15,0 0 0-15,0 0 0 0,1-1 1 16,0 3-1-16,-1-3 2 16,-1-2-2-16,1 2 0 15,-2 0 0-15,-1-2 0 16,2 1 1-16,-1-1-1 16,-2-1 0-16,-1 2 0 0,0-1 0 15,0 0 1-15,-1 0-2 16,0 1 2-16,0-2 0 15,0 3 0-15,0-3 2 16,0 3 1-16,0-2 1 16,0 1 1-16,0 1-4 0,0-1 0 15,0 2-1-15,0-2-1 16,-1 2 1-16,0 1-1 16,0 0 1-16,-1 1 1 15,-2 0 0-15,-1 1 0 16,3-1 1-16,-1 3 0 0,-3-2-2 15,2 0 0-15,-1 2 0 16,-3-2 3-16,-2 3 0 16,1 3 0-16,-2-2-3 15,-2-1 1-15,2 2 1 16,-2 0-18-16,1 1 28 0,0 1-9 16,-1 1 0-16,2-1-10 15,-1-3-20-15,1-4-75 16</inkml:trace>
  <inkml:trace contextRef="#ctx0" brushRef="#br0" timeOffset="20999.26">19223 14766 73 0,'0'0'51'0,"0"-1"-22"0,0 0 5 0,0 1-18 16,0-1-4-16,0 1 1 0,0 0-5 16,0 0-7-16,1 0-1 15,2 3 0-15,0 6 1 16,2 5 0-16,-4 4 0 15,3 2 0-15,-1 7-1 16,2-3 1-16,0 2 0 0,1-4-1 16,1 0 1-16,0-5-1 15,-4-2 1-15,0-3 1 16,-1-4-2-16,-1-1 1 16,0-2-1-16,-1-2 0 0,0-2 0 15,0-1 1-15,0 0 5 16,0-3 13-16,0-6-14 15,-2-4-2-15,-2-3 0 16,0-4-3-16,-2-1 1 16,3-4 1-16,1 0-2 15,-1-1-3-15,3-1 3 0,0 3-1 16,0-1 1-16,4 2-1 16,3 0-1-16,1 6 3 15,2 0-1-15,0 3 0 16,1 2-1-16,3 4-1 15,0 2 3-15,3 2 0 0,0 4-1 16,-1 0 1-16,-1 4-2 16,0 9 1-16,0 3-2 15,-1 5 2-15,-1 0 1 16,-1 1-1-16,1 0 0 16,-3 1 0-16,-2-2-1 0,0-1 4 15,-1 0-2-15,0-3-1 16,-3 0 1-16,2-1-1 15,-2-2 0-15,-2-1 0 16,0-1 0-16,-2-3-1 16,0 1-3-16,0-3-26 15,0-4-39-15,-6-3-35 0</inkml:trace>
  <inkml:trace contextRef="#ctx0" brushRef="#br0" timeOffset="21183.77">19337 14877 204 0,'0'0'6'0,"0"0"7"0,0 0 12 0,0 0-17 16,0 0-2-16,0 0-1 0,0 0 0 16,51-26-2-16,-26 23-2 15,3 1 0-15,2-3-21 16,-1 1-93-16</inkml:trace>
  <inkml:trace contextRef="#ctx0" brushRef="#br0" timeOffset="21596.5">19706 14807 162 0,'0'0'4'0,"0"0"-4"16,0 0 5-16,0 0-6 15,0 0 8-15,45-3-2 16,-31 3-2-16,3 0 2 0,0 7-3 16,-1 2 1-16,-2 4-2 15,-2 1 1-15,1 0-2 16,-6-1 0-16,0 0 0 15,-3-2 2-15,-2-1-1 16,1-3 0-16,-3 0-1 0,0 0-2 16,0-2 0-16,0-3 0 15,-5-1 5-15,1-1 4 16,3 0 13-16,-3-5 2 16,2-7-2-16,2-1-9 15,0-2-1-15,0-2-8 16,4-1 1-16,5-2-3 0,3-1 3 15,7 2-8-15,0-1-1 16,7 0-38-16,-1 1-60 16</inkml:trace>
  <inkml:trace contextRef="#ctx0" brushRef="#br0" timeOffset="21923.73">20188 14769 136 0,'0'0'3'0,"0"0"-2"0,0 0 0 0,-48 4-1 16,35-2 4-16,-3 2 4 15,0 1 4-15,1 4-2 0,4-1-6 16,1 5-1-16,0 0-2 15,5 3 0-15,1-1 4 16,4 1 4-16,0-2-5 16,2-1 2-16,8-2 2 15,5-3-1-15,2-2 5 0,3-1-2 16,5-4 0-16,0-1-6 16,1 0-1-16,3-6-1 15,0-6-24-15,1-5-67 16</inkml:trace>
  <inkml:trace contextRef="#ctx0" brushRef="#br0" timeOffset="22755.39">20410 14547 114 0,'0'0'69'16,"0"0"-61"-16,0 0 9 15,0 0-9-15,0 0-2 16,0 0-5-16,0 0-1 16,0 0 1-16,-30 37 1 0,30-10-1 15,0 3 0-15,0 1 0 16,0 2 1-16,3-2-2 16,0-3 0-16,1-3 0 15,-3-3 0-15,4-4 0 0,1-3 0 16,-3-1 1-16,0-2 1 15,0-4 0-15,-1 1-2 16,0-5 1-16,-2-1-1 16,0-2 1-16,0-1-1 15,0 0 4-15,0 0 4 16,0-4-1-16,0-4-5 16,2-4 0-16,1 1-4 0,5-2 2 15,0 0-3-15,5-1 4 16,1 3-1-16,1-1-1 15,1 1 0-15,3 1 0 16,-2 3 3-16,0 1-2 16,1 2 0-16,-1 2 0 0,-2 2-1 15,-1 0-3-15,0 0-2 16,-3 6 1-16,-2 1 1 16,1 3 2-16,-2 0-1 15,-3 1 3-15,4 1 0 16,-5-2 1-16,2 1 1 0,0-1-1 15,2 1 0-15,0-2 0 16,-2-3-1-16,2 1 1 16,1-3-1-16,1-1 2 15,-1-3-1-15,3 0 1 0,1 0-2 16,2-2 0-16,-1-6 1 16,-1-2 0-16,0 0 1 15,-2-4-1-15,-4 0-1 16,1 1 0-16,-5-3 0 15,0 3-1-15,-3 2-2 16,0 2 0-16,0 2 2 0,0 0-1 16,0 5 1-16,-1 2 3 15,-2 0-2-15,2 0 0 16,0 6-2-16,1 3 2 16,0 1 1-16,0 3 0 15,0-1 0-15,3 0-1 0,6-1 1 16,-2-1 0-16,3 0 1 15,0-1-1-15,-1-2 1 16,0 0 1-16,2-3-2 16,-4-2-4-16,1-2-14 0,-1 0-15 15,1-2-28-15,-2-9-58 16</inkml:trace>
  <inkml:trace contextRef="#ctx0" brushRef="#br0" timeOffset="22913.61">20894 14568 297 0,'0'0'0'0,"0"0"2"0,0 0-4 0,0 0-12 16,0 0-47-16,0 0-24 0,0 0-6 15</inkml:trace>
  <inkml:trace contextRef="#ctx0" brushRef="#br0" timeOffset="23205.14">21257 14451 79 0,'0'0'29'0,"0"0"-24"16,0 0-3-16,0 0 4 15,1 42 8-15,-1-21-7 16,0 2 0-16,0 1-2 0,0 2-1 16,3 0-1-16,2-2-1 15,1 0 0-15,-2-3-1 16,2-1 0-16,-4-3-1 15,0-3-2-15,-1-2-39 16</inkml:trace>
  <inkml:trace contextRef="#ctx0" brushRef="#br0" timeOffset="23794.34">21107 14713 83 0,'0'0'83'16,"0"0"-79"-16,0 0-1 15,39-4-3-15,-22 3 3 16,6-3-1-16,-1 1 9 15,4 0 11-15,3-1-1 16,4-1-5-16,1 0-5 0,3 0-2 16,-2 0-5-16,2-1-1 15,0 0-2-15,-4 1 0 16,-2 0-1-16,0 0 0 16,-8-2 1-16,-1 1-1 15,-4 2 0-15,-5-1 1 0,-3 0-1 16,-3 0 1-16,-4 1 0 15,-1-2 1-15,-2 2 4 16,0 0-3-16,-6 0 0 16,-2 1-4-16,-2 1 0 15,-2 2 1-15,-1 0 0 16,0 0 0-16,-1 0 0 0,0 6-2 16,-1 1 3-16,2 3 0 15,-1 0-2-15,2 1 2 16,2 2-1-16,1 0 0 15,4 1 0-15,2 0 2 0,2-2 0 16,1 2 0-16,0-3 2 16,1-1-3-16,7 0 0 15,3-1-1-15,2-2 0 16,5-1 0-16,1-1-1 16,3-2 0-16,4-3-27 0,-1 0-24 15,0 0-69-15</inkml:trace>
  <inkml:trace contextRef="#ctx0" brushRef="#br0" timeOffset="24107.94">21945 14613 165 0,'0'0'25'0,"0"0"1"0,0 0-23 0,0 0-6 16,-40-15 0-16,25 15 5 0,-5 6-2 15,4 3 4-15,0 3-1 16,2 3 0-16,2 3 0 16,5 0 0-16,3 0 1 15,3-3-1-15,1 1 0 16,0-3 1-16,9-3 1 16,4-1 2-16,2-2 1 0,5-5-1 15,4 2 3-15,4-4-2 16,3 0-3-16,2 0-3 15,2 0-2-15,0-6 0 16,0-3-5-16,-3-5-28 16,-3-4-35-16,-1-4-38 0</inkml:trace>
  <inkml:trace contextRef="#ctx0" brushRef="#br0" timeOffset="24394.64">22214 14320 145 0,'0'0'7'0,"0"0"2"0,0 0-11 16,0 0 3-16,0 0 0 15,-2 43 4-15,2-20 7 16,0 5-2-16,0-1 0 15,0 3 1-15,0 0-5 16,0-1-2-16,1-2-1 16,1-3-3-16,2 2 1 0,-4-6-1 15,2 0 0-15,-2-5-18 16,1-5-39-16,-1-3-30 16</inkml:trace>
  <inkml:trace contextRef="#ctx0" brushRef="#br0" timeOffset="25681.33">22149 14580 251 0,'0'0'-9'0,"0"0"-8"0,0 0-3 15,0 0 17-15,38-12 4 16,-24 10-2-16,4-1 1 15,0 1 3-15,4-2-3 16,0 2 1-16,0-2 1 0,-1 0-2 16,0 1 0-16,-4-1-3 15,-3 0 2-15,-2 1 2 16,-1-1-1-16,-5 1 0 16,-2 0 1-16,0 2 1 15,-4 0 3-15,1 0 9 0,-1 1 2 16,0 0-9-16,0 0-5 15,0 2-4-15,0 6 4 16,-1 2-2-16,-1 1 1 16,-1 2 0-16,3 2 0 15,0 0 0-15,0 0 0 0,0-3 0 16,3 1 0-16,2 0-1 16,3-5 0-16,1-1-2 15,1-4-2-15,1 0-2 16,3-3 3-16,0 0 0 15,1 0 2-15,-1-6-2 0,1-2 2 16,-4-2 1-16,1-2 1 16,-3 0-1-16,-1 0 0 15,-4 0 1-15,-1 0 0 16,0 4 1-16,-3-2 4 16,0 5 2-16,0 1 1 0,0 0-3 15,0 4-1-15,0 0-4 16,0 0-2-16,0 4 1 15,0 3 0-15,0 5 1 16,3 2-1-16,0 0 1 16,0 0-1-16,4 2 0 0,-3-2 1 15,3-1-2-15,-2-3 1 16,0-2 0-16,2-1 0 16,-3-4 0-16,2-1 0 15,-3-2 0-15,1 0 1 16,0 0 1-16,4-5 2 0,-2-3-2 15,1-4 0-15,0 0-2 16,1-4 1-16,1-1-1 16,-1 1 0-16,2-1 0 15,3 2-1-15,-1 1-1 16,2 2 0-16,-2 4 3 0,-3 2-1 16,1 3 1-16,0 2-1 15,-5 1 0-15,3 0 0 16,0 4 0-16,-1 5-1 15,1 1 2-15,1 2-2 16,2 0 2-16,-4 0-1 0,3 1 2 16,1-3-2-16,1-3 0 15,-1 0 0-15,5-1 0 16,-3-4 1-16,1-1-1 16,1-1 0-16,-1 0 1 15,0 0-2-15,2-3 2 0,-2-5 3 16,1-1-1-16,-3-1-1 15,1-4 0-15,0 0-1 16,-1-1-1-16,-3-1 2 16,-1 2-3-16,-5 1-1 15,-2 1-6-15,-1 2-10 16,-3 4-6-16,-10 2-10 0,-2 4 0 16,-2 0-7-16,-2 0 26 15,2 3 14-15,2 4 1 16,0 3 1-16,6 0-1 15,3 0 1-15,1 3 1 16,3-2 1-16,2 2 3 0,0-2 3 16,4-1 4-16,2 2 4 15,4-3 1-15,4 0 4 16,1-2-3-16,2-1-2 16,3-2-5-16,-1-1-1 15,3-1-3-15,-2-2 1 16,0 0 1-16,-1 0-1 0,-4 0 0 15,1 0 0-15,-5-2-4 16,-1 0-2-16,-2-2-2 16,-2 3 3-16,-4-1 1 15,-1 0 5-15,-1 0 5 0,0 2-7 16,0-1-7-16,0-1-2 16,0 2-2-16,0 0-10 15,0 0-20-15,1 0-25 16,2-4-70-16</inkml:trace>
  <inkml:trace contextRef="#ctx0" brushRef="#br0" timeOffset="28992.48">20535 15208 49 0,'0'0'39'0,"0"0"-17"0,0 0-9 0,0 0-4 16,8-43-1-16,-4 35-2 16,-2 0-5-16,3 0 2 15,-3 3 12-15,-1 0 13 0,0 1-10 16,-1 1-10-16,0 0 0 15,0 3 2-15,0 0-4 16,1 0-5-16,0 0-1 16,1 0-1-16,3 3 1 15,-2 2 1-15,3 3-1 0,0-1 0 16,1 3 0-16,1 1 0 16,2 1 0-16,0 0 0 15,2 1 1-15,2 1-1 16,3 0 0-16,2-2 2 15,1 0-2-15,4-1 0 16,1-2 1-16,0 0 0 0,0-3 0 16,2 1 4-16,0-2 4 15,0-2-3-15,-1 1 2 16,0-2-4-16,-1 1-1 16,-3-3 0-16,-1 1-2 15,-3-1 0-15,-5 0 0 0,-2 0 2 16,-2 0 1-16,-4 0-1 15,-3 0-3-15,-2 0 2 16,0 0-2-16,0 2-4 16,0 0-5-16,-3 0-30 15,-3-2-59-15</inkml:trace>
  <inkml:trace contextRef="#ctx0" brushRef="#br0" timeOffset="29383.35">21273 15164 147 0,'0'0'14'0,"0"0"23"0,0 0 2 0,0 0-23 0,0 0-11 16,0 0-7-16,0 0-1 0,0 0 3 15,0 0 0-15,0 0 2 16,5 55-2-16,1-35 2 16,-1 3-1-16,4-1 0 15,-2 0 1-15,0-2-1 16,0-1-1-16,2-2 2 0,3-2-2 15,-1-4-2-15,6-4 2 16,3-3 0-16,2-4-1 16,5 0-8-16,1-4-12 15,2-7-21-15,1-1-17 16,0-3-5-16</inkml:trace>
  <inkml:trace contextRef="#ctx0" brushRef="#br0" timeOffset="29766.7">21643 15287 36 0,'0'0'53'0,"0"0"-10"16,18-38 9-16,-18 28-17 15,0 7-15-15,-3-1-10 16,-7 4-7-16,-4 0 0 0,-2 0-2 16,0 7 0-16,-3 4 1 15,2 2 1-15,4 3-1 16,4-1-2-16,-1 0 1 16,8 0 0-16,0-2 0 15,2 0-1-15,0-3-1 0,8-2 2 16,4-3-1-16,2-3 1 15,2-2 0-15,1 0-1 16,2 0-1-16,-1-7-2 16,-2-4-1-16,-1-1 1 15,-4-2 2-15,-2 2 2 0,-3-1-1 16,1 2 0-16,-6 2 3 16,0 2 2-16,-1 1 5 15,0 2-3-15,0 4 1 16,0 0-5-16,0 0 0 15,-1 3-3-15,1 6 1 0,0 1-1 16,0 3-1-16,0 1 1 16,6-1 0-16,2-3-2 15,4 3-13-15,-1-6-15 16,0-4-36-16,3-3-49 16</inkml:trace>
  <inkml:trace contextRef="#ctx0" brushRef="#br0" timeOffset="30280.58">21858 15241 168 0,'0'0'7'0,"0"0"27"0,0 0-12 0,0 0-22 16,0 0-4-16,0 0 4 16,0 0 1-16,0 0-1 15,0 0 1-15,24 38 1 16,-14-31-2-16,1 0 0 0,3-3 0 15,0-1 0-15,4-3 1 16,-1 0 1-16,4 0-2 16,-3-4-2-16,0-5 2 15,-1 1 0-15,-4-1 0 16,-1-2 0-16,-4 2 2 16,-1 2-1-16,-5 2 3 15,0 0 9-15,-1 2 4 0,1 3-4 16,-2 0-4-16,0 0-9 15,2 2-2-15,-2 7 1 16,0 4 1-16,0 2 2 16,0 3-1-16,1 1 0 0,3 1 0 15,-2-1-1-15,-1 2 1 16,1-3-1-16,-1 3 1 16,-1-4-1-16,0 0 0 15,0-2 0-15,0-3-2 16,-3-2 1-16,-5 0 0 0,-1-3-1 15,-2-3 3-15,-3-1-1 16,-1-1-1-16,-3-2 2 16,2 0 1-16,0 0-2 15,4-2 0-15,1-6 1 16,6-2-6-16,4-3-24 16,1-5-39-16,5-2-36 0</inkml:trace>
  <inkml:trace contextRef="#ctx0" brushRef="#br0" timeOffset="31068.93">22239 15265 145 0,'0'0'3'0,"0"0"-3"0,0 0 2 0,0 0 0 0,0 0 3 15,0 0 10-15,0 0 8 16,0 0-7-16,27-43-5 16,-27 34-2-16,0 2-2 15,0 0-3-15,-2 1-1 16,-1 0 0-16,-4 1-4 0,2 2 1 16,-1 1 0-16,0 2-3 15,1 0 2-15,-3 0 6 16,3 4-6-16,-4 3-1 15,4 4 4-15,1-1-2 16,2 6-2-16,2-2 2 0,0 1 0 16,0 3 0-16,2-1 2 15,5-2-2-15,-1 2 0 16,3-2 0-16,0-3-2 16,-2-2 1-16,2-3 2 15,-1 0-2-15,1-5 1 0,1-1 1 16,1-1 1-16,-1 0-2 15,2-5 1-15,0-3-1 16,-1-4 1-16,2-1-1 16,-5-3 1-16,2-1 0 0,0 0 3 15,-1 0 0-15,0 1 4 16,1 1-3-16,1 2 1 16,-3 2-3-16,2 1-1 15,2 4-1-15,-2 0-2 16,1 4 2-16,0 2-2 15,1 0 1-15,0 2 0 0,0 6-1 16,-1 3 1-16,0 2 1 16,-1-1-2-16,1 1 2 15,-2-3-1-15,-1 0 0 16,-1-1 0-16,0-5 1 16,2 0-1-16,-3-4 0 0,2 0 1 15,2 0 0-15,0-3 1 16,1-7-1-16,1-2 0 15,0-1 0-15,-1-3 3 16,-1-1 5-16,2 2-3 16,0 1 1-16,2 2-3 0,1 2-3 15,2 3-1-15,1 4 1 16,1 3-1-16,0 0 0 16,-2 10-1-16,-1 4 1 15,-6 7-2-15,-7 4-14 16,-3 2-19-16,-10 2-29 15,-18 0-94-15</inkml:trace>
  <inkml:trace contextRef="#ctx0" brushRef="#br0" timeOffset="31780.21">20576 15216 106 0,'-3'-1'14'0,"-1"1"1"0,-2 0-2 0,2 0 1 16,1 0 0-16,1 0-3 16,-3 3-5-16,3 5-3 0,1 4-1 15,1 6-1-15,0 5 0 16,0 6 0-16,8 6-2 15,1 4 1-15,8 3 2 16,2 0-1-16,7 1-1 16,4-5 0-16,3 2 0 15,4-3 1-15,3 0 0 0,4-2 2 16,2-1-1-16,2 1 1 16,2-3 1-16,4-1 2 15,2-2 2-15,0-2-1 16,1-6-2-16,-1-3 1 15,-2-3 2-15,1-3-1 0,-4-6-3 16,-5 0-1-16,0-3 0 16,-3-1-2-16,-5-1-1 15,-4 0 0-15,-7-1 1 16,0 0-11-16,-8 0-9 16,-5 0-22-16,-1 0-66 0</inkml:trace>
  <inkml:trace contextRef="#ctx0" brushRef="#br0" timeOffset="32187.74">21874 16142 111 0,'0'0'17'0,"0"0"-24"0,0 0 8 16,0 0-1-16,0 0 1 15,0 0 56-15,0 0-6 0,0 0-18 16,0 0-16-16,-3-13-10 16,-3-1-6-16,2-1-1 15,-4-2-1-15,3-1-5 16,-2 0 0-16,4-2 5 16,3 0-2-16,0 0 0 0,0 1 2 15,7 1 1-15,2 2 0 16,1 4 3-16,2 2-2 15,2 3 1-15,-1 4-2 16,2 3 1-16,0 0-1 16,2 3 2-16,0 7-1 0,2 3 0 15,-3 4 0-15,-2 1 0 16,-1 5 0-16,0 1 0 16,-4 0 0-16,-2 1-5 15,-5 0-7-15,-2-1-16 16,0-3-36-16,-7-5-17 0</inkml:trace>
  <inkml:trace contextRef="#ctx0" brushRef="#br0" timeOffset="32381.2">21915 16034 264 0,'0'0'-16'0,"0"0"2"15,0 0 11-15,48-22-4 16,-27 20-2-16,-2-1 2 0,2 2 7 16,1 1 0-16,2 0-3 15,-3-1-40-15,0 0-13 16</inkml:trace>
  <inkml:trace contextRef="#ctx0" brushRef="#br0" timeOffset="32592.19">22255 15966 135 0,'0'0'41'0,"0"0"5"16,0 0-19-16,0 0-19 16,0 0-4-16,0 0-1 15,-38 6 0-15,29 6-1 16,4 3-1-16,1 0 1 0,4 4 1 16,0-2-1-16,0-2-1 15,7 0 0-15,6-4 0 16,2 0-2-16,1-5-14 15,4-1-11-15,3-4-12 0,2-1-18 16,1-4-17-16</inkml:trace>
  <inkml:trace contextRef="#ctx0" brushRef="#br0" timeOffset="32819.4">22513 15787 176 0,'0'0'28'16,"0"0"4"-16,0 0-16 16,0 0-17-16,0 0 3 15,0 0-2-15,-27 44 4 0,24-20-3 16,2 3 0-16,1 0 4 16,0 0-5-16,0 2 1 15,5-1 0-15,2-1-3 16,-4 0-27-16,-3-6-41 15,0-2-67-15</inkml:trace>
  <inkml:trace contextRef="#ctx0" brushRef="#br0" timeOffset="33140.19">22399 16006 235 0,'0'0'19'0,"0"0"-16"15,0 0-4-15,0 0 1 16,12-39 3-16,1 31-3 16,4 1 0-16,1 0 0 15,5 0 2-15,0 1-2 0,1 0 0 16,-1 2 0-16,1 4 0 16,-3 0 0-16,-2 0-2 15,-3 6 0-15,-7 7-7 16,-1 2 4-16,-4 4 5 0,-3 0 0 15,0-2 1-15,-1-1 4 16,1 0-1-16,2-3 1 16,1-1 1-16,2-2-6 15,2-4 1-15,3 0-1 16,0-6-17-16,-2 0-69 0</inkml:trace>
  <inkml:trace contextRef="#ctx0" brushRef="#br0" timeOffset="33276.78">22699 15791 304 0,'0'0'-14'16,"0"0"13"-16,0 0-19 16,0 0-78-16</inkml:trace>
  <inkml:trace contextRef="#ctx0" brushRef="#br0" timeOffset="33574.22">22731 15979 237 0,'0'0'2'15,"0"0"2"-15,44 45 0 16,-28-28-3-16,-2-2-1 15,-1-4 0-15,-4-2 0 16,2-4 1-16,-5-2 0 0,1-3 0 16,-3 0-2-16,0 0 5 15,2-9 10-15,-4-5 6 16,-1-1-10-16,2-5-2 16,0-2-4-16,3-1-3 15,-1-2-1-15,5 2-4 0,2 1-17 16,1 3-21-16,1 4-17 15,1 3-16-15</inkml:trace>
  <inkml:trace contextRef="#ctx0" brushRef="#br0" timeOffset="33923.5">23095 15901 232 0,'0'0'22'0,"0"0"-2"0,0 0-15 15,0 0-5 1,0 0 0-16,-45 13 1 0,32-5 0 16,4-1 0-16,1 3 0 15,2 0 0-15,4-1 0 16,1 0-1-16,1 0-3 16,0-2-8-16,3-2-7 15,6-3-3-15,0-2-13 0,4 0 1 16,-1 0 16-16,-1-6 19 15,3-1 10-15,-4 0 24 16,-2 2-5-16,0 0-3 16,-1 4-8-16,-2 1-14 0,1 0-4 15,-1 1-1-15,1 7 1 16,2 0-1-16,0 0 2 16,0 1-2-16,-1-2-15 15,0-5-29-15,-2-2-41 16</inkml:trace>
  <inkml:trace contextRef="#ctx0" brushRef="#br0" timeOffset="34151.03">23257 15666 262 0,'0'0'-18'0,"0"0"30"16,0 0 3-16,0 0-14 15,0 0-8-15,0 0 6 16,0 0 1-16,0 0 0 16,-1 63 1-16,-1-32 0 15,0 0 0-15,2 1 0 0,-1 0-1 16,1-3-16-16,-3-2-45 16,0-7-23-16</inkml:trace>
  <inkml:trace contextRef="#ctx0" brushRef="#br0" timeOffset="34407.49">23184 15833 250 0,'0'0'3'0,"0"0"-1"15,0 0 0-15,52-23-1 16,-36 23 3-16,1 0 0 15,-1 3 2-15,0 7 0 16,1 1-1-16,-1 4 0 16,-3-2-2-16,-3 0-2 0,-2 0-1 15,1-2 0-15,-6-2 1 16,1-2-8-16,-1-3-26 16,3-4-22-16,-3 0-47 15</inkml:trace>
  <inkml:trace contextRef="#ctx0" brushRef="#br0" timeOffset="34566.26">23623 15786 112 0,'0'0'-25'0,"0"0"-12"15</inkml:trace>
  <inkml:trace contextRef="#ctx0" brushRef="#br0" timeOffset="34699.75">23528 15797 63 0,'0'0'31'16,"0"0"-6"-16,-47 10-9 15,34-2-7-15,4 2-7 16,-1 1-1-16,2 0-3 16,4 2-11-16,3-1-9 15,1 0-2-15,0-1-4 0,5-1 8 16,7 0 17-16,-1-3 1 15,2-4-5-15</inkml:trace>
  <inkml:trace contextRef="#ctx0" brushRef="#br0" timeOffset="35084.55">23603 15899 50 0,'0'0'27'0,"0"0"6"16,36-38-9-16,-24 24-6 15,-1 1-7-15,3 4-4 16,-4 2-4-16,0 2 0 15,-1 3 3-15,-2 2 3 0,-1 0-4 16,0 9-1-16,2 2 2 16,-4 3-2-16,1 2-1 15,1-2-2-15,-3 3 0 16,0-4-3-16,-2 1-11 16,-1-1-48-16,0-4 57 15,0-1-20-15,0-5-2 0,-4-3 2 16,1 0 19-16,3-2 10 15,0-6 25-15,0-5 21 16,2 0-5-16,10-2-18 16,-1 0-3-16,5 1-8 15,-2 2-10-15,4 3 0 0,1 3 2 16,0 4-2-16,-2 2-4 16,1 1-1-16,0 11 0 15,-5 6-3-15,0 3 2 16,-4 7-1-16,-6 1-5 15,-3 2-26-15,0-3-26 16,-7-3-41-16</inkml:trace>
  <inkml:trace contextRef="#ctx0" brushRef="#br0" timeOffset="36030.08">20786 15260 154 0,'0'0'8'0,"0"0"20"0,0 0-8 0,0 0-16 15,-44-27-4-15,31 27-1 0,0 0 2 16,-4 0-1-16,3 0 1 16,-3 0 1-16,2 6 2 15,0 5-3-15,2 2-1 16,-3 6 0-16,3 3 0 15,0 8 1-15,1 6-1 16,2 5 0-16,-2 2 1 0,3 3 0 16,1 4 0-16,3 4-1 15,3-1 2-15,2 5-3 16,0 0 2-16,8 0-2 16,8 2 1-16,4-2 1 15,7-3-1-15,5 2 1 0,6-1 2 16,6-1 4-16,5 0-1 15,5-2 0-15,4 1-4 16,1-2-1-16,3-2 0 16,1-3-1-16,1-6 1 15,1-4 0-15,0-6 0 0,2-8 0 16,0-4 12-16,2-5 4 16,-1-6-4-16,2-2-3 15,0-3-2-15,0-3-4 16,-3 0-3-16,-1 0 0 15,-6 0 0-15,-3 0-1 16,-7 0 0-16,-4 0 3 0,-8 4-3 16,-6 0-3-16,-6 1 3 15,-5-1 0-15,-6 0 0 16,-2 0-2-16,-8-3-15 16,-3 0-36-16,-2-1-82 15</inkml:trace>
  <inkml:trace contextRef="#ctx0" brushRef="#br0" timeOffset="39368.33">23104 15084 37 0,'-2'0'5'0,"0"0"13"0,1 0 0 15,1 0 3-15,0 0-4 16,0 0 3-16,0-1-1 16,1-5-4-16,4 0-5 15,5 1-2-15,-1-2-4 16,2-1 2-16,5 0-6 0,1-2 1 15,2-1-1-15,3-1 1 16,0-1-1-16,4-1 0 16,1 0-12-16,0-1-27 15,1-1-16-15</inkml:trace>
  <inkml:trace contextRef="#ctx0" brushRef="#br0" timeOffset="40179.8">23995 15655 71 0,'0'0'1'0,"0"0"0"0,0 0 0 16,0 0-1-16,0 0 1 15,0 0 0-15,0 0 1 16,0 0 4-16,0 0 4 16,0 0-3-16,0 0 0 15,-21 38-5-15,18-36-1 0,2-1 0 16,0 1-1-16,1-1 1 15,0-1 3-15,0 0 16 16,0 0 8-16,0-4-8 16,8-5-3-16,1 0-5 0,2-3-5 15,6-2-1-15,5-3-4 16,0-2 0-16,9-3-2 16,0-2 0-16,3-2-20 15,2-4-37-15,-4 1 3 16,-6 1-46-16</inkml:trace>
  <inkml:trace contextRef="#ctx0" brushRef="#br0" timeOffset="41738.4">22998 15134 59 0,'0'0'3'0,"0"0"-2"0,0 0-1 0,0 0 0 16,2 0 1-16,1 0-1 15,-3 0 0-15,1 0 0 16,-1 0 2-16,0 0-2 0,1 0 0 16,0 0 1-16,0 0 2 15,0 0 0-15,3 0 0 16,0 0 3-16,3 0 0 16,2 0 0-16,0 0-1 15,7 0 2-15,-1 0 3 0,3-2 1 16,3-2 0-16,1 1 1 15,2-1-2-15,1-1-2 16,-1 1 2-16,1 0-3 16,2 0-5-16,0-2-2 15,0 1 1-15,-1 0-1 0,-2 1 1 16,-5 1-1-16,-3-1 0 16,-4 1 0-16,-3 0 1 15,-5 2-1-15,-3 0 10 16,-1 0 24-16,0 1-26 15,-1 0-10-15,-3 0 1 0,-2 0-1 16,0 0-8-16,4 0-7 16,1 0-33-16,1 0-36 15</inkml:trace>
  <inkml:trace contextRef="#ctx0" brushRef="#br0" timeOffset="42948.67">23059 15116 85 0,'-5'-1'34'0,"3"1"1"0,2-1-13 0,0 1-20 15,0 0-3-15,2 0 4 0,6 0-3 16,4 0 2-16,2 0-2 16,2 0 0-16,4 0 3 15,3-3 0-15,3 0 0 16,0 0-1-16,3-1 0 15,1 0-1-15,-1-2 1 16,2-1-2-16,-2 0 2 0,0 0-2 16,-2 0 1-16,-3-2 0 15,-2 3-1-15,-4 0 1 16,-3 1-1-16,-6 2 1 16,-1 0-1-16,-6 3 1 0,-2 0-2 15,0 0 0-15,-2 0-24 16,-8 0-3-16,1 3-8 15,-1 0-22-15</inkml:trace>
  <inkml:trace contextRef="#ctx0" brushRef="#br0" timeOffset="43467.71">23629 14925 25 0,'0'0'13'0,"0"0"-11"0,0 0-1 16,0 0-1-16,0 0 8 0,0 0 5 15,0 0-6-15,0 0-3 16,0 0 2-16,0 0-1 16,0 31-4-16,0-24 0 15,2-1-1-15,3-2-2 16,-2-1-5-16,1 0 3 0,2-3 5 16,1 0 6-16,5-6 13 15,1-6 6-15,6-4 2 16,4-4-12-16,8-3-11 15,4-5-5-15,0-2-16 16,5-4-28-16,-3-4-62 0</inkml:trace>
  <inkml:trace contextRef="#ctx0" brushRef="#br0" timeOffset="45396.44">24093 15843 29 0,'0'0'16'0,"0"0"-12"0,0 0 4 15,0 0 19-15,0 0 1 16,0 0 0-16,0 0-6 16,0 0-2-16,0 0-9 0,0 0-4 15,0 0-6-15,0 0 0 16,0 0-1-16,0 0 0 16,0 0 0-16,0 0 0 15,0 0-4-15,0 0-3 16,0 1 2-16,1 0 4 15,-1 1 1-15,2 0 0 0,-1 0 0 16,1 1 0-16,2 0 0 16,-2 1 0-16,0-1 0 15,1 1 0-15,-1 0 0 16,2-1 1-16,-2 1-1 16,1 1 0-16,-1-1 0 0,0-1 0 15,1 1 0-15,-1 0 0 16,0-1 0-16,-2 1 0 15,1 1 0-15,-1-1 1 16,2 0-2-16,-1-1 1 16,0 0 0-16,1-1 1 0,0 0-1 15,-2 0 0-15,2-2 0 16,0 0-1-16,-2 0 3 16,2 0-1-16,0 0 9 15,1 0 9-15,-1-2 0 16,3-4-4-16,0-1-3 15,1-2-4-15,3-3-3 0,4-1-2 16,3-4-2-16,5-4 0 16,8-5-1-16,3-5 0 15,7-2 0-15,6-6-4 16,3-4-27-16,0 2-62 0,-4-1-61 16</inkml:trace>
  <inkml:trace contextRef="#ctx0" brushRef="#br0" timeOffset="48485.67">23720 15013 17 0,'1'3'25'0,"-1"-3"-17"0,0 0 3 0,0 0-3 15,0 0 0-15,0 3 2 16,0-3-5-16,0 0 2 16,0 0 2-16,2 0 10 15,3 0 11-15,1-3-20 0,0-4-6 16,5-2-3-16,2-2 0 15,2-3 0-15,3-2-1 16,1 1-2-16,1-3-16 16,1-3-11-16,-3 2-42 15</inkml:trace>
  <inkml:trace contextRef="#ctx0" brushRef="#br0" timeOffset="49616.23">24205 15811 28 0,'0'0'31'0,"0"0"-6"0,0 0-7 0,0 0-4 16,0 0 7-16,0 0 2 15,0 0 3-15,0 0-6 16,0 0-2-16,0 0-8 0,0 0-8 16,0 0-2-16,0 0 0 15,0 0-5-15,-4 7 0 16,4-3 4-16,0 0 0 15,0 1 0-15,0 1 0 16,0-3 0-16,0 1 1 0,0-3-2 16,1 1 1-16,3-2-1 15,2 0-2-15,2 0 5 16,1-2 3-16,3-5 4 16,3-3-2-16,1-2 1 15,2-2-1-15,2-2 0 0,3-4-3 16,2 1-2-16,2-3-1 15,2-1 1-15,1 0-2 16,2 1 0-16,-4-1-5 16,3 1-10-16,-5 1-60 15,-4 4-44-15</inkml:trace>
  <inkml:trace contextRef="#ctx0" brushRef="#br0" timeOffset="51146.15">22427 16577 99 0,'-9'0'12'0,"2"0"21"0,-2 0 3 0,2 0-8 16,0 0-9-16,3 0-4 15,-2 0-9-15,3 0-2 16,0 0-2-16,-1 0-2 15,0 0 0-15,0 0-1 0,-1 7-1 16,-2 1 0-16,1 5 0 16,-4 4 0-16,2 1 2 15,2 3 0-15,1 3-1 16,-1 1 1-16,4 1-1 16,1-2-1-16,1-1-3 0,0-5 1 15,0-2 3-15,6-5-3 16,1-2 0-16,4-4 3 15,-1-2 1-15,5-3 2 16,0 0 1-16,2 0-1 16,1-4 0-16,-1-6-2 0,1-1 0 15,-2-1 1-15,-2-2 1 16,0-3-1-16,-6 2 2 16,0-3 3-16,-4-1 5 15,-2-1 2-15,-2-2-1 16,0 2-3-16,-1-2-5 15,-6-1 0-15,-6 3-3 0,0 3 0 16,-2 3-1-16,1 2-1 16,-1 4 1-16,-2 8-4 15,-2 0-6-15,2 0-22 16,1 5-16-16,3 6-22 0,-1-2-15 16</inkml:trace>
  <inkml:trace contextRef="#ctx0" brushRef="#br0" timeOffset="52029.55">22626 16564 215 0,'0'0'4'0,"0"0"25"0,0 0-3 0,0 0-16 15,0 0-4-15,0 0-3 16,0 0-3-16,0 0-3 0,0 0 1 16,0 0 2-16,0 0 0 15,6 31 0-15,-5-15 0 16,1 0-2-16,1 0 2 15,0 0 2-15,1-2-1 16,0-1-1-16,0-2 0 0,0-2 1 16,0-2-1-16,-1-3 1 15,0-1-1-15,2-1-1 16,0-2 0-16,4 0 0 16,-2-2 2-16,2-5 1 15,2-4-2-15,-2 0 2 0,2-1-1 16,-1-1-1-16,-3-1 1 15,0 3-1-15,-4-1 2 16,0 2-1-16,-1 3 0 16,1 0 1-16,-3 4-1 15,0 2 0-15,2 1-1 0,-2 0-2 16,0 3-2-16,0 7 1 16,2 1 4-16,-1 5-1 15,1-1 2-15,0 1-2 16,3-2 0-16,-2-1 1 15,3-3-1-15,0-2 1 0,2-2-1 16,-1-3 0-16,1-2-1 16,1-1 1-16,2 0-1 15,-3-1 3-15,1-6-3 16,1-4 4-16,-1-1-3 16,-1-4 0-16,-1 1 0 0,1-5 1 15,0-1-1-15,-4-1 1 16,1 0-1-16,-1-2 0 15,-1 1 0-15,1 1 0 16,-2 1 0-16,-1 4 0 16,-1 3 0-16,0 4 1 0,0 3-1 15,0 1 0-15,0 4 0 16,0 2 0-16,0 0-1 16,0 4-4-16,0 7 4 15,0 3-1-15,0 7 2 16,0 1 2-16,0 2-2 0,0 0 0 15,0-1 0-15,0 1 1 16,0-5 0-16,4 1-1 16,-1-4 2-16,0-3-2 15,0 0-4-15,1-5-11 16,-2-1-13-16,0-4-11 0,1-3-42 16,0 0-37-16</inkml:trace>
  <inkml:trace contextRef="#ctx0" brushRef="#br0" timeOffset="52193.85">22928 16581 182 0,'0'0'16'0,"0"0"30"0,0 0-16 0,0 0-18 16,0 0-6-16,0 0-7 15,0 0 2-15,0 0 0 0,53-37-6 16,-25 29-43-16,1-4-66 15</inkml:trace>
  <inkml:trace contextRef="#ctx0" brushRef="#br0" timeOffset="52449.32">23225 16477 234 0,'0'0'6'0,"0"0"10"16,0 0-11-16,0 0-4 15,0 0-1-15,0 0 2 16,0 0-1-16,-8 50 3 0,4-30-1 16,2 3 0-16,0 4-1 15,-1 1-1-15,1 3 0 16,1 1 1-16,-1 2-2 16,1-4-1-16,0-1-4 15,0-3-11-15,1-6-6 0,0-5-10 16,0-5-15-16,0-7 11 15,0-3-27-15</inkml:trace>
  <inkml:trace contextRef="#ctx0" brushRef="#br0" timeOffset="52748.07">23149 16584 186 0,'0'0'1'16,"19"-44"10"-16,-3 24 0 15,5 1-9-15,2 2-2 0,2 5 0 16,0 0 0-16,-4 4 1 16,0 5 0-16,-4 3 2 15,-3 0 3-15,-2 3-2 16,-4 8-3-16,-3 3 0 16,-5 5-1-16,0 1 3 0,-2 0-6 15,-9 0 6-15,-4-2-3 16,1-1 0-16,-6-3 1 15,1-2 4-15,2-4 0 16,-2 2-4-16,5-4 1 16,0-2-3-16,7-3-19 0,5-1-45 15,2-1-16-15</inkml:trace>
  <inkml:trace contextRef="#ctx0" brushRef="#br0" timeOffset="53407">23390 16520 232 0,'0'0'4'0,"0"0"-5"15,0 0 0-15,0 0-1 16,0 0 1-16,0 0 2 16,5 45 2-16,-5-32-2 0,0 1 1 15,0 1-1-15,1-4 0 16,4-1 0-16,1-3 0 15,3-2-1-15,-1-3 0 16,1-2-1-16,1 0-1 0,-2-2 1 16,1-6 1-16,1-2 0 15,-3-1 1-15,2 1 5 16,-2-3 3-16,0 5-4 16,-3 0 5-16,0 3 2 15,1 1 1-15,-4 2-1 16,0 2-2-16,0 0-9 0,1 0-5 15,0 2 2-15,0 7 1 16,3-1 3-16,-1 2-1 16,1 1-1-16,2-1 0 15,-1-3 0-15,1-1 0 0,0-2-1 16,4-1 1-16,0-3-1 16,0 0 0-16,2 0-2 15,0-4-5-15,1-5 6 16,-5-4-1-16,2-2 3 15,-2-2 1-15,-2-2 1 16,-3-5-2-16,-2 0 0 16,-2-2 0-16,0 2 1 0,0-1 2 15,0 3 0-15,0 4 1 16,-2 2-2-16,-2 6 1 16,2 0 0-16,0 7-2 15,0 2 0-15,1 1-4 16,-2 1 3-16,1 12 0 15,0 4 0-15,0 5-2 0,2 3 4 16,0 2-2-16,0-1 1 16,0-2-1-16,2-3 1 15,2 0-1-15,0-2-2 16,-2-6-10-16,1-3-16 0,-1-2-15 16,1-5-39-16</inkml:trace>
  <inkml:trace contextRef="#ctx0" brushRef="#br0" timeOffset="53559.25">23651 16504 239 0,'0'0'8'0,"0"0"29"0,0 0-28 0,0 0-5 16,0 0-3-16,0 0-1 15,55-31-4-15,-35 25-28 0,2-3-27 16,0-4-75-16</inkml:trace>
  <inkml:trace contextRef="#ctx0" brushRef="#br0" timeOffset="53822.09">23944 16254 280 0,'0'0'6'0,"0"0"5"16,0 0-3-16,0 0-7 15,0 0-1-15,0 0 1 0,0 0 0 16,0 0-1-16,-42 59 1 16,33-31 1-16,1 5-1 15,0-1 0-15,4 2 2 16,1-1-2-16,1-2 0 0,2-4 0 16,0-1-1-16,0-5-1 15,0-1-10-15,5-5-8 16,6-3-14-16,-3-6-12 15,5-5-38-15</inkml:trace>
  <inkml:trace contextRef="#ctx0" brushRef="#br0" timeOffset="54213.95">24076 16486 272 0,'0'0'25'0,"0"0"-3"16,0 0 1-16,0 0-10 0,0 0-5 15,0 0-5-15,-39-31-1 16,27 32-7-16,1 9 9 16,-3 3-5-16,7 2 1 15,-2 2-2-15,5-3 1 16,1-1-7-16,3 0-3 16,0-3-3-16,0-3 2 0,6-3 0 15,2-3 3-15,1-1 5 16,5 0 1-16,-1-5-2 15,2-6 8-15,-3 0-2 16,0-2 0-16,-2 0-1 0,-5 2 2 16,-2-1 4-16,-2 7 12 15,-1 1 1-15,0 3-4 16,0 0-5-16,0 1-7 16,0 0-5-16,0 2 1 15,0 4 1-15,1 2 0 0,2 1-6 16,1-2-7-16,2 0-5 15,1-2-10-15,1-5-25 16,-2 0-63-16</inkml:trace>
  <inkml:trace contextRef="#ctx0" brushRef="#br0" timeOffset="54714.46">24215 16411 269 0,'0'0'11'15,"0"0"7"-15,0 0-18 0,0 0-1 16,0 0 1-16,0 0-2 16,0 0 1-16,-7 41 2 15,7-26-1-15,0-2 0 16,0-3 0-16,0 1 0 16,2-3-1-16,5-3-4 0,4-1-1 15,0-3-5-15,5-1 3 16,-1 0-4-16,-1-5 1 15,-1-4 9-15,0-2 2 16,-4 0 1-16,0 0 9 16,0-1 5-16,-3 1 5 0,-2 0-10 15,0 2-2-15,-1 3-1 16,-3 2 0-16,1 1-1 16,0 3-2-16,-1 0-5 15,0 2-4-15,0 5 3 16,0 6 2-16,-2 1 2 0,1 4-1 15,-1 2 0-15,0-1-1 16,1 1 0-16,1-1-1 16,0 1-4-16,0-4-2 15,0 1-2-15,-3-3-3 16,-3-4 2-16,-3 1 9 0,-2-6-2 16,-4 0 5-16,-2-3-2 15,-2-2 2-15,-1 0-2 16,3 0 2-16,1-7-1 15,5-3-19-15,6-3-55 16,1-1-89-16</inkml:trace>
  <inkml:trace contextRef="#ctx0" brushRef="#br0" timeOffset="55082.51">24426 16477 111 0,'0'0'9'0,"0"0"21"0,0 0-10 0,44-14-6 16,-37 10 5-16,-2-3 5 15,-1 4 1-15,0-4 5 16,-3 1-7-16,0-2-12 0,-1-1-7 16,0 2-2-16,0 0-1 15,0 1-1-15,0 2 0 16,-3 1-4-16,-5 2 6 15,3 1-3-15,-5 0 1 16,0 8 0-16,1 5 1 0,-1 1 0 16,2 5-1-16,2-1 0 15,4 2 0-15,2-2 0 16,0-2 0-16,0-3 0 16,7-2 0-16,2-1-1 15,1-4 1-15,0-2-3 0,5-1-11 16,-1-3-12-16,3 0-15 15,1-1-43-15,0-7-38 16</inkml:trace>
  <inkml:trace contextRef="#ctx0" brushRef="#br0" timeOffset="55359.6">24606 16440 160 0,'0'0'6'0,"0"0"55"15,0 0-32-15,0 0-27 16,0 0-3-16,0 0 5 15,0 0-4-15,0 0-2 0,0 0 1 16,14-7 1-16,-8 17 0 16,-3 5 0-16,1 0 0 15,-1-1 0-15,2 0 1 16,-3-2-1-16,-1-2 2 16,2-4-2-16,-2-2 1 15,-1-4 2-15,2 0 11 0,-1-3 26 16,1-7-17-16,0-5-17 15,1-4-4-15,2-4-2 16,2 0-4-16,-1-1-18 16,1-1-27-16,-4 2-93 15</inkml:trace>
  <inkml:trace contextRef="#ctx0" brushRef="#br0" timeOffset="56428.97">22861 16379 64 0,'0'0'30'0,"0"0"8"15,0 0 2-15,0 0 1 0,0 0-10 16,0 0-11-16,0 0-5 15,0 0-6-15,0 0-6 16,0 0-2-16,0 0-1 16,-36-36-2-16,32 36-10 15,-1 0-4-15,1 0 3 0,-1 0 4 16,-2 0 7-16,-1 0 3 16,0 0-1-16,-3 0-1 15,-2 2 2-15,0 0-1 16,-3 0 0-16,1 0 1 15,-2-1 1-15,-1 2 1 16,-1-1 1-16,-1 2-1 0,0 0-2 16,-1 3 0-16,-2 0-1 15,-2 2 0-15,0 2 0 16,0-1-3-16,-2 0-3 16,4 1 2-16,-3-1 1 15,3 1 1-15,-1 1 1 0,2 0 0 16,-2 0 2-16,1 3-1 15,0 0-1-15,0 1 1 16,3 2 0-16,1-1 1 16,3 3-1-16,3 0 0 15,2 1 0-15,3-1 0 0,6 3 0 16,2 0 1 0,0 2 0-16,4 4 0 0,11 3 3 15,3 5 1-15,7 3-3 16,5 3-1-16,3-1 0 15,8-1-1-15,-1-2 0 16,6-6 1-16,8-4-3 0,0-6 2 16,7-6 0-16,5-4-1 15,6-6 1-15,8-3 1 16,4-2 4-16,2-2-2 16,6 0 1-16,5 0-4 15,1-9-8-15,-2-2-40 0,0-8-66 16</inkml:trace>
  <inkml:trace contextRef="#ctx0" brushRef="#br0" timeOffset="57636.76">23051 16257 71 0,'0'0'7'0,"0"0"5"0,0 0-6 0,0 0 6 15,0 0 0-15,0 0-4 16,42 0 1-16,-22 0 0 0,-1 0 0 16,7 0 1-16,1 0-5 15,3 0-2-15,4 0-2 16,1 0-1-16,2 0 1 15,4-1 4-15,0-1 5 16,2-2-1-16,2 1 2 0,0 0-3 16,2-1-2-16,-2-2-3 15,3 1-1-15,-2-1-2 16,3 2 2-16,-1-3 2 16,1 3-1-16,0-2-1 15,1 5-1-15,-1-1 0 0,1 1-1 16,0 1 0-16,-2 0 1 15,2 0-1-15,-4 0 4 16,-2 1 0-16,-1 2 1 16,-3 4-2-16,0-1 0 15,-1 2-1-15,-1-1-2 0,1 1 0 16,-5 1 0-16,1-2 0 16,-6 1 0-16,-1 0 0 15,-2-1 0-15,-5 3 3 16,-2-3 1-16,-3 1 0 15,-3 3-3-15,1-2 1 16,-5 0 0-16,1 4-1 0,0-2 1 16,-1 3 0-16,-1-1 1 15,-3 0-3-15,1 4 1 16,-3-3-1-16,-2 3-1 16,-1 3 4-16,0 1-2 0,0 2-1 15,-2 0 1-15,-4 3-2 16,0-1 2-16,1 3-1 15,-3-1 0-15,1 2 1 16,-3-3-1-16,0 0 0 16,0 1 0-16,-3-3-2 0,-1 1 2 15,-3-1 1-15,-2-3-2 16,-4 3 0-16,-2-2 4 16,-4-4-3-16,-1 3 0 15,-3-1 0-15,-6-3-1 16,-1 0 5-16,0 0-4 0,-1-3 0 15,-2 1 0-15,2-3-2 16,2-3 2-16,-2-2-1 16,1 0 1-16,-1-4 0 15,-1-2 1-15,0 0-1 16,0 0 0-16,-3 0 2 16,2-1-2-16,-6 0 0 0,4 0 0 15,-4 0 1-15,3 0 0 16,-4 0 1-16,2-4-1 15,1 1 1-15,0-3 1 16,1 2-1-16,4 0-2 16,-2 0 0-16,5 1 0 0,1 0-4 15,3 0-18-15,0-1-38 16,4-3-46-16</inkml:trace>
  <inkml:trace contextRef="#ctx0" brushRef="#br0" timeOffset="81878.69">4712 15500 29 0,'0'0'58'0,"0"0"-43"0,0 0-3 16,-14-38-7-16,12 26-4 15,0 1 0-15,-1 1-1 16,-1 0 0-16,-1 0 0 0,1 2 0 16,0 1 0-16,-2 0 0 15,3 1-2-15,-2-2-34 16</inkml:trace>
  <inkml:trace contextRef="#ctx0" brushRef="#br0" timeOffset="82113.48">4660 15304 50 0,'0'0'57'0,"0"0"-26"16,0 0 4-16,0 0-7 16,0 0-10-16,0 0-6 0,0 0-12 15,-2-7-5-15,2 23 3 16,0 5-17-16,0 6 43 16,0 3-18-16,0 3-4 15,2-1 0-15,3-2 0 16,-5-4 0-16,2-4 0 15,-1-5 0-15,-1-4-5 0,0-4-10 16,0-4-15-16,0-3-17 16,-3-2 6-16,-4-3-23 15</inkml:trace>
  <inkml:trace contextRef="#ctx0" brushRef="#br0" timeOffset="82590.57">4622 15327 66 0,'0'0'12'15,"5"-64"13"-15,6 37-5 16,2-3 4-16,3 5-8 16,2 2-5-16,2 2-3 0,3 2-4 15,-2 2 0-15,0 5 4 16,2 4-5-16,-2 1-1 16,-2 7 0-16,-1 0-1 15,-3 3-1-15,-1 8-1 16,-5 5-1-16,-1 1 1 0,-6 0 4 15,-2 4-3-15,0 2-1 16,-4 0 6-16,-5 4-2 16,-7-2-2-16,-3 2-9 15,-2 0-6-15,-3-2 2 16,4-3 5-16,-5-1 1 16,5-5 5-16,2 0 1 0,7-8 0 15,4-1 0-15,3-4 0 16,4-3 0-16,0 0-11 15,4-3 15-15,5-4-3 16,5 0-1-16,-3 2 0 0,2 0 0 16,0 4-1-1,0 1 0-15,1 0 2 0,-1 1 1 16,-1 6 3-16,-1 0-2 16,2 3 1-16,-1 0-1 15,-1 0 0-15,1 3 1 16,1-2 0-16,0 2 1 0,0 0 2 15,0 0-5-15,-1-2-25 16,-3-4-54-16</inkml:trace>
  <inkml:trace contextRef="#ctx0" brushRef="#br0" timeOffset="82988.31">5074 15516 168 0,'0'0'-3'0,"0"0"-8"0,0 0-3 0,0 0 6 0,0 0 0 15,0 0 7-15,0 0 2 16,47-7-1-16,-32-6 10 16,-1-1 2-16,0-3-4 15,-1-2-4-15,0 0-2 0,-6 1-1 16,-1 1-1-16,-6 2 0 15,0 3 1-15,0 1 2 16,-6 2 3-16,-5 5 3 16,-3 1-2-16,3 3-4 15,-5 0-4-15,3 9 0 0,-1 5 2 16,3 4-1-16,3 2 1 16,3 3-1-16,0-1 0 15,5 0 0-15,0-1 0 16,0-1 0-16,10-4 0 15,1-2 0-15,5-1 0 16,3-4 1-16,2-2 0 0,3-3-10 16,3-4-28-16,-1 0-22 15</inkml:trace>
  <inkml:trace contextRef="#ctx0" brushRef="#br0" timeOffset="83451.11">5405 15441 87 0,'0'0'32'0,"0"0"9"15,0-50-13-15,-8 38-5 16,0 5-5-16,-3 1-11 16,-3 6-5-16,3 0-4 0,0 4 3 15,-2 8-3-15,4 5 2 16,3 0 1-16,3 3-1 16,3-1 0-16,0-4-1 15,2-2 0-15,7-3-1 16,2-3-1-16,3-5 3 15,-1-2 0-15,1 0 0 0,-1-2 2 16,-2-6-2-16,0-2 0 16,-4-2 1-16,-1 0 1 15,-3-1-1-15,1 1 0 16,-4 1 0-16,0 3-1 16,0 2 0-16,0 2 1 0,0 1 2 15,0 3-2-15,0 0-2 16,0 11 1-16,0 5-1 15,0 2 1-15,0 6 0 16,0-1 1-16,5 4-1 16,-1-1-1-16,-3 1 0 0,-1 0-1 15,0 0 0-15,0 1-1 16,-1-2 5-16,-6-2-2 16,0-3-2-16,1 0 5 15,0-5-1-15,1-3-1 16,1-3 0-16,-3-6-3 15,4-4-43-15,-1-3-37 0</inkml:trace>
  <inkml:trace contextRef="#ctx0" brushRef="#br0" timeOffset="83806.5">5503 15395 221 0,'0'0'1'0,"0"0"-2"0,0 0-1 16,0 0 2-16,44-18-2 0,-34 23-2 16,3 5 3-16,-2 5 1 15,3 0 0-15,-1-3-1 16,1 3-1-16,-4-3 1 16,1-1-2-16,-3-3 4 15,-4-1-1-15,-1-1-1 16,-1-2-1-16,-2-1 0 0,0-1 2 15,0-2 12-15,-3 0-4 16,-3 0-2-16,-2-3 2 16,2-7 2-16,0-3-1 15,1-4-5-15,3-3 0 0,2-3-4 16,0-1 0-16,2 2-3 16,7-1 2-16,0 3-8 15,4 5-14-15,0 3-23 16,-1 2-40-16</inkml:trace>
  <inkml:trace contextRef="#ctx0" brushRef="#br0" timeOffset="84120.54">5747 15441 103 0,'0'0'24'0,"0"0"-23"15,0 0 3-15,0 0 1 0,0 0 3 16,0 0 2-16,40 17 6 15,-34-24-5-15,-2-3-6 16,2-2-2-16,-2-1 5 16,-2-1 3-16,-2 0-2 15,0-1-2-15,0 2-4 0,-2 1 0 16,-5 2-2-16,-2 6 1 16,0 3-4-16,1 1 7 15,-2 6-5-15,0 10-1 16,3 4 1-16,1 0 0 15,2 4 1-15,4-1 0 0,0-2-1 16,4-1-2-16,6-3-7 16,3-1-22-16,1-6-25 15,3-5-31-15</inkml:trace>
  <inkml:trace contextRef="#ctx0" brushRef="#br0" timeOffset="84504.83">6010 15336 161 0,'0'0'4'0,"2"-50"9"16,-2 30-8-16,0 4-3 15,-2 4 3-15,-5 7 0 0,-1 4-2 16,-4 1 0-16,1 4-3 16,-2 10-3-16,1 2 3 15,0 5 3-15,5 0-1 16,-1 2-2-16,4-4 0 15,4-3 1-15,0 0 0 0,0-4-1 16,5-2 0-16,6-2 0 16,0-1-3-16,0-4 5 15,3 0 0-15,-1-2-2 16,-1-1 0-16,1 2 2 16,-4-1-1-16,2 2 0 0,-6-1-1 15,1 5 0-15,-4 0-1 16,-2 1-2-16,0 2 3 15,0 0 0-15,-10 1 2 16,0 1 0-16,-1-2 1 16,2 0-2-16,0-2 0 0,4-2-8 15,1-3-41-15,4-3-30 16</inkml:trace>
  <inkml:trace contextRef="#ctx0" brushRef="#br0" timeOffset="85074.64">6160 15215 165 0,'0'0'2'15,"0"0"3"-15,0 0-2 0,0 0 4 16,0 0-7-16,0 0-4 16,-38-14 4-16,28 26-1 15,2 4-1-15,1 0 4 16,3 2-3-16,0 2 2 15,0-1-1-15,4 0 1 16,0-3-2-16,0-2 2 16,0-1-1-16,4-4-1 0,2-3 0 15,0-1-1-15,4-2 5 16,1-2-2-16,-2 1 0 16,5 0 2-16,-5 1-2 15,3 1-2-15,0 2 2 16,-1 3-2-16,-3-1 1 0,0 3 0 15,-4 1-2-15,-3 2 2 16,-1 0 2-16,-3 0-1 16,-8-1-1-16,2 0 4 15,-4-2-3-15,1-2 0 0,1-3 0 16,5-4-1-16,0-2 0 16,2 0 0-16,4-7-7 15,0-7 13-15,6-6-5 16,4-1 0-16,1-2 0 15,3-1 0-15,-1 1-1 16,-2 2 5-16,0 7 14 0,0 2 3 16,-2 4-4-16,-3 4-6 15,2 1-6-15,-3 3-4 16,3 0-2-16,-2 4-1 16,2 7 0-16,-2 2 1 15,1 0-4-15,-3 3 5 0,-1-1-11 16,-2-2-25-16,-1-6-26 15,0-4-63-15</inkml:trace>
  <inkml:trace contextRef="#ctx0" brushRef="#br0" timeOffset="85224.41">6258 15219 215 0,'0'0'1'0,"0"0"6"0,0 0-6 0,0 0-8 16,0 0-51-16,0 0-22 16</inkml:trace>
  <inkml:trace contextRef="#ctx0" brushRef="#br0" timeOffset="85808.85">6471 15293 177 0,'0'0'6'16,"0"0"1"-16,0 0 4 15,0 0-9-15,0 0-4 0,0 0 1 16,-42 1-1-16,33 9 4 16,-1 0-4-16,4 3 4 15,1-1-3-15,3 3 2 16,2-4-1-16,0 3 0 15,0-3 0-15,2-2-2 0,3 0-1 16,3-5-1-16,0 0 2 16,0-2 3-16,1-2-1 15,-3 0 0-15,4-2 1 16,-4-5-1-16,3-3 1 16,0-1 0-16,1 0-1 0,0-3 0 15,-1-1 0-15,3 0 2 16,-1 0-2-16,-1 1-2 15,2 1 7-15,1 3-2 16,-1 1 5-16,-1 3-3 0,-2 2-2 16,2 4-2-16,-2 0-1 15,-4 1-1-15,3 9 0 16,-3 0-1-16,-2 0 1 16,-2 1-1-16,2-3 1 15,-3-2 2-15,2-3 0 16,-2-3-1-16,2 0-1 0,2-1 6 15,1-9 0-15,1-1-4 16,4-2 5-16,-1 0 1 16,2 3 0-16,4 2-1 15,3 3-1-15,0 5-5 16,2 0-1-16,0 12 1 0,-4 12-1 16,-7 11 1-16,-9 14-1 15,-6 13 0-15,-26 15-12 16,-22 9-70-16</inkml:trace>
  <inkml:trace contextRef="#ctx0" brushRef="#br0" timeOffset="86284.38">4743 16358 190 0,'0'0'-5'0,"-2"43"6"0,-3-13 0 16,3 5-10-16,0 0-11 15,2-2 15-15,0 0 3 0,0-9 0 16,0-6 1-16,0-5 0 16,0-4-4-16,0-8-29 15</inkml:trace>
  <inkml:trace contextRef="#ctx0" brushRef="#br0" timeOffset="86739.56">4741 16334 135 0,'0'0'3'0,"23"-40"17"16,-10 27-4-16,5 2-10 15,-3 5-3-15,1 3-3 16,-1 3 0-16,-3 6 0 15,-1 7-3-15,-3 4 5 16,-4 4-5-16,0 4 3 16,-4 1 1-16,0 0 1 0,-5 1 0 15,0-3 1-15,-3-1-2 16,3-5-1-16,1-3-1 16,2-3 1-16,2-6-2 15,0-4-12-15,0-2-9 16,8 0 22-16,1-8 2 0,3-1 0 15,-3 0-1-15,3 3 1 16,0 2-1-16,-3 4 0 16,-1 0 1-16,2 0 0 15,-3 8 1-15,-1 3-1 16,-3 2 2-16,-3 2-1 0,0 2 0 16,-5 1 1-16,-6-2-3 15,-3 2 7-15,-1-2-7 16,-1-2 5-16,-1-3 2 15,1-2-2-15,5-4 2 16,-1-3-4-16,5-2 0 0,5 0 1 16,2-3-12-16,0-10-65 15</inkml:trace>
  <inkml:trace contextRef="#ctx0" brushRef="#br0" timeOffset="86924.6">5032 16456 126 0,'0'0'6'0,"0"0"9"0,0 0 3 15,0 0-4-15,0 0-5 0,38 38-2 16,-34-22-4-16,-2-3-1 16,0 1 1-16,-2-1 0 15,0-6-24-15,0-3-39 16</inkml:trace>
  <inkml:trace contextRef="#ctx0" brushRef="#br0" timeOffset="87053.51">4997 16338 168 0,'0'0'-1'0,"0"0"1"0,0 0-35 16</inkml:trace>
  <inkml:trace contextRef="#ctx0" brushRef="#br0" timeOffset="87460.38">5188 16445 185 0,'0'0'4'0,"0"0"-15"15,0 0 10-15,0 0-1 0,0 0 2 16,0 0 1-16,9 41 1 16,-5-30-1-16,-2-1-1 15,3 1 1-15,-1-2-1 16,-2-2 2-16,1 0-1 0,-2-1-1 16,0-2 1-16,-1-1-1 15,1-2 1-15,-1-1 2 16,0 0 19-16,0-1 8 15,1-9-25-15,2-3-9 16,1-1-6-16,1-3 0 16,5 1 12-16,0 1-2 0,1 1 3 15,-1 2 0-15,4 5 2 16,2 3-3-16,0 3-1 16,-1 1 0-16,1 5-2 15,-3 8 1-15,1 7-1 16,-5 3-10-16,-3-1-11 0,-1 1-10 15,2-5-10-15,-3-5-31 16</inkml:trace>
  <inkml:trace contextRef="#ctx0" brushRef="#br0" timeOffset="88283.29">5547 16463 161 0,'0'0'5'0,"0"0"6"15,0 0-3-15,0 0-10 16,0 0 2-16,-46-23 2 0,32 23-7 16,3 5 7-16,1 6-1 15,2 2 0-15,2 1 0 16,5 0 0-16,1 2-1 16,0-3 0-16,5-2 1 15,4-2-1-15,2-4-2 0,-2-2 1 16,5-3 0-16,-3 0 2 15,0-7 2-15,2-2-3 16,-2-2 1-16,-2 0 0 16,-2 1-1-16,0 1 1 15,-3 2-1-15,-2 5 1 0,1 1-1 16,1 1 0-16,0 0-3 16,1 6 2-16,2 2 1 15,-1 1 1-15,3-1-1 16,1-2 1-16,-1 0-1 15,1-3-1-15,0-3 1 16,-1 0-1-16,1 0 3 0,0-6-1 16,-3-2-1-16,1-2-1 15,-1-2 2-15,-1 1 0 16,-1-3-1-16,0 1 2 16,-1-1 3-16,-2 3-1 0,0 0 10 15,1 3 2-15,1 1-4 16,0 1-6-16,2 5-5 15,2 1-2-15,-1 0 0 16,1 0-1-16,4 8 2 16,-3 2 0-16,1 1 2 15,3-1-2-15,-1-1 1 0,0 0-1 16,-1-4 1-16,2-1 0 16,-1-4-1-16,-1 0-1 15,1 0 2-15,0-4 0 16,-1-3-1-16,-1-2 1 15,-4 0 0-15,1 1-1 16,-1 1 1-16,-3 2-2 0,1-1 2 16,1 3-2-16,0 3 0 15,1 0 0-15,0 0 1 16,1 0 0-16,2 3 0 16,0 1 0-16,0-2 1 15,-2-1-1-15,4-1 1 0,-2 0 0 16,-1-3 4-16,2-4-1 15,-3-1 5-15,1 0-1 16,-5-1 3-16,3 4 0 16,-1 1-2-16,-3 3-5 0,0 1-5 15,-1 6-2-15,-1 15-4 16,0 10 2-16,0 10-19 16,-12 9-42-16,-5 7-82 15</inkml:trace>
  <inkml:trace contextRef="#ctx0" brushRef="#br0" timeOffset="88660.07">4826 17278 125 0,'0'0'-1'0,"0"39"2"0,4-12 0 16,5 4 3-16,0 3 1 16,2 3 1-16,0 3 3 15,1 1-2-15,-5 2-4 0,1-1-3 16,-1 2 0-16,0-4 1 16,-5-4-16-16,-2-7-34 15</inkml:trace>
  <inkml:trace contextRef="#ctx0" brushRef="#br0" timeOffset="89101.82">4820 17379 224 0,'0'0'7'15,"0"0"6"-15,0 0-7 0,0 0-4 16,0 0-2-16,50-27 0 15,-32 43-2-15,-2 6 0 16,2 4 3-16,-3 3 0 16,1-1-1-16,-3-1 1 15,-1-3-1-15,-4-4 1 0,1-4-1 16,-1-6 0-16,-2-5 1 16,1-5-1-16,1 0-2 15,0-11 4-15,3-10-2 16,-3-5 0-16,4-4-3 15,-1 1 0-15,-2-1-2 0,2 5 4 16,-2 8 0-16,-3 6 0 16,3 11 0-16,-1 4-3 15,-2 16-2-15,-2 10 7 16,3 8 1-16,-1 5 2 16,2 3-7-16,-2 0 7 0,3-2-3 15,2-4-1-15,-1-3 1 16,1-6-1-16,2-7 0 15,0-5-4-15,-2-8-16 16,1-11-42-16,-1 0 6 16,-2-11-2-16</inkml:trace>
  <inkml:trace contextRef="#ctx0" brushRef="#br0" timeOffset="89437.03">5299 17686 10 0,'0'0'23'0,"0"-60"6"16,0 35 13-16,0 6-14 15,0 5 19-15,-4 7 0 16,2 1-20-16,0 5-2 0,-1 1-9 15,2 0-13-15,1 4-5 16,0 8 4-16,0 4-4 16,2 6 1-16,6-2-2 15,-1 1 6-15,0-4 0 16,2-3-2-16,-1-4-1 0,-1-3 1 16,2-5-2-16,0-2 4 15,-2 0-2-15,1-9 2 16,0-4-6-16,-2-5 9 15,1-1-5-15,-3-2 0 16,1 5-1-16,2 1 1 0,-3 8-2 16,3 5 1-16,1 2-1 15,2 0-2-15,1 11-1 16,4 4 3-16,3 0 2 16,-1 3-2-16,2-1-16 15,1 0-9-15,-2-4-17 0,-2-5-27 16,-3-2-31-16</inkml:trace>
  <inkml:trace contextRef="#ctx0" brushRef="#br0" timeOffset="89692.15">5557 17217 212 0,'0'0'25'0,"0"0"-1"0,0 0-20 0,0 0-4 0,-9 37-1 16,18-4 2-16,2 9 1 15,2 4-1-15,3 4 0 16,-3 1 0-16,3-3 0 16,-3-2-1-16,1-7 0 15,-3-6-3-15,-2-3-17 0,2-9-6 16,-4-10-34-16,-1-9-21 15</inkml:trace>
  <inkml:trace contextRef="#ctx0" brushRef="#br0" timeOffset="89941.32">5724 17197 347 0,'0'0'-16'15,"0"0"12"-15,0 0-3 0,0 0 9 16,0 59-4-16,0-21 1 16,7 5 4-16,1 5 0 15,4 0-3-15,-1-1 1 16,3-3-1-16,-3-1 0 16,-2-5 1-16,2-3-3 0,-4-5-16 15,-3-5-19-15,-4-7-10 16,0-9-17-16,0-7 0 15</inkml:trace>
  <inkml:trace contextRef="#ctx0" brushRef="#br0" timeOffset="90140.89">5754 17527 234 0,'0'0'2'0,"0"0"0"16,42-47 3-16,-22 34 0 0,1 2-4 15,0 4-1-15,-1 6 0 16,1 1-1-16,-2 2 0 16,-1 10 1-16,-2 1 0 15,2 3-4-15,-3 2-20 16,-1 0-30-16,-3-2-12 0</inkml:trace>
  <inkml:trace contextRef="#ctx0" brushRef="#br0" timeOffset="90682.56">6236 17490 6 0,'0'0'80'0,"0"0"-51"0,0 0 11 16,0 0 1-16,-25-40-22 16,14 40-8-16,0 0-5 15,0 0 2-15,-1 12-6 16,4 3-1-16,1 7 3 0,3 6-3 16,2 1-1-16,2 3 1 15,0 4-1-15,9-4 0 16,4-2 1-16,5-5 1 15,2-2-2-15,0-6 0 16,2-5-1-16,-1-8 0 0,-2-4-1 16,0 0 2-16,-2-11 1 15,-1-9 1-15,-3-7-1 16,-1-9-1-16,-3-6 3 16,-1-8-2-16,-4-3 0 15,-1-3-1-15,-2 0-4 0,-1 4 0 16,0 8 3-16,0 9 1 15,-3 10 1-15,-2 10 6 16,-1 7 9-16,1 8-5 16,-1 3-12-16,1 11-1 15,0 12 3-15,3 7-1 0,2 6 0 16,0 5 0-16,7 3 1 16,6 1 0-16,1-2-3 15,6-2-15-15,0-1-31 16,0-1-35-16</inkml:trace>
  <inkml:trace contextRef="#ctx0" brushRef="#br0" timeOffset="91187.21">6603 17652 206 0,'0'0'11'0,"-10"-37"11"15,0 25-14-15,-1 4-6 0,-3 7-13 16,3 1 8-16,-3 9-7 15,3 7 6-15,1 5 6 16,4 7 0-16,4 3-1 16,2-3 0-16,0 1 0 15,4-5 0-15,8-6-1 0,-1-5-1 16,1-9-1-16,1-4 1 16,-1 0-5-16,1-11 13 15,-1-6-5-15,-2-3 1 16,-1-4-2-16,-1 1 2 15,-1 2 0-15,-3 2-3 0,0 8 1 16,-1 4 2-16,0 4 2 16,-1 3-3-16,0 4 1 15,1 9-1-15,3 1 0 16,-2 2 1-16,1 1 0 16,2-3-3-16,-1-2 2 0,1-5-2 15,-1-3 0-15,2-4 1 16,-2 0-2-16,1-7 4 15,-1-5-2-15,1-6 1 16,0-5 5-16,2 1 6 0,-3-1 0 16,3 3-3-16,1 3 1 15,-2 7 0-15,3 5-5 16,1 5-1-16,1 9-4 16,1 15-3-16,-3 13 2 15,-3 12-1-15,-8 9-5 16,0 0-48-16,-15 2-173 0</inkml:trace>
  <inkml:trace contextRef="#ctx0" brushRef="#br0" timeOffset="92904.94">7112 15016 49 0,'0'0'7'0,"0"0"15"0,0 0-9 15,0 0-5-15,0 0 0 16,4-37-5-16,-2 33-2 16,3 0-1-16,0-1 1 15,0 2-1-15,1-1 0 0,1 0 1 16,4-3 1-16,-2 4 3 15,2-1-1-15,3 1 0 16,1 1-2-16,3 0 0 16,-1 2-1-16,2 0-1 15,-2 0 0-15,-1 7-1 0,-1 3 1 16,-1 2-2-16,0 4 1 16,-1 0 0-16,-2 2 1 15,0 3 0-15,-3 1 0 16,2 2 0-16,-3 0 1 15,-3 3-1-15,-2 0-1 16,-2 3 1-16,0 3-2 0,-2 2 4 16,-7 2 3-16,-2 1-2 15,0 3-1-15,-2-1-1 16,0-2 0-16,-1 0 1 16,-1-2 0-16,1 0-2 15,3-3 0-15,1-1 2 0,0 2-2 16,5 2 1-16,-2-2 0 15,3 3-1-15,2 1 0 16,2-2 0-16,0-1 1 16,0 2-1-16,4 0 0 15,5-2 1-15,0 1 0 0,1 0 0 16,0-2 0-16,1 0-1 16,-1-6 0-16,-2-1-1 15,-1-7-2-15,-1-6 0 16,2-2 3-16,-4-7 4 15,-2 1 0-15,-1-2 0 0,-1-1-3 16,0 1-1-16,0 1 2 16,0 2-1-16,-5 4 2 15,-3 0-3-15,2 6 0 16,-3 3 0-16,5 6 0 16,-5 5 0-16,6 9 0 0,-1 1 0 15,2 9 0-15,0 1 0 16,1 3 1-16,1 0-1 15,0-2 0-15,3 1 0 16,3 2 0-16,2 1 0 16,2-1 1-16,1-1 0 0,1 2 1 15,1-1-1-15,-2 2 1 16,-1 0 0-16,0 2 2 16,-1 2 5-16,-3 0 1 15,0 1-4-15,-4-4 0 16,-2-2-4-16,0-6 2 15,-12 0-2-15,-1-6 2 0,-7-6 3 16,-2-2 2-16,-5-7-3 16,-2 0 1-16,0-8-2 15,-2-2-2-15,4-5 2 16,0-7-5-16,0-7 0 0,2-4-24 16,-3-19-88-16</inkml:trace>
  <inkml:trace contextRef="#ctx0" brushRef="#br0" timeOffset="94834.71">7763 16240 35 0,'-3'4'13'0,"-3"-3"16"0,1 0-9 0,-1-1-5 16,-2 1-3-16,2-1-1 16,-3 0 0-16,3 2 1 15,-4-1 3-15,2-1-9 16,3 0-2-16,-2 0-1 16,2 0 0-16,1 0-1 0,0 0 0 15,1 0 1-15,1-1 1 16,2-6 0-16,0-2 2 15,0-1-3-15,0-3-3 16,0-2 0-16,4-1 2 16,3-4 1-16,3 2-2 15,-1-4 1-15,2 1-2 0,4-2 1 16,1-1-1-16,4-1 0 16,1-1 0-16,2-1 1 15,2 4-2-15,2-1 1 16,-2 2 0-16,4 0 0 15,2 2-5-15,0 2 6 0,3 0 0 16,2 1-2-16,3-1 1 16,0 3 0-16,1 0 0 15,2 1 0-15,1 0 0 16,1 0 0-16,4 1 0 0,-1 2 1 16,6-1-1-16,-1 1 0 15,1 3-1-15,-3-1 2 16,1 3-1-16,-2-1 2 15,-4 1-2-15,-3 2 1 16,-2-1-1-16,-1 0 1 16,-6 1-1-16,-2 1 1 0,-1-1 0 15,-5 1-1-15,-2 2 1 16,-4-2-1-16,-2 3 1 16,-3-3-1-16,-5 3 1 15,2 0-1-15,-6 0 0 16,1 0-9-16,-2 0-15 0,-3 0-25 15,-1 0 7-15,0 0-23 16</inkml:trace>
  <inkml:trace contextRef="#ctx0" brushRef="#br0" timeOffset="95184.61">9061 15470 47 0,'0'0'44'0,"0"0"-33"0,0 0-4 16,0 0-6-16,0 0 0 15,0 0-1-15,0 0 0 16,0 0 1-16,43-12 0 0,-35 12 0 15,3 1 2-15,-1 6 1 16,1 3-2-16,-2 1-1 16,2 7 0-16,-2 4 0 15,-5 8 1-15,-2 11 4 16,-2 12 9-16,-9 15-5 0,-11 17-2 16,-9 23 1-16,-13 16-2 15,-12 16 0-15,-15 17-24 16,-14 10-55-16</inkml:trace>
  <inkml:trace contextRef="#ctx0" brushRef="#br0" timeOffset="98724.66">23589 14972 83 0,'0'0'4'0,"0"0"18"0,0 0 22 15,0 0-10-15,0 0-19 0,0 0-1 16,0 0 1-16,49-34-5 16,-34 22-6-16,10 0-2 15,3-2-1-15,9-2-1 16,5-2 1-16,5 0-1 15,6 0-2-15,-1 1-11 16,-1 1-23-16,-1 2-25 0,-9 4-14 16</inkml:trace>
  <inkml:trace contextRef="#ctx0" brushRef="#br0" timeOffset="98980.55">23934 15492 76 0,'0'0'-6'0,"53"-30"6"0,-20 9 0 16,1-1-1-16,6-5-8 16,2-3-11-16</inkml:trace>
  <inkml:trace contextRef="#ctx0" brushRef="#br0" timeOffset="101644.46">6922 15314 37 0,'3'2'16'0,"1"-2"-6"0,-4 0 8 16,4 0 3-16,-2 0-3 0,1 0-8 16,2 0-3-16,1 0-3 15,1 0 1-15,-1 0 2 16,6-3 8-16,3-6 8 15,4-4-5-15,4-6-4 16,8-8-1-16,10-7-4 16,8-8-2-16,11-9-6 0,10-8-1 15,2-3 0-15,3-1-6 16,-2-1-57-16,-7 1-69 16</inkml:trace>
  <inkml:trace contextRef="#ctx0" brushRef="#br0" timeOffset="102305.31">6875 15252 75 0,'0'0'3'0,"0"0"7"0,0 0 1 0,0 0-4 16,0 0-6-16,0 0-2 16,0 0 2-16,0 0-1 0,0 0 0 15,0 0 0-15,0 0 1 16,16 27-1-16,-12-22 0 15,3-2 2-15,0-3 1 16,4 0 5-16,2-5 24 16,5-11-6-16,7-8-10 0,7-9-6 15,9-4-2-15,9-10-4 16,8-8-2-16,9-5-2 16,4-2 0-16,8-5 0 15,-1-1-21-15,3 2-37 16,-4 3-62-16</inkml:trace>
  <inkml:trace contextRef="#ctx0" brushRef="#br0" timeOffset="111598.51">6318 16273 25 0,'1'-1'8'0,"-1"-1"6"0,0 2 12 0,0 0-3 16,0 0-8-16,0 0-7 16,0 0-5-16,0 0-2 15,0 0-2-15,0 0 1 16,1 0 0-16,2 0 0 0,0 3 0 16,-1 0 0-16,2 1 0 15,1-1 0-15,-3 4 1 16,2-3-1-16,-1 6 0 15,1 0 0-15,-2 1 0 16,3-2 0-16,-1 1 0 16,1-2 0-16,-1-2 0 0,-1-2 0 15,3-1 1-15,-2-3-2 16,2 0 2-16,4 0 9 16,1-8 9-16,3-4-5 15,4-5-2-15,8-5-3 16,3-7-2-16,7-3-4 0,9-7-2 15,0-1-1-15,6-4 0 16,-2-3-33-16,0-1-49 16</inkml:trace>
  <inkml:trace contextRef="#ctx0" brushRef="#br0" timeOffset="113035.62">6264 16384 13 0,'4'-2'4'0,"-2"0"3"0,0-1 3 0,0 1-6 0,0 2-3 15,-2-3 0-15,1 3-1 16,0 0 0-16,0 0 0 16,0 0 0-16,-1 0 1 0,1 0 0 15,-1 0 13-15,0 0 7 16,0 0-3-16,0 0-5 16,0-2-6-16,0 2-1 15,2-1-3-15,0-1-3 0,-2-1 0 16,4 0 0-16,-3-1 1 15,1 1-1-15,3 0 0 16,-5 0 0-16,2 0 1 16,0-1 0-16,-2 3 2 15,0-1 1-15,2 1-1 0,-2-2 1 16,0 3 2-16,0-3-1 16,0 3 3-16,0 0 2 15,0 0 0-15,0-1-3 16,0 1-5-16,0 0-2 15,0 0-1-15,2 0-3 16,-2 0 2-16,1 0 0 16,3 4 5-16,-2 2-2 0,0 1-1 15,2 0 1-15,-3 0-1 16,3-1 0-16,1-1 1 16,-3 0-1-16,1-1 0 15,1-1 1-15,0 0 0 0,-2-2 0 16,3-1 0-16,1 0-2 15,4 0 2-15,1-7 4 16,9-6 0-16,5-8 3 16,6-8-3-16,9-10-2 15,7-8-2-15,11-9 0 0,6-5 0 16,11-7-1-16,3-7-2 16,5-2-62-16,0-3-89 15</inkml:trace>
  <inkml:trace contextRef="#ctx0" brushRef="#br0" timeOffset="116920.2">6939 17595 111 0,'0'-3'2'0,"0"-1"2"0,0 3 3 16,0 1 2-16,0-1 5 16,0 1-9-16,0 0-3 15,0 0-1-15,0 0-2 16,0 0 1-16,4 5 3 15,2 2 2-15,1 0 1 0,2-1 0 16,5-5-2-16,5-1 1 16,3-4 3-16,5-18 3 15,7-11 1-15,6-12-3 16,9-14-3-16,8-9-4 16,11-8-1-16,4-2 1 0,7-7-5 15,3-2-48-15</inkml:trace>
  <inkml:trace contextRef="#ctx0" brushRef="#br0" timeOffset="150279.6">11251 14895 165 0,'0'9'-10'0,"0"-1"14"0,-5 6-4 0,2 8-1 16,0 9 1-16,-1 3 1 0,1 7 2 15,2 5-2-15,1 2 1 16,0 0-2-16,0 3 0 16,6-1 1-16,-4 3-1 15,0-6 0-15,-2-3 1 0,0-7-1 16,0-8-16-16,-4-6-22 16,-4-13-18-16</inkml:trace>
  <inkml:trace contextRef="#ctx0" brushRef="#br0" timeOffset="150734.73">11135 15209 154 0,'0'0'11'0,"-18"-57"9"16,14 32 17-16,4-1-32 16,0 4-4-16,2-3 0 15,7 4-1-15,7-2 0 0,3 2 0 16,1 3 0-16,3 3 0 15,4 4-1-15,-2 3 0 16,-1 5 0-16,1 3 1 16,-2 0-2-16,-1 7-1 15,-5 7-3-15,-1 4-8 0,-5 6 3 16,-5 4 4-16,-1 1-4 16,-5 4 0-16,0-2 3 15,-9 2 1-15,-4-2 1 16,-5-2 4-16,-3-1 2 15,2-4 1-15,1-1 0 16,0-8-2-16,4-2 2 0,6-7-1 16,2-3 2-16,3-3 5 15,3 0 5-15,0 0 2 16,0-5-3-16,9 0-9 16,1-1 0-16,7 3 0 15,0 0 2-15,0 3-2 0,5 0-2 16,-2 0 0-16,2 7 0 15,-1 3 0-15,0 3 0 16,-1 0 0-16,1 3-9 16,-3-2-26-16,2-4-5 15</inkml:trace>
  <inkml:trace contextRef="#ctx0" brushRef="#br0" timeOffset="151147.73">11700 15344 149 0,'0'0'-10'0,"0"0"21"0,0 0-3 0,0 0-3 0,0 0 0 16,0 0 0-16,0 0 0 0,0 0-1 15,-17-47-1-15,17 33-1 16,4-3 1-16,1 1-2 15,-1-1 0-15,-2 3 0 16,-1 1-2-16,0 1 2 16,-1 4 1-16,0 0-1 0,-3 4-5 15,-4 2 3-15,-3 2 0 16,-3 4-2-16,0 9 1 16,-1 4 1-16,1 7 0 15,3 3 4-15,4 0-3 16,4 3 2-16,2-4 1 0,0-3-2 15,7-4 0-15,5-3 1 16,2-3-2-16,3-6 0 16,2-3 1-16,1-4 1 15,5 0-2-15,2-3 2 16,0-11-2-16,-1-4-29 0,1-7-53 16</inkml:trace>
  <inkml:trace contextRef="#ctx0" brushRef="#br0" timeOffset="151625.42">11866 14655 71 0,'0'0'3'0,"0"0"12"0,0 0 0 0,0 0-9 0,0 0-3 16,0 0-2-16,0 0-1 15,40 9 5-15,-29 20-3 16,0 8 2-16,1 6 1 0,-4 7 0 16,1 1-1-16,-1 0 1 15,-1-1-1-15,1-2 1 16,-1-5-1-16,0-2-1 15,-1-4-2-15,1-5 1 16,-3-2 0-16,1 0-2 0,2-3 0 16,-3-3 0-16,3-3 1 15,-1-3 0-15,-1-5 0 16,1-4 1-16,1-3 0 16,2-3 5-16,-4-2 9 15,3-1 0-15,2 0-1 0,-2 0-3 16,3 0-3-16,1-3-4 15,-1 2-4-15,-2-3-1 16,5 1 0-16,-1-1 1 16,3-1-1-16,-1 0-5 15,3-2-34-15,-5-5-42 0</inkml:trace>
  <inkml:trace contextRef="#ctx0" brushRef="#br0" timeOffset="151965.09">12338 15127 204 0,'0'0'-2'0,"0"0"8"0,0 0-12 16,0 0-1-16,0 0 4 16,0 0 3-16,17 39 0 0,-9-19 1 15,1-2-1-15,1-1 2 16,2-2 1-16,1-2-3 15,-2-5 0-15,1-2 2 16,1-3 0-16,0-3-1 16,-1 0 5-16,1 0 3 0,2-11 2 15,-3-2 2-15,1-3-1 16,-4-5-2-16,-2-1 1 16,-1-3-4-16,-1 1 1 15,-5-2-3-15,0 2-5 16,0 2 0-16,0 4 0 0,0 5-2 15,-3 4-12-15,-2 3-38 16,1 2-74-16</inkml:trace>
  <inkml:trace contextRef="#ctx0" brushRef="#br0" timeOffset="152171.31">12839 15205 151 0,'0'0'-24'0,"0"0"30"0,26 47-4 15,-20-22-1-15,1 6 0 16,-5 4 1-16,0 3-1 16,-1-1 0-16,-1-1 0 15,0-7-1-15,0-5-30 0</inkml:trace>
  <inkml:trace contextRef="#ctx0" brushRef="#br0" timeOffset="152462.62">13176 14684 206 0,'0'0'5'15,"0"0"1"-15,0 0-8 16,0 0 0-16,-11 54 2 16,13-21-1-16,7 6 2 15,2 2-1-15,7 3 1 16,-3 0-1-16,4-3 1 0,1-5-1 15,-5-1-2-15,-5-5-29 16,-2-7-25-16</inkml:trace>
  <inkml:trace contextRef="#ctx0" brushRef="#br0" timeOffset="152655.72">13196 14976 264 0,'0'0'-20'0,"0"0"37"16,0 0-13-16,0 0-4 15,0 0-6-15,0 0 3 16,0 0 1-16,0 0-10 16,56-32-22-16,-25 20-57 0</inkml:trace>
  <inkml:trace contextRef="#ctx0" brushRef="#br0" timeOffset="153024.82">13530 14781 139 0,'0'0'1'0,"0"0"0"16,-54 56 0-16,36-30 1 15,4 2-1-15,0-1-1 16,4-1 0-16,7-4 1 15,3-2 0-15,0-6-2 0,3-2 1 16,7-8 0-16,2-1-1 16,3-3-5-16,2-6 5 15,4-10 8-15,2-5-7 16,1-5-9-16,1-3-10 0,-1-1 10 16,-4 0 2-16,-4 3 9 15,-5 6-1-15,-4 3 3 16,-3 5 13-16,-4 4 17 15,0 6 2-15,0 3-14 16,-2 0-16-16,-3 5-2 0,-1 9-4 16,2 3 0-16,-1 3 1 15,4 2-1-15,1 0-6 16,0-2-29-16,2-5-17 16,6-5-8-16</inkml:trace>
  <inkml:trace contextRef="#ctx0" brushRef="#br0" timeOffset="153409.31">13837 14752 234 0,'0'0'-2'0,"0"0"6"16,0 0-5-16,0 0-3 15,0 0 1-15,0 0 3 16,0 0 0-16,0 43 1 15,0-28-1-15,0-1-1 16,0-1-5-16,3 0-6 0,-1-5-5 16,0 0 0-16,-1-4 6 15,1-3 3-15,-1-1 4 16,0 0 1-16,1-3 28 16,-2-8-11-16,2-3-5 15,0-2 7-15,0 0-1 0,1 1-10 16,1 1 0-16,0 3 0 15,2 4 1-15,0 2-4 16,1 2-2-16,3 3 0 16,4 0-2-16,-1 0 2 15,3 4-2-15,0 5 1 0,0-1-2 16,3 2-13-16,-3-3-29 16,-1-4-9-16,0-3-27 15</inkml:trace>
  <inkml:trace contextRef="#ctx0" brushRef="#br0" timeOffset="153858.56">14074 14266 184 0,'0'0'4'0,"0"0"6"0,0 0-12 0,0 0 2 16,-11 48 0-16,11-19 2 0,6 5-2 16,2 3 0-1,0-3 0-15,0 2 0 0,2-1 0 16,-5-4 1-16,1 0-1 16,-2-5 0-16,0-3 0 15,-2-5 0-15,0-4 0 16,0-5 0-16,-2-2-1 0,2-4 1 15,-2-3-5-15,2 0 4 16,-2-12 13-16,3-2 1 16,1-2-11-16,0-2 2 15,2-2 11-15,2 3 0 16,-1 1-10-16,2 0 2 0,4 3-3 16,-2 3 1-16,3 2-5 15,-1 5 1-15,0 3-2 16,3 0-1-16,-1 8 0 15,-1 6-2-15,0 7-7 16,1 1-13-16,-2 3-9 0,1-1-17 16,-3-1 2-16</inkml:trace>
  <inkml:trace contextRef="#ctx0" brushRef="#br0" timeOffset="154007.96">14544 14672 259 0,'0'0'5'0,"0"0"-1"16,2 47-6-16,-2-7 2 16,-7 11 2-16,-6 14-2 15,-6 11 1-15,-5 4-65 16,-7 2-60-16</inkml:trace>
  <inkml:trace contextRef="#ctx0" brushRef="#br0" timeOffset="154840.88">11546 16210 162 0,'0'0'-30'0,"0"0"30"0,0 0 2 0,1-42-2 0,-1 31 0 16,-5 1 0-16,-3 1 0 16,0 1 1-16,-1 2 1 0,-3 1 6 15,-1 3 0-15,0 2-1 16,0 0-6-16,0 2 0 15,0 8-2-15,1 1-1 16,1 0 2-16,2 0 1 16,2 0-2-16,1-3 2 0,5-1-1 15,1-2-1-15,0-2 1 16,0 1-1-16,3-3 0 16,3 0 1-16,-1-1 0 15,-1 0 1-15,1 0-1 16,1-2 1-16,3-3 0 0,-2-2 0 15,2 0-3-15,-3-1-35 16,-1-3-83-16</inkml:trace>
  <inkml:trace contextRef="#ctx0" brushRef="#br0" timeOffset="155538.42">11517 16208 232 0,'0'0'-8'0,"0"0"22"0,0 0 4 0,-36-40-10 0,30 29-7 15,-3 3-1-15,2-1 1 16,-3 3-2-16,1 1 0 16,-3 5 1-16,1 0 0 15,-1 2-3-15,1 9 0 16,-1 6 1-16,2 5 1 0,3 2 0 16,5 1 1-16,2 2 0 15,0 0-1-15,11-4 1 16,5 1 0-16,5-4 0 15,3-3-1-15,2-4 1 16,3-3-2-16,-2-2 2 0,-2-1 0 16,-2 2 1-16,-4-1-1 15,-1 3 0-15,-4 4 0 16,-3 1 0-16,-6 3 0 16,-4 4 0-16,-1 3 0 15,-4 1-1-15,-9 0 0 16,0-2 0-16,-3-5 1 0,2-3 1 15,0-5 0-15,2-7 1 16,2-5 0-16,4 0 1 16,1-8-2-16,1-9-1 15,4-6 3-15,0-7-5 0,4-1-9 16,6-3-10-16,0 1-14 16,3 5 11-16,-1 4 13 15,-1 8 12-15,3 3 1 16,-3 6-2-16,0 6 1 15,3 1 4-15,3 0 6 16,-1 7-3-16,1 4-1 0,-1 4-3 16,1 0-2-16,-2-1 1 15,-2 2-2-15,-1-5 0 16,-1 0 0-16,0-3 0 16,0-4-5-16,-6-4-45 0,-1-6-34 15</inkml:trace>
  <inkml:trace contextRef="#ctx0" brushRef="#br0" timeOffset="155681.31">11702 16202 269 0,'0'0'-5'0,"0"0"19"0,-43-11-9 0,38 11-5 15,5 5-18-15,0 8-85 16,0 1 3-16</inkml:trace>
  <inkml:trace contextRef="#ctx0" brushRef="#br0" timeOffset="156108.29">11926 16364 236 0,'0'0'3'15,"0"0"8"-15,2-37 3 16,-6 23-6-16,-3 1-3 15,-6 0-1-15,-2 3-3 16,1 3-2-16,-2 4-2 0,1 2 7 16,3 1-3-16,1 1-4 15,5 9 3-15,1 3 0 16,5 3 0-16,0 2-3 16,5-1-2-16,4 2-3 15,4-4-6-15,5 1 3 16,-2-5-1-16,1-1 4 15,-1-3 0-15,-1-2 5 0,-1-3 1 16,-2 0 2-16,0-1 0 16,0 3 2-16,-1 1-1 15,3 6-1-15,-3 7-3 16,1 5 6-16,3 5 0 0,-4 5 0 16,0 0-1-16,-2 5 0 15,-4-5 2-15,-2-2 1 16,-3-4 1-16,0-3-3 15,0-2-1-15,0-4-1 16,-1-4-1-16,-2-1 0 0,-5-10-6 16,0-3-67-16</inkml:trace>
  <inkml:trace contextRef="#ctx0" brushRef="#br0" timeOffset="156704.56">12036 16358 275 0,'0'0'-17'0,"0"0"23"0,0 0-8 0,0 0-2 15,0 0-17-15,0 0-8 0,0 0 11 16,44-4 10-16,-34 17 9 16,3-1 0-16,-3 1 0 15,3-3-1-15,-2 0 1 16,2-4 0-16,-2-2 0 15,-3-4-2-15,2 0 1 0,-1 0 2 16,-3-4 1-16,1-5 3 16,0-3 7-16,-2-1-1 15,1 1-4-15,-3-5-3 16,3 6 1-16,-2-2 1 16,-1 5 0-16,2 2 1 15,-1-1-5-15,1 3-1 0,1 2-1 16,0 2-1-16,1 0-1 15,3 0-3-15,1 3 3 16,-1 7 1-16,2-3 1 16,-3 0 1-16,2 2-2 15,-2-2 1-15,-1-2-1 0,-1 0 0 16,1-2 0-16,-2-2-2 16,-1-1-2-16,1 0 0 15,-2-6 7-15,-1-2-2 16,1-5 1-16,1-3-2 0,-5-1 1 15,2 0 0-15,-1 1 0 16,-1 2 1-16,0 4 0 16,0 3 2-16,0 3-1 15,1 4-1-15,0 0-4 16,5 3-4-16,-2 5 1 0,5 4 5 16,-1 2 1-16,4 2 0 15,-1-1 0-15,5-1-2 16,-2-3-17-16,6-3-20 15,0-8-20-15,-3 0-9 16</inkml:trace>
  <inkml:trace contextRef="#ctx0" brushRef="#br0" timeOffset="157025.46">12677 16176 185 0,'0'0'27'0,"0"0"-17"0,0 0-10 0,0 0-4 0,0 0 4 15,-28 53-1-15,23-35 0 16,1 2-1-16,4-4 3 16,0-2-1-16,0-4-1 15,2-2-1-15,5-5-10 16,4-3-8-16,2 0 6 0,-2-8 16 16,-2-5 5-16,1-5 5 15,0-2 1-15,-6-3 1 16,1 0 3-16,-5 0-4 15,0 2 1-15,-2 3-3 0,-5 4-1 16,-4 5-5-16,-3 3-1 16,0 6-4-16,-1 3-4 15,0 13-3-15,-1 5-14 16,1 5-13-16,3-4-27 16,1-2-30-16</inkml:trace>
  <inkml:trace contextRef="#ctx0" brushRef="#br0" timeOffset="157295.73">12801 16140 206 0,'0'0'-26'0,"0"0"28"16,0 0-5-16,0 0-10 15,0 0 1-15,0 0 15 16,6 46 0-16,-6-26-2 15,-2 0 3-15,2-2-4 16,0-3 1-16,0-4 0 0,4-1 0 16,0-6 2-16,3-2-3 15,3-2 1-15,-1 0 1 16,3-9-1-16,0-4 2 16,1-4-16-16,-1 0-8 15,-1-3-14-15,-2 2-23 0</inkml:trace>
  <inkml:trace contextRef="#ctx0" brushRef="#br0" timeOffset="157566.89">12722 16059 224 0,'0'0'1'0,"0"0"-3"0,0 0-51 0,0 0-84 15</inkml:trace>
  <inkml:trace contextRef="#ctx0" brushRef="#br0" timeOffset="158072.6">13057 16057 112 0,'0'0'-6'0,"0"0"6"15,0 0 13-15,0 0-3 16,0 0-3-16,-27 42 5 0,12-24 0 16,-1 5-6-16,-1 3-5 15,2 3 2-15,5-1-2 16,2-2 0-16,4-2-2 15,4-4-7-15,0-6-1 16,3-3 3-16,6-3 6 16,0-7-4-16,5-1-1 0,-1-5 8 15,0-10 3-15,1-2 3 16,-3-9 1-16,2-4 0 16,-7-4 3-16,1-5-5 15,-4-4 0-15,-3 0 7 16,0-2-14-16,0 2 1 0,-3 4 0 15,-6 2 8-15,-3 5 4 16,2 5 0-16,-1 6 0 16,-1 6-1-16,2 3 8 15,1 6-9-15,3 5-12 16,2 1 3-16,2 7-5 0,2 9 3 16,2 9-3-16,12 9 1 15,4 6-2-15,7 8-23 16,3 2-13-16,6 3-17 15,-3-1-36-15</inkml:trace>
  <inkml:trace contextRef="#ctx0" brushRef="#br0" timeOffset="158228.53">13484 16217 146 0,'0'0'81'0,"0"0"-79"0,0 0-2 0,38 12 2 0,-33 20-6 15,-3 13 1-15,1 14 8 16,-3 10-3-16,0 8-18 16,-6-4-39-16</inkml:trace>
  <inkml:trace contextRef="#ctx0" brushRef="#br0" timeOffset="159467.26">13997 15672 144 0,'0'0'-11'0,"0"-47"23"0,0 26 17 16,-3 4-3-16,-2 2-9 0,-2 4-3 16,1 1-5-16,-5 3-5 15,-1 4-1-15,0 3-5 16,-1 0 1-16,0 6-3 16,1 8 1-16,4 6 3 15,0 4 1-15,6 2 0 16,2 1 2-16,2-1-2 0,11 1 0 15,4-4-2-15,5-1 0 16,-1-5 0-16,2-3 1 16,2-4-2-16,-1-1 3 15,-6-4 1-15,0-1 0 0,-5-1-2 16,-3 1 1-16,-5 1-1 16,-5 2 0-16,0 6-5 15,-8 3 3-15,-8 5 2 16,-4 1 0-16,0 4 0 15,-4-2-3-15,5-1-26 0,0-7-24 16,5-6-14-16</inkml:trace>
  <inkml:trace contextRef="#ctx0" brushRef="#br0" timeOffset="160078.94">14149 15766 89 0,'0'0'14'16,"0"0"-13"-16,0 0 1 16,0 0 0-16,28 47 0 15,-19-33 0-15,-4-2-1 0,3-2 0 16,-2-4 0-16,2-3 0 16,-3 0 0-16,1-3 3 15,-2 0 0-15,-3 0 4 16,0-6 5-16,-1-2 0 15,0-2-5-15,-1-2-3 0,-6 0-4 16,-2 3-2-16,-5-1-3 16,1 3-3-16,-1 4 7 15,2 3 1-15,3 0 2 16,1 0-3-16,6 0 0 16,2 0 0-16,0 0-29 0,4-7 25 15,6-4 2-15,1-1 1 16,0-9 2-16,3-1 1 15,-2-5 0-15,0-2 0 16,-1 1 1-16,-3-1-1 16,1 0 1-16,-1 0 1 15,-3 4 2-15,0 2 2 0,0 4 1 16,-3 8-1-16,-1 3 2 16,2 6-1-16,-2 2-9 15,1 10-6-15,3 10 6 16,-2 8-3-16,5 6 6 15,1 9 3-15,3 4-3 0,1 2-8 16,3 1 13-16,3-1-7 16,-1-4 0-16,-1-4 1 15,0-8-2-15,1-6 1 16,-5-5 0-16,-2-6 0 16,-1-3 0-16,0-5-1 0,-6-2-2 15,1-5 2-15,0-1 0 16,-3 0-4-16,-2-5 7 15,0-7-24-15,-5-2-96 16</inkml:trace>
  <inkml:trace contextRef="#ctx0" brushRef="#br0" timeOffset="160236.51">14408 15872 166 0,'0'0'10'0,"0"0"19"0,0 0-13 0,0-44-12 16,10 27-1-16,4 0-2 0,2-3-2 15,2 2-3-15,-1-2-15 16,-1 0-3-16,-1 4-6 16,-1-2-4-16,-7 1-18 15</inkml:trace>
  <inkml:trace contextRef="#ctx0" brushRef="#br0" timeOffset="160549.51">14464 15419 72 0,'0'0'-1'0,"0"0"5"16,0 0 4-16,0 0 6 16,0 0 3-16,0 0-4 15,0 0-11-15,0 0-2 0,-5-17-1 16,8 26 1-16,2 2 1 15,0 1-1-15,0 6 0 16,1 2-1-16,-1 1 1 16,-1-1 2-16,-1 1 1 15,1-1-2-15,0-4 1 0,-1-2 1 16,1 2-1-16,2-2 1 16,0-1-3-16,0-2 1 15,-1 0-5-15,-2-8-37 16</inkml:trace>
  <inkml:trace contextRef="#ctx0" brushRef="#br0" timeOffset="160820.59">14504 15334 175 0,'0'0'21'0,"0"0"-5"16,0 0-17-16,0 0-4 16,0 0 4-16,-1 65 6 0,8-28 0 15,3 3-3-15,2 3 0 16,1 1 1-16,2-2-3 16,-2 0 1-16,0-5 0 15,-2-1-1-15,0-6 0 16,-4-6 0-16,-2-7-23 15,-3-8-53-15</inkml:trace>
  <inkml:trace contextRef="#ctx0" brushRef="#br0" timeOffset="160963.51">14589 15593 245 0,'0'0'-18'0,"0"0"13"15,0 0-3-15,0 0-29 16,29-39-41-16</inkml:trace>
  <inkml:trace contextRef="#ctx0" brushRef="#br0" timeOffset="161561.57">14711 15536 154 0,'0'0'17'15,"0"0"-16"-15,0 0 0 0,23 42 0 16,-16-29 0-16,3 1-1 16,-4-1 0-16,3-3 1 15,-1-2-2-15,-3-2 3 16,0-1-3-16,0-5-10 0,-2 0-12 16,2 0 14-16,-3-11 11 15,2-1 0-15,-4-4 0 16,2-1 0-16,-1-1 1 15,1 2-1-15,1 0 1 16,0 5 2-16,1 1 6 16,-1 3-1-16,4 4-3 0,0 2-6 15,3 1 0-15,2 0-1 16,1 0-2-16,0 7 5 16,3 3-1-16,-3 1-1 15,1 3 1-15,-4-2-1 16,0 1 0-16,-1-2-1 0,-3 0 0 15,-1-4-1-15,-1-2-3 16,-3-3 4-16,-1-2 0 16,0 0 3-16,0 0 10 15,0-8-5-15,0-7-2 16,1-1-1-16,1-3 0 16,1 1-1-16,2-2-3 0,-1 1 3 15,3 4 3-15,-1-1-1 16,3 6-5-16,3 2-1 15,-2 3 0-15,3 5-1 16,1 0-1-16,1 7-2 16,2 5 2-16,-1 2 2 0,1-2-9 15,1 0-5-15,2-3-5 16,1-5-5-16,3-2-5 16,-1-2-1-16,-3-2-9 15,2-7-38-15</inkml:trace>
  <inkml:trace contextRef="#ctx0" brushRef="#br0" timeOffset="161902.31">15333 15426 73 0,'0'0'12'0,"0"0"28"0,0 0-3 0,-7-42-8 0,-4 40-14 15,0 2-6-15,-2 0-10 0,-3 5-3 16,3 7 3-16,-1 1 3 16,4 4 1-16,4-1-3 15,2 0 2-15,4-2-1 16,0-2 0-16,4-3-1 15,7-1-6-15,3-7-10 16,2-1-14-16,2 0 3 0,1-9-2 16,-1-4-5-16,-2-1 12 15,0-4 14-15,-3 1 9 16,-1 1 8-16,-4-1 13 16,-4 4 3-16,-2 2 7 0,-1 2-1 15,-1 3 5-15,0 4-10 16,0 2-14-16,2 0-11 15,2 0-3-15,1 2 7 16,2 6 0-16,2 1-3 16,3 0 0-16,3 0-2 15,2-1 1-15,1-2-1 0,3-5 0 16,0-1-17-16,-1-8-33 16,1-9-29-16</inkml:trace>
  <inkml:trace contextRef="#ctx0" brushRef="#br0" timeOffset="162023.17">15628 15218 115 0,'0'0'47'16,"0"0"22"-16,0 0-45 16,-56 15-22-16,27 38 3 15,-12 18 0-15,-8 27-4 16,-11 22 1-16,-13 14-4 16,-10 11-104-16</inkml:trace>
  <inkml:trace contextRef="#ctx0" brushRef="#br0" timeOffset="173878.57">7047 6084 6 0,'0'0'10'0,"0"0"5"0,0 0-5 0,0 0-3 0,0 0-4 15,0 0 0-15,0 0-1 16,0 0-1-16,41-28-1 16,-35 26 1-16,1 1-1 15,0 1 0-15,-1 0 1 0,1 0-1 16,0 0 1-16,2 0 2 15,-2 1 4-15,1 5 2 16,4 1-2-16,-3 1-3 16,1 1 1-16,2-2-3 15,-1 0 1-15,0 0-1 16,-1-3 0-16,0-2 2 0,4-2 2 16,-3 0 6-16,0-11 7 15,7-7 7-15,5-11 1 16,3-10-9-16,10-10-5 15,7-14-2-15,12-15-3 16,13-10-1-16,16-10-3 0,17-13 1 16,18-8-5-16,14-10 0 15,8-9-5-15,-5-11-97 16</inkml:trace>
  <inkml:trace contextRef="#ctx0" brushRef="#br0" timeOffset="178478.46">6656 7202 62 0,'6'-6'4'0,"4"0"0"0,1 2-2 16,0-2-1-16,3 3-1 0,1 1 1 15,1 1-1-15,-1 1 0 16,1 0 0-16,-1 0 0 15,6 0 1-15,2 0 0 16,4 0 0-16,6 0 3 16,5-4 0-16,6-1-1 0,5-2 0 15,5-2 1-15,2-1-2 16,2-1 0-16,0-2-2 16,-2 2 2-16,0-2 1 15,-5 0 1-15,-4 0-1 16,-6 0 1-16,-3 2-2 0,-7 3 1 15,-2 2-3-15,-7 0 0 16,-2 6-1-16,-6 0-6 16,-11 0-53-16</inkml:trace>
  <inkml:trace contextRef="#ctx0" brushRef="#br0" timeOffset="179233.55">7314 7399 0 0,'0'0'3'0,"0"0"8"0,2 55 2 0,-2-20 0 16,0 9-2-16,0 8 1 15,-5 8 2-15,2 4-6 0,1 5-4 16,0 5-2-16,2-2 1 16,0 1 0-16,0-2-1 15,0-3-1-15,0-5 1 16,0-8 4-16,2-5 1 16,0-8 2-16,-1-7-3 0,4-10 0 15,-1-6-2-15,-2-5-2 16,0-6 1-16,1 1-2 15,-2-2-1-15,2-3 0 16,-3 1-1-16,0-1-23 16,0-4 5-16,0 0-41 0</inkml:trace>
  <inkml:trace contextRef="#ctx0" brushRef="#br0" timeOffset="180089.15">7257 9422 29 0,'0'0'4'0,"0"0"-4"15,0 0 0-15,10 39 0 0,-8-36 0 0,2 1-8 16,-4-3 4-16,0-1 4 16,0 0 17-16,0-1 3 0,0-4-2 15,0-4-7-15,0-1-7 16,2 0-3-16,0 0-1 15,-2-1 0-15,0 1 2 16,0 0-2-16,0 0 1 16,0 3 1-16,0 3 3 15,0 1 2-15,-2 1-1 0,0 2 0 16,0 0-5-16,0 5-1 16,1 10 0-16,0 6 1 15,0 9-1-15,-1 10 0 16,2 6 2-16,0 11-1 15,0 11-1-15,2 7-1 0,5 11 5 16,-1 6-3-16,4 5 1 16,-4 0-1-16,-1-6-1 15,-3-7 0-15,0-9 0 16,-2-14 0-16,0-11 0 16,0-10 0-16,-8-8 2 15,1-7-2-15,0-6 2 0,-2-7 5 16,2-4-4-16,1 0-2 15,2-4-1-15,1-4-3 16,1 0-27-16</inkml:trace>
  <inkml:trace contextRef="#ctx0" brushRef="#br0" timeOffset="180657.64">7258 11497 24 0,'0'0'5'0,"0"0"6"0,9-38 10 0,-3 23-3 0,-2 2-3 16,1 0-3-16,0-1 3 15,-3 4 1-15,0 3-5 16,0 0 6-16,-2 3 13 0,0 1-12 15,0 2-3-15,0-1-1 16,0 1-1-16,0 1-7 16,0 0-6-16,3 4-2 15,1 14 1-15,2 9 4 16,4 12 0-16,1 12-3 16,0 11 0-16,3 11 1 0,-1 6 0 15,1 5-2-15,-2 3 2 16,-1-1-1-16,1-1-2 15,-5-5-3-15,1-2-4 16,-2-6-9-16,0-5 15 0,-1-8-2 16,1-7-4-16,-2-6 2 15,-2-5-1-15,1-10-1 16,2-4 0-16,-1-4-15 16,-2-6-14-16,1-7-31 15</inkml:trace>
  <inkml:trace contextRef="#ctx0" brushRef="#br0" timeOffset="202029.88">24318 14283 29 0,'0'0'9'0,"0"0"4"0,0 0-7 15,0 0-3-15,-36 0 9 16,29-3 3-16,3-4-5 15,1 2 3-15,-1-4 4 0,3 2 0 16,0 1-2-16,-1 0-8 16,2 2-2-16,0 0-5 15,0 0 0-15,0 2-1 16,2-1-2-16,4-1 6 16,2 3-5-16,3-3 0 15,2 2 3-15,1-1-2 0,1 3 1 16,2 0 1-16,-3 0-1 15,0 0 1-15,-4 4-1 16,0 2 0-16,-2 4 0 16,0 0 2-16,-1 3-2 15,-1 4 0-15,0 4 1 0,-2 3-1 16,-1 3 1-16,-3 6 0 16,0 1-2-16,0 3 2 15,0 6 0-15,0 1 0 16,0 3 0-16,0 2 1 15,0 0-1-15,1 0 0 0,5 0 1 16,3-3-1-16,2-1 0 16,3-2 0-16,1-1-1 15,2-4 0-15,-1-4 0 16,2-3 1-16,-1-8-1 16,-3-2 1-16,1-5 1 0,-2-3 0 15,-3-3-1-15,-1-2 5 16,-1-2-6-16,-2 1 2 15,0-1-1-15,-2 1 0 16,2 1-1-16,-1 1 2 16,-2 2-1-16,0 5 2 0,-1 2-2 15,-2 9 1-15,0 7 0 16,0 8 2-16,-6 6-5 16,-2 6 4-16,0 3 0 15,2 4-3-15,1-1 1 16,3 0-1-16,2 0 1 0,0-2-2 15,0-1 2-15,6-3-1 16,3 1-1-16,3 2 1 16,0-1 1-16,2 0-1 15,-1 1 1-15,-4-3-1 16,1 3 1-16,-2-3-1 0,-5 2 0 16,-3 0 0-16,0 3 0 15,-1-1-2-15,-9-2 0 16,0-2 1-16,1-4 1 15,-3-5 0-15,-3-3 0 16,-1-1 0-16,-7-3 0 16,-7 2 1-16,-8 0-1 0,-9-2 0 15,-10 1 0-15,-7 0 1 16,-9 0-3-16,-10 0-24 16,-9-3-40-16</inkml:trace>
  <inkml:trace contextRef="#ctx0" brushRef="#br0" timeOffset="206512.01">9978 17494 25 0,'0'0'75'0,"-3"0"-55"0,-1 0 11 16,0 0-8-16,1 0 2 16,1 0-8-16,0 0-7 0,-1 10-9 15,3 6 0-15,0 5-2 16,0 5 1-16,0 2-1 15,0 6 1-15,0-4-1 16,3 1 2-16,-1-1-2 16,0-1-1-16,-2-2 2 15,0-2-1-15,0-2-6 0,0-2-43 16,-2-5-16-16</inkml:trace>
  <inkml:trace contextRef="#ctx0" brushRef="#br0" timeOffset="206939.4">9933 17591 104 0,'0'0'4'0,"0"0"11"15,0 0-9-15,0 0-3 16,0 0 0-16,0 0-2 15,51-16 0-15,-33 19 0 16,5 5-1-16,-1 1 1 16,2 4 0-16,-3 1 0 0,1 0-2 15,-7 2 0-15,1-3 1 16,-4 1 1-16,-2 0 1 16,-4-3-3-16,2 1 2 15,-4-4-1-15,1 1 7 16,-3-2-5-16,0-4 0 0,-2-2-1 15,0-1 3-15,0-1 36 16,0-11-26-16,0-4-10 16,-4-6 8-16,-1-2 1 15,1-5 0-15,0-2-3 16,-3-3-6-16,4 3-1 0,-1 3-2 16,0 2 1-16,4 3-5 15,0 8-4-15,0 3-26 16,8 8-32-16,4 1 0 15</inkml:trace>
  <inkml:trace contextRef="#ctx0" brushRef="#br0" timeOffset="207346.46">10402 17541 88 0,'0'0'24'0,"0"0"-21"0,0 0 1 0,0 0-2 16,0 0-2-16,0 0 2 16,-39 2 9-16,36-2 12 15,-2 4-2-15,1 2-11 16,2 1-10-16,2 3 0 0,0 4-1 16,0 1 1-16,1 2 0 15,4-1 0-15,2-2-1 16,-2-1 0-16,3-4 0 15,-2-4-3-15,4-2 1 0,-1-3 1 16,-1 0 2-16,1-3 1 16,3-8 6-16,-3-5-6 15,-2-4 3-15,2-1-2 16,-5-2 1-16,-3 3 0 16,-1-1-1-16,0 4 1 15,-1 4 1-15,-10 3 3 0,0 2-1 16,0 5-1-16,-3 3-6 15,1 3-4-15,1 10-32 16,1 1-24-16,2 1-36 16</inkml:trace>
  <inkml:trace contextRef="#ctx0" brushRef="#br0" timeOffset="208270.99">10988 17409 87 0,'0'0'1'0,"0"0"-3"0,-18 38-22 0,15-20 3 15,1 0 5-15,2-1 16 16,0 0 0-16,0-3 6 0,2-1 5 15,5 1 6-15,1-5-9 16,2-1-2-16,1-1-2 16,3-2-3-16,-3-4-5 15,2-1 2-15,-1-2 1 16,-1-9 4-16,0-2 2 0,-2-2-1 16,-3-1 3-16,-1 1 3 15,-3-1-1-15,-2 0-6 16,0 2 0-16,-1 0-1 15,-7 1 1-15,0 1-1 16,-1 1-1-16,-1 0 1 0,0 0 0 16,3-1-1-16,2 0-1 15,4-1 1-15,1-3 0 16,0 2-1-16,3-2-1 16,7 1 2-16,3 0 1 15,1-1 0-15,1 1 0 16,2 2-5-16,1 5 10 0,0 4-3 15,-2 4-4-15,0 1 2 16,2 18-2-16,-3 9 3 16,-1 8 1-16,-1 9-4 15,-2 9 2-15,-2 4 6 16,0 8 3-16,-3 1-1 0,1-1-4 16,1-1 3-16,0-1-3 15,3-6-3-15,-1-4-1 16,-1-8-1-16,3-5 0 15,0-8-1-15,1-9 1 16,-2-9-1-16,3-7 0 16,-1-7-2-16,-1-1 2 0,-1-11 4 15,0-8 4-15,0-5-2 16,-6-2-3-16,-2-6-1 16,-3-1-5-16,0-2-15 15,-5 1-5-15,-9 0 5 0,0 5 13 16,-2 1 5-16,3 6 4 15,-2 4 7-15,3 5 5 16,4 3 4-16,4 3-7 16,4 1-6-16,0-1-8 15,10 0 0-15,9-3-4 0,4-1-26 16,2-3-28-16,2-5-78 16</inkml:trace>
  <inkml:trace contextRef="#ctx0" brushRef="#br0" timeOffset="208554.23">11729 17409 161 0,'0'0'-24'0,"0"0"44"0,0 0-15 0,0 0-7 0,0 0 7 15,0 0-5-15,-24 37-2 16,24-13 2-16,0 5 2 16,4 2-2-16,3 1 1 0,2-2-1 15,-2 0 0-15,-3-3 0 16,1-3 0-16,0-4 0 16,-3-4-1-16,0-5-4 15,-2-4-20-15,0-4-11 16,0-3-42-16</inkml:trace>
  <inkml:trace contextRef="#ctx0" brushRef="#br0" timeOffset="208789.06">11688 17449 112 0,'0'0'11'0,"-2"-58"24"0,2 36-10 16,0 2-6-16,8 6-3 15,-1 4-10-15,3 5-6 16,2 3 0-16,-1 2-1 15,3 2-1-15,-3 9 4 16,-1 3-3-16,1 6-2 0,-3 1-1 16,-3 2-7-16,-5 1 10 15,0 1 3-15,0-3-3 16,-10 4 2-16,-1-4-1 16,2 1-1-16,-2-6-27 15,1-5-32-15</inkml:trace>
  <inkml:trace contextRef="#ctx0" brushRef="#br0" timeOffset="209441.21">11932 17416 160 0,'0'0'-12'0,"0"0"24"16,0 0 4-16,0 0-2 15,0 0-4-15,0 0-6 16,0 0 0-16,0 0-6 0,-46-24 7 16,36 28-1-16,3 8-3 15,-1 2-2-15,4 4 0 16,0 4 0-16,4 0-8 16,0 2 13-16,0-4-3 15,6-1-2-15,4-5-14 0,0-5 5 16,2-5-3-16,2-4 2 15,0 0 2-15,1-10 12 16,0-6-2-16,1-1-1 16,-1-3 3-16,-1-1 0 15,-1 1 2-15,-4 4 0 0,2 2-2 16,-4 5 0-16,-1 6 0 16,-3 3-3-16,1 0 1 15,0 2 2-15,1 8 0 16,2 3 1-16,-2 0-5 0,3 0 4 15,-2 0 1-15,2-1-4 16,0-3 2-16,1-3-4 16,1-2-5-16,-2-3-2 15,3-1 8-15,1 0-5 16,-3-8 5-16,0-4 4 16,2-5-1-16,-2-4 3 0,-2-2 5 15,1-1 4-15,-1 0-3 16,0 3 0-16,-2 5-4 15,-1 3 3-15,2 9-7 16,0 4-4-16,2 1-2 16,1 12 1-16,0 4 8 15,4 3-3-15,-2 4-2 0,0 2 4 16,3 1-4-16,-3-3 0 16,3 3 1-16,1-6-2 15,-1 0-4-15,3-6-27 16,-1-7-24-16,-2-8-14 15</inkml:trace>
  <inkml:trace contextRef="#ctx0" brushRef="#br0" timeOffset="209764.18">12505 17385 209 0,'0'0'-16'0,"0"0"47"0,0 0-17 15,-42-23-12-15,30 23-1 16,1 13 8-16,0 6-8 15,0 5-3-15,4 3 2 16,-1 1-1-16,5-2 0 16,2-1 2-16,1-4-2 0,0-4-4 15,6-9-9-15,1-4 1 16,3-4-3-16,-1-2 5 16,2-12 18-16,0-7-3 15,3-2 0-15,-3-1 3 16,1 1-1-16,-5 5 1 0,3 5 1 15,-5 6-3-15,2 4-2 16,-3 3-5-16,1 3 3 16,1 8 2-16,-3 1-1 15,3 2-6-15,1 0-27 16,-2-3-14-16,-1-3-16 0</inkml:trace>
  <inkml:trace contextRef="#ctx0" brushRef="#br0" timeOffset="210312.24">12646 17323 249 0,'0'0'-41'16,"0"0"20"-16,0 0 17 16,14 36 1-16,-11-16-1 15,0 2 8-15,2 0-2 0,-3-3-1 16,0-1-1-16,2-5 0 15,1-3-1-15,-2-6-1 16,1-1-4-16,2-3-7 16,-1 0 7-16,-3-10 6 15,3-3 10-15,-1-4-3 0,0-2-2 16,1 0-2 0,1-1 1-16,0 3 0 0,0 3 6 15,1 1 3-15,1 5-3 16,-2 3-5-16,3 2-3 15,1 3-1-15,1 0 1 16,1 9-2-16,-1 2 1 0,1 3 1 16,0 2-4-16,-3 0 1 15,-1 1-7-15,-2-1-1 16,-4 0 7-16,-2-1 4 16,0-4-2-16,0-1 1 15,0-6 0-15,-6-1 0 0,2-3 4 16,2-4-3-16,0-10-1 15,2-4 8-15,0-4-5 16,0-1-1-16,3-1 1 16,6 1-1-16,0 5-1 15,2 4-1-15,4 6 0 16,0 4 0-16,4 4-2 0,-4 6-1 16,2 10-5-16,-1 5-8 15,-1 3-13-15,-2 3-12 16,-2 1 1-16,-2 2 2 15</inkml:trace>
  <inkml:trace contextRef="#ctx0" brushRef="#br0" timeOffset="210632.47">13084 17508 115 0,'0'0'11'0,"0"0"2"0,9-48-4 0,-5 26-5 16,0-1-3-16,2-2 0 15,0 1-1-15,-3 2-1 16,-1 3-2-16,-1 4 3 16,-1 5 1-16,0 5 1 0,-3 5 7 15,-4 3 6-15,-3 14-5 16,-1 6-9-16,1 8 2 16,3 2 4-16,-1 3-1 15,5-1 2-15,3-4-2 0,0-4-2 16,6-2-2-16,5-7-2 15,3-4 1-15,4-3-2 16,-3-5 0-16,3-3 6 16,3-3-5-16,-2-6-15 15,-1-14 0-15,2-6-24 16,-2-10-24-16</inkml:trace>
  <inkml:trace contextRef="#ctx0" brushRef="#br0" timeOffset="210845.96">13272 17033 241 0,'0'0'-42'15,"0"0"67"-15,0 0-5 16,0 0-11-16,-40 4-7 16,34 14-2-16,5 6-1 15,1 6 1-15,0 6 0 0,3 2 0 16,7 3-1-16,1 2 2 15,3-2-1-15,-1 0-13 16,-6-2-40-16,-2-5-25 16</inkml:trace>
  <inkml:trace contextRef="#ctx0" brushRef="#br0" timeOffset="211023.53">13187 17338 186 0,'0'0'-18'0,"0"0"13"15,0 0-18-15,0 0 7 16,0 0 4-16,40-37-19 16,-22 22-22-16</inkml:trace>
  <inkml:trace contextRef="#ctx0" brushRef="#br0" timeOffset="211829.08">13376 17322 85 0,'0'0'4'0,"0"0"21"16,0 0-2-16,13-41-6 15,-12 37-6-15,0 1-5 16,-1 2 1-16,0-2 3 16,0 3 1-16,0 0 2 0,0 0-6 15,-1 0 1-15,-1 0-7 16,-2 6-2-16,0 3-2 16,0 4 11-16,2 4-5 15,2 3-4-15,0-1 2 16,1-1-1-16,10 0-4 0,0-5 2 15,3-3-1-15,1-5-1 16,-1-4-1-16,1-1 1 16,-2-3 0-16,-1-7 10 15,-2-4-7-15,0-1 3 16,1-1-3-16,-4-5 7 0,-1 1-3 16,-3 0 0-16,-2 0 2 15,0 0 1-15,-1 3 1 16,0 3 3-16,1 2-1 15,1 1-5-15,2 5-3 16,0 4-1-16,2 2-1 0,1 0-2 16,3 4-1-16,0 13-2 15,2 1 7-15,3 8 2 16,1 2 2-16,-2 4-3 16,1-3-3-16,1-2 3 15,-3-4-2-15,1-5 0 0,-3-6 0 16,0-4-2-16,-1-6 1 15,0-2-2-15,-2 0 1 16,0-9 5-16,1-6 2 16,-1-8 0-16,1-5 1 15,1-2-3-15,0-3-2 0,2 2-2 16,4 1 3-16,-1 11-2 16,5 5 1-16,-1 10-1 15,2 4 0-15,0 20-1 16,2 13-2-16,-6 16 3 15,-8 15-4-15,-9 17-63 16</inkml:trace>
  <inkml:trace contextRef="#ctx0" brushRef="#br0" timeOffset="-214237.37">1350 8642 20 0,'0'1'7'0,"-2"-1"-8"0,2 2 0 0,0-2 2 15,0 1-1-15,-2 2 1 16,2-2 0-16,0 0 0 16,-2 0-1-16,2 0 0 0,0-1 2 15,-2 3 0-15,2-3 1 16,-2 1 0-16,2 2-1 15,-1-3 3-15,-1 0 5 16,2 0 4-16,-3 0-1 16,3 0-1-16,-2 0-3 0,2 0 2 15,0-6-3-15,0 1-6 16,0-2-1-16,5-3-1 16,2 0 0-16,1 1 0 15,1-1 1-15,1 0-2 16,-1 5 3-16,1-1-2 15,-2 5 1-15,0 1 0 0,-1 0 1 16,1 0-1-16,-3 8-1 16,2 2 1-16,-4 4-1 15,-1-1 1-15,0 3 1 16,-2 0 0-16,0 0-2 16,0 0 1-16,-5 0-1 0,1-2 1 15,2-1-1-15,-1-1 0 16,1-3 1-16,2-2-1 15,0 0 0-15,0-4-1 16,7 1-2-16,2-3 1 0,-1-1 1 16,6 0 1-1,-3 0 0-15,2 0-1 0,1 0-3 16,-3 0 8-16,3 2-3 16,-3 3-1-16,-1 4 0 15,2 0 1-15,-3 2 0 16,-4 2-1-16,1 4 0 0,-6-3 0 15,0 2 5-15,0 1-3 16,-6 1 1-16,-3-1 0 16,-5 1 1-16,1 0 1 15,-6-2-2-15,2 1 1 16,-3-5 2-16,2 0 0 0,0-4 1 16,3-2-3-16,1-5 5 15,3-1 6-15,-1 0-4 16,0-4 1-16,3-6-1 15,-1 0-3-15,-1-4 1 16,3-3-8-16,3 3 1 0,-2-2-2 16,5 0-1-16,-1 2-1 15,3 4-19-15,0 2-31 16,-2-2-42-16</inkml:trace>
  <inkml:trace contextRef="#ctx0" brushRef="#br0" timeOffset="-213610.98">1755 8635 102 0,'0'0'10'0,"0"0"2"0,0 2-13 0,0 10-1 15,-2 2 2-15,2 6 0 16,0 3 3-16,0-2-2 15,0 0-1-15,4-4-1 16,3-5 1-16,2-5-1 16,2-6 2-16,0-1 0 0,3-2 8 15,1-10-6-15,-1-5-1 16,-5-3-46-16</inkml:trace>
  <inkml:trace contextRef="#ctx0" brushRef="#br0" timeOffset="-213403.84">1719 8528 114 0,'0'0'7'16,"0"0"10"-16,0 0-5 15,0 0-13-15,0 0-1 16,0 0-4-16,0 0-1 15,0 0-2-15,5-41 1 16,8 28-9-16,0-2-21 0</inkml:trace>
  <inkml:trace contextRef="#ctx0" brushRef="#br0" timeOffset="-213154.31">1725 8900 130 0,'0'0'8'0,"0"0"12"0,0 0-24 16,0 0 5-16,0 0 18 15,0 0-1-15,0 0-9 16,52-37-5-16,-29 22-3 15,1-1 1-15,3 3-8 0,0 0-31 16,-3 1-37-16</inkml:trace>
  <inkml:trace contextRef="#ctx0" brushRef="#br0" timeOffset="-212749.63">1947 8722 121 0,'0'0'-31'15,"0"0"42"-15,0-39 7 0,2 30-9 16,5 2 4-16,-2 2 3 16,-1 3-10-16,0 2-6 15,3 0-1-15,-1 7 1 16,-2 2 3-16,2 4-2 0,-2-1-2 15,-2 0 1-15,-2-3 7 16,0 0-6-16,0 0 1 16,0-4-1-16,0-3-1 15,0-1 0-15,0-1 2 16,0-1-1-16,0-12-5 0,0-1 0 16,0-6 4-16,7 0 1 15,0 0-3-15,4-1 2 16,0 7-4-16,3 3 4 15,-1 5 0-15,0 2 0 16,3 4-1-16,-1 0 1 16,1 4 0-16,-3 6-2 0,1 1-26 15,-5 0-17-15</inkml:trace>
  <inkml:trace contextRef="#ctx0" brushRef="#br0" timeOffset="-212292.21">2192 8579 229 0,'0'0'-31'0,"0"0"42"15,0 0-11-15,0 0-4 16,0 0-3-16,0 0 8 0,8 47-1 16,-3-23-1-16,5 2 1 15,-1 2 0-15,0-1 0 16,-2-4 0-16,0 0 1 15,-3-3-1-15,-2-5 0 16,-2-5-1-16,0-3-14 0,0-4-14 16,-2-3 7-16,-5 0 6 15,-1-10-9-15,0-8 16 16,-1-2 3-16,1-6 4 16,1-2 1-16,0-2-3 15,2 0 4-15,3 3 2 0,2 4 2 16,0 2 10-16,0 4 12 15,0 4 0-15,3 2-8 16,4 4-5-16,2 1-7 16,-1 3-2-16,1 3-2 15,1 0-1-15,0 2 1 0,-3 8-1 16,-3 5 0-16,-2 1 3 16,-2 3 1-16,0 2-5 15,-6 0 2-15,-3 2 1 16,1-5-3-16,0-2-11 15,4-8-28-15,4-6-19 16</inkml:trace>
  <inkml:trace contextRef="#ctx0" brushRef="#br0" timeOffset="-211494.86">2320 8521 76 0,'0'0'65'0,"0"0"-49"0,0 0 6 0,0 0-11 0,0 0-12 15,0 0-1-15,0 0 7 16,0 0-1-16,0 0-1 16,45 35-1-16,-40-26-1 15,3 0-1-15,-1-4-1 0,0-3 0 16,-1-2 0-16,-1 0 1 16,-1 0-1-16,0-6 6 15,0 0 0-15,-2-5-1 16,0 4-1-16,-2 0 0 15,0 1 1-15,0 5 1 0,2 1-4 16,0 0-4-16,1 0 0 16,5 3 2-16,-1 2 5 15,2 1-4-15,0-3 0 16,0-3-3-16,0 0 2 16,-2 0-1-16,-3-4 2 0,0-8 6 15,-2-5-4-15,-2-3 5 16,0-4-6-16,0 1 0 15,0-5 0-15,0 1 0 16,-4-3-1-16,2 3 1 16,-2-1-1-16,-3 4 1 0,4 5 1 15,-1 6-2-15,0 5 7 16,3 5 1-16,1 3-7 16,0 7-16-16,0 10 10 15,9 5 4-15,3 4 4 16,3 4-3-16,1 0 1 15,1-2-1-15,-2-4-1 0,-2-5 2 16,-2-2-1-16,-2-4 0 16,-5-5 0-16,-2-3 0 15,0-3 0-15,1-2-1 16,-1 0-1-16,3-1 2 16,-1-10 14-16,3-1-14 15,-1-2 3-15,1 0-1 0,0 3-1 16,2 3-1-16,-4 4 3 15,1 4-3-15,2 0 0 16,2 0 1-16,-1 2-2 16,-1 6 4-16,2 1-3 0,-3 2 2 15,-1 0-4-15,-6 2 0 16,0 2-22-16,-2 2-25 16,-7-3-21-16,-5-3-7 15,-1-7 81-15,-1-4-29 16,5-1 29-16,1-16 32 0,2-8-5 15,2-7-1-15,5-2-1 16,1-4-7-16,3-1-6 16,15 1-6-16,9-2-9 15,13-1-3-15,9-3-61 16</inkml:trace>
  <inkml:trace contextRef="#ctx0" brushRef="#br0" timeOffset="-208568.76">7049 5894 20 0,'0'0'46'0,"0"0"-29"0,0 0-6 0,-1 0-10 15,0 0 3-15,-1 0 0 16,2 0 3-16,0 0-2 15,0 0-6-15,0 0 2 16,0 0-2-16,0 0 1 0,0 0-1 16,0 0 1-16,0 1 0 15,0-1 0-15,0 1 0 16,2 1 0-16,-2 0 0 16,2 0-1-16,1 1 2 15,-3 3-1-15,2-1 0 16,0 1-1-16,0 0 2 0,1 2-1 15,4-1 0-15,-1 0 0 16,1 0-1-16,2-1-1 16,2-2 2-16,-2-1 1 15,0 0-1-15,2-3 0 16,-2 0 0-16,-1 0 0 0,3 0 1 16,-1 0-1-16,1 0 2 15,3-7 0-15,1-6 7 16,5-4 0-16,5-7 1 15,1-6-3-15,4-5 1 16,8-9 1-16,0-9 0 0,0-4 3 16,5-5 2-16,-1-3 0 15,2-4-2-15,2 1-6 16,7 0-3-16,0-1-1 16,5 2-1-16,1-3-1 15,1 6-17-15,-6 3-46 0,-8 7-17 16</inkml:trace>
  <inkml:trace contextRef="#ctx0" brushRef="#br0" timeOffset="-207934.24">7141 5777 21 0,'0'0'2'0,"0"0"0"0,0 0 4 16,0 0 1-16,0 0 0 16,0 0 0-16,-8 40-1 0,8-34-2 15,2-1 1-15,0 3 0 16,2-2-1-16,1 0-2 15,1-2 3-15,0-1-4 16,2-1 1-16,0-2 2 16,3 0 3-16,4-7 5 0,5-12-1 15,6-9 10-15,5-12-2 16,8-12-9-16,7-10-4 16,6-10-4-16,8-10 3 15,8-6-4-15,10-6 4 16,4-13 1-16,3-8-35 15</inkml:trace>
  <inkml:trace contextRef="#ctx0" brushRef="#br0" timeOffset="-198219.44">1862 9058 74 0,'0'0'8'0,"0"0"10"0,0 0 1 0,0 0-10 0,0 0-3 16,0 0-4-16,0 0-9 16,0 0 5-16,0 0-1 15,3-9-1-15,8 9-3 16,5 0 2-16,3 0 8 16,4-5 7-16,6-4-3 15,7-2-3-15,8-2-1 0,7-2 1 16,5-4-7-16,3-1 8 15,3-4-4-15,1-1 1 16,-1-4 1-16,-1 3 1 16,-3-3-1-16,-4 0 3 0,-5 2 0 15,0 3-4-15,-7 2 1 16,-2 4 0-16,-5 4-16 16,-8 4-39-16</inkml:trace>
  <inkml:trace contextRef="#ctx0" brushRef="#br0" timeOffset="-197949.79">2110 9207 242 0,'0'0'0'0,"0"0"6"16,0 0-18-16,0 0 7 16,47-20 9-16,-11 2 4 0,11-6-4 15,9-8 1-15,11-3-4 16,8-5 3-16,8-4-3 16,9 0 2-16,6-3-8 15,0-4-53-15,-4-9-67 16</inkml:trace>
  <inkml:trace contextRef="#ctx0" brushRef="#br0" timeOffset="-192082.52">4097 11810 150 0,'0'0'-10'0,"0"0"12"0,18-38 0 0,-11 17 2 15,-1-1 2-15,-3 4 6 0,1 4 12 16,-2 5 10-16,-2 9 13 15,3 9-35-15,2 17-18 16,3 16 17-16,3 15 3 16,7 18-6-16,5 10-3 15,4 12-7-15,4 9-6 0,4 2 10 16,3 0 0-16,-2-6 12 16,-5-15-12-16,-4-16-21 15,-4-21 22-15,-10-18-9 16,-7-19-2-16,-4-13 6 15,-2-17 26-15,-2-20-16 0,-11-17-8 16,-3-21-5-16,-3-13 2 16,-4-13 1-16,-6-5-3 15,-2-2 2-15,0 10 6 16,-1 17 0-16,3 20 0 16,6 21 6-16,4 24 8 15,3 18 5-15,5 36-19 0,2 22 1 16,2 19 0-16,1 21-2 15,3 9 1-15,-3 2 0 16,-1-12-2-16,2-18 0 16,-2-22-2-16,5-24 3 0,2-28-2 15,5-17-21-15,15-38 12 16,7-29-8-16,6-26 14 16,7-25-10-16,-2-16-16 15,-1-2-7-15,-6 18 6 16,-11 29-19-16,-9 37 12 0,-11 45 44 15,0 35 62-15,-18 54-48 16,-7 32-5-16,0 25 4 16,-1 21-5-16,-1 14-2 15,-4 0-6-15,4-7-1 16,-2-23-5-16,4-28 2 16,8-34 7-16,5-34 14 15,12-38-8-15,9-45-36 0,20-39 18 16,10-39 4-16,7-36 2 15,12-29-7-15,-2-9 8 16,-2 12-13-16,-7 30-2 0,-11 46 10 16,-10 48 2-16,-17 55-6 15,-9 42-42-15,-4 46 60 16,-13 26-7-16,-2 22-3 16,-2 11-14-16,4-4-59 15,-3-18-118-15</inkml:trace>
  <inkml:trace contextRef="#ctx0" brushRef="#br0" timeOffset="-186318.78">8581 4352 112 0,'0'0'1'0,"0"0"1"0,0 0 0 0,0 0 3 15,27-43 1-15,-19 34 2 16,-1 0 0-16,2 2-1 0,2-1-1 16,-2 1-1-16,2 1-2 15,1 2-2-15,0 4-1 16,1 0 0-16,-1 0 0 15,-3 8-1-15,-1 5-1 16,-2 3-4-16,-4 2 2 0,-2 4 5 16,0 2 2-16,-2 0 0 15,-5-1 3-15,0-2-2 16,3-3-2-16,0-3-1 16,3-4 0-16,1-3-2 15,0-2-1-15,0-3-3 0,5-2 6 16,3-1 4-16,4 0-3 15,-1 0 1-15,3 0 2 16,1-1-4-16,-1-2 0 16,1 2 0-16,-1 0-1 15,-1 1-1-15,2 0 0 16,-1 2-2-16,-1 4 2 0,-3 2-1 16,-2 1 0-16,-1 1-1 15,-5-2-1-15,-2 1 2 16,0-2 2-16,-7 3 14 15,-3-2 6-15,-2 0-4 16,-3 0-4-16,-1-4 0 0,1 2-2 16,-1-3-5-16,3-2 2 15,1-1-2-15,1 0-1 16,2 0-1-16,-1-4-2 16,6-3-2-16,0-4-8 15,4-1-21-15,0-5-30 0,0-1-61 16</inkml:trace>
  <inkml:trace contextRef="#ctx0" brushRef="#br0" timeOffset="-185927.21">8969 4261 94 0,'0'0'0'0,"0"0"2"0,0 0 1 0,41 16-1 16,-26-8 1-16,-1 0 1 0,1-1-2 15,-1 2 3-15,1-1-3 16,-4-1 1-16,3 0-2 16,-3-1 0-16,1 0 1 15,-4-1-1-15,1-1 2 16,0-1 2-16,0-2-2 0,-2-1-32 15</inkml:trace>
  <inkml:trace contextRef="#ctx0" brushRef="#br0" timeOffset="-185642.17">9048 4155 112 0,'0'0'32'0,"0"0"-32"15,-9 41-3-15,9-18 8 16,0 3-2-16,0 3 0 16,0 0 4-16,0 2-3 15,3-4-2-15,0-4-1 16,2-3 0-16,-1-3-2 15,1-3 3-15,1-1 1 0,2-2 0 16,2-6-11-16,1-3-32 16,3-2-20-16</inkml:trace>
  <inkml:trace contextRef="#ctx0" brushRef="#br0" timeOffset="-184982.26">9213 4034 82 0,'0'0'1'0,"0"0"1"16,0 0-2-16,43-38 3 15,-32 28 4-15,1 3 0 0,0-3 1 16,-1 3 2-16,-2 2-2 16,-1 3-2-16,0-1-4 15,-3 3-2-15,-1 0-1 16,-2 7-1-16,-2 3-2 15,0 7 4-15,0 2 4 0,-7 1-2 16,-1 1 8-16,-1 2-9 16,-2-2 6-16,4-1-5 15,0-2 4-15,3-5-5 16,2-1 0-16,2-3 1 16,0-3-6-16,2-3 2 0,4-3 6 15,5 0-1-15,1 0 2 16,-1-2-4-16,2-3 2 15,-1 2-2-15,1-1 0 16,-3 4 0-16,0 0-3 16,-1 0 0-16,0 1-1 15,0 7 2-15,-4 3-3 0,1-1 0 16,-2 2 2-16,-2 1 2 16,-2 1 1-16,0 0 3 15,-8-1 8-15,-5 3 20 16,-3-3-9-16,-2 1-10 15,-2-3-4-15,-1 2-2 0,1-3-4 16,0-3-2-16,2-1 2 16,3-3-2-16,5-1 0 15,4-2 0-15,2 0-18 16,4-4-57-16,0-6-16 0</inkml:trace>
  <inkml:trace contextRef="#ctx0" brushRef="#br0" timeOffset="-183941.59">9586 4002 79 0,'0'0'4'0,"0"0"-1"16,0 0 2-16,0 0 4 0,0 0 2 15,0 0-5-15,0 0-1 16,0 0 0-16,0 0-5 0,0 0 1 16,0 0-1-16,5 0 2 15,4 0 6-15,-1 0-2 16,5-6-1-16,1 2-2 15,3-3 2-15,0-3 0 16,1 1 0-16,0-1 1 16,2-1-2-16,-3 1 1 0,0-1-3 15,0-1 0-15,1 1-1 16,0 1 0-16,-3 0 0 16,1 0 0-16,-2 2 1 15,2 0-4-15,-5-1-23 16,-1 1-36-16</inkml:trace>
  <inkml:trace contextRef="#ctx0" brushRef="#br0" timeOffset="-183492.51">9629 3766 123 0,'0'0'4'0,"0"0"7"0,0 0-13 16,0 0 0-16,0 0 3 16,0 0 14-16,13 61-4 15,-8-31-1-15,4 5-7 16,-4 5 2-16,5-3-2 15,-1 0-1-15,4-3-1 16,1-5-1-16,2-5 1 0,1-9 3 16,2-5-1-16,5-10-4 15,1 0-37-15,1-15-17 16</inkml:trace>
  <inkml:trace contextRef="#ctx0" brushRef="#br0" timeOffset="-182530.43">9950 3653 53 0,'0'0'9'0,"0"0"6"0,0 0-3 0,0 0-4 16,0 0 3-16,0 0 3 16,0 0-6-16,0 0-2 15,0 0-1-15,0 0-2 16,-8-19 3-16,10 13-3 0,2-1-3 15,5-1-1-15,0-1 0 16,3-1 5-16,4 0-1 16,-2 1-3-16,3-2 7 15,-2 3-6-15,-1-2 3 16,-1 4 2-16,-6 3-2 16,4 3-2-16,-6 0-1 0,1 0-1 15,-2 3-1-15,-3 7 3 16,-1 1-2-16,0 1 1 15,0 1-2-15,-3 1 4 16,-5 0 0-16,1 0 3 16,-2-1-6-16,2 1 2 0,-2-3-2 15,5-2 2-15,-4 1-2 16,4-3 1-16,2-1-1 16,2-2-1-16,0-1-1 15,0-2-8-15,0 0 4 16,6-1 2-16,4 0 4 15,-4 0 2-15,5-2 0 0,1-4 1 16,-3 2-3-16,0-2 0 16,2 2 0-16,2 1 1 15,-2 2-1-15,-1-1 1 16,0 2-2-16,-1 0 2 0,1 0-3 16,-3 3 1-16,1 2 1 15,-4 2-1-15,3-2 1 16,-2 3 1-16,-2 1-2 15,-1-2 1-15,-2 2-1 16,0 1-1-16,0 1 2 0,-2-1 3 16,-8 2 4-16,1 0 1 15,-4 0-2-15,-3 0 2 16,0-2-4-16,-1 1 1 16,1-2-2-16,-2 0-1 15,2-4 3-15,3 1-1 16,2-3-2-16,1 0-1 0,1-2 0 15,3 2-1-15,2-3-21 16,-4 0-65-16</inkml:trace>
  <inkml:trace contextRef="#ctx0" brushRef="#br0" timeOffset="-181443.53">9044 4785 6 0,'-5'2'19'0,"0"1"-3"0,1-2-3 15,1 1 0-15,1-2-1 16,-2 3-4-16,2-2-6 16,-1-1-1-16,2 2 0 0,0-1 0 15,1-1 1-15,0 0-6 16,0 0 3-16,5 0-1 15,3 0 6-15,2 0 4 16,1-3-1-16,2-5-4 16,3 0 1-16,1 0-4 15,1-2 2-15,3-1-2 0,0-2 2 16,4 0-2-16,2 0 4 16,2-1-2-16,-1-3 2 15,5 2 3-15,-2-2-3 16,0-2-2-16,-2 1-2 0,3-2 0 15,1 1 2-15,-2-1 3 16,3 0-1-16,-1 0 4 16,3 2-2-16,-3-1-3 15,2 1 0-15,-2 1-1 16,-3-1 0-16,3 2-1 0,-2-1 0 16,0 0 0-16,1 0 0 15,3 1 2-15,-4-2-1 16,3-1 0-16,-1 2 0 15,-4 0 3-15,-1 0 0 16,-2 3-3-16,-3 1 0 16,-4 1-1-16,-1 3 2 15,-2-1 0-15,-2 4-3 0,-5 1 2 16,2 0 0-16,0 1-1 16,-2 1 0-16,-1-1-3 15,4 0-18-15,-3-5-27 0,-3-4-51 16</inkml:trace>
  <inkml:trace contextRef="#ctx0" brushRef="#br0" timeOffset="-180945.18">10530 3438 99 0,'0'0'1'0,"0"0"2"0,0 0 7 0,0 0 0 15,42-24-3-15,-30 17 0 16,1-2-3-16,0 2 0 16,0 1-3-16,2 2 0 0,-3 1-1 15,-1 2-5-15,-3-1-38 16</inkml:trace>
  <inkml:trace contextRef="#ctx0" brushRef="#br0" timeOffset="-180755.3">10636 3521 89 0,'0'0'47'16,"0"0"-28"-16,0 0 5 15,0 0-5-15,0 0 0 16,0 0 1-16,0 0-16 0,0 0-7 15,14 2 8-15,-1-9-7 16,6-3 9-16,5-1-11 16,1-3-45-16,-5-1-38 15</inkml:trace>
  <inkml:trace contextRef="#ctx0" brushRef="#br0" timeOffset="-180524.54">10874 3245 176 0,'0'0'-4'15,"0"0"-3"-15,0 0 1 16,0 0 9-16,0 37 0 16,0-23 0-16,4 3-3 15,0 1-1-15,3 1 1 16,0 0 3-16,-1-1-1 15,1-4 1-15,1 2-4 0,0-8-8 16,-2-2-35-16,3-6-11 16</inkml:trace>
  <inkml:trace contextRef="#ctx0" brushRef="#br0" timeOffset="-180310.43">11012 3300 148 0,'0'0'35'0,"0"0"6"15,0 0-20-15,0 0-21 0,0 0-4 16,0 0-1-16,0 0 0 16,0 0 3-16,7-6-1 15,0 6-1-15,6 0 14 16,7-8 1-16,7-5 1 16,7-7-3-16,8-3-8 15,5-6 2-15,5-1-1 16,2-4-5-16,-4-7-69 0</inkml:trace>
  <inkml:trace contextRef="#ctx0" brushRef="#br0" timeOffset="-179386.42">7721 7730 113 0,'0'0'7'0,"0"0"-2"0,0 0 2 0,0 0-5 15,0 0-2-15,0 0-6 16,0 0-3-16,0 0-3 16,24-50-5-16,-6 28-49 15</inkml:trace>
  <inkml:trace contextRef="#ctx0" brushRef="#br0" timeOffset="-178426.32">10603 7561 42 0,'0'0'2'0,"0"0"-4"0,0 0-16 0</inkml:trace>
  <inkml:trace contextRef="#ctx0" brushRef="#br0" timeOffset="-142922.05">14734 8514 60 0,'0'0'0'0,"0"0"15"0,0 0-3 0,0 0 1 0,-7-37-5 16,11 30-5-16,4 0-2 15,2-2-1-15,3 1 3 16,3 1-4-16,-3 1 1 16,2 0 1-16,0 3-1 0,1 1-2 15,-2 2 1-15,1 0 3 16,0 0-3-16,-1 2 1 15,-3 7 0-15,-1 5 1 16,-2 3 0-16,-4 7 0 16,-4 6-3-16,0 4 3 15,-8 6 1-15,-4 7 3 0,-3 3 1 16,-2 1 8-16,2 3 1 16,-1 1-7-16,3 4-6 15,2 0 2-15,6 5-3 16,5-3 0-16,0 3-1 0,3-4 1 15,11-4 0-15,3-6-2 16,7-3 2-16,-3-8-4 16,2-9-1-16,-2-7-5 15,2-10 5-15,-1-6 3 16,-6-7 0-16,0 0 1 0,-4 0 2 16,-3-3 1-16,-4-1-2 15,-3 4 3-15,-2 0 3 16,0 9-7-16,-2 13 3 15,-9 8 6-15,-2 14 0 16,-3 14 4-16,1 13 6 0,0 11-8 16,5 8-7-16,5 8-3 15,1 2-1-15,4-4 0 16,0 1 0-16,0-1 0 16,0-3 0-16,0-2 1 15,-6 2-1-15,-2 9 0 16,-3 2 2-16,-5 11-2 0,-5 8-24 15,-6 4-59-15</inkml:trace>
  <inkml:trace contextRef="#ctx0" brushRef="#br0" timeOffset="-142182.03">14564 12114 163 0,'0'0'-16'0,"0"0"28"0,0 0 9 0,0 0-2 0,0 0-19 15,0 0-6-15,0 0 4 16,31 40 2-16,-12 7 4 16,6 17-1-16,4 11-2 0,8 12 0 15,3 11-3-15,4 6 0 16,0 2 4-16,0 5-2 16,-1 0 1-16,-1 0 2 15,-2-1 1-15,1-1 1 16,-3 2-3-16,4 0 0 0,-2 1 0 15,2 3 2-15,-2 1 0 16,0-2-2-16,-1 3-1 16,-5-2 2-16,1-6-3 15,-4-4 0-15,1-4 1 16,-1-13 1-16,0-8-2 0,2-11 3 16,-1-5-3-16,-1-8 3 15,-4-2-2-15,-3-2-27 16,-6-2-39-16,-6-6-43 15</inkml:trace>
  <inkml:trace contextRef="#ctx0" brushRef="#br0" timeOffset="-141925.45">15641 15179 265 0,'0'0'-12'15,"0"0"21"-15,0 0-15 16,0 0 7-16,0 0-2 16,36-4 0-16,-20 11 1 15,-1 3-1-15,-1 0 1 0,-3 0 0 16,-1-3 1-16,0-1-1 16,-6-3-2-16,0-3-7 15,-1 0-4-15,-1-3-9 16,0-11 15-16,-2-4-72 15,0-4-34-15</inkml:trace>
  <inkml:trace contextRef="#ctx0" brushRef="#br0" timeOffset="-141077.18">16056 16493 286 0,'0'0'-46'0,"0"0"70"0,-46-18-8 0,39 18-4 16,0 0-3-16,3 5-21 16,4 12 16-16,0 10-9 0,0 6 7 15,1 8-1-15,9 2 1 16,-1 1-3-16,0-2 1 16,1-5 0-16,-2-4-1 15,-1-8 1-15,-5-5-1 16,0-7 1-16,-2-6-2 0,0-4-10 15,-4-3 3-15,-5-6-16 16,0-9-16-16,-7-9-10 16,3-6 11-16,-3-6 25 15,3-1 7-15,1-2 10 16,4 1 8-16,5 2 6 16,1 2 6-16,2 2 8 0,4 5-12 15,9 2-8-15,3 1-3 16,3 0-3-16,1 5 2 15,2 4-2-15,0 4-1 16,-2 6-3-16,0 5 3 0,-4 3-7 16,0 14 4-16,-6 5 3 15,0 6-7-15,-9 0 2 16,-1 4 1-16,0-3 0 16,-6-2 5-16,-3-3-4 15,0-4 5-15,3-7-1 16,-3-3 8-16,6-5-1 0,3-2-5 15,0 0-8-15,0 0-9 16,3 1 13-16,8 3-2 16,2 2-4-16,2-1 3 15,2 4 1-15,5-2-3 16,0-2 4-16,1 1-3 0,3-2-12 16,-3-4-18-16,0-3-17 15,-2 0-41-15</inkml:trace>
  <inkml:trace contextRef="#ctx0" brushRef="#br0" timeOffset="-140776.06">16433 16665 154 0,'0'0'56'0,"0"0"-64"0,0 0-2 16,0 0 4-16,0 0 11 0,0 0 0 15,40-20 1 1,-32 6 2-16,0 0-12 0,-4-2 9 15,-2-1 1-15,-2 3 2 16,0 1 5-16,-9 3 1 16,-2 4-9-16,-2 5-6 15,-3 1 7-15,2 4-4 16,-2 13 4-16,2 3-7 0,2 4 4 16,7 0-3-16,0 2-1 15,5-2-1-15,7-3-6 16,8-4-22-16,3-4 4 15,6-3 1-15,3-7-15 0,0-3 13 16,1-3-22-16</inkml:trace>
  <inkml:trace contextRef="#ctx0" brushRef="#br0" timeOffset="-140410.14">16746 16433 56 0,'0'0'43'0,"0"0"-7"15,0 0 0-15,0 0-8 16,-38-14-24-16,24 27 2 16,0 4 4-16,1 2-6 15,6 3-3-15,0-3 0 0,5-1-1 16,2-4 0-16,0-4-6 16,9-1-1-16,0-6 0 15,3-2-21-15,2-1 8 16,1-3 31-16,2-4-6 0,-1-4-4 15,-3 1 2-15,3 3 0 16,-5 4 6-16,3 3 5 16,-3 0-9-16,-1 10-2 15,3 4 7-15,-3 7-12 16,-1 1 2-16,-2 3 18 16,0 1-23-16,-3 5 17 0,-4-3-14 15,0 1 5-15,0-2 1 16,-2-2-6-16,-9-2-14 15,2-7-11-15,0-6-27 16,0-9-38-16</inkml:trace>
  <inkml:trace contextRef="#ctx0" brushRef="#br0" timeOffset="-140118.24">16864 16517 268 0,'0'0'0'0,"0"0"-3"0,0 0 0 16,44-15 0-16,-30 15-1 16,-1 2-8-16,3 8 12 15,-1 2-2-15,1 0 6 16,-3 1-1-16,-1-3-3 0,-3 1 0 16,-4-6 0-16,-3-2 0 15,-2-2 1-15,0-1 19 16,0-1-8-16,-5-9-4 15,-4-5-9-15,2-6 7 16,0-4-3-16,3-5-3 0,2-4-6 16,2 1-14-16,0 3-17 15,7 3-31-15,1 6-2 16</inkml:trace>
  <inkml:trace contextRef="#ctx0" brushRef="#br0" timeOffset="-139832.54">17164 16482 111 0,'0'0'2'0,"0"0"9"15,0 0-2-15,0 0 4 0,0 0 6 16,0 0-6-16,0 0-4 16,19-40-4-16,-19 24-1 15,0 4 1-15,-4 0-1 16,-2 4 2-16,1 4 1 15,-2 2 9-15,4 2-12 0,-1 2-6 16,0 7 2-16,3 4 2 16,1 4-3-16,0 1-1 15,5 2-2-15,4-3-6 16,4-1-2-16,1-2-5 16,2-2-4-16,1-4-17 15,2-5-32-15</inkml:trace>
  <inkml:trace contextRef="#ctx0" brushRef="#br0" timeOffset="-139527.2">17429 16263 150 0,'0'0'24'16,"0"0"-10"-16,-38 7-6 15,25 4 1-15,3 4-5 16,2 0-3-16,3 2 1 15,3-1-2-15,2-2-2 0,0 0 2 16,9-2 0-16,2-1 4 16,5 2 0-16,0-3-3 15,2-2 3-15,4 0 0 16,-6-1 0-16,2-1-3 16,-4-1 1-16,-4-1-1 0,-3 0 1 15,-3-1 0-15,-4 3 1 16,0-2-1-16,-6 2-4 15,-2 2-13-15,-4 0-23 16,1 2-27-16,0-2 13 16</inkml:trace>
  <inkml:trace contextRef="#ctx0" brushRef="#br0" timeOffset="-139177.77">17612 16273 61 0,'0'0'5'15,"17"-47"16"-15,-13 30 7 16,-4 4 1-16,0 5 7 16,0 4-3-16,-8 4-22 15,-1 0-6-15,-1 6-6 16,-2 6 5-16,2 6 4 0,1 2-6 16,4 1-1-16,-1 1 1 15,6-4 0-15,0 1-2 16,8-5 0-16,3 0-3 15,5-2 7-15,-1-3-4 16,4 1 1-16,0-1-1 16,0 0 2-16,1 1 0 0,-5 1 0 15,-2 0 0-15,-5 0-5 16,-4 0-11-16,-4 0 2 16,0-1 5-16,-12-2 11 15,-1-2-6-15,0-2-15 0,-1-4-12 16,2-3-27-16,2-12-28 15</inkml:trace>
  <inkml:trace contextRef="#ctx0" brushRef="#br0" timeOffset="-139043.12">17698 16351 139 0,'0'0'23'0,"0"0"19"16,46-2-18-16,-27 4-20 16,-3 8-2-16,0 1 1 15,-3 1 4-15,-2 2-3 16,-1 0 0-16,-5-1-5 15,-2-2-16-15,-3-4-63 16</inkml:trace>
  <inkml:trace contextRef="#ctx0" brushRef="#br0" timeOffset="-138901.49">17818 16195 153 0,'0'0'-32'16,"0"0"-1"-16,0 0-43 16</inkml:trace>
  <inkml:trace contextRef="#ctx0" brushRef="#br0" timeOffset="-138403.22">17932 16261 46 0,'0'0'17'0,"0"0"43"0,0 0 8 16,0 0-43-16,0 0-17 16,0 0-7-16,-7 39 2 15,1-25 1-15,2 0 3 16,3 1-4-16,1-1-1 16,0 1-1-16,0-5-2 0,0 2 1 15,4-4-4-15,3 2-11 16,-3-6-7-16,3-1-9 15,-1-3 9-15,-1 0 17 16,2-5 5-16,-3-7 1 16,1 0 7-16,0-3 9 0,-1 4 2 15,-1-1 0-15,3 1-4 16,-3 4-5-16,2 1-7 16,2 3-3-16,-1 1-1 15,0 2-4-15,-1 0-3 16,-1 0 3-16,2 5 11 0,-3 1-4 15,2 1 0-15,-1-3 1 16,-2 0-2-16,0-4 1 16,-2 0-5-16,2 0-4 15,1-2 20-15,3-8-3 16,-1 0-1-16,4 0-1 16,-1-3-3-16,2 5 3 0,3 3 0 15,-1 5-7-15,3 0-4 16,-1 10-2-16,2 9 2 15,-2 5 4-15,-4 4-21 16,-3 2-50-16,-7-2-28 0</inkml:trace>
  <inkml:trace contextRef="#ctx0" brushRef="#br0" timeOffset="-137648.66">18180 15936 223 0,'0'0'24'0,"3"-41"-23"0,-5 21 6 0,-4-3 2 15,-3 1-8-15,-5-2-1 16,-5 0-6-16,-5-1-13 15,-5 1 0-15,-7 3-7 16,-5-2 29-16,-8 6 5 0,-7-3 7 16,-8 4-8-16,-4 3 2 15,-5 2-2-15,-8 4 0 16,-4 3-6-16,-4 4 4 16,-1 0 0-16,-6 0-3 15,-2 4 0-15,-5 6-1 0,-3 4 0 16,-2 6 1-16,-2 3-2 15,-4 5 1-15,0 5-1 16,0 4 1-16,3 7 3 16,1 5 1-16,2 7-3 15,5 8-1-15,10 9-1 0,4 2-1 16,9 6 2-16,10 5-1 16,11 4-1-16,13 4 0 15,11 5 0-15,18 8 0 16,15 3-7-16,7 3 11 0,26-1-4 15,16 0-2-15,12-7 1 16,16-10 0-16,15-8-3 16,11-12 7-16,14-11 0 15,10-17-4-15,14-15-3 16,5-16 7-16,5-16-4 16,5-5 12-16,5-24-5 0,4-12 1 15,0-10-3-15,-4-10 0 16,3-5 0-16,-9-5-2 15,-4 0 0-15,-11-3 0 16,-13-1 0-16,-12-2 0 16,-13-2 10-16,-12-2 1 0,-14 0-2 15,-12-5-1-15,-16-4-3 16,-11-1-1-16,-20-3-4 16,-15-1-7-16,-22 1-2 15,-23 2-1-15,-24 3 3 16,-22 5-9-16,-20 4 2 15,-24 9 8-15,-21 12-11 0,-24 10-10 16,-25 12-10-16,-25 12-46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34:38.7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1500 16030 52 0,'-2'0'2'0,"-2"0"0"0,-1 0-2 15,2 6 0-15,1 5 1 16,2 3 0-16,-2 3-1 0,2 0 2 16,0 0-1-16,0-1 0 15,0-3-1-15,0-2 1 16,2-4-1-16,0-1 3 15,-2-3-3-15,2-2 1 16,-2 2 1-16,0-3-1 16,0 0 15-16,0 0 33 0,0 0-40 15,0-8-6-15,-4-1 0 16,-3-2-2-16,1-3 2 16,-2-3-3-16,0-1 3 15,-1 0-11-15,1-2-20 16,-1 3-8-16,-1 1-10 0</inkml:trace>
  <inkml:trace contextRef="#ctx0" brushRef="#br0" timeOffset="593.07">1310 16217 7 0,'0'0'24'15,"0"0"-3"-15,53 16-7 16,-30-16 2-16,-1 0 1 16,3 0-5-16,-3 0-1 0,-1 0-3 15,1 0-2-15,-5 0-4 16,-1 0-3-16,-3 9 1 16,-1 1 1-16,-3 2 0 15,-3 1 2-15,-3 1 2 0,-1 2-5 16,-2 1 1-16,0-1 0 15,-4-1 3-15,-3 0 0 16,-2-3 1-16,-2-2 0 16,4-3 3-16,-2-4 6 15,0-3 2-15,0 0-6 0,2 0-1 16,3-7-2-16,2-4-3 16,2-6-4-16,0-5 0 15,4 0 3-15,5-3-4 16,3-1 2-16,1-2-2 15,3 1 0-15,3 0 1 0,0 1 0 16,2 4 0-16,0 5-1 16,1 5 2-16,-4 6-1 15,0 6 0-15,-2 0 0 16,-3 5-1-16,-2 5-3 16,1 2 1-16,-4 3 9 15,-3-3-5-15,1 0 0 0,-2-2 0 16,0-2-1-16,0-3 0 15,-4-1 1-15,2-2 0 16,-2-2 0-16,2 0-2 16,-2 0 1-16,2 0 1 15,1 0 0-15,-3-9 5 0,4-3-9 16,0-7 2-16,-2-2-44 16,-2-6-87-16</inkml:trace>
  <inkml:trace contextRef="#ctx0" brushRef="#br0" timeOffset="776.67">1619 15827 161 0,'0'0'4'0,"0"0"-2"0,-47-9 3 0,38 9-5 0,4 0-1 15,3 2-5-15,2 5-35 16,0-4-13-16</inkml:trace>
  <inkml:trace contextRef="#ctx0" brushRef="#br0" timeOffset="1345.73">1931 15954 21 0,'0'0'8'15,"0"0"30"-15,0 0-6 16,0 0 19-16,0 0 0 16,0 0-26-16,0 0-19 15,-1-4 3-15,-9 2-5 16,-1 0 1-16,0 1-3 0,-1-1-1 16,1 2 0-16,-2 0 0 15,2 0-2-15,2 2-5 16,0 8-1-16,0 2 9 15,4 4-3-15,1 0 2 16,4-1-1-16,0 1-1 0,4-3 1 16,5-4-1-16,3-2 3 15,1-5-4-15,-1-2 2 16,1 0 0-16,-3-4 1 16,2-5-1-16,-3-2 2 15,-3-2 1-15,2 2-2 0,-4 3 0 16,-2 2 0-16,-2 1 0 15,1 4 2-15,-1 1 0 16,4 0-6-16,-2 2-2 16,4 8 4-16,-1 4 2 15,6 4-2-15,-2 2 1 0,2 7-1 16,3 0 1-16,-3 2 0 16,0 0 1-16,0 0-1 15,-2-2-1-15,-2-3 1 16,0-3 0-16,-3-4 2 15,-2-4-2-15,-1-6 1 16,1 1 0-16,-2-5 0 0,0-1-2 16,0-2 8-16,0 0 1 15,0-6-6-15,0-10-5 16,0-9-6-16,0-10-26 16,0-8-20-16,4-5-14 15</inkml:trace>
  <inkml:trace contextRef="#ctx0" brushRef="#br0" timeOffset="2335.92">2083 15861 53 0,'0'0'14'0,"0"0"26"0,0 0-8 15,0 0 1-15,0 0-15 0,0 0-17 16,0 0-5-16,0 0 2 16,0 0 7-16,0 0 4 15,20 33-7-15,-10-15-2 16,-2-1 1-16,-1-1 0 15,1-3 0-15,0-4-1 0,-4-3 1 16,-2-3-3-16,1-2 1 16,-1-1 5-16,-2 0 7 15,0-1 20-15,0-8-15 16,0-3-16-16,0-4 2 16,0-4 0-16,0-4-4 0,2 1 2 15,0 0-1-15,2 1 2 16,2 2-2-16,0 7 0 15,1 2-1-15,1 5 2 16,4 5 0-16,-1 1 2 16,2 0-4-16,1 3 2 15,1 7-3-15,-1-2 5 0,-1 2-2 16,1-1 0-16,-3-1 0 16,0-1 1-16,1-2-1 15,-2-3 0-15,-1-1 2 16,-2-1-2-16,0 0 0 15,-1-6-2-15,1-4 4 0,-3-4-1 16,-2-4 0-16,2-3-1 16,-2 1 1-16,0-2-1 15,-2 0 0-15,0 5 0 16,0 6 0-16,2 2 0 16,-2 4 1-16,0 2 0 0,4 3-2 15,-2 0-1-15,5 1 1 16,-1 6-2-16,6 5-1 15,-1 2 2-15,1 0 3 16,1 3 1-16,0 0-3 16,1-3 5-16,1 1-2 15,3-4-2-15,-2 0-5 0,4-7-3 16,0-2-12-16,0-2-8 16,0-10-17-16,-3-10 16 15,0-3 9-15,-5-5 7 16,-2-3 3-16,-1 4 10 0,-5 3 0 15,-4 5 3-15,0 5 12 16,0 4 25-16,-4 6 6 16,-3 2-20-16,1 2-15 15,-4 0-2-15,6 7-8 16,-3 5 1-16,3 1 0 0,2 1-2 16,0 3 1-16,2-2 0 15,0-2-1-15,2 1 1 16,7-2-2-16,-1-2-1 15,4-5-3-15,-1-2 6 16,3-3 0-16,-3 0-1 0,-2-3 1 16,2-8 1-16,-2-3 1 15,-3-3 0-15,-1-2 1 16,-1-3 0-16,-4 0 2 16,0-2-1-16,0 5-1 15,-8-1 2-15,-1 2-3 0,0 4 0 16,-5 6-1-16,3 1 0 15,-3 6-5-15,3 1-2 16,1 1 5-16,0 9-1 16,4 2-8-16,4 2-7 15,2 2-9-15,4-1-9 0,8-4-20 16,5-3 12-16,1-1-5 16</inkml:trace>
  <inkml:trace contextRef="#ctx0" brushRef="#br0" timeOffset="2720.55">2817 15537 53 0,'0'0'14'0,"0"0"15"0,0 0-4 0,0 0 12 0,0 0 0 15,6-37-24-15,-6 36-5 16,0 1-2-16,-2 0-5 16,2 1 7-16,0 6-4 15,0 2-1-15,0 2-2 0,0-1-1 16,2-1 0-16,7 1-1 15,0-5 0-15,2 2-4 16,2-3 8-16,-1-1-2 16,1-3-1-16,-2 0 1 15,3 0-4-15,-3-3-8 0,-5-8-2 16,0-3 9-16,-4-2 1 16,-2-5 1-16,-2-3 0 15,-10-1 1-15,-3-3 1 16,-3-1-3-16,-1 2-1 15,0 1 1-15,-2 2 1 0,4 5 3 16,-2 4 0-16,3 4 3 16,4 2 2-16,3 6-6 15,4 3-3-15,3 0-3 16,2 2-11-16,0 8-19 16,5 2-6-16,7 1-30 0</inkml:trace>
  <inkml:trace contextRef="#ctx0" brushRef="#br0" timeOffset="3163">3028 15434 16 0,'0'0'43'0,"0"0"-3"0,0 0-1 16,17-39-3-16,-17 31-9 16,0 0-7-16,0 2-6 15,0 3-8-15,-3 1-4 16,-3 2-6-16,-2 0 4 0,0 4-4 15,-1 3 4-15,0 2 1 16,0 2-3-16,5 4 4 16,3-2-2-16,1 1-1 15,0 0 1-15,5-3-1 16,6 1-2-16,0-4-6 16,0-5 9-16,1 1 0 0,-4-4-1 15,1 0-2-15,-1 0 3 16,-2-7 1-16,-1-6 1 15,-1-1 0-15,-2-6 2 16,-2-1 0-16,0-6-1 0,-2-3 1 16,-5-1-2-16,-1-3 1 15,-4 0-2-15,3-2 0 16,-2 3-1-16,0-1-1 16,2 7 1-16,1 2 0 15,2 7 0-15,2 6-2 16,4 9 0-16,0 3-4 15,0 7-39-15,0 13 35 0,9 4-2 16,2 3-25-16,0 0-44 16</inkml:trace>
  <inkml:trace contextRef="#ctx0" brushRef="#br0" timeOffset="3516.44">3670 14451 76 0,'0'0'5'0,"0"0"-4"0,-44-8 1 0,21 17-1 15,-2 11-1-15,-2 8 0 0,-1 11 2 16,-1 9 2-16,-2 10 0 15,-1 12 3-15,-2 15 1 16,-3 13 1-16,-4 16-1 16,-8 16 1-16,-2 14 2 15,-7 13-1-15,-5 7 1 16,-9 9 5-16,-1-1-2 0,-1-4-4 16,-2-1-4-16,1-7-2 15,4-5-1-15,9-11-5 16,7-8-8-16,7-9 17 15,8-14-33-15,3-22-64 0</inkml:trace>
  <inkml:trace contextRef="#ctx0" brushRef="#br0" timeOffset="4022.71">2624 16598 89 0,'0'0'-12'0,"0"0"14"15,0 0 1-15,23 48-2 16,-19-28 0-16,-2 0 0 16,-2-4-1-16,0-2 1 15,0-5 0-15,-2-4 9 16,-3-3 22-16,-1-2-10 0,-1 0-7 15,0 0-10-15,-2 0-4 16,3 0 0-16,-3 2-2 16,0 8 1-16,0 3-4 15,3 3-2-15,5 2 9 16,1 2-2-16,0-3-1 16,7 0-1-16,6-1 2 0,5-5-2 15,-1-2-2-15,2-2 2 16,1-1 0-16,1-2 1 15,-2 0 2-15,-2 3-1 16,-2 1 1-16,1 0-2 16,-6 3 2-16,-3 2 1 0,-3 1-2 15,-2 5 6-15,-2-1-3 16,0 2 1-16,-6 1 3 16,-1 0-4-16,-3-2-1 15,0-5-3-15,1-4 1 16,3-4-1-16,4-6 1 0,2-6-2 15,0-18-39-15,0-11-52 16</inkml:trace>
  <inkml:trace contextRef="#ctx0" brushRef="#br0" timeOffset="5003.78">2834 16710 182 0,'0'0'-4'0,"0"0"17"0,0 0-16 16,0 0 0-16,0 0 2 15,18 39 7-15,-13-18-4 16,1 6-1-16,1-2 1 16,2-3-1-16,0-5 1 0,-2-4-2 15,1-3 0-15,-2-4-3 16,0-6 1-16,-2 0 1 16,1 0 0-16,-3-11 3 15,-2-3 4-15,0-3-2 0,0-4-2 16,-7 1-1-16,-1 1 2 15,-8 1-2-15,1 4-1 16,0 3 1-16,2 3-1 16,-3 7 1-16,4 1-3 15,5 0 7-15,-1 0-4 0,4 0 1 16,4 0-2-16,0 0-12 16,0-4-5-16,4-6 11 15,4-6 3-15,-2-4 3 16,3-4 2-16,-2-3-4 15,2-3 5-15,-4 2-6 16,1 2 7-16,-2 4-3 0,-2 6 0 16,3 5 2-16,-1 6 0 15,1 5-3-15,4 5 4 16,0 12-1-16,5 5 0 16,1 9 4-16,3 4-4 15,1 6-3-15,4 2 1 0,0 6 0 16,-1-2 0-16,-2 0-1 15,0-2 1-15,1-1-1 16,-4-7 1-16,1-4-1 16,-4-7 0-16,1-4 1 15,-3-8 0-15,-2-4-1 0,-2-5 0 16,-4-3-1-16,-2-2 0 16,-2-2 5-16,0-10 22 15,0-6-20-15,0-8-6 16,-6-2 1-16,-4-6-1 15,-1 1 0-15,-3 4-2 0,-1 0-2 16,-1 5-1-16,-1 2 4 16,0 5 2-16,3 2 0 15,1 2 2-15,3 4-2 16,3 0 3-16,1 4-2 16,2-2-1-16,3 0-2 0,1-1-1 15,0-4-1-15,0-4 1 16,5-5 0-16,3-3-1 15,1-4 3-15,1-2-6 16,-2 0-4-16,-1-1-3 16,-1 2-11-16,-1 2 7 15,-2 2 3-15,-1 3 9 0,-2 4 5 16,0 1 0-16,0 6 1 16,0 5 4-16,0 2 19 15,-2 2-1-15,-1 2-8 16,3 3-17-16,0 10 8 0,0 4-5 15,3 7 2-15,5 3-1 16,5 0-2-16,1 1 1 16,1-1-1-16,4 0 0 15,-2-2 2-15,-1-2-2 16,-1-1 1-16,-1-3-1 16,-1-4 0-16,-1-4-1 0,-3-1-6 15,-2-7-17-15,-1-3-13 16,-4-3 3-16,-2-14-2 15</inkml:trace>
  <inkml:trace contextRef="#ctx0" brushRef="#br0" timeOffset="5160.59">3176 16554 134 0,'0'0'7'0,"0"0"25"0,0 0-14 0,0 0-10 0,0 0-3 16,0 0-4-16,0 0-1 15,0 0-5-15,0 0-18 16,0 0-25-16,0-48-34 16</inkml:trace>
  <inkml:trace contextRef="#ctx0" brushRef="#br0" timeOffset="6317.69">3272 16375 134 0,'0'0'4'0,"0"0"-4"15,0 0 2-15,0 0-1 16,20 41 0-16,-11-24-1 0,-1 2 2 16,0 1-2-16,-1-2 1 15,-1-2-1-15,1 0 0 16,-2-5 0-16,-1-3 0 16,-3-2 0-16,1-2 1 15,0-4-2-15,-2 0 5 0,0-1 18 16,0-11-21-16,0-3-1 15,0-4 1-15,-3-3-2 16,2-1 2-16,0 0-1 16,1 5-1-16,0-2 2 0,0 3-1 15,5 4 2-15,1 0-3 16,1 6-1-16,2 2 3 16,0 3-2-16,2 2 3 15,-1 0 0-15,2 9-1 16,-3 3 0-16,3 1 0 15,-5 3 2-15,3-1 0 0,-3 1-2 16,0-5 0-16,-3-1 0 16,-1-4-1-16,-1 0 0 15,0-5 1-15,-2-1-2 16,0 0 5-16,0-5 35 16,0-8-32-16,0-3-8 0,-2-8 0 15,-2-2 4-15,3 1-3 16,-1 0 1-16,2 3-1 15,0 5-2-15,0 1 1 16,0 6-1-16,2 3-2 16,5 4 5-16,0 3 1 0,4 0 0 15,0 5-2-15,0 6 1 16,1 3-1-16,1 2 2 16,0-2 1-16,0 5-2 15,4-4-1-15,-2 1 0 16,1-3 0-16,-1-4-5 0,3-4-14 15,-2-3-4-15,0-2-2 16,1-7 2-16,-3-8 7 16,-3-6 7-16,-3-2 7 15,0-4 2-15,-6-2 0 16,0 2 0-16,-2 3 2 16,0 4 8-16,-4 6 19 0,-6 4 13 15,2 7-15-15,-1 3-14 16,-3 3-10-16,-1 12-2 15,2 6 0-15,-1 1-1 16,4 3 0-16,2 0 1 0,5-1-1 16,1-3-1-16,0-5 1 15,9-3 0-15,2-2-2 16,3-5 2-16,-1-5-6 16,3-1-1-16,-1-4-3 15,1-10 3-15,-1-6 2 0,0-1-11 16,-3-5-12-16,1-3-8 15,-3-3 5-15,-1-1 4 16,-3 1 13-16,-2 3 12 16,-4 4 5-16,1 5 8 15,-1 9 20-15,0 3 14 0,0 6-10 16,0 2-15-16,0 0-17 16,0 1-1-16,7 7 0 15,-1 1 0-15,3 1-1 16,3 0-1-16,3 0 1 15,1-2 0-15,-1 0-1 16,4-1 0-16,2-3-1 0,0-2-4 16,1-2-26-16,-2-2-7 15,0-11 2-15,1-8 10 16,-6-7 11-16,-3-5 10 16,-2-4 5-16,-3 0 0 15,-3 2 1-15,-4 6 7 0,0 8 17 16,0 7 23-16,-4 9 22 15,-5 5-32-15,-3 22-30 16,2 17-5-16,-3 22-5 16,-1 16 1-16,5 20 2 15,1 15-6-15,0 3-70 0</inkml:trace>
  <inkml:trace contextRef="#ctx0" brushRef="#br0" timeOffset="7003.93">4955 14225 188 0,'-8'0'-36'0,"-2"0"39"0,-1 11-3 0,-4 17-1 0,-3 14 2 16,-9 22-2-16,-5 25 6 16,-3 26-1-16,-7 30 5 15,-1 34-3-15,1 34 0 16,-3 33-4-16,2 28 4 16,-1 31 8-16,-1 29 3 0,0 28-8 15,5 20-5-15,-3 20-9 16,1 11-34-16,-3-12-57 15</inkml:trace>
  <inkml:trace contextRef="#ctx0" brushRef="#br0" timeOffset="11069.46">1325 15487 24 0,'-15'6'2'0,"-1"-2"5"0,1-1 2 16,-1 1 1-16,3-1-1 16,-3 2 0-16,1-1-2 0,-2 3-2 15,3 1-3-15,-1 2 0 16,0 3-1-16,-1 3 0 15,-1 2 0-15,-2 5-1 16,1 3 0-16,1 5 1 16,-3 1-1-16,4 1 0 0,0 4 0 15,3-3 0-15,1 1 1 16,4 0-1-16,1 0 1 16,3 5-1-16,2 1 3 15,2 6-2-15,0 0 2 16,0 6-2-16,8-2 0 0,3 1 0 15,5 1 1-15,2-1-2 16,5 1 2-16,3-2-1 16,3 2-1-16,1-3 1 15,5-1-3-15,3-6 2 16,5-4-3-16,3 1 2 0,8-6 0 16,2-3-1-16,2-6 0 15,9-7-1-15,5-7 1 16,6-11 1-16,5-4 7 15,8-20 1-15,5-15 1 16,3-13-1-16,1-13-3 0,3-12 0 16,1-4-1-1,-2-7 1-15,-6-7-24 0,-9-2-70 16</inkml:trace>
  <inkml:trace contextRef="#ctx0" brushRef="#br0" timeOffset="12064.69">1467 15137 103 0,'-14'0'3'0,"1"0"0"0,4 0 2 0,4 0-3 0,0 0-1 16,3 0 1-16,2 0-2 15,0 0-6-15,7 0 4 16,5 0 1-16,3-5 0 0,5-2-1 16,3-4 1-16,6-2-3 15,4-4 1-15,5-3 0 16,7-2-2-16,10-5 3 15,4 0 0-15,3 0 5 16,7 2 3-16,3 3-10 0,4 3 8 16,1 7-1-16,2 4 2 15,6 8 0-15,3 2-3 16,-1 19 0-16,-5 10-1 16,-3 13 0-16,-6 10 3 15,-8 10-1-15,-13 7 0 16,-12 10-1-16,-11 0 0 15,-13 0-1-15,-16 3 2 0,-7 3-1 16,-22 2 2-16,-14 0 3 16,-5 5-3-16,-6 4-2 15,-9 0-3-15,-6-6-35 16</inkml:trace>
  <inkml:trace contextRef="#ctx0" brushRef="#br0" timeOffset="12798.71">1807 15325 127 0,'0'0'-16'0,"0"0"20"0,0 0 10 0,-7-46 4 0,4 26-5 16,3-2-5-16,0-6-2 15,12-5-5-15,10-15-2 16,9-14 2-16,14-11-1 0,6-20-10 16,10-17-85-16</inkml:trace>
  <inkml:trace contextRef="#ctx0" brushRef="#br0" timeOffset="17024.68">3353 15878 83 0,'0'0'3'0,"0"0"-3"0,0 0 0 16,0 0 0-16,0 0 1 16,0 0 0-16,0 0 2 0,0 0 5 15,0 0-1-15,0 0-1 16,-36 3-2-16,34-3 1 16,0 0-2-16,2 3-3 15,0 1-2-15,0 5 1 0,4 3 1 16,5 8 0-16,5 7 1 15,1 7 0-15,6 12 0 16,5 6 0-16,6 9 0 16,5 5 0-16,3 9 0 15,4 4 0-15,2 3 0 0,1 3 1 16,-4 1-1-16,-1 2-1 16,-2-4 2-16,-4-6-1 15,-5-9-1-15,0-8 0 16,-1-8 0-16,-1-7-1 15,-2-10-1-15,-5-6-19 16,-2-11-19-16</inkml:trace>
  <inkml:trace contextRef="#ctx0" brushRef="#br0" timeOffset="17664.93">3834 15610 28 0,'0'0'16'0,"-35"71"-8"0,11-19 6 16,-7 19-5-16,-7 17 2 16,-7 20 4-16,-8 22 0 0,-4 17-1 15,-3 25-3-15,-2 17-5 16,4 14-3-16,-2 20-3 15,0 13 7-15,3 15-7 16,-5 15-2-16,-3 11-25 16,-11 1-45-16</inkml:trace>
  <inkml:trace contextRef="#ctx0" brushRef="#br0" timeOffset="22049.75">3190 15811 48 0,'0'0'5'0,"0"0"1"0,-36-2-1 16,22 0-3-16,2 2-2 15,-3 0 1-15,1 0 2 16,-3 0 4-16,2-3 1 16,-3 1 1-16,0 0-3 15,0-1 0-15,-2 3-4 0,0 0-1 16,-5 0-1-16,1 4 0 16,-3 6 0-16,-3 2 0 15,1 2 0-15,-2 1 1 16,0 2-1-16,-3 2 1 15,3 4 0-15,0 2 0 0,0 5 1 16,-1 4-1-16,3 7 0 16,0 6-1-16,0 5 0 15,4 1 0-15,1 8 0 16,4 5 2-16,-2 5-4 0,6 5 4 16,2 4 0-16,3 4 1 15,5 4 1-15,2-1-2 16,4-2 1-16,0-3-2 15,6 0-1-15,7-1 0 16,5-4 0-16,5 0 0 16,1-1-1-16,9-2 1 0,2-6 0 15,2-8-1-15,4-2-1 16,4-8 2-16,1-7-1 16,4-4 5-16,1-6 0 15,5-4-2-15,6-5-2 16,5-6 0-16,5-1 3 0,6-6 0 15,1-5 0-15,2-4 1 16,0-2 1-16,-2-5 0 16,-3-10 0-16,0-7 3 15,2-10-4-15,1-7 0 16,2-12-4-16,-2-11 4 0,-3-15 0 16,-2-10 3-16,-9-10-6 15,-7-10-1-15,-7-6-1 16,-2-6-1-16,-7-3 1 15,-3-1 1-15,-8-2 1 16,-5-3-4-16,-8 1 8 16,-6 2-1-16,-7 4 7 0,-5 8-2 15,-5 8 0-15,-13 8-1 16,-9 12-4-16,-9 10 3 16,-7 14-1-16,-9 8 0 15,-7 13-1-15,-13 7-1 0,-5 10 0 16,-7 11-3-16,-10 10 6 15,-6 5-6-15,-10 26-2 16,-5 24-10-16,-10 25-29 16,-10 23-33-16,-10 21-27 15</inkml:trace>
  <inkml:trace contextRef="#ctx0" brushRef="#br0" timeOffset="32420.42">12399 8853 62 0,'-3'1'8'0,"-2"-1"-6"0,2 0 0 0,2 2-1 0,1-2-1 16,0 0 0-16,0 0-4 16,0 0-3-16,0 0 6 15,0 0 0-15,4 0 2 0,-1 0-1 16,1 0 3-16,-1 0-3 15,3 0 3-15,-1 0-1 16,3 0-2-16,0 0 2 16,2 0-3-16,1 0 3 15,3-3-2-15,-1 1 0 16,3-3 1-16,-1 2-1 0,2-1 3 16,-2 3 2-16,1-5 0 15,-1 5-1-15,3-3 1 16,-2 2-3-16,4-1 0 15,0 2-1-15,0-1-1 16,2 0 1-16,-1 0-1 0,0-1 1 16,-1 1-1-16,1 0 2 15,-4-2-2-15,2 4 0 16,-4-2 0-16,-1 2 1 16,-1 0-2-16,1 0 2 15,-1 0-1-15,-1 0 0 0,1 0 0 16,2 0 0-16,-1 0 1 15,1 0-1-15,3 0 0 16,-3 0 0-16,4 0 0 16,1 0 0-16,-3 2 0 15,0 1 0-15,2 0 0 0,-3-1 0 16,-1 1 0-16,0-1 0 16,0 0 0-16,1 0 0 15,-2-1-1-15,3 1 1 16,1-1 0-16,-3 0 1 15,2 1-1-15,0 1 0 0,3-2 1 16,-2-1-1-16,4 2 1 16,0-1 0-16,2 0 0 15,1-1 1-15,0 2-2 16,2-1 0-16,-4 2 1 16,1-3 0-16,0 0 0 0,-1 0-1 15,-2 0 0-15,1 0 0 16,-1 0 0-16,2 0 2 15,-2 0-2-15,1 0 1 16,0 0 0-16,1 0 0 16,-1 0-1-16,2 0 1 0,-1 0-1 15,1-3 0-15,-1 3 1 16,0 0-1-16,2-1 0 16,0-1 0-16,-2 1 0 15,0-2 1-15,0 3-1 16,0-3 0-16,-3 2 0 0,0-2 0 15,-2 3 1-15,-2-3 1 16,2 3-1-16,-1 0 0 16,3 0 1-16,1 0-1 15,-4 0 0-15,1 0 0 16,0 0-1-16,0 3 0 16,-4-1 0-16,-1 0 0 0,0 1 1 15,1-3-1-15,-1 0 0 16,3 2 0-16,-3-1 0 15,1-1 0-15,-1 1 0 16,1-1 0-16,-1 0 0 0,2 0 0 16,1 0 0-16,-3 0 0 15,3 0 0-15,-2 0 0 16,4 0 0-16,0 0 2 16,-1 0-1-16,2 0 1 15,0 0-1-15,1 0 1 16,-1 0-2-16,0 0 0 0,-2 3 1 15,0 0-1-15,3 0 0 16,-1 1 0-16,0-2 1 16,3 0-1-16,3 1 0 15,-3-3 0-15,3 2 0 16,6 0 1-16,-2-2-1 0,2 1 1 16,2-1-1-16,1 1 0 15,1 0 0-15,0-1 0 16,3 0 0-16,2 2 0 15,5-1-1-15,0-1 2 16,4 0-1-16,-1 0 0 0,2 0 0 16,-2 0-1-16,3-1 1 15,0-4 0-15,2-2 0 16,1-1 1-16,2 2 0 16,2-1 0-16,0 1 0 15,1 2-1-15,1 1 0 0,0 1 0 16,0 0 0-16,1 1 0 15,-3-1 0-15,2 1 0 16,0-2 1-16,-1-1 0 16,-2 4 0-16,-2-4 2 15,1 2-2-15,-3-1 0 0,0 0 1 16,1-1 0-16,2-1 0 16,-3-1 1-16,3 0 1 15,0 0-1-15,-2-1-2 16,0 0 1-16,-5 2-1 15,2-1 0-15,-4 0 1 0,-4 3-1 16,-6-1-10-16,-10 4-19 16,-13 0-22-16</inkml:trace>
  <inkml:trace contextRef="#ctx0" brushRef="#br0" timeOffset="35641.96">12747 7983 3 0,'0'0'17'0,"0"0"-8"0,0 0-4 0,0 0-2 16,-1 0 6-16,1-1-4 0,-1 0 4 15,-1 0 3-15,1 0 2 16,-1 1-3-16,2-2-8 16,0 2 1-16,-2 0-2 15,2 0-4-15,0 0 1 16,0 0 2-16,0 0-1 15,0 0 0-15,0 3 0 0,0 0 0 16,0 0 2-16,0 0-4 16,0 1 2-16,0-1 0 15,0 1 0-15,0 0 0 16,2-1 0-16,0 1 0 16,1-1 0-16,0 1-1 0,2-1 1 15,-3 2 0-15,1-3 0 16,2 1-1-16,-1 0 2 15,-1-2-1-15,0 0 0 16,2-1-3-16,-1 0 2 0,2 0 2 16,2 0 9-16,1-5-4 15,-1-5 0-15,4 0-1 16,1-1-2-16,-2-3 3 16,1-1-1-16,-2 0 0 15,3-2 1-15,4-3 3 16,-1-3-2-16,1-1-2 0,6-2-3 15,-4-2 1-15,4 0-2 16,-1-3 5-16,1 1-3 16,1 0 2-16,-2-3 1 15,1-1-2-15,2 0 1 16,-4 0-3-16,2 0 0 0,-2 3-1 16,-2 6 1-16,-2 4-1 15,-1 4 0-15,-3 10 0 16,-2 3-1-16,0 4-6 15,-5 3-34-15,-4 5-23 16</inkml:trace>
  <inkml:trace contextRef="#ctx0" brushRef="#br0" timeOffset="36747.17">14355 7994 20 0,'0'0'2'0,"0"0"0"0,0 0-2 0,0 1-1 15,0 0 0-15,0 0 0 16,0-1-1-16,2 3-1 15,1-2 6-15,2 2 2 16,-2 1 2-16,1 1-1 16,2 0 1-16,-2 1 0 0,3 1-1 15,-1-2-2-15,2 1-1 16,-3-3-1-16,3-1 1 16,-1-1 0-16,4-1 4 15,2 0 1-15,1-1 4 0,1-11 2 16,4-5-3-16,2-4 1 15,4-5 1-15,2-5 3 16,2-6-3-16,1-2-3 16,3-4 4-16,3-4 1 15,2 0 4-15,-2-5-8 16,4-1-6-16,-2 2-2 0,2 1-1 16,-6 3 0-16,1 8-3 15,-4 7-21-15,-5 8-30 16,-3 4-47-16</inkml:trace>
  <inkml:trace contextRef="#ctx0" brushRef="#br0" timeOffset="37500.53">15854 8020 16 0,'0'0'22'0,"0"0"-18"0,0 0 6 15,0 0 1-15,0 0-3 16,0 0-5-16,0 0 1 15,0 0 1-15,0 0-3 0,0 0-2 16,0 0 0-16,0 0 2 16,-1-3 0-16,4 7 0 15,-1 2-1-15,2-2 1 16,0 1-2-16,0-1 0 16,4-1 1-16,-5-1 0 15,5-2 2-15,-1 0 1 0,4-2 13 16,3-10 5-16,5-8-1 15,4-5-8-15,5-7-1 16,3-7 1-16,6-5 0 16,3-6 1-16,3-7 0 0,8-4-3 15,5-7-3-15,0-2-4 16,1 1-1-16,0 3-1 16,-5 8-2-16,-8 11-9 15,-5 10-14-15,-7 12-10 16,-5 6-18-16,-7 9-15 0</inkml:trace>
  <inkml:trace contextRef="#ctx0" brushRef="#br0" timeOffset="38211.35">17322 8009 42 0,'0'0'-3'0,"0"0"10"0,0 0 3 16,0 0-4-16,0 0-1 0,0 0 0 16,0 0 2-16,0 0 5 15,0 0-2-15,0 0-2 16,0 0 2-16,-29-35 0 16,29 35 1-16,0 0-1 15,0 0-7-15,0 0-4 0,0 0-2 16,0 0 2-16,0 3 3 15,0 4-1-15,2-1-1 16,0-1 1-16,2-2-1 16,1 0 0-16,0-1 2 15,6-2 3-15,-2 0 11 0,6-10 2 16,3-6-2-16,5-5-4 16,6-10-5-16,5-5 0 15,8-8-2-15,7-6-1 16,6-11 3-16,8-4-3 0,5-5 0 15,1-4 1-15,1 5-5 16,-2-1 3-16,-2 9-3 16,-9 10-8-16,-7 10-7 15,-5 8-6-15,-7 10-4 16,-9 9-20-16,-8 10-6 16,-7 4-27-16</inkml:trace>
  <inkml:trace contextRef="#ctx0" brushRef="#br0" timeOffset="41786.49">8162 9862 38 0,'-1'0'10'0,"1"-2"-5"0,0-2 8 0,0 1 0 0,-1 0-4 16,1 2 2-16,0-2-2 16,-2 2-3-16,2 1 0 15,0 0-3-15,0 0-3 16,0 0-2-16,0 0 2 15,6 0 0-15,6 0 0 0,-1 0 0 16,0-1 0-16,5-1 0 16,-1-4-1-16,2 2 1 15,3-2 0-15,-1-1-1 16,2 0 1-16,-1 1-2 16,4 1 2-16,-2-1 0 15,2 3 2-15,2 0-2 0,3 2 1 16,-2 0-1-16,4-1 0 15,0 2 0-15,3 0 0 16,0 0 1-16,1 0-2 16,1 0 2-16,2 0-1 15,0 0 1-15,2 0-1 0,0 0 0 16,-2 0 1-16,-5 0-1 16,1 0 1-16,-3-3-1 15,-4-1 0-15,2 1 0 16,-2 0 0-16,2 1 0 15,2 0 1-15,3-1-2 0,0 3 1 16,3 0 0-16,0 0 1 16,1 0-2-16,-1 0 1 15,1 0 0-15,1 0 1 16,1 0-1-16,-4 0 0 16,3-4 0-16,2 1 0 0,-3 2 0 15,-2-1 0-15,0 1 0 16,1 0 0-16,0 1 0 15,0 0 0-15,-1 0 0 16,1 1 0-16,5 3-1 16,-2-1 2-16,2 1-1 0,1-2 0 15,1-1 0-15,-2-1 0 16,1 0 0-16,0 0 0 16,2-4 3-16,-1 0 1 15,-2-1-1-15,-1 3-1 16,-3-1 1-16,-1 1-2 0,-3 2 0 15,-1 0-1-15,1 0 2 16,0 0-1-16,2 0 0 16,2 0 0-16,1 0 0 15,2 1 0-15,-1 4-1 16,-2-2 1-16,-1-2-1 0,1 2 1 16,-3-2-1-16,-2 1 1 15,1-2-1-15,-1 0 0 16,0 0 1-16,1 0 1 15,-2 0 3-15,1 0-3 16,0 1 1-16,1 2-3 0,2 1 1 16,-4 2 0-16,6-2-1 15,-1 3 1-15,3-1-1 16,-2-2 2-16,0 2-2 16,-2-4 0-16,-3 1 0 15,-1-1 1-15,-1 0-1 0,-2 0 1 16,0 1 2-16,1 0 1 15,5 0 0-15,-4-2-2 16,3 2 0-16,2-1-1 16,0-1 1-16,-2 2-1 15,1-2 0-15,-3-1 0 16,-1 2 1-16,2-1-1 0,-2-1-1 16,-2 0 2-16,0 0-2 15,1 0 5-15,1 0 5 16,0 0-2-16,1 0-4 15,3 0-1-15,-1 0 0 16,5 0-2-16,0 0 1 0,1-1-1 16,0-1 0-16,3 2-1 15,-1-3 0-15,0 2 1 16,-1-2-1-16,-1-1 0 16,0 2 1-16,1-2 0 15,-1 0 0-15,-1 3 1 0,5-1-1 16,2 2 0-16,1-1 0 15,0 1 1-15,-1 0-1 16,2 0-1-16,-1 0 1 16,-5 0-1-16,3 0 0 15,0 0 1-15,2-1-1 0,-4-3 0 16,3 1 2-16,1 1-1 16,-3-1 1-16,1 0-1 15,0 3 0-15,1-1-2 16,-2-1 2-16,0 2-1 15,-3 0 1-15,0 0-1 0,0 0 1 16,-4 0-1-16,4 0 2 16,-3 0-2-16,3 0 0 15,1 0 3-15,-2 0-3 16,1 0 0-16,-3-5 1 16,1 0-1-16,1 1 0 15,-1-2 1-15,1 2-1 0,2-2 0 16,-1 2 0-16,-1-3 2 15,0 0-2-15,-1 3 0 16,-3-1 0-16,1 1 0 16,-1 1 0-16,-2 3 0 15,4 0 1-15,-4 0-1 0,3 0-1 16,1 0 2-16,-2 0-1 16,-1 0 0-16,2-2 0 15,-3 0 1-15,1-1-2 16,-1 3 2-16,-1 0-2 15,2 0 1-15,1 0 1 0,-2 0-2 16,4 3 1-16,-4-1 1 16,3-2-1-16,-1 0 1 15,0 0-2-15,2 0 1 16,3-2 1-16,1-1 0 16,4 3-1-16,-1-1 2 0,0 1-2 15,-3 0 0-15,1 0 0 16,-1 0 0-16,0 0 0 15,3-1 0-15,3-1 1 16,3-2-1-16,-1-1 1 16,5 2 0-16,1-2 0 0,2-1-1 15,2 1 1-15,-2-1 1 16,-1-1-2-16,-3 0 1 16,-2 0 0-16,-2-1-1 15,-8 1 1-15,-2-1-2 16,-1 1 0-16,-1 0-5 0,-3 0-6 15,-4 1-10-15,-4 0-15 16,-8-1-29-16,-4-4-73 16</inkml:trace>
  <inkml:trace contextRef="#ctx0" brushRef="#br0" timeOffset="43053.72">10648 9667 40 0,'0'0'4'0,"0"0"-1"0,0 0-1 0,0 0 2 16,0 0 5-16,0 0 1 15,0 0-5-15,0 0 1 16,0 0-3-16,0 0-2 15,0 0 0-15,0 0 0 16,0 0-2-16,0 0-8 0,3 0-3 16,5-2-3-16,2-3-34 15</inkml:trace>
  <inkml:trace contextRef="#ctx0" brushRef="#br0" timeOffset="43701.75">14303 8558 92 0,'0'0'3'0,"0"0"6"0,0 0-1 0,0 0-6 15,0 0 0-15,0 0-2 16,0 0 0-16,0 0 1 15,0 0 1-15,0 0-2 16,0 0 0-16,6-4-2 16,-4 4 2-16,1 0 2 0,1 0-4 15,0 0-8-15,0 0-19 16,-1 0-46-16</inkml:trace>
  <inkml:trace contextRef="#ctx0" brushRef="#br0" timeOffset="44370.56">12067 9742 41 0,'0'0'5'0,"0"0"9"0,0 0-1 0,0 0-2 0,0 0-3 15,0 0-1-15,0 0-3 0,0 0 1 16,0 0-4-16,0 0 0 16,0 0-5-16,-29-22-1 15,29 23-5-15,0 3-7 16,0-1-12-16</inkml:trace>
  <inkml:trace contextRef="#ctx0" brushRef="#br0" timeOffset="45518.09">13116 9815 59 0,'0'0'24'0,"0"0"-8"0,0 0-6 16,0 0 0-16,0 0-2 15,0 0-1-15,0 0-1 16,0 0-1-16,0 0-2 15,0 0-2-15,0 0-2 16,0 0-3-16,0 0-1 0,-2 0 5 16,3 0-1-16,1 0 0 15,0 0 0-15,1 0 1 16,-1 0-2-16,-2 0 2 16,0 0-1-16,0 0 5 15,2 0 0-15,-1 0 0 0,0 0-3 16,0 0-1-16,2 0 0 15,1 0 0-15,-2 0 1 16,0 0-1-16,0 0 0 16,0 0 1-16,-1 0-1 15,0 0 0-15,0 0 1 0,-1 0 0 16,0 0 1-16,0 0 0 16,0 0 1-16,0 0-3 15,0 0 0-15,0 0-6 16,2 0-3-16,0 3 1 15,0 0-13-15,-2-1-19 0</inkml:trace>
  <inkml:trace contextRef="#ctx0" brushRef="#br0" timeOffset="47376.23">13155 9205 8 0,'0'0'-4'0,"0"1"2"0,0 0 1 0,0-1 0 16,0 0 1-16,0 3 0 0,0-3 0 15,0 0 0-15,0 0 7 16,0 0 3-16,0 0-3 16,0 0-5-16,0 0-1 15,0 0 0-15,0 0 0 16,0 0 1-16,0 0-2 0,0 0 2 15,0 1 1-15,0-1 0 16,0 3 0-16,0 0 1 16,0-2-2-16,0 2-1 15,0 0 0-15,0-2 0 16,0 1-1-16,0-2 1 0,0 3-1 16,0-3 1-16,0 0 9 15,0 0 26-15,0 0-22 16,0 0-8-16,0-3 1 15,0 0 0-15,0 0-4 16,0-1 0-16,0-2-3 0,0 2 0 16,1-2 0-16,6 2 1 15,-1-1-1-15,-2 0 1 16,3 0-1-16,0 0 1 16,2 2-1-16,0-1-1 15,1-2-4-15,4 2-12 0,2-6-3 16,2-5-50-16</inkml:trace>
  <inkml:trace contextRef="#ctx0" brushRef="#br0" timeOffset="48620.75">16095 9372 77 0,'0'0'12'0,"0"0"2"0,0 0-5 0,0 0-6 0,0 0-4 16,0 0-2-16,0 0 2 15,0 3 0-15,0 0 0 16,0 1 0-16,2 0 1 16,1 0 0-16,1 2 0 15,0 1 0-15,-2 0 0 0,0 0 0 16,0 2 0-16,0-2 0 15,1 0 1-15,0-3-1 16,1 1 1-16,1-4-1 16,3-1 0-16,6 0 10 15,4-14 10-15,10-9-6 0,10-7-1 16,12-8-6-16,8-7 0 16,11-7-2-16,10-6-3 15,10-3 0-15,7-5-1 16,5-5-41-16</inkml:trace>
  <inkml:trace contextRef="#ctx0" brushRef="#br0" timeOffset="50742.14">14461 8815 41 0,'-16'-5'5'0,"-2"-1"-1"0,0 2 2 16,0 1-3-16,1 0-3 16,1 1 1-16,2 0-1 15,4 2 0-15,0-1 1 16,2 1-1-16,3 0 0 0,-1 0 3 16,-2 0 7-16,4 0 4 15,-1 0-6-15,2 0-5 16,0 3-3-16,3 4-2 15,0 1 0-15,0 2-2 16,0 1 1-16,4 3-1 16,6-2 3-16,5 3-1 0,1 3 0 15,6 1 4-15,5 1-2 16,2 4 0-16,3 0 0 16,6 3 1-16,5 3-2 15,5-4 3-15,4-1 0 0,5-1 3 16,5-5-1-16,4-6 1 15,5-6-2-15,2-3 3 16,6-4-2-16,2 0 0 16,-3-10 0-16,5-4-1 15,-3-5 1-15,1-2-2 0,-3-6 2 16,-7 0-1-16,-3-3 3 16,-4-2 12-16,-8 2 0 15,-8 1-4-15,-2 1-5 16,-8 2-1-16,-1 1-5 15,-4 1 0-15,-7 0 0 16,-1 2 0-16,-3 1-1 0,-5 1 0 16,-4 4-1-16,-5 2 0 15,-2 4 0-15,-2 4-1 16,-2 2 0-16,-1 4 1 16,0 0-3-16,-1 0-16 15,2 4-13-15,-2 1-23 0,0-4-68 16</inkml:trace>
  <inkml:trace contextRef="#ctx0" brushRef="#br0" timeOffset="52471.61">10259 10769 0 0,'0'0'0'0,"0"0"0"0,0 0 0 0,2 0 1 16,2 0 5-16,2 0 7 15,2 0 5-15,-1-4 1 16,2 1-2-16,2-1-7 16,0 1-7-16,0 0-1 0,3 2-2 15,-1-1 1-15,1 2-1 16,3 0 1-16,-1 0-1 15,-1 0 0-15,1 0 1 16,2 0-1-16,0 0 0 16,0 0-1-16,2 0 1 15,0 0 0-15,3 0 0 0,-1 0 0 16,2 0 1-16,1 0-1 16,2 0 0-16,0 0 0 15,0 0 0-15,2 0 0 16,-3-1 0-16,1 0 0 15,2 0 2-15,-2-1 0 0,0 2-1 16,0 0 1-16,2 0-2 16,0 0 0-16,1 0 1 15,1 0 0-15,2 0-1 16,0 0 1-16,1 0-1 16,-3 0 0-16,-2 0 0 0,0 0 0 15,-2 0 0-15,0 0 1 16,-3-2 0-16,3-2 1 15,-2 1 1-15,1-1 0 16,1 1-1-16,0 0 0 16,0 2-2-16,0-1 1 0,1 2-1 15,0 0 0-15,1 0 0 16,2 0 0-16,0 0 0 16,-1 3 2-16,3 0-2 15,0-3 1-15,4 2-1 16,-4-2 1-16,3 0-1 0,-3 0 0 15,1 0 0-15,-1-5 1 16,-2 1 0-16,-1 1-1 16,3 0 1-16,-4 1-1 15,2 0 0-15,1 2 0 16,1 0 0-16,0 0 0 0,3 0 0 16,0 0 1-16,0 0 0 15,2 0 2-15,2 0 0 16,-2 0-1-16,3 0-1 15,-2 0 1-15,1 0-1 16,0 0 0-16,0 0 0 16,-1 0 0-16,2 0-1 0,-1 0 1 15,-2 0-1-15,2 0-1 16,1 0 1-16,-1 0 0 16,1 0 1-16,0 0-1 15,-2 0 2-15,1 0-1 0,0 0-1 16,0 0 3-16,0 0 2 15,-2-3 3-15,1-4-1 16,-1 3-2-16,-3-2-2 16,-2 2 0-16,-3 0-2 15,-1 2 2-15,-4 2-1 16,-1 0 0-16,-4 0-2 0,0 0 1 16,-2 0-1-16,0 0 1 15,0 0-1-15,-3 0 1 16,2 0-1-16,-3 0 0 15,1 0 2-15,-2 0-2 16,-1 0 0-16,-2 0 1 0,-2 0-1 16,-1 0 0-16,-1 0 2 15,2 0-2-15,-5 0 1 16,1 2 1-16,0 2-4 16,-4 2-32-16,0-3-36 15</inkml:trace>
  <inkml:trace contextRef="#ctx0" brushRef="#br0" timeOffset="53631.72">13274 9990 69 0,'-9'0'-6'0,"-3"-3"9"0,0 0 1 0,3 1-2 0,-3 1-1 16,-1 0-1-16,0-1 1 16,-3 2 6-16,1 0 3 0,-1 0 0 15,-2 0-3-15,2 0-3 16,-2 8-2-16,0 1-2 16,0 4 0-16,-1 0 0 15,-3 4 0-15,1 1-1 16,-2 1 1-16,1 0 0 0,2 2-1 15,-3 1 1-15,6 1-1 16,-3 1 1-16,5 0 0 16,-1 2 0-16,3-2 1 15,-2 2-1-15,4-2 0 16,0 1 0-16,3-1 0 0,1 1 0 16,3 0 0-16,1-2-1 15,3 1 0-15,0-2 0 16,0 0 0-16,2-1 0 15,7 2 0-15,0-3 1 16,3 1 0-16,2 1 0 0,5-1 0 16,-2-1 0-16,4 0-2 15,1-2 2-15,1-1-1 16,-1 0 0-16,2-2 2 16,1 0 0-16,2-5-2 15,-2 3-1-15,3-5 2 0,-1-1 1 16,2-1 1-1,2-4 4-15,1 0-1 0,3-2 2 16,4 0 0-16,-2 0 0 16,4-7-3-16,-1 0 0 15,-1 0-2-15,-2-3 0 16,-1-1 0-16,-1-1 0 0,-1-5-1 16,2 0 1-16,-2-3 2 15,1 0-2-15,1-1 2 16,-5-2-1-16,-1-1 2 15,-4-3-2-15,-3 0-2 16,-6-4 1-16,-5 0-1 0,-1-3 2 16,-4-3 6-16,-1 0 3 15,-6-3-11-15,0-2 0 16,0-1-1-16,-6 0 3 16,-4 1 4-16,-3 2-2 15,0 3-4-15,-3 6-2 0,2 7-9 16,-1 5-36-16,1 5-34 15</inkml:trace>
  <inkml:trace contextRef="#ctx0" brushRef="#br0" timeOffset="54563.13">14459 10679 6 0,'8'0'2'0,"3"1"0"0,2-1 2 16,1 1-1-16,3 1 5 15,0-1 2-15,1 2 1 16,0 1 1-16,2-1-4 0,3 0 3 15,1 0-4-15,2-2-1 16,3-1 3-16,3 0-5 16,5 0 2-16,3 0-3 15,1-3-1-15,3-1-1 16,0-3 0-16,3 1-1 0,0-1 1 16,2 0 1-16,0 0-1 15,3-2 4-15,2 1 6 16,1-2 1-16,-2 3-5 15,3 0-2-15,-1 1 0 16,0 1-5-16,-4 2 1 0,-1 0 0 16,-2 1-1-16,-2 2 1 15,-4-1-1-15,0 1 0 16,-2-3 2-16,-1 0 0 16,3 0-2-16,-6-2 3 15,0-4 0-15,-1 2 1 0,-6-2-1 16,-1 0 0-16,-4-3 4 15,-6 3 1-15,0 0 1 16,-5 0-5-16,-3 1-2 16,-2 1 1-16,-3-1-2 15,-2 0-17-15,-3-5-57 0</inkml:trace>
  <inkml:trace contextRef="#ctx0" brushRef="#br0" timeOffset="54826.17">16156 10306 126 0,'0'0'6'0,"39"-38"30"0,-9 12-14 0,7-5-9 15,3-2-11-15,6-2 1 0,0-3-15 16,-1-2-54-16</inkml:trace>
  <inkml:trace contextRef="#ctx0" brushRef="#br0" timeOffset="55974.17">16066 8711 8 0,'-4'0'26'0,"2"0"-22"0,-2 0 8 0,0 0 7 15,0 0-5-15,2 0-7 0,-1 0-5 16,3 0 1-16,0 0-3 16,0 0-13-16,3 0-41 15</inkml:trace>
  <inkml:trace contextRef="#ctx0" brushRef="#br0" timeOffset="58052.84">10310 11614 19 0,'-4'0'1'0,"0"0"0"0,-3 0 3 0,4 0 4 0,-3 0 0 16,1 0 2-16,3 0 1 15,-2 0-2-15,2 0-4 16,-1 0-2-16,2 0 1 16,1 0 1-16,0 0-2 15,0 0-5-15,0 0-4 0,0 0-3 16,0 0 9-16,0 1-2 16,6 1 5-16,-2-2-1 15,-1 2 2-15,5-1 0 16,-3-1 2-16,4 0 2 15,-1 0-5-15,2 0 1 0,3 0-2 16,-2 0-1-16,3 0 0 16,1 0-1-16,1 0 1 15,-2 0-1-15,1 0 0 16,3 0 0-16,-2 0 0 16,1 1 0-16,0 1-1 0,2 1 1 15,1-3 0-15,5 4 0 16,-3-4 0-16,5 0 0 15,2 0 0-15,2 0 0 16,-2 0 1-16,3-6-1 16,-1 1 1-16,0 0 3 15,0-3-1-15,-2 1-2 0,1 1 0 16,1-1 1-16,0 1-1 16,1 2 0-16,1 1-1 15,0 0 0-15,-1 2 0 16,2 1 1-16,-1 0-1 0,-3 0 1 15,3 0 0-15,-2 0 0 16,0 0 0-16,3 1 1 16,-1 5-1-16,5 0 0 15,0 2 0-15,1 1 1 16,0 1-1-16,0 0-1 0,0 0 0 16,-2-2 0-16,-2 1 0 15,3-4 0-15,0 0 0 16,0-3 1-16,3-2 0 15,1 0 3-15,1 0-1 16,-1-4 2-16,0-3 4 0,1 1 0 16,-1-1-1-16,-2 2 2 15,3-1-3-15,0 5-4 16,2 1-1-16,1 0 0 16,-2 0-1-16,2 1 0 15,3 2 0-15,-3 1 2 0,4 2-2 16,-1-3 0-16,2-1-1 15,-1 1 0-15,0 0 1 16,0-3-1-16,1 0 0 16,1 0 0-16,2-3 1 15,2-5 1-15,2-2 1 0,-1 3-1 16,-1 0 0-16,0 0-2 16,-2 2 0-16,0 2 0 15,-1 0 0-15,-1 2 2 16,0 1 1-16,0 0 0 15,0 0-1-15,-3 0-1 16,2 0 3-16,1 0-1 0,-4 0 1 16,2 0 0-16,-3 0 1 15,0 0-2-15,-2 0-1 16,-2 0 2-16,2 0-1 16,-1 0-2-16,-2 0 1 15,-3 0-1-15,-1 0 0 0,-3 0-1 16,-3 0 1-16,-3 0-2 15,0 0 2-15,0 4-1 16,-2-1 1-16,1 1 0 16,-2-1 1-16,0-1-1 15,-1-1 1-15,1-1 0 0,-1 2-1 16,-6-2 1-16,2 0-1 16,-3 0 0-16,0 0 1 15,0 0 0-15,-3 0-2 16,-1 0 1-16,1 0 0 15,-3 0-1-15,-2 0 1 0,2 0 0 16,1-2-3-16,-1-1-18 16,2-7-39-16,-2-7-96 15</inkml:trace>
  <inkml:trace contextRef="#ctx0" brushRef="#br0" timeOffset="58344.66">15299 11205 106 0,'5'2'14'0,"1"-2"7"0,5 0-4 16,3-9-1-16,6-2-4 16,7-5-5-16,2-4-1 15,9-5-3-15,6-2-1 16,6-4 0-16,1-3-7 16,3-6-31-16,-1-3-44 0</inkml:trace>
  <inkml:trace contextRef="#ctx0" brushRef="#br0" timeOffset="60109.79">10642 11844 147 0,'0'0'-17'0,"0"0"38"0,0 0-10 0,0 0-5 16,0 0-1-16,-10-37-1 15,8 33 3-15,-4-3 2 16,1 1 0-16,-1 1-1 15,-2-1-2-15,-1 1 2 0,-1 0-4 16,1 3-3-16,-3 1-1 16,-1 1 0-16,-3 0-1 15,1 0 0-15,-5 3 0 16,-1 4-3-16,-3 0 5 16,-3 3-3-16,-2 0 3 0,-4 1 0 15,1 0-3-15,1 3 4 16,2 0-1-16,2 0 0 15,4 3 0-15,4 2 0 16,-1 1 0-16,3 5-1 16,0 1 1-16,-1 4-1 15,2 1 0-15,-1-1 2 0,3-2-2 16,1-4 0-16,3 0 0 16,4-5-2-16,2-1 2 15,2-2-1-15,2 2-1 16,0-1-1-16,2 0-1 15,6 1 1-15,3 0 1 0,3 2 1 16,1 1-1-16,6-1 1 16,1 1 0-16,3 1 0 15,4-1-1-15,4 0 2 16,0-2-1-16,6 1 1 16,-1-2 0-16,0 0 0 0,4-2-1 15,-1 1 2-15,1-2-1 16,5-1 3-16,-3-2-2 15,6 0-1-15,1-1-1 16,3-2 3-16,0-1-1 16,2-1 0-16,0-1 1 0,1-2-1 15,1 2 0-15,0-5-2 16,-1 1 3-16,1-1 2 16,2-1-3-16,0 0 0 15,-1 2 1-15,1-2 0 16,0 1-3-16,-3-1 4 0,0 1-1 15,3 1 6-15,-2-1-3 16,0 3-4-16,3 1 2 16,-1 0-2-16,-2 1 1 15,3 0-1-15,-1-1-1 16,-1 0 0-16,1-1 1 16,-2-1 0-16,0-3 2 0,-2 3 2 15,0-2-2-15,-1-1 0 16,-1 3 1-16,-5 1 2 15,0 0-1-15,0 4 0 16,-2 0 2-16,3 1-1 16,-2-1-3-16,4 2 1 0,2-3-1 15,-3 0 1-15,3-1-1 16,-1-1 1-16,0-3-1 16,2 2 2-16,1-3-2 15,-1 0 0-15,1-1-1 0,0 0-1 16,-3 0 1-16,2 0 1 15,-1-3-2-15,-1-2 0 16,2-1 1-16,0-3-1 16,-1 2 1-16,1-2-1 15,-2-3 1-15,3 0-1 0,0-2 1 16,-1 0 1-16,-1-2 0 16,0-1-2-16,-6-1 1 15,2-1 0-15,-2 0 0 16,0-3 0-16,-1 4 1 15,-2-4-2-15,-4 2-1 16,-5 2 1-16,-6 1 0 0,-4 0 0 16,-3-2 3-16,-2-3-1 15,-3-1 2-15,0-4 0 16,-1-3 2-16,2-2-3 16,-6 0-4-16,-4 5 1 15,0 0 0-15,-6 4 0 0,-3 2-1 16,0 3 1-16,-2 1-1 15,-10 1-1-15,-2 2 1 16,-4-2 0-16,-6-1 2 16,0 2-1-16,-4-4 0 15,-2 1 0-15,-4-4-1 0,-4 2 0 16,-2-1-1-16,-3 0-6 16,-4 2 3-16,-2 1 2 15,-3 2 2-15,-5 1-1 16,-4 0 1-16,-4 1 0 15,-8-2 1-15,-8 0-1 16,-9 0 2-16,-7-1-1 0,-14-3-1 16,-16 3 0-16,-20 3 0 15,-21 2-2-15,-26 7-4 16,-33 5-5-16,-31 18-5 16,-38 19-18-16,-37 26-9 0,-42 20-32 15,-42 27-53-15</inkml:trace>
  <inkml:trace contextRef="#ctx0" brushRef="#br0" timeOffset="74125.74">13035 8143 22 0,'0'0'9'0,"0"0"8"0,0 0 1 0,0 0-6 16,0 0 1-16,0 0-5 0,0 0-3 15,0 0 2-15,-13-37-4 16,11 33-1-16,1 1 1 16,0-1-2-16,0 1 0 15,-3 0-1-15,1 0 1 16,0 2-1-16,-1-2 0 15,0 2-1-15,-3-1-1 0,3 2 4 16,-4-2-6-16,0 0 9 16,2 1-4-16,1-2 1 15,-2-1 0-15,2 1-1 16,-1-1 0-16,-2 1 0 16,3-3-1-16,-6 3 0 15,0 0 0-15,1 0 0 0,0-1 0 16,-4 2 0-16,1 0-1 15,1-1 2-15,1 3-1 16,1-3 0-16,0 2 0 16,3 0 0-16,-1-1 0 0,1 2 2 15,-4 0-2-15,4 0-2 16,-4 0 2-16,-1 0-1 16,1 0 1-16,-1 0 0 15,2 0 0-15,-1 3 0 16,-1 2 0-16,0 1-1 0,-1-1-4 15,0 0 7-15,0 1-1 16,0-2-3-16,2-1 6 16,0 1-4-16,-1 2 0 15,1-2 0-15,2 0 0 16,-3 1 1-16,2-1-1 0,1 0-1 16,-5 3 2-16,2-2 0 15,-3 2-1-15,2 0-1 16,-2 0-1-16,2 0 4 15,2 0-3-15,1 0 2 16,1 0 0-16,1-1-2 16,0 1 1-16,2-1 1 0,1 1-2 15,-2-1 1-15,1-1-1 16,2 4 1-16,-3-2-1 16,2 1 1-16,1 2-1 15,0-1 1-15,1 2 0 0,1-1 0 16,0 5-1-16,-2 1 1 15,-1 0 0-15,2 2-1 16,-1 1 0-16,1-1 1 16,0 1-1-16,1-1 1 15,1 1-1-15,1-1 1 16,0 2 0-16,0 1 0 0,0 1 0 16,0-1 0-16,1 0-1 15,3-2 1-15,0 1 0 16,2-2 0-16,2-4 0 15,-1 2 0-15,3-1 0 16,2 1 0-16,-2 0 0 0,2-2 1 16,2 3-1-16,0-1 0 15,3-1 0-15,0-1-1 16,1-2 1-16,0-2 1 16,2-3-1-16,-1-1 1 15,2-3-1-15,-1-1 1 0,1 1 0 16,-4-3 1-16,-1 0-1 15,-1 0 0-15,-2 2-1 16,-3 0 0-16,-3 1 0 16,-1 1-1-16,1 1 0 15,-2 1 0-15,0 1 0 0,1 1 0 16,-2-1 1-16,4 3 0 16,0 1 0-16,3-1 0 15,1-1 1-15,1 2-1 16,0-2 1-16,3-1 0 15,2-1 1-15,-2-2-1 0,1-2 0 16,-1-1-1-16,-2-2 2 16,1 0-1-16,1 0-1 15,-1 0 1-15,3-7-1 16,2 0 1-16,2-3 0 16,2 2-1-16,0-2 1 0,0 0-1 15,-1 1 1-15,1-2-1 16,-5 4 1-16,0-3-1 15,-1 3 1-15,-3-2-1 16,0 1 0-16,0 1 1 16,-1-5 0-16,0 2-1 15,3-2 2-15,0-1-2 0,-1-3 1 16,1 0-1-16,2 2 0 16,-4-3 0-16,1 4 0 15,-3-1 1-15,-3 0-1 16,-1 0 1-16,1 1 7 15,-4-3 3-15,2-2-3 0,-1 2-4 16,1-3-2-16,-3 0-2 16,2 1 2-16,-2 0-1 15,-1 0-1-15,0 1 1 16,-2 0-1-16,0 0 1 0,0 0-2 16,-2 1 2-16,0-1 0 15,0 0-1-15,0 0 2 16,0-3-1-16,-2 2 0 15,-4-1-1-15,-2 2 0 16,0-1 0-16,-5 1 0 16,-4 0-1-16,0 1 1 0,-1 1-1 15,-3 2 0-15,-2 0-1 16,-2 4 5-16,-2 2-3 16,-2 0 1-16,-4 4-2 15,1 3-11-15,-4 0-13 16,1 0-12-16,-5 0-27 0</inkml:trace>
  <inkml:trace contextRef="#ctx0" brushRef="#br0" timeOffset="92106.82">12868 14581 111 0,'0'0'14'0,"0"0"14"0,0 0-7 0,0 0 0 0,0 0-1 16,0 0-3-16,0 0 0 16,0 0-10-16,0 0-4 15,0 0 0-15,0 0-6 16,0 0 1-16,-21 2 1 15,33-2 0-15,3 0 0 0,3 0 0 16,4 0 2-16,-2-3 1 16,0-1-1-16,2-2-2 15,1 2-2-15,-3 1 7 16,1-1-2-16,-2 1-2 16,-2 2 0-16,0 1 0 15,-5 0-2-15,0 8-1 0,-2 3-1 16,1 6-2-16,-5 3 5 15,1 6 0-15,-3 3 1 16,-1 3 2-16,2 0-1 16,-5 0 1-16,0-1 0 15,0-3 0-15,0 1 2 0,0-1-1 16,0-1 0-16,0 0-13 16,0-7-20-16,0-6-46 15,7-9-49-15</inkml:trace>
  <inkml:trace contextRef="#ctx0" brushRef="#br0" timeOffset="92683.01">13586 14636 104 0,'0'0'4'0,"8"-38"-2"0,-8 20 2 0,0-1-2 16,0 2-1-16,-7 2 4 0,0 2 10 15,-4 2 2-15,-2-1 7 16,1 5-6-16,0 1-13 16,-3 4-4-16,0 2 2 15,-2 0 0-15,0 5-9 16,-1 8 3-16,-1 5 2 0,1 4-1 15,0 1 1-15,7 2-2 16,1 2 2-16,6-4-3 16,4 1-1-16,0-4-5 15,14 0 4-15,1-3 6 16,4-2 2-16,5 0 2 0,-4-2-3 16,2-1 1-16,1-1-1 15,-6 0 1-15,-1 1 0 16,-5-2 0-16,-4 3-1 15,-2 3 1-15,-5 1 2 16,-5 4 10-16,-10 2-2 0,-4 0-3 16,-2 2-5-16,-2-4-1 15,1-1-2-15,1-6 2 16,4-5-2-16,1-5 1 16,5-4 2-16,4 0 9 15,3-7 3-15,4-9-9 16,0-6 0-16,11-7-4 0,7-2-2 15,1-6 1-15,4 2-1 16,1-1-11-16,2 1-15 16,0 2-10-16,0 3-22 15,0 0-4-15</inkml:trace>
  <inkml:trace contextRef="#ctx0" brushRef="#br0" timeOffset="93051.84">13751 14543 95 0,'0'0'34'0,"0"0"-23"0,0 0-14 16,0 0 0-16,0 0 1 15,0 0 4-15,17 47 3 16,-13-24 2-16,1 1-3 16,2 1-1-16,-2-1 2 15,3-2-2-15,-1-4-1 0,4-3 1 16,-2-4 1-16,0-4 0 15,4-3 0-15,-2-4 4 16,3 0 4-16,0-8-5 16,-1-8-1-16,3-4-1 0,-1-4-2 15,-2-2 1-15,-2-2-3 16,-2 3 1-16,-2 3 0 16,-2 7 1-16,-1 4 0 15,-2 6 13-15,-2 5 0 16,0 1-24-16,0 16 5 15,0 6 2-15,2 4 3 0,3 6-1 16,5 1 1-16,1 1-9 16,4-2-30-16,3-5-56 15</inkml:trace>
  <inkml:trace contextRef="#ctx0" brushRef="#br0" timeOffset="93465.13">14480 14659 121 0,'0'0'17'0,"0"0"-27"0,0 0 10 0,59-1 5 0,-30-6 1 16,3-3 1-16,7 0 1 15,5-1 3-15,4-2 1 16,3-1 3-16,1-2-1 15,2 3-6-15,-1-1-3 16,1 3-1-16,-4 1-2 0,-4 4 1 16,-3 2 1-16,-7 3-1 15,-5 1-1-15,-11 0-4 16,-4 1-16-16,-8 3-24 16,-8 2-22-16</inkml:trace>
  <inkml:trace contextRef="#ctx0" brushRef="#br0" timeOffset="93692.49">15233 14418 229 0,'0'0'2'16,"0"0"-11"-16,46-4 3 15,-26 4 8-15,-5 11-4 16,-1 6-1-16,-3 7 4 15,-6 7 3-15,-1 5 0 16,-4 7 1-16,0 5 4 0,-9 2-3 16,-6 1-4-16,-3-4-21 15,1-5-41-15,3-12-44 16</inkml:trace>
  <inkml:trace contextRef="#ctx0" brushRef="#br0" timeOffset="94012.8">15733 14350 165 0,'0'0'5'15,"0"0"-2"-15,0 0 6 0,0 0 7 16,0 0 8-16,0 0-23 16,0 0 0-16,0 0 1 15,14 21 3-15,-14 12 0 16,-1 4-1-16,0 1-1 16,0-1 2-16,1-3-1 0,0-4-1 15,0-5-3-15,2-3-7 16,5-8-19-16,-1-4-30 15,3-9-11-15</inkml:trace>
  <inkml:trace contextRef="#ctx0" brushRef="#br0" timeOffset="94276.76">15902 14398 215 0,'0'0'7'16,"0"0"13"-16,0 0-22 0,0 0-1 15,-15 47 3-15,11-21-3 16,4-1 5-16,0-1-2 16,2-4-1-16,7-3 1 15,5-5 0-15,-1-5 1 16,2-6 0-16,-1-1-1 16,2-1 1-16,-4-11 0 0,-2-2-1 15,-4-3 5-15,-1-1-1 16,-5-1 0-16,0 2-2 15,-14 2-19-15,-10-1-55 16,-8 4-90-16</inkml:trace>
  <inkml:trace contextRef="#ctx0" brushRef="#br0" timeOffset="95352.07">13272 15297 89 0,'0'0'-2'0,"0"0"3"0,48 44 1 0,-23-30 3 15,2 1-1-15,2-3-1 16,2-3 3-16,1-1 2 0,2-6 1 16,2-2 4-16,1 0 7 15,4-6 0-15,3-7-5 16,3-4-6-16,0-3-2 16,2-5-3-16,1-2 1 15,-2-6 2-15,-1-1-1 0,0-4-3 16,-4-5 0-16,-1-4-1 15,-6-4 0-15,-5-3 5 16,-6-1 6-16,-4-1 2 16,-6-2-3-16,-6-1-3 15,-6-1-3-15,-3-3-3 0,-1 2 0 16,-15 0-2-16,-10 3 0 16,-4 3 0-16,-8 2 3 15,-6 6-3-15,-4 6 0 16,-3 1 0-16,-2 8-1 15,-3 3 1-15,0 5-1 16,-4 6 1-16,1 3-1 0,1 5 0 16,1 3 0-16,-3 3-2 15,2 4 2-15,1 0-3 16,1 0 0-16,-2 9 1 16,4 4 2-16,3 5-2 15,-1 3 0-15,6 6-1 0,1 6-2 16,1 5 3-16,5 5 0 15,1 4 2-15,5 4-2 16,3 5 0-16,2 6 0 16,3 3-1-16,3 1 0 15,0 0 2-15,3-3-1 0,2-4 0 16,3-2 1-16,3-6-1 16,4-4-1-16,4-3 0 15,3-1 1-15,1-4-1 16,10-2-2-16,5-3 3 15,2-5 0-15,6-4 1 0,2-5 0 16,4-4 0-16,6-2 2 16,-1-7 0-16,5-3 0 15,2-4 0-15,2 0 2 16,1-7 2-16,1-5-1 16,2-3-6-16,-4-3-30 0,-2-1-68 15</inkml:trace>
  <inkml:trace contextRef="#ctx0" brushRef="#br0" timeOffset="95885.48">13418 15415 216 0,'0'0'-7'0,"0"0"23"0,0 0 3 0,0 0-12 15,0 0-17-15,0 0 7 16,0 0-1-16,-13 57 5 16,14-27-5-16,6 5 2 15,-2 2 1-15,3 1 0 0,-3-1 3 16,4 0 0-16,-5 0-1 16,-1-3 1-16,-1 0 0 15,-1-5-1-15,0 0-1 16,-1-3-14-16,0 0-27 15,-1-5-33-15</inkml:trace>
  <inkml:trace contextRef="#ctx0" brushRef="#br0" timeOffset="96071.06">13413 15965 7 0,'0'0'152'16,"0"0"-118"-16,0 0 2 15,0 0-18-15,0 0-13 0,0 0-5 16,0 0-3-16,0 0 1 15,-2-13 2-15,13 10 2 16,2-2 0-16,5-1 0 16,0-1 0-16,-2-2-3 15,2-1-28-15,-1 0-44 0,-3-2 11 16</inkml:trace>
  <inkml:trace contextRef="#ctx0" brushRef="#br0" timeOffset="96162.5">13576 15814 95 0,'0'0'1'0,"0"0"-1"16,0 0-10-16,0 0-20 16</inkml:trace>
  <inkml:trace contextRef="#ctx0" brushRef="#br0" timeOffset="96468.64">13153 16267 185 0,'0'0'4'0,"0"0"-10"0,0 0-9 16,0 0 13-16,20 37 3 16,-11-18 0-16,0 2 3 15,0 3 0-15,0 1 2 16,-5 1-3-16,-2 0-18 0,-2-2-21 16,0-6-21-16</inkml:trace>
  <inkml:trace contextRef="#ctx0" brushRef="#br0" timeOffset="96696.1">13157 16547 92 0,'0'0'61'0,"0"0"-63"16,0 0 0-16,0 0-1 15,0 0 16-15,0 0 2 0,48-20-7 16,-33 10-1-16,3-3 0 15,1-1-4-15,2-3 1 16,4 2-2-16,-3-1 1 16,2 0-2-16,-3 4-8 15,-3 0-30-15,-7 3-16 16,-6 2-59-16</inkml:trace>
  <inkml:trace contextRef="#ctx0" brushRef="#br0" timeOffset="96894.84">13106 16462 176 0,'0'0'8'0,"0"0"36"16,0 0-31-16,0 0 0 16,0 0-2-16,-24-46-10 0,37 27 0 15,3-3 0-15,5-1 0 16,5-2 0-16,3-1-9 15,0-2-56-15,-2-2-47 16</inkml:trace>
  <inkml:trace contextRef="#ctx0" brushRef="#br0" timeOffset="97370.45">13461 16280 198 0,'0'0'4'0,"0"0"2"16,0 0-5-16,0 0 2 16,0 0 2-16,0 0-1 15,0 0 2-15,0 0 6 16,0-10 0-16,0 4-6 16,0-1-6-16,1 0 5 0,5 1-3 15,2 0 0-15,0 2-2 16,1 3-1-16,5 1-5 15,-4 0-4-15,2 7-1 16,1 3 2-16,-2 2 8 16,-1 1-5-16,-3-1-8 0,-3-1-4 15,0-2 3-15,-4 2-22 16,0-2 24-16,0-2 17 16,0-3-3-16,0-4 2 15,-2 0 11-15,-1 0 15 16,3-7-20-16,0-6-1 15,0-3-8-15,0 1 0 16,1-3-1-16,3 1 1 0,1 1 0 16,3 3 6-16,0 0-5 15,2 5 1-15,-1 4-1 16,5 2-2-16,-1 2-2 16,5 0-2-16,-2 10-2 0,0 4 7 15,-2-1-47-15,0-3-16 16</inkml:trace>
  <inkml:trace contextRef="#ctx0" brushRef="#br0" timeOffset="97600.56">13889 16105 218 0,'0'0'-1'0,"0"0"3"0,0 0-4 0,0 0-2 15,0 0-8-15,0 0-7 16,0 0 19-16,31 43 16 16,-26-16-10-16,1 0-1 15,1 4-3-15,-2-2 0 16,1 0 0-16,-1-3-13 0,-1-5-33 16,-2-2-3-16,-2-4-9 15</inkml:trace>
  <inkml:trace contextRef="#ctx0" brushRef="#br0" timeOffset="97899.54">13938 16094 168 0,'0'0'10'0,"0"-43"11"15,3 25-3-15,3 1-9 16,0 3-3-16,-1 2-1 0,4 5-1 15,-4 1-4-15,1 2 0 16,2 4-2-16,1 0 0 16,1 0-1-16,-2 10 0 15,0 1-6-15,1 4-7 0,-3 2 9 16,-3 0 13-16,-2-3-6 16,-1 3 0-16,0-3 3 15,-3-1-2-15,-2-2 2 16,-4-1-3-16,4-3 1 15,3-2-8-15,-2-5-21 0,3 0-42 16</inkml:trace>
  <inkml:trace contextRef="#ctx0" brushRef="#br0" timeOffset="98489.77">14155 15952 189 0,'0'0'19'0,"0"0"-8"15,0 0-15-15,0 0-3 16,0 0-3-16,0 0-1 16,0 0 20-16,36 37-6 15,-30-24-1-15,-1-2 0 0,1 0 0 16,1-2-1-16,0-5 1 16,-1-1-8-16,-1-3 7 15,1 0 0-15,-1-4 4 16,-1-8-1-16,1 1 0 0,-3-2 0 15,1-1 1-15,0 1 4 16,2 2-4-16,-2 3-2 16,2 0 1-16,1 5-4 15,-1 2-3-15,3 1-2 16,-1 0 0-16,4 0-1 16,-2 4 3-16,-1 2 2 0,2 0 1 15,-1-2 1-15,-2 1 0 16,1-4 0-16,-2-1 1 15,2 0-3-15,-5 0 2 16,-1-3 1-16,0-7 3 16,-2-2-2-16,0-3-1 0,0-2 0 15,0-4 2-15,-1-2-2 16,-3-1 2-16,0-1-1 16,-2 1 0-16,0 3 2 15,2 4 5-15,0 4 0 16,1 3-1-16,1 6-5 0,0 4-3 15,2 0-6-15,0 4-13 16,0 13 7-16,4 3 11 16,3 7 1-16,3 1-2 15,1 2 1-15,3-1 0 16,0-1 1-16,-1-4 0 16,-1-2-3-16,1-3-30 0,-6-3-18 15,0-7-10-15,-2-5-21 16</inkml:trace>
  <inkml:trace contextRef="#ctx0" brushRef="#br0" timeOffset="98668.45">14461 15860 229 0,'0'0'8'0,"0"0"4"0,0 0-8 16,19-49-1-16,0 32-3 0,1-3 0 15,0 1-8-15,1 3-17 16,-1 5-9-16,-5 5-13 16,-7 4 2-16</inkml:trace>
  <inkml:trace contextRef="#ctx0" brushRef="#br0" timeOffset="99094.82">13620 16680 139 0,'0'0'5'0,"0"0"-5"16,0 0 2-16,50-25 6 16,-21 10-2-16,2-3-1 15,4-4 3-15,6-4 4 16,6-2-2-16,0-2-4 15,7-3-3-15,2-1-1 0,1 1 1 16,2 3-2-16,-6-1 0 16,0 6-2-16,-2 1-5 15,-7 5-9-15,-2 4 4 16,-6 3-9-16,-9 6-15 16,-7 4-10-16,-9 2-26 15</inkml:trace>
  <inkml:trace contextRef="#ctx0" brushRef="#br0" timeOffset="99379.63">13817 16751 73 0,'0'0'-7'16,"0"0"27"-16,0 0-11 0,0 0-5 15,0 0 11-15,0 0-3 16,0 0-6-16,0 0 13 16,44-61 3-16,-3 30 5 15,6-3-15-15,7-1-5 16,4-1-3-16,0 0-3 16,3 1 0-16,1 3 0 0,-1 3-3 15,-2 1-11-15,-1 4-16 16,-4 3-7-16,-10 3-9 15</inkml:trace>
  <inkml:trace contextRef="#ctx0" brushRef="#br0" timeOffset="100526.78">14116 15465 77 0,'0'0'7'0,"-57"0"8"0,30 0 0 0,0 0-6 0,0-6-5 0,0-1 3 15,-2-1 0-15,0 0 4 16,-4 0-3-16,-3 2 10 16,-2 0-3-16,-3 2-12 15,-1 4-3-15,-4 0 2 0,0 0-2 16,2 6 0-16,-1 5 0 15,-3 3 0-15,-2 4 0 16,-2 1 1-16,-1 5-2 16,-3-1 1-16,0 7 2 15,0 0-1-15,0 6-2 0,1 3 3 16,3 4-3-16,-1 2 1 16,6-1 1-16,4 3-1 15,7 3 0-15,7 1 1 16,4 2-1-16,8 4-1 15,5 4 1-15,10 2-3 0,2 1 2 16,4 3 1-16,15 4-3 16,6 0 0-16,10 0 1 15,9 3-1-15,8-5 0 16,8-2-4-16,7-4 0 16,5-8 2-16,6-4 13 0,3-5-6 15,-3-7 5-15,3-6 2 16,-1-6 5-16,1-6-3 15,1-5 4-15,-4-5-5 16,3-8 2-16,1-3 10 16,-1-5-13-16,-1-15 2 15,-2-10-2-15,1-11-4 0,2-9 1 16,-2-9-2-16,0-9-1 16,-3-7-2-16,0-7 2 15,-4-5-3-15,-6-1-1 16,-8-8-2-16,-6-2-3 0,-14 0 2 15,-11 2-1-15,-12 3 0 16,-12 2 4-16,-4 9 2 16,-20 5 0-16,-11 7 2 15,-10 6 7-15,-9 7 4 16,-9 5 1-16,-11 5-3 16,-8 7-3-16,-9 8-6 0,-10 7-1 15,-12 11-3-15,-11 11-3 16,-11 3-8-16,-9 24-9 15,-13 9-10-15,-8 13-53 16,-8 5-63-16</inkml:trace>
  <inkml:trace contextRef="#ctx0" brushRef="#br0" timeOffset="102547.06">13526 14055 64 0,'-6'-7'5'0,"0"2"12"0,1-1-11 0,-1-1-4 0,2 3-2 16,0-3 1-16,0 1 1 16,0 1 2-16,-1-2 4 15,1 1 2-15,-2-3-1 16,0 3-1-16,0 1-6 0,1-1 0 16,-3 5-1-16,1-1-2 15,-3 2-6-15,-2 0 0 16,0 0 3-16,-1 2 2 15,-2 2 2-15,-2 3-1 16,-3 0 1-16,-2 3-2 16,-2 1 2-16,-1 1 0 0,2 1 0 15,-2-1 0-15,3 1 0 16,0-1 0-16,0 2 0 16,2 1-1-16,-2 1 1 15,1 2-5-15,-4 1-5 0,2 2 5 16,-2 2 1-16,2 1 4 15,-2 2 0-15,3 0 0 16,0 0-1-16,1 3 2 16,0-2-1-16,1-2 0 15,3-1 0-15,2 0 0 16,1-2 3-16,5-1-1 0,-1 2-2 16,3 0 0-16,-2 2 2 15,2 1-4-15,-1 2 4 16,3 3-2-16,0 2-2 15,2 2 4-15,2 0-2 0,1 2 0 16,0 0 0-16,1-1 0 16,9-4 0-16,-1 0 0 15,3-3-2-15,2-4-1 16,2-1 1-16,2 0 2 16,-1-5 2-16,4 2-5 0,-1-3 3 15,5 1-2-15,-1-4 3 16,5 0 3-16,2 1-3 15,-1-1-1-15,3 2 0 16,2 1 0-16,2-1 0 16,1-2 1-16,2 2-1 15,3-5 1-15,1-1-2 0,2-6 5 16,-2-5 3-16,3 0-3 16,-3-2 0-16,1-7-2 15,4-4 2-15,-1-2-2 16,3-5 0-16,2-3 0 0,-1-4 0 15,-3-3 2-15,0-4-2 16,-5-5 3-16,-1-3-3 16,-5-3 2-16,-6-2-3 15,-2-3 2-15,-4-4 1 16,-3-2 7-16,-7-1 0 16,-5-2-1-16,-8 0-1 0,-3 0 4 15,-3 3 0-15,-16 1 0 16,-10 3-5-16,-3 4-1 15,-10 7 2-15,-3 4 2 16,-7 7-8-16,-1 12-3 16,-12 5-25-16,0 7-70 0</inkml:trace>
  <inkml:trace contextRef="#ctx0" brushRef="#br0" timeOffset="106949.2">16212 14319 38 0,'0'0'87'0,"0"0"-86"16,0 5-7-16,-8 8 5 0,-1 3 1 16,-3 5-3-16,1 2-1 15,1 1 2-15,2-1 3 0,5-1 0 16,3-4-1-16,0-2 1 15,0-3-1-15,9-6 1 16,2-2 0-16,5-4 0 16,1-1 2-16,2-3-1 15,3-7 0-15,-1-5 1 0,2-1 0 16,-1-2 2-16,-2-4-2 16,-1 1 5-16,-3-2 5 15,-5 0-1-15,-3 1 4 16,-8 0 1-16,0 5-4 15,-4 0-3-15,-9 6-4 16,-5 2-4-16,-1 5-4 0,-3 4 2 16,-3 4-1-16,1 9-16 15,-1 6-18-15,2 2-16 16,4-4 1-16</inkml:trace>
  <inkml:trace contextRef="#ctx0" brushRef="#br0" timeOffset="107390.78">16658 14215 110 0,'0'0'2'0,"0"0"3"0,0 0 3 0,0 0-7 16,-40 17-2-16,20-1 0 16,3 5 0-16,0 0 2 15,1 5-2-15,5-2-1 16,1-3 1-16,9 0 2 16,1-5-2-16,0-2 1 0,2-5 1 15,9-3-1-15,3-4 1 16,0-2 0-16,4-3 0 15,3-5 2-15,-2-6-1 16,3-2 1-16,-3-1 0 16,-1 0 2-16,-5 0 4 0,-2-2 3 15,-5 1 5-15,-4 1 4 16,-2 3-4-16,-2 0-6 16,-7 2-7-16,-5 5 0 15,0 3-5-15,-3 4-8 16,-2 0-14-16,1 7-8 15,-1 4-21-15,0-1-33 0</inkml:trace>
  <inkml:trace contextRef="#ctx0" brushRef="#br0" timeOffset="107853.45">16879 14141 104 0,'0'0'-3'0,"0"0"1"0,0 0-3 0,-45 31-1 15,31-14 4-15,4 2-1 16,1-1 4-16,0 4 1 16,5-1-1-16,4-1 1 15,0-2-2-15,3-2 1 16,8-2-1-16,4-4 2 0,3-6-2 16,1-2 2-16,1-2-2 15,3-2 5-15,-3-6 3 16,1-5 2-16,-2-3-1 15,-1-1 0-15,-2-3 3 16,-5 0 1-16,-4-1 2 16,-3 0-3-16,-4 1-1 0,0 2-5 15,-6 2-1-15,-5 2-1 16,-5 4-5-16,0 5 4 16,-4 3-19-16,2 2-23 15,0 0-21-15</inkml:trace>
  <inkml:trace contextRef="#ctx0" brushRef="#br0" timeOffset="108380.64">17295 14189 81 0,'0'0'0'0,"0"0"3"0,0 0 2 15,0 0 0-15,0 0-7 16,0 0 7-16,0 0-5 16,0 0 3-16,0 0 3 15,56-14 0-15,-29 4 2 0,4 0-3 16,7 0 2-16,2-1 1 16,0 1-1-16,3-3-4 15,1 2 0-15,2 0-1 16,0-1 3-16,2 1 0 15,0-2-3-15,0 3 1 0,-2-1-2 16,-1-2 1-16,-2 1 0 16,-1 1-1-16,-2-2 0 15,0 1-1-15,-2 0 2 16,-5 1-1-16,-3 2 1 16,-3-1-1-16,-3 3-1 0,-6 0 0 15,-6 4-4-15,-4 1-15 16,-5-1-17-16,-3-2-22 15</inkml:trace>
  <inkml:trace contextRef="#ctx0" brushRef="#br0" timeOffset="108735.73">18133 13752 38 0,'0'0'18'0,"0"0"-1"0,0 0-1 0,0 0-5 0,0 0-3 16,0 0-2-16,0 0-5 15,0 0-2-15,0 0 0 16,0 0 1-16,0-4 0 0,0 4 0 16,0 0 1-16,0 0 4 15,0 0 4-15,0 0-1 16,0 0-5-16,0 0-2 16,0 0-1-16,0 0-1 15,2 0-19-15,-2 0-38 0</inkml:trace>
  <inkml:trace contextRef="#ctx0" brushRef="#br0" timeOffset="110401.49">16948 14147 69 0,'0'0'8'0,"0"0"3"0,0 0-5 0,0 0-3 15,0 0-1-15,0 0 0 16,0 0 1-16,-38 5 0 0,34-2-1 16,0 0-1-16,2 0 0 15,-1 1-1-15,1 2 0 16,-3 0 1-16,2-1-2 15,1 2 1-15,0 2-1 16,0-2 0-16,0 0 2 0,-2 0-1 16,1-1 0-16,0 1 0 15,0-1 0-15,-1-1 1 16,1 3-1-16,-1-1 0 16,1 1 0-16,-1-1 1 15,0 0-2-15,2 2 2 16,-1-1-1-16,1 0 0 15,-2 1 0-15,3-5 0 0,0 1 0 16,1-4-1-16,0-1 1 16,0 0 1-16,3 0 2 15,4-5 1-15,-1-3-2 16,2-1-1-16,-1-1 0 0,-1 1-1 16,-4-1 1-16,0 3-1 15,-2 1 5-15,0 3 5 16,0 3-2-16,-1 0-5 15,-4 3-4-15,-7 10-2 16,1 3 1-16,-1 1-2 16,-1 3 3-16,2 0 0 0,3-1 1 15,-1-3 0-15,5-3 0 16,3-4 0-16,-1-2-1 16,2-5 2-16,0-2-1 15,3 0 1-15,4-8 0 0,2-2 0 16,1-3 0-16,1-2 1 15,-3-1-2-15,2-1 1 16,-1-2-1-16,0 1 1 16,-2 1-2-16,0 1-6 15,-3 4-1-15,0 3 2 0,-4 3 5 16,0 6-2-16,0 0 0 16,0 0 1-16,-6 4 0 15,-1 7 1-15,-1 2-1 16,0 2 1-16,0-1 0 15,3 0 0-15,-2-3 1 16,3-2-1-16,1 0 2 0,3-4-2 16,0-2-1-16,0-1 0 15,0-2 3-15,0 0 0 16,4 0 1-16,0-5 0 16,4-3 0-16,-2-2 0 15,1-3 0-15,-1-1 3 0,0 0-1 16,-2-2 2-16,-1 1 5 15,-3 0 2-15,0 4 0 16,0 0-4-16,0 3-4 16,0 3 1-16,0 2-1 15,-4 3 2-15,-1 0-9 0,-4 7 1 16,1 6-1-16,0 2-1 16,-2 3 2-16,2 0 1 15,1-1 1-15,3-3-2 16,0-3 1-16,3-3 0 0,1-3-3 15,0-2 3-15,0-3 1 16,7 0-1-16,-1 0 2 16,4-1-1-16,-3-6 0 15,0-3 0-15,1 1 0 16,-1-1-1-16,-1 0 2 16,0 1-1-16,-2 1-1 0,-1 1 0 15,0 3 0-15,-1 0-5 16,0 4-10-16,-1 0-25 15,0 0 14-15,-1 0-2 16,0 0-34-16</inkml:trace>
  <inkml:trace contextRef="#ctx0" brushRef="#br0" timeOffset="111057.8">16866 14276 33 0,'2'-3'1'0,"1"-1"0"0,0-1-1 0,-1-1 6 16,1 1 16-16,-3 2-1 15,2-1-4-15,-2 1-2 16,0 2-1-16,0-1-3 16,0 1-8-16,0 1-6 15,-2 0 2-15,-4 0-7 16,1 6 1-16,-3 1 5 0,2 3 1 15,-1 0 0-15,2 1 1 16,2 0 0-16,3-2-1 16,0 2-7-16,0-3-3 15,2-3 6-15,7-2-2 16,1-3 4-16,1 0 2 0,1 0 1 16,2-7-1-16,-3-2 1 15,3-2-1-15,-3 1 5 16,-1-3-1-16,0 2-2 15,-1-1 0-15,-4 0 2 16,-2 3-3-16,-2-1 1 0,-1 3 0 16,0 3-1-16,0 1 2 15,-5 3-2-15,-3 0 1 16,1 2-2-16,-5 6-1 16,3 2 1-16,1 1 0 15,-2 4 0-15,4 0-2 0,0-1 1 16,4 1 1-16,1-1-2 15,1-3 2-15,0-1-2 16,3-3-1-16,7 0 3 16,0-4-2-16,1-1-8 15,1-2-29-15</inkml:trace>
  <inkml:trace contextRef="#ctx0" brushRef="#br0" timeOffset="111290.69">17047 14234 64 0,'0'0'6'0,"0"0"3"0,0 0-6 0,-45 8-2 16,36 1-1-16,-1 0 0 0,4 3 0 15,0-1 0-15,2 0 0 16,4-2 0-16,0 2 0 15,0-3 1-15,8-3-1 16,1-1-3-16,1-1-12 16,2-3-26-16</inkml:trace>
  <inkml:trace contextRef="#ctx0" brushRef="#br0" timeOffset="111427.46">17050 14266 62 0,'0'0'1'16,"0"0"0"-16,0 0 1 16,0 0-9-16,-43-1-29 15</inkml:trace>
  <inkml:trace contextRef="#ctx0" brushRef="#br0" timeOffset="114929.69">13334 14175 66 0,'0'0'9'0,"0"0"-5"0,0 0 9 0,0 0 3 16,-20-43-5-16,15 35-5 0,1 0-2 16,-4 1 1-16,-1 1 1 15,-1 1-2-15,-2 0-2 16,-3 2 0-16,0 0 4 16,-3 3-6-16,-3 0-2 0,2 0 2 15,-3 2-1-15,2 3 0 16,0 1 2-16,1 1 0 15,-2 1-1-15,2 4 2 16,2 1-1-16,-4 2-1 16,3 4-3-16,-2 2-8 0,2 2-1 15,0 2 4-15,3 2 4 16,2 0 3-16,-3 3 1 16,5 0-1-16,1 1 0 15,1 0-2-15,3 1 1 16,2 1 0-16,0 1-1 15,4 0 2-15,0 1 1 0,0 3 0 16,0-1 0-16,4-1 0 16,0 4 0-16,0-2 0 15,1 0 0-15,1 3-1 16,0 1 1-16,2 2-1 16,1-2 0-16,2 1 0 0,5-3 2 15,3-5-1-15,4-2 0 16,4-6 1-16,4-4 1 15,2-3-3-15,5-5 0 16,1-4 1-16,3-4 0 16,3-5 5-16,2-2 5 15,1 0-5-15,0 0-2 0,-1-3-1 16,0-1 0-16,0-2-2 16,-2 1 1-16,2-1 0 15,-1-1 1-15,2-2 0 16,-2-4 0-16,1-4-1 15,-4-7 1-15,2-3 1 0,-8-7 4 16,-1-4-3-16,-4-6 0 16,-2-3 0-16,-6-3 2 15,-2-4-1-15,-9 0-1 16,-4 0 7-16,-5-3 1 16,-4-1 3-16,0 2-6 0,-15 0 3 15,-6 5 1-15,-5 1-4 16,-6 5-4-16,-6 2-3 15,-8 6-1-15,-6 6 8 16,-12 8-5-16,-7 13-12 16,-10 10-22-16,-12 6-30 0,-8 13-32 15</inkml:trace>
  <inkml:trace contextRef="#ctx0" brushRef="#br0" timeOffset="116590.12">13526 14192 81 0,'-9'-6'-15'0,"1"0"15"0,-4 3 0 0,0 0 1 16,-1 0 1-16,-2 1 0 16,-2 1 8-16,-3 1-4 15,-3 0-1-15,0 0-1 16,-1 0 0-16,-2 3-3 0,-1 6-1 16,2 2 1-16,0 3-1 15,-2 2 0-15,1-1 0 16,1 4 0-16,-1-1 0 15,2 1-1-15,2-2-1 16,-1 1-5-16,2 3 9 0,-2-1-6 16,2 1 13-16,2 2-8 15,-1 2-2-15,3 2 4 16,1 1-3-16,3 3 1 16,1 5-3-16,1-1 3 15,4 7-1-15,1-3 0 16,-1-1 0-16,6-1 0 0,1 0-1 15,0-3 2-15,1 2-1 16,10 1 2-16,-2 1 0 16,4 1 0-16,3 0-1 15,2 1 0-15,2-3 0 16,4-1 0-16,4-4 0 0,3-1-1 16,4-2 0-16,1-5-1 15,1-1-2-15,7-4-2 16,2-6 1-16,6-3 4 15,-2-6-4-15,3-4 8 16,3 0-3-16,0-4 1 0,0-6-2 16,4-3 1-16,0-5 1 15,-2-2-2-15,0-3-6 16,0-2 7-16,-2-5-1 16,-6-1 0-16,-2-5 0 15,-4-5 0-15,-4-3 1 0,-7 0 3 16,-6-5-1-16,-3 0 7 15,-9-2-4-15,-3 0 3 16,-9 1 3-16,-3 0 3 16,0 1-2-16,-7 1 5 15,-9 2 2-15,-6 3-14 0,-5 3 3 16,-5 2-1-16,-6 3-2 16,-4 2 8-16,-8 2-10 15,0 2 1-15,-6 3-5 16,-4 3 5-16,-1 1-5 15,-1 5 0-15,1 5 0 0,-3 3-3 16,1 5 5-16,-2 4-3 16,-2 5-4-16,-2 15-18 15,-1 9 15-15,-7 6-15 16,2 10-14-16,-3 7-23 16,2 5-3-16</inkml:trace>
  <inkml:trace contextRef="#ctx0" brushRef="#br0" timeOffset="117605.42">12119 15354 24 0,'5'7'-4'0,"5"-5"5"0,1-2-1 16,5 0-1-16,2-9 8 16,2-8 10-16,6-7 5 15,6-8-1-15,4-6-6 0,9-9 3 16,8-5-4-16,9-9-3 16,10-6-8-16,7-4-1 15,7-10-27-15</inkml:trace>
  <inkml:trace contextRef="#ctx0" brushRef="#br0" timeOffset="124174.94">16513 14356 31 0,'2'-5'4'0,"-1"1"3"0,-1 1 8 0,0 0 2 16,0 3 0-16,0 0-4 15,0 0-8-15,-1 0 6 16,-2 0-8-16,-1 3-3 16,0 3 1-16,0-2-1 15,2 3 0-15,1-3 0 16,1-1-1-16,0 0-1 0,0-3 1 15,0 0-2-15,0 0 15 16,7-3-3-16,2-8 2 16,6-3-2-16,2-3-4 15,5-3 0-15,0 0 1 16,-1 0-2-16,0 2 1 0,-3 6-4 16,-7 2 0-16,-4 3 0 15,0 3-1-15,-7 4-1 16,0 0-7-16,0 6-12 15,-11 6 31-15,0 5-4 16,-2 2-5-16,1-1 0 0,3-2-1 16,3 0-1-16,6-4-1 15,0-6-3-15,8-3-6 16,8-3 20-16,8-3-1 16,5-10-5-16,5-6 0 15,3-4-1-15,4-4 0 0,0 0-2 16,0 0 0-16,-2 1-1 15,-4 3 1-15,-1 5-1 16,-9 2-2-16,-7 7-18 16,-9 4-32-16,-9 4-34 15</inkml:trace>
  <inkml:trace contextRef="#ctx0" brushRef="#br0" timeOffset="124660.14">15974 14937 79 0,'0'0'23'0,"0"0"-3"0,0 0 16 0,0 0-12 16,0 0-8-16,0 0-8 16,0 0-3-16,0 0-13 15,0 0-6-15,0 0 2 16,0 0 6-16,-35 56 0 16,35-20 6-16,0-2 6 15,6 1-4-15,0-2 0 0,1-6 1 16,2-3 1-16,-1-4 0 15,-1-3 0-15,1-4-10 16,1-6-29-16,-2-5-15 16</inkml:trace>
  <inkml:trace contextRef="#ctx0" brushRef="#br0" timeOffset="125042.83">16156 14988 134 0,'0'0'2'16,"0"0"2"-16,0 0-5 16,0 0 4-16,0 0-5 15,0 0-3-15,-30 43-2 16,28-23 3-16,2-1 2 0,0-1 1 16,2-1-1-16,7-4-2 15,-1-2 3-15,3-2 4 16,1-3 2-16,-1-5-1 15,3-1 0-15,-3 0 3 16,3 0-3-16,-3-8 2 0,0-4-2 16,0-5 2-16,-4 0-2 15,1-4 0-15,-5-2-3 16,-2-1 3-16,-1-1-2 16,0 2 0-16,-3 3 0 15,-7 3-1-15,0 4 0 0,-4 6 1 16,-2 4 2-16,-1 3 2 15,1 4-5-15,0 9-3 16,3 5-3-16,0 1-26 16,4 1-19-16</inkml:trace>
  <inkml:trace contextRef="#ctx0" brushRef="#br0" timeOffset="125564.06">16511 14868 64 0,'0'0'7'0,"0"0"1"0,0 0 0 0,-43 16-6 16,31-6 1-16,3 1-1 16,3 2-2-16,-1 1 0 15,3-1-2-15,2 1 0 0,2 3 1 16,0 0-1-16,0 2 1 16,2-1-2-16,4-3 2 15,1-1 1-15,2-3 1 16,-1 0-1-16,2-5-1 15,-1-3 0-15,1-2 4 0,0-1 4 16,1 0 3-16,-1-3-1 16,-1-6-3-16,1-4 3 15,-5-1 3-15,2-2 8 16,-3-4-6-16,-3 1-3 16,-1-2-1-16,0 1 2 0,-5 0-1 15,-6-1-3-15,-1 1-2 16,-3 3-3-16,0 3-3 15,0 4-1-15,0 4-4 16,-1 6 14-16,3 0-23 16,2 3-49-16,-2 4-11 0</inkml:trace>
  <inkml:trace contextRef="#ctx0" brushRef="#br0" timeOffset="126089.15">17114 14927 13 0,'0'0'20'0,"0"0"-18"0,0 0 16 16,0 0 0-16,0 0-1 15,0 0-6-15,-38-5-4 16,36 4 2-16,-1-1 4 0,3 2 6 15,-2-1-7-15,2-1-9 16,0 1-2-16,0 1 1 16,7-2-2-16,4 0 0 15,4-2 1-15,4-2 3 16,4-3-3-16,5 0 0 0,2-4-1 16,5 0 0-16,3-3 1 15,6-1 0-15,3 2-1 16,5-1 1-16,-1-2-1 15,2 0 1-15,2 0-1 16,-4 2 2-16,0-1-2 0,-5 0 1 16,-2 2 0-16,-3 0 1 15,-4 4-1-15,-7 2 0 16,-6 1-1-16,-6 2-9 16,-9 1-49-16</inkml:trace>
  <inkml:trace contextRef="#ctx0" brushRef="#br0" timeOffset="126395.69">17835 14510 79 0,'0'0'4'0,"0"0"0"0,38-24-1 0,-24 17 2 0,0 3 0 15,2 0 2-15,-3 4-1 16,1 0-3-16,-2 8-2 16,0 8-1-16,-3 8-2 15,-3 7 2-15,-5 12 4 0,-1 9 0 16,-9 9 0-16,-14 12-1 15,-13 9-14-15,-11 5-25 16</inkml:trace>
  <inkml:trace contextRef="#ctx0" brushRef="#br0" timeOffset="127661.42">18312 14286 44 0,'0'14'6'0,"0"5"-5"0,0 5 5 0,0 4 3 0,0 4 2 16,-2 4 1-16,2 1-2 16,0 3-5-16,0-1 0 15,0 0-3-15,0-2-1 16,0-3 0-16,0-4 0 0,2-6 1 15,2-7-1-15,3-3-2 16,-3-9-13-16,2-5-72 16</inkml:trace>
  <inkml:trace contextRef="#ctx0" brushRef="#br0" timeOffset="128560.19">18590 14322 24 0,'0'0'27'15,"0"0"-20"-15,0 0 1 0,0 0-5 16,0 0 1-16,0 0 2 16,0 0 4-16,0 0-3 15,0 0 4-15,-43 25-7 16,34-25-1-16,-2 0-1 15,1 0-1-15,0 0 1 16,1 0-1-16,4-1 0 0,0-5 0 16,5-1 1-16,0-3-2 15,0 0 5-15,6-3-5 16,6 0 1-16,1-1-2 16,4 3 2-16,5 0-2 15,-4 3 1-15,4 1 0 0,-3 4 0 16,-2 3 0-16,-3 0-1 15,-3 5-1-15,-3 8-1 16,-4 6 1-16,-3 5 3 16,0 4 3-16,-1 1-1 15,0 2 1-15,0 1-2 0,0-2-1 16,-6-1 1-16,-1-2-1 16,-2 0-1-16,-2-3 1 15,-2-1 4-15,-4-3-1 16,2 0 2-16,-2-4 0 15,1-5-2-15,0 2 2 16,1-6-2-16,-1-3-2 0,3 0 1 16,2-4 0-16,-2 0 0 15,6-1 9-15,3-9-5 16,1 0 6-16,3-2-9 16,0-3-1-16,0 2 0 0,5-1-2 15,4 3 1-15,4 0-1 16,-2 2-1-16,2 1 0 15,-1 0-1-15,1 5 1 16,-1 1 0-16,0 2-2 16,0 0-1-16,3 0-1 0,-1 5-1 15,0 4 2-15,1-1 2 16,0 0 1-16,-1-1 0 16,0-2 0-16,-4 1 0 15,1-3 0-15,-1 0 1 16,-1-1 0-16,0-2 0 15,4 0 1-15,-2 0 1 16,-1 0 0-16,3-7-3 0,1-1-18 16,1-5-22-16,-2 0-10 15,-1-5-57-15</inkml:trace>
  <inkml:trace contextRef="#ctx0" brushRef="#br0" timeOffset="129270.7">18971 14182 44 0,'0'0'4'0,"0"0"10"0,0 0 0 0,0 0-3 15,0 0-4-15,0 0 2 16,-37-7-1-16,32 7 2 0,0 0-4 16,-1 0-1-16,3 2-4 15,-3 3-2-15,3 4 2 16,-1 1-1-16,-3 2 0 15,3 1 0-15,-3 3 0 16,3-1-1-16,1 0 1 0,3 0-2 16,0 0 2-16,0 1 0 15,0-1 0-15,0-1 2 16,5 0-4-16,1 0 4 16,1-2-2-16,2-1 0 15,-3 1 0-15,2-2 0 0,3-1 0 16,-4 1 0-16,3-2-3 15,0 1 1-15,-3-2 3 16,3-1-1-16,-1 0 1 16,1-2 0-16,-1-1 1 15,1-3-2-15,0 0 2 16,-1 0 3-16,1 0 5 0,0-6-5 16,-1-1 1-16,1-1-3 15,-2-1-1-15,1-1 3 16,1-1-1-16,-3-2-1 15,2-3 0-15,-4 2 3 16,1-3 3-16,-4 0-2 0,0-1 3 16,-2 0-1-16,0-3-1 15,0 1-1-15,-6-1-2 16,-2 1-3-16,-3 0-1 16,-1 2-2-16,-4 2 5 15,0 3-2-15,-4 2-1 16,-4 7-1-16,-9 4-2 0,-1 0-23 15,-4 8-40-15,-7 5-27 16</inkml:trace>
  <inkml:trace contextRef="#ctx0" brushRef="#br0" timeOffset="131584.74">19415 14215 72 0,'-2'0'15'0,"2"0"5"0,0-3-4 0,0 0-2 0,0-1 3 16,0 1 1-16,0-1-3 15,0 4-9-15,4-3-1 16,1 0-5-16,5 0 1 15,2-2-1-15,6-1 0 0,5-2 0 16,5-2 1-16,5-2-1 16,3 0 0-16,4-3 0 15,4-2 2-15,1 0 5 16,3-2 0-16,2-1-2 16,2-2-2-16,2-1-1 0,2-1 0 15,-2 0-2-15,-1-1 1 16,-1 2 1-16,-7 0-1 15,-1 3-1-15,-8 3 2 16,-3 2-1-16,-5 2 0 16,-4 3 0-16,-7 3 0 15,-3 1 0-15,-7 3-2 0,-3 0-10 16,-4 2-27-16,0-5-29 16</inkml:trace>
  <inkml:trace contextRef="#ctx0" brushRef="#br0" timeOffset="131854.98">20327 13685 113 0,'0'0'-5'0,"48"-14"14"0,-26 8 7 15,3 3 3-15,-1 3-4 16,-3 0-5-16,-2 0-5 15,-4 10-2-15,-2 3 0 16,0 4-2-16,-4 2 0 16,-2 2-2-16,-5 0 4 0,-2 1 3 15,0 2-5-15,-2-3 3 16,-8 0-5-16,-3-3-8 16,4-3-25-16,-2-8-15 15,4-4-61-15</inkml:trace>
  <inkml:trace contextRef="#ctx0" brushRef="#br0" timeOffset="132189.68">20844 13438 111 0,'0'0'15'16,"0"0"1"-16,0 0 21 0,0 0-18 16,0 0-7-16,0 0-13 15,0 0-5-15,0 0 1 16,0 0 0-16,-16 34 8 16,16-11-1-16,0 0-2 15,0-1 1-15,4 2 0 0,0-4 0 16,2-2 0-16,-1-2 0 15,-1-6 1-15,2 2 1 16,0-2 0-16,0-2 0 16,0-1 0-16,1-2-14 15,-1-4-25-15,2-1-18 0</inkml:trace>
  <inkml:trace contextRef="#ctx0" brushRef="#br0" timeOffset="132624.5">21044 13364 113 0,'0'0'6'16,"0"0"2"-16,0 0-6 0,0 0-2 15,-37 13 0-15,29 0 0 16,0-2 0-16,3 4 0 15,1-2 1-15,4 0 1 16,-2 0 0-16,2-2-1 16,0-1 1-16,3-1 1 15,8-1 4-15,-1-1 1 0,5-1 2 16,0-3-5-16,3 0 0 16,-2 1-3-16,2-2 4 15,-3-1-1-15,1 2 0 16,-6 0 0-16,0 0-3 15,-1 1-2-15,-6 1 0 0,0 1 0 16,-2 3-2-16,-1-1 2 16,0 1 0-16,-1 1 1 15,-7 1 1-15,-6 0 0 16,-2-1 3-16,-2 2-1 16,1-2-1-16,-3-2-1 0,3-1-8 15,3-2-21-15,3-5-22 16,3 0-46-16</inkml:trace>
  <inkml:trace contextRef="#ctx0" brushRef="#br0" timeOffset="132871.5">21055 13368 168 0,'0'0'-11'0,"0"0"19"0,0 0 1 0,38-28-5 16,-26 21 0-16,2 1-2 15,0 0 0-15,1 0 0 16,-1 0-1-16,3 0 0 0,3 0-1 16,1-1 0-16,3 0-16 15,-1 1-21-15,-1-2-1 16,1 0-44-16</inkml:trace>
  <inkml:trace contextRef="#ctx0" brushRef="#br0" timeOffset="133277.22">21400 13219 86 0,'0'0'8'0,"0"0"8"16,0 0-6-16,0 0-13 16,0 0 8-16,0 0-4 15,0 0 1-15,0 0 1 0,-32 40 1 16,24-24-2-16,3-2 0 15,-1 0 1-15,2 3-2 16,3-2 1-16,1 1 0 16,0-1-1-16,0-1 0 15,4-1 1-15,5-1 1 16,1-2 4-16,3-2 1 0,1-2-1 16,0-3-1-16,3-3 0 15,-1 0 0-15,2 0-2 16,-1-4-1-16,0-3-1 15,-1-3 0-15,-1-1 1 16,-2-2 4-16,2-1 0 0,-3 0-1 16,-1-2 0-16,-3 0-2 15,-2-2-1-15,-4 2 0 16,-2-2-1-16,0-2 2 16,-5-1-2-16,-6 1-1 15,-4 1 0-15,-1 1 2 0,-3 2-3 16,-1 6 1-16,-2 5-6 15,-4 4-26-15,-1 1-41 16,-4 0-67-16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38:14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1460 4539 259 0,'0'0'17'0,"-24"-60"-11"0,14 36 16 0,5 0-11 0,1 4-5 16,2 2-4-16,0 4-1 15,2 3 0-15,-2 7-1 16,2 4 0-16,-5 0-14 15,-9 14-27-15,-3 12 30 0,-12 12 9 16,-11 12 2-16,-10 11 0 16,-6 6 1-16,-4 6-1 15,-2 4-2-15,5 5 4 16,3-5-2-16,8 1 3 16,8 1 0-16,7-3-3 15,11-4 0-15,7-6 1 0,13-7 1 16,0-9-1-16,13-7-2 15,12-11-1-15,10-6 2 16,3-7 2-16,7-4 0 16,2 1-1-16,2 2 1 15,-3 4 0-15,-5 9-2 0,-5 11 0 16,-13 10 0-16,-11 14 0 16,-12 15 2-16,-4 13 0 15,-21 7 0-15,-6 7 2 16,-7 1 0-16,3-5-3 15,3-12 3-15,8-8 0 16,13-13-3-16,11-11 0 0,6-11 1 16,21-3-4-16,9-5 2 15,6-1-1-15,8 0 2 16,2 6 1-16,0 8 1 16,-4 16-3-16,-8 14-1 0,-9 25 0 15,-13 25 0-15,-18 28-1 16,-9 17-22-16,-23 11-72 15</inkml:trace>
  <inkml:trace contextRef="#ctx0" brushRef="#br0" timeOffset="542.29">1196 8792 297 0,'0'0'-43'0,"-44"40"44"0,19-14-1 0,2 5-1 16,-1 2 1-16,4 6 1 15,-3 1-1-15,3 1 0 16,3 1 1-16,-1-4-1 15,3 4 1-15,3-3-1 16,5-2 1-16,5 2-1 0,2-3 0 16,8 1-1-16,15-2 3 15,11 2-5-15,3 0 1 16,6 3 3-16,2 6 3 16,-3 10-4-16,-6 11 0 15,-8 10 0-15,-7 15 8 0,-9 12 1 16,-10 5 1-16,-2 3-2 15,-5 2-1-15,-2-6 1 16,3-10 0-16,4-13-5 16,6-10 0-16,21-9-1 15,16-12 3-15,8-6-5 16,14 2 0-16,9 2 1 0,2 5 2 16,-7 20-2-16,-11 21-1 15,-19 24-1-15,-22 24-11 16,-17 22 21-16,-27 19-10 15,-17 16 1-15,-10 3 0 16,2-2 1-16,6-9-1 16,14-13-42-16,12-23-89 0</inkml:trace>
  <inkml:trace contextRef="#ctx0" brushRef="#br0" timeOffset="19855.84">11497 14434 83 0,'72'-16'4'0,"-3"0"0"0,-4 2 2 0,-3 4-1 0,-4 3-4 15,-6 4-1-15,-3 3 1 16,-10 0-1-16,-2 7 0 16,-9 5 0-16,-7 3-1 15,-7 3-6-15,-10-2-45 16</inkml:trace>
  <inkml:trace contextRef="#ctx0" brushRef="#br0" timeOffset="20382.48">10715 14526 137 0,'0'0'2'16,"0"0"1"-16,0 0 3 0,0 0-3 15,-23-42-1-15,21 36 2 16,0 1 4-16,0 1-3 16,2 3 3-16,0-1 0 15,0 2-3-15,0 0-4 0,6 0-5 16,8 0 0-16,6 0 6 16,6 2-2-16,8 1 1 15,7 1-1-15,6-3 0 16,10 2 0-16,7-3-1 15,7 0 4-15,9 0-2 16,3-7 0-16,7-3 1 0,2-4 5 16,4 0 7-16,4-2 0 15,0-1-1-15,-4 2-7 16,-7 0-3-16,-5 2-2 16,-9 5 0-16,-14 2-1 15,-7 6 1-15,-11 0-1 0,-10 13-2 16,-14 6-17-16,-15 3-35 15,-4 4-23-15</inkml:trace>
  <inkml:trace contextRef="#ctx0" brushRef="#br0" timeOffset="20838.54">11336 14827 132 0,'0'0'-3'0,"0"0"7"0,0 0-2 0,0 0 2 0,-13-40 8 15,11 36 16-15,0 1-3 16,0 0-6-16,0 3-5 16,-1 0-9-16,2 4-10 15,-1 9 5-15,0 7-5 16,-2 10 4-16,0 4 1 0,1 10 1 15,1 5 1-15,2 3-1 16,0 0 0-16,0 1 0 16,0-2-1-16,0-4 1 15,0 0 0-15,-4-4-1 16,-1-2-4-16,-4-6-25 0,0-3-23 16,-1-10-29-16</inkml:trace>
  <inkml:trace contextRef="#ctx0" brushRef="#br0" timeOffset="21058.34">11131 15472 182 0,'0'0'4'16,"0"0"-3"-16,0 0 0 15,0 0-1-15,0 0-2 0,0 0 2 16,0 0 0-16,0 0-3 15,0 0 4-15,32 44 0 16,-13-34-3-16,-3-4-19 16,2-2-5-16,0-4-6 15,-1 0-2-15,-3-4-17 16</inkml:trace>
  <inkml:trace contextRef="#ctx0" brushRef="#br0" timeOffset="21149.87">11289 15465 49 0,'0'0'53'0,"0"0"-26"16,0 0-14-16,0 0-16 15,-38 15 2-15,23 18-3 16,-6 11-20-16,2 4-86 0</inkml:trace>
  <inkml:trace contextRef="#ctx0" brushRef="#br0" timeOffset="21514.06">10979 15983 46 0,'0'0'18'15,"-47"44"7"-15,26-17-2 0,2 3-2 16,2 1-10-16,4 3-5 16,5-2-2-16,3-4 2 15,5-4 1-15,0-3-1 16,9-5 0-16,4-3-1 16,8-5 0-16,-1-5 5 0,6-1-6 15,3-2-1-15,-1-2 0 16,1-11-3-16,2-4-22 15,-4-7-45-15,-3-4-46 16</inkml:trace>
  <inkml:trace contextRef="#ctx0" brushRef="#br0" timeOffset="21978.07">11187 15969 162 0,'0'0'6'0,"0"0"-6"16,0 0 0-16,-32 57 2 0,26-33-2 15,1 3 1-15,3 0 0 16,2 0 2-16,0-2-2 16,0-2 0-16,0-3-1 15,0-6 1-15,2 0 0 16,-2-5 0-16,0-5-1 0,0-4 2 16,0 0 3-16,-2 0-1 15,-6-11-3-15,0-5 5 16,1-4-2-16,-2-1 3 15,5-2-5-15,0 1-2 16,2 3 0-16,2 8 1 0,0 2 2 16,0 5-1-16,2 3-4 15,6 1 1-15,4 0 2 16,8 4-1-16,-3 3 0 16,6 1 0-16,1 1-1 15,2-2 1-15,-1-3 0 16,0-4-1-16,-4 0 0 0,-1 0 0 15,-5-9-5-15,-5-3 6 16,-5-5 13-16,-3 0 20 16,-2-4-10-16,0-3-15 15,-7-1-2-15,-3 0-3 16,-1 3-2-16,1 3 0 0,0 4-3 16,1 5-8-16,3 5-22 15,0 1-54-15</inkml:trace>
  <inkml:trace contextRef="#ctx0" brushRef="#br0" timeOffset="22454.28">11513 15898 180 0,'0'0'-3'0,"0"0"4"0,0 0 4 0,8 50 1 0,-7-28 0 16,-1 4-1-16,0 1-2 15,0 1 0-15,0-2 0 16,0-4 1-16,0-2 0 16,-2-3-2-16,1-4 0 15,0-6-1-15,0-1 0 0,-3-6 1 16,-2 0 11-16,1 0 3 16,-5-10-2-16,2-4-6 15,-1-5-3-15,-1-2-2 16,4-3 4-16,1-2-4 15,2 2-2-15,1 5 1 16,2 2-2-16,0 2 0 0,0 9 0 16,10 1 0-16,2 5-3 15,3 0 2-15,3 0 0 16,2 0 0-16,3 0 1 16,1 0 0-16,-6 0-1 15,4 0 0-15,-5-3 1 0,0-4 0 16,-5-3 0-16,-2-3 3 15,-5-4 2-15,-1-1 13 16,-4-4-3-16,0-1-6 16,0-2-4-16,-6 2-3 15,-3-1-2-15,-1 9-2 16,-5 5-15-16,-3 8-33 0,-2 2-43 16</inkml:trace>
  <inkml:trace contextRef="#ctx0" brushRef="#br0" timeOffset="22734.87">11257 16399 205 0,'0'0'4'0,"0"0"-2"0,0 0 0 0,0 0-2 16,0 0-1-16,0 0 8 15,0 0 17-15,42 10-2 16,-11-28-7-16,6-4-6 16,7-6-5-16,6-2-3 15,2-4 0-15,0-1 1 0,-1-1-2 16,0 3-2-16,-6 2 0 16,-4 7-11-16,-6 7-8 15,-12 7-27-15,-11 9-35 16</inkml:trace>
  <inkml:trace contextRef="#ctx0" brushRef="#br0" timeOffset="22923.94">11394 16492 135 0,'0'0'67'0,"0"0"-64"0,0 0-3 15,0 0-19-15,0 0 15 16,54-22 39-16,2-10-7 15,13-8-7-15,21-10-6 16,14-8-4-16,20-9-6 0,16-8-4 16,11-10-2-16,-1-8-96 15</inkml:trace>
  <inkml:trace contextRef="#ctx0" brushRef="#br0" timeOffset="43750.06">16073 11015 121 0,'0'0'0'0,"0"0"4"0,0 0-2 0,-14-40-1 16,11 32 0-16,1 1 0 16,-4 2-1-16,-1 4 3 15,-1 1-1-15,-4 0 2 16,-2 10 3-16,-4 2-3 0,1 8 0 16,-7-1-4-16,3 7 3 15,1-1-7-15,2 2 11 16,0-1-5-16,5 2 2 15,4-2 3-15,4 0 2 0,4 0-3 16,1-4-6-16,6-1 3 16,5-3 4-16,5-3-4 15,1-2 5-15,4-5 1 16,2-2 2-16,3-4-2 16,3-2-3-16,2 0 1 15,4-4-1-15,0-7 2 0,0-8-19 16,1-1-33-16,-3-8-39 15</inkml:trace>
  <inkml:trace contextRef="#ctx0" brushRef="#br0" timeOffset="44299.23">16375 10950 106 0,'0'0'5'0,"0"0"-1"0,0 0 3 15,0 0-7-15,0 0 0 16,-21 46-1-16,19-27 5 16,2 5 3-16,0 1-2 15,0 0-2-15,4-4 2 16,0 1-3-16,2-3-1 16,0-2 0-16,-4-4 0 0,0-1 1 15,-1-4 1-15,-1-1 2 16,0-4 0-16,0-3-2 15,-3 0 7-15,-5 0-2 16,0-10-4-16,-2-3-3 16,1-4 6-16,3-1-4 0,2-2 1 15,2 1-1-15,2 2-3 16,0 3 2-16,0 4-1 16,5 2 2-16,2 5-2 15,3 3-1-15,2 0-1 16,4 0-2-16,4 4-3 0,-2 6 3 15,4 0 4-15,0 1-1 16,-2-1 0-16,-2-2 0 16,-3-4 1-16,-1-2 0 15,-5-2 0-15,-2 0 8 16,-1-9 14-16,-1-4 11 0,-4-4-14 16,1-7-10-16,-2 0-4 15,0-6-1-15,0 0 1 16,0 2-5-16,-2 2 1 15,-1 6-2-15,0 4 0 16,1 8-1-16,2 8-10 0,0 0-55 16,0 4-26-16,0 5-3 15</inkml:trace>
  <inkml:trace contextRef="#ctx0" brushRef="#br0" timeOffset="44818.35">16775 10867 112 0,'0'0'78'0,"0"0"-78"0,0 0 2 0,0 0-3 16,0 0-5-16,39 0-7 0,-34 20 3 16,4 3 11-16,0 3 1 15,-2 2 0-15,3 2-1 16,-1-1 2-16,-3-1-1 15,-1-4 1-15,0-3-2 16,-3-7 1-16,-2-1-7 16,0-7-4-16,0-5-6 0,0-1 12 15,0-5 6-15,-4-8-4 16,-2-3 1-16,1-4 0 16,-2-2 1-16,2-3 1 0,3 0 0 15,0 2-1-15,2 0-1 16,0 8 4-16,0 2 13 15,0 4 5-15,0 5-8 16,6 4-13-16,6 0-2 16,-1 0 0-16,8 4-2 15,3 6 1-15,-2 0 2 0,4 0 0 16,-3-1 2-16,-2-2-2 16,-3-6 0-16,-5-1 1 15,-5 0 3-15,2-4 17 16,-8-12 15-16,0-4-11 15,0-4-7-15,-4-4-5 16,-4-2 0-16,-2-1-5 0,0 1-5 16,3 2-2-16,1 2-2 15,3 8-18-15,2 3-31 16,1 4-48-16</inkml:trace>
  <inkml:trace contextRef="#ctx0" brushRef="#br0" timeOffset="45636.97">17696 10897 82 0,'0'0'-1'0,"0"0"6"0,0 0-3 0,2-40 2 0,6 26 0 16,1-3 4-16,7-1 2 15,-1-3 4-15,6-2 4 16,4 0 1-16,6-3-6 0,2-1-7 16,3 1-4-16,4-3 2 15,5-1-3-15,4-2 0 16,5-2 0-16,4 1 4 16,7-3 0-16,4 3 1 15,5 1-1-15,3 2-3 16,-2 3-2-16,2 0 1 0,2 0-1 15,-2 3 1-15,2-1-2 16,-1 0 1-16,0 0 1 16,1 1-1-16,-3-2 0 15,-2 5 0-15,-5-1 5 0,-8 4-3 16,-4 1 0-16,-7 4 0 16,-8 5 0-16,-6 0-2 15,-10 4 0-15,-6 3-14 16,-6-1-10-16,-7 2-17 15,-7 0-4-15,0 0-15 0</inkml:trace>
  <inkml:trace contextRef="#ctx0" brushRef="#br0" timeOffset="45800.39">19542 9926 162 0,'0'0'-21'0,"42"0"32"0,-13 0 2 16,0 10-8-16,-2 11-4 16,-2 9 0-16,-12 11-8 15,-11 7-30-15</inkml:trace>
  <inkml:trace contextRef="#ctx0" brushRef="#br0" timeOffset="48490.14">16329 12378 244 0,'3'23'-2'0,"4"11"-9"0,6 9 4 16,5 11 8-16,2 8-1 16,4 10 0-16,1 3 1 15,-4 1 0-15,0 5 0 0,-3-3 0 16,-2-2 1-16,-2-9 1 16,-2-8-2-16,1-11-8 15,-3-12-19-15,-3-12-17 16,-5-13-13-16</inkml:trace>
  <inkml:trace contextRef="#ctx0" brushRef="#br0" timeOffset="49045.67">16331 12469 211 0,'-7'-41'7'0,"7"4"25"15,8 1-15-15,16 4-12 16,9 2-3-16,9 3-4 16,8 0 2-16,8 0 0 15,2 2-1-15,6-1-2 0,1 1-7 16,4-4-1-16,-1-1 4 16,0-4 4-16,-3-1 0 15,-1-2 3-15,-8 1 1 16,-2-1-1-16,-4 4 0 0,-8 1 0 15,-4 8 2-15,-8 3-3 16,-7 5 1-16,-6 9 0 16,-5 4-2-16,-6 3-9 15,-1 10-1-15,-2 11 3 16,4 9 10-16,-4 12 2 0,5 12-3 16,-1 9 3-16,2 10-2 15,2 6 0-15,1 9 0 16,0 0 0-16,-1-1 0 15,-1-2 0-15,-2-5 0 16,-5-8 1-16,2-12-2 0,-5-10 0 16,-2-12 0-16,0-10 0 15,-9-5 0-15,-6-2 4 16,-9 1 10-16,-6 0 1 16,-8 3-4-16,-7 4 3 15,-4 3-6-15,-5 3-4 16,0 2-2-16,-4 0-1 0,2-5-1 15,5-3 2-15,0-8-2 16,6-6 1-16,2-10-16 16,6-5-43-16,0-15-71 15</inkml:trace>
  <inkml:trace contextRef="#ctx0" brushRef="#br0" timeOffset="49343.98">16664 12083 221 0,'0'0'-6'0,"-4"-39"26"0,4 35-1 0,0 5-31 16,0 22 7-16,9 12-7 15,6 14 8-15,6 15 7 16,3 14 1-16,3 10-1 0,3 5 0 15,1 8 1-15,-1 0 1 16,-2-1 1-16,-3-6-1 16,-3-4-5-16,-6-14-11 15,0-19-8-15,-5-18 5 0,1-18 7 16,-3-17-24-16,-2-10 11 16,-2-24-10-16,-1-11-71 15</inkml:trace>
  <inkml:trace contextRef="#ctx0" brushRef="#br0" timeOffset="49828.49">16815 12182 198 0,'0'0'-7'0,"-32"-39"31"15,24 22-10-15,8-2 1 0,2-1-9 16,18-3-3-16,6-5-2 15,10-4 0-15,7-4-1 16,7 0 1-16,4-3-1 16,2-1 1-16,-2-1-1 15,3 1 0-15,-2 2 0 0,-2 4 0 16,-6 7-1-16,-2 8 1 16,-5 9-2-16,-4 10-2 15,-5 6-4-15,-1 15 4 16,-1 9-3-16,2 11 2 15,-2 7 2-15,1 12-2 16,2 11 6-16,2 9 1 0,-3 4 0 16,3 2 0-16,-3-2 0 15,-3-7 2-15,-1-15-4 16,-7-9 0-16,-3-12-2 16,-11-12 2-16,-5-7-1 0,-1-5-5 15,-11-1 5-15,-8-2 16 16,-10 3 1-16,-2 3-4 15,-7 4-8-15,-5 4-1 16,-3 2 0-16,-2 6-3 16,-5-1 0-16,-3-1-7 0,-4 0-12 15,-2-7-5-15,3-4-16 16,1-10 9-16,4-13-10 16</inkml:trace>
  <inkml:trace contextRef="#ctx0" brushRef="#br0" timeOffset="50069.94">16991 12590 244 0,'0'0'-31'0,"43"-30"33"0,-14 11-1 0,1 1 0 0,4-2 0 15,0-1 2-15,4-6-1 16,2 2 0-16,0-5-1 0,4 2 0 16,3-1 0-16,3 0-1 15,-1 3 0-15,-2-1-30 16,-9 2-76-16</inkml:trace>
  <inkml:trace contextRef="#ctx0" brushRef="#br0" timeOffset="50461.67">17110 11732 157 0,'0'0'5'16,"0"0"-13"-16,13 70 2 15,5-23 7-15,2 15 3 0,5 9 8 16,3 9-7-16,2 7 1 15,3 8 0-15,-2 0-1 16,-2-1-2-16,-1 2 5 16,-2-2-5-16,-7-5-2 15,0-9-16-15,-6-10-25 16,-3-14 14-16,0-15 4 0,-1-18-11 16,-1-20-19-16</inkml:trace>
  <inkml:trace contextRef="#ctx0" brushRef="#br0" timeOffset="51031.89">17185 11823 66 0,'0'0'132'0,"0"0"-135"15,1-44-2-15,19 26 5 16,11-2-4-16,4-6-3 16,9-2 0-16,6-5 0 15,4-2 5-15,2-6 2 0,2-1 0 16,2-3 2-16,-1-2-2 16,0-1 1-16,2-1 5 15,-5 3-2-15,-4 3-3 16,-5 7 0-16,-7 8 1 15,-8 12-2-15,-8 11 0 0,-5 5-3 16,-5 17-8-16,-1 15 7 16,-1 15 13-16,-1 13-6 15,0 11 9-15,2 14-6 16,3 8-2-16,4 2-2 16,3 4 0-16,4 1 0 0,2-4 2 15,2-4 1-15,-2-6-20 16,-1-7-8-16,-1-6 4 15,-5-11 6-15,-3-11 1 16,-4-11 5-16,-5-9 7 16,-4-8-2-16,-6-7 9 0,-3-5 37 15,-12-1 9-15,-7 1-23 16,-5-2-10-16,-9 6-11 16,-4 2-1-16,-5 3-1 15,-6 0-2-15,-1 4-2 16,-3 2 7-16,-2 2-8 0,-3 2-2 15,-3 1-8-15,1 1-28 16,0-7-38-16,1-2-5 16</inkml:trace>
  <inkml:trace contextRef="#ctx0" brushRef="#br0" timeOffset="51458.25">17570 11347 130 0,'0'49'-2'0,"4"14"3"0,7 16 2 0,5 12 6 16,4 12-4-16,3 8-3 15,5 7 0-15,2 1 0 16,1 1 1-16,1-1 3 16,-1-6-2-16,-2-9-3 0,-1-6-13 15,-4-13-8-15,-3-14 3 16,-3-14 0-16,-3-16-8 16,-2-15-15-16</inkml:trace>
  <inkml:trace contextRef="#ctx0" brushRef="#br0" timeOffset="51955.96">17556 11461 145 0,'0'0'-41'0,"2"-53"43"16,17 25-2-16,6 1 0 16,6 0 0-16,3-1-2 0,5 1 2 15,1 0 0-15,1 5 0 16,-2 1 0-16,0 5 2 15,-2 4-2-15,0 6 1 16,-5 6-1-16,-1 6-1 16,-7 19-1-16,-2 18-6 0,-4 15 3 15,-5 19 13-15,-4 19 0 16,-3 11 2-16,-4 12-2 16,-2 6 0-16,0 2 3 15,0-4-6-15,-2-9-1 16,-7-8 0-16,1-12-1 0,-3-16 2 15,-1-11-2-15,-1-13 0 16,1-10-1-16,-2-13 1 16,2-7 0-16,-1-7 1 15,4-7 0-15,-2-5 0 16,-3-5-10-16,0 0-42 0,-6-3-81 16</inkml:trace>
  <inkml:trace contextRef="#ctx0" brushRef="#br0" timeOffset="52462.15">17621 13047 62 0,'0'0'2'0,"16"65"17"0,-8-23-2 16,4 2 3-16,2 4-5 16,3-1 2-16,3 3-7 15,5-3-6-15,2-3 3 0,4-2 2 16,1 0 1-16,3-3-2 15,-2-5-4-15,3-4 0 16,-1-6-1-16,3-7-1 16,-1-8-1-16,3-9 1 15,4 0-1-15,0-16 0 0,0-7-1 16,3-5-12-16,-7-3-29 16,-6-2-40-16</inkml:trace>
  <inkml:trace contextRef="#ctx0" brushRef="#br0" timeOffset="52647.37">18394 13350 14 0,'0'0'128'16,"0"0"-107"-16,-37-34 20 15,29 25-17-15,2 2-8 16,4 4-7-16,0 2 0 16,2 1-7-16,0 0-9 15,2 12-1-15,5 13 0 0,1 13 3 16,1 19 3-16,-3 17 10 15,-4 20-8-15,-2 12-14 16,-15 6-99-16</inkml:trace>
  <inkml:trace contextRef="#ctx0" brushRef="#br0" timeOffset="58320.9">20962 8599 83 0,'1'11'-2'0,"1"5"2"0,-2 8 6 0,2 6 4 15,0 4-3-15,-2 3 1 16,1 1-5-16,0-1 2 15,-1 0-2-15,0-1 0 16,0-5-1-16,0-1 2 16,-1-3-2-16,-4-6 1 0,-3-1 0 15,-1-6-2-15,1-5-12 16,-2-9-20-16</inkml:trace>
  <inkml:trace contextRef="#ctx0" brushRef="#br0" timeOffset="58648.81">20874 8770 76 0,'0'0'3'0,"17"-43"1"16,-3 26-2-16,0-1-1 16,1 2-10-16,0 3-15 0,1 3 13 15,-5 0 11-15,3 2 3 16,-1-1 5-16,1 3 6 15,0-1 1-15,3 0-5 16,-2 0-2-16,1 3-4 0,0-2-1 16,0 5-2-16,-3-2-1 15,0 3 0-15,-2 0 0 16,-4 0 0-16,0 0 0 16,-4 0 0-16,0 0 0 15,-1 0 0-15,-1 0-1 0,-1 0 3 16,0 0-1-16,0 0 0 15,0 3-1-15,0-2-12 16,-7-1-53-16</inkml:trace>
  <inkml:trace contextRef="#ctx0" brushRef="#br0" timeOffset="59018.54">21165 8571 15 0,'0'0'4'0,"0"0"-8"0,0 0-11 0</inkml:trace>
  <inkml:trace contextRef="#ctx0" brushRef="#br0" timeOffset="59382.42">21165 8571 7 0,'0'0'16'16,"0"0"-3"-16,0 0-8 16,-6-29-2-16,8 25-2 15,-1 1 0-15,1 0 0 0,-1 2 1 16,-1-2 10-16,0 2 4 15,0 0-6-15,0-1 0 16,0-1 2-16,0 3-1 16,0-3 1-16,0 2 2 15,-1-1-6-15,-2 1-3 0,-1 1-3 16,-2 0-3-16,1 0 0 16,-5 0 1-16,1 4-1 15,-1 3 0-15,-2 1 1 16,1 4 0-16,-1 1-2 15,-1 4 2-15,1 1 0 0,0 4 2 16,3 2-4-16,1 2 1 16,3 2 1-16,3 3 0 15,2-1 1-15,0 4-1 16,0-3 2-16,0 1-1 16,0-4 1-16,2 0-1 0,0-2 1 15,-1-3 1-15,-1-3 1 16,0-3-14-16,0-6-26 15,-5-8-42-15</inkml:trace>
  <inkml:trace contextRef="#ctx0" brushRef="#br0" timeOffset="59800.73">20957 8799 91 0,'0'0'-2'0,"-6"-72"16"15,6 37 7-15,5-3-1 16,8 3-6-16,7 0-5 0,3 2 0 15,6 2-2-15,2 3 0 16,2 6 1-16,-1 2-6 16,-1 7 0-16,0 5-2 15,-4 5 0-15,-2 3-1 16,-1 0 0-16,-3 11 0 16,-6 8-7-16,-4 2 2 0,-3 6 4 15,-8 0 2-15,0 4 0 16,-9 0 0-16,-9 1 0 15,-9 0 0-15,-7 0 4 16,-5-3-2-16,-2 0 0 0,1-6 0 16,4-3 0-16,9-6-2 15,7-3 1-15,7-5 1 16,8-1-2-16,5 1 0 16,0 0 0-16,4 1 0 15,9 4 0-15,8-1 1 0,2 3 1 16,5 0 1-16,2-1 1 15,0 3-2-15,-1 0 0 16,-5 2-1-16,-1 1-9 16,-4 1-34-16,-2-3-12 15,-1-5-31-15</inkml:trace>
  <inkml:trace contextRef="#ctx0" brushRef="#br0" timeOffset="60313.82">21392 8976 204 0,'0'0'-6'0,"0"0"19"0,0 0-5 0,0 0-5 0,0 0 1 15,18-39-3-15,-10 22 1 16,-2 0-4-16,-2-1-2 16,-2-2-1-16,-2 0 2 15,0 0 2-15,-2 2 0 0,-5 3 0 16,-2 1 0-16,2 7 1 15,-1 6-3-15,0 1-2 16,0 8 3-16,-1 13 0 16,2 5-1-16,2 5 2 15,4 1 2-15,1-1 1 0,2-1 0 16,7-5 0-16,5-3 0 16,1-7 2-16,-1-6-3 15,3-5 1-15,1-4 0 16,-2-2 1-16,2-9-2 0,-1-6 1 15,1-1-2 1,-2-5 2-16,3-4 18 0,0 1-19 16,-3-2-5-16,0 4 4 15,1 1-1-15,1 4 0 16,-3 7 1-16,1 3-2 16,-1 6 2-16,0 3-2 0,-2 0 1 15,3 10-7-15,-5 4 2 16,-1 2 1-16,-4 4 4 15,-2-2 1-15,-4-2-1 16,0 1 2-16,-4-2-2 16,-9-1 3-16,-1-3 2 0,-1-1-8 15,2-8-45-15,3-2-37 16</inkml:trace>
  <inkml:trace contextRef="#ctx0" brushRef="#br0" timeOffset="60877.09">21863 8599 202 0,'0'0'4'0,"0"0"-4"0,52 9 0 0,-34 11 0 16,2 9-5-16,1 4 5 0,-4 3 3 15,0 1 3-15,-5-1-2 16,-2-6-2-16,-4-3-2 15,-6-7 0-15,0-4 0 16,-2-8-1-16,-9-6 3 16,-1-2 6-16,-5-9 2 0,1-8-2 15,-3-5-2-15,0-7-2 16,1-7-4-16,3-3 0 16,5-5-3-16,3-2-2 15,5 1 3-15,2 1 1 16,0 4-4-16,9 4 6 0,6 5 0 15,4 4 1-15,4 7-2 16,4 5 0-16,0 6-1 16,2 9 1-16,1 3-1 15,-1 18-1-15,0 6-4 16,0 10 1-16,1 3 1 0,0 4-3 16,4-3-3-16,-3-2 3 15,-2-8 5-15,-2-7 2 16,-4-7-1-16,-4-8-1 15,-4-8 7-15,-2-1 8 16,-2-3 10-16,-1-11-3 0,-2-7 4 16,-1-8-7-16,-2-5-3 15,0-4-8-15,-5-5-4 16,0 2-1-16,0 0-1 16,0 3 0-16,-5 5-2 15,-1 6-3-15,-5 7-11 0,-1 10-13 16,-2 7-32-16,-4 3-63 15</inkml:trace>
  <inkml:trace contextRef="#ctx0" brushRef="#br0" timeOffset="61353.57">22384 8592 162 0,'0'0'-11'0,"0"0"20"0,56-23 4 0,-37 5-7 15,4 1-3-15,-5-2-1 0,-4 1-1 16,-2 2 0-16,-6 4 1 16,-2 0 8-16,-4 5 10 15,0 7-2-15,-9 0-16 16,-2 9-3-16,2 8 1 16,-2 4 1-16,3 4 1 15,5 0-1-15,3-3-1 0,0-3 0 16,12-6 0-16,2-4 0 15,3-6 0-15,1-3 3 16,5 0 1-16,1-10-4 16,2-9-1-16,-2-5-4 15,3-8-3-15,-2-3-2 0,-2-8-1 16,-4-4-4-16,1 0-3 16,-9 3 8-16,-1 3 7 15,-4 6 2-15,-5 8 5 16,-1 11 21-16,0 9 3 15,-3 7-19-15,-5 7-7 0,-2 14-8 16,3 12 2-16,2 8 4 16,4 9 1-16,1 1 2 15,6 3 1-15,7-2 3 16,1-2-2-16,-3-3-1 0,-1-3-11 16,-6-5-17-16,-2-8-1 15,-2-11-47-15</inkml:trace>
  <inkml:trace contextRef="#ctx0" brushRef="#br0" timeOffset="61480.91">22880 8481 236 0,'0'0'7'0,"56"-50"2"0,-13 28-6 16,11 2-2-16,12 5-3 15,1-3-41-15,3 4-76 0</inkml:trace>
  <inkml:trace contextRef="#ctx0" brushRef="#br0" timeOffset="62612.48">21186 9921 265 0,'0'-2'-10'0,"2"0"23"0,-1 2-10 0,9 11-5 0,1 12 1 15,5 8 0-15,0 8 0 16,2 8 4-16,0 4-1 16,0 3 1-16,-8-2-5 15,-5 2-17-15,-5-4-34 16,-4-6-37-16</inkml:trace>
  <inkml:trace contextRef="#ctx0" brushRef="#br0" timeOffset="62777.03">21181 10423 165 0,'0'0'14'0,"0"0"2"0,0 0-9 15,47-29 7-15,-20 20-4 16,4-2-4-16,3-1-3 15,2 0-3-15,-3 0 0 16,-7-3-32-16,-5-3-121 0</inkml:trace>
  <inkml:trace contextRef="#ctx0" brushRef="#br0" timeOffset="62932.35">21140 10056 275 0,'0'0'-46'0,"0"0"48"16,-8-39-2-16,24 23-3 15,2 0-74-15,7-4-33 0</inkml:trace>
  <inkml:trace contextRef="#ctx0" brushRef="#br0" timeOffset="64121.97">21559 10178 199 0,'0'0'14'16,"0"0"1"-16,0 0-11 15,0 0-2-15,-13-38-4 0,13 24 1 16,0 0-2-16,6 1 1 15,3 0 2-15,4 5 0 16,-1-1 0-16,4 8 0 16,-3 1 0-16,0 1-2 0,1 12 0 15,-3 4-3-15,-3 1-12 16,0 2-6-16,-3-1 13 16,-1-1 8-16,0-5 2 15,-4-4 0-15,0-4 0 16,0-3 0-16,0-2 0 15,0 0 8-15,0-13 2 0,0-1-2 16,0-6-1-16,0-4-2 16,7-3 1-16,4 0-2 15,1 1-2-15,5 2 2 16,0 4 5-16,3 4 0 16,2 6-2-16,0 6-3 0,2 4-4 15,-1 0-1-15,-1 10-2 16,0 9 3-16,-5 3-1 15,-4 2 1-15,0 2-1 16,-6-3 4-16,-1-6-4 16,-3-3 2-16,-2-7-1 0,0-4 2 15,-1-3 2-15,0-7 6 16,2-9-3-16,5-5-7 16,0-6 2-16,2-3-2 15,3-4 1-15,2 4-1 16,-1 3 1-16,1 4-1 0,-3 5 2 15,1 8 2-15,0 6 0 16,0 4-4-16,3 0-1 16,1 11 1-16,4 3 0 15,-1 5 0-15,2 1 1 16,-2 0-4-16,3-3-10 0,-2-4-8 16,3-5-5-16,-1-5 0 15,0-3 11-15,0 0 10 16,-1-13 4-16,-5-1 1 15,-1-5 0-15,-3-2 2 16,-1-2 3-16,-3-4 2 16,-5 2 3-16,-2 2 4 0,-1 3 2 15,0 6 0-15,-2 4 1 16,-8 6-1-16,-4 4-13 16,-1 3-3-16,-2 11-1 15,0 3 2-15,1 2-1 16,4 0 1-16,3 0 0 15,7-5-1-15,2-1-2 0,3-3-12 16,10-6-3-16,0-4 4 16,3 0 3-16,0-1 2 15,0-10 6-15,1-4 1 16,-1 2 2-16,-6-1 3 0,2 1 6 16,-2 1 3-16,1 3 1 15,2 2-5-15,-2 2-8 16,5 4 0-16,-1 1-2 15,-1 0 2-15,2 0-2 16,-2 4 1-16,1 1 0 0,-2-2 0 16,1-1-1-16,-1-2-1 15,1 0 1-15,0-7-1 16,1-4 4-16,0-5-2 16,-1-4 1-16,-1-1-1 15,-2 1 0-15,1-2 2 0,-4 3-2 16,-2 5 0-16,-1 1 0 15,-2 7 0-15,1 6 0 16,-2 0-3-16,1 16-4 16,1 6 3-16,2 9 3 15,-1 5 4-15,3 4-1 16,-2 1 1-16,0 2-2 0,-1 1 0 16,-4 0-1-16,-1 1 3 15,-4 3-1-15,-15 1-17 16,-4 1-36-16,-15-5-59 15</inkml:trace>
  <inkml:trace contextRef="#ctx0" brushRef="#br0" timeOffset="64977.16">21705 11200 139 0,'6'-16'20'0,"-6"1"22"0,0 2-29 15,0 3 4-15,-5 3-1 0,-5 5-13 16,-4 2-5-16,-1 6-3 16,-6 13 4-16,1 10 0 15,1 11 2-15,1 8 2 16,7 6 3-16,6 4-2 16,5 4 0-16,0 0 1 0,5-4-3 15,6-5-1-15,3-6 1 16,0-10 1-16,-2-10-1 15,2-9-2-15,-2-11-2 16,-2-7 0-16,1-3 3 16,2-19 5-16,3-8 0 0,4-10-3 15,-2-8 0-15,4-3-3 16,-1 2 1-16,-2 4-1 16,-3 8 0-16,-3 11 1 15,-5 8 1-15,1 11 10 16,-3 7-8-16,0 0-4 0,1 17-2 15,3 5 1-15,0 8 2 16,-3 2 1-16,2 2-1 16,0-2-1-16,0-2-6 15,0-6-19-15,3-8-6 16,0-5-33-16,-1-9-20 16,3-2 50-16,-2-13 24 0,1-11-2 15,-2-6 20-15,-3-3 24 16,0 4 1-16,-4 1 4 15,0 8 17-15,-4 5-14 16,1 7-12-16,-1 7-6 16,0 1-22-16,0 6-4 0,0 10 1 15,0 0 4-15,0 2 2 16,3 0-1-16,4-2-1 16,-1-6-1-16,4-3 0 15,-3-6-3-15,2-1 0 0,3-4 2 16,-2-9 3-16,1-5-1 15,1-5 0-15,-3 0 1 16,-2-2-1-16,-2 2 2 16,-3 0-1-16,-2 5 0 15,0 7-1-15,-2 2 0 16,-6 9-3-16,-3 0-8 0,-1 12-34 16,1 3-9-16,-1 2-21 15,2 0-42-15</inkml:trace>
  <inkml:trace contextRef="#ctx0" brushRef="#br0" timeOffset="66238.23">22301 11343 204 0,'0'0'17'0,"0"0"9"0,0 0-15 15,0 0-5-15,0 0-5 0,0 0 1 16,0 0 6-16,0 0 0 15,0 0-2-15,0 0-5 16,0 0 0-16,-12 21 0 16,7-12 0-16,3-2 0 15,2-3-2-15,0-1-10 0,11-1-3 16,2-2 3-16,5 0 3 16,2-6 4-16,-2-7 2 15,1-2 3-15,0-4-1 16,-1-1 0-16,0-3 3 15,-3 1-3-15,1-1 0 16,-7 6 1-16,0 6 1 0,-5 2 9 16,-3 6 10-16,-1 3-1 15,0 2-16-15,-3 12-4 16,-2 4 2-16,-1 8-1 16,1 2-1-16,2 2 1 15,2 3-1-15,1-3 0 0,0-1 1 16,0 1 0-16,5 0-1 15,-1 3 1-15,2-3-1 16,-5-2 0-16,0-5 2 16,-1-5-4-16,0-5 2 15,0-7 0-15,-1-5 17 0,-2-1 6 16,-3-4 2-16,2-6-12 16,1-7-6-16,3-6 4 15,0-7-7-15,0-7-1 16,9-7-13-16,4-7-4 15,3-3-10-15,1-3 7 0,0 0 7 16,1 1 4-16,-1 2 2 16,-1 4 3-16,-1 7-4 15,-4 4 4-15,-3 6 1 16,0 9 0-16,-5 5 1 16,-1 8-1-16,-1 4 0 0,1 7 0 15,0 1-1-15,1 16-4 16,1 9-1-16,1 8 3 15,3 6 4-15,0 0 1 16,3 0 0-16,1-4-2 16,3-6 1-16,1-7 0 0,2-8 0 15,-2-5 0-15,4-10-1 16,4 0 2-16,3-15 3 16,3-7 0-16,4-6-2 15,5-4-1-15,-2 0 0 16,-1 0-2-16,-4 7 1 0,-4 4-1 15,-6 8 1-15,-7 9-1 16,-6 4 0-16,-5 4-1 16,-3 13-1-16,-1 3 3 15,0 2 6-15,0 0-4 16,0-1-2-16,0-2 0 0,3-5 0 16,4-4 0-16,-1-4-1 15,5-3-1-15,1-3 2 16,1 0 0-16,2-7 1 15,3-6-1-15,3-4-1 16,0-3 1-16,1 0-1 0,-2-4-2 16,0 0-3-16,-5 1 0 15,-1 3 0-15,-5 0 1 16,-4 6 1-16,-1 3 1 16,-2 2 1-16,-1 4 1 15,-1 2 0-15,0 3-4 0,0 0-5 16,-3 0-13-16,-1 8 11 15,-1 1 9-15,1-1 2 16,0 2 0-16,3-3 0 16,1-1 1-16,0-4-1 15,0 0 1-15,-2-2 4 16,-3 0 21-16,-1-8-11 0,3-5-9 16,-3-3-1-16,1-4 0 15,3-1-3-15,0-3-1 16,2 1-1-16,0-2 0 15,2 2 0-15,6 4-4 16,2 5-8-16,4 4 5 0,0 3 3 16,3 7 1-16,0 0 3 15,3 0 0-15,2 0 0 16,0 0 1-16,-1 0-1 16,-3 0 0-16,-2-4 0 15,-5-10-27-15,-6-3-19 16,-4-6-116-16</inkml:trace>
  <inkml:trace contextRef="#ctx0" brushRef="#br0" timeOffset="67909.22">23435 8069 73 0,'0'-8'-4'0,"0"-2"8"0,0 1 7 0,-2 1 11 15,0 0-4-15,1 0 5 16,1 1 0-16,0 0-1 16,0 4-8-16,1-1-6 15,7 3-8-15,4 1 0 0,2 0 0 16,5 0 0-16,-3 4 0 16,2 4-1-16,-2 4 0 15,3 3-8-15,-6 1-2 16,1 8-3-16,-1 0 9 15,-3 6-1-15,-3 4 2 16,-3 7 0-16,-4 2 0 0,0 5 2 16,-5 3 0-16,-8 1 1 15,-1 0 0-15,-2 2 1 16,1 0 0-16,4 0-1 16,5-3 1-16,5-1 0 15,1-5 0-15,10-2 0 0,7-5-1 16,7-1 0-16,3-3 2 15,4 3-1-15,3 0 1 16,0 1 0-16,1 3-1 16,-5 2 0-16,-3 3 0 0,-5 3 0 15,-5 5-1-15,-8 6 1 16,-4 5 0-16,-3 5 1 16,-2 4 0-16,0 5-1 15,-2 2 1-15,-3 3-1 16,-1 6 1-16,3 7-1 15,-1 3 0-15,3 3 0 0,1 8-1 16,0 3-1-16,0 7 1 16,5 0 0-16,6 4 1 15,2-1-1-15,6 1 2 16,0-1 0-16,6-5 4 0,1-2 4 16,0-1-1-16,-1-5 4 15,-4-3-2-15,-3-3-4 16,-7 0-4-16,-7-1 0 15,-4-2-1-15,-10 5 0 16,-19-1-6-16,-16 3-36 0,-16-3-36 16</inkml:trace>
  <inkml:trace contextRef="#ctx0" brushRef="#br0" timeOffset="69269.25">21400 9297 144 0,'-1'0'30'0,"1"-7"-26"0,0-1 5 0,11 1-8 15,9-1 2-15,9-2-3 16,8-3 2-16,9-2-3 16,6-4 2-16,9-4-1 15,6-1 2-15,6-4-2 0,2-2 0 16,4-1 1-16,2-1-2 16,1 1 2-16,-2 3-2 15,-10 1 1-15,-2 4 0 16,-11 3 1-16,-4 4-2 15,-15 6-1-15,-9 1-42 16,-16 3-55-16</inkml:trace>
  <inkml:trace contextRef="#ctx0" brushRef="#br0" timeOffset="69474.99">21571 9325 113 0,'0'0'6'16,"0"0"14"-16,0 0-11 15,69-44-6-15,-11 16 0 0,13-4-3 16,12 0 3-16,9-1-3 16,4 3 0-16,-2 3-3 15,-6 4-43-15</inkml:trace>
  <inkml:trace contextRef="#ctx0" brushRef="#br0" timeOffset="69867.09">21441 10822 155 0,'41'-26'-22'0,"7"-6"28"15,14-6 4-15,15-5-5 16,11-4-2-16,10-3-2 0,4 1-1 16,10 0-1-16,-5 4-6 15,-1 2-19-15,-4 8-4 16,-8 3-13-16</inkml:trace>
  <inkml:trace contextRef="#ctx0" brushRef="#br0" timeOffset="71581.95">22978 8277 35 0,'7'-35'105'0,"-2"-1"-98"0,-5-1 1 0,0 1 7 15,0 2-1-15,-11-1-5 0,0-1-2 16,-1 2 2-16,-5-3-6 15,-1 4 0-15,-6-2 0 16,-3 4 3-16,-8 1-6 16,-9 4 1-16,-9 1-1 15,-10 5-3-15,-7-1 2 16,-9 9-7-16,-9-2 1 0,-5 7 5 16,-4 5-1-16,-9 2 5 15,-3 2-4-15,-2 14-1 16,-4 8-2-16,-5 7 4 15,-3 13 5-15,-2 9-2 16,-1 9-2-16,-1 8-2 0,4 9-2 16,3 9 8-16,8 3 2 15,8 4-5-15,11 9 0 16,7 0 3-16,16-8-2 16,14-5-1-16,16-4 0 15,19-12 0-15,13-8 2 0,10-10-4 16,25-8 1-16,12-6-2 15,16-6 7-15,14-9-4 16,17-6 6-16,12-8-5 16,17-7 1-16,13-7 1 15,13 0-1-15,10-15 0 0,6-7-1 16,5-11 0-16,0-8 0 16,-4-7-1-16,-12-8 0 15,-14-5 2-15,-18-7-3 16,-21-6 6-16,-20-2 5 15,-19-4 1-15,-17-1-1 0,-15 3-1 16,-17 1-4-16,-6 11-3 16,-28 9-6-16,-18 10 0 15,-15 14-4-15,-19 15-23 16,-12 15-11-16,-12 4-16 16,-11 21-39-16</inkml:trace>
  <inkml:trace contextRef="#ctx0" brushRef="#br0" timeOffset="72023.14">20862 8598 234 0,'0'0'-69'0,"-38"-61"82"0,26 25 4 0,5 1-6 15,-2-1-6-15,-1-1-3 16,-3 3 0-16,-9-1-2 0,-6 3 1 15,-9 1-1-15,-8 8-1 16,-8 5-3-16,-10 5-5 16,-7 9 0-16,-5 4 2 15,-10 10 4-15,-8 15-1 16,-7 11 5-16,-7 11-3 0,-5 10 0 16,-7 11 6-16,-1 12 6 15,-1 7-4-15,-2 10 1 16,1 8-1-16,3 7-3 15,3 8-1-15,7 5 1 16,5 5-2-16,5 6 2 16,8 1-1-16,9-1 1 0,6 2-1 15,13-9 1-15,7-7 0 16,12-11-1-16,10-10 0 16,7-13 1-16,6-10-2 15,7-14 0-15,5-10-1 16,-1-9 0-16,6-10-5 0,0-10-14 15,2-9-1-15,-2-9-37 16,1-7 17-16</inkml:trace>
  <inkml:trace contextRef="#ctx0" brushRef="#br0" timeOffset="72287.22">17970 10338 154 0,'0'0'6'0,"-55"65"6"0,28-10 14 0,2 9-6 0,2 10-10 15,4 6-3-15,6-1 1 16,9-8-4-16,4-6-1 16,0-13-1-16,17-14-2 15,9-11-2-15,10-13 7 0,14-13 6 16,23-5-1-16,19-23-5 15,20-11 0-15,21-9-3 16,15-7-13-16,4-8-24 16,0-8-192-16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5-12-14T05:33:41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2729 11044 26 0,'-2'0'18'0,"1"0"-3"0,-1 0 0 0,0 0 2 16,1 0-5-16,-3 0 4 16,2 0-6-16,-1 0 1 15,3 0 1-15,-2-1-9 16,1 0 0-16,-1 1-3 16,2 0 1-16,0 0-1 15,0 0 0-15,0 0-2 0,0 0-1 16,0 0 2-16,0 0 1 15,0 2 0-15,3 1 0 16,-1 2 0-16,3 0 0 16,-1-1-1-16,-1 0 2 15,0 1-1-15,2 0 0 0,-1-1 0 16,0 2 0-16,2-3 0 16,-1 1 1-16,-2-2-1 15,3-1-1-15,2-1 2 16,-2 0 0-16,1 0 2 15,2-3-1-15,2-4 0 16,1-3 2-16,2-1 2 0,3-4 2 16,2-3 2-16,0 0-2 15,0-2-2-15,2-2 11 16,-1-2-10-16,2-2-1 16,-2-1-1-16,0 1-1 0,-1-1-2 15,1 4 1-15,-1 3-2 16,-2 3-1-16,0 3 0 15,0 3 1-15,-1 4-2 16,-2 3-5-16,-4 1-46 16,-4-4-82-16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2:56:08.1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1269 3049 109 0,'0'0'38'0,"0"0"-25"0,0 0 17 0,0 0-3 31,0 0-5-31,0 0-9 16,0 0-1-16,0 0 1 15,0 0 0-15,0 0-2 16,0 0-1-16,0 0-2 0,0 0-3 15,0 0-3-15,0 0-2 0,0 0-1 0,4 4 2 32,0 1 0-32,1 5 2 15,4-2-3-15,-4 1 0 16,5 1 1-16,-3 0 0 0,6 1 0 16,-3-2 0-16,2 1 0 15,-1 2 0-15,2-1 0 16,-1 0 1-16,1-1-1 15,2-1-1-15,-4 1 1 16,-3 1-1-16,2-2 1 0,-3-2-1 16,1 2 2-16,-3-1-1 15,1-1-1-15,-1-1 0 16,-2-2-1-16,3 2-7 16,-2-4-17-16,0-1-28 15,0-1-22-15,0 0-38 0</inkml:trace>
  <inkml:trace contextRef="#ctx0" brushRef="#br0" timeOffset="478.45">1499 3029 89 0,'0'0'3'0,"0"0"5"0,0 0 7 16,0 0 17 0,0 0 10-16,0 0-5 0,0 0-18 15,0 0-5-15,0 0 2 0,0 0-3 16,-20-17-2-16,20 17-5 15,-3 0-9-15,2 0-1 16,-2 10 4-16,-2 2 0 16,-2 3-1-16,-1 4-1 15,-1 2 4-15,-3 2-1 0,-1 0 0 16,-1 0 3-16,1 1-1 16,-1-5 6-16,3 1-5 15,0-5-1-15,-1 0 0 0,5-3-1 16,1-3 1-1,-2 0 0-15,4-3-1 0,2-2 0 16,-1-1 0-16,1-2-1 0,2-1 1 31,0 0-2-31,0 0-6 16,0 0-23-16,5-10-13 0,1-3-109 0</inkml:trace>
  <inkml:trace contextRef="#ctx0" brushRef="#br0" timeOffset="1047.33">1754 3093 103 0,'0'0'14'0,"0"0"24"0,0 0 6 0,0 0-11 15,0 0-11-15,0 0-8 16,0 0-7-16,0 0-4 15,0 0 8 1,0 0-6-16,0 0 4 16,4 3-1-16,0-1-2 0,1-1-2 0,1-1 0 15,0 1 1-15,0 0-2 16,0 0-1 0,1-1-1-16,-1 2-1 15,-1 0 1-15,2 0-1 16,-3-1 0-16,-1 2 0 15,2 1-5-15,-3 1-19 0,-2-1-31 16,0 0-45-16</inkml:trace>
  <inkml:trace contextRef="#ctx0" brushRef="#br0" timeOffset="1310.33">1818 3198 50 0,'0'0'66'0,"0"0"-56"15,0 0 16-15,0 0 7 0,0 0-5 16,0 0-4 0,0 0-7-16,0 0 1 15,0 0 2-15,2 3-10 16,1-2-4-16,4-1-2 0,-3 0-1 0,3 3-3 15,0-2 1 1,2 2-2-16,-3-3-15 16,-1 0-98-16</inkml:trace>
  <inkml:trace contextRef="#ctx0" brushRef="#br0" timeOffset="2756.55">2359 2822 132 0,'0'0'20'0,"0"0"10"0,0 0 3 15,0 0 0-15,0 0-5 16,0 0-11-16,0 0-5 0,0 0-9 16,0 0-2-16,0 0-1 0,0 0 0 15,-18 0-3 1,13 0 2-16,-4 0 3 16,2 0-1-16,-3 0 1 15,2 0-4-15,-1 1 2 0,0 2 0 0,2-3 0 16,-1 3 3-1,1-3-3-15,3 1 4 0,-1 1-4 0,-2-2 0 32,2 3 1-32,2-2-1 15,-1-1 0-15,2 2 0 0,0-1 0 0,2-1 0 0,-2 3 1 32,1-2-1-32,0 3-1 15,1-2 1-15,0 4-1 16,0 0 1-16,0 1 0 15,0 0 1-15,0 3-4 0,0 1 3 16,0-2-1-16,0 1 1 16,0-1 3-16,0 2-3 15,1 0 2-15,2 2-2 16,-1-1 0-16,0 2 1 0,0-4-1 16,2 4 0-16,-4 1 0 15,3-1 1-15,0 0-1 16,-1-1 0-16,3 1 0 15,-3 0 0-15,3 1-2 16,-1-2-2-16,-2 1 6 0,2-1 0 16,1-1 1-16,-1 0-3 15,-2-2 1-15,4-1-1 16,-4 1 1-16,0 0-1 16,2 0 0-16,-3-2 0 0,1 2 0 15,0 0 1 1,0-1-1-16,-2 2 1 0,2 0-1 15,-2 0 0-15,0 1 0 16,0-2 1-16,0-1-1 16,0 1 0-16,0-1 0 15,0 1 1-15,0-3-1 0,0 3-1 16,0-2 1-16,0 0 0 16,0-1 1-16,-2 4 0 15,0-4-1-15,2 1 0 0,-2 0 3 16,0-1-3-1,2 0 0-15,-1 0 0 16,1-2 0-16,0 2 0 0,-2-1 1 16,2-1-1-16,0 1 0 15,0-1 1-15,0-1-1 0,0 0 0 16,0 0 1-16,0-1-1 16,0 1 1-16,0-1 0 15,0 0-1 1,2 0 2-16,-1 0-1 0,1 0 0 0,0-1 0 15,2 0 0 1,-2 2 0-16,0-1-1 16,4-1 3-16,0 1 2 0,1 0-1 0,2 1-2 31,3-3 1-31,1 2-1 0,3 1-3 0,-1-2 2 16,6-1-1-1,1-1-2-15,3 0-40 16,0-3-114-16</inkml:trace>
  <inkml:trace contextRef="#ctx0" brushRef="#br0" timeOffset="3715.53">2740 3187 11 0,'-2'0'37'0,"-2"0"-11"0,2-1 2 15,-2 1-8-15,1 0 5 16,1-1-5-16,-2-1 9 15,-2 1-17-15,2 1 5 0,0-1-2 16,0-1-3-16,1 1 3 16,1-1 7-16,-2 1-5 15,2-2-2-15,2 0-5 16,-2-1-5-16,0 1-6 0,2-3 4 16,0 2 6-1,0-1-7-15,0 0-3 0,4 1 1 16,2 1-2-1,-2 0 1-15,3 2 1 0,0 1-1 0,2 0 1 16,-2 0 0 0,1 0-2-16,-1 0 2 15,1 4-1-15,-1 1 0 16,-1 2 1-16,1 1-1 0,-3-1 1 16,1 0 0-16,-2 2 0 0,-1-1-1 15,0 0-1 1,-2 0 0-16,0 1-1 0,0-2 2 15,-2 3-2-15,-3-2 2 16,-4-2 2-16,2 1-3 0,-1 2 4 31,3-4-2-31,-5 0-2 0,5 1 4 0,1 0-3 16,-2-1 5-16,5-2-4 16,-1 3 0-1,0-2 0-15,0 1 1 0,2 0-1 0,0-4-1 31,0 3 1-31,0-1-6 0,0-1 5 16,2-2 4-16,3 3-4 0,1-3 1 0,0 0 1 16,4 0-1-16,-3 0 1 15,2 0 2 1,0 0-3 0,1 0 1-16,0 0 1 15,-1 0 0-15,3 0 0 0,-4 0 0 16,1 0 0-16,2 0-1 15,-3 0-1-15,-3 0 0 16,1 0 0-16,1 0 2 16,-2 0-2-16,-3 0 0 0,2 0 0 15,-1 0-8-15,1 0-20 16,2 0-59-16,-3 0-87 16</inkml:trace>
  <inkml:trace contextRef="#ctx0" brushRef="#br0" timeOffset="3897.41">3017 3270 254 0,'0'0'24'0,"0"0"-13"0,0 0-2 16,0 0 6-16,0 0-2 15,0 0-7-15,0 0-6 0,0 0-11 16,0 0-49-16,0 0-64 15</inkml:trace>
  <inkml:trace contextRef="#ctx0" brushRef="#br0" timeOffset="4753.96">3359 3174 86 0,'0'0'8'0,"0"0"17"0,0 0 0 15,0 0 7 1,0 0 10-16,0 0-17 0,0 0-12 16,0 0 7-16,-5-6-2 15,1 6-6 1,0-2-5-16,-5 2-8 16,3 0 0-16,-3 0 3 0,1 0-2 15,0 0 3-15,-1 0-3 16,-3 3 2-16,4 2-2 15,1 0 0-15,-1-1 0 0,0 1 0 0,2 4-1 32,0-1 1-32,2-1-1 0,2 2 0 15,0-2-1-15,0 1 2 16,2 0-2-16,0-1 2 0,0-3-2 0,0 3 1 31,0-2 0-31,2 0 3 16,2 0 0-16,0-1 0 0,2 1-2 0,0 0 3 31,-1-1-1-31,2 0-1 0,-2 0 1 16,4-2 1-16,-4 2 0 15,1-2 3-15,1-1-2 16,1 2-3-16,-1-2 1 0,0 0-2 16,1-1 1-16,1 0 0 15,2 0-1-15,-2 0 2 16,1 0-1-16,0 0 0 0,-1 0 0 15,0-1 1 1,2-3-1-16,-4 1 0 0,1-1 0 16,0 0 0-16,-1-2-1 15,0 2 2-15,-5-2 6 16,2 0 5-16,-2-1 0 16,-1 2 1-16,0-1-6 15,-1 0-1-15,0 0-4 0,0 1 1 16,0-1 0-16,0 2-3 15,-2-2 1-15,-2 2-5 0,0 1 1 16,-3-2 4-16,0 1-4 16,-3 1-1-16,1-1 0 15,-2 1 0 1,0 1-16-16,-2 1 1 0,-1 0-8 0,3 1 8 16,-6 0-14-16,4 0-28 15,-3 0-76 1</inkml:trace>
  <inkml:trace contextRef="#ctx0" brushRef="#br0" timeOffset="7194.64">4591 2978 25 0,'0'0'41'0,"0"0"-7"0,0 0-11 0,0 0 3 0,0 0 1 15,0 0-1-15,0 0-6 16,0 0-6-16,0 0-5 0,0 0-1 16,0 0 0-1,0 0 0-15,0 0 3 0,0 0-5 16,11-15-3-16,1 13-2 15,0 0 2-15,1-1-2 0,3 0 0 16,-1 2 1-16,-1 0-2 16,0-1 1-1,-1 2-1-15,1 0 1 0,-6 0-2 16,1 0 2-16,-3 0-1 0,0 0 0 16,-6 3 0-1,0 3-1-15,0 0-4 16,-2 1 0-16,-8 1 1 0,0 2 3 15,1-1-2-15,-5 1 4 16,5-3 2-16,-2 4-1 0,-1-4-2 16,5 0 3-1,0-1-2-15,3 0 0 0,2-2 0 16,0 1 0-16,2-1 1 16,0-1-2-16,0 1-4 0,0-1-1 15,8 0 10-15,-1 1-7 16,1-1 1-1,5 0 1-15,-4-2 1 0,0 1-1 0,0 2-1 16,-2-1 2 0,0-1-1-16,1 0 1 0,-2 2-1 15,0 1 0-15,-4 0 0 16,0 0 0 0,0 2 0-16,-2 2-5 15,0-1 2-15,0 0 3 16,-2 0-1-16,-2-1 0 0,-3-3-1 15,0 3 2-15,-2-4 0 0,-2 1 1 16,-2 1 0 0,-1-2 4-16,-1 1-4 0,0-1-1 0,1 0 4 15,1-2-3-15,3-1 1 16,2 1-1-16,-1-1 0 16,2 0 1-1,1 0 0-15,3 0 5 0,-2 0-3 0,3 0-3 31,-2-2 0-31,1 0 0 0,1-1-2 0,0 2-5 16,2 0-11 0,-2-3-24-16,2-1-79 15</inkml:trace>
  <inkml:trace contextRef="#ctx0" brushRef="#br0" timeOffset="7502.18">4923 3098 234 0,'0'0'27'0,"0"0"6"0,0 0-2 0,0 0-6 0,0 0 4 15,0 0-7-15,0 0 2 16,0 0-20-16,0 0-4 16,0 0-6-1,0 0-26-15,0 0-18 0,0 0-36 16,0-9-63-16</inkml:trace>
  <inkml:trace contextRef="#ctx0" brushRef="#br0" timeOffset="8155.96">5227 3015 154 0,'0'0'16'0,"0"0"10"0,0 0-13 16,0 0-5-16,0 0-3 15,0 0-1 1,0 0 5-16,0 0-6 0,0 0 1 0,-31-7-3 31,23 7 0-31,2 0-1 0,-4 4 0 16,2 2 0-16,3 2 1 0,-3-1-1 0,2 2-1 31,2 1 2-31,-1-3 2 16,3 4-2-16,0-3 0 0,2 2-1 0,0-3 1 31,0 0 0-31,0 0-1 0,2 2 6 15,1-2-3-15,3 0 1 16,-2-1-1-16,2 0-3 16,0-1 2-16,-1-2-2 15,1 0-1-15,0-2 2 16,2-1 7-16,-2 0 4 0,4 0-4 16,-3 0 6-16,4-1-4 15,-2-5-6-15,-2-1 2 16,2 0-4-16,-2-4 2 15,1-1 0-15,-4-1 3 0,3 0-4 16,-2-1-1-16,-3 1-1 16,-1 3 0-16,-1 0 0 15,0 2 2-15,0-1 2 16,0 2 5-16,-2 1-6 0,-6 1 0 16,1-1 2-16,-4 3 2 15,0-1-9-15,0 2-10 16,0 2-7-16,-3 0-11 15,2 0-12-15,-1 0-47 16</inkml:trace>
  <inkml:trace contextRef="#ctx0" brushRef="#br0" timeOffset="9223.04">5385 2775 38 0,'0'0'44'0,"0"0"-43"0,0 0 0 0,0 0 0 0,0 0 0 0,0 0 7 15,38-6 8 1,-28 6 4-16,-1-3 4 0,2 3-6 16,-1-2 2-16,-1 1-6 0,1 0-8 31,-1-1-2-31,3 1 1 0,-4 1-3 16,-1 0 0-16,1-1 1 0,-1-1 1 0,-1 2 0 15,-4 0-2-15,3 0-1 31,-3 0 0-31,0 0-1 16,0 0 0-16,2 0 0 0,0 0 0 16,-4 0 1-1,2 0-1-15,-2 3 3 0,2 0-2 16,-2 1 1-16,0 2 0 16,0 0 3-16,0 3-2 15,0-1 2-15,0 1-2 0,0-1-2 16,0 3 0-16,0 1 1 15,0 0-2-15,0-1 1 16,0 2 0-16,0 1-1 0,0-1 1 16,2 1 1-1,-2-1-1-15,2 3 1 16,-1-3 1-16,1 2-1 0,0 1-1 16,-2 0 0-16,2 0 0 0,-2 2 0 15,2-1 2-15,0-1-3 16,0 0 1-1,-1-1 0-15,4-2-1 16,-5 0 2-16,2 0-2 0,0-2 1 0,-2 0 0 16,0-2-1-16,0 1 0 15,2-2 2 1,-2-1-2-16,0 1 1 0,2 0 2 16,-1-2-2-16,0-1 1 0,2 2-1 15,-3-3 0-15,0 0-1 16,0-1 1-1,2 2-2-15,-2-1 2 0,0-3 0 16,2 2-2 0,-2 0 2-16,0 0 0 0,0-3-1 0,0 3 0 15,0-1-1 1,0 0-1-16,0 0 2 0,0 0-1 16,-4 1 4-1,-1-1-3-15,-1 1 5 0,-2 0-5 0,-4-1 4 31,1 2 1-31,-4-2-6 16,-2 2 4-16,-2 1-5 0,1-1 2 16,-2 0 4-16,0-1-4 0,-4-2-6 0,5 2-32 31,-2-3-35-31,1 0-52 16</inkml:trace>
  <inkml:trace contextRef="#ctx0" brushRef="#br0" timeOffset="12713.34">1291 4443 87 0,'-2'0'5'0,"0"0"5"0,2 0 0 0,0 0-1 16,-2 0-1-16,-1 0 2 16,3 0 9-16,0 0-1 0,-2 0 4 0,1 0-3 15,1 0 1-15,-2 0-7 16,2 0-4 0,0 0-3-16,0 0-2 0,0 0-2 15,0 0-2-15,0 0 0 0,0 0 1 31,0 0 1-31,0 0-2 0,0 0 1 16,0 0 0-16,0 0 1 16,0 0 2-16,0 0 0 0,0 0 3 0,0 0-2 31,0 0-1-31,0 0-2 16,0 0 1-16,0 0 0 15,0 0-2-15,-2 0-1 0,2 0-1 16,-2 0-1-16,2 0 2 15,-2 4 0-15,0 5-1 16,-1 1 1-16,1 1 0 16,2 3 0-16,0-1 0 0,0-1 0 15,-2 4 1-15,2-2-1 16,0-2 1-16,0 3-1 0,0-5-1 16,0 4 1-16,4-1 0 15,-1 1 0 1,1-4 0-16,-2 1 1 15,2-3-1-15,-1 2 0 0,0-4 0 0,1-2-2 16,-2-1-4 0,0-2 10-16,-1 1-2 15,3-2 2-15,-2 0 5 0,0 0-3 16,2 0 0-16,1 0-2 16,0-5-1-16,1 0-1 0,0-4-1 15,0 1 1-15,-1-1-1 16,-1 2-1-16,1-2 1 15,-3-1-1-15,1 2 1 16,-1 0 0 0,0 2-1-16,0 1 0 0,-2 1 1 15,0 1-1-15,0 2 1 0,0 1-1 16,2-2 0 0,-2 2-1-16,0 0-1 0,2 0-3 0,1 5 3 31,1 0 1-31,-2 5 1 0,3-3 0 0,2 3 0 15,-3-3 0 1,3 0 0-16,-1-2 1 16,0-1-1-16,3-2 1 15,-5 0-1-15,3 0 1 16,-1-2-1-16,2 0 2 0,-2 0-1 16,1 0 0-16,-1 0 0 15,1-1 0-15,-2-3 0 16,-2-1 4-16,1 0 5 15,-2-2 2-15,0-3-1 16,0 2 6-16,-2-2-12 0,0 0-1 16,0-1-1-16,0 0-2 15,0 0 0-15,0-2 0 16,0 3-1-16,-4 0-2 16,2-1 4-16,-3 3-4 15,0 0 2-15,1-1-7 0,2 2 5 16,-3 2-2-16,1 0 8 15,2 1-2-15,0 1-1 16,0 2-5-16,1 1-1 0,1 0-18 16,0 0-19-16,0 1-26 15,0 5-9-15,0-2-63 16</inkml:trace>
  <inkml:trace contextRef="#ctx0" brushRef="#br0" timeOffset="13239.37">1665 4577 61 0,'0'0'88'0,"0"0"-79"0,0 0-6 0,0 1 6 0,0-1 23 32,0 1-3-32,0 0-22 15,0 1-5-15,0 1-2 16,0 2 0-16,0 1 1 16,0 2-1-16,0 2 1 0,0 0 0 15,0 2 0-15,0 0 2 16,0 0-2-16,0 2 3 15,0-1 0-15,0 1 5 16,0-3 0-16,0 2-3 0,0-1 0 16,0-2-1-16,0 2-2 15,-2-4 0-15,2 0-2 16,0-1 0-16,0-3 2 0,0 0-3 16,0-4-48-16,0-3-106 15</inkml:trace>
  <inkml:trace contextRef="#ctx0" brushRef="#br0" timeOffset="13895.18">2036 4476 152 0,'0'0'41'0,"0"0"-10"0,0 0-13 0,0 0 5 15,0 0 1-15,0 0-14 16,0 0-4-16,0 0-3 16,0 0-3-16,0 0 0 15,0 0 0-15,0 0 0 0,13 0 0 0,-7 0 0 16,1 0 0 0,0 0 1-16,0 0-2 0,2 1-4 15,-2 2-29-15,0-3-29 16,-5 1-59-1</inkml:trace>
  <inkml:trace contextRef="#ctx0" brushRef="#br0" timeOffset="14121.38">2062 4580 198 0,'0'0'1'0,"0"0"-1"0,0 0 20 32,0 0 11-32,0 0-3 0,0 0-11 0,0 0-11 15,44 3-4 1,-35-3-2-16,1 2 1 16,0-1-7-16,-1-1-53 15,1 0-138-15</inkml:trace>
  <inkml:trace contextRef="#ctx0" brushRef="#br0" timeOffset="17545.25">2728 3993 64 0,'-1'0'20'0,"-1"0"-13"0,0 0 5 15,0 0 1-15,0 0-1 16,-3 0-4-16,2 0-2 16,1 0 10-16,-2 0 1 0,-1 0 0 15,-3 0-10-15,2 0-6 16,0 0 0-1,-3 0 0-15,0 0-1 0,-1 0 0 16,1 1 1-16,-1 0-2 16,-2 1 0-16,1-2 1 15,-2 0 2-15,1 0-2 0,1 0 1 16,4 0 1-16,-1 0 0 16,2 0-1-16,1 0 0 15,3 0-1-15,-2 0 0 0,2 0 1 16,0 0 1-16,-2 0 1 15,4 0 4 1,-1 0 6-16,-2 0-8 0,3 1-4 16,0 1-1-16,0-2 0 0,-2 3-1 15,2-1 1 1,0 1 0-16,0 0 0 0,0-1 0 16,0 2 1-16,0-1-1 15,0 1 1 1,-2-1-1-16,2 1 0 15,0 2 0-15,0-1-1 0,0-1-2 16,0 3 4-16,0-2-2 0,0 4 0 16,0-2 1-16,0 2 2 0,0-1-1 31,2 4 1-31,0-2-1 0,1 1 0 0,-2 2-1 16,0 0 2-1,2 0-2-15,-1 1 0 0,-2-2 1 0,2 2-1 31,0 0 0-31,0 0 0 16,-2 0 0-16,1 0 0 0,1 0 1 0,-2 1-1 16,0-2 0-1,0-1 1-15,0 4 1 0,0-2-1 0,0-1 0 32,0-1-1-32,0 0 1 15,0 1-1-15,0 0 1 16,0 1 0-16,0 0 0 0,-1-1-1 15,-1 2 1-15,0 0-1 16,-2 0 2-16,2 1 1 16,-3-3-3-16,2 2 1 15,1-1-1-15,0 2 1 0,0 0 0 16,0-1 0 0,0 1 0-16,1 1 0 0,-1-3 0 15,0 2 0-15,2 0-1 16,-2-3 2-16,0 1-1 15,0 0 0-15,-1 1 1 0,1 0 1 16,-3 0-1-16,0-2 3 16,1 2-2-16,1-1-2 15,1 1 1-15,-2-2-2 0,1 0 1 16,1-1 1 0,2 1-1-16,-2-3 0 0,2 0-1 0,-2 0 2 15,0-2-2-15,2 0 2 16,0 1 1-1,0-1 0-15,0 1-2 16,0 1 0-16,0-2 0 0,0 1 0 0,-3-2-1 31,3 3 2-31,0 0-2 16,0 0 1-16,0 0-1 0,0 0 0 0,0 0 0 16,0-2 0-1,0 0 1-15,0 2-1 16,0-2 0-16,0 1 0 15,0-1 0-15,0 1 0 0,0-2 0 0,0 1 1 16,0 0-1-16,0 0 0 16,0 1 0-1,0-2 0-15,0 2 0 0,0-1 0 0,0 1 0 32,0-2 1-32,0 3-1 15,0-1 0-15,0 1 0 0,0-2 0 16,-2 2 0-16,1 3 1 15,1-5-1-15,0 3 0 16,-1-1 0-16,1 1 0 16,0-1 0-16,0 0 0 15,0-1 0-15,0 1 0 0,0 1 0 16,0-2 0-16,-1 2 0 16,1-1 0-16,-2 0 0 15,2 1 0-15,-2-2 0 16,2 2 1-16,0 0-1 0,0 0 0 15,0-2 0-15,0-1 0 16,0 0 0-16,0-1 0 16,0 0 0-16,0-2 0 15,0 1 0-15,2-2 1 16,-2 2 0-16,0-2-1 16,2 1 1-16,-2-2-1 0,0 3 0 0,1-3 1 15,1 1-1 1,-2 0 1-16,2 0 0 15,-2 2 2-15,3-3-2 16,-1 1 1-16,0 0-1 16,3-1-1-16,1 1 5 15,0 2 6-15,5-2-1 0,-2-1-5 16,-1 1-1-16,3-1 1 16,3-1 0-16,-1 1-1 15,3-2 0-15,1-1 1 16,5 0-4-16,-3 0 0 15,4 0-8-15,3-4-23 0,-1-8-15 16,-1-6-148-16</inkml:trace>
  <inkml:trace contextRef="#ctx0" brushRef="#br0" timeOffset="18529.58">3055 4174 67 0,'-2'-1'58'0,"-2"-1"-49"0,1-1 14 31,-1 3-6-31,0-2 2 16,-1 1 1-16,-2 0-6 0,1 1 3 16,3 0 3-16,-1 0-5 15,-3 0-8-15,2 0-4 16,-4 0-4-16,2 6 1 15,0 1-2-15,-1 2 4 0,0 2-2 16,0 2 0-16,1 1 1 16,3 1-2-16,0-1 1 15,2 0 0-15,2-1-2 16,0-2 4-16,0-1-5 16,0-1 6-16,6-2-6 0,0-2 9 0,3 1-5 15,1-2 1-15,0 0 2 16,3-3 0-16,0-1 3 15,0 0 0-15,-2 0-3 16,3 0-2 0,-3 0 0-16,-2-1-1 0,0-5 1 0,-2 0 1 15,1 2-2-15,-4-3 1 16,3 2 1-16,-5-2-2 16,0 0 0-1,0-1 1-15,-2-1 0 16,0 2 1-16,0-2-1 15,0 0-1-15,0 1 1 0,0-2 1 16,0 2-1-16,0-1 0 0,-2 2 0 0,-2 0 0 31,-2 1-3-31,-1 1-3 0,0 2 5 0,-1 1-1 16,1 1 0 0,-4 1-6-16,4 0-3 0,-4 0 0 15,2 0-7 1,2 4-12-16,1 0-8 15,2-1-42-15,3-3-97 16</inkml:trace>
  <inkml:trace contextRef="#ctx0" brushRef="#br0" timeOffset="18900.09">3308 4224 58 0,'0'0'171'0,"0"0"-148"0,0 0 13 16,0 0-8-16,0 0 0 16,0 0-1-16,0 0-5 0,0 0-5 15,0 0 3 1,0 0-14-16,0 0-4 16,0 0-1-16,-4-17-4 0,4 17-2 0,0 0-20 15,0 0-18-15,0 0-23 16,0 0-39-1</inkml:trace>
  <inkml:trace contextRef="#ctx0" brushRef="#br0" timeOffset="19361.64">3478 4141 160 0,'0'0'27'0,"0"0"17"15,0 0-11-15,0 0-5 0,0 0-7 16,0 0-4-16,0 0-12 16,0 0-4-16,0 0-2 15,0-7-3-15,0 14 3 16,0 2-2-16,0 2 6 0,0 5-3 15,1-2-3-15,-1 4 6 16,1 0-3-16,0-1 1 16,1-2 0-16,0-3 0 15,0 1 1-15,0-3-1 0,0 0 0 16,0-1 0 0,1-1-2-16,0-3-52 0,-1-5-139 15</inkml:trace>
  <inkml:trace contextRef="#ctx0" brushRef="#br0" timeOffset="20338.93">4725 4120 175 0,'0'0'15'0,"0"0"4"0,0 0-9 16,0 0-5-16,0 0 2 0,0 0 4 15,-39 0-3 1,30 0-5-16,4 0-1 0,-1 4-1 16,-1 3 1-16,-1-1 1 15,0 4 0-15,0-1-3 16,1 1 2-16,1 1-1 0,0-1 0 16,2 0 0-1,4 3-2-15,0-3 2 0,0 1-1 16,0-1 1-16,0-1 1 0,6-2 5 15,4-1-3-15,-3 1 1 16,3-4 2 0,0 1 4-16,-1-1-7 0,3-3-1 15,-2 0 0-15,2 0-2 16,-1 0 0-16,0 0 0 0,0-3 0 16,-2-1 0-16,0-2 0 15,0 0 0-15,-2-1 0 16,-3-1 0-1,1 0 1-15,1-3 1 16,-4 1-1-16,-2 1-1 0,0-2 0 16,0 1 0-16,0 0-1 15,0 0 1-15,0 1 0 16,0-1-1-16,0 2 1 0,0 1 3 0,0 1 5 31,-7-1-1-31,3 3 1 0,-2 0-1 16,-3 1-5-16,0 1-5 0,0 0 2 15,-2 2-3 1,0 0 1-16,-1 0-4 16,0 4-10-16,-1 1-7 15,4 3-13-15,0-2-21 0,5 0-61 0</inkml:trace>
  <inkml:trace contextRef="#ctx0" brushRef="#br0" timeOffset="20615">5005 4147 241 0,'0'0'24'0,"0"0"5"0,0 0-8 0,0 0-14 15,0 0-6-15,0 0-1 16,0 0-2-16,0 0-29 0,0 0-35 16,0 0-66-1</inkml:trace>
  <inkml:trace contextRef="#ctx0" brushRef="#br0" timeOffset="21356.29">5258 4104 112 0,'0'0'11'0,"0"0"1"15,0 0 15-15,0 0 7 16,0 0-12-16,0 0-6 16,-38-1-11-16,36-1-1 15,0-1 11-15,2-1 9 16,0 4-9-16,0-3-8 0,0-1 7 15,0 1-5-15,0 1-9 16,5-2-1-16,1 0 0 16,0 1 2-16,1 2-1 15,1-2 0-15,0 3 0 16,1 0 0-16,0 0 0 0,1 0-1 16,-3 0 1-16,3 0-1 15,-2 4 1-15,0 1-1 16,-3 1 0-16,1-1-2 15,-4 2 2-15,-2 0-1 0,0 2-2 16,0-2-4-16,0 3 6 16,-4-1-3-16,-4 2 5 15,1 0 0-15,-3-2-3 0,0 1 4 16,3-3-4 0,-2 1 5-16,1 0-2 15,1-1-2-15,3-1 4 0,0-2-2 0,-1 2 1 16,3-2-1-1,0 0 2-15,-1-1-1 16,3 0 0-16,0-1-1 16,0 0 0-16,0-2-2 15,0 1 0-15,0 1 5 0,5-2-3 16,-2 0 3-16,3 0-1 0,0 0 1 0,1 0-1 16,0 0 1-16,3 0 1 31,-2 0-1-31,3 0 0 15,1 0 0-15,-1 0 0 0,1 0 1 16,-1 0-2-16,0 0 0 0,2 0-1 0,-3 0-1 31,1 0 0-31,1 0 1 16,-3 1-5-16,-3 0-34 16,-2-1-134-16</inkml:trace>
  <inkml:trace contextRef="#ctx0" brushRef="#br0" timeOffset="22527.03">3036 4926 130 0,'0'0'10'0,"0"-4"34"0,0 3-12 0,0-1-10 16,0 2-6-16,0-3-2 16,0 0-1-16,0 2-2 15,-2-1 1-15,-1 1-3 0,0 1-1 16,-1 0-5-16,-3 0-4 16,1 0 4-16,-1 0-3 15,-1 4 1-15,1 2-1 16,1 3 0-16,-1 0 3 0,1 3-3 15,1-1 0-15,2 1 1 16,-1 2-1-16,4-2 0 16,-2-1 0-16,2 0 1 15,0 1-2-15,0-2 2 0,2-3-1 16,2 0 0-16,2 0 1 16,0-1-1-1,1-2 1-15,1 1-1 0,-1-4-1 16,4 2 3-16,-1-3 0 0,1 0-1 15,1 0 1 1,-1 0-1-16,0 0 0 0,-2-3-1 16,0-1 2-16,0-2-2 15,-1 2 1-15,-2-1-2 0,1-2 2 16,-3 1-1-16,-1 0 0 16,-1-2 0-16,0-2 2 15,-2 1-3 1,0-2 2-16,0 1-1 15,0-1 0-15,-5 1 1 0,-1-2-1 16,-1 5 1-16,-1 0 0 16,-3 1 0-16,2 1 0 0,-2 3-2 15,0 0 1 1,0 2 1-16,-3 0 0 16,5 0-1-16,-3 0 0 0,4 0-1 0,-2 6-1 15,4-3-13 1,2 3-11-16,3 1-21 0,1-4-47 15,0 1-34-15</inkml:trace>
  <inkml:trace contextRef="#ctx0" brushRef="#br0" timeOffset="22755.23">3297 4956 264 0,'0'0'6'0,"0"0"-4"0,0 0 1 16,0 0 2-16,0 0 6 0,0 0-11 16,0 0-2-16,0 0-29 15,0 0-52-15,0 0-92 16</inkml:trace>
  <inkml:trace contextRef="#ctx0" brushRef="#br0" timeOffset="23581.48">3452 4892 146 0,'0'0'5'0,"0"0"10"0,0 0-7 15,0 0 1-15,0 0 22 16,0 0 0-1,0 0-9-15,0 0-12 0,29-6-3 0,-17 2 3 16,3 1-2 0,3-3-2-16,-2 0-1 0,2 2 0 15,-2 0-2 1,-1-2 0-16,-3 5-1 0,-3-2-1 0,-3 3-1 16,0 0 0-16,-4 0 0 15,-2 3-1 1,0 4-2-16,0 2 1 15,-7 0 1-15,0 3 2 16,-2-1-1-16,-3-2 0 16,-1 3-1-16,2-2 4 0,-3 1-3 0,3-1 2 15,0-2-1 1,1-1-1-16,2 1 1 0,2-4-1 16,2 0 3-1,4-1-3-15,0-1 0 16,0-1 0-16,0-1-4 0,0 0 5 15,5 0 2-15,2 0-1 0,0 0-1 16,2 0-1 0,0 0 0-16,-3 0 1 0,1 0-1 0,2 0 1 31,-2 3-1-31,-1 0 0 0,1 2 0 16,-1 1 0-16,3 1 0 0,-3-1 0 0,1 1 0 31,-3 0 0-31,0-1 1 15,-2 2-2-15,2 1 1 0,-4-2 0 16,0 0 0-16,0 2 0 16,0-2-1-16,0 2 0 15,-8-2 1-15,2 0-1 16,-1 0 2-16,-5 0 0 16,1 0 1-16,-2 1-1 15,-1-3 2-15,-4 3 2 0,2-2-2 16,0 0 1-16,2-2 1 15,1-2 3-15,-1 0-5 16,6-1-1-16,1-1-1 0,3 0 0 16,0-1-10-16,3-9-38 15,1-5-175-15</inkml:trace>
  <inkml:trace contextRef="#ctx0" brushRef="#br0" timeOffset="24593.33">4818 4893 128 0,'-2'0'25'0,"-1"0"9"0,-3-3-11 0,0 2-14 16,-2 1-3-1,-1 0 0-15,-1 0-3 16,-1 0-2-16,2 0 0 0,-3 7 2 0,2 0 1 16,1 2 0-16,0 1-3 15,0 1 1-15,4 2 0 16,-1 0 1-1,4-2 0-15,1-1 0 16,1 3-2-16,0-1-1 16,5-2 0-16,3 0 3 0,2-2-1 0,1 0 1 15,2-3 2-15,5-1 6 0,-3-2 4 32,3-1-5-32,2-1-3 15,-3 0-3-15,2 0-2 16,-1 0-1-16,0-1 0 0,-5-5 0 0,-1 1-1 15,-1-2 3 1,-5-1-3-16,-1 1 1 16,2-3 0-16,-5-1 1 15,-2 1 0-15,0-2 0 16,0 2-1-16,0 0-1 0,-4 0 0 16,-3-3 0-16,2 6-1 15,-3 0 2-15,3 0 2 16,-5 1 0-16,2 3-2 15,-3 0 1-15,-1 3-3 16,-2 0 0-16,1 0-1 0,-3 0 5 16,1 0-3-16,1 6-8 15,1 1-9-15,0 2-22 16,4-1-17-16,3 2-39 16</inkml:trace>
  <inkml:trace contextRef="#ctx0" brushRef="#br0" timeOffset="24870.36">5130 4935 299 0,'0'0'12'0,"0"0"-2"0,0 0 0 0,0 0-9 16,0 0-1-16,0 0-9 16,0 0-26-16,0 0-43 15,0 0-65-15</inkml:trace>
  <inkml:trace contextRef="#ctx0" brushRef="#br0" timeOffset="25432.41">5282 4855 219 0,'0'0'4'16,"0"0"-1"0,0 0 3-16,0 0 4 15,0 0 16-15,0 0-11 16,0 0-10-16,0 0-4 0,7 6-1 16,-4-1 0-1,2 2 1-15,1-1-1 0,0 1 0 16,-2 4 1-16,0-2 2 15,1-1 0-15,-3 1-2 16,0 1 3-16,-2 1-4 16,0-2 0-16,0 2 0 0,0-5-3 15,-6 2 3-15,-1-3 0 16,0 2 2-16,2-4 1 16,-1 0-2-16,2-1-2 15,2 0 3-15,2-2 1 0,-1 0 0 16,1 0-2-16,0 0-6 15,0 0 7-15,0-3-1 16,5-1-2-16,3 2 2 16,2-1 1-16,1 1 0 0,2-1 2 15,3-1 2 1,0 3 0-16,0-2-1 0,2 0-3 16,-3 3-1-16,4-2 0 15,-3 2-1-15,0 0-1 16,-5 0 2-16,0-1-2 0,-2 1-1 15,-2 0-11 1,-3 0-14-16,-2-2-51 0,-2 1-108 16</inkml:trace>
  <inkml:trace contextRef="#ctx0" brushRef="#br0" timeOffset="25889.39">5473 4886 102 0,'0'0'2'0,"0"0"4"0,0 0 1 15,0 0-3 1,0 0-1-16,0 0 2 15,0 0 1-15,0 0-2 0,0 0 5 0,0 0 6 16,0 0 10-16,0 6-8 16,0-6-3-16,0 0-1 15,0 1-3 1,0-1-7-16,0 1 2 0,0 2-2 0,0 0 6 31,0 0-2-31,0 0-1 0,0 3-2 0,0 1 1 0,0-1 2 31,0 2-1-31,0-1 0 16,0 2 1-16,0-1 0 0,0 1-1 0,0 0 2 31,0-1-6-31,0 2 1 16,0-1-2-16,0-2 1 0,0 2-1 16,1-1-1-16,1-1 1 15,-2-1-16-15,0-2-47 16,0-4-142-16</inkml:trace>
  <inkml:trace contextRef="#ctx0" brushRef="#br0" timeOffset="28135.97">5582 3834 102 0,'-1'0'8'0,"-1"0"10"0,0 0-2 31,0 0-7-31,2 0 3 16,-2 0 5-16,2 0 2 15,0 0-8-15,0 0 0 0,0 0-2 16,0 0-4-16,0 0-3 16,2 0 1-16,5 0-1 15,4 0-3-15,0 0 1 16,1 0 0-16,2 0 1 15,-3 0-1-15,2 0-1 0,1 0 1 16,2 0 2-16,-3 0-2 16,2 0 2-16,-6 0-2 15,1 0 0-15,-1 0 0 16,-2 0 1-16,-2 0-1 16,-1 0 0-16,0 0 0 15,-2 1 0-15,-1 1-1 0,3 0 1 16,-2 0 0-16,0 2 0 15,3-2-2-15,-3 2 4 16,4 1-4-16,-4-1 2 0,0 0 0 16,-2 0 0-16,2-1 0 15,-1 3 0-15,-1-2-1 0,2 2 1 16,0-1-1-16,0 0 1 16,0 3 0-1,-2-1 0-15,2 0 0 0,0 1 0 16,-2-1 0-16,2 3 0 15,0-1 0-15,2 2 0 16,-2-1 0-16,0 0 0 16,0 1 0-16,0 2 0 15,0-1 0-15,1-1 0 0,-3 2 0 16,2-1 0 0,-2 1 0-16,0 1-1 0,0 1 1 0,0 1 3 15,0 1 0-15,0 0-1 16,-2 1-1-1,-1-1 0-15,0 1-1 0,2 1 0 0,-1-1 1 32,-2 1-1-32,0 1-1 0,0 0 1 15,0 0 1-15,0 0 0 0,-1-1-1 0,1-1 1 32,2 1 0-32,-4-1-1 15,5 2 1-15,0-2-1 16,1-1 2-16,0 1 0 15,0 1-2-15,0-2 1 0,0 0 1 16,0 3-2-16,0-2 0 16,0-3 0-16,0 2 0 15,0 0 0-15,0-3 0 16,0 0 1-16,-2 0-1 0,-1-3 0 16,-1 3 1-16,1-3 1 15,1 0-1-15,0 2 0 16,0 1 0-16,0-3 2 15,0 2-1-15,-1-1 2 16,1 1 2-16,2 1 1 16,-2 0-2-16,0-1-1 0,2 0-2 15,0 3 0-15,0-2-1 16,0-1 1-16,0 1 0 0,0-1-1 16,0 1 2-1,0-1-2-15,2 3 0 0,-2-2-1 16,2-1 1-16,-2 2-1 15,0 0 0-15,0-2 0 0,0 0 1 16,0 1-1 0,0 0 0-16,-2-2 0 15,0-1 1-15,2 2-1 0,-2-3 0 16,-1 0 0-16,3 3 1 16,-2-3-1-16,2 1 0 0,0 0 0 15,0 0 0-15,0-1 1 16,0 0 0-1,0 0-1-15,0-1 0 0,0 0 0 16,2 0 1-16,1-1-1 0,-1 2-1 16,2-2 1-1,1 2 0-15,-1-2 1 0,0-1-1 16,-2 0 0 0,3-2 0-16,-5 2 1 0,2-2-1 15,-2-1 0-15,0 3-1 0,0-1-2 16,-2-2 2-1,-5 0 1-15,1 2-1 0,-1-2 2 16,-2 2 1 0,0-3-2-16,-1 1 0 0,1 0 1 0,-6 1-1 15,-2-2 1 1,-2 2 1-16,-1 1 2 16,-2 0-4-16,-6-2-7 0,-1 1-42 15,0-3-78-15</inkml:trace>
  <inkml:trace contextRef="#ctx0" brushRef="#br0" timeOffset="30262.97">1517 6337 40 0,'0'0'2'0,"0"0"0"0,0 0-2 16,0 0 1-16,0 0 0 15,0 0 4-15,0 0 17 0,0 0 0 0,0 0-1 31,0 0-5-31,0 0 6 16,-43-17-5-16,36 15-4 16,1 2-7-16,1-1-4 0,3-2 1 0,-4 3 2 15,3-3 12 1,3 2 3-16,-2-1 1 16,0 1 4-16,-1-1-6 15,3 2-11-15,0 0-2 0,0 0-5 0,0 0-1 0,-2 0-4 31,2 2 3-31,0 4 1 0,0 2-1 0,0 3 2 32,0 1-2-32,0 1 0 0,0 0 1 0,0 1 0 31,2 0-1-31,3 3 1 0,-3-2 1 16,3 1 0-16,-1-1 0 15,0-1-1-15,1-1 3 16,-1-1-3-16,1-2 1 15,-1-2 0-15,3-2-1 0,-1 1-4 16,2-4 8-16,2-1-4 16,-2-1 1-16,1-1-1 15,3 0 1-15,-4 0 1 16,1-3-1-16,-2-3-1 0,0-1 2 16,-2-1-1-16,0-2 1 15,-5-1 1-15,2-2-1 16,-2 1-1-16,0-1 0 0,0-1 0 15,0 3-1 1,0 3 0-16,0 0 1 0,0 3-1 16,0 2 0-16,0 0 0 0,0 2 0 15,0 1 0-15,2 0-2 16,0 0-1-16,0 4 2 16,0 4 1-1,3 1 0-15,2 2 0 0,-2 3 0 0,3-2 0 31,-1 0 0-31,2-3 0 0,0 0 0 0,-2-2 1 16,3-3-2 0,1 0 2-16,0-4-1 0,-2 0 1 0,2 0-1 15,0 0-1-15,-2 0 1 16,3-7 2 0,-4-2 0-16,2-2 2 0,-3-2 1 15,-2-3-1 1,-3-2 1-16,0 1 1 0,-2-1-1 15,0-1 2 1,0 2 0-16,0-1-3 0,-6 1-3 16,0 4 0-16,0 0 0 15,1 5-3-15,0 0 1 16,3 5 0-16,-2 2-2 16,1 1-16-16,1 0-14 15,0 10-18-15,2 0-15 16,0 3-39-16</inkml:trace>
  <inkml:trace contextRef="#ctx0" brushRef="#br0" timeOffset="31156.82">1874 6584 119 0,'-2'0'4'0,"0"0"8"0,2 0-2 0,-2 0 0 15,0 0 8-15,0 0 7 16,1 0-5-16,1 0 1 16,-2 0-3-16,2-3 4 0,0-1-9 0,0 0-4 15,0-2-8 1,2 2 0-16,5 0 1 0,0 2-1 16,2-2 1-1,-3 2-2-15,1 0 1 16,0 2-1-16,1 0 0 15,-4 0 0-15,3 0 0 16,-3 4-1-16,0 1 1 0,1 1 1 0,-2 4-1 0,-1-3 0 31,-2 4-1-31,0-1-1 0,0 0-1 0,0 1 3 32,-9-2-1-32,2 2 2 15,-2-3-1-15,1 0 1 16,-3 1-1-16,4-3 1 0,1-1-1 15,0-1 1-15,3-2 0 16,-2 1-1-16,3-3 0 16,0 0 1-16,-1 2 0 15,3-1-1-15,-1-1 1 0,1 0 1 16,0 0-1-16,0 0-1 16,0 0 2-16,0 0-1 15,0 1-1-15,0-1 1 0,0 1-1 16,0 2-1-16,0 1 1 15,0-1-3-15,0 1 3 0,0 0 2 16,-1 2-2 0,1-2 0-16,0-1 1 15,0 3-1-15,0-3 0 16,0 1 1-16,0-3-2 16,0 2 2-16,0-2-1 0,0 0 0 15,0 0 1-15,0-1-1 0,0 0 0 0,0 0 0 16,0 0-1-16,0 0 1 15,0 0 0-15,5 0 1 32,-1 0 4-32,4 0 3 0,0 0-2 15,1 0 1-15,-1 0-3 0,5 0-2 0,-2 0-1 16,-2 0 0-16,1 0-1 31,0 0 0-31,-1 0 0 16,0 0 0-16,0 4 0 0,-1 1-8 15,-2-1-29-15,0-3-74 16</inkml:trace>
  <inkml:trace contextRef="#ctx0" brushRef="#br0" timeOffset="36027.24">2314 6308 147 0,'0'0'0'0,"0"0"-1"0,0 2 2 15,0-1 0 1,2-1 0-16,0 0-1 16,0 0 3-16,2 1 0 15,2 0 0-15,0 0-2 0,1-1-1 0,0 0-18 31,0 0-54-31</inkml:trace>
  <inkml:trace contextRef="#ctx0" brushRef="#br0" timeOffset="36215.92">2336 6427 152 0,'0'0'23'0,"0"0"-26"16,0 0 6 0,0 0 13-16,0 0-4 0,0 0-7 0,0 0-12 0,50-9-64 31</inkml:trace>
  <inkml:trace contextRef="#ctx0" brushRef="#br0" timeOffset="38128.48">2933 5896 108 0,'0'0'2'0,"0"0"11"0,0 0-3 0,0 0 3 0,0 0 2 16,0 0 19-16,0 0-5 16,0 0-15-1,0 0-8-15,0 0-2 0,0-18-4 16,-4 18 2 0,-2 0-3-16,0 0 3 0,-2 0-3 0,0 0 2 15,1 0-1 1,-1 0-3-16,-1 1 6 15,2 1-4-15,-2-2 2 0,3 1 0 0,1-1-1 32,-1 2 1-32,0-1-1 15,-1-1 0-15,0 3 0 0,3-2 0 16,-3 1 1-16,2-1-2 0,1 1 2 0,-2-1-1 16,1 0 0-16,1 1 0 15,-3 0 0 1,0-1 0-16,0 3 0 0,3-2 0 15,-2 0-1 1,1 1 1-16,-1 0 0 16,4 0 0-16,-3-1 0 15,1 0 0-15,0 1 1 16,-1-1-1-16,1 2 0 16,-4 0-3-16,4-1 4 15,2 0-1-15,-2 1 0 0,2 2 0 16,-1-2 0-16,3 2 0 15,-2 0 1-15,0 0-1 16,2 3 0-16,0-1 0 16,0 0 0-16,0 2-1 0,0-2 2 15,0 2-2-15,0-1 2 16,0 0-1-16,0 0 0 16,0 0 0-16,0 1 1 0,0 0-1 15,0 0 0-15,0-1 0 16,0 0-1-1,2 2 1-15,0-1 0 0,1 0 1 0,-1 0 0 16,-2 0-1-16,2-1 0 16,-2 2 1-1,2-1-1-15,-2 0 0 16,2 1 0-16,-2 1 0 0,2-3 0 0,-1 2 0 16,4-1 1-16,-5 0-1 15,2 0 0 1,-2-2 0-16,0 2 0 0,0-2 0 0,2 3 0 31,-2-1 0-31,2 0 1 0,-2 1-1 0,2 2 0 16,0-5 0-1,1 6 0-15,-3-3 1 16,0 2-1-16,0-2 2 0,0 1-2 0,0-2 0 31,0 3 1-31,0-2 1 16,0 1-2-16,0 0 1 0,0-3 0 0,0 1 1 15,0 0 2 1,0 2-1-16,0-2-1 16,0 2-1-16,0 0 0 15,0-2-1-15,0 1 0 0,0 2 1 0,0-3 0 16,0 2-1 0,0-1 1-16,0-2 1 15,0 1-1-15,0 0 2 16,0-2-1-16,0 2-1 15,0 0 0-15,0 1 1 16,0 0 1-16,0-2-3 0,0 2 2 16,0 0 0-16,0-1-1 15,0 3 1-15,0-4-1 16,-2 2 0-16,1 0 0 16,0-1 1-16,0 2 0 0,1-2-1 15,-2-3 2-15,2 2-2 16,0-1 0-16,0-1 1 15,-2-2 0-15,2 2 0 16,0-2 0-16,0 1 0 0,0 1 1 16,0-3-2-16,0 1 1 15,0 1-1-15,-2-2 1 16,2 3 0-16,0-2-1 16,0 1 1-16,0-1 1 0,0 2-1 15,0-1 0 1,0-1-2-16,0 1 2 0,0-2 0 15,0 1 0 1,0-1 0-16,0 0-1 0,0 1 1 0,0-2-1 16,0 2 0-1,0 0-1-15,0 0 2 16,0-2-2-16,0 1 1 0,0-1 0 0,0 1 0 16,0-1 1-16,0 0 0 15,0 0 0-15,0 0 0 16,0 0-2-1,0 1 2-15,0-2-2 0,0 1-1 0,0 1 6 32,0 1-4-32,0-2 0 15,2 3 1-15,0-2-1 0,0 1 1 0,-1-1 0 0,0-1-7 32,2-2 0-32,-1 2 5 15,0-2 1-15,0 2 0 16,0-2 5-16,3 1 0 15,0-2-3-15,1 0 2 0,2 0 3 16,1 0-2-16,2 0-4 16,-2 0 0-16,2 0 0 15,1 0 0-15,1-2-1 16,-1-2-1-16,2 0 1 16,1 1-2-16,1-1-10 0,-3-2-56 15,-1-4-56-15</inkml:trace>
  <inkml:trace contextRef="#ctx0" brushRef="#br0" timeOffset="39876.54">3229 6008 84 0,'1'-3'26'0,"1"-1"-11"0,0-1-4 0,0 1-3 16,0 1 2-16,-2-2 9 16,0 0 0-16,0 1 2 0,0 0-2 15,0 4-2 1,0-3-11-16,0 3 1 0,0 0-7 16,-4 0 0-16,-1 0-3 15,-1 0-1-15,-1 6 7 16,0 4-2-16,-1 0-1 15,3 1 2-15,-2 2-1 16,2 0 1-16,3 1-2 0,0-1 0 0,2 0 1 16,0-2 1-16,0-1-1 15,2-4 0-15,5 0-2 16,2 1 7-16,0-3-2 16,3 0-3-1,-1-2 2-15,1 1-2 0,0-3 2 0,2 0-3 16,0 0 2-1,-3 0-1-15,0 0 0 0,-3 0 0 16,0-5 0 0,-1 1 0-16,-1-3 1 15,-2 0 0-15,-2 1 0 0,0-1 1 0,1-3 1 16,-3-1 0 0,0 1 1-16,0 0-2 0,0-1-1 15,0 1-1-15,0 0 0 0,-3-1 1 31,1 4-1-31,-2-2 1 0,2 2 1 0,-2 2-3 16,-1-1 3 0,1 0-2-16,-3 4-1 0,2 1-2 0,-4 0 1 31,3 1 0-31,-2 0-6 16,0 0-14-16,2 4-13 15,1 2-15-15,1 0-42 0</inkml:trace>
  <inkml:trace contextRef="#ctx0" brushRef="#br0" timeOffset="40100.01">3501 6031 46 0,'0'0'156'0,"0"0"-153"0,0 0 0 16,0 0-2-16,0 0 0 15,0 0-6-15,0 0-16 0,0 0-40 16,0 0-45-16</inkml:trace>
  <inkml:trace contextRef="#ctx0" brushRef="#br0" timeOffset="40739.04">3723 5943 179 0,'0'0'6'0,"0"0"27"16,0 0-11 0,0 0-4-16,0 0 0 0,0 0-9 0,0 0-3 15,0 0-8-15,0-16-5 16,-2 16 4-16,-3 7 2 16,2 0 0-16,1 3 2 15,-2-2 0-15,1 1-1 16,2 1 0-1,0 1 1-15,1-3 0 16,0-1 1-16,0 0-1 0,0-2 0 16,0 0-2-16,3-1 2 15,3-1-3-15,-1-2 3 16,4 1 1-16,-4-2 0 16,3 0-1-16,2 0-1 15,-2 0 0-15,0 0 1 16,0 0 2-16,0 0-1 0,-2 0 0 15,3 0-1-15,-3 0 2 0,4 0-1 0,-1 3-1 32,-3-2-1-32,1 2 0 15,-1 0 0-15,0 1 0 0,-1 0 0 16,-3 2 1-16,0 0 0 16,-2 1-2-16,0 3-2 15,0-2 3-15,0 1-1 16,-6 0 4-16,-1-1-2 0,-1 1 1 15,1-2-1 1,-1 0 1-16,-2-1-2 0,1-2 6 16,3-1-5-16,-1 0 2 15,1-2 1-15,1-1-2 0,2 0 2 16,3 0-4-16,-2 0-23 16,2-4-35-16,0-6-75 15</inkml:trace>
  <inkml:trace contextRef="#ctx0" brushRef="#br0" timeOffset="41026.68">3717 5912 126 0,'0'0'8'0,"0"0"8"0,0 0 11 16,0 0-2-16,0 0-11 15,44-14-2 1,-32 14 1-16,1-2-1 0,0 0-3 16,2 0-5-16,2 2-3 0,2 0 0 15,-2 0-1 1,1 0 1-16,1 0-17 15,-4 0-72-15</inkml:trace>
  <inkml:trace contextRef="#ctx0" brushRef="#br0" timeOffset="41947.99">3285 6696 123 0,'0'0'4'0,"0"0"18"0,0 0 4 16,0 0 5-16,0 0-6 15,0 0-1 1,0 0-14-16,0 0-10 0,0 0-3 16,-42-11 3-16,35 18 2 0,-2 0-2 15,1 1 2 1,-2 3-1-16,2 1-1 16,3 0 1-16,1 0-1 15,0 0 2-15,3-1 3 0,1-2-4 0,0 0 1 16,0-3-1-1,5 0 0-15,1-2 2 16,1 0 2-16,3-1-3 16,2-1 0-16,-1-2 0 15,-1 0 1-15,1 0-3 0,-2 0 1 16,0 0 2-16,-1-6-1 0,0 2-1 0,-3-3 2 31,3 1 0-31,-2-1-2 16,0-2 1-16,-2 2 0 15,0-3-1-15,-1 1 0 0,-1 0 3 16,0-1-1-16,-2-2-1 16,0 4 2-16,0-1-3 15,0-1-1-15,0 1 1 16,0 2-1-16,-5-2 1 16,1 1-2-16,-2 2 2 0,-1 2-1 15,-2 0-2-15,-2 1 1 16,2 3-4-16,-2 0 6 15,2 0-12-15,-1 0-13 0,0 7-9 16,4 0-16 0,-1 0-27-16,5-3-47 0</inkml:trace>
  <inkml:trace contextRef="#ctx0" brushRef="#br0" timeOffset="42229.68">3577 6663 284 0,'0'0'20'0,"0"0"3"0,0 0-10 0,0 0-8 16,0 0-4-1,0 0-1-15,0 0-7 0,0 0-42 16,0 0-4 0,0 0-51-16</inkml:trace>
  <inkml:trace contextRef="#ctx0" brushRef="#br0" timeOffset="43003.84">3806 6595 104 0,'0'0'11'0,"0"0"0"0,0 0-2 16,0 0 8 0,0 0-4-16,0 0-3 0,0 0-5 15,0 0-1 1,0 0-3-16,-7 6 1 0,3 0 1 16,0 1 0-16,0 0 2 0,1 2-3 15,-1 2 0-15,-3 1 2 16,4-1 1-1,-1 2 1-15,-1 0 1 0,2-2 5 16,1 1-3-16,2 3 0 16,0-3-1-16,0-1 0 0,0 1-2 15,0 2-2 1,0-3 1-16,0-1 2 0,0-1-5 16,3-2 2-16,4 2 1 0,-3-5 1 15,3 2-2 1,0-3-1-16,0 0 2 0,1-1-2 15,1-1 0 1,1-1 0-16,-2 0-1 0,3 0 1 16,0 0 2-1,0 0-3-15,-3-3 2 0,2-2-3 16,-3-2 2-16,-1 4-1 0,0-6 0 16,-1 1 0-1,-2 2 1-15,-3-2 1 0,0-1-2 0,0-1 1 31,0 3-2-31,0 0-1 16,-3 1-4-16,-2 3 4 0,-1 2-5 0,-1-1 1 16,-1 2 5-1,-2 0-2-15,-1 3-2 0,2 5 0 0,-3 0-1 32,1 5 4-32,3-2-12 15,5-2-56-15,-2-8-37 0</inkml:trace>
  <inkml:trace contextRef="#ctx0" brushRef="#br0" timeOffset="44697.83">4105 5771 69 0,'0'0'20'0,"0"0"3"0,0 0-11 0,0 0-7 16,0 0-4-16,0 0 3 16,0 0 3-16,0 0 6 0,0 0 0 15,0 0 2-15,0 0-5 16,0 0 3-1,0 0-2-15,0 0-3 0,21-4-4 16,-15 3-1 0,-1 1 0-16,3 0-6 0,4 0 4 15,-1-1 1 1,0 1-1-16,4-2 1 0,-6 1-1 0,6 1 0 16,-6 0-1-16,2 0 0 0,-3-1 1 31,0-1-1-31,-3 2 0 15,1 0 1-15,-1 0 0 16,-3 0-1-16,0 0 1 0,2 0-2 16,-2 0-1-16,2 0 0 0,-2 0 1 0,0 0 1 31,1 2-2-31,-1 0 2 16,-2 1-1-16,2 2 2 15,-2-1 1-15,2 2 0 0,-2-1 0 16,2 4 0-16,-2-3 0 15,1 2 0-15,-1 1-1 16,2-1-1-16,0 1 1 16,0 1-1-16,3 0 0 15,-5 3 1-15,2-2 1 0,0 2-1 16,-2 2 1-16,1 0-1 16,0 1 0-16,0 1 0 15,1-1 2-15,-2 3-3 16,2-1 1-16,-2-1-1 0,2-1 2 15,-2 1-2-15,0 0 0 16,0 0 0-16,0-2 1 16,2 2 0-16,-2 0 0 0,0 1 1 15,2-2-1-15,-1 3 1 16,3-1 0 0,-2-1-1-16,3-2 1 0,-3 5-1 15,0-3 0-15,1-2 0 0,-1 3 0 16,1 0-1-16,-3 2 2 15,0-2 1-15,0 0 1 16,0 1 0 0,0-1 0-16,0-2 1 0,0 3-1 0,0-2-1 15,-3-1 0 1,-1 1 3-16,1-2-4 16,1 1 3-16,-1-2 0 0,1 0-1 0,0 0 0 31,2 1 1-31,-2-3-2 15,1 3 0-15,1 0 0 0,0-1 0 0,-1 0 1 16,1-1-1-16,0 0 0 16,0 0 0-1,0 0 0-15,0 0 0 16,0-2-1-16,0-1 3 0,1 2-3 16,2-1-1-16,-3 0 1 15,2-1 1-15,0-1-1 16,1 2-1-16,-1-2-1 15,-1-2 3-15,3 0-3 0,-4 0 2 16,5-1-1-16,-5 0 0 16,2 1 0-16,0 0 0 15,-2 0-1-15,0 0 1 16,0-1 0-16,0 0-2 0,0 1 2 16,1 0 2-1,-1-1-2-15,0-3 0 0,0 1 0 16,0 2 0-16,0-3-6 0,0 1 2 15,0 0 0-15,0 0 4 16,-1-1 1 0,-1 0 4-16,0-1-6 0,2-1 3 15,-3 2-3 1,3-1-1-16,-2-1-1 0,-3 0 4 0,-2-1-1 16,0 1 3-1,-3 0-2-15,-2 0 0 0,-1-1 1 16,2 0-3-1,-3 0 1-15,0 2-5 0,-2-1-9 0,3-1-24 16,-1 0-25-16,-1 0-24 16,4-1-95-1</inkml:trace>
  <inkml:trace contextRef="#ctx0" brushRef="#br0" timeOffset="45724.18">5516 6195 104 0,'-9'0'2'0,"1"2"-1"0,-2-1 0 16,1 2-1-16,-2 1 1 15,0 0 4-15,2 2 18 0,-5 0 0 16,2 1-5-16,1 0-4 16,1-1-4-16,0 4-3 15,3 1-2-15,3-1-1 16,0 0 0-16,3 2-3 0,1-1 1 16,0-2 1-16,1 2 1 15,7-2 1-15,1-1 2 16,1-2-1-16,1 1 0 15,2-3 0-15,3-2-3 0,0-2 0 16,2 0 0-16,-2 0-2 16,-1-2 3-16,1-5 1 15,-4 0-1-15,-1-3 2 16,-1 0 0-16,-2-1-1 16,-3-3-3-16,-1-1 1 0,-2 1-1 15,0-2-1-15,-2 2-1 16,0 2 1-16,0-1-2 15,-4 2 0-15,-3 3 0 16,-1 1-1-16,-4 1 6 16,1 3-5-16,-4 0-1 0,0 3-12 15,2 0-15-15,-1 0-18 16,3 0-17-16,2 0-73 16</inkml:trace>
  <inkml:trace contextRef="#ctx0" brushRef="#br0" timeOffset="46721.25">5743 6197 9 0,'0'0'151'0,"0"0"-122"0,0 0-8 16,0 0-17-16,0 0 0 0,0 0-4 0,0 0 0 16,0 0 6-1,0 0-3-15,0 0-1 16,-10 44 0-16,10-34 1 15,-2 3-1-15,2-2 1 0,0-1 1 0,0 0-2 16,5-2 1-16,4 0-1 16,0-2 1-16,0-2-2 15,4-1 2-15,1-2 1 0,1-1-1 32,-2 0-1-32,1 0 0 15,0 0 0-15,-1-5 3 16,0-1-2-16,-2-1-1 0,-5-2 0 15,1 1 0-15,-2 0-1 16,-2 0 0-16,-3-1 2 16,0 2-1-16,0 0-2 15,0 3-3-15,0 1 1 0,-3 1 1 16,1 2-1-16,-3 0 2 16,1 0-2-16,2 2 1 15,1 5 1-15,1 2 0 16,0 1-1-16,0-1 1 0,0 3-1 15,3-3-1-15,6 2 4 16,0-4-3-16,0 0 3 16,5-1 0-16,0-3 3 15,4-2-2-15,-1-1 0 16,-1 0-1-16,-1 0-1 16,1-4 1-16,-2-3 0 0,-3-3 1 15,-1-2 1-15,-4-1 5 16,1-4-2-16,-3-1 1 0,-2-3-5 15,-2 0-3 1,0-2-2-16,0 0-2 0,0 2 0 16,-2-3 0-16,-2 4-4 0,2 2-13 15,-1 0 23 1,2 5 7-16,0 2-1 16,1 1-5-16,0 5 0 15,0 1-2-15,-2 1 0 16,2 0-1-16,0 3-2 0,0 0-7 15,0 0-3-15,-2 6 8 0,2 3-1 16,-2 2 5-16,0 4 4 16,2 0-1-16,-2 1-1 0,1-3 3 15,1 3 0 1,0-1 1 0,0 0 0-16,0-1-1 0,0-1 1 15,3 0 1-15,3-2-1 16,-2 0-1-16,3-1 2 15,-1-1 0-15,2-2-2 16,1-2-1-16,1-1 0 16,3-1 1-16,0-3-5 0,1 0-14 15,-1 0-31-15,-2 0-9 16,1-2-8-16,-4-3-56 16</inkml:trace>
  <inkml:trace contextRef="#ctx0" brushRef="#br0" timeOffset="46928.31">5998 6159 237 0,'0'0'12'0,"0"0"18"0,0 0-17 0,0 0-11 15,48 0 1-15,-21-3-2 16,2 2-1-16,5 1 1 15,-3-1-6 1,1-1-46-16,0 2-41 0</inkml:trace>
  <inkml:trace contextRef="#ctx0" brushRef="#br0" timeOffset="47225.53">6297 6149 183 0,'0'0'21'0,"0"0"-1"15,0 0-13-15,0 0 0 16,0 0-3-16,0 0-5 0,0 0 3 16,0 0 0-1,22 42 4-15,-17-25-1 16,-1 4 1-16,-2 1-1 15,3 2-1-15,-2-3 0 0,-1 4-4 0,2-4 1 16,-2 0 1-16,-2-3-2 0,1 2 0 31,1-6-8-31,-2-2-28 0,1-5-13 0,0-3-70 32</inkml:trace>
  <inkml:trace contextRef="#ctx0" brushRef="#br0" timeOffset="47588.23">6397 6107 121 0,'0'0'3'15,"0"0"7"-15,47-3 7 16,-33 3-2-16,1 0-6 16,-4 4-4-16,-1 2-1 0,-4 1 0 15,-1 3-1-15,-3-2 4 16,-2 4 6-16,0-1 4 16,0-2-4-16,-7 4-7 15,1-2-1-15,-4-1 0 16,0 1 2-16,1-2-1 15,-4-3-6-15,2 0 7 16,-2-2-4-16,1-1 5 16,0-2-3-16,2 1-1 0,3-2-6 0,3 0-23 15,4 0-37-15,0-3-94 16</inkml:trace>
  <inkml:trace contextRef="#ctx0" brushRef="#br0" timeOffset="48471.43">6577 6164 126 0,'0'0'42'0,"0"0"-18"0,0 0-8 31,0 0 4-31,0 0 6 15,0 0-6-15,0 0-20 16,0 0-6-16,0 0 4 16,0 7 1-16,0 2 4 0,0-1-2 15,0 2 2-15,4-1-1 16,1-1-1-16,2-2 0 16,-2 2 0-16,1-6 1 15,1 2 1-15,2-1 0 0,-1-3 1 16,0 0-1-16,2 0 0 15,-2 0 0-15,1 0 1 16,0-2-3-16,0-4 1 16,0-2 0-16,-4 1-1 0,3-3-1 15,-3 3 1-15,-1-1 1 16,-2 2-2-16,0 2 0 16,-2-1 1-16,0 4 5 15,0 0-2-15,0 1-5 16,0 0-1-16,0 0-1 0,0 2 4 15,0 4-1-15,2 0-2 16,2 1 2-16,3 0 0 16,-1 0 0-16,2 0 2 0,0-3 0 15,1 1-1 1,0-2 0-16,0-1 0 0,0-2 0 16,-1 0 1-16,1 0-1 15,0 0 0-15,-3-4 3 0,3-2-2 16,-2-5 3-16,-2 1 1 15,1-2 0 1,-2-3-3-16,1 2 0 0,-1-4-2 16,-2-2-1-1,1-1-1-15,0 2 0 0,-1-5-1 0,-2 4-1 16,0 1-2 0,0 2 4-16,0 2-2 0,0 4 3 15,-2 1-1 1,-3 5 0-16,4 0 2 0,-1 2-4 0,0 2 1 15,0 0 1 1,2 0-1-16,-2 7 0 0,0 5 2 16,1 2 0-16,0 0 0 0,1 5 1 31,0 0 0-31,0 3 0 0,0-2 0 16,0-2 0-16,0 0-1 0,0 1 1 15,6-4 0 1,-2 0 1-16,2-3-1 15,0 0 0-15,-2-2 2 16,0-2-1-16,2-2-1 16,-4-2 0-16,1-2-9 0,1-2-14 15,-1 0-16-15,-1 0-11 0,2 0-21 0</inkml:trace>
  <inkml:trace contextRef="#ctx0" brushRef="#br0" timeOffset="48663.39">6804 6101 127 0,'0'0'116'0,"0"0"-97"0,0 0-20 0,0 0 9 15,0 0-2-15,0 0-4 16,40 0-2-16,-23 0-18 0,5 0-19 15,0-3-70-15</inkml:trace>
  <inkml:trace contextRef="#ctx0" brushRef="#br0" timeOffset="49111.42">7256 6101 127 0,'0'0'41'0,"0"0"-7"0,0 0-17 31,0 0-1-31,0 0-4 0,0 0-7 16,0 0-2-16,0 0-2 15,0 0 2-15,16 0 2 0,-8 0 0 0,1 0 2 32,4 0-5-32,-2 0-1 15,-1 0-1-15,2 0 1 0,-3 0-1 0,-3 0-24 16,1 3-31-16,-3-2-57 0</inkml:trace>
  <inkml:trace contextRef="#ctx0" brushRef="#br0" timeOffset="49298.25">7274 6190 208 0,'0'0'29'0,"0"0"-19"0,0 0 0 15,0 0 3-15,45-6-8 16,-29 4-4-16,1-2-1 15,2 1-6-15,1-1-48 16,-2 1-91-16</inkml:trace>
  <inkml:trace contextRef="#ctx0" brushRef="#br0" timeOffset="49894.47">7667 6098 186 0,'0'0'10'0,"0"0"-7"15,0 0 1 1,0 0 9-16,0 0 6 0,0 0-13 0,0 0 3 16,0 0 5-16,10-3 1 15,-6 0-5 1,-1-1-5-16,3-2-2 16,0 1 1-16,1-1-3 15,0-1 0-15,-3-2 0 0,4 1 2 16,-4-1 2-1,-3 0 4-15,3 1-4 0,-2-2-1 16,0 0-3-16,-2 4-2 16,0 0 1-16,0-1-3 15,0 3 3-15,0 0-1 16,0 2 1-16,0 1 0 0,0 1 1 16,0 0-3-16,0 0-6 15,0 0-1-15,0 8 6 16,0 2 2-16,0 2 3 15,3 3-1-15,-3 0 0 0,2 2 1 16,-2 0-2-16,1 2 2 16,1-5-1-16,-2 5 1 15,2-4-1-15,-2 1 0 16,0-2 1-16,0-1-1 0,2-1-5 16,-2-1-9-16,2-1-5 15,0 1-2-15,-2-4-14 16,0 0 1-16,0-2-45 15</inkml:trace>
  <inkml:trace contextRef="#ctx0" brushRef="#br0" timeOffset="50358.17">7686 6267 92 0,'0'0'24'0,"0"0"0"0,0 0-7 0,0 0-2 15,0 0 5 1,0 0-7-16,0 0-1 0,0 0-4 0,0 0-2 16,0 0-5-1,0 0 1-15,0 0-1 0,0 0-1 16,0 0 1-1,0 0 1-15,0 0 0 16,0 0-1-16,0 0-1 16,0 0-1-16,4 0 2 0,0 0-2 0,0 0 4 15,4 0-2-15,0 0 0 16,2 0 1 0,-1 0-1-16,3 0 0 15,-2 0 1-15,1 0 1 16,-1 0 1-16,-2 0 4 15,1 0 3-15,-5 0-2 0,5 0 0 16,-6 0-3-16,1 0-4 16,0 0-1-16,0 0-1 15,-2 0 0-15,0 1-1 16,1 1-11-16,2-1-38 0,-3-1-57 0</inkml:trace>
  <inkml:trace contextRef="#ctx0" brushRef="#br0" timeOffset="59377.25">1209 9097 39 0,'1'1'10'0,"0"-1"12"0,2 1-1 15,-3-1-2-15,0 0 2 0,0 0 18 16,0 0-18-16,2 0-15 0,-2 0-5 16,2-2 1-16,0-2 5 15,-2 1 6 1,0-1 4-16,0 1-7 16,0-1-2-16,0 1 2 0,0 0-4 15,0 2-2-15,-2-1-3 0,0 2 1 0,0-1-2 31,-2 1 0-31,1 0 1 16,1 0-1-16,-2 0-1 16,2 5 3-16,-1 0-1 0,3 1-1 15,0 0 1-15,0 0 0 16,0 0 0-16,0-1-1 16,3-2 1-16,3 1-1 15,-1-1 0-15,3-3 2 0,-2 0-1 16,2 0 2-16,-1 0-1 15,0 0 1-15,-1-3 1 16,0-1 0-16,-4-2 1 16,0 1 1-16,0-1 0 15,-2 0 2-15,0 1-5 16,0 0 0-16,0 0-2 0,-2 1 0 16,-2 0-1-16,-2 4 1 0,2-2 0 15,-2 2 0-15,1 0-2 16,-2 0 1-1,3 2 1-15,1 5-1 16,-2 0 1-16,3-1-1 0,2 1 0 16,0 0-1-16,0-2-1 0,7 1 3 15,-2-2-1 1,4-1-1-16,0-2 2 16,-3-1 0-16,4 0 0 15,-3 0 1-15,1 0-2 16,0 0 0-16,-2-4 1 0,-2-3 0 15,1 0 0-15,-3 0-1 16,-2 0 1-16,0-1 0 16,0 2 0-16,0-1 0 15,-4 2-3-15,-1 0 2 0,-1 2-2 16,-2 2 1-16,4 1-1 16,-4 0-1-16,3 0 3 15,-1 4 1-15,0 2-1 16,4 1 0-16,-2-1 0 15,4 0 0-15,-2 1-1 0,2-1 0 16,0-1-1-16,0-2 1 16,6 0 0-16,-2-3 0 15,4 0 0-15,-2 0 3 0,1 0-2 16,0 0 1 0,0-4 0-16,-1-2-1 0,-5-1 1 15,3 1 0-15,-4-1 0 16,0 2 0-16,0-2 1 0,0 2 0 15,-2 0-1-15,-3 1-2 16,-1 4 1-16,-2-1-4 16,2 1 3-16,-1 0 0 15,1 1 2-15,0 6-1 16,0 0-3-16,4 2-13 16,0-2-16-16,2 0-18 0,0-1-45 15</inkml:trace>
  <inkml:trace contextRef="#ctx0" brushRef="#br0" timeOffset="61134.94">1368 10159 129 0,'0'0'73'0,"0"0"-41"0,0 0-13 0,0 0-1 0,0 0 1 15,0 0-6-15,-2 0-5 16,-3 0 0-16,1 0-4 0,0 0-1 16,-1 0-3-16,-2 0-1 15,2 1 2-15,-1 5-1 16,2-2 1-16,-1 4-2 0,2 1 1 15,1-2 1-15,2 0-2 16,0 0 1 0,0-2-1-16,0 0-1 0,6-1 2 15,2-1-1-15,-2-2-1 16,3 0 1-16,-1-1-2 16,0 0-4-16,-1 0 3 15,-1 0 0-15,0 0 4 16,0-4-2-16,-4-1 5 15,0-1-1-15,-2-1 3 0,0 0 1 0,0-1-3 0,0 2-3 32,-2 0 1-32,-2 2-3 15,-4 2 3-15,0 0 0 0,1 2 0 0,-1 0 0 16,-2 0-5-16,3 4 7 0,1 4-3 16,0 0 0-16,0 1 1 31,4 1-1-31,2-1 0 15,0-1-5-15,0-1-4 16,2 0 6-16,6-3 0 16,-2 1 0-16,1-4 2 0,4-1-2 15,-2 0 2-15,0 0 2 16,-1-1-1-16,0-6 1 16,-1 1-1-16,-1-1 0 15,-2 0 2-15,0-2-4 0,-4 2 2 16,0 0 2-16,0 1-2 15,0 0 0-15,-4 1 0 16,-5 3 1-16,3 0-1 0,-4 2-1 16,0 0-1-16,3 2 0 15,-2 5 4-15,4 0-5 16,1-2 6-16,4 2-1 16,0 0-2-16,0-2-11 15,2-5-47-15,8 0-149 0</inkml:trace>
  <inkml:trace contextRef="#ctx0" brushRef="#br0" timeOffset="62060.48">436 9084 168 0,'-2'0'23'0,"2"0"12"0,0 0-13 0,0-1-5 15,0-3-3-15,2-1-7 0,2 2-2 16,4-1-2 0,-2-1 0-16,1 1-1 0,3 1 0 15,-1 2-2-15,0-2 1 16,-3 3-1-16,3 0 1 0,0 0-1 15,0 0 0-15,-2 0 0 16,2 7 0-16,-2 0-1 16,1-1 3-1,-3 2-2-15,2 0 0 0,-2-1 1 0,-2 3-1 16,-3-3-1-16,0 4 1 16,0-4-2-1,-2 2 4-15,-4-4-4 16,-4 3 3-16,4-1-1 0,-1-4 3 15,0 3-2-15,0-3 0 0,1-2-16 16,-2-1-39 0,3 0-76-16</inkml:trace>
  <inkml:trace contextRef="#ctx0" brushRef="#br0" timeOffset="62481.38">613 8998 117 0,'0'0'12'0,"0"0"17"0,0 0-15 15,0 0 0-15,0 0-1 16,0 0-3-16,0 0-4 16,0 0 0-16,0 0-4 0,0 0 1 15,-5 9 2 1,3-1 1-16,0-1 1 16,2 4 3-16,-2 0 1 0,2-1 1 0,0 1-3 15,0-2 0-15,0 0-2 16,2-1-3-1,2-3 3-15,1 0-1 0,3-2-2 0,-1 0 3 16,2-1-4 0,1 0 1-16,-1-2-3 0,5 0 0 15,-4 0-2 1,4 0-30-16,-3 0-68 16</inkml:trace>
  <inkml:trace contextRef="#ctx0" brushRef="#br0" timeOffset="62657.65">802 9055 108 0,'0'0'208'16,"0"0"-193"-16,0 0-16 0,0 0 4 15,0 0-1-15,22 42 0 16,-14-24-2-16,1 5 1 15,1-1-23-15,-2 2-117 16</inkml:trace>
  <inkml:trace contextRef="#ctx0" brushRef="#br0" timeOffset="63462.21">604 10309 127 0,'0'0'34'0,"0"0"15"0,0 0-23 0,0 0-7 0,0 0 1 15,0 0-6-15,0 0-8 16,0 0 12-16,0 0-6 16,0 0-7-16,0 0-3 0,-10-34 0 15,20 28-1-15,-1 2-1 0,1 0-1 0,2 0 2 31,2 3-1-31,-3 0-1 16,1 1 1-16,-1 0 1 0,0 0-2 16,0 0 1-16,-4 4-1 15,-1 0 0-15,-2 2 1 16,-2 1 0-16,-2 0-2 16,0 3 2-16,0-1 0 15,-6 1 0-15,-2-1 1 0,1-1-1 16,-5 4 0-16,2-3 3 15,3 1-2-15,-2-1-1 16,2-1 1-16,0-1-2 0,3-1-15 16,1-1-22-1,3-4-14-15,0-1-53 0</inkml:trace>
  <inkml:trace contextRef="#ctx0" brushRef="#br0" timeOffset="63847.81">777 10191 78 0,'0'0'10'15,"0"0"-6"-15,0 0 18 16,0 0 1-16,0 0 0 0,0 0-12 0,-40 19-5 16,38-13 7-16,-2 1 7 15,1 0-5 1,1 0-2-16,2 3-1 16,0-2-6-16,0 0 0 15,0 1-1-15,0 1 0 16,0-2 2-16,5 1-1 15,-1-1 0-15,3-1-4 16,-3-1 0-16,3 0 0 0,2-3-4 16,-2 0 4-16,2 1-1 15,2-2-2-15,-2-1-24 16,-1 2-22-16,2-3-49 0</inkml:trace>
  <inkml:trace contextRef="#ctx0" brushRef="#br0" timeOffset="64350.71">872 10307 106 0,'0'0'96'16,"0"0"-60"-16,0 0-9 0,0 0-7 16,0 0-8-16,0 0-6 15,0 0-4 1,0 0-1-16,16-17 0 0,-11 15 1 15,4 0 0-15,1 2 0 16,-1 0 0-16,-1 0-2 0,1 0 0 16,-2 0 0-16,0 3-3 15,-3 5-3-15,0-2 1 16,-1 5 1-16,-3-3 2 16,0 1-1-16,0 3-1 15,-3-2-2-15,-3 2 2 0,-1-2 0 16,-2 1 1-1,3-1-2-15,-1-1 3 0,3-1 2 16,-1-2 0 0,1 0 0-16,1-1 0 0,3-2 0 0,-2 1 0 15,2-2 1-15,0 1-1 16,0-3 0 0,0 0 0-16,0 0-1 0,0 0 2 15,0 0 1 1,0 0 2-16,2 0 6 0,3 0 0 0,2 0-4 15,-1 0-5 1,3 0 3-16,0 0-2 16,0 0 0-16,2 0 0 15,3-3-1-15,2 1-2 16,0-3-10-16,-1-2-119 0</inkml:trace>
  <inkml:trace contextRef="#ctx0" brushRef="#br0" timeOffset="68837.1">3756 8229 85 0,'-2'0'2'0,"0"0"-2"0,0 0 1 16,0 0 6-16,-1 0 7 0,1 0-1 15,1 0 3-15,1 0 3 0,0 0-6 16,0 0 1 0,-2 0-5-16,2 0 1 0,-2 0-4 0,2 0-3 15,-2 0-2-15,0 0 0 16,0 0-1-1,-1 0 1-15,-1 0 2 0,0 0 0 16,-4 0-1 0,4 0-2-16,-3 2 1 15,1-1-1-15,-1 3 1 0,0-2-1 16,3 2 0-16,-4-1 1 16,2 1-1-16,1-1-1 0,-2 1 2 0,1 1-1 31,1-1 1-31,1-1 0 15,-1 2 0-15,1-2 1 0,2 1-2 0,-4 1 1 16,4-2 1 0,-2 1-2-16,2 1 0 0,-2-1 1 0,1 0 0 31,1 0-1-31,0 1 1 16,2-1 1-16,-2 0 2 15,2-1 0-15,0 3-2 0,0-2 0 16,0-1 0-16,0 1-1 15,0-1 0-15,0 0 0 16,0 3 0-16,0-3-2 16,0 1 3-16,0-3-3 15,0 2 5-15,0 1-1 0,0-1-3 16,0-1 1-16,2 0 4 16,0 1 0-16,1 0-1 15,1 0-2-15,0-1 2 0,0 0 1 16,2 1-2-16,0 1 1 15,-3-2-2 1,5 2 2-16,-4-2-3 0,3 1 0 0,-2 0 0 16,2-2 0-16,-1 3-1 15,-1 1 0-15,2-1 0 16,0 0 1 0,-2-1-1-16,1 0 1 0,-2-1-1 15,1 1 0-15,2-1 0 0,-2-1 0 16,1 2 0-16,1-2 0 15,-1 1 1 1,4-1-1-16,-3 1 1 0,2-1 0 16,-2-1-1-16,4 0 1 0,-2 0 1 15,-3 0-1 1,3 0 0-16,-1 0 0 16,0 0-1-16,-1 0 1 0,-1 0 0 0,2-3 0 31,-1 3 0-31,0-3-1 15,1 2 1-15,0-2-1 0,-2 1 1 0,1 0-1 16,1-1 0-16,0-1 1 16,-2 1-1-1,1-3 0-15,-1 2 1 16,-1-3-1-16,3 3 4 16,-5-4 0-16,1 1 3 0,0 0-1 0,0 0-1 15,-2-2-1-15,-1 1-1 0,1-1-1 31,0 2 0-31,-2-2 0 16,0 1-2-16,0-1 2 16,0 1-2-16,0 0 0 0,0 0 0 15,0 0 1-15,0 0-1 16,-2-2 0-16,-1 0 0 16,-1 0 0-16,-2 0 0 15,2 2 0-15,-2-2 2 0,1 3 0 16,-2 1 2-16,1 0 1 15,1 0-9-15,-4 3 1 16,-2 3-4-16,0 0-6 16,-5 0-10-16,-6 2-7 15,1 8-43-15,-6-2-84 0</inkml:trace>
  <inkml:trace contextRef="#ctx0" brushRef="#br0" timeOffset="70411.7">3875 10356 47 0,'0'-1'74'0,"0"-1"-55"0,0 1 2 16,0-1 0-1,0 2-2-15,0-1-9 16,0 0-2-16,0 1-2 0,0 0 0 0,-3 0 2 31,0 0 0-31,3 0 1 16,-4 0 2-16,2 0-2 0,-2 0-3 16,1 0-2-16,-1 0 1 15,-3 0-4-15,1 1 1 16,0 3-3-16,-1 0 2 15,-1 2-1-15,1-1 0 16,-4 1 0-16,4 1 0 0,0 1 1 16,3-1-2-16,-5 0 2 15,4 2-1-15,1-1 0 16,-2-1 2-16,4 3-2 16,-2-3 0-16,4 2 0 0,-2-2-2 15,2 1 4-15,0 0-2 16,0 0 0-16,0 1 1 15,0-2 0-15,0 0-1 16,0 1 2-16,2-1-2 16,0 0 1-16,1 0-2 15,1 1 1-15,1 0 1 0,-1 0 0 16,-1-2-5-16,4 3 8 16,-3-4-2-16,3 1 0 0,-1 1 0 15,1-1 0-15,2 0 0 0,-2-2 2 31,0 2-1-31,3-2-1 0,1 0 2 0,-5-2 1 16,5 0-3 0,-1-1-1-16,-1-1 0 15,3 0 0-15,-2 0 0 0,3 0-1 0,-4 0 2 32,4 0 0-32,-1-1-1 15,-3-3 1-15,3 0 0 0,-4 1-2 0,3-1 1 31,-3 1-1-31,1 0 0 0,2-1 1 16,-3 0-1-16,1 0 1 16,1-1 1-16,2-1-1 15,-3-1 0-15,-1 0 1 16,1 0 0-16,1 0 2 16,-3-3-2-16,-3 4-2 0,1-4 2 15,-1 1-1-15,-2 1 4 16,-2-3 3-16,0 0-2 15,0 0-1-15,0-2 3 16,0 4 0-16,-6-6-4 0,0 3-3 16,1 0 13-16,-4-1-10 15,1 0-4-15,1-2 2 16,-1 1 0-16,-4 1-1 0,3-1-1 16,-4 4-2-16,0 0 0 15,0 3-2-15,-3 1 1 16,1 5-20-16,-5 1-7 15,0 0 4-15,-3 7-32 16,-2 0-95-16</inkml:trace>
  <inkml:trace contextRef="#ctx0" brushRef="#br0" timeOffset="72310.33">6269 8958 144 0,'0'0'31'0,"0"0"-7"0,0 0-11 0,0 0-1 15,0 0-5 1,0 0-2-16,-2 0-1 15,1 0 1-15,0 0 3 16,-1 0-2-16,1 0-4 16,-3 0 1-16,0 0-1 15,-1 2 2-15,1-1 2 0,-5 1-5 16,4-1 1-16,-3 3-1 16,1-1 1-16,-1 1-1 0,1 1 0 15,0 0 0-15,1 1-1 16,-2-2 0-1,2 2 0-15,0 0 0 0,1 0 1 16,1 1-1-16,-1 0 2 16,3-1-2-16,-2 1 1 0,1 0 1 15,1 0-1 1,0-1 1-16,0 1-1 0,1 0 1 16,1 0-2-16,-2 0 0 15,2 2 0-15,0-2 0 16,0 3 1-16,0-2 2 15,0 1-3-15,0 0 3 0,3-2-2 16,1 4 0 0,3-5 3-16,-3 4-2 0,3-3 2 0,-1 0-2 15,1-2 0 1,0 0 0-16,2 0-1 0,-3-1 0 16,1-1 2-1,4 1 0-15,-3 0-2 0,1 1 0 0,1-4 1 16,-1 3-1-16,3-1 0 15,-2 0-1-15,3-2 1 16,-1 1 0-16,2-1-1 16,-5 1 2-1,3-2 2-15,2 0-2 16,-3 0 1-16,1 0-1 0,0 0-1 0,-3 0 0 16,2 0 0-16,0-2-1 15,-2-1 1-15,0 1-1 0,0-3 1 31,-3 1 0-31,3 0 3 0,-2-2 2 0,1-1 1 16,-3 1-3 0,1-2-1-16,-2 0-1 15,-1 0-1-15,2-2 4 16,-1 0-4-16,-2-1 0 16,0 2 0-16,-1-2 3 0,0 0-2 0,2 1 0 15,-3-1-1-15,0 2 1 16,0-1-1-1,0 0-2-15,0 0 4 16,0 0-2-16,0-1 1 16,0-2-3-16,-4 2 23 15,1-1-18-15,-3-1-3 16,0 2 0-16,0-1 1 0,-1 1-1 16,-3 0 1-16,-1 2-5 15,0 0 4-15,-2 2-4 16,-3 2 1-16,-2 3-3 15,-2 2-4-15,-1 0-27 0,-4 0-6 16,-2 7-28-16,-5 2-129 16</inkml:trace>
  <inkml:trace contextRef="#ctx0" brushRef="#br0" timeOffset="74149.13">1321 9101 106 0,'0'0'8'0,"0"0"-6"0,0 0 1 0,0 0-2 16,0 0 12-16,0 0 13 16,0 0-2-1,0 0-2-15,0 0-1 16,0 0-6-16,0 0-3 15,0 0-3-15,0 0-5 0,0 0-3 0,1 0 0 16,3 0-2 0,-2 0 1-16,2-2 0 15,3 0 1-15,-1-1-1 16,2 0 0-16,2-1 0 16,-1 2 0-16,3-2 0 0,-1 1 0 0,4-1 0 0,-2 1 0 31,-2 0 0-31,3 0 0 15,-1 0 0-15,2-1 0 16,0 1 0-16,1 2 0 16,-3-3 0-16,3 2 0 0,-3-2 0 15,3 0 1-15,0-1-2 16,2-3 1-16,2 2 1 16,-2 0-2-16,2-2 2 15,3 0-2-15,0 1 1 0,-1-1 0 16,1-1 0-16,2 1 1 15,0-1-2-15,2 1 2 16,0-1-1-16,0 0 0 16,-1-1 0-16,3 0 0 15,-2 2 0-15,1-2 0 0,2-1 0 16,0 0 0-16,2 1 1 16,-1 0-1-16,3-1 1 15,0 0 0-15,-2 1 1 16,4-2-1-16,-1 3-1 0,0-3 0 15,2 2 0-15,0-2 0 16,2 0 0-16,2 1 0 0,0-2 1 16,1 1-1-1,0-1 0-15,0 0 0 0,-3 0 0 16,2 0 0 0,-3 1 0-16,0-3 0 0,0 2 0 0,1-1 1 15,-2 2-1-15,1-1-1 16,-2-1 1-16,-2 3 1 15,0-3-1-15,-1 2 0 0,0 2 0 32,0-1 0-32,4-1 0 15,-3 2 0-15,-3 0 0 0,3 3 0 0,-2-3 0 16,-2 1 0 0,-3 1 1-16,-3 0-2 15,0 0 1-15,0 1 1 16,-1 0 0-16,-2 0-1 15,1 3 1-15,-2-1 0 0,-2-1 2 16,0 1 5-16,-3 1 3 16,0 1-5-16,-4 0 0 15,-3 1-5-15,0 1 1 16,-2-1-2-16,-1 1 1 0,-1 1-2 16,0 0 2-1,-1 0-3-15,-1 0-18 0,-2 0-41 0,0 0-175 16</inkml:trace>
  <inkml:trace contextRef="#ctx0" brushRef="#br0" timeOffset="76430.72">1199 9105 23 0,'4'-1'1'0,"-4"1"3"0,0 0 4 0,0 0 5 15,0 0 1 1,0 0 7-16,0 0 6 0,2 0-3 0,-2 0-5 16,2 0-12-16,-2 0-3 15,3 0 3 1,-1 0-4-16,2 0-2 15,0 3 0-15,0 1 0 0,2 0 1 0,-1 2 7 16,2-2 2-16,1 2-5 16,0 0-1-16,3 0-2 15,-1 1-1 1,0 1-2-16,3-2 1 16,-2 4-1-16,6-3 0 0,-4 3 1 0,3-3-1 15,-1 2 0 1,1 1 1-16,4-1-1 15,-3 0-1-15,-1 1 1 0,1 0 0 0,2 0 0 32,-1-2 1-32,0 2-1 15,-2 0 0-15,2-2 2 0,0 2-2 0,-2 0 0 0,1-1 0 32,0 0 1-32,1 1-2 15,-1 1 2-15,1 0-2 16,-1-1 2-16,-1 2-1 0,2-1 0 15,-3 1 0-15,2-1 0 16,-1-4 0-16,0 3 1 16,1 1 1-16,1-2 1 15,-1 0 0-15,3-1-3 0,-3 2 1 16,1 0 1 0,0-1-2-16,-1 1 0 0,-3 1 1 15,1-2-1-15,-2 2 0 16,1 0 0-16,0 2 0 0,0-4 0 15,-1 5 1-15,3-5-1 16,-3 4 0-16,3-1 0 16,-2 0 0-16,4 0 1 15,-4 0 1-15,4 0 1 0,-1 0-2 16,2 2 1-16,2-2-2 16,-4 1 2-16,1 0-2 15,0 0 0-15,-1 0 0 16,0 0 1-16,-1-2-1 0,-1 0 0 15,1 1 0 1,1 0 0-16,-1-1 0 16,-3-1 1-16,3 1-2 15,-3-2 2-15,1 0-2 0,0-1 2 0,0 1-1 16,-1-2 0-16,0 0 0 16,-1-1 1-1,1 1-2-15,2-1 2 16,-3 0-1-16,3 1 1 15,-1 0 0-15,3 0 0 16,-4 3 2-16,1-2-1 16,0 1-2-16,1-1 1 0,-4 1-1 15,0-1 0-15,0 0 0 16,2 1 2-16,-2-1 1 16,-3-2 4-16,6 1 1 15,-3 0-4-15,1 0-2 16,-1 0-2-16,0-1 1 15,0 0-1-15,-1 4 0 0,-1-3 2 16,1 1-2-16,-2 1 0 16,1-2 1-16,-3-1-1 15,4-1 0-15,-3 1 1 16,4 0-1-16,-3 1 1 0,0-1-1 16,1-1 0-16,2 0 1 15,-2-1-1-15,0 1 0 0,-2 0 1 16,2-1 0-16,0 1 2 15,0 0 2 1,0 0-2-16,3 2-1 0,-1-1 0 0,1 0-1 16,-2-1-1-1,1 2 2-15,4-1-2 16,-4-2 0-16,0 3 1 16,1-2-1-16,-1 0 2 0,-1 1-2 0,2-3 0 15,-1 4 1-15,0-2-1 16,-1 0 0-1,1 1 1-15,1 1 0 0,-1-3-1 16,0 2 2-16,1 0-1 0,1-2 0 16,-2 2 0-16,3-2 0 15,-3 2-1-15,1 1 1 16,-3-1 0-16,3 1 0 16,0-3 2-1,0 3 0-15,-1-1 1 16,1-1-1-16,1 2-1 15,-3-2 0-15,2 2-2 0,-1-3 1 0,4 2-1 16,-4 0 0-16,0-1 1 0,5 1-1 31,-3-3 1-31,1 4-1 16,0-4 1-16,0 3-1 0,1-1 1 16,-1 0-1-1,1 1 0-15,-1-1 0 0,0 1 0 0,-1 0 0 0,3 1 1 16,-3-1-1-16,1 0 0 31,-1-1 0-31,2 2 0 16,-4-1 0-16,3 0 0 15,-1-1 0-15,0 1 0 0,1 0 0 16,-3-2 1-16,3 0-1 16,-1 1-1-16,-2-1 2 15,3 0-2-15,-3-1 1 16,3-1 1-16,-2 1-1 0,-2-1 0 15,2 1 1-15,-3-1-1 16,2-1 0-16,1 3 0 16,-4-1 0-16,3 0 1 15,0 0 1-15,-2-2-1 16,-1 2-1-16,2 0 0 0,-4 0 0 16,-1-2 0-16,1 1 0 15,-1 1 1-15,-1-2-1 16,3 2 0-16,-4 0 2 15,1-2-4-15,-2-1-7 0,-2 0-27 16,0 0-84-16</inkml:trace>
  <inkml:trace contextRef="#ctx0" brushRef="#br0" timeOffset="78052.34">1334 10187 96 0,'0'2'6'0,"0"-1"0"0,0 2-1 0,0-2 2 0,0-1 0 16,2 2-1-16,-2-2 1 15,1 0 2-15,1 3-6 0,-2-3-2 16,2 3-1 0,-2-2 1-16,2 1-1 0,-2-1 0 15,2-1 0 1,3 0-1-16,-2 0 7 0,1 0 3 0,3 0 1 16,1 0-2-16,4 0-3 15,-1-7 2-15,4 2-5 16,-2-2 0-1,2-3-2-15,1 2 1 16,-1-1-1-16,1-2 1 0,1 0 8 0,1 0 1 31,-2 1-4-31,1-5-3 0,2 0 0 16,1 1-2-16,2 0 1 16,1-3-2-16,1 0 0 0,2-1 1 0,-2 1-1 31,3-1 1-31,-1-1 6 15,3-1 0-15,-2 3 0 0,1-2-4 16,1 1-1-16,-3 1-2 0,2 1 1 0,-1-3-1 31,0 2 0-31,3 0 0 16,-1-3 1-16,0 1-1 16,4-1 1-16,-2 0 0 0,1 0 0 15,0-1-1-15,1 1 1 16,1-1-1-16,-2 2-1 15,2 0 1-15,-2-2-2 16,-1 2 1-16,3 0 1 16,-3 1 0-16,1 0 0 0,0 0 0 15,-3 1 0-15,1-1 1 16,-3 0-2-16,0 0 2 16,-2-2-1-16,-1 2 0 15,-1 0 0-15,2-2 0 0,1 0 0 16,-1 0 0-16,0-1 1 15,1 2-1-15,-1-1 1 16,0 0-1-16,-2 1 0 16,1 1 0-16,1-3 1 15,-4 3-1-15,2-2 0 0,-3 0 2 16,4 0 0-16,-3-1 5 16,1-2-1-16,1 0 2 15,2 0-6-15,0-2 0 16,-1 1-1-16,1 0-1 15,0-1 1-15,1 0 0 16,-1 1 1-16,0 1 1 0,0-1 0 0,1-1 1 16,-3 1-2-16,-1 3 0 15,-1-1 1 1,-1 1-2-16,-1 2 1 0,-4-1 2 16,1 2-2-16,-2 3 2 15,-1-2-1-15,-1 2 2 0,1 1-2 16,-1 0-1-16,-1 3 0 15,-1 0 0 1,3 0 0-16,-4 0-1 16,-1 4 0-16,2-1 1 0,-4 0-2 0,3 2 0 15,-4 0 1-15,1 0-1 16,1 0 0 0,0 0 1-16,-3 1-1 15,4 0 0-15,-2 2 0 0,-1-1 0 0,2 1-1 31,-1 3-2-31,-3-1-15 0,-1 1-24 16,-2 0-69-16</inkml:trace>
  <inkml:trace contextRef="#ctx0" brushRef="#br0" timeOffset="79757.52">1357 10208 20 0,'-2'2'101'0,"2"-2"-97"0,0 0 0 15,0 0-1-15,0 2 3 16,0-2 6-16,0 0-1 16,2 0 8-16,0 0-1 0,3 1-10 0,1-1-1 15,0 0-4 1,0 0-1-16,2 3 1 16,-1-3 0-16,0 2 1 0,3 0-1 0,-1 0 1 15,-1-1 2-15,4 2 1 31,-1-2-3-31,0 1 1 16,1-1-1-16,0 2-1 0,1 0-3 16,0-2 0-16,-2 2 0 15,3-1 0-15,-3 1 1 16,3 1-1-16,-2 0 0 16,3-1 0-16,1 2 0 15,-1-3 1-15,3 0-2 0,-3-1 2 16,5 2-1-16,-4-3 0 0,-1 2 0 15,-1-1 0-15,-1 0 0 16,3 2 1-16,-2-1-1 16,-1 2 0-16,1-3 0 15,1 4 0-15,1-2 0 16,-1 2 0-16,3-2 0 0,-1 1 1 16,1-1-1-1,2 1 0-15,-3 0 0 16,1-1 0-16,-2 3 0 15,2-3 0-15,0 3 0 0,0-2 0 0,-2 2 0 16,4-2 0 0,0 2 0-16,1-2 1 15,1 0 0-15,1-1 0 16,-2 0-1-16,3 3 0 0,-3-3 1 0,1 1-1 16,-1 1 0-16,1 0 2 15,-1-2-2 1,-2 1 1-16,3-2 5 0,1 2 1 15,1-1-3 1,-2-1-2-16,1 1-1 16,2 0 1-16,-5 0-2 0,2 2 0 15,2 0 1-15,-3-1 0 0,2 1 4 16,-2-1-3 0,4-1-1-16,0 4 1 0,-1-3-1 0,2 2-1 15,1-3 0-15,-3 1 0 16,3 2 1-1,-1-2-1-15,0 2 0 0,-1-3 0 16,1 0 0-16,1 2 0 0,-4-2 0 31,3 2 1-31,-1 0-2 0,0 0 1 0,-1-1 1 16,0 1-1 0,2 1 0-16,-1-3 0 0,-1 3 0 15,3-2 1 1,-3-1-1-16,1 0-1 15,-2-2 1-15,2 2 0 16,-3-1 0-16,1 0 1 0,2 0-1 16,-1-2 2-16,0 0 1 15,-2 1 4-15,1-1-2 16,-1 0-1-16,0 0-3 16,-1 0 0-16,-2 0-1 0,1 2 0 15,-2-2 0-15,0 2 1 16,-2 0-1-16,0-1 0 15,-3 2 0-15,1-2 0 16,-2 1 0-16,0-2 0 16,-2 1 0-16,1 1 1 0,0-2-1 15,-1 0 0-15,0 0 0 16,0 0 0-16,0 0-3 16,-2-7-25-16,-1-5-45 15,-3-5-161-15</inkml:trace>
  <inkml:trace contextRef="#ctx0" brushRef="#br0" timeOffset="81223.19">3981 8318 71 0,'-7'-3'4'0,"1"0"22"0,0-1-5 0,2 0-9 16,2-1 8-16,-1 1 0 15,3-1-11-15,-2 0 1 16,0 1 3-16,2 2-1 0,-2-1-6 16,2 0-4-16,-2 3-1 15,2 0-2-15,-2-2-7 16,2 2 11-16,0 0-2 0,0 0-1 15,0 0-5 1,0 0 3-16,0 0 1 0,0 0 1 16,0 0 2-16,0 0-1 0,0 0 0 15,0 2 0 1,0 3-1-16,4-3 2 0,-2 2-2 16,3-1 0-1,3 2-2-15,2 0 2 16,-1 0 3-16,3-1-3 0,2 2 1 0,0 1 0 15,2-1-1-15,-3 0 1 16,4 1 3 0,0 0-1-16,0-2-1 15,1 3 0-15,2-1-1 16,2 2 0-16,2-1 0 16,-2 1 0-16,3-1 1 0,2 1 0 15,2 1 3-15,-2 0-3 16,1 0 0-16,1 0 1 15,-2 1 0-15,1-2 0 16,-1 0-1-16,1-1-1 0,0 1 0 16,0-2 0-16,-2 0 0 15,1 1-1-15,0-1 1 16,0-1-1-16,0 3 0 16,-1-2 1-16,-1 3-1 0,-2 0 0 15,0 0 0-15,1 1 0 16,-2-2 0-16,1 3 0 15,-1-2 0-15,1 0 0 16,0 0 1-16,-4-2-2 16,5 3 1-16,-4-2 0 0,-2 1 1 15,4-3-1-15,0 4 0 16,-3 0 0-16,2-1 0 16,1 3 0-16,-1-1 1 0,1 0-2 15,1-1 2-15,0 1-1 16,-1-1 0-1,-1 2 0-15,2-3 0 16,0 3 2-16,3-2-4 0,-1 2 4 0,2-3 0 16,3 3 4-1,-1-4-3-15,4 4-2 16,-2-2 1-16,2 0-1 16,1 1 0-16,0 1-1 0,-3-2 1 15,2-1-2-15,0 1 1 16,-1 1 0-16,0-2 1 0,1 0-1 0,-1 0 1 15,-1-1 0-15,0 1 1 32,0-2 0-32,-2-1-2 15,-4 2 0-15,0-2 0 0,-2 1 0 16,-4-1 1-16,-2 1-2 16,1-1 1-16,-4 0 1 15,1-1-1-15,-3 1 1 16,-1 0 1-16,-1 0-2 0,1-2 1 15,-4 0-1-15,-1-1 0 16,-2-2 1-16,-3 2 0 16,1 0 0-16,0-2-1 15,-2 1 0-15,0 1-4 16,-2-2-12-16,-7-1-48 16,-7-1-157-16</inkml:trace>
  <inkml:trace contextRef="#ctx0" brushRef="#br0" timeOffset="82726.88">4077 10459 91 0,'0'0'55'0,"0"0"-42"0,0 0-6 0,0 0-6 0,0 0 2 15,1-4-2-15,5-1 0 16,-2 1 1-16,2 0 8 0,1 0 2 16,0-1-7-16,1-1-4 15,2 1 0 1,0-2-1-16,2 0 1 0,4-2-1 15,1 0 0-15,2 0 0 0,-1-2 0 16,2 0 0-16,0-2 1 16,2 0 3-16,-3 2 2 15,2-1-5 1,1-2-1-16,-1 0 1 0,0-2-1 16,3 2 0-16,-2-2 0 15,3-2 1-15,0 1 6 0,0 0 6 16,1-4 0-1,-4 3-3-15,2-3-2 0,1 0-2 16,-1 0-3 0,-2 0-2-16,4-1 0 15,0-1 1-15,-1 1 0 0,2-2 7 16,3 1-3-16,-3 0-1 0,2-1-2 0,0 4-1 31,-4 0 0-31,2 0 0 16,-1 2 2-16,-2 0 0 0,1 1-2 15,1 0 0-15,0-1-1 16,1 0 3-16,0 1-4 16,3 0 0-16,-3-3 0 15,0 4 0-15,3-1 0 16,-6 0 0-16,3 1 1 0,-1 0-1 0,0-2 1 16,-1 2-2-16,3-1 2 0,-2 1-1 31,1 1 0-31,3-1 1 15,-3-1-1-15,2 2-1 16,1-2 1-16,-3 0 0 16,2-1 1-16,4 0-2 0,-4 0 2 15,-2-1-1-15,5-2 0 16,-5 6 0-16,-3-1 0 16,4 0 0-16,-3 0 0 15,1 4 0-15,0-2 0 0,-2 0 0 16,3 1 0-16,-4-1 1 15,3 2-1-15,-2 2-1 16,-6-1 1-16,2-2 0 16,-2 3 1-16,-2-1-1 15,-3 3 0-15,-1-1 1 0,-1 1 0 16,-2-1 2-16,3 1 3 16,-5 1-2-16,-1 1 1 15,-1 1 0-15,0 0-1 16,0 0-4-16,-1 2 1 0,0 1 1 15,-2-1-1 1,1 1 0-16,-1 1-1 0,2 0-1 16,-2 1 1-16,0 0-4 15,-2 0-15-15,3 0-13 16,-3 0-30-16,0 0-78 0</inkml:trace>
  <inkml:trace contextRef="#ctx0" brushRef="#br0" timeOffset="87939.85">5654 6873 72 0,'0'-2'20'0,"0"-2"-4"0,-1 0 0 0,-1 1 2 16,1 1 2-16,-2 0 5 15,-1-1-8-15,-1 1-6 16,1 1-3-16,0 0 1 16,-2 1-2-16,1 0-5 0,-6 0 0 15,0 1-2-15,1 5 1 0,-4 1-2 0,1 3 1 31,-1-2 4-31,3 1-4 16,1 3 1-16,1 0 0 0,4 1 0 16,3 0 2-1,2-2-1-15,0 1-1 0,0-1 2 16,4-1-1-16,5-1 5 16,2-1 5-16,0 1 0 15,3-2-5-15,1-1-1 0,1-2-3 16,1 2-2-16,5-2 0 15,-3 0-1-15,4-4-21 16,0 0-44-16,0 0-42 16</inkml:trace>
  <inkml:trace contextRef="#ctx0" brushRef="#br0" timeOffset="88383.73">5797 6918 171 0,'0'0'21'15,"0"0"9"-15,0 0-14 0,0 0-4 16,0 0-5-16,0 0 0 16,0 0-4-16,0 0-2 15,47-11 0-15,-32 11-1 16,1 4 1-16,1 5-1 15,-1-2 0-15,-3 4 0 0,1-1 0 16,-1-1 0 0,-4 4 0-16,-1-3 0 15,-6-2 0-15,0 0-1 0,-2-1-1 16,0-3-1-16,0 0 0 0,-4-4 6 16,-3 0 0-16,2 0 7 15,-4 0-1-15,4-3-1 16,1-4 7-16,0-1 1 15,3-3-2 1,1-1-6-16,0-1-1 0,0 0 5 0,0-4-9 16,5 4 3-16,1-1-4 15,1 2-1 1,2 2-2-16,3 3-5 16,-1 0-13-16,-2 3-30 15,3 4-20-15,0 0-48 0</inkml:trace>
  <inkml:trace contextRef="#ctx0" brushRef="#br0" timeOffset="88781.75">6155 6894 162 0,'0'0'15'0,"0"0"-17"0,0 0-2 31,0 0-4-31,0 0 6 15,0 0 13-15,0 0-6 16,-12 46 3-16,8-36 2 0,3-3-2 16,1 3 0-16,0-3-4 15,0 0-1-15,7-1 1 16,1-3 3-16,2-1-2 16,1-2-4-16,1 0 2 0,-2 0-1 15,4-3 3-15,-4-4 5 16,-1-3 6-16,-2 1 2 15,2-3-1-15,-5-1-2 16,-1 1-3-16,-2-3-3 0,-1 1-1 16,0 1-5-1,-1 2-1-15,-4 1-3 0,-4 1 0 16,0 4 4-16,-4 3-6 16,-2 2 0-16,2 0-5 15,-3 3-8-15,3 6-5 0,4 2-26 16,0-2-25-16,7-1-42 15</inkml:trace>
  <inkml:trace contextRef="#ctx0" brushRef="#br0" timeOffset="89279.5">6528 6847 191 0,'0'0'25'0,"0"0"-16"0,0 0 7 0,0 0-7 0,0 0-4 16,0 0 2-1,0 0-5-15,0 0-1 16,-41-24-2-16,28 24 5 16,1 0-2-16,0 0-3 15,1 1 2-15,2 2 0 0,0 3-1 0,2 0 0 16,1 1 0-1,4 0 1-15,2 0-1 16,0 0-1-16,2 0-2 16,6 0 10-16,1-1-7 15,1-3 1-15,1 3 0 16,1-2 1-16,1 1-1 0,-2 1-1 16,1-1 0-16,-4 0 1 15,1 1-1-15,-3 0 0 0,2-1 0 16,-5 1 0-16,1-2 0 15,-2 1 1 1,-2-2-1-16,0 1-2 0,0-1 1 16,0 0 1-16,-6-2-2 0,-4 2 7 15,-1-1 4 1,0 0-3-16,-1-2-1 0,-1 0-3 16,0 2 0-1,5-2-1-15,1 1-1 0,3-1-21 16,4 0-37-16,0 0-49 15</inkml:trace>
  <inkml:trace contextRef="#ctx0" brushRef="#br0" timeOffset="89750">6670 6824 241 0,'0'0'6'32,"0"0"1"-32,0 0 1 0,0 0-3 0,0 0-5 15,0 0 3-15,0 0 2 16,0 0-5-16,-36-18 0 16,26 19 2-16,1 6-1 0,2-1-1 15,1 1 1-15,-1 0-2 16,5 1 3-16,2-1-1 0,0 0-1 15,0 0-2-15,0-3 1 16,7 2 6 0,1-2-4-16,2 0 0 15,4 0 3-15,-3 1-2 0,3-1 0 16,-1 2-1-16,0-1-1 16,-2 2 0-16,0-1 0 0,-2-1 1 15,-3 3-1 1,-1-1 0-16,-1-2 0 0,-2 0 0 0,-2 1-1 15,0-3-2-15,0 2 2 16,-9-3 1 0,-1 1 5-16,-1 0 2 15,0-3 0-15,0 1-5 16,0 0 2-16,4-1-2 0,1 0-1 0,5 0-2 16,1 0-32-1,0-2-62-15</inkml:trace>
  <inkml:trace contextRef="#ctx0" brushRef="#br0" timeOffset="90490.92">7192 6820 111 0,'0'0'16'0,"0"0"7"0,0 0-5 0,0 0-4 16,0 0-6-16,0 0 3 16,0 0 7-16,0 0-5 15,0 0-2-15,0 0-2 16,0 0 3-16,6-22-8 0,-14 22-1 16,-1 0-4-16,-3 0 3 15,2 2 0-15,-1 4 0 16,-1-1-1-16,2 4-1 15,4-2 1-15,-1 2 0 16,2-1 0-16,3-1 1 0,0 1-1 16,2-1-1-16,0 0-2 15,4-3 7-15,6 2-6 16,-1-2 4 0,4-2 0-16,-1-1 1 0,-1-1-2 15,0 3-1-15,-2-3 0 16,-2 0 1-16,-3 0-2 0,-2 0 0 15,-2 0 0 1,0 1 2-16,0 1-7 0,-4-1 4 0,-7 2 1 16,-2 2 6-16,1 1-5 15,-2 0 0-15,4 0 0 16,0 2 0 0,3-1 0-16,2 1 1 0,3 0-1 15,2-2 1-15,0 1-2 0,0 0 0 16,2 0 2-1,6-1 4-15,0 0-5 0,4-2 1 16,2 0 1-16,-1-1 1 16,5 0-3-16,-4 0 0 0,7-3-1 15,-6 0-17-15,3 0-27 16,-4 0-26 0,-1-7-37-16</inkml:trace>
  <inkml:trace contextRef="#ctx0" brushRef="#br0" timeOffset="91013.49">7328 6885 183 0,'0'0'7'0,"0"0"-6"0,0 0 0 0,0 0-1 31,0 0 0-31,0 0-1 15,43 11 2-15,-36-5-1 16,2 3 0-16,-4-2 1 16,4 2-1-16,-5-2 2 0,-2 2-2 15,1-1 1-15,-1-2-1 16,-2 0 0-16,0-2-3 16,0-1 5-16,0-2 1 15,0-1 3-15,0 0 15 0,-2 0 7 16,-1 0-12-16,1-1-10 15,0-5-1-15,0-2 3 16,2 2-4-16,0-3-4 16,0-1 9-16,2 2-7 15,7-2-1-15,-2 0-1 0,4 1-1 16,0 2 1-16,0 1 0 16,3-1-1-16,-2 4 0 15,3 2 1-15,1-1 0 16,-2 2-2-16,-1 0 1 0,1 0 1 15,-4 0 0 1,2 5-1-16,-2 0 1 16,-4 1 0-16,1 0 0 15,-3 0 0-15,-3-1 0 0,-1 3 0 16,0 0-5-16,0-2-1 16,0 2-2-16,-3-2-14 0,-1-2-21 15,0-4-67 1</inkml:trace>
  <inkml:trace contextRef="#ctx0" brushRef="#br0" timeOffset="91342.17">7764 6750 188 0,'0'0'10'0,"0"0"9"0,0 0-5 15,0 0 5-15,0 0-15 16,0 0-4-16,0 0-1 16,0 0 2-16,0 0 2 0,0 0-1 15,19 47 1 1,-15-33-1-16,0 2-1 0,0-1 0 15,4-1 1-15,-1 1 0 16,0-2-1-16,-1-3 2 0,-1 0-3 16,2 2 0-1,-5-5-18-15,-1 0-38 0,-1-4-50 16</inkml:trace>
  <inkml:trace contextRef="#ctx0" brushRef="#br0" timeOffset="92201.27">7681 6822 173 0,'0'0'20'0,"0"0"-4"16,0 0-2-1,0 0 8-15,0 0-3 16,0 0-6-16,43-2 1 16,-29 0-8-16,-1 1-4 15,0-2-2-15,3 3 0 0,-2 0 0 0,5-1 2 0,-1 1-2 32,1 0 0-32,-2 0 1 15,2 0 1-15,0 0-1 16,-3 4-1-16,-1 2 1 15,-2-2-1-15,-1 3 0 16,-3 0 0-16,-1-1 0 0,-2 3 0 16,0-1 0-16,-3 1 0 15,0-3-1-15,-3 2 0 16,0-2 0-16,0-3-1 16,0 1-1-16,0-2 2 0,-4 0-1 15,1-2 1-15,-4 0 2 16,1 0 9-16,2 0-5 15,-3-3-2-15,4-2 2 16,2-1 1-16,-1-1 0 16,2-2-3-16,0-2-3 15,0-1 5-15,0 2-1 0,7-4-4 16,2 4 0-16,3-3-2 16,-1 4-5-16,2 0-6 0,3 1-12 15,-1 4-15-15,2 0-9 16,-1 3 1-16,0 1 11 15,-3 0 11-15,-1 0 10 16,-4 0 15-16,-3 1 1 0,-2 0 1 16,0 2 2-1,-3 1 7-15,0 1 11 0,0 0-2 16,0 2-4 0,-3 1 0-16,1 0-1 0,1 1-1 15,0-2 2-15,1 2-1 0,0-1-4 16,0-1-3-1,2-2-3-15,5-1 4 0,0 1-3 16,1-3 2 0,1 1 3-16,1-3-2 0,0 0-3 0,-1 0 1 15,-1-4-1 1,0-3 5-16,-2-1 8 16,-3-1-1-16,1-2-4 0,-4 2-4 15,0-6-4-15,-4 5-6 0,-3-1 0 31,-7 2 1-31,-1 1-9 0,-5 3-5 0,4 5-3 16,-3 0-11 0,1 0-26-16,5 0-50 0</inkml:trace>
  <inkml:trace contextRef="#ctx0" brushRef="#br0" timeOffset="92541.15">8295 6758 243 0,'0'0'7'0,"0"0"-7"0,0 0 0 0,0 0 0 16,0 0 0-1,0 0-2-15,0 0 2 16,0 0-1-16,0 0 3 16,15 43 0-16,-8-29 3 15,-1 1-2-15,-2 2 0 16,4-1-1-16,-4 1-2 0,1-3 1 16,-1 1-1-16,0-1 1 15,-3-1 0-15,1-1-1 16,-2-3-5-16,0 1-25 15,0-3-43-15,-3-4-35 0</inkml:trace>
  <inkml:trace contextRef="#ctx0" brushRef="#br0" timeOffset="92892.12">8319 6784 20 0,'0'0'155'16,"0"0"-153"-16,0 0 0 0,47-22-1 16,-34 19-1-1,5 1 2-15,-3 0-1 0,1 1 5 0,-1 1 7 16,-1 0 1 0,-5 0-6-16,1 1-5 0,-1 4-3 15,-5 2 1 1,-4 0-1-16,0 2-2 15,0-1 0-15,0-1 4 0,-8 2 1 0,-1-2 6 16,-2-1 2 0,-3-2 4-16,-1 1-7 0,-1-1-1 0,-1-1-3 31,0-2-2-31,3 3-1 16,3-3 2-16,2 1-18 0,2-2-12 15,5 0-24-15,2 0-35 0</inkml:trace>
  <inkml:trace contextRef="#ctx0" brushRef="#br0" timeOffset="93582.25">8540 6740 259 0,'0'0'5'0,"0"0"-5"16,0 0-5-16,0 0 4 16,0 0-1-16,0 0-1 15,0 0 2-15,0 0 3 0,8 39-1 16,-4-30 0 0,2-1 0-16,0-1 1 0,2-3 3 15,2 2-4-15,-1-4 1 16,-1 0-1-16,4-2 1 15,-3 0 0-15,1 0 0 0,-3 0 0 16,2-3-1 0,1-4 1-16,-5 1 0 0,1 0 1 15,-1-2-1-15,-2 1 0 0,1 0-1 16,-2 1 0 0,0 0-2-16,-2 3 0 0,2 2-1 15,-2 1 0 1,0 0 0-16,0 0 0 0,0 0-4 15,0 0 2-15,0 4 5 0,0 5 0 16,0 1-1 0,1 3 0-16,0 1 2 0,1 2-2 15,1-2 0 1,-1 2 1-16,0 2-1 0,-2-1 0 16,2-1 0-16,-1 3 1 0,0-1 1 15,-1 1 0 1,0-2-1-16,0 1 1 0,0-2 0 0,0-2-1 31,-4-2 1-31,-4-2 1 0,1-1 0 0,-1-5 4 16,-4-1-6-1,1-2 7-15,-2-1-2 0,0 0-2 16,2-7-2-16,-1-2-1 0,2-2 0 31,5 0 0-31,1-1 1 16,1-1 1-16,3 1-6 15,0 0 1-15,5 2 9 0,2-1-7 16,4 3 0-16,2 1-7 16,0 0-16-16,-1 0-20 15,2 0-53-15</inkml:trace>
  <inkml:trace contextRef="#ctx0" brushRef="#br0" timeOffset="96285.4">2015 8379 84 0,'0'0'10'0,"0"0"16"0,0 0 8 16,0 0-2-16,0-1-3 16,0-2-9-16,0 2-8 15,0-1-8-15,0 1-1 0,0-2-2 16,0 0-1-16,0 3 1 15,0-3-1 1,0 3 1-16,0 0 0 0,0 0 2 16,0 0 0-16,0 0 0 15,0 0 0-15,0 0 1 0,0 0-3 16,0 0-1 0,0 0-1-16,0 0 1 0,2 0 1 15,-2 6-1 1,2 0 0-16,1 2 0 0,-3-1 0 0,2 3-1 15,0-1-3 1,0 0 8-16,1-1-3 16,2 2-1-16,1-3 1 0,1 2-1 0,1-3 1 15,0 1-1-15,0-3 0 16,4 2 0 0,-3-3 1-16,-1-2-1 0,2 3 0 15,-3-4 1-15,-1 0-1 0,2 0 0 31,-2 0 1-31,-2 0-1 0,1 0 0 0,-1 0 1 16,-2 0 1-16,0-4 1 0,-2-2 1 31,2-1 0-31,-2 0 3 16,2-2-2-16,-2 1-1 0,0 0 1 0,0 0-2 16,3 3-1-1,-3-1-1-15,0 3-1 16,0 1 1-16,0 1 0 15,0 0-1-15,0 1 0 0,0 0-1 0,2 0-2 32,0 0 1-32,2 4 1 15,-1 3 1-15,1-1 0 0,2 1 1 16,2 1-1-16,0-2 1 16,1 1-1-16,0-2 0 15,3-1 0-15,-2 0 0 0,0-4 1 16,2 0-1-16,-3 0 1 15,-1-3-1-15,2-3 2 16,-4-4 1-16,1 0 5 16,-3-1 3-16,-2 0 0 15,-1 0-2-15,-1-1-1 0,0-1-1 16,0 0-4-16,-3 2-1 16,-1-1-1-16,-3 5-2 15,1-2-2-15,0 3-9 16,-2 2-18-16,1 0-32 0,-1-2-115 15</inkml:trace>
  <inkml:trace contextRef="#ctx0" brushRef="#br0" timeOffset="102476.96">3355 7880 19 0,'-1'0'42'0,"-1"0"-9"0,0 0-5 16,2 0 4 0,-2 0 5-16,2-1-12 15,0 1-5-15,0-3-2 0,0 2-2 16,0 0 4-16,0-1-9 0,0 0-6 15,0 1-2-15,0 1-2 16,0-3-1-16,0 3 1 16,4-3-2-1,3 2 2-15,1-2-2 0,0 0 2 16,3 0-2-16,-3 0 1 0,2 0 1 16,1-1 0-16,-3 3 0 15,2-1-2-15,0 2 2 0,-4 0-1 31,1 0 0-31,-5 0 0 0,2 0-1 0,-1 7 2 16,0 1-2 0,-1 0-1-16,-2 3-1 15,0-2 4-15,0 4 1 0,0 1-2 0,0-1-1 16,0 0 0-16,-6-1 0 16,4-1 4-1,0 0-1-15,0-2-1 16,0 2 1-16,2-1-2 0,0-3 1 0,0 0 0 31,0-2-1-31,0 0 0 16,2 0 1-16,0-1 0 15,3-2 1-15,0 2-2 0,1-2 1 16,-2-1-1-16,3-1 1 16,-1 0 1-16,4 0 3 15,-3 0-2-15,2 0 1 16,-2 0-2-16,2 0-1 0,0 0 0 15,0 0-1-15,0-3 1 16,-2-1-1-16,0 3 0 16,-1-1 0-16,-2 1-1 15,-2-1-5-15,-2 1-7 0,0-1-18 16,0 0-39-16</inkml:trace>
  <inkml:trace contextRef="#ctx0" brushRef="#br0" timeOffset="102769.66">3395 7965 54 0,'0'0'75'0,"0"0"-55"0,0 0 3 0,0 0 3 0,0 0-3 16,0 0 1 0,0 0-4-16,0 0-6 15,0 0-2-15,0 0-2 0,0 0-4 16,31-29-4-16,-19 25-1 0,-1 1-1 16,2-1 0-1,1 2-6-15,-1-3-26 16,1-1-30-16,-2-1-60 15</inkml:trace>
  <inkml:trace contextRef="#ctx0" brushRef="#br0" timeOffset="103275.77">3567 7573 75 0,'0'0'39'0,"0"0"-23"0,0 0-1 0,0 0-9 0,0 0 0 16,-39 28-1-16,35-22 0 15,1 0 5-15,1 3 0 16,2-2 3-16,-2 3-2 15,2-1-1-15,0 2 3 16,0 0-2-16,0-1-2 0,2-1-2 16,0 2 0-16,3-1-3 15,2 0 0-15,0-3 2 16,1-1-2-16,1 0 1 0,1-3 1 16,0-1-1-16,4-2-2 15,-2 0-4 1,1 0-21-16,-1-1-65 0,-3-6-108 15</inkml:trace>
  <inkml:trace contextRef="#ctx0" brushRef="#br0" timeOffset="103597.74">3666 7636 61 0,'0'0'89'0,"0"0"-55"16,0 0-30-16,0 0-1 16,0 0 10-16,0 0 4 0,0 0-1 0,0 0-4 15,0 0-6-15,4 33 0 16,-2-25-2-1,-2-2-2-15,2 0-1 0,2 0 0 16,-4 1 0 0,2-3-1-16,0 1 0 0,0-1-6 15,1-2-30 1,-3-2-57-16</inkml:trace>
  <inkml:trace contextRef="#ctx0" brushRef="#br0" timeOffset="104031.05">3736 7502 75 0,'0'0'20'0,"0"0"0"16,0 0 3-16,0 0-10 16,0 0-6-16,39-2-3 0,-28 5 1 15,-4 3 5-15,4 2 0 16,-1 1-1-1,0 1-4-15,-1 1-3 0,0-2 1 16,1 1-1-16,-5 3-1 16,1-2 0-16,-2 0 0 15,-4-2 5-15,2 0 3 0,-2 1-1 16,0 0 0 0,0-3 0-16,-2 2-1 0,-2-2 2 0,0 1-7 15,-1-1 2-15,1-1-2 16,-3-1-2-1,1-4-76-15</inkml:trace>
  <inkml:trace contextRef="#ctx0" brushRef="#br0" timeOffset="105115.77">4309 8029 136 0,'0'0'14'0,"0"0"4"0,0 0-8 0,0 0-5 16,0 0 1-16,0 0 3 15,0 0 3-15,0 0 3 0,0 0 9 16,0 0-5 0,-25-34-3-16,16 31-8 0,2 1-8 0,-3 2 0 31,-1 0-2-31,0 0 2 0,0 0 0 16,2 5 2-16,-3 2-3 0,4 1 2 15,1 1-1 1,-1 1 0-16,2 2 0 0,3-1 1 0,1 2 0 15,2-4 0-15,0 1-1 16,0 0-1 0,2-2 1-16,5-1-1 0,1-3 2 0,-1 1 0 31,2-4 1-31,4-1 0 16,-2 0-2-16,0 0 2 0,-2 0-1 0,2-4 0 15,-1-2-1-15,-4 1 0 16,2-3 1-16,-2 1 0 15,1-1-1 1,-3 0 1-16,-1 0-2 16,1-1 0-16,-1 2-1 15,-3 0-2-15,0 0 3 0,0 3 1 0,0 1 0 32,0 1-3-32,0 0 2 0,0 1 2 15,0 1 6-15,0 0-9 16,0 0 2-16,0 0 0 15,0 3-1-15,4 4 1 16,-2-2 1-16,5 2 2 16,-1-1-2-16,3-1 0 0,-1-2-1 15,3 3 1-15,2-5-1 16,-1-1-3-16,-1 0-38 16,1 0-88-16</inkml:trace>
  <inkml:trace contextRef="#ctx0" brushRef="#br0" timeOffset="105532.96">4363 7655 137 0,'0'0'15'0,"0"0"18"0,0 0-7 0,0 0-14 15,0 0-4 1,0 0-2-16,0 0-3 0,-43 18 0 15,34-9-1-15,0 1 1 0,4 1-1 32,-1 3 0-32,2-2 0 15,1 2 1-15,3-2 1 0,0 2 1 16,0-3-3-16,0-2 1 0,2 1-3 0,5-3 3 31,0 0-5-31,6-4 9 0,0 0-7 0,-2-3-28 31,6 0-45-31,-4 0-101 0</inkml:trace>
  <inkml:trace contextRef="#ctx0" brushRef="#br0" timeOffset="105761.11">4427 7729 225 0,'0'0'16'0,"0"0"-14"16,0 0 0-16,0 0 5 0,0 0 3 16,-6 39-2-16,6-29-3 15,0 0-3-15,0 1-1 16,0-1 0-16,0-1-1 16,0-1-1-16,2-2-10 15,0-2-31-15,3-1-53 16</inkml:trace>
  <inkml:trace contextRef="#ctx0" brushRef="#br0" timeOffset="106014.87">4467 7650 87 0,'0'0'184'0,"0"0"-179"15,0 0-3 1,0 0 2-16,42-14 7 0,-27 13-6 16,3 1-2-16,-2 0-2 15,-1 4 0-15,1 7-1 0,-3 1 1 16,-3 8-1-16,-1 1-2 16,-4 5-3-1,-5 5-16-15,0 2-33 0,-5-1-68 0</inkml:trace>
  <inkml:trace contextRef="#ctx0" brushRef="#br0" timeOffset="107364.1">5048 8352 139 0,'0'0'21'0,"0"0"17"0,0 0-18 0,0 0 0 31,0 0-3-31,0 0-4 0,0 0-5 0,0 0-2 16,0 0 3-16,0 0-1 15,0 0-4 1,0 0-2-16,0 0-3 15,0-14-2-15,0 14 3 16,0 7-3-16,-2 0 4 16,2 2-2-16,0 1 2 15,0 1 1-15,0-1-2 0,0 1 0 16,0-2 2-16,0 3-2 16,2-3 0-16,2-1 2 15,-1 0-2-15,4-3 0 16,-3 0 1-16,1-1-1 15,-1-2 1-15,0-1-2 0,1-1 3 16,0 0-1-16,-1 0 0 16,-1-1 1-16,1-5-1 15,0-1 2-15,-1 0-2 16,4-3-1-16,-5 3 0 0,3-3 1 16,-3 3-2-1,1 1 2-15,-1 3-1 0,0-1 0 0,-2 2 0 16,2 2 0-16,-2 0 0 15,2 0-5-15,1 3 4 16,3 5 0 0,-2-3 1-16,2 5 0 15,2-1 0-15,-1-2 1 0,-1-1 0 0,4-1-1 16,-1-2 2-16,0-2-2 16,0-1 1-1,0 0 1-15,-2 0 0 0,-3-1 8 16,1-6 1-1,-1-3-1-15,1 0 2 0,-5-3 3 16,2 3-3-16,-2-5-6 16,0 0-3-16,0-2-3 0,-2 4 0 0,0 0-7 31,-3-1-8-31,1 2-6 16,3 1-1-16,-1 1-10 0,0 3-72 15</inkml:trace>
  <inkml:trace contextRef="#ctx0" brushRef="#br0" timeOffset="110384.06">6052 8521 82 0,'0'0'75'0,"0"0"-73"0,0 0-1 0,3 0 0 0,4-2-1 16,-1-2 1 0,3-1-1-16,0 0 1 15,1-2 3-15,2 1 14 0,3-1 1 16,-2 4-5-16,1-2-3 16,-1 0-2-16,-2 1-5 0,1 2 1 15,-4 1-3-15,1 1 0 0,-1 0-2 31,-3 0 0-31,-1 0 0 0,-2 3-2 16,-2 5 2-16,0 1-4 16,0 4 6-16,0 3-1 15,-6-1-1-15,0 0 1 16,-3 2 2-16,2-1-4 16,1-1 2-16,1 2 0 0,1-4-1 15,-1 0 1-15,3-3 0 16,2 0-1-16,0-3 2 15,0 0 0-15,0-4 3 16,0 2-2-16,4-3 5 0,1 0-3 16,0-2 1-1,1 1 0-15,3-1-3 0,1 0-1 16,-1 0-1-16,2 0-1 16,1-2 1-16,-3-2-3 15,-1-1-23-15,-4-1-25 0,-2-2-65 16</inkml:trace>
  <inkml:trace contextRef="#ctx0" brushRef="#br0" timeOffset="110601.62">6111 8595 208 0,'0'0'81'0,"0"0"-78"0,0 0 0 16,44-7 4-16,-27 1 0 0,3 0-5 0,2 2-2 16,-1-3 0-1,-3 1-4-15,1 1-42 0,-4-2-65 16</inkml:trace>
  <inkml:trace contextRef="#ctx0" brushRef="#br0" timeOffset="110969.83">6269 8125 154 0,'0'0'4'16,"0"0"9"-16,0 0-5 16,-34 39 11-16,24-21-3 15,3 0 6-15,0 0-4 0,2 3-10 16,5-1-2-16,0 0 0 15,0-4 1-15,2 1-6 16,8-4 1-16,1 0 2 16,1-4-2-16,3-1-1 0,1-4-15 15,-1-2-47-15,4-2-33 16</inkml:trace>
  <inkml:trace contextRef="#ctx0" brushRef="#br0" timeOffset="111334.67">6304 8221 115 0,'0'0'119'0,"0"0"-111"16,0 0-3 0,0 0-4-16,0 0 0 0,45-11-1 0,-32 11 2 15,1 0-2 1,-1 0 0-16,-3 4 1 0,-6 3-1 15,-1 1-1 1,-1 2 0-16,-2 2-4 16,-2 0 3-16,-7-2-1 0,-1 1 2 0,-1-3 2 15,0 1 1 1,3-4 5-16,2 0 6 16,3-2-7-16,2-1-2 0,1-1 0 15,0-1-4-15,6 0 13 0,3 0 0 31,5 0-4-31,2-3-5 0,2-2-2 0,2 0-2 0,0-1 0 32,-1-1-12-32,-4-2-52 0,1 0-37 15</inkml:trace>
  <inkml:trace contextRef="#ctx0" brushRef="#br0" timeOffset="111576.5">6458 8118 53 0,'0'0'201'15,"0"0"-198"-15,0 0 4 16,0 0-5-16,0 0 6 0,38-6-2 16,-25 9 0-16,-1 8 1 15,1 3-5 1,-4 4 1-16,1 3 0 0,-6 6-5 15,-4-1 4-15,0 4-5 16,0-1-6-16,-9-1-28 0,-3-2-30 16,1-2-46-1</inkml:trace>
  <inkml:trace contextRef="#ctx0" brushRef="#br0" timeOffset="112596.74">6964 8490 159 0,'0'0'43'0,"0"0"-18"0,0 0-5 0,0 0 0 0,0 0-3 15,0 0-2-15,0 0-6 16,5-34-6-16,-5 27 1 0,0 0-3 15,-2 3-4 1,-5-1 1-16,1 3 1 0,-3-1 0 16,1 3 1-16,-1 0 2 15,-3 0-1-15,0 3 2 0,1 4-3 16,1 3 1 0,0 1-1-16,4 2 0 0,0 0 0 15,4 3 1-15,2-1-1 16,0 1 0-16,0-3 0 15,3 0-2-15,4-1 2 16,-1-1 2-16,2-4-2 0,-1-2 1 16,2 0 0-1,-2-4-1-15,1 1 1 0,-3-2-1 16,1 0 0-16,1 0 0 0,-2-8 0 16,-1-1 1-16,0 0-1 15,1-2 0 1,-1-3-1-16,1-1 0 15,-2 1-1-15,2-2-3 0,-1 2-1 16,-2 1 1-16,-2 5 5 0,1 1 3 16,-1 3 3-1,0 1 1-15,0 3-2 16,0 0-3-16,1 0-4 16,-1 0-2-16,1 7 3 15,3 2 3-15,0 0-1 0,-1 0 1 0,4 2-2 16,1-2 1-1,1-2 1-15,1 0-1 16,-2-2 0-16,3-1 2 16,-1-2-3-16,1-2 0 0,-2 0-15 0,-2-3-39 15,-2-6-67-15</inkml:trace>
  <inkml:trace contextRef="#ctx0" brushRef="#br0" timeOffset="112965.51">6969 8206 264 0,'0'0'-6'0,"0"0"10"0,0 0-2 0,0 0-1 0,0 0 0 16,44-30-2-16,-32 30 1 15,-1 0 0-15,-4 3 0 16,0 10-1-16,-4-2-1 0,-3 3-6 16,0 1 1-16,0 1 0 15,-9-1 4-15,3-2-7 16,0-4 15-16,1-2-5 0,3 0 9 16,0-2 4-16,0-1-3 15,2-3-3-15,0-1 0 16,2 0 9-16,9 0-2 15,0 0-4-15,8 0-7 16,1-3-2-16,0 0-2 0,2-3-9 16,0 0-31-1,-3 0-29-15,-3-1-54 16</inkml:trace>
  <inkml:trace contextRef="#ctx0" brushRef="#br0" timeOffset="113236.48">7188 8133 231 0,'0'0'16'0,"0"0"-14"0,0 0 13 31,37 14 4-31,-24-5-8 16,-2 0-8-16,-2 5 2 0,-2 2-3 0,0 2-1 15,-3 1-1 1,-4-2-1-16,0 2-4 16,0-2-6-16,-11-3-2 15,-1-1 2-15,-3-1-8 16,-3-3-2-16,-1-4-38 0,-1-5 3 16</inkml:trace>
  <inkml:trace contextRef="#ctx0" brushRef="#br0" timeOffset="113449.85">6851 8172 244 0,'0'0'28'15,"0"0"-29"-15,0 0 4 16,-21 53-2-16,19-32 0 0,2 2 0 15,0-1 1-15,2-1-1 16,8 3-2-16,-1-5-19 0,6-2-53 16,4-3-35-16</inkml:trace>
  <inkml:trace contextRef="#ctx0" brushRef="#br0" timeOffset="114653.57">7313 8441 119 0,'2'-3'71'0,"-2"-2"-24"0,4 0-23 0,2 1-11 0,2-2-2 16,-3-1-5-16,5 4-4 15,-3-1-2 1,-1 2 0-16,2-1 0 0,0 2 1 0,-3 1-2 31,2 0 2-31,1 0 0 16,-2 0-1-16,-1 0 0 0,3 2 2 0,-3 1-2 0,2-3 0 31,-1 0 0-31,1 0 2 16,-3 0 7-16,0 0 3 15,1 0 0-15,0-4 0 16,-1 1-4-16,-1-2-1 0,2-1-5 16,-3 0 0-16,0 2-2 15,-2 0-4-15,0 1-15 16,0 2-17-16,-4-1-72 15</inkml:trace>
  <inkml:trace contextRef="#ctx0" brushRef="#br0" timeOffset="114938.92">7389 8542 214 0,'0'0'26'0,"0"0"-16"0,0 0-6 0,0 0 0 16,0 0 0-16,43-25-4 15,-32 22-3-15,0 1-16 0,-3-2-25 16,3 1-42 0</inkml:trace>
  <inkml:trace contextRef="#ctx0" brushRef="#br0" timeOffset="115573.11">7597 8319 92 0,'0'0'86'0,"0"0"-66"0,0 0-4 31,0 0-6-31,0 0-2 0,0 0-6 0,0 0-4 0,0 0 2 32,11 9 2-32,-9 1 0 15,1-1-1-15,0 1 0 16,1-2 0-16,0 2 0 16,0-3 0-16,1-3 0 15,2-1 0-15,-2-1 0 0,2-2 4 16,-1 0 0-16,3 0 0 15,-4 0 0-15,2-5-3 16,-1-2-1-16,-1 0 2 16,-1-3-2-16,-1 0 0 0,-2 1 1 15,1-1-1-15,-1-1-2 16,1 1 2-16,-2 3-1 16,0 3 1-16,0 0 0 15,0 2 1-15,0 2 0 16,0 0-2-16,0 0-4 0,0 3 4 15,5 4-1-15,-3 4 2 16,1 1-1-16,1 0 0 16,3 0 1-16,-2 3 0 15,1 0 0-15,0 1 2 16,0-3 0-16,-2 1 3 0,-1-1-1 16,0-3-4-16,-3-1 2 15,0-1-1-15,0-2-3 16,0-2 0-16,-4-1-1 15,-4-1 7-15,-2-1-1 0,-3-1-8 16,-3 0-16-16,0-3-45 16,-3-4-152-16</inkml:trace>
  <inkml:trace contextRef="#ctx0" brushRef="#br0" timeOffset="115997.9">7509 8118 123 0,'0'0'80'0,"0"0"-74"0,0 0 10 0,0 0-1 31,0 0-8-31,0 0-5 16,0 0-1-16,0 0 0 0,35-13 9 0,-33 10 9 16,2-1-4-16,-1-1 0 15,-1-2-3-15,0 0-4 0,0-1-5 16,0-1-2-16,1-1-1 16,1 0 0-16,0-1 0 31,-2 2 1-31,3 2-1 0,0 1 0 15,-2 2 0-15,0 2 0 0,2 2 0 0,-1 0-2 32,1 0 1-32,4 8 0 15,2 3 0-15,3 6 1 0,2 3 0 16,1 5 0-16,4 0 1 16,0 2-2-16,4-3-72 0</inkml:trace>
  <inkml:trace contextRef="#ctx0" brushRef="#br0" timeOffset="122386.59">868 11585 173 0,'0'0'14'0,"0"0"-12"0,0 0 2 16,0 0 1-1,6 0 0-15,2 0-2 0,0-3 1 0,4 0 1 16,2 0 5 0,-3-1 1-16,2 0-4 15,1 1-1-15,-1-1-2 0,1 1 0 0,0-1 1 31,0 1 0-31,-3-1 0 0,-1 2 3 0,2-1-2 16,-5 1 1 0,0 0-5-16,5 2 0 0,-7 0-1 0,1 0-1 31,-2 0 1-31,1 0-1 16,-3 0 0-16,0 5 0 0,0 2-1 15,-2 2 0-15,0 0 1 16,0 4-2-16,0-3 2 0,-4 4 0 0,-3-1-2 15,-1 1 3-15,-5-1-2 16,2-1 5 0,2 1 1-16,-4-2-3 15,4-1-1-15,2 3-1 0,-1-5 1 0,2 0-1 16,2 0 1-16,2-1 0 31,0-2 1-31,0-1-1 16,1 2 1-16,1-2-2 0,0-1 2 15,0-2-2-15,0 2 0 16,0-1-2-16,0 0 4 16,1 0-2-16,1-1 0 15,2 1 2-15,0-1-3 0,2-1 3 16,-2 1-1-16,3-1 0 16,3 0 0-16,0 0 3 15,1 0 1-15,-1 0-1 16,5 0 1-16,-4 0-2 15,2 0 1-15,-1 0-2 0,-1 0-1 16,3 0 0 0,-7 0-1-16,4 0 1 0,-1 0 0 15,-4 0-1-15,-1 0 0 16,-1 0 0-16,-2 0-2 16,-2 0-16-16,0 0-19 0,0 0-40 15,-2 0-88-15</inkml:trace>
  <inkml:trace contextRef="#ctx0" brushRef="#br0" timeOffset="122770.32">984 11688 193 0,'0'0'17'0,"0"0"4"0,0 0 4 0,0 0 0 15,0 0-7 1,0 0-9-16,38-3-6 0,-27 3-2 16,-2 0 0-1,4 0-8-15,-4 0-49 0,4 0-90 16</inkml:trace>
  <inkml:trace contextRef="#ctx0" brushRef="#br0" timeOffset="123379.5">1269 11209 121 0,'0'0'21'0,"0"0"4"0,0 0 4 0,-39 6-12 15,27-1-5 1,3 0-3-16,-1 4-2 0,-2-2-3 0,3 0 2 16,3 3 0-16,-1 0 1 31,-2 3-1-31,6-2-1 0,-4 1-1 15,5-1-2-15,-1-1 2 0,3 2 2 0,0-3 0 32,0 0 0-32,3 0-1 15,1-1 4-15,4-1-6 16,-1-1-3-16,2-1 1 0,1-1-2 0,4 0-2 0,-1-4-12 31,1 0-40-31,1 0-70 0</inkml:trace>
  <inkml:trace contextRef="#ctx0" brushRef="#br0" timeOffset="123732.69">1384 11292 189 0,'0'0'17'0,"0"0"8"0,0 0-8 16,0 0 7-16,0 0-2 16,0 0-15-16,0 0-7 15,0 0 3-15,0 0 4 0,-2 23 2 16,2-13-3-16,0 2-1 15,0-1-2 1,0-1-2-16,0 0 0 0,0 1 0 16,0-4 0-16,0 0-1 0,2-2-5 15,2-2-21 1,1-3-34-16,-1 0-105 16</inkml:trace>
  <inkml:trace contextRef="#ctx0" brushRef="#br0" timeOffset="124147.5">1456 11152 171 0,'0'0'4'0,"0"0"22"16,0 0-3-1,39-13 2-15,-29 12-12 0,0 1-3 16,1 0-1 0,1 0-4-16,-1 4 2 0,-2 3-3 15,5 2-2-15,-5 2 2 16,0 5-3-16,-2-1 0 0,0 3 0 0,-1 0-1 15,-2 0 1-15,1-1 0 16,-1 1 0 0,1 1 0-1,-2 0-1-15,1-2 1 16,-4 1-2-16,2-1 0 0,-2-3 0 16,0 1 0-16,0 1 1 15,-6-2 0-15,-2 0-9 16,-1-5-36-16,1 0-67 15</inkml:trace>
  <inkml:trace contextRef="#ctx0" brushRef="#br0" timeOffset="125237.81">1912 11586 148 0,'-2'0'27'0,"-3"0"8"0,5 0-17 16,-2 0 8 0,2 0-3-16,0 0 2 0,0 0-7 15,0 0-6-15,0 0 1 0,0 0-2 32,0 0-7-32,0-1-3 0,0 1 1 15,2-1-2-15,5 1 0 0,-1-2 1 16,1 2-1-16,-1 0 0 0,4-1 0 31,-2 1 0-31,1 0 0 16,0 0 1-16,-2 0-2 0,2 0-2 0,-3 0-19 15,2 0-20 1,-1 3-28-16,-2 0-49 16</inkml:trace>
  <inkml:trace contextRef="#ctx0" brushRef="#br0" timeOffset="125472.84">1947 11697 121 0,'0'0'11'0,"0"0"19"16,0 0 19-16,0 0-5 15,0 0-9-15,0 0-13 0,0 0-10 16,0 0-3-16,40 8-5 16,-26-6-3-16,3-1 0 15,1 0-3-15,-1 1-36 16,1-2-66-16</inkml:trace>
  <inkml:trace contextRef="#ctx0" brushRef="#br0" timeOffset="128248.03">2520 11509 70 0,'0'-1'6'0,"0"1"10"0,0 0 6 0,2 0-3 15,-2 0-6-15,0-1-2 16,0 1-1-1,0 0 1-15,0 0 0 0,0 0-7 0,0 0-5 32,0 0 4-32,2 0 2 15,0 0 3-15,0 2 2 16,3 4 3-16,2 0 0 0,-1 1-3 16,5 0 0-16,1 0-5 15,2 0 0-15,2-1 0 16,-3 3 0-16,5-3 3 15,-3 0-3-15,2 0-3 16,-1-1 2-16,-2-1-3 0,1 3 0 16,-3-4-1-16,-3 1 0 15,1 1 0-15,-3-2-4 0,1 1-17 16,-5 0-16 0,1 0-32-16,-4-2-22 0</inkml:trace>
  <inkml:trace contextRef="#ctx0" brushRef="#br0" timeOffset="128632.1">2667 11455 217 0,'0'0'15'0,"0"0"9"0,0 0-8 0,0 0-5 15,0 0-2-15,0 0 0 16,0 0-4-16,-39 53-2 15,30-36-1 1,2 3-1-16,-1 0 0 16,1 0 1-16,-1-3-2 0,2 0 1 0,-2-3-1 15,4-2 1 1,0-2-1-16,-2-1-8 0,4-2-22 0,2-3-37 31,0-4-85-31</inkml:trace>
  <inkml:trace contextRef="#ctx0" brushRef="#br0" timeOffset="129467.08">2917 11483 198 0,'0'0'10'0,"0"0"3"0,0 0 0 0,0 0 8 16,0 0 3-1,0 0-17-15,0 0-9 16,0 0 3-16,0 0-1 16,0 0 0-16,0 32 3 0,3-19-2 0,-3 0-1 15,2 0 1 1,-1 1 0-16,3-3 0 0,0-1 1 0,0-1 1 15,2 1-1-15,0-3 0 16,1-1-1 0,-1-2-1-16,2-1 1 0,0-1 0 0,-1-1 1 31,1-1-2-31,0 0 1 16,-1 0 1-16,0-3 0 15,-1 0 0-15,-1-5 1 16,2 1-2-16,-3-2-1 0,3 0 1 15,-3 2-1-15,1 0 0 16,-3 1 1-16,0 1-1 16,0 2 1-16,0 0-1 15,-2 1 0-15,0 1 2 0,3 1-1 16,-2 0-1-16,0 0-1 16,2 0-1-16,1 6 3 15,1 0-1-15,1 2 0 16,1-1-1-16,1 2 2 0,-1-2-1 15,3 2 0 1,0-2 0-16,1-3 1 0,-1 0 0 16,4-2-1-16,-3-2 2 15,3 0 3-15,-2 0-3 0,-1-3 4 16,1-4 4-16,-4-2 1 16,-1-4 1-16,-1 2 9 15,-3-2 10-15,-1-3-20 16,1 2-2-16,-3 0-3 15,0 2-5-15,0 1-1 0,0 1-3 16,-4 3-2-16,0 2-18 16,0 1-30-1,0-3-9-15,-1 0-126 0</inkml:trace>
  <inkml:trace contextRef="#ctx0" brushRef="#br0" timeOffset="131608.37">3896 11576 116 0,'0'0'21'0,"0"0"26"0,0 0-9 0,0 0-6 31,0 0-7-31,0 0-6 0,0 0-5 0,0 0-10 0,0 0-1 32,0 0-1-32,0 0-1 15,0 0-1-15,0 0 0 16,40-15 0-16,-27 15 0 0,2 0 1 15,2 0-1-15,1 0 0 16,0 0 0-16,0 0 0 16,-1 0-1-16,2 0-12 15,-4 0-5-15,0-1-18 16,-2-2-29-16,-3-2-37 16</inkml:trace>
  <inkml:trace contextRef="#ctx0" brushRef="#br0" timeOffset="131957.41">3999 11461 165 0,'0'0'64'0,"0"0"-29"15,0 0-15 1,0 0-6-16,0 0 1 0,0 0-12 0,0 0-1 16,0 0-1-16,-2 53 0 15,2-36-1-15,0 4 1 16,0 1-1-1,0-2 0-15,0 0 0 0,0-1-1 0,2-1-17 32,0-5-30-32,0-2-21 15,2-5-83-15</inkml:trace>
  <inkml:trace contextRef="#ctx0" brushRef="#br0" timeOffset="132420.46">4300 11318 249 0,'0'0'15'0,"0"0"5"0,0 0-7 15,0 0 6-15,0 0-3 16,0 0-8-16,0 0-7 16,0 0-2-16,0 0-1 0,6 22 3 15,-1-7-1-15,-3 4 1 16,0 1 0-16,3 1-1 16,-1 2 1-16,0-4-7 15,1 2-10-15,-1-5-6 0,1 1-2 16,0-4-13-1,-3-3-20-15,1-3-28 16</inkml:trace>
  <inkml:trace contextRef="#ctx0" brushRef="#br0" timeOffset="132790.47">4356 11483 158 0,'0'0'20'0,"0"0"6"0,0 0-6 16,0 0-4-16,48-16-7 31,-35 14-1-31,-3-2 3 0,4 4-2 16,-2-2 3-16,2 2 1 15,-3 0-4-15,0 0-2 0,1 1-4 0,-4 6-1 31,-1 1-2-31,0 4 1 16,-3-1-2-16,-2 2-1 0,0-1 2 16,-2-1-2-16,0-2 2 0,-4 1-2 15,-5-2-2 1,-2-1 2-16,-3-3-2 16,-1 0 9-16,-3-1-1 15,-1-1-5-15,-1-2-3 16,3 0-1-16,1 0-6 0,5 0-13 15,1-5-34-15,4-6-53 16</inkml:trace>
  <inkml:trace contextRef="#ctx0" brushRef="#br0" timeOffset="133282.44">4624 11096 215 0,'0'0'12'0,"0"0"8"0,0 0-8 0,0 0-1 0,0 0-1 16,0 0 0-16,-47 2-1 0,37 7-5 15,1 4-1 1,-1-2 0-16,0 6-1 16,7-3 0-16,-1 2 2 15,4 0-1-15,0-2-3 16,0-1-1-16,4 0 3 16,5-5 3-16,2 1-6 0,5-5 2 0,2-1 0 15,0-1-21-15,3-2-51 16,-4 0-75-1</inkml:trace>
  <inkml:trace contextRef="#ctx0" brushRef="#br0" timeOffset="133511.07">4758 11144 276 0,'0'0'22'0,"0"0"-19"15,0 0-5 1,0 0 8-16,0 0-5 16,0 43 0-16,0-32 0 15,2 2-1-15,-1-2 1 16,3 3-2-16,-2-5-1 16,2-2-2-16,-1-1-19 0,0-2-18 15,0-2-61-15</inkml:trace>
  <inkml:trace contextRef="#ctx0" brushRef="#br0" timeOffset="133842.16">4829 11073 158 0,'0'0'5'0,"0"0"19"0,56-5 7 16,-37 5-4-16,0 0-8 16,0 0-6-16,-5 4 4 15,2 5-9-15,-3 1-5 16,-1 1 0-16,-2 3 2 16,-3 0-1-16,-1 4-3 0,-4 0-1 15,-2 1 0 1,0-1 1-16,-2 1-1 0,-7 0 1 15,-1-2-2 1,-2-1 2-16,-1 0-1 0,0 0 4 16,-3-4-16-16,-3-1-55 0,3-3-131 15</inkml:trace>
  <inkml:trace contextRef="#ctx0" brushRef="#br0" timeOffset="135438.84">5184 11475 109 0,'-2'0'37'0,"-1"-1"12"0,2-1-12 0,0 2-14 0,0-1-1 15,1 0-5-15,0-1-3 16,0 2-4-16,0 0-5 16,0-1 2-16,0 1-5 0,0 0 0 15,0 0 0-15,0 0 0 16,0 0-2-16,3 0 1 16,4 0-1-16,-2 0 0 15,4 0 1-15,-2 0-2 0,4 0 1 16,-2 0 1-16,0 1-7 15,2 1-19-15,-2-1-15 16,-5 0-38-16,-1-1-62 16</inkml:trace>
  <inkml:trace contextRef="#ctx0" brushRef="#br0" timeOffset="135701.73">5188 11584 119 0,'0'0'20'0,"0"0"17"0,0 0 11 16,0 0-22-1,0 0-6-15,0 0-1 0,0 0-6 0,0 0-7 16,0 0-3-1,37 1-3-15,-26-1 1 0,0 2-3 0,0-1-24 32,0-1-45-32,-1 0-142 15</inkml:trace>
  <inkml:trace contextRef="#ctx0" brushRef="#br0" timeOffset="137500.47">5826 11405 108 0,'-2'0'41'0,"0"0"-14"0,-1 0-3 0,1 0-13 0,-2 0-3 0,0 0-1 15,0 0 6-15,0 0-1 0,2 0 1 32,0-1-3-32,2-2 2 15,-2 3 1-15,2-3-8 0,0 0-3 16,0 2 3-16,0-2-5 15,4 0-1-15,5 3 1 0,0-3-1 0,2 0 2 32,3 2-1-32,-1 1 2 0,2-2 1 0,-4 2-2 15,0 0 0-15,-1 0-1 16,0 0 0-16,-5 3 0 16,-1 1 0-16,-2 1-1 15,0 5 0 1,-2-3-3-16,0 0 1 15,-4 3 0-15,-3-1 2 16,-3-1-2-16,0 1 0 0,1-3-1 16,-4 2 1-16,0-1-2 15,3-1 3-15,1 3 2 16,-1-2 0-16,2-1 0 16,3-1 0-16,-1 1 0 0,2 0 0 15,3-3 1-15,0 0-1 16,1-2 0-16,0 0-4 15,0 1 6-15,0-1-6 16,0-1 4-16,0 0 2 0,0 3 2 16,6-3 0-1,-2 0 0-15,0 0 0 0,3 0-2 16,0 0 0-16,2 0-1 16,0 2-1-16,-1-2 0 15,5 1 0-15,-6-1 0 16,1 1 1-16,-1-1-1 15,1 0 0-15,0 0 2 0,-2 0 1 16,1 0-1-16,0 0 0 0,0 0-2 16,-3 0 0-16,0 0 1 15,1 0-3 1,0 1-14-16,-3 0-17 16,2-1-58-16,-2 0-67 0</inkml:trace>
  <inkml:trace contextRef="#ctx0" brushRef="#br0" timeOffset="137789.91">6069 11468 292 0,'0'0'19'0,"0"0"3"0,0 0 6 0,0 0-2 0,0 0-19 0,0 0-15 31,0 0-12-31,0 0-28 15,0 0-21-15,0 0-48 16</inkml:trace>
  <inkml:trace contextRef="#ctx0" brushRef="#br0" timeOffset="138294.67">6283 11394 159 0,'0'0'23'0,"0"0"12"16,0 0-14-16,0 0-11 16,0 0-7-16,0 0-3 15,0 0 1-15,0 0 1 0,-38 7-2 16,28 0 2-1,4 2 1-15,0 3 2 0,3-2-2 16,-1 3 0-16,4-1-1 16,0 1 1-16,0-1-4 0,0 0 3 15,7-2 4-15,3-1-2 16,0-1 1 0,0-1-2-16,2-4 0 0,2 1 2 15,0-3-2-15,1-1 2 0,-2 0 0 16,1 0-2-1,-2-3-1-15,0-4 2 16,-2-2 5-16,-3 0 3 16,0-4-3-16,-3 0 0 0,-2-1-3 15,-1-3 2 1,-1 3-6-16,0-2-2 0,-1-1 1 16,-5 4-2-16,-6 1-2 0,-2 5 2 0,-1 2-3 31,-5 3-6-31,2 2-6 15,-3 0-28-15,2 0-49 0</inkml:trace>
  <inkml:trace contextRef="#ctx0" brushRef="#br0" timeOffset="139264.04">6990 11308 208 0,'0'0'5'0,"0"0"-3"0,0 0 0 15,0 0 6-15,0 0 12 0,0 0-6 0,0 0 5 16,0 0-5-16,0 0 0 15,0 0-8 1,50 3-2-16,-32-3-3 0,1 0 0 16,-1 0 0-1,0 0 0-15,-4 0-1 0,2 0 0 0,-2 0 0 32,-4 0 1-32,-3 1-2 0,0 2 2 0,-5 0-2 15,-2 1-3-15,0 2-6 0,-6 1 6 31,-6 0 5-31,-1 1-2 16,-1 1 1-16,0 0 0 16,0-2-4-16,3 0 8 0,3-1-3 15,2-3 0-15,5-1 0 0,-1-1 0 0,2-1 1 32,0 0-1-32,0 0-3 15,0 0 10-15,2 0-4 16,5 0-1-16,-1 0-2 15,1 0-1-15,2 0 1 0,0 0-1 16,1 0 0-16,-2 0 1 16,0 4-1-16,1-1 1 15,-1 4-1-15,-2 0 0 16,4 2 0-16,-5 0 0 16,-1-1 1-16,-2-1-1 0,0-1-1 15,-2 0 1-15,0-1-2 16,-2 1 0-16,-2-2-1 0,-5-1 5 15,-3-1-3-15,0 0 5 16,-1-2-4-16,0 0 3 16,0 0-3-16,3 0 7 15,1 0-5-15,0 0 0 16,5 0 1-16,-1-2-2 0,0 0 1 16,4-2-4-1,1-2-10-15,0 0-30 16,1-1-85-16</inkml:trace>
  <inkml:trace contextRef="#ctx0" brushRef="#br0" timeOffset="139554.31">7410 11393 291 0,'0'0'24'0,"0"0"-5"0,0 0-1 15,0 0-2-15,0 0-8 0,0 0-7 16,0 0-4-1,0 0-16-15,0 0-20 16,0 0-36-16,0 0-78 16</inkml:trace>
  <inkml:trace contextRef="#ctx0" brushRef="#br0" timeOffset="140080.62">7582 11328 54 0,'0'0'122'15,"0"0"-123"-15,0 0 4 16,0 0-3-16,0 0 0 16,0 0 2-16,0 0 14 0,-38 24-6 15,30-14-3-15,2 2-1 16,1-1 0-16,-1 1-2 16,2-1-1-16,2-1 0 15,2 1-2-15,0-2 0 0,0-2 3 16,4-1 6-16,4-3-2 15,1 1 3-15,1-2-4 16,3-1-2-16,0-1-3 16,3 0 2-16,-3 0-3 0,3-3-1 15,-1-1 3-15,0-5-2 16,-3 2 3 0,0-2 6-16,-4-2 1 0,-2 0-4 15,-5-2 0-15,-1 1-4 0,0-1-3 16,-5 3-1-16,-5-1 0 15,-5 5-2-15,-1 1-3 16,-4 3-7-16,2 2-14 16,2 0-12-16,0 0-52 15</inkml:trace>
  <inkml:trace contextRef="#ctx0" brushRef="#br0" timeOffset="141066.69">7731 11124 163 0,'0'0'23'0,"0"0"1"0,0 0-12 31,0 0 3-31,0 0-5 0,0 0-6 0,0 0-1 0,0 0-1 31,39-9 3-31,-29 7-2 16,-1 1-3-16,3 0 1 15,0-1 1-15,0 2-1 16,5 0 1-16,-5 0 0 0,2-1 1 16,-1 1 1-16,2-1 1 15,-4-1-3-15,0 2 3 16,-1 0 1-16,-6 0-2 15,0 0-3-15,1 0-1 0,-3 0 1 16,0 0-1-16,0 0 0 16,0 0 1-16,0 4-1 15,2 2 0-15,-4-1 1 16,2-1-1-16,0 3 0 16,0 0 1-16,-1 2-1 0,1-1 0 15,2 3 1-15,-2-1-1 16,0 2 0-16,1-2 1 15,-2 3-1-15,1-2 1 16,-1 3-1-16,2-2 0 0,-3 2 1 16,0-1 1-16,0 1-2 15,0-1 1-15,0 0 1 16,0-1-1-16,0-1 1 16,0 0 0-16,0 1 0 15,2-2 0-15,-2 1 0 16,3-2-1-16,-1 1 2 0,-2 0-3 15,0 1 0-15,1 0 0 16,-1-2 1-16,0 1-1 0,1-1 0 16,-1 1 0-16,0-1 0 15,0 0 1 1,0-1-1-16,0-1 0 16,0 1 0-16,0-1 0 0,0-2 1 15,0 2 0-15,0-3-1 0,0 1 0 16,0 0 1-16,0 1 0 15,0 0-1 1,0-2 1-16,0 3-1 16,0-1 0-16,1-1 1 15,-1 1-1-15,0-2 0 0,0 1 0 16,0-1 0-16,0 1 2 0,0 0 0 16,-2-1-2-1,-1-1 6-15,-5 2-1 0,-1-1 1 0,0-1-1 16,-5 1-6-1,-1-1 5-15,-7 1-3 16,-4-4-31-16,-7 0-74 16</inkml:trace>
  <inkml:trace contextRef="#ctx0" brushRef="#br0" timeOffset="142482.29">5721 11128 106 0,'-3'-1'3'0,"1"1"1"0,0 0 2 0,0 0 4 16,-3 0 0-16,4 0 0 0,-3 0-6 0,2 0 1 16,-3 0 0-1,3 0-3-15,-1 0-1 0,-1 0-1 0,2 0 1 32,-4 1 0-32,0 2 7 15,-3-3-1-15,-1 4-4 0,-4-1-2 16,-1-3-1-16,0 3 1 15,1-2-1-15,0-1 0 16,1 2 2-16,3-2 7 16,0 1-2-16,1-1-1 15,3 2 4-15,-2-1-6 0,1 0-2 16,1 1-1-16,3-2-1 16,-1 1 2-16,0 1-2 15,1-2 0-15,1 1 0 16,0 2 0-16,-1-2 0 0,-1 1 0 15,1 1 0-15,1-1 0 16,0 1 0-16,-2-1 0 16,0 1 1-16,1 1-2 15,1 0 2-15,-2-1-1 16,1 1 0-16,0-2 0 0,2 2 2 16,0 1-1-16,-1 0 0 15,2 1 1-15,-2 1-1 16,0 0 1-16,2 2-1 0,-2 1 1 15,2 1-2 1,-4 1 0-16,4 2 3 0,0-3-2 16,0 3 1-16,0-1-3 15,0 0 3-15,0 0 1 0,4 1-2 16,0-1 0-16,0 1 2 16,-3 1-1-16,1-3-2 15,-1 5 1-15,0-2 1 16,-1-2-2-1,0 2 0-15,0-1 1 0,0-3-1 0,0 2 1 16,0-3-1 0,0 0 1-16,0 0-1 15,0-1 0-15,0 2 1 0,-1-1-1 0,0 0 0 32,1-3 0-32,0 3 1 0,0 0-1 0,0 0 1 15,0-1-1 1,0-1 1-16,0 2-1 0,0-2 1 0,0 0-1 31,0 1 0-31,0-2 0 16,1 1 2-16,3-2-2 0,-2 1-2 15,0 0 2-15,1-1-1 0,0 0-1 16,2-2 8-16,1-1 1 0,1 2 4 31,1-1 0-31,2 0-4 16,-1-1-1-16,1 1-1 0,1 2-1 15,0-2 0-15,1-1-3 16,-1 0 1-16,5 0 0 16,1-1-1-16,5 1 0 15,2-1-1-15,4-2-1 16,6 0-38-16,-1-5-146 0</inkml:trace>
  <inkml:trace contextRef="#ctx0" brushRef="#br0" timeOffset="144535.07">8382 10676 36 0,'0'0'8'0,"0"0"0"0,0 0 17 0,-2 0 1 31,1 0-6-31,-1 0-3 16,2 0-2-16,-4 0 0 0,2 0 0 0,-1 0-8 0,1 0-7 31,-2 0 1-31,2 0-1 16,-4 0 0-16,4 0 0 15,-2 0 0-15,0 0 0 0,-1 0 0 16,-1 0 2-16,-1 0-1 16,2 0-1-1,-4 0 0-15,2 0 2 0,-3 0-4 0,2 0 4 16,1 0-2-16,-3 0 0 16,2 0 6-16,-1 0 1 15,1 0-4 1,3 0-2-16,-2 2-1 0,2 1 1 0,4-1 0 15,-1 0 0-15,2-1-2 16,0 1 0 0,0 2 3-16,0 0 4 0,0 1 1 15,0 0-4-15,2 0-2 16,0 2-1-16,-1-2 1 0,0 1 0 16,1 2 0-1,-2 1 0-15,3-1-1 16,-3 0 1-16,2 2 0 0,-2 0-1 15,2-1 1 1,-2-1 2-16,1 4 1 0,1-1 1 0,-1-1-2 16,2 1 1-1,-3-1 1-15,2 1-1 16,-2 0 1-16,2-1-3 0,1 3 1 16,-1-3-1-16,2 1-1 15,0-2 0-15,-1 1 0 16,0 1-1-16,-1-1 1 0,2 0-1 15,-4 0 0-15,0 1 0 16,0-3 2-16,0 2-1 0,0 1-2 31,0-1 1-31,-2 0 1 0,-5-1 2 16,2-1-1-16,-1 1-1 16,1 1 1-16,1 0-2 0,0 2 0 0,2 0 0 15,1-1 2-15,-1-3-2 31,2 3 2-31,0 1-1 0,0-3 0 16,0 0 0-16,-2 0-1 16,2 1 0-16,0-3 0 15,-3 1 1-15,3 0-2 16,-2-1 1-16,1 1 0 16,0 2 0-16,-1-3 0 15,0 2 0-15,0-3 1 0,0 3-1 16,2-1 0-16,-2-1 1 15,2 0-1-15,-2 1 1 16,2 1-1-16,0 0 0 16,0 1 0-16,0 0 0 0,0 0 3 15,0 0-2-15,0-1 0 16,0 2-1-16,0-2 1 16,0-2 1-16,-1 3 0 15,0-3-1-15,-1 2 0 0,1 1 0 16,-1-2-1-1,2 1 1-15,-2-1-1 0,2 1 0 16,-2 1 0-16,2-1 1 16,0 0-1-16,0 0 0 15,0 2 0-15,0-1 1 0,0-2-1 16,0 0 0-16,0-1 0 16,0 1 0-16,-5 0 0 15,3-1 0-15,1 2 0 16,-1-1 1-16,0 0 0 0,-2 0-2 15,2 2 2 1,-1 0-1-16,1-1 0 0,0-1 0 16,2 2 0-16,-4-2 0 15,4 0 0-15,0-1 1 0,-2 0-1 16,0-1 0-16,2 1 0 16,0-1 0-16,0 2 0 15,0-2 0-15,0 1 0 0,0 1 1 16,0-1-1-16,0 1 0 15,0 2 0 1,0 0 0-16,0-1 0 0,0-1 0 16,0 1 0-1,0-2 0-15,1 0 0 0,2-1-1 0,-3 1 1 32,4 0-1-32,-2-1 1 0,-2 0-1 0,2-1-3 15,-2-2-19-15,0-3-29 0,0 0-116 31</inkml:trace>
  <inkml:trace contextRef="#ctx0" brushRef="#br0" timeOffset="146851.41">8367 10661 90 0,'-1'0'14'0,"1"0"16"0,-2 0-4 0,0 0-6 15,0-1-2-15,-1 1-5 0,0-1-3 0,-1 1-4 31,0-2 1-31,-1 2-4 16,-1 0-2-16,-2 0 0 0,2 0-1 0,-5 0-2 16,2 0 4-1,-1 0 0-15,1 0 2 16,1 0 2-16,1 0-4 16,0 0-1-16,0 0-1 15,3 0 0-15,0 0 1 0,0 0-1 16,1 0 0-16,1 2 0 15,-1-1 0-15,-2-1 0 16,2 1 0-16,1-1 0 16,-2 1 0-16,1 2 1 15,0-3-1-15,2 2-1 0,-1 0 2 16,-2-2 0-16,4 2 1 16,-4-1 0-16,3 1 1 15,-1 0-3-15,2-2 1 0,0 3-1 16,0 1 1-16,0 1 0 15,0-1 1-15,0 2-1 16,0-1 0-16,0 1 0 16,0 1-1-16,0 0 2 15,0-1-6-15,2 2 5 16,3 0 2-16,-3-1-1 0,2 0 0 16,-3 4-2-16,0-3 1 15,0 0-1-15,1 1 0 0,0 2 1 16,-2 2 0-16,0-3 0 15,0 0 0-15,0 1-1 16,0 1 1 0,2-1-1-16,-2-2 0 0,2 3 0 0,-2 0 1 15,2-2-2-15,0 1 2 16,0 0-1 0,0 0 0-16,-2 2 0 0,2-2 0 15,-2 0 0-15,0 0 1 0,0 2 2 31,0 0-3-31,0-2 0 0,0 5 1 0,-4-3 0 16,0 3 0 0,2 1-1-16,-2-2 0 0,1 1 0 15,0 1 0-15,3 0 1 0,-1 0-1 16,-1-2 1 0,2-1-1-16,-2 2 0 0,2 0 1 15,-2-1-1 1,0 0 0-16,-1 0 0 0,1 0 2 0,2 0-2 15,-1 1 0 1,1-2 2-16,-2 1 2 0,2 0-2 16,0-1-1-1,0 1 0-15,0-3-1 16,0 3 0-16,-2-2 0 0,2 0 0 16,0-1 1-1,0 0-1-15,0 1 0 0,0 0 0 16,0 1 1-16,0-1 0 0,0 1-1 0,-2 0 0 31,2 1 0-31,-2-2 0 16,2 0 1-16,-2 0-1 15,1-1 0-15,0-2 0 16,1 0 2-16,-1-1 0 16,1 0 0-16,0-1-2 0,0 2 0 15,0 0 1-15,0 0-1 16,0 0 0-16,0 0 0 15,-2 0 0-15,0 1 0 0,-2 1 0 16,2-3 0-16,-2 0 0 16,4 0 0-16,-2-2 1 15,2 1-1-15,0 0 1 16,0-2-1-16,0 1 0 16,0 1-1-16,0-1 2 0,0 3-1 15,0-2 0-15,0 0 0 16,2-1 0-16,0 2 0 15,0-2-1-15,0 2 1 16,2-1 0-16,0-1-1 0,-3-1 1 16,3 0 0-1,0 2 0-15,-2-4 0 0,1 0 0 0,-1 1 0 16,3-2 0 0,-1 0 1-16,-1 1-1 0,3-1 1 15,-2 0 0 1,3 1 0-16,3-2 1 0,-3 2 4 0,2-2-4 15,5 0 1-15,1-2 0 16,3 2-1 0,2-2-1-16,3 0 0 15,2 0-7-15,2 0-21 0,0-6-64 0</inkml:trace>
  <inkml:trace contextRef="#ctx0" brushRef="#br0" timeOffset="147904.81">8736 10833 8 0,'-5'3'17'0,"3"-3"0"0,0 3-5 0,0-3 1 31,0 0 6-31,0 0 6 0,0 0 13 0,0 0 18 16,0 0-36-16,1 0-4 15,-3 0-1-15,0 0-2 16,-3-3-5 0,2 3-5-16,-6 0 0 0,1 0-2 0,-2 0 0 15,0 0 0 1,0 3 1-16,-1 3-2 0,2 1 1 0,-1 0-1 31,4 2 0-31,3 0 1 0,1 2-1 0,2-1 2 16,2 0-2-1,0 0 0-15,0-1 1 0,6-2-1 16,5 2 2 0,1-1 1-16,1-4-2 15,0 0 2-15,4-1-2 16,1 0 0-16,-3-3 0 16,4 0-1-16,-4 0 1 0,2 0 0 15,-4-6 0-15,-2 2 1 16,-1-2 1-16,-2-2 1 15,-3 1 0-15,-4 0-1 16,-1 0-1-16,0-1-1 0,0-2 2 16,-2 0-3-16,-4 3-3 15,-2-2 6-15,0 2-3 16,-3 0-3-16,0 3 2 0,-2 0 0 16,-2 3-2-1,2 1-11-15,-1 0-8 0,2 0-16 16,0 3-55-16</inkml:trace>
  <inkml:trace contextRef="#ctx0" brushRef="#br0" timeOffset="148204.46">8907 10902 294 0,'0'0'23'0,"0"0"-9"0,0 0-7 15,0 0-3-15,0 0-5 0,0 0-7 0,0 0-12 32,0 0-25-32,0 0-57 15</inkml:trace>
  <inkml:trace contextRef="#ctx0" brushRef="#br0" timeOffset="148566.47">9077 10818 225 0,'0'0'36'0,"0"0"-19"15,0 0-13-15,0 0 13 16,0 0 0-16,0 0-3 16,0 0-6-16,15 38 1 0,-12-25-1 15,-1 2-2-15,2 0-4 16,-2 1-1-16,1-2 0 15,2 1-1-15,-1 0-5 16,-1-2-30-16,3-6-38 0</inkml:trace>
  <inkml:trace contextRef="#ctx0" brushRef="#br0" timeOffset="149328.6">9992 10824 174 0,'0'0'57'0,"0"0"-20"0,0 0-16 16,0 0-8-16,0 0-5 16,0 0 2-16,0 0-7 15,0 0-2-15,0 0-4 0,0 0-1 16,-42-6 7-16,31 13-1 15,1 4-2-15,2-1 1 16,0 3 0-16,3-1 2 16,3-1-3-16,2 1-1 15,0-3 0-15,0 0 2 0,4-2 0 16,7-3 3-16,0 1-2 16,0-2 0-16,3 0-1 15,1-3 0-15,3 0-4 16,-2 0 7-16,0 0-3 0,-1 0-1 15,-1 0 1-15,-1-6-1 16,-1 1 1 0,-4-2-1-16,0-3 1 0,-6 0-1 15,0-1 0-15,-1 1 0 16,-1-1-2-16,0 0 0 0,-5 1-2 16,-4 2 4-16,0 1-1 15,-5 1 0 1,1 3 2-16,-1 2-3 0,1-1 3 15,-3 2-1-15,2 0-10 16,0 0 8-16,3 3-20 16,1 2-23-16,5-1-35 15</inkml:trace>
  <inkml:trace contextRef="#ctx0" brushRef="#br0" timeOffset="149556.6">10235 10852 303 0,'0'0'2'0,"0"0"-2"0,0 0-8 15,0 0-27 1,0 0-75-16</inkml:trace>
  <inkml:trace contextRef="#ctx0" brushRef="#br0" timeOffset="150119.97">10355 10801 28 0,'0'0'170'0,"0"0"-166"16,0 0 2-16,0 0 3 15,0 0 5-15,42-10-6 16,-31 10-3-16,4 0 3 0,-4 0-1 16,2 1 3-1,-3 3-1-15,0 2-6 0,-1 1-1 16,-3 3-2-16,0-2 0 16,-4 1 0-16,-2 1-2 15,0 2 1-15,0-2 1 0,0 0-1 16,-9-3-2-1,-1 4 2-15,0-2 1 0,-1-2-4 16,-1-1 8-16,1-1-3 16,-2-1 0-16,7 0 1 0,-2-1-1 15,5 1-1 1,1-2 1-16,2 0-1 16,0 0 3-16,0-1-3 0,0 2 4 15,2 0 5-15,3-2 2 16,4 1-1-16,3-1-2 0,1 0 1 15,3 1 1-15,0-2-3 16,2 1 2 0,2-1-3-16,-1 2-3 15,-1-1-2-15,-1 1-1 0,1 0-2 16,-4 0-22-16,-3-1-38 0,-3-1-106 16</inkml:trace>
  <inkml:trace contextRef="#ctx0" brushRef="#br0" timeOffset="151250.43">8681 11571 132 0,'2'-3'4'0,"1"2"-4"0,0-1-3 15,2-2-1-15,-1 2-8 16,-2 0 9-16,1-1 5 16,0 3 14-16,-3-2 15 0,0 2 19 0,0 0-23 15,0 0-3-15,0 0-8 16,0 0-10-16,0 0-8 0,0 0 1 31,-6 0 4-31,2 3-3 16,-5 3 0-16,3 4 0 15,-1-2 0-15,0 1 0 16,0 3 3-16,3 0-3 0,2-3 3 16,2 2-2-16,0-1 1 15,0-1 0-15,4-2 0 16,3-1 5-16,4-2-3 15,1 2 3-15,6-4-2 0,-3-1-2 16,4-1-1-16,-4 0 1 16,2 0-3-16,0 0 0 15,-5 0 0-15,-1-2 1 16,0-3-1-16,-3-1 1 16,-2 0 1-16,-3-1 4 0,0-3-1 15,-2 0-3-15,-1-2-1 16,0 0 0-16,-2-1-2 15,-5 1 0-15,-3 2 2 0,-2-1 0 16,-1 5 0 0,-1 4-1-16,-2 1 0 15,-1 1 0-15,2 0 0 0,-4 0-11 16,1 7-6-16,3 1-11 0,4 0-26 16,3-2-54-16</inkml:trace>
  <inkml:trace contextRef="#ctx0" brushRef="#br0" timeOffset="151474.25">8907 11602 234 0,'0'0'5'0,"0"0"-5"0,0 0-14 0,0 0-54 15,0 0-43-15</inkml:trace>
  <inkml:trace contextRef="#ctx0" brushRef="#br0" timeOffset="152226.79">9070 11525 222 0,'0'0'14'16,"0"0"-7"-16,0 0-6 15,0 0 2-15,0 0 3 16,0 0-4-16,0 0 1 0,0 0 3 16,16 0 6-1,-10 0 2-15,3 0-2 0,3 0-1 16,1 0-2-16,1 0-1 15,0 0-7-15,-1 0 0 0,1-1 0 16,-1 1-1-16,-3-1 0 16,0 1 0-1,-3 0 0-15,-3 0 1 0,-2 0-1 16,-2 0-1-16,0 2-1 0,0 4-2 16,-4 1 3-16,-4 0 2 15,-1 3 2-15,-3 0-3 16,1 1 2-1,2-2 1-15,0 0-3 0,0-1 0 0,4 0 1 16,1-4 0 0,2 1-1-16,2-3 1 15,0 1-4-15,0-2 4 0,9-1 3 16,-2 0-4 0,6 0 1-16,-2 0 0 15,2 0 1-15,1 0 0 0,1 0 1 0,0 0 1 16,-2 2-2-16,1-1 0 15,-3 3 0-15,-3-1-2 16,2 2 0-16,-5 0 0 0,-1 2-2 16,-2-1 1-1,-2 2-2-15,0 0 1 16,0-1-1-16,-7 0 2 16,1 0 0-16,-5 0 0 15,2-4 0-15,0 0 1 16,-3-2 1-16,0 1 0 0,-1-2 3 0,2 0 0 15,0 0-1-15,-1 0-1 16,3 0-2-16,1 0 1 16,3 0-2-1,3-3-9-15,-1-1-31 16,3-3-79-16</inkml:trace>
  <inkml:trace contextRef="#ctx0" brushRef="#br0" timeOffset="152953.19">10008 11537 162 0,'0'0'40'0,"0"0"-4"0,0 0-8 0,0 0-13 16,0 0-11-16,0 0-4 15,0 0 4-15,-40 1-4 0,31 6 2 16,-5 1 1-1,5 3 0-15,-2 0-3 0,0 1 1 16,3-1 2 0,0 3-3-16,5-1 1 0,1-1 1 0,2-1 0 31,0-1-1-31,2 0 3 0,7-2 0 16,1-3 0-16,3 2-2 15,1-4-1-15,2 1-1 16,-1-4 0-16,3 0 2 15,-2 0-2-15,0 0 0 16,-3 0 1-16,1-7 4 0,-5 2-1 0,-1-3 2 0,0-1 1 31,-4-2-2-31,-4 0-1 16,0-2-1-16,0-1-2 16,-2-1-2-16,-7 2 1 0,0 2 2 15,0 1-3-15,-3 2 1 16,1 2-5-16,1 4 2 15,-2 1-2-15,0 1-5 16,1 0-5-16,0 1-6 0,6 5-19 16,1-3-59-1</inkml:trace>
  <inkml:trace contextRef="#ctx0" brushRef="#br0" timeOffset="153176.81">10232 11592 267 0,'0'0'3'0,"0"0"-1"0,0 0-2 0,0 0-3 15,0 0-48 1,0 0-76-16</inkml:trace>
  <inkml:trace contextRef="#ctx0" brushRef="#br0" timeOffset="153701.01">10423 11501 212 0,'0'0'2'0,"0"0"-2"15,0 0 0-15,0 0 4 16,0 0 3-16,0 0 7 0,21 37 4 16,-18-25-3-1,0 3-5-15,-1-1-3 0,-2 1-5 16,0-1-1-16,0-1 1 16,0-2-1-16,0-1-1 0,0-3-1 15,-5-2 0-15,0-1-3 16,1-1 4-1,0-1 1-15,0-2 6 0,2 0 3 16,2 0 3-16,0 0 0 16,0 0-6-16,0-2-2 0,0-1 2 15,8-1-4 1,0 2-2-16,5-2 2 0,0 1-2 16,3 2 0-16,2-2 1 15,0 3-1-15,-2 0-1 0,2 0 1 16,0 0 0-1,-2 0-1-15,0 0 0 0,-3 0-2 16,-4 0-10 0,-1 0-28-16,-2-1-48 0</inkml:trace>
  <inkml:trace contextRef="#ctx0" brushRef="#br0" timeOffset="153921.4">10594 11572 289 0,'0'0'41'0,"0"0"-37"0,0 0-4 0,0 0 8 16,1 38 3 0,1-24-3-16,0 0-6 15,0 2-1-15,-2 0 0 0,0-2-6 16,0-1-30-16,0-4-54 0,0-6-147 31</inkml:trace>
  <inkml:trace contextRef="#ctx0" brushRef="#br0" timeOffset="155710.16">10497 10632 15 0,'0'0'120'0,"0"0"-90"0,0 0 8 16,0 0-20 0,0 0-15-16,0 0 2 0,0 0-2 0,0 0 1 15,0 0-1 1,0 0 2-16,0 0 0 15,27-4-1-15,-20 4-1 16,-1-1-1-16,2-1-1 16,1 2-1-16,-1 0 2 0,4 0-2 0,0 0 0 15,-4 0 1 1,4 0-2-16,-1 0 1 0,0 0 0 0,1 0 1 31,-2 0-2-31,1 0 1 16,2 0 0-16,-6 0 1 0,1 0-2 15,-3 2 2-15,2 0-2 0,-5 0 1 0,0 0 0 32,0 1 0-32,-1 0-2 15,3 0 2-15,-4-1 0 16,2 2 0-16,0 0 2 16,0-1-2-16,-1 2 0 0,0-3 0 15,0 5 0-15,0-2 0 16,-1 2 1-16,0-2 1 15,1 4-2-15,-1-1 1 16,2 0 1-16,-2 3 1 16,2-2 2-16,-2 3-2 0,3-2 0 15,-1 2 1-15,0-1 0 16,1 0-2-16,1 0 0 16,0 0-1-16,-3 1 0 0,5-1 1 15,-3 0-2-15,1-1 1 16,-2 2 2-16,2-1-1 15,0-2 2-15,-2 4 0 16,1-3-2-16,-1 1 1 0,1-1-1 16,0-1-1-16,1 2-1 15,-2-1 1 1,1 0-1-16,-2 1 1 0,3-1-1 0,-2 1 0 16,-2-1 0-1,2 1 1-15,-2-1 1 16,0 1 0-16,0 1 2 0,0-2-2 0,0 0 0 15,0 3 0-15,0-1-1 16,0 1 0 0,0-1-1-16,0 1 1 0,0 1 0 15,0 1 0 1,0 0 0-16,0 0 1 16,0-1-2-16,0 0 1 15,0 2-1-15,0-3 1 16,0-2 0-16,0 2-1 0,-2 1 1 15,2-2-1-15,0-1 2 16,0 3-2-16,0-2 1 16,-2 2-1-16,2-3 1 15,0 4-1-15,0-5 0 0,0 4 1 16,0-1 0-16,0 2-1 16,0-1 1-16,0-1 0 15,0 2-1-15,0-2 0 16,0 1 1-16,0-1-1 0,0 0 0 15,0 0 0 1,-4 0 0-16,1-2 0 0,2 2 0 16,-1-4 0-16,2 2 0 15,0-1 2-15,0-1-1 0,0-1-1 16,0 2 0 0,0-1 0-16,0-1 0 0,0 1 0 15,0 0 0-15,0 0 0 16,0-1 0-16,0 0 0 15,0 1 0-15,0-1 1 0,0-2-1 16,0 0 0-16,0 1 0 16,0-1 0-16,0 1 0 15,0 0 0-15,0 0 0 0,0-2 0 16,0 0 0 0,0 2 0-16,0-4 0 0,-2 3-5 15,0-3 6 1,-2 1 2-16,2 0 0 0,0 0-3 0,1-2 2 15,1 1-1-15,-2 0 0 16,2 0 0 0,-2-2 0-16,2 2 1 0,0 0 1 15,-2-2-1 1,2 2 0-16,-2 0 1 0,0-2 2 0,1 2-1 16,0-1 2-16,-1-1 4 15,0 2 3-15,-3-2-7 16,1 1 0-1,-1-1 0-15,-4-1 2 16,-2 0-5-16,0 0 0 0,-7 0-3 16,0 0 0-16,-9 0-7 15,2 0-58-15,-5-2-38 0</inkml:trace>
  <inkml:trace contextRef="#ctx0" brushRef="#br0" timeOffset="158154.84">5126 12577 155 0,'-1'0'30'0,"1"0"-25"0,0 0-4 0,0 0 0 0,0 1 5 16,0-1 6-16,0 1 1 15,0-1 2-15,0 0 9 16,0 0-6-16,0 0-6 16,0 0-7-16,3 0 2 15,1 0-5-15,1 0 0 0,1 0-2 16,1 0 0-16,2 1 1 16,-2-1-1-16,1 3-2 15,4-3-10-15,-5 2-11 16,4-1-31-16,-4-1-42 0</inkml:trace>
  <inkml:trace contextRef="#ctx0" brushRef="#br0" timeOffset="158360.74">5141 12704 110 0,'0'0'173'0,"0"0"-159"16,0 0-14-16,0 0 5 16,0 0-1-1,0 0-1-15,0 0-2 0,0 0-1 16,49 12-1-16,-35-12-60 16,2 0-150-16</inkml:trace>
  <inkml:trace contextRef="#ctx0" brushRef="#br0" timeOffset="160157.81">5830 12330 120 0,'0'0'14'0,"0"0"-6"0,0 0-2 0,0 0 5 15,0 0-5 1,0 0 0-16,0 0 1 15,-37 7 6-15,32-7 4 0,-4 0-1 0,1 0-6 32,-1 3-6-32,1-3-3 0,-3 0 0 0,-1 2-1 15,1 0 0-15,-3-2 1 0,1 2-1 32,4-1 0-32,-1 1 0 0,1 1 0 0,3 0 0 15,-1-1 0-15,2-1 1 16,1 1-1-1,0-2 0-15,1 1 0 0,-1-1 1 0,2 3 0 32,0-3-1-32,-2 1 0 15,1 0 1-15,1 0-1 0,-4 2 0 16,2-2 2 0,3 2 0-16,-1 0 1 0,0 0-2 15,0 0-2-15,2 1 1 16,0 2 2-16,-2-2-1 15,-1 4 0-15,3 0 0 16,0-1-3-16,0 3 3 0,0-2-2 16,0 3 2-16,0 0 1 0,0-1-1 15,0 1 1 1,1-2-1-16,3 4 1 16,-2-4-2-16,2 1 0 0,-2 0 0 15,1 1 0-15,0 0 1 16,0 1 0-16,-1-2-1 0,0 0 1 15,-1 1 0 1,1 1-1-16,0-2 0 0,0 1 0 16,0-1 1-1,-2 0-1-15,2-1 0 0,0 1 0 16,-2 0 0-16,1 1 1 0,0-1-1 16,0-1 0-1,0-2 0-15,2 3 0 16,-1 0 0-16,0 0 0 15,1-2 1-15,-2 1-1 0,1-1 0 0,0 1 0 16,0-2 0 0,-2-1 0-16,0 3 0 0,0-2 1 15,0 1-1 1,0-1 2-16,0 2-2 0,0-1 1 16,0-1-1-16,0 1 1 15,0-1-1-15,0 0 0 0,0 2 0 16,0-1 0-16,0-1 1 15,0-1-1-15,0 1 0 0,0 1 1 32,0-1-1-32,0 0 0 0,0-1 0 15,0 1 1-15,0-2 0 16,0 1 3-16,0-1 0 16,2 1-3-16,0-1 0 15,-2 1-1-15,0-2 1 16,0 2-1-16,0 0 0 0,0-1 0 15,0 2 0-15,2-1 1 16,-2 0-1-16,0-1 0 16,2 0 0-16,-2 0 1 15,0 1-1-15,0-1 0 16,0 0 0-16,0 2 0 16,0-1 0-16,0 1 0 0,0 0 0 15,0-1 1-15,0 2-1 16,0-1 0-16,0-2 0 15,0 1 1-15,0-2-1 16,0 2 0-16,0-3 0 0,0 1 0 16,0-1 0-16,0-2 2 15,0 2-2-15,0 0 0 0,0-1 0 16,0 0 4-16,0 0-1 16,0-1-1-16,0 0 1 15,0 0-1 1,0 1-1-16,0-2 3 0,0 0-1 15,0 0 2-15,0 2 3 0,5-1-1 16,-1-1-2-16,2 0-2 16,0 3 0-16,0-2 0 15,2-1 0 1,0 2 1-16,4-2-1 0,-3 3 0 0,5-3-1 16,-1 0 0-1,2 2-3-15,4-2 2 0,2 0-14 16,-4 0-29-1,3 0-99-15</inkml:trace>
  <inkml:trace contextRef="#ctx0" brushRef="#br0" timeOffset="162037.71">6046 12662 127 0,'0'0'38'0,"0"0"-11"0,0 0-10 0,0 0 0 31,0 0-4-31,0 0 0 0,0 0 5 16,0 0 0-16,-2 0 0 16,2 0-8-16,0 0-5 15,0 0-2-15,0 0-2 16,0 0 0-16,0 0 0 15,0 0 2-15,2-2-1 0,4-3-1 16,-1-2 1-16,2 0 0 16,-2-1 1-16,1-2 2 15,-2 0-3-15,-1 3-1 16,0-2 0-16,-2 4 1 0,0-1-1 16,-1 3 0-16,0-1 0 15,0 3-2-15,0 0 1 16,0 1-1-16,0 0 1 15,0 0-2-15,0 0-1 16,0 3 4-16,0 6-1 16,0 4 0-16,0 2 1 15,0 4 0-15,2 0-1 0,2 2 1 0,1 0-1 16,1-3 0 0,-2 2-1-16,4-3 0 0,-3-2-7 15,-1 1-8 1,-3-3-24-16,-1-3-23 0,0-3-56 15</inkml:trace>
  <inkml:trace contextRef="#ctx0" brushRef="#br0" timeOffset="162259.99">6069 12820 155 0,'0'0'19'0,"0"0"12"0,0 0-13 0,0 0-7 31,0 0-1-31,0 0-3 16,0 0 6-16,0 0-3 0,0 0-3 15,0 0 1-15,30 0-3 16,-19 0-2-16,4 0-1 16,-2 0-2-16,2 0 0 15,-2 0-8-15,0 0-40 0,-2 0-70 16</inkml:trace>
  <inkml:trace contextRef="#ctx0" brushRef="#br0" timeOffset="162494.01">6317 12774 267 0,'0'0'45'0,"0"0"-26"0,0 0-9 16,0 0 6-16,0 0-4 15,0 0-11-15,0 0-5 0,0 0-17 16,7-2-39-16,-5 0-85 16</inkml:trace>
  <inkml:trace contextRef="#ctx0" brushRef="#br0" timeOffset="163062.97">6514 12657 173 0,'0'0'28'0,"0"0"-15"0,0 0-5 32,0 0 2-32,0 0 9 15,0 0-2-15,0 0-5 0,0 0-3 16,7 0 0-16,-5 0 3 15,2-1-6-15,-1-3-2 16,1-2 0-16,0 0 3 16,0-4-5-16,0 3 0 15,0-3-1-15,1 3-1 0,-3-2 1 16,1 0-1-16,1 1 0 16,-2 1 0-16,2-2 0 15,-3 2 0-15,1 0 0 0,0 3 0 16,-2-2 0-1,0 5-1-15,0-2 0 0,0 3-1 16,0 0 1-16,0 0 0 16,-4 1 3-16,3 8-1 0,-1 2-1 15,2 3 0 1,-2-2 0-16,2 6-1 0,0-3 2 16,0-1-1-16,0 3 1 0,0-2-2 15,2 0 0-15,-2-2-2 16,0 0-10-1,0-3-10-15,0 0-15 0,0 0-31 16,-2-4-26-16</inkml:trace>
  <inkml:trace contextRef="#ctx0" brushRef="#br0" timeOffset="163326.07">6517 12799 91 0,'0'0'13'0,"0"0"22"16,0 0 6-16,0 0 2 16,0 0-10-16,0 0-10 0,45 0-4 0,-34 0 0 15,2 0-2-15,0 0-3 31,3 0-9-31,1 0-4 16,1 1-1-16,-3 2-13 0,1-3-38 0,-1 0-113 0</inkml:trace>
  <inkml:trace contextRef="#ctx0" brushRef="#br0" timeOffset="164041.56">7346 12646 84 0,'0'0'22'0,"0"0"-5"0,0 0 15 0,0 0 14 16,0 0-2-1,0 0-11-15,0 0-17 0,0 0-5 0,0 0-6 31,0 0 1-31,18-12-3 0,-13 8-2 16,-1-3-1-16,0 0 1 0,-2-3-1 0,4 1 0 16,-2 2 0-1,-1-2 1 1,2 2-1-16,-3 0 0 16,0 3 2-16,0 0 0 15,-2 1 2-15,0 1-2 0,0 2-1 16,0 0-3-16,0 0 1 15,0 3 2-15,0 4-1 16,0 2 0-16,0 1 1 16,0 2-1-16,0 3 0 15,0 1 1-15,0 1-1 0,2-2 0 16,0 2 1-16,3-2-1 16,-3-1 0-16,2 0 0 15,-1 1-2-15,2-3-17 16,-3-3-19-16,-2 1-26 15,0-2-27-15</inkml:trace>
  <inkml:trace contextRef="#ctx0" brushRef="#br0" timeOffset="164297.1">7364 12802 130 0,'0'0'20'0,"0"0"-13"0,0 0-6 0,0 0 9 16,0 0 12-16,0 0-4 16,0 0 1-16,0 0 5 15,0 0 0-15,48 0-8 16,-39 0-9-16,2 0-3 16,0 0-3-16,-2 0-1 15,0 0-2-15,-4 0-14 0,0 0-5 16,-3 1-11-16,0-1-24 15,-2 0-28-15</inkml:trace>
  <inkml:trace contextRef="#ctx0" brushRef="#br0" timeOffset="164494.17">7579 12750 285 0,'0'0'8'16,"0"0"-4"-1,0 0-4-15,0 0 1 0,0 0-41 0,0 0-30 32,0 0-18-32</inkml:trace>
  <inkml:trace contextRef="#ctx0" brushRef="#br0" timeOffset="165191.18">7888 12573 104 0,'0'0'13'16,"0"0"14"-16,0 0 2 15,0 0 4-15,0 0-11 0,0 0 2 0,0 0 1 16,0 0-11-16,0-6-4 15,0 6-3-15,-4 0-4 16,-2 0-3 0,-1 0 2-16,0 2 0 15,-4 3-4-15,2 0 2 0,-2 1 2 0,1 2-2 16,2 1 1 0,-1-1-1-16,-2 4 1 0,5-1-1 15,0 0 1-15,3 0 0 0,-1 1 0 31,-2 1 0-31,4 1-1 0,0-1 1 16,0-1-1-16,2 0 0 16,0 0 0-16,0-2-1 15,0 0 3-15,4-2 0 0,4 1-1 0,-2-4 0 32,3 0 2-32,1 0-1 15,1-1 0-15,0-3 2 0,3 1 0 0,-3-1-2 0,0-1 0 31,1 0-2-31,-3 0 2 16,2 0 0-16,-1 0-1 0,-3-5 1 16,-1 0 1-1,0-1 1-15,-4-1 0 0,0 1-1 16,-2-2-1-16,0 2-2 16,-4 0-1-16,-4 1 0 15,-1 1 2-15,-6 1-2 16,2 1 0-16,-3 2 1 0,1 0 0 15,-1 0-3-15,1 0-12 16,1 6-2-16,2 0-21 0,3-1-60 16</inkml:trace>
  <inkml:trace contextRef="#ctx0" brushRef="#br0" timeOffset="166600.44">7916 12372 120 0,'0'0'30'0,"0"0"-7"0,0 0-1 0,0 0-2 0,0 0-3 16,0 0 2-16,0 0-3 16,0 0-4-16,0 0-1 0,0 0-4 15,0 0-2-15,0 0-3 16,29-17-1-16,-24 15-1 15,4 1 1-15,0 0-1 16,-1-1 0-16,3 1 1 0,-2 0-1 16,-1 1 0-16,1-1 0 15,-2 1 0 1,0 0 0-16,-2 0 1 0,1 0-1 16,-2-2 1-16,-2 2 0 0,2 0-1 15,-2 0 0-15,0 0 1 16,0 0-1-1,0 0 0-15,1 0 1 0,-2 3-1 16,2-1 0-16,2 1 0 0,-1 0 0 16,-1 1 0-16,2 0 0 15,-1-1 0 1,0 1 0-16,-3 0 1 0,3 2-1 16,-2 0 2-16,0 2-2 15,0-1 1-15,0 2 1 0,-2 0-1 16,1-1 0-1,-1 2 0-15,1-1 0 0,0 2 0 16,1-1 0-16,0 3-1 16,1-2 1-1,-1 2-1-15,1 0 1 0,0 0 0 0,0 0-1 16,1 1 0-16,-2-1 0 16,1 0 3-1,1 1-3-15,-2-1 0 16,0 3 3-16,3-2 0 0,-3-1-1 0,0 3-1 15,0-2 0-15,0 0-1 16,0 0 1-16,0-2-1 0,-1 4 1 31,1-5-1-31,0 2 4 16,0-2-1-16,0 1-1 16,-2 0 0-16,2-1 1 15,-2 0 0-15,0 1-1 0,0-1-2 16,0-2 2-16,0 2-2 15,0 0 0-15,0 0 0 16,0-2 1-16,0 2-1 16,0-2 1-16,0 2-1 0,0-3 0 15,0 2 1-15,0 0-1 16,0 1 0-16,0 0 1 16,0-3-1-16,0 2 0 15,0 0 0-15,0 0 0 0,0 0 0 16,0-1 1-16,0-1-2 15,0-2 2-15,0 1-1 16,0 2 0-16,0-3 0 16,0-1 0-16,0 0 0 0,0 0 1 15,0 1-1-15,0-3 0 16,0 0 0 0,0 1 0-16,0-3 0 0,0 2 0 15,0 0 0-15,0-1 0 0,0-1 0 16,0 2-1-1,0-2 0-15,0 1 2 16,0-1 0-16,0 1 0 0,0 0-1 16,0-1 1-16,0 0 0 15,0 0-1-15,0 1 2 0,0-2-2 16,0 1 0 0,0-1 1-16,0 2-1 15,0-2 0-15,0 1 0 0,0-1-1 0,0 0-6 16,-4 0 7-1,0 0 7-15,1 1 3 0,-6-1 2 16,-1 2-5 0,-1-2-13-16,0 1 6 0,-5 1-21 15,-1-1-16-15,-2-1-46 0</inkml:trace>
  <inkml:trace contextRef="#ctx0" brushRef="#br0" timeOffset="170254.93">1445 13935 17 0,'0'3'35'0,"-2"0"-1"0,2-2-12 0,0 1-1 0,0 0 4 15,0-1-3-15,-2 1-6 16,2-2 0-16,0 2-6 16,0-1 1-16,0 1 5 15,-3-2-4-15,3 0-3 0,0 0 2 16,0 0-2-16,0 0-4 16,0 0-1-1,0 0-1-15,0 0 4 0,0 0 7 16,-4 0-1-16,1 0-10 15,-1 0-1-15,0-5 2 0,-3 2 1 16,1-1-3-16,-5 1 0 16,2 1-1-1,1-1-1-15,-4 3 0 0,-1 0 1 16,-1 0-2-16,1 0 1 0,-4 6-1 16,2 3 2-16,4-1-1 15,-1 0 0 1,3 2 0-16,1 0-1 15,2 0 0-15,2 2 2 0,2-1-1 0,2-1-2 16,0 0 2 0,0 3 0-16,0-2 1 0,2-2-2 15,6-1 0 1,-2-1 0-16,-1-1 3 16,3-3-2-16,2 1-1 15,-2-4 1-15,3 0 0 0,-2 0 2 0,4 0-2 16,-3-1 0-1,-1-5 0-15,1 0-1 0,-4-1 1 0,3 0 1 32,-2 0-1-32,0-3 0 15,-1 3 0-15,1-3 1 16,-3 3-1-16,-1-2 0 0,-2 1 0 16,0 1 0-16,-1-1 0 0,4 1 0 0,-4 0 0 31,2 0 0-31,0 0 0 15,0 1 0-15,0 2-1 16,3-1-1-16,-3 1-1 0,0 1-1 16,0 1 1-16,-2 1 2 15,2 1 0-15,-2 0-1 16,0 0 0-16,0 0 1 16,0 0-4-16,0 3 4 15,0 4 2-15,0 0-1 0,0 0 0 16,-2 1 0-16,2 1 1 15,0-1-1-15,0 2 1 16,0 1 2-16,0-2 2 16,0-2 2-16,4-1-1 15,1 1-4-15,2 0-2 0,0-1 1 16,1-2 0-16,6 2-1 16,0-6-15-16,0 0-61 0</inkml:trace>
  <inkml:trace contextRef="#ctx0" brushRef="#br0" timeOffset="170944.66">1597 13581 102 0,'-5'0'14'0,"-2"0"-8"0,1 0 6 0,-1 0 3 16,0 0 4-16,-3 0 0 0,4 0-8 15,-3 0-7-15,-1 0 7 16,0 1 7-16,1 3-8 0,-1-2-3 15,-2 2 2 1,4 3 2-16,-4-1-3 0,1 1-5 16,3 3-2-1,-4 1 1-15,5 0 4 0,1 1 3 0,4 0-3 16,-1 2-3 0,3 0-3-16,0-3 0 0,1 3 2 15,7-3-1-15,-1 1 1 16,2-4 0-16,2 1-2 15,0-1-9 1,3-5-31-16,-2-2-40 16,2-1-62-16</inkml:trace>
  <inkml:trace contextRef="#ctx0" brushRef="#br0" timeOffset="171262.69">1671 13653 179 0,'0'0'39'16,"0"0"-3"-16,0 0-1 0,0 0-13 0,0 0-1 31,0 0-13-31,0 0-8 15,0 0 0-15,0 0-1 16,-2 22 3-16,0-12-2 0,0 1 0 16,0-2 1-16,0 3-1 15,2-1 2-15,-3-2-2 16,1 2 0-16,0-2 1 16,2 0-2-16,-2-1-12 0,2-1-17 15,-2-1-35-15,2-5-61 16</inkml:trace>
  <inkml:trace contextRef="#ctx0" brushRef="#br0" timeOffset="171693.36">1754 13556 174 0,'0'0'8'0,"0"0"3"16,0 0 8-16,0 0 3 0,0 0-9 15,0 0-7 1,37-6-2-16,-30 7 3 16,1 6-2-16,2 1 2 0,2 2-4 0,-4 3-2 15,6 2 0 1,-5 0 0-16,2 3 1 0,-2 1-3 16,-2 0-2-1,-3 0 4-15,-2-1-1 0,-2 2-2 0,0 0 3 16,0-3-1-1,-2-1 1-15,-6 1-1 16,-4 0 3-16,3-5-1 16,-4-2-41-16,1-3-88 0</inkml:trace>
  <inkml:trace contextRef="#ctx0" brushRef="#br0" timeOffset="173192.89">2207 13985 122 0,'4'0'19'0,"3"0"-18"0,0 0 5 0,2 0 1 16,3 0 1-16,0 0-6 15,-1-1 4 1,1-1 1-16,2 2 6 15,-3 0 1-15,3 0-7 0,-2 0-5 16,-3 0-2-16,-2 0-18 16,-3 0-58-16</inkml:trace>
  <inkml:trace contextRef="#ctx0" brushRef="#br0" timeOffset="173400.92">2243 14095 182 0,'0'0'7'0,"0"0"-4"0,0 0 18 31,0 0 5-31,48 8-11 0,-35-7-8 0,5-1-4 31,-1 1-5-31,3-1-29 16,-2 0-84-16</inkml:trace>
  <inkml:trace contextRef="#ctx0" brushRef="#br0" timeOffset="174363.04">3137 14001 110 0,'0'0'4'0,"0"0"-3"0,0 0 0 15,0 0 2-15,0 0-1 0,-25 39 3 16,21-35 6-16,0 0 3 0,-1 0 6 31,1-1 5-31,-5-1-9 16,0 0-10-16,1 1-1 15,-4 0-3-15,-3-1-2 16,-1 0-1-16,1 1-4 0,-4-3-2 16,3 2-2-16,2-2 9 15,1 0 1-15,5 0 3 16,0-2-2-16,2-2 1 15,2-3 3-15,1 0-4 16,3-3 0-16,0 1 0 16,0 2 2-16,0-2-1 0,0 2-1 15,3 0 0-15,3 1-2 16,-2 1-2-16,1-1-6 16,2 2-3-16,-3 1 10 0,3-1 3 15,-3 2-2-15,1-2 0 16,2 3 0-16,-1-1 1 15,1 1 0-15,-1-1 2 0,4 2-2 16,0 0-1-16,-2-2 0 16,1 2 1-16,1-2-2 15,0 2 2-15,1 0-1 16,1 0 3-16,1 0 2 0,2 0 1 16,0 0-1-1,1 0 1-15,2 0 0 0,0-2 2 16,0 2-4-16,-2-1-2 15,0 1 1-15,-2-1 3 0,-2 0-4 16,-2 1 0-16,-4 0-1 16,0 0-1-16,-4 0 0 15,2 0-2-15,-4 1-29 16,0 0-39-16,0 0-30 0</inkml:trace>
  <inkml:trace contextRef="#ctx0" brushRef="#br0" timeOffset="174921.76">3786 13705 133 0,'0'0'32'0,"0"0"17"0,0 0-18 0,0 0-12 15,0 0-7-15,-44-9-5 16,29 9-2-16,-1 3-4 16,-1 5 0-16,-3 6-1 0,1 4 0 15,-2 2 0-15,1 2 0 16,3 6 1-16,-4 0-1 15,7 0 1-15,0 2 0 16,2-3-1-16,4 0 1 16,2 1 0-16,5 0-1 0,1-2 2 15,0-2-2-15,7-2 0 16,5 0 1-16,1-3 2 16,3-3-3-16,1-2 2 0,3-1-2 15,0-6-12-15,-1-2-35 16,2-4-32-16,0-1-52 15</inkml:trace>
  <inkml:trace contextRef="#ctx0" brushRef="#br0" timeOffset="175547.09">3772 13928 167 0,'0'0'5'15,"0"0"24"-15,0 0 1 16,0 0-7 0,0 0-8-16,0 0-8 0,0 0-2 15,0 0-4-15,0 0 2 16,34 0 0-1,-20 0-1-15,1 0 0 0,4 0 0 0,-3 0-1 16,2 0 1 0,0 0-2-16,-3-1 1 15,2 0-1-15,-6 0 1 0,0 0 1 16,1 1-1-16,-6 0 0 0,1 0-1 31,-3 0 1-31,-2 0-2 0,0 0 2 16,-2 0-1-16,0 5-2 15,-4 1 3-15,-4 1-1 0,-1 5 1 0,-1-1 2 32,-1 1-2-32,3 2-1 0,-4 2 1 0,2-1-1 15,0 1 0-15,3 0-1 0,-1-1 1 16,2-2 0-16,0-1 0 31,3-3 0-31,3-1 0 16,0-2-1-16,0-2 1 15,0-1-1-15,0-1 1 0,0 0 4 16,2-2-3-16,5 2 1 16,-1-2 1-16,2 0-1 15,1 0 0-15,1 0-2 16,3 0 0-16,-2 0 0 16,2 0 0-16,-1 0 1 0,1 0-1 15,-4 0 0-15,2 0-2 16,-4 0-15-16,-2 0-24 15,-3 0-74-15</inkml:trace>
  <inkml:trace contextRef="#ctx0" brushRef="#br0" timeOffset="175766.33">3845 14025 168 0,'0'0'72'0,"0"0"-73"0,0 0 3 16,0 0-1-16,40-6-1 16,-21 6 0-16,-2-1-1 0,2-1-21 15,1-2-70-15</inkml:trace>
  <inkml:trace contextRef="#ctx0" brushRef="#br0" timeOffset="176169.16">4185 13661 165 0,'0'0'19'0,"0"0"6"15,0 0-15 1,0 0 3-16,0 0 2 0,-40 0-4 0,30 4-7 15,1 7-1-15,-1-1-2 16,-1 3-1 0,2 2 1-16,1 0-1 0,2 1 3 15,2-2-1 1,4-1 0-16,0-1 2 16,0-1-1-16,6-1-3 0,3-3 5 0,3 0-2 15,1-1-4-15,1-2-17 0,1-4-42 16,1 0-55-16</inkml:trace>
  <inkml:trace contextRef="#ctx0" brushRef="#br0" timeOffset="176406.48">4248 13732 165 0,'0'0'7'0,"0"0"3"16,0 0-8-16,0 0 5 15,0 0 20-15,0 0-8 0,0 0-4 16,0 39-6 0,0-26-4-16,0-1-3 0,0 1-1 15,0-3 0-15,0 0-3 16,0-2-19-16,0-4-33 15,0-1-35-15</inkml:trace>
  <inkml:trace contextRef="#ctx0" brushRef="#br0" timeOffset="176678.81">4324 13699 141 0,'0'0'30'0,"0"0"21"15,0 0-21-15,41 4-8 0,-29 2-12 32,-4 3-4-32,1 5 1 0,-3 0-5 0,0 3-2 15,-4 1 2-15,-2-1-4 16,0 1-26-16,-4-3-28 0,-6-5-18 15</inkml:trace>
  <inkml:trace contextRef="#ctx0" brushRef="#br0" timeOffset="177587.99">4468 13638 113 0,'0'0'1'0,"0"0"-1"0,0 0 1 0,0 0-1 15,0 0 2-15,0 0 7 16,0 0 11 0,0 0 0-16,0 0 7 0,0 0-14 0,0 0-6 15,37 16-5 1,-28-11-1-16,0 1-1 0,1 4 1 15,-1-3-1-15,0 4 0 16,2 0 0-16,0 2 1 0,0 1-1 16,-1 1 6-16,1 2 1 15,-2 0-2 1,-1 1-2-16,0 0-2 16,-1-1-1-16,-1 0 1 0,-2 1-2 0,-3-1-1 31,2-1 4-31,-3 3-2 15,0-1-1-15,0 1 5 0,0-1 0 0,0 1-2 16,-4-1-1 0,2 1 1-16,-4 0-4 15,1-1 6-15,1 1 3 0,-4-1-4 0,2-1-2 32,-1 2 0-32,3-5 1 0,-3-1-2 15,2-1 1-15,1-4 2 16,1 1 4-16,1-4-1 0,-2-2 2 0,3 0-4 31,1-2-3-31,0-1 2 16,0 0-1-16,0 0-17 0,0 0-54 0</inkml:trace>
  <inkml:trace contextRef="#ctx0" brushRef="#br0" timeOffset="178420.13">4976 13885 15 0,'0'0'85'0,"2"0"-78"0,0 0 1 16,1 0 2-1,1 0 13-15,0 0 4 0,1 0 10 16,-2 0-11-16,3 0-7 16,1 0 0-16,1 0-4 15,3 0-5-15,-2 0-9 16,1 0 1-16,0-1-2 16,1 1-1-16,-2 0 1 0,2 0-2 15,-2 0-2-15,-3 0-4 16,2 0-1-16,-3 0-18 15,-1 0-28-15,-2 0-32 0</inkml:trace>
  <inkml:trace contextRef="#ctx0" brushRef="#br0" timeOffset="178870.28">5037 13992 117 0,'0'0'68'0,"0"0"-40"0,0 0-17 0,0 0-7 0,0 0 5 16,0 0 1-1,0 0-3-15,0 0 5 16,40 2-2-16,-33-1-3 16,3-1-5-16,0 4-1 15,0-2-1-15,-1 1 0 16,0 0 0-16,0-1-2 0,0 1-17 16,-4-1-38-16,1-2-65 15</inkml:trace>
  <inkml:trace contextRef="#ctx0" brushRef="#br0" timeOffset="183917.57">6096 13908 135 0,'1'0'41'0,"0"0"-11"0,-1 0-18 16,0 0-4-16,0 0-7 0,0 0-3 15,0 0 3 1,0 3-1-16,0 4-1 0,0-1 2 15,-1-1 0 1,-3 1 3-16,0 1 0 0,-4 0-1 0,2 0 0 16,-1 0-3-16,-1-3 1 15,0 0 2 1,0-1 1-16,1 0 0 0,-2-3-2 16,4 0 0-16,0 0 2 0,0 0-1 15,-1 0 2-15,4 0 1 16,-4-4 0-1,3-1-3-15,-1 0-2 0,0-1-1 0,2-2-3 32,0 1-3-32,2 0-2 15,0 1 4-15,0-1-3 16,0 0-8-16,8-1 1 0,0 2 2 0,3 0 5 16,1-1 1-1,2 1 7-15,-3 0 3 16,3 2 13-16,-3 0 10 15,1 1 1-15,2 0-5 16,3 0-9-16,3 2-5 16,-3-2-3-16,2 1-2 0,1 1-1 15,2 0-1-15,-5 1-1 16,-1 0-1-16,-1 0 2 16,0 0-2-16,-2 0 0 0,1 0 0 15,-1 0-4-15,-2 0-17 16,1 0-53-16,-3-3-150 15</inkml:trace>
  <inkml:trace contextRef="#ctx0" brushRef="#br0" timeOffset="184332.84">6795 13653 193 0,'0'0'25'0,"0"0"-12"0,0 0 6 0,0 0 1 0,-39 5-9 16,32-2-6-1,-5 3-3-15,0 2-1 0,-2 2 0 16,-3 3 1-16,0 3-1 16,-3 5 1-16,-1 5 0 15,-3 1 0-15,5 4 0 16,-3-3-1-16,8 1-1 16,-1-3 0-16,7 0 2 0,3-2 1 15,5-3-3 1,0 0 2-16,3-3 0 0,7-2-1 0,6-2 3 15,1-1-4-15,3-3 4 16,3-3-2 0,5-4-14-16,-6-3-34 15,4 0-95-15</inkml:trace>
  <inkml:trace contextRef="#ctx0" brushRef="#br0" timeOffset="184695.45">6855 13810 149 0,'0'0'14'0,"0"0"6"0,0 0-4 31,0 0-1-31,0 0-12 16,0 0-5-16,0 0-3 0,0 0 9 15,0 0 6 1,0 38 1-16,0-24 2 0,0 2 4 16,0-1 1-16,0 0-3 15,0-1-7-15,2-1-5 0,0 1-2 16,1 0 1-16,-1-3-1 15,3-1-3 1,-3-2-23-16,0-2-37 16,2-5-66-16</inkml:trace>
  <inkml:trace contextRef="#ctx0" brushRef="#br0" timeOffset="184921.71">7062 13901 258 0,'0'0'52'0,"0"0"-38"15,0 0-5-15,0 0-1 16,0 0-4 0,0 0-4-16,0 0 0 0,0 0 2 0,0 0-3 15,-2 0-5 1,2 0-27-16,-1 0-56 15,0 0-96 1</inkml:trace>
  <inkml:trace contextRef="#ctx0" brushRef="#br0" timeOffset="185350.93">7216 13850 171 0,'0'0'20'0,"0"0"5"16,0 0-6-16,0 0 2 16,0 0-2-16,0 0 5 15,0 0-6-15,0 0-11 16,0 0-1-16,17-3-6 0,-17 7 1 16,-2 3 3-1,-2 3 0-15,1 2 1 0,1 0-4 16,0 0 0-16,2 1 0 15,-2-2-1-15,2-1 1 16,0-1 1-16,0 1-2 0,0-2-1 16,0-3 2-16,0 0-10 0,0-2-30 15,0-3-98-15</inkml:trace>
  <inkml:trace contextRef="#ctx0" brushRef="#br0" timeOffset="185820.97">7342 13725 211 0,'0'0'4'0,"0"0"7"0,45-3 11 0,-27 3 1 16,3 0-11-16,-4 2-2 16,1 3-5-16,-1 5-1 15,1 0-2-15,-3 2-1 16,-1 1-1-16,-1 1 1 0,-1 0-2 15,-2 1 1-15,-2-1 0 16,-1 0-1-16,0-1 2 16,-3 0 2-16,-2 0 1 15,-1-1 2-15,-1 0-3 16,0 2 0-16,0-1 0 0,0 1 0 16,-3-2-2-16,1-3 0 15,-3 1 0-15,1-2 0 16,1-1 0-16,1-1 0 0,0 0 0 15,2-3-3 1,0 1-23-16,0-2-44 0,0-2-65 16</inkml:trace>
  <inkml:trace contextRef="#ctx0" brushRef="#br0" timeOffset="186112.74">7941 13978 227 0,'0'0'26'0,"0"0"-22"0,0 0 0 15,0 0 25-15,0 0-15 0,0 0-6 0,0 0-2 16,0 0-2 0,0 0-2-16,4 43-1 15,-4-36-1-15,0 0-10 16,0-1-64-16,-2-5-120 16</inkml:trace>
  <inkml:trace contextRef="#ctx0" brushRef="#br0" timeOffset="186788.9">8364 13796 224 0,'0'0'1'0,"0"0"-2"0,0 0-5 0,0 0 2 0,0 0 7 15,0 0 1 1,-12 39-3-16,4-33 0 16,-1 1 0-16,0-1-1 0,0-2 1 0,-1 0 0 31,-1-2 0-31,2-1 0 15,-2-1 0-15,2 0-1 0,-3 0-1 0,4 0-1 16,1-4 1 0,3-2 2-16,-1 2-1 0,3-2-8 0,2 0 3 31,0 0 1-31,2-1-3 16,7 0-3-16,2-3 2 0,0 3-6 15,3 1 9-15,-1 1 5 0,3-1 5 0,-2 2 10 31,4 4 5-31,-3-2 0 16,4 0-6-16,-4-1-5 0,4 2-4 16,-1-1 1-16,0 0 4 15,-2 1 5-15,1-1-2 16,1 0-2-16,-4 1-2 16,1-1-4-16,-2 2-2 15,1 0-2-15,-2 0-2 16,-2-2-14-16,-3 0-44 0,4-3-92 15</inkml:trace>
  <inkml:trace contextRef="#ctx0" brushRef="#br0" timeOffset="187195.07">8943 13535 167 0,'0'0'32'0,"0"0"-15"0,0 0-4 0,-42-3-6 0,27 3-1 16,-2 0 1-16,0 3 1 15,0 6-3-15,-5 2-2 0,2 4 0 16,-1 3 0-16,0 3 7 16,0 6-3-16,5 1-4 15,1 2-1-15,4 0 0 0,6-2 2 16,5 1 1-16,0-5 2 16,0 0-1-1,11-3-2-15,3 0-2 0,1-7 0 16,2 2 3-1,1-3-3-15,4-3-1 0,-3-3-11 0,3-4-19 16,-3-3-54 0,3 0-74-16</inkml:trace>
  <inkml:trace contextRef="#ctx0" brushRef="#br0" timeOffset="187494.12">8997 13693 127 0,'0'0'59'0,"0"0"-37"0,0 0-9 0,0 0 22 31,0 0-7-31,0 0-10 15,5 49-7-15,-3-32-4 0,0 2-5 16,-1-1 0-16,1-1-1 16,0-1 0-16,0-4 0 15,1 2 2-15,1-4-9 0,-1-3-14 16,3-3-57-16,-1-4-103 16</inkml:trace>
  <inkml:trace contextRef="#ctx0" brushRef="#br0" timeOffset="187673.96">9188 13775 356 0,'0'0'57'0,"0"0"-64"16,0 0 14-16,0 0-2 15,0 0-5-15,0 0-12 16,0 0-27-16,0 0-52 15,0-9-111-15</inkml:trace>
  <inkml:trace contextRef="#ctx0" brushRef="#br0" timeOffset="188169.98">9482 13648 242 0,'0'0'19'0,"0"0"-4"15,0 0-11-15,0 0-2 0,0 0-6 0,0 0 9 16,-42 24-3-1,32-9-1-15,-2 2 8 0,1 3-2 16,2 1 0 0,2 0-4-16,1-2 1 0,3 1-1 0,3-3-1 15,0-4-1 1,0 0 1-16,7-3-1 0,0-3 1 16,1-1 4-16,2-3-4 0,1-2 3 31,0-1-4-31,0 0 2 15,-2 0 2-15,1-3-2 16,-2-1 0-16,-2-6 6 0,0 0 7 16,-4 1-9-16,-2 1-4 15,0-1-4-15,0 0-2 16,-9 2 2-16,-3 3-2 16,-2 3-5-16,-3 1-1 0,2 0-3 15,-4 0 7-15,6 0-11 16,-1 3-14-16,5-2-41 15,2-1-63-15</inkml:trace>
  <inkml:trace contextRef="#ctx0" brushRef="#br0" timeOffset="188497.23">9584 13609 225 0,'0'0'4'0,"0"0"1"0,42 6 5 0,-24-2 13 0,-1 6-6 15,-1-3-6 1,-1 5-5-16,-1 2-2 0,-4 6 0 15,-3 1-2 1,-1 4-1-16,-6 2 2 16,0-1-3-16,0 2 1 0,-6-3-1 0,-5-4 3 15,0-2-7-15,-2-5-6 0,2-2-25 32,-1-7-35-32,2-2-52 15</inkml:trace>
  <inkml:trace contextRef="#ctx0" brushRef="#br0" timeOffset="189487.19">9774 13429 145 0,'0'0'14'0,"0"0"-2"0,0 0-1 0,0 0 5 15,0 0-5-15,0 0-1 0,0 0-1 16,39 0-2-16,-32 0-4 16,1-3 0-16,1 2 0 15,2-1 1-15,-1 1-1 16,2 1-2-1,-1-3 0-15,1 3-1 0,-5 0 0 0,1 0 1 16,-4 0-2 0,0 0 2-16,1 0 1 0,-3 0 0 15,-2 0-2-15,2 0 1 0,-2 0-3 32,1 0 0-32,-1 4 0 15,0 2 3-15,0 0 1 0,0 0-1 16,0 2 1-16,0 2 3 0,0 1-2 15,2 2 2 1,0 0-1-16,0 2 0 16,0 0-1-16,0 1 0 0,0 1-3 0,0-2 3 15,0 0-2-15,1 1 1 0,-1 0 0 32,1 0 2-32,-1 0 1 15,-1 0 1-15,1 0-3 16,2-2 1-16,-2-1 1 15,0 2 0-15,-2-1 1 0,2-3-1 16,-2 3-1-16,1-2-1 16,-1-2 0-16,0 3-2 15,0-2 0-15,1-1 0 16,-1-1-1-16,1-1 1 16,-1 1-1-16,0 1 1 0,0-3 0 15,0 2 0-15,0-1 2 16,0-1 0-16,0 2 0 15,0-2-1-15,0 2 0 16,0-2 0-16,0 1 0 0,0 0-1 16,0 0-1-16,0 1 2 15,0-2-2-15,0 0 0 16,0 2 1-16,0-1-1 16,0-2 0-16,0 1 0 15,0-3 1-15,0 1-1 16,0-2 1-16,-2 1 1 0,1-1 5 15,-3-1 1-15,-1 1-4 16,-1 0 0-16,-3 0-3 16,2 3 2-16,-8-2-2 0,-4 3-8 15,-2-2-27 1,-6-4-31-16,-5-1-236 0</inkml:trace>
  <inkml:trace contextRef="#ctx0" brushRef="#br0" timeOffset="191020.01">5915 13550 113 0,'0'0'31'0,"0"1"-1"0,0-1-9 0,0 0-3 0,0 0 6 16,0 0-3-16,0 0 6 0,0 0-7 15,0 0-7 1,0 0-5-16,0 0-3 0,0 0-5 16,0 0 2-1,-1 0-4-15,-1 1 2 0,-2-1-1 0,-3 1 1 16,0-1 0-16,-2 2 0 15,1-1 0 1,-2-1 0-16,0 3-3 0,0-3 3 16,1 3-2-16,-1-2-1 15,0 2 1 1,3-3 0-16,-1 3 1 16,2-2 0-16,0-1 2 0,3 0-1 0,-1 1 0 15,1-1 0-15,3 0-4 0,-5 1 1 16,3 1-3-16,-1-1-1 31,1 1 7-31,-3 0-2 0,3 0 2 16,0-1 0-16,-2 1 0 15,2 0 0-15,0 0 0 0,0-1 2 16,1 1-2 0,-1-1 0-16,2 2-2 15,-2-3 2-15,2 4 2 16,0-1-2-16,0 0 0 15,0 1 1-15,0 2 2 0,0 0-2 16,0 2 1-16,0 0 0 16,0 3-1-16,0 0 1 15,0 2-2-15,0 1 0 16,2 1 1-16,-2-2-1 16,0 4 0-16,0-2-1 0,2 0 1 15,-2-1 1-15,0 0-1 16,1 1 1-16,-1 0-1 15,1-3 0-15,0-2 0 16,1 2 0-16,-2 0 0 0,0-1 1 16,0 0 0-16,0 0 2 15,0-1-3-15,0 2 1 16,0-3-1-16,0 1 0 16,0 0 0-16,0 0 1 15,0-2-1-15,0 0 1 0,-3-1-2 16,1 1 2-16,2 0-1 15,-2-1 1-15,2 0-1 0,-2 0 0 16,2 2 0 0,0-3 0-16,0 1 0 0,0 0 1 15,0-1-1 1,0-1 1-16,2 1 0 0,1 0 0 16,1-2 0-16,2 2 4 0,-2-1-5 15,3 0 0-15,0 1 2 16,1-2-2-16,-2 0 0 15,3 1-1 1,1 0 1-16,-3-2 1 16,5 0 1-16,0 0 0 0,-1-1 1 0,3 0 0 15,-2 0-1 1,1-1-1-16,-1 2-1 0,2-2 1 16,3 1-1-1,-4-2-15-15,4 0-39 0,-2 0-87 16</inkml:trace>
  <inkml:trace contextRef="#ctx0" brushRef="#br0" timeOffset="193978.81">5141 14829 123 0,'6'0'4'0,"4"0"5"0,-2 0 21 0,1 0 0 0,3 0-7 16,0-2 2-1,1 2-1-15,-3-2-8 0,2 0-8 0,0 2-5 16,-3 0-1-16,-2 0-2 16,1 0 0-1,-3 0-9 1,-4 0-51-16,0 1-43 0</inkml:trace>
  <inkml:trace contextRef="#ctx0" brushRef="#br0" timeOffset="194221.6">5190 14948 265 0,'0'0'36'0,"0"0"-30"15,0 0-1-15,0 0 13 16,0 0-11-16,0 0-6 16,53 5-1-16,-36-4-15 0,3-1-59 15,-1 0-83-15</inkml:trace>
  <inkml:trace contextRef="#ctx0" brushRef="#br0" timeOffset="195067.75">5945 14800 142 0,'0'0'21'0,"0"0"16"0,0 0-13 0,0 0-9 16,0 0-10-16,0 0 0 0,0 0-4 15,0 0-1-15,0 0 0 16,-37-6 3-16,31 9-1 15,0 1-1-15,-2 1-1 16,3 2 1-16,-3 0-1 0,0 0 0 16,0 3 0-16,4 1 0 15,0-2-1-15,1 1 1 16,2-2-2-16,1 0 1 16,0 0 2-16,0-2 4 0,6 1 4 15,0-1 1 1,2 1-5-16,-1-1-3 0,0-1-1 15,-1 1 1-15,3-3 0 0,-1 1 1 16,2-2 1 0,1-1 3-16,1-1-2 0,-1 0-1 15,4 0 3-15,-2 0-2 16,-3-1 0 0,2-5-1-16,-1 1 0 0,-2 0 2 0,0-2-2 15,-4 0 1-15,2 0-1 16,-4 0 2-1,-1-1-5-15,0-2 0 16,-2 3 0-16,0-3 0 0,0 2 2 0,0 1 2 16,0-2-4-16,-2 2-2 15,-1 1 1-15,-4 1 1 16,0-1-2 0,0 0 2-16,0 0-3 0,-1 2-4 0,-1-2 3 15,-5 3-3 1,1 1-8-16,-1 2-11 0,-2 0-14 0,4 0 5 15,0 1-12-15,3 3-55 32</inkml:trace>
  <inkml:trace contextRef="#ctx0" brushRef="#br0" timeOffset="195282.61">6186 14848 243 0,'0'0'16'0,"0"0"-11"0,0 0-4 0,0 0-4 15,0 0-20-15,0 0-53 16,0 0-70-16</inkml:trace>
  <inkml:trace contextRef="#ctx0" brushRef="#br0" timeOffset="195928.93">6351 14748 129 0,'0'0'9'0,"0"0"-8"0,0 0 10 32,0 0 18-32,0 0 5 0,0 0-10 0,0 0 3 15,46 0-6 1,-35 0-1-16,0 0-4 0,2-1-5 0,1 0-3 31,5 0-2-31,-4 0-4 0,1 0-1 0,-1-1-1 16,1 1 2-1,-3 1-3-15,4-1 2 0,-6 0-1 0,-2 1 0 16,-1 0 1-16,0 0-1 31,-4 0-1-31,-1 0 1 16,-1 0-2-16,0 0-1 0,-2 0-2 16,0 0 0-16,0 2 5 15,0 2 0-15,-6 0 1 16,1 3 2-16,-1-1-1 15,0 1-2-15,0 2 2 16,1 1-2-16,-1 1 1 16,1 0-1-16,3 2 0 0,-2-5 0 15,-1 6 0-15,1-1 0 16,3 1 1-16,0-4-1 16,-1 2 0-16,2-1 1 15,0-2-1-15,0-1 0 0,0-2-1 16,0 1-11-16,0-4-34 15,3-3-40-15,4 0-72 16</inkml:trace>
  <inkml:trace contextRef="#ctx0" brushRef="#br0" timeOffset="196470.93">6694 14734 89 0,'0'0'196'0,"0"0"-188"0,0 0-10 15,0 0-7-15,0 0-2 16,0 0 6 0,0 0 5-16,0 0 2 0,1 42-1 0,-2-31 0 15,1 0 0 1,-2 0-1-16,2-2 1 15,0 0-1-15,0-4 0 0,0 0-1 0,3-2-1 32,3-1 2-32,-2-1 1 15,4-1 3-15,-1 0-1 0,2 0 1 16,0 0 5-16,2-4-1 0,0 1 2 0,-2 0 3 31,2 0-7-31,0 0 2 16,0 3-2-16,0 0 0 15,-2 0-3-15,2 0-1 0,-2 0-1 0,0 0-2 0,1 3 0 32,-2 4 0-32,-1 0 1 15,2 2 0-15,-4-1 0 0,2 2-2 16,-3-3 0 0,-2 0 0-16,-1 1-1 0,-1-2 0 15,0-1 2-15,-1-2 0 16,-9 3 1-16,0-2 2 15,-2-1-4-15,-4 0 3 0,1-2-2 16,-3 1-11 0,2-1-15-16,-1-1-25 0,4 0-9 15,1-3-45-15</inkml:trace>
  <inkml:trace contextRef="#ctx0" brushRef="#br0" timeOffset="196761.81">6749 14706 272 0,'0'0'36'0,"0"0"-32"0,0 0 0 0,0 0 6 16,0 0-3-16,48 1-5 15,-30-1 0-15,-3 0-2 0,4 3 0 0,3-2 0 32,-2 2-7-32,5-3-47 15,-2 0-80-15</inkml:trace>
  <inkml:trace contextRef="#ctx0" brushRef="#br0" timeOffset="197270.98">7168 14730 193 0,'0'0'26'0,"0"0"-3"0,0 0-4 16,0 0-8 0,0 0-8-16,-42 8-3 0,32-2 1 0,0 1 0 15,1 0 1-15,-1 1 2 16,2 3 6-16,-1 1 0 16,3 3-7-1,0-3-1-15,3-1 1 0,1 2-3 0,2 1 0 16,0-1-1-16,0-1 1 15,5-1 3-15,5-2 0 16,1-3-2 0,1 1 3-16,3-3-3 15,1 0 1-15,3-4-1 0,1 0-1 0,0 0-1 16,-4 0 2 0,5 0-1-16,-8-7 0 0,3-1 7 15,-7 0 2-15,0-4 4 0,-2-2-2 31,-3 0-6-31,-4-3-1 16,0 1-6-16,0-1 1 0,-2-1-1 16,-7 3 5-16,-1 2 10 15,0 3-13-15,-6 2 1 0,0 2-2 16,-1 2 0 0,2 2-22-16,-3 2 8 15,3 0-9-15,1 0-51 0,4 0-71 16</inkml:trace>
  <inkml:trace contextRef="#ctx0" brushRef="#br0" timeOffset="198285.14">7435 14728 176 0,'0'0'33'0,"0"0"-19"0,0 0-6 16,0 0 6-16,0 0 5 15,0 0-13-15,0 0 1 16,0 0 5-16,0 0 7 0,38 0-3 16,-25 0-7-16,1 0-2 15,-1 0-2 1,1 0-2-16,-1 0-1 0,2 0 0 15,-4 0 0-15,0-1-1 16,-1 1 0-16,-2 0-1 0,-3 0 1 16,1 0-2-1,-4 0 0-15,-2 0 0 16,2 0-2-16,-2 0-1 0,0 1 2 0,0 2-1 16,-2 1 1-1,-4 1 1-15,-1 0 1 16,-2 1 0-16,0-1 0 15,-2 0 0-15,0 0 1 0,0 3-1 0,1-1 0 16,3-1-1 0,-1 1-1-16,4 0-8 0,0-1 10 15,2 2 0 1,2-1 0-16,0-4-3 16,0-1 1-16,0 1 5 0,2-1-2 0,4-1 3 15,2-1-3-15,-1 0 0 16,1 0 0-16,2 0 0 15,-1 0 0 1,2 0-1-16,-2 0 2 16,1 0 0-16,1 3-1 15,2-2 0-15,-4-1-2 16,0 3 2-16,2 0-1 0,-3 0 0 16,-2 0 0-16,-1 1 0 15,1-1-1-15,-3 2 1 16,-1-1-2-16,1 2 0 15,-3 0 1-15,0 0 0 16,0 2 0-16,0-2-1 0,-6 0 2 16,-4-2 1-16,3 3-2 15,-5-1 0-15,-2-3 1 16,1 1-3-16,0-2 1 0,0 0 2 16,-2-1 5-16,0-1-8 15,0 0 7-15,2 0-4 16,0 0 1-16,2 0 0 15,4 0 1-15,-2 0 1 16,2 0 1-16,1 0 3 0,3 0 1 16,-1-2 1-1,-1-1-1-15,3 0 12 0,1 3-13 16,1-3-4-16,-2 2 0 0,2-2-2 16,-2 3-1-16,-1-1-23 15,1-1-5 1,-2 0-11-16,1-1-109 0</inkml:trace>
  <inkml:trace contextRef="#ctx0" brushRef="#br0" timeOffset="200022.17">8506 14764 139 0,'0'0'14'0,"-2"0"18"0,0 0-11 0,0 0-9 31,0 0-6-31,-2 0 1 15,2 0 0-15,1 0-2 0,-3 2 1 16,2 2-3-16,-3 2-1 16,1 1-1-16,0 1-1 15,2 2 0-15,0 2 0 16,1 0 0-16,1-1 0 0,0 3 1 16,3-3 0-16,3 1 6 15,5-2-3-15,-3 0 0 16,3-3 2-16,2-2 1 0,1 0 0 15,1-2-1-15,1-3 4 16,2 0-5-16,1 0-1 16,-1 0-2-16,0 0-1 15,1-6 1-15,-3-1 0 16,-3 0 5-16,-2-3-3 0,-4 0-1 16,-2-2-1-1,-3 1-1-15,-2-2-1 0,0 3-1 16,-2-4 1-16,-7 1 1 15,0 0 0-15,0 0 2 16,0 2-2-16,-4 3 1 16,0 0-3-16,0 2 2 0,-2 4 0 15,-1 1-2 1,0 1 0-16,0 0-5 0,-2 0-1 16,0 5-18-16,3 3-10 0,2-2-17 15,5-1-56-15</inkml:trace>
  <inkml:trace contextRef="#ctx0" brushRef="#br0" timeOffset="200244.01">8837 14789 323 0,'0'0'19'0,"0"0"-13"0,0 0-5 15,0 0-1-15,0 0-5 0,0 0-40 16,0 0-32-16,0 0-81 16</inkml:trace>
  <inkml:trace contextRef="#ctx0" brushRef="#br0" timeOffset="201060.21">9188 14711 159 0,'0'0'6'16,"0"0"14"-16,0 0 12 16,0 0-4-16,0 0-12 0,0 0-3 15,0 0 1-15,0 0-1 16,10-34-5-1,-12 31-7-15,-4 0-2 0,-1 0-2 0,-2 2 0 16,-4 1-5 0,-1 0 6-16,-1 0 3 0,0 0-2 15,1 1 0-15,2 5-1 16,0 1 0-16,3 0 0 0,1 1-4 16,6 1 0-16,0 0 1 15,2 0 0 1,0 0 2-16,0 0 3 0,5 0 1 15,6-1 2 1,-1-2 4-16,0 0 3 16,2 0 2-16,2-1-1 0,-1-2 0 15,1 0-3-15,0 3-2 0,1-2-2 16,-1 0 2 0,0 1-1-16,0 0-4 15,-2 0 0-15,0 1-1 16,-5-1 0-16,-1 1-1 0,-3 3 0 15,-1-1-2-15,-2-1 1 16,0 1-2-16,0 0 2 16,-5-2 2-16,-6 0-1 0,-3-3-7 15,-1 0 0 1,-2-1-2-16,0-2 0 0,-3 0-13 16,3 0 8-16,-1 0 7 15,3 0 7-15,1-5 2 0,5 0-1 16,1 0 1-1,2-2 1-15,4 0 8 16,2 0 8-16,0 0-7 0,0-3 2 0,5 3-6 16,2-1 0-1,-1-2-3-15,3 1 2 0,-3 0 2 16,4-1 3-16,-5 4-1 16,3-2-3-1,-5 1-1-15,3 2-3 0,-1 1-3 0,-2 0-1 16,3-1-10-1,-1 0-14-15,0-1-48 0,1 0-78 16</inkml:trace>
  <inkml:trace contextRef="#ctx0" brushRef="#br0" timeOffset="201814.25">9352 14685 235 0,'0'0'26'0,"0"0"-15"0,0 0 6 0,0 0 5 15,0 0-7 1,0 0-6-16,37-8 1 0,-30 6-3 16,4 1 1-16,-2 1 0 15,2 0 0-15,1 0-1 16,1 0-3-16,1 0-1 16,-2 0-3-16,3 3 1 15,-4 0-2-15,-1 2 1 0,-2 0-1 16,-1 0-1-16,-3 0-5 15,-4 1-5-15,0 1-2 16,0-1 4-16,-2-1 4 16,-7 2 4-16,1-1 0 15,-4-2-2-15,1 0 4 0,-1 1 5 16,5-2-5-16,0-1 1 16,1 0-1-16,2-1 1 15,2 1 0-15,2-2-2 16,0 1-6-16,0-1-8 15,0 0 16-15,8 0 0 16,-1 0-1-16,1 0 1 16,4 1 0-16,0-1 0 0,-3 1 3 15,4-1 4-15,-2 1 0 16,1 1-3-16,-1-2-4 0,-2 4 1 16,3-1-1-16,-5 1-1 15,-1 2 0-15,-2-2-2 0,1 3 2 16,-3 0-1-1,0 1 0-15,-2-1 0 0,0 1-1 16,0-2 2 0,0 1 0-16,-2 0 0 15,-4-1-1-15,-1-2 2 0,-4-1 2 0,-2 1 1 16,1-3 1 0,-3 0 4-16,1-1-3 15,1 0-3-15,3 0 1 16,1 0-2-16,0 0-1 15,5 0-2-15,0 0-14 16,4-1-29-16,0-5-85 0</inkml:trace>
  <inkml:trace contextRef="#ctx0" brushRef="#br0" timeOffset="202543.51">9780 14697 191 0,'0'0'35'0,"0"0"-29"0,0 0-1 16,0 0-4-16,0 0 1 15,0 0-1-15,0 0 2 16,0 0 7-16,0 0 7 16,0 0 6-16,0 0-13 0,0 0-5 15,23-20-1-15,-12 18 1 16,0 1-1-16,1 1 0 15,-1 0 3-15,-1 0-1 16,1 0-4-16,-3 0 1 16,0 0-2-16,2 1-1 15,-7 4 0-15,3 0-1 0,-4 1-1 16,0 0 0-16,-2 4-2 0,0 0 3 16,0 3 1-16,-4-2-1 15,-3 3 1-15,-3-3-1 16,2 4 0-1,-2-3-4-15,0-1 9 0,1-1-5 0,1-2 1 16,1-1-5 0,2-3-2-16,0 0 11 0,2 1-3 0,3-3 0 31,0 1-2-31,0-2 1 16,0-1 3-16,0 0 3 0,0 0-2 0,3 0 0 15,2 0 1 1,2 0-2-16,-2 0-2 0,3 0 1 0,4 0 0 31,-3 0 2-31,3 0 2 16,2 0 2-16,-3-2-1 0,4 0 0 0,-2 2 2 0,-4 0-2 31,3-1-5-31,-3 1-1 16,-1 0 1-16,-1 0-2 15,-2 0-2-15,-1 0 4 16,-4-1-7-16,0-1-13 0,0-1-15 15,0-1-53-15</inkml:trace>
  <inkml:trace contextRef="#ctx0" brushRef="#br0" timeOffset="203133.46">10148 14671 183 0,'0'0'20'0,"0"0"-2"0,0 0 5 16,0 0 0-16,0 0-21 15,0 0 0-15,0 0-2 0,0 0 4 16,0 0-2-16,0 0-2 16,0 0 0-1,-22-1 0-15,16 9 0 0,1 0 0 16,-1 3-1-16,0 2 0 16,4 0 0-16,-2 1 1 0,3 0 0 15,1-3-2-15,0 1 4 16,0 0 0-1,7-1-1-15,3-4 3 0,-2 0 1 0,3 0-1 16,1-3-2-16,-1-1 1 16,4-1-1-16,-5-2 0 15,2 0 2 1,1 0-1-16,-2 0 2 16,-2-3 4-16,-3-3 1 15,2-3 6-15,-6-2 13 0,0 0-19 0,-2-3-11 16,0 1 4-16,0-3 1 15,0 0-2-15,-4 2 1 16,-5 0-3 0,-2 2 0-16,2 1-2 0,-5 2 4 15,1 2-9-15,-7 3 1 16,1 1-11-16,-1 3-16 16,2 0-31-16,0 0-65 0</inkml:trace>
  <inkml:trace contextRef="#ctx0" brushRef="#br0" timeOffset="204287.55">10387 14523 92 0,'0'0'14'0,"0"0"-6"0,0 0 0 0,38 0 0 15,-27 0 0-15,0 0-2 16,-1 0 7 0,1 0 8-16,0 0-8 15,-2 0 8-15,0 0 3 0,0 0-12 0,0 0-8 16,-2 0-3-1,-1 0 0-15,1 0-1 0,-5 0 0 16,1 0 1 0,-1 0-2-16,1 0 2 0,-3 0-1 0,0 0 1 31,0 0 1-31,0 0 2 0,2 0-1 16,-2 1-2-16,0 2 1 15,0 0 0-15,0 2 4 0,0 1-3 16,0 1-1-1,0 1-1-15,0 0 0 0,0-1 0 16,0 2 3-16,0 1-4 0,0 0 1 16,0 0-1-1,0 1 1-15,0-1-1 0,-2 2 1 0,-1 1-1 32,0-1 0-32,1 1-1 0,-2-1-1 0,2 1 6 15,-3 0-2-15,3-1-1 0,0 1-1 31,0 0 0-31,0-4 2 0,-1 4-2 0,2-2 1 16,-1 0-2-16,1-1 2 16,1 1-2-16,0-4 2 15,-3 3-1 1,3 0 0-16,0-2 1 16,0 2-1-16,0-3 2 15,0 2 0-15,0 1-1 16,0-3-1-16,3 0 1 15,-3 2-1-15,1-2 1 0,1 0-1 16,-2 0 1-16,0-1-2 16,0 0 2-16,0-1-1 15,0 1 0-15,0-2 1 16,0 1 0-16,0-1-1 0,0 0 1 16,0-1-1-16,0 1 1 15,0-1 0-15,0 0 0 16,1-1 1-16,0 0 0 0,1 1 3 15,-2-2 5 1,2 2-1-16,-2-3-1 16,0 2-1-16,0-1 1 15,0 1-3-15,0 0 3 0,0-1-1 0,0 1-4 16,-2 2 2-16,-5-2-4 16,-2 4-2-16,-3-3 1 15,-2 1-8-15,-5-2-37 16,-2-2-72-16</inkml:trace>
  <inkml:trace contextRef="#ctx0" brushRef="#br0" timeOffset="205963.7">5731 14610 122 0,'0'0'26'0,"0"0"-3"15,0 0-7 1,0 0 3-16,0 0-7 0,0 0-7 16,0 0 1-16,0 0 2 15,0 0 0-15,0 0 1 0,0 0 1 0,-2 0-8 16,-2 0 0-16,0 0-2 15,1 0 1-15,-3 0-4 32,-2 0 4-32,-1 0 0 15,0 0-1-15,1 0-1 0,0 0 3 16,-1 0-2-16,0 0 1 16,2 0 0-16,-1 0-1 15,3 0 0-15,-3 0 1 16,3 0-2-16,-1 0 1 0,1 0 0 15,-1 0 0-15,0 0 0 16,1 0 0-16,-3 0 0 16,2 0-3-16,0 0-6 15,1 0 2-15,-1 0 0 16,-1 0 5-16,4 1 0 0,-1-1 2 16,0 2 0-16,2-1 0 0,1-1 0 15,1 1 1-15,-2 0 0 16,2 1-1-16,0 1 0 15,0 1-1 1,0-1 0-16,0 3 2 16,0 0-1-16,0 1 0 0,2 3 1 15,0-3-2-15,1 3 2 0,-1-1 0 16,2-1 0 0,-2 4 4-16,-1-1-4 0,2 2 0 0,-1 1 0 31,0 2 0-31,-2-3 0 0,2 4-1 15,-2 0 1-15,2-3-1 0,-2 1 0 0,0 0 0 16,0 0 1-16,0-3-1 31,0 1 1-31,0-1 0 16,0-2 2-16,0 1-1 0,0-3-1 0,0 0 1 16,0 0 3-1,0 0 3-15,0-1 1 0,0-2-3 0,0 0-3 31,0 2 0-31,0 2-3 16,0-2 1-16,0 1 0 0,0-3-1 16,0 3 1-16,0-2-1 15,2 0 0-15,0 1 0 16,-2-1 1-16,1-1-1 16,1 1 0-16,0-3 1 15,0 3-1-15,-2-2 1 0,0 1-2 16,0-2 2-16,0 0-2 15,0 3 1-15,0-3 0 16,0 1 0-16,0-1 0 0,0 0 1 16,2 0-2-1,-2 1 2-15,2-1-1 0,0 1-2 16,-2-1 2-16,1 0 0 16,1 1 1-16,1-2-2 15,-1 0 0-15,-2-1 1 0,2 2 1 16,0-2-1-16,0 2 1 15,0-1 0-15,1 0-1 16,1 1 0-16,0-1-2 0,-1 0 2 16,5-1 1-16,-4 2 1 15,1-1 2-15,1-1 0 16,0-1 1 0,4 2-2-16,-3-1 3 0,2-1-3 15,3 1 1-15,-2-1 0 16,2 1 0-16,-3 0-1 15,2 0-2-15,-2-1 0 16,2 3-1-16,1-2 0 0,-1 0-10 16,4-1-32-1,0 0-54-15</inkml:trace>
  <inkml:trace contextRef="#ctx0" brushRef="#br0" timeOffset="211557.37">1298 16192 69 0,'0'0'44'0,"0"0"-10"16,0 0 2-16,0 0-13 16,0 0-7-16,0 0-10 15,0 0-3-15,0 0-3 0,0 0 0 0,0 0 1 16,0 0-1-16,0 0 3 16,0 0 0-16,0 0 4 15,0 0 10-15,0 0-4 16,0 0-6-1,0 0-3-15,0 0 0 16,0 0-2-16,0 0 0 16,0 0 2-16,0 0 0 0,0 0-2 15,0 0 2-15,0 0 3 16,0 0 1-16,2 0 1 16,4 0-2-16,1 0 0 15,6 0-3-15,-3 0-3 16,5-2 0-16,0 1 0 0,5 0 0 15,-2-2-1-15,5 1 1 16,-2 0-1-16,0-1 1 16,-1 1 0-16,0 0 1 15,-5 0-2-15,-1 2 1 0,-5-1-1 16,-3-1 1-16,-2 2-1 16,-2 0 0-16,-1 0-1 15,-1 0-3-15,0 0 2 16,0 0-3-16,0 0 3 0,0 0 9 15,-3 3-2-15,-3 3-1 16,2 0 0-16,-3 0-6 16,-3 3 5-16,2 1-2 15,-5 0-1-15,-1 3 2 16,-2 2-2-16,-3 2 1 0,4-1-1 16,-3 0 0-16,3 1 0 15,-2-2 2-15,6-4-2 16,-1-1 0-16,3-2 0 0,3-1 0 15,0-3 0-15,5 2 0 16,-1-3 0 0,2 1-2-16,0-3 1 15,0 2-2-15,0-2-2 0,0 1-2 0,0-1 0 32,0-1 0-32,0 2 4 0,0-1 2 0,2-1 0 15,3 0 5 1,1 0-5-16,5 0 0 0,-1 0 8 15,5 0-6 1,2 0 0-16,0 0 0 0,-1 0-1 0,2-1 1 16,2-1 0-16,-4 1 0 15,1 1 1 1,-2 0 3-16,-4 0-1 0,0 0-3 0,-4 0-1 16,0 0 1-16,-4 0-2 15,-1 0 1 1,1 0-8-16,-3 0-18 15,0 1-43-15,0 1-29 0</inkml:trace>
  <inkml:trace contextRef="#ctx0" brushRef="#br0" timeOffset="211895.89">1379 16269 63 0,'0'0'103'0,"0"0"-83"0,0 0-4 15,0 0-10-15,0 0-2 16,0 0 1-16,0 0-1 16,44 0-1-16,-26 0-2 0,1 0-3 15,0-3-68-15</inkml:trace>
  <inkml:trace contextRef="#ctx0" brushRef="#br0" timeOffset="212359.19">1663 15870 180 0,'0'0'10'15,"0"0"-9"1,0 0-1-16,0 0 0 0,0 0-11 0,0 0 2 31,-40-14 3-31,32 14 6 16,1 7 0-16,-2 0 11 16,2 5 8-16,-2-2-1 0,-1 4 0 0,-1 5-4 0,4-2-1 31,1 0-1-31,-1 2-3 15,5-2-4-15,2 0 0 16,0-4-5-16,0-2-3 0,7-1 2 16,4-3 2-16,3-4 8 15,1-1-11-15,2-2-52 16,-2 0-102-16</inkml:trace>
  <inkml:trace contextRef="#ctx0" brushRef="#br0" timeOffset="212906.84">1711 15949 203 0,'0'0'20'15,"0"0"-6"1,0 0-3-16,0 0 9 0,0 0 4 16,0 0-14-16,0 0-2 0,0 0 4 15,37-16-2 1,-31 16-2-16,0 0-4 16,-2 0-4-16,-1 0-3 15,1 0 2-15,0 5 1 0,-2 0-1 0,0 2 0 16,-2-1-1-16,0 2-7 15,0 0 0 1,0 1 12-16,-4 0-8 0,-2 1-6 0,1-1-10 31,-4-1 8-31,0-3 11 0,1 2-3 16,0-3 5-16,3 0 0 16,1-2 0-16,-1 1 1 0,5-2 1 0,0-1 1 31,0 0 1-31,0 0 2 15,0 0 6-15,2 0 5 0,5 0-2 16,-2 0-3-16,3 0-3 16,2 0-2-16,-2 0-2 15,0 0 1-15,1 0-3 16,-1 0-2-16,2 0-1 16,-3 0 0-16,3 0 0 0,0 0-10 15,0-1-22-15,0-2-35 16,0-1-41-16</inkml:trace>
  <inkml:trace contextRef="#ctx0" brushRef="#br0" timeOffset="213242.57">1892 15863 182 0,'0'0'11'0,"0"0"10"0,0 0-3 0,37 0-1 0,-25 0-10 16,-5 3 1-1,3 5-1-15,-1 0-1 0,0 1-2 16,0 3-3-1,-1 4-1-15,-2 0 0 16,-4 1 1-16,2 3-3 0,-4-2 1 0,0 1 5 16,-1-2-4-16,-10 1 2 15,-1-1 0 1,-2-2-11-16,-1-3-31 16,1-4-58-16</inkml:trace>
  <inkml:trace contextRef="#ctx0" brushRef="#br0" timeOffset="214112.58">2353 16265 135 0,'0'0'30'0,"0"0"3"0,0 0-3 16,0 0 3-16,0 0-15 0,0 0-8 16,0 0 0-1,0 0-1-15,0 0 0 16,0 0 0-16,0 0-4 16,0 0-6-16,-1 0 1 0,1 0 0 15,0 0 5-15,5 0-4 0,1 0-1 16,1 0 1-1,2 0-1-15,0 0 0 0,0 0-4 0,1 0 7 32,1 0-2-32,0 0-6 0,1 0-25 15,-3 0-18-15,-1 0-17 16,-3 0-67-16</inkml:trace>
  <inkml:trace contextRef="#ctx0" brushRef="#br0" timeOffset="214484.47">2370 16370 99 0,'0'0'17'0,"0"0"22"0,0 0 4 0,0 0-10 0,0 0 1 15,0 0-8-15,0 0-8 16,0 0-1-16,0 0-3 16,43 11-10-16,-31-8-4 15,2-1-10-15,1-2-46 16,1 0-84-16</inkml:trace>
  <inkml:trace contextRef="#ctx0" brushRef="#br0" timeOffset="-213767.22">3182 16275 96 0,'0'0'3'0,"0"0"1"0,0 0 13 0,0 0 2 16,0 0-8 0,0 0 5-16,0 0 1 0,0 0-2 15,0 0 0-15,0 0 7 16,0 0-1-16,-25-27-1 0,23 24-2 16,-1 1-6-1,-1-2-10-15,-1 2-3 0,-1 1-1 16,-1-3-2-1,-4 2 1-15,2 2 3 0,-2-1 0 0,-2 1 0 32,2 0-1-32,-2 0 1 0,0 0 0 0,2 0-2 15,-1 3-7-15,1 1 7 16,2 1-1 0,-1 2-1-16,1 0 2 0,5 1-2 0,-3 0 3 15,5 0 0 1,0 0-2-16,0-1 2 15,2 1-2-15,0-1 3 16,0-1 2-16,0 3 0 16,0-2 2-16,0 0-3 15,0 1 0-15,0-3-4 0,2 2 4 0,4-1 4 16,-1-2 3 0,1 2-1-16,4-2 0 0,-1-1-2 0,2-2 4 31,1 1 0-31,-1-2-4 15,0 0 0-15,3 0-5 0,-4 0 1 0,3 0 0 16,0-2 0-16,-2-2-1 0,1 0 0 31,-1-2 1-31,-5 2 0 16,3-2 1-16,-2-1-1 16,-2 2 1-16,-1-2-1 15,1-3 2-15,-2 3-2 0,1-2-2 16,0 1 1-16,-1 0 0 15,-2 0 0-15,3-3 1 16,-2 5 0 0,-2 3-1-16,0 0 0 0,0 2-2 15,0 0 2-15,0 1-3 16,0 0-2-16,0 0 0 16,0 0-6-16,0 5 11 15,0 2 2-15,0 2 3 16,0 3-2-16,0 0-3 0,0 0 3 15,0-1-1-15,6-1 1 16,5-2-2-16,1 0 5 16,-1-4-4-16,5 0-3 15,2-4-21-15,-1 0-48 16,2-2-136-16</inkml:trace>
  <inkml:trace contextRef="#ctx0" brushRef="#br0" timeOffset="-213174.27">3313 15849 74 0,'-7'1'23'0,"-2"2"5"0,1 0-6 0,1 0 3 0,0 1 1 16,0 3-5-1,1 0 0-15,-2 1-3 0,4-1-4 0,-3 4-2 32,2 1-4-32,1 2-3 15,0 0 2-15,1-2-1 0,1 2 0 16,2-1-1-16,0-2 0 16,0-2 5-16,0 2-4 15,2-3-2-15,3-1-2 16,3 0 3-16,4-3-2 0,0-1-2 15,4-1-1-15,-1-2-44 16,1 0-56-16,0-1-113 16</inkml:trace>
  <inkml:trace contextRef="#ctx0" brushRef="#br0" timeOffset="-212890.13">3445 15906 108 0,'0'0'133'0,"0"0"-100"16,0 0-12-1,0 0 3-15,0 0-6 16,0 0-9-16,0 0 1 15,0 0-3-15,2 46-1 0,-2-33-3 0,0 0 0 16,0-1-3-16,0 0 1 16,0-1-2-16,0-2-21 15,2-2-34-15,0-5-37 0</inkml:trace>
  <inkml:trace contextRef="#ctx0" brushRef="#br0" timeOffset="-212560.08">3533 15817 173 0,'0'0'10'0,"0"0"10"0,0 0 8 32,49 0-1-32,-37 2 3 15,-1 4-12-15,0 5 2 16,-1 2-4-16,-1 3-1 16,1 2-7-16,-5 2-7 0,0 5-1 15,-3-1-2-15,-2 0 2 16,0 0 3-16,-2-2-15 15,-7-1-21-15,2-5-40 16,-4-3-90-16</inkml:trace>
  <inkml:trace contextRef="#ctx0" brushRef="#br0" timeOffset="-211274.02">4019 16216 150 0,'0'0'13'0,"0"0"0"0,0 0-6 16,0 0-3-16,0 0-2 0,0 0-1 16,0 0 2-16,0 0 7 15,0 0 1-15,0 0 0 16,0 0 3-16,0 0 0 16,-12-1-5-16,12 1-3 15,-2 0 1-15,0 1 0 16,0 3 0-16,0 3-5 15,-3 2-1-15,2 0 0 0,1 2-1 16,0-1 0-16,0 2 0 0,-1-2 1 16,2 1-3-16,1-1 2 15,0 0 1 1,0 0-1-16,0-1-1 16,0-1 1-16,4-3 2 0,0 5 3 15,0-5 5-15,2 0-3 0,0 1-4 16,-1-2-1-16,2-1-1 15,-2-2-3-15,4-1 2 16,-3 0 5-16,-1 0 0 0,3 0-5 16,-1 0 1-1,-2-7-1-15,2 3-1 0,-1-2 1 16,-2 0 0 0,1-2 0-16,2 1 0 0,-5-1 0 0,1 2 0 15,0-1 0-15,-1 2 0 16,0 2 1-16,-2-1-1 15,2 2 1 1,-2 1-1-16,1 1-1 16,3 0-3-16,-4 0 1 15,4 4-1-15,-2 5 1 16,1-1 3-16,4 2 0 0,-3-1 0 16,3 2 1-16,1-1-1 0,4 0 1 15,-1 0-1 1,0-3 0-16,2-3 1 0,0 0 0 15,0-2-1-15,0-2-4 0,0 0 7 16,-1 0 3 0,0-4 2-16,-2-2 2 15,-4-2 2-15,-1-2-4 16,-1 0 3-16,0 0-3 0,-4-2-1 16,0-2-4-1,0 0-2-15,0-1 1 16,0 1 0-16,-2 2 1 0,0 0-2 15,-4 3 1-15,3 1 0 0,1 2 0 0,0 2-1 32,0 1-2-32,-1 1-5 15,2 2-31-15,0-2-31 16,0 0-37-16</inkml:trace>
  <inkml:trace contextRef="#ctx0" brushRef="#br0" timeOffset="-202418.29">4423 16406 31 0,'0'-1'102'0,"0"-1"-84"0,0 0 9 15,0 0-5-15,0-1-9 16,0-1-7-16,0 3 1 0,0-2-4 16,3 0 2-16,1 0 0 15,4-1 7-15,-4 1 5 16,3 2 5-16,-3-1-8 16,1 2-8-16,2-1-1 0,-2 1-3 15,1 0-1 1,-2 0-1-16,-1 0-1 15,1 0-3-15,0 4 0 0,-2 2 4 0,1 1-2 16,-3 1 0-16,0 2-1 16,0-1-5-16,0 0-8 15,-5 1 17-15,1 1-15 16,-3-2 2-16,1-1 0 0,-1 2-1 16,-2-3 20-16,2 1-7 15,-1-1 0-15,1-3-3 16,-1 2 6-16,3-3-2 15,3-1-1 1,0-2 2-16,2 0-1 16,0 0 2-16,0 0 3 0,0 0 4 0,4 0-1 15,-1 0 0-15,7 0 1 16,-5-2 5-16,5 0-4 0,-3 1-2 16,3-2 0-16,0 3 1 31,1-1 0-31,3-1-6 15,-3 2-2-15,4 0-1 0,-2 0-1 16,0 0-4-16,0 0-24 16,-1-6-59-16</inkml:trace>
  <inkml:trace contextRef="#ctx0" brushRef="#br0" timeOffset="-201875.37">4784 16241 103 0,'0'0'43'0,"0"0"-40"0,0 0 13 0,0 0 4 16,0 0 1-1,0 0 4-15,0 0 0 0,0 0 3 16,0 0-2 0,0 0-5-16,0 0-4 0,0 0-2 0,15 0-6 15,-5-2 3 1,-1 2 0-16,2-2-4 0,4 1 7 15,-4 1-10 1,4-2-3-16,0 2 1 16,-2 0-3-16,1 0 0 0,-1 0 0 0,-1 0-3 15,-2 0-34 1,-4-4-28-16,-2 0-47 0</inkml:trace>
  <inkml:trace contextRef="#ctx0" brushRef="#br0" timeOffset="-201555.45">4894 16129 295 0,'0'0'13'16,"0"0"2"-16,0 0 16 0,0 0-1 16,0 0-18-1,0 0-9-15,0 0-4 0,0 0 3 16,0 0-5-16,-17 40 6 16,13-21-3-16,3 4 0 0,1-2-1 15,0 3 0-15,0-4 0 16,0 0-5-16,0-3-15 15,1-4-37-15,3-4-15 16,0-6-94-16</inkml:trace>
  <inkml:trace contextRef="#ctx0" brushRef="#br0" timeOffset="-200888.13">5141 15946 226 0,'0'0'66'0,"0"0"-56"0,0 0-6 32,0 0-6-32,0 0 2 15,0 37 1-15,0-19 7 16,0 2 1-16,2 1-5 0,-2 0 0 16,2 0 0-16,0-3-1 15,-2 1-2-15,3-4 1 16,-3-1-2-16,1-2 1 15,-1-3-1-15,0-2 0 0,0-2-6 16,0-1-7-16,0-3-14 16,0-1 9-16,0 0 11 15,0 0 2-15,0-3-15 16,0-4 7-16,0-2 5 0,0-1 6 16,0 0 2-16,8 0 5 15,-2 0-1-15,3 2 9 16,3 2 2-16,0-1-7 15,-2 3 2-15,2 2 2 16,-1-1-6-16,1 3 1 16,-1 0 0-16,0 0 1 15,-2 1-4-15,1 4-2 0,-3 3 0 0,1-1-2 16,-3 2 5 0,2-2-5-16,-3 4 0 15,-4-4-5-15,0 4 4 0,0-4 7 0,0 2-4 31,-9-2-1-31,-2-1 2 0,0-1 2 16,-6-1 1-16,2-1 2 0,-1 0-7 0,1 0 2 31,1 0-6-31,5-2-22 16,1-1-32-16,4 0-46 16</inkml:trace>
  <inkml:trace contextRef="#ctx0" brushRef="#br0" timeOffset="-200212.53">5370 16259 177 0,'0'0'5'0,"0"0"0"0,0 0 8 0,0 0-3 0,0 0 2 16,0 0 5-1,0 0-2-15,0 0 3 16,0 0 2-16,40-29-1 16,-29 29 1-16,-2-1 2 0,2 1-4 0,-3 0-10 15,-1 0-7 1,0 1-3-16,-5 5-2 0,2-1 2 16,-4 2 1-1,0 3-2-15,0 1-1 0,0-1 7 0,0 0 1 16,-2 3-7-1,-6-1 0-15,2-1-6 0,0-1 1 16,-4 1-4 0,-2-2 8-16,2 0 2 0,1-1-4 0,-3 1 1 31,3-1-3-31,3-1 2 0,-1-2 7 0,2-1-2 16,1-1 1-1,4-2-1-15,0 2-1 0,0-3-6 0,0 0 3 16,0 0 13-1,4 0 0 1,1 0 0-16,4 0 3 0,-2 0 2 16,4 0 2-16,0-3 1 15,0 1 0-15,1 1-6 16,2 1-5-16,-3 0-4 16,3-1 0-16,-1 1-6 15,1 0-23-15,-1-2-15 16,1-2-25-16,-1-3-93 0</inkml:trace>
  <inkml:trace contextRef="#ctx0" brushRef="#br0" timeOffset="-199577.22">5915 16085 112 0,'0'0'24'0,"0"0"-6"0,0 0-1 0,0 0-5 0,0 0 0 0,0 0 3 32,0 0 3-32,0 0 6 0,0 0 2 15,0 0-5-15,0 0-2 0,46 0-5 0,-38 0-6 32,1 0-7-32,-2 0 0 0,2 0-2 0,-1 0-8 15,-1 0-18-15,-2 0-25 16,1 0-31-1</inkml:trace>
  <inkml:trace contextRef="#ctx0" brushRef="#br0" timeOffset="-199379.02">5967 16176 235 0,'0'0'9'0,"0"0"16"16,0 0 23-16,0 0-16 16,44 7-7-16,-30-6-16 15,3 0-6-15,1-1-4 16,-1 0-33-16,2 0-102 0</inkml:trace>
  <inkml:trace contextRef="#ctx0" brushRef="#br0" timeOffset="-196306.7">6648 15797 115 0,'-2'0'57'0,"-3"0"-51"0,3 0 9 0,-1 0-5 16,-1 0-5-16,2 0-4 15,-1 0 1-15,0 0-1 16,-1 0 0-16,0 0 3 16,-2 0 2-16,2 0-2 15,-4 0-8-15,3 0 9 0,-3 0-5 0,2 0 0 16,-2 0-5 0,3 0-1-16,-1 0 2 15,1 0 1-15,-2 0-1 16,1 0 2-16,0 0 1 15,0 1-3-15,1 1-24 16,-5-2-16-16,2 3-26 0</inkml:trace>
  <inkml:trace contextRef="#ctx0" brushRef="#br0" timeOffset="-195480.89">6473 15816 59 0,'0'0'31'16,"0"0"-10"-16,0 0-2 0,0 0 5 15,0 0-12-15,0 0-1 16,0 0 0-16,0 0 1 15,-4 6 1-15,4-3-3 16,0 1 5-16,0 0-1 0,0 1-2 16,0 0-7-1,0 2 1-15,0 2-4 0,0 1-1 16,0 1-1-16,0 1 1 16,0 2-1-16,0 0 0 0,0 3 0 15,0-2 0-15,0 1 0 16,0 0 1-1,0 0-1-15,0-1 2 0,0-1 0 16,2 0 2-16,1-1-2 0,1 2-1 16,0-3 0-16,0 0 0 15,2 0 0 1,-2 1-1-16,-2-2 1 16,2 0-1-16,1-1 2 0,-3 0-2 0,2 0 0 15,-3 1 0 1,0-2 0-16,0 1 1 0,-1 0 0 15,0-3 1 1,0 3-2-16,0-2 1 16,0 0-1-16,0 3 1 0,0-2-1 0,0-1 0 15,0 1 0-15,0-1 0 16,0 3 1-16,0 0-1 16,0-1 0-16,0 1 0 15,0-1 1-15,0 0-1 16,0 1 0-1,0-1 0-15,1-2 1 0,-1 2-2 0,1 0 2 16,2-1-1-16,-3-3 0 16,0 2 0-16,0 0 0 15,0 0 1-15,0-1-1 0,0 0 0 16,0 0 0 0,0 0 0-16,0 0 0 15,2-1 0-15,0 1 0 16,0-2 0-16,-2 1 0 0,2-1 0 0,1 1 0 15,-1-2 1 1,-2 2-1-16,2-2 0 0,0 0 1 16,0 1-4-16,0-2 2 0,0 1 2 15,2-1 0 1,3 0-2-16,-4 0 2 0,3 1-3 16,0 0 4-16,1-2 1 15,0 2 2-15,-2-2-5 16,1 0 2-16,1 1-1 0,-1 0 1 31,-1-1-3-31,4-1 9 16,-2 1 9-16,3 0-9 15,1-2-6-15,2 0-1 16,1 0 1-16,-1 0 1 16,2 0-2-16,2 0-1 0,-2 0-6 15,0-5-48-15,-2-3-68 16</inkml:trace>
  <inkml:trace contextRef="#ctx0" brushRef="#br0" timeOffset="-194583.26">6914 16105 192 0,'-2'0'7'0,"0"0"17"0,0 0 4 0,0 0 3 0,1 0-9 15,-1-1 0-15,0-1-1 16,-2 2-13-16,-3 0-7 16,2 0-2-16,-4 0 0 15,2 0 0-15,-1 2-3 16,2 5 2-16,-1-2 1 0,1 4 0 16,1-2-2-16,3 4 2 15,0 0-1-15,2 1 0 16,0 0-1-16,0-1-4 15,0-1-1-15,3 0 1 0,5-1 3 16,1-2 2 0,2-2 1-16,0-1 2 0,3 0 0 15,0-3-2-15,-3-1 7 16,0 0-6-16,3 0-1 0,-3-1 2 16,-2-5-1-1,3-4-4-15,-3 3 2 0,-3-4-1 16,-1-1 3-16,0 1 1 15,-3-1 0-15,-2-3 2 0,0 3 0 16,0-1-1-16,0 0 1 16,-6 2 1-1,-2 2-1-15,-1 2 5 0,1 3-5 16,-5 2-2-16,2 1-1 16,0 1 0-16,-3 0-5 0,2 0-19 15,3 2-18-15,-1 2-17 16,3 0-54-16</inkml:trace>
  <inkml:trace contextRef="#ctx0" brushRef="#br0" timeOffset="-194340.5">7154 16128 252 0,'0'0'75'0,"0"0"-70"0,0 0 7 0,0 0-5 16,0 0-6 0,0 0-2-16,0 0-8 15,0 0-34-15,0 0-33 0,0 0-59 0</inkml:trace>
  <inkml:trace contextRef="#ctx0" brushRef="#br0" timeOffset="-193728.18">7373 16080 44 0,'0'0'56'16,"0"0"-55"-16,0 0 7 0,0 0 18 15,0 0 12-15,0 0-3 16,0 0-2-16,0 0-9 0,2 0-3 16,5 0-6-1,0 0-11-15,1 0-3 16,1 0-1-16,1 0 0 16,4 0 0-16,-3 0 0 0,2 0 0 0,4 0 1 15,-2-1-1-15,1 0 0 16,-3-1 0-16,-1 2 1 15,-1-2-1-15,-4 2 1 16,1-1 0-16,-4 1 0 0,-2 0 0 16,-2 0-2-1,0 0 5-15,0 0 8 0,0 0-3 16,-4 0-6 0,-1 3 0-16,-3 1-1 0,4 1-1 0,-2 2-1 31,3 3 1-31,-1 1-1 0,-1 0 0 15,0 1 0-15,3 1 0 0,-2 0 0 16,0-3 0-16,3 3 0 16,1-2-1-16,0-1 1 0,0-1 0 15,0-3-1 1,0 1-5-16,5-3-14 0,-1 0-27 16,2-4-9-16,0 0-71 15</inkml:trace>
  <inkml:trace contextRef="#ctx0" brushRef="#br0" timeOffset="-193239.57">7688 16075 231 0,'0'0'46'0,"0"0"-38"0,0 0-16 0,0 0 8 0,0 0 9 0,0 0-5 0,0 0-3 32,0 0 0-32,0 0-1 15,0 0 1-15,-19 34-2 0,17-25 1 16,0-2-1-16,2 0 0 16,0-3-3-16,0 2 2 15,0-3-2-15,4 0-1 16,4-2 10-16,-1-1 7 15,3 0-1-15,-1 0-1 0,2 0 1 16,1 0-2-16,2 0-2 16,-3 0-1-16,2 0 0 15,-1 0-4-15,-4 0 0 16,1 0-1-16,1 1-1 0,-4 3-1 16,0 1 1-16,0 1 0 15,-3 0-4-15,1 0 3 16,1 0-1-16,-3 1 1 15,-2-1-2-15,0 2 3 16,0-1 1-16,-7-2 1 0,-2 0 0 16,-2 0-6-16,-6-1 11 15,2 0-3-15,-1-1-2 16,-2-1-6-16,2 0-14 16,0-2-28-16,2 0-19 0,3 0-42 15</inkml:trace>
  <inkml:trace contextRef="#ctx0" brushRef="#br0" timeOffset="-192995.4">7697 16073 248 0,'0'0'3'0,"0"0"7"0,0 0 1 0,54 0-3 15,-34 0-6-15,0 0-5 16,2 0 6-16,0 0-5 16,0 0-25-16,-2 0-80 15</inkml:trace>
  <inkml:trace contextRef="#ctx0" brushRef="#br0" timeOffset="-192458.84">8076 16082 59 0,'0'0'43'0,"0"0"-5"16,0 0 5-16,0 0-13 16,0 0-1-16,0 0-3 0,-38 7-6 15,31-1-13-15,1 1-1 16,-1 0-5-16,2 4 0 16,-1-2-1-16,1 1 0 15,3 1 0-15,0 0 0 0,2 0-2 16,0-2 2-16,0 0-2 15,6-1 0-15,3-3-1 16,-1 1 4-16,3-3 1 16,1-2 7-16,0 1-8 0,0-2 0 15,2 0-1-15,-3 0-2 16,0 0 2-16,1-2 0 16,-2-3-1-16,1-2 2 15,-2 1 0-15,-1-2 0 0,-1 0 0 16,-1 1 1-1,-2 0-1-15,-4-1 0 16,2 0-1-16,-2 0 4 0,0-1-4 16,0 1 1-16,-4 0 3 0,0-3 0 15,-4 4 7-15,1 0-1 16,-4 1-2-16,0 3-10 16,-2 0 2-1,-1 3-2-15,1 0-11 0,-1 0-28 16,6 0-55-16</inkml:trace>
  <inkml:trace contextRef="#ctx0" brushRef="#br0" timeOffset="-191784.79">8289 16066 158 0,'0'0'54'0,"0"0"-18"0,0 0-6 0,0 0-6 16,0 0-5-16,0 0-3 31,36-11 0-31,-23 9-5 16,2 2 4-16,0-2 5 15,-3 2 1-15,2 0-18 0,-1 0-2 16,-4 0 0-16,-1 3-2 16,-2 1-14-16,-4 1 8 15,-2 1-9-15,0 1-6 16,0 0 7-16,-9-1 3 0,-2 3 1 15,0-3 5-15,-4 2 1 16,0-2 1-16,1-1 3 16,1-2-2-16,2 0 2 15,2 0 3-15,4-3-2 16,3 0 0-16,2 3 1 0,0-3-5 16,0 0-4-16,6 0 8 15,2 0 7-15,2 0-1 16,2 0 2-16,1 0 1 15,-4 0 1-15,2 0-3 16,-1 0 0-16,-1 0-1 0,-4 4-2 16,1 2-2-16,-2-1-1 0,-1 3 0 15,-1-1-2-15,-1 0 2 16,-1 2 0-16,0-1-1 16,0-1 0-1,-6-1-2-15,0 1 5 0,-5-3 0 16,1-1-1-16,-6-1-2 0,3-1 5 15,-3-1-2-15,1 1-2 16,1-1-7 0,2 0-43-16,3 0-25 0,2-4-81 15</inkml:trace>
  <inkml:trace contextRef="#ctx0" brushRef="#br0" timeOffset="-191131.31">9120 16079 235 0,'0'0'7'0,"0"0"-6"0,0 0 4 0,0 0-4 15,0 0 0-15,0 0 1 16,0 0-1-16,0 0 3 15,0 0 8-15,0 0-5 0,0 0-6 16,-38 0 1-16,30 6-2 16,-2 1 1-16,4 3-1 15,-3 1 1-15,2 1-2 16,5-1 2-16,-1 2-3 0,3-3 1 16,0 0-1-16,3-1 0 15,6-3 3-15,2-1 0 16,3-2 3-16,0-3 0 0,1 2 0 15,0-2-4 1,1 0 1-16,1 0 0 0,-3-4-2 16,-2-2 4-16,-1-1-1 15,-1-1 2-15,0-2 4 16,-4 1 3-16,1-2-5 16,-5 0 1-16,0-1 1 0,0 0 1 15,-2 2-8-15,0-1 2 16,-2 2 2-16,-2 1 2 0,-5 0-4 15,-1 1-1 1,-2 2-4-16,1 3 2 0,-3 1-1 16,0 1-11-16,3 0-10 15,1 0-6-15,1 0-33 0,5 3-65 16</inkml:trace>
  <inkml:trace contextRef="#ctx0" brushRef="#br0" timeOffset="-190924.28">9402 16104 336 0,'0'0'17'0,"0"0"-10"0,0 0 5 16,0 0-17-16,0 0 1 15,0 0-33 1,0 0-34-16,0 0-43 16</inkml:trace>
  <inkml:trace contextRef="#ctx0" brushRef="#br0" timeOffset="-190256.29">9723 16039 232 0,'0'0'10'15,"0"0"-5"1,0 0 9-16,0 0-4 0,0 0-6 15,0 0-4-15,0 0 0 16,0 0-4-16,-9-33 0 0,1 29-1 16,0 1 0-1,-2 0 2-15,-2 2 0 0,-2 1-5 0,-1 0 6 16,0 0 1 0,0 0 1-16,2 6-1 0,2-1 2 15,4 6-1-15,-1-6 0 16,3 5 0-16,3-3-1 0,0 2-1 15,2-2-1 1,0-1 1-16,2 0 5 16,9 0 0-16,0-1 6 15,3 0-1-15,1 0-2 0,3-1 1 16,-1 2-1-16,2-2 9 0,-1 1 1 16,0 1-3-1,-1 1-5-15,0-1-4 16,-3 0-2-16,-2 3-2 15,-4-2-1-15,-3-1-4 16,-3 2-10-16,-2-1-6 16,0-2 2-16,-3-1 5 15,-9-1 8-15,-1 0 0 0,-1-3 1 16,-4 0-8-16,1 0 0 16,-3 0 5-16,4-3 6 15,-1-2 4-15,4-2 2 16,-1 2-2-16,6-1 5 15,3-2 18-15,3 1 1 0,2-1-5 16,0-1-14-16,4-1 5 16,5 1 2-16,5 0-13 15,-1-1-5-15,4 2-26 16,1 0-24-16,2-3-43 0</inkml:trace>
  <inkml:trace contextRef="#ctx0" brushRef="#br0" timeOffset="-189594.41">9921 16039 126 0,'0'0'15'0,"0"0"15"0,0 0 1 0,0 0-9 0,0 0-14 16,0 0 1-1,0 0 2-15,0 0-4 16,38-30 5-16,-27 27 11 0,5-1-12 16,0 4-4-16,0 0 4 15,-1 0-7-15,1 0-1 0,-5 0-2 0,0 4-2 16,-3 2 1-16,-3 1-5 31,-3 0 1-31,-2 2-2 0,0-1 1 16,-4 0 3-16,-4-1-2 15,-4 1-5-15,-1-2 0 16,0 0-2-16,1-2 8 16,1-1 2-16,2 0 1 15,3-2 1-15,0-1 1 16,6 2-1-16,0-2 1 0,0 0 4 15,0 0-4-15,4 0 4 16,4 0 0-16,0 0-4 16,3 0-2-16,1 0 2 15,0 0 3-15,-3 0 5 0,2 0-1 16,0 0-1-16,-1 0 3 16,-2 1-5-16,-1 5-5 15,1 0-4-15,-2 1 5 16,-4 2-5-16,1-3 3 0,-2 0-2 15,-1 3-2-15,0-3 3 16,0-2 2-16,-6 0 2 16,-4 0-1-16,-2-2 3 15,-1-1 3-15,-4-1-4 16,-1 0-1-16,0 0-2 0,1 0 0 16,1 0-6-16,3 0-38 15,4-2-9-15,5-6-56 16</inkml:trace>
  <inkml:trace contextRef="#ctx0" brushRef="#br0" timeOffset="-189023.54">10280 16049 159 0,'0'0'18'0,"0"0"6"0,0 0-10 0,0 0-1 15,0 0-4-15,0 0-4 0,0 0-2 0,0 0-3 31,0 0 2-31,0 0-1 0,40-20-1 0,-31 20 2 16,3 0-1-16,-1 0-2 16,3 0 8-16,-3 2 0 0,-1 3-4 31,-2 0-1-31,-2 0-1 16,-1 2-1-16,-3 0-1 15,-2 1-2-15,0-1 1 16,-4 1 2-16,-7 0-3 0,-1-1-2 15,-3 0 3-15,-1 1 2 16,-1-1 0-16,0-1 1 16,4 0 1-16,4 0 0 15,-1-1 0-15,6 0-1 0,1-2-1 16,3 0-1-16,0 1 1 16,5-2 9-16,3 0 16 15,3-2 2-15,1 2-7 16,3-2-6-16,0 0-1 15,-1 0-1-15,0 0-3 0,-2 0-7 16,0 0-1-16,-1 0-1 16,1 0-3-16,-2 0-23 15,0 0-43-15,2 0-47 16</inkml:trace>
  <inkml:trace contextRef="#ctx0" brushRef="#br0" timeOffset="-188640.45">10648 16069 192 0,'0'0'19'0,"0"0"-22"0,0 0 4 15,0 0 2-15,-37 10 6 16,27-4 2-16,-1 3-4 0,2 1-1 15,2 1 2-15,2-1-4 16,4 0-3 0,1 0 0-16,0-4 4 0,10 1-3 15,2-3 0 1,4 0 2-16,0-3 2 16,4-1 1-16,0 0 1 0,0 0 0 0,-1-5 6 15,-4-2-3 1,-1 0 15-16,-7-2-12 0,-1-2-6 0,-4 1 0 31,-2-3-6-31,-2 0 0 0,-9 4-2 0,-5-1-5 31,-6 2-9-31,0-1-8 0,-4 1-25 16,-1-1-38-16</inkml:trace>
  <inkml:trace contextRef="#ctx0" brushRef="#br0" timeOffset="-187815.69">10642 15815 77 0,'0'0'2'0,"0"0"1"0,0 0 1 0,49 0 9 16,-34-1 2-16,2 0 4 15,1-2-3-15,2 2 5 16,-2 0 0-16,3 0-4 16,-3-1-6-16,3 2-4 0,-3 0-4 0,-3 0-1 15,-1 0-2-15,-1 0 1 32,-4 0-1-32,-1 0 0 0,1 0 3 0,-6 0 4 15,3 2-1 1,0 0-4-16,-3 1 0 0,4 1-1 0,-5-1-1 31,2 2 1-31,-1 0-2 16,1 2 4-16,-2 2-1 0,2-1 1 0,-2 2-2 15,0 1-1 1,1 1 2-16,-3 0-11 16,3-1 8-16,-3 3 1 0,0-2 5 0,0 2-3 15,0-4 1 1,0 3-3-16,0-1 1 0,0 2-1 0,0 0 3 31,0-1 0-31,0 1 1 16,2 1 0-16,-2 0-2 15,0-1-1-15,0-1 0 16,2 2-2-16,-2-1 2 0,1 0-1 16,0 1 11-16,0 0 3 15,1-1-4-15,0 1-5 16,-2 0 4-16,2-2-2 15,-2 0 0-15,2 3-5 0,0-2-2 16,-2 2 1-16,2-1 0 16,-1 0-2-16,0-1 2 15,0 2-1-15,-1-3 1 16,0 0-1-16,0-2 0 16,-1 2 1-16,-5-5 0 0,-2 1-1 15,1-4 1-15,-5-1 1 16,2-1-1-16,-2-3-18 15,3 0-49-15,0-6-58 16</inkml:trace>
  <inkml:trace contextRef="#ctx0" brushRef="#br0" timeOffset="-185860.68">11494 15500 74 0,'-2'0'-3'0,"-2"0"-5"0,2 0 9 0,-1 0 5 16,1 0 11 0,0-4 6-16,-3 1-4 15,2 1 2-15,-1 0-10 0,0 0-7 0,-2-1 2 16,3 2-2-16,-5-2 0 15,2 3 4 1,-2-3 3-16,0 3-5 16,0-1 1-16,-2 1-3 0,1 0-2 0,-1 0-1 31,2 0 0-31,1 0 3 16,1 0 1-16,0 0 4 0,3 0-3 0,1 1-2 15,0 2 0 1,-3 3-1-16,3-1-2 15,1 5 0-15,1 0 1 16,-3 1-1-16,3 2 1 16,0 2-2-16,0 0 0 15,0 0 0-15,0 2-2 0,0-1 5 16,4 0-1-16,3 1-2 16,-3-2 1-16,-1 1 0 15,1-3-1-15,0 2 0 16,-2 0 0-16,1 0 1 15,-1 0 0-15,0 0 0 0,0 3 5 16,0-1 3-16,1-1 6 16,-1 0-7-16,-2 2-4 15,1-1-3-15,1 2-2 16,-2-2 5-16,2 0 1 0,-1 2-3 16,-1-3 0-16,3 2 0 15,-3-1 3-15,2-1-2 16,0 0 0-16,-1 1-1 15,2-2 0-15,0 0 1 0,1-1-2 16,1 1 0 0,-2 0 0-16,3 1-1 0,-1 0 1 15,0-2-1-15,1 2 1 16,-3 0-2-16,4-1 2 16,-3 1-1-16,-1 1 0 0,-1 2 1 15,2-2-1 1,-2 0 0-16,0 0 1 0,0 0-1 15,-2-1 0-15,0-3-1 0,0 3 2 16,0-3-1-16,0 1 1 16,0-3-1-16,0 1 1 15,0 0 3-15,0-1 4 16,0-3-4-16,0 2-2 0,0-1 3 16,0-1-2-1,0-3 2-15,2 2 1 0,1 0 2 16,4 0 1-1,-2 2-4-15,1-1 8 16,0-1-9-16,1 1-1 0,-2-1-3 0,2-3 0 16,0 2-8-1,2-3 5-15,-1-1 1 16,4 0 6-16,1-2-9 0,1 0-41 16,3-10-94-1</inkml:trace>
  <inkml:trace contextRef="#ctx0" brushRef="#br0" timeOffset="-185105.31">11827 15541 201 0,'-2'0'5'0,"-3"0"1"0,0 0-1 0,1 0-1 15,-2 0-1-15,-1 0-2 16,0 2 1-16,-2 0 2 0,0 3 6 16,-3 0 0-1,1 2 0-15,2 0-3 16,0 4 2-16,-1 1-4 0,4 2-2 16,0-1-2-16,3-1-1 0,1 1 2 15,2-1-5-15,0-1 1 16,2-1 3-1,7-1 1-15,3-3 1 0,1 1 1 16,0-1 4-16,4-3-6 0,-2-2 5 16,-1-1-4-1,-1 0 0-15,1 0-4 16,-6 0 6-16,1-6-2 0,-1-2 4 16,-1-1-1-16,-2-3 8 0,1-2-1 31,-2 0-2-31,-3-2-6 15,0 3-1-15,-1-1 4 0,0 0-5 16,0 3 2-16,0 1 0 16,-2 2 2-16,-2 2 0 15,-2 2-6-15,-1 0 0 16,-5 2-4-16,1 1-3 16,-2 1-13-16,1 0-7 0,3 0-18 15,-2 3-2-15,2 0-35 16</inkml:trace>
  <inkml:trace contextRef="#ctx0" brushRef="#br0" timeOffset="-184894.7">12000 15593 335 0,'0'0'28'0,"0"0"-14"0,0 0 0 0,0 0-5 16,0 0-9-16,0 0-1 16,0 0-6-16,0 0-25 0,0 0-46 15,0 0-90 1</inkml:trace>
  <inkml:trace contextRef="#ctx0" brushRef="#br0" timeOffset="-184352.06">12232 15489 224 0,'0'0'10'0,"0"0"17"0,0 0 15 15,0 0-18-15,0 0-16 0,0 0-12 16,0 0 0 0,0 0 7-16,-7 11-3 15,4-2 0-15,1 1 0 0,0 0 0 16,0-2 0-16,2 1 1 16,0 0-2-16,0-3-8 0,0 1 6 15,6-3 3-15,2 3 0 0,1-3 1 16,1 2 5-16,0-2 6 15,2 0-8 1,-1-1 0-16,1-3-1 16,-1 3 0-16,-1-3 2 15,2 3 2-15,-5-2 0 16,1 2 0-16,1-1-3 16,1 3-2-16,-5-1-1 15,3 0-1-15,-3 3-2 0,0 0-1 16,-3 0 2-16,-2 0-2 15,0 0 4-15,0-1 0 16,-2 0 4-16,-7-1 0 0,0 0-3 16,-2-2 5-16,-4 0-6 15,0-1 2-15,-1-1-2 16,-1 0-15-16,0-1-32 16,1 0-15-16,2 0-18 15,5-8-75-15</inkml:trace>
  <inkml:trace contextRef="#ctx0" brushRef="#br0" timeOffset="-184163.35">12232 15490 235 0,'0'0'62'0,"0"0"-53"0,0 0 9 15,47-10-3-15,-24 10-7 16,-1 0-8-16,3 0 0 16,0 0-24-16,-2 0-123 0</inkml:trace>
  <inkml:trace contextRef="#ctx0" brushRef="#br0" timeOffset="-183348.86">11897 16150 140 0,'0'0'55'0,"0"0"-38"0,0 0 16 0,0 0-9 15,0 0-13-15,0 0-9 16,0 0-1-16,0 0 0 16,0 0 0-16,-40 26 0 15,30-18 1-15,3 0-2 16,-1 3 0-16,3-1 1 16,-2-1-1-16,4 1-1 0,3 1-1 0,0-2-1 15,0 1 1-15,5-3 1 16,4 2 6-16,0-4 4 15,4 1-5-15,-2-3 3 0,0-1-3 32,2 1-1-32,-4-3 1 15,0 0-3-15,1 0 0 16,-2 0 2-16,-1-3 0 16,2-1 0-16,-3-1 1 0,0-1 0 15,-2 0-2-15,-2-1 0 16,-1-1 0-16,1-2 2 0,-2 3-2 15,0-2-2-15,0-2 1 16,0 3-3-16,-1-3 1 16,-5 3 5-16,-5-1 14 0,-1 2-17 15,-1 1-4 1,-3 3-9-16,0 1-1 0,0 1-14 16,-1 1-5-16,0 0-23 15,6 0-12-15,3 0-48 0</inkml:trace>
  <inkml:trace contextRef="#ctx0" brushRef="#br0" timeOffset="-183067.09">12166 16169 158 0,'0'0'152'0,"0"0"-135"0,0 0-7 0,0 0 9 0,0 0-10 16,0 0-7-16,0 0-1 15,0 0-1 1,0 0-7-16,0 0-20 15,0 0-52-15,11-3-94 0</inkml:trace>
  <inkml:trace contextRef="#ctx0" brushRef="#br0" timeOffset="-182361.72">12471 16104 150 0,'0'0'39'0,"0"0"-24"16,0 0 10-16,0 0-6 16,0 0-6-16,0 0-6 15,0 0-1-15,0 0-2 16,0 0-1-16,-11 1 1 0,7 2 2 16,-2 1-3-16,1 0 1 15,-3 2-3-15,-1 0-1 16,1 2 2-16,1 1-1 15,-2 0-1-15,2 2 0 0,0 1 0 16,1 1 0-16,-1-1 0 16,4 2 0-1,1-1 1-15,2 1-1 16,-2 1 1-16,2-2-1 0,0 1 0 16,2-2 0-16,3 0 2 0,2 0-1 15,0-2 0-15,3-2 2 16,-1 0 1-1,1-4-6-15,1 3 10 0,3-4-3 16,-1-2 2-16,-2 1-3 0,3 0 1 16,-3-2-3-1,-2 0 1-15,2 0 1 0,-1-4 1 16,-4-1 8-16,2-2-3 16,-4 0-8-16,0-1 0 0,-3-2 1 15,-1 2-2 1,0-1-1-16,0 2-2 0,0-2 2 15,-7 4-1-15,0 1 3 0,0 3-1 32,-5 1-3-32,1 0 1 15,0 0-3-15,0 0-8 0,-3 6-19 0,1 0 0 16,4 1-16-16,-3-2-16 0,5-3-63 31</inkml:trace>
  <inkml:trace contextRef="#ctx0" brushRef="#br0" timeOffset="-180741.57">12627 15392 40 0,'0'0'4'0,"0"0"12"0,0 0 7 0,0 0 8 16,0 0 0-16,0 0-3 16,0 0-11-16,0 0-9 0,0 0-4 0,40-10 2 31,-34 10-3-31,0-1-1 15,3-1 0-15,0 2 2 16,1 0 3-16,1 0-1 0,3 0-1 16,-4 0-2-16,1 0-1 15,1 0-2-15,-3 0 1 16,-1 0-1-16,1 0 0 0,-5 0 0 16,3 0 0-16,-2 0 0 15,0 2 1-15,1-1 0 16,-1 1 2-16,1 0-3 15,-1 1 1-15,0-1 0 0,0 2-1 16,0-2 1-16,-3 1-1 16,1 3 2-16,1-2-1 15,-4 2 0-15,3-1 2 16,-1 0 3-16,0 2-4 16,0 0 1-16,1 1 2 15,-1 1-3-15,0 0 1 0,-2 1-2 16,0 1-1-1,0-2 1-15,0 6 2 0,0-3-3 16,0 2 2-16,0 1 0 0,0-1-1 16,0 2 0-16,0-1 0 15,0 1 0 1,0-2-1-16,0 2 1 16,0 1-1-16,0 0 1 0,0-2-1 0,0 1 0 15,0-1 1-15,0 4-1 16,0-4 0-16,0 1 0 15,0 3 0-15,0-2 0 16,0-1 2 0,2 2-2-16,0 0 0 15,2 0 0-15,-2-2 1 0,0 1 0 16,-2-1-1-16,0-1 2 16,0-2-4-16,0 3 4 0,0-4 0 15,0 3 1-15,0-2 2 16,0 1 4-16,0-1-3 0,0 1-1 15,0 0-3-15,0-1 0 16,0-2 0 0,0 0-1-16,0 3 0 0,0-4 0 0,0 2 1 15,0-1 2-15,0-1 1 32,2 2 1-32,0-2 1 0,1 1 0 0,-1 0-2 15,2 1-3 1,-2-5 0-16,-2 3-1 0,2-1 0 0,-2-2-1 31,0 3 2-31,0-3-1 16,0 0 0-16,0 0 0 0,0-3-1 15,0 2 0-15,0 1-1 0,0-1 2 0,0 1-2 32,0-1 4-32,0 1-3 15,0 0 0-15,0 0 1 16,0-1-1-16,0-2 0 0,0 1 0 15,0-1 1-15,0 0-2 16,0-1 2-16,0 2-1 16,0 0 0-16,0-2 0 15,0 3 0-15,-2-3 0 16,0 1 1-16,0 0-1 0,0 0 0 16,1-1 0-16,0 1-1 15,1 0 2-15,-2-2-1 16,-1 1-2-16,1 0 2 15,0-3 1-15,-2 3 0 0,-2-1 0 16,2 0 2-16,-2 1-2 16,-2 0-1-16,2-2 2 15,-2 1-2-15,0 0 0 16,-1 0 0-16,-1-1-18 0,1-1-54 16,-6 0-39-16</inkml:trace>
  <inkml:trace contextRef="#ctx0" brushRef="#br0" timeOffset="-175800.04">6376 17250 36 0,'0'0'79'0,"5"0"-75"0,-3 0-2 0,4 0 11 0,-1 0 14 15,0 0 3 1,0 0 6-16,1 0-7 16,0 0-5-16,1 0-7 0,1-2-6 15,2 1-7 1,-3 0-1-16,1 1-5 0,3 0 1 15,-3 0-5-15,1 0-20 16,-1-2-40-16,-4-1-82 16</inkml:trace>
  <inkml:trace contextRef="#ctx0" brushRef="#br0" timeOffset="-175592.99">6410 17354 237 0,'0'0'62'0,"0"0"-62"0,0 0 21 15,0 0-6 1,0 0-5-16,52 13-8 0,-30-13 0 16,1 0-1-16,2 0-10 15,5 0-37-15,-3-2-135 16</inkml:trace>
  <inkml:trace contextRef="#ctx0" brushRef="#br0" timeOffset="-174056.4">7309 17141 174 0,'-1'0'31'0,"-1"0"-9"0,0 0-7 15,0 0-7-15,-2 0-5 0,0 0-1 16,1 0 2-1,1 0 1-15,-2 0 0 0,-3 0 2 16,3 0-4-16,-5 0 1 16,2 0-1-16,-2 2 1 0,0 1-2 15,0 1-1-15,0 0 3 16,-2 3-4-16,3-1 0 16,1 1 0-16,-1 0 0 15,3 2-2-15,-1-1 2 16,-1-1 0-16,4 2 2 15,-1 1-2-15,2 1 1 0,-1-2-1 16,2 1 1 0,1 0 2-16,0-1-3 0,0-1 3 0,4 2 4 15,2-2-2-15,-1 0-1 16,2 1-1 0,0-1 0-16,1 1 0 0,1-2-3 15,-1-3 1 1,5 3-1-16,-2-2 1 0,1-3-1 15,1 1-1-15,-1 0 3 0,1-2-1 16,-4-1-1-16,5 0 0 0,-5 0-2 16,-2-1 0-16,2-6-2 15,-4 1 3 1,1-3 1-16,-2 2 0 16,0-4 1-16,1 2-1 0,-1-3 1 0,-1 0 2 31,0 0-3-31,-1 1 2 15,-2-1 3-15,0 2-2 16,0 0 3-16,0 0 8 16,0 2-11-16,0 0-1 0,-5 2 2 15,0-1 1-15,1 0-1 16,-2-2-3-16,1 4 0 16,-3-1 1-16,2 3-2 15,-5-1 0-15,0 2-4 16,-4 2-8-16,0 0-16 0,-3 0-3 15,-1 0-21-15,0 4-52 16,0-1-46-16</inkml:trace>
  <inkml:trace contextRef="#ctx0" brushRef="#br0" timeOffset="-173656.3">7520 17267 257 0,'0'0'14'0,"0"0"-10"0,0 0 1 0,0 0 6 0,0 0-3 16,0 0-1-16,0 0-1 0,0 0-1 15,0 0-5 1,0 0-1-16,0 0-11 16,0 0-38-16,0 0-118 0</inkml:trace>
  <inkml:trace contextRef="#ctx0" brushRef="#br0" timeOffset="-172561.75">7984 17191 182 0,'0'0'29'0,"0"0"9"0,0 0-4 0,0 0-11 0,0 0-13 0,0 0-3 16,0 0 0-16,0 0-4 15,0 0 1 1,0 0-2-16,-4-40-1 0,0 38 7 0,-2 0-14 31,0-1 10-31,-1 2 0 0,-5 1-5 0,-1 0-6 16,-3 0 0-1,1 0-8-15,-7 4 0 16,2 1 5-16,5 4 0 16,-5-2 13-16,7-1-2 0,1 3 0 0,4-1-1 15,4-1-1 1,0 0 0-16,4-1-4 0,0 0-2 15,4-2 13 1,5 1 2-16,4-2 5 16,-1-1-5-16,4 1 0 15,0 0-1-15,2-1-1 0,-3 0-1 0,2 0 3 16,-2-1-1 0,-1 3 4-16,-1-1-4 15,-1 2 2-15,-1 0-7 16,-3 2-2-16,3-1-1 0,-2-1 0 0,-3 4 0 15,1-3 0-15,-1 0-5 0,0 2-2 32,-2 0-2-32,-2-1 3 15,-2-2-7-15,0 2-3 0,0-1 4 16,-8-3 8 0,-2-1-3-16,-3 1-6 0,-1-3-2 15,-3 0 21-15,0 0-4 16,3 0 5-16,-2 0 3 15,3 0 3-15,1-5-5 0,1 2-3 16,4 0-2-16,3-2 2 16,-2-1 4-1,5-1 2-15,1 1 0 0,0-4-3 0,0 2 0 16,7 0 10-16,0-3-11 16,6 2-4-16,1-1-2 15,-1 3 0-15,4 0-2 16,-2 2-17-16,3-4-18 15,-2 2-20-15,0-2-102 16</inkml:trace>
  <inkml:trace contextRef="#ctx0" brushRef="#br0" timeOffset="-171992.95">8179 17137 231 0,'0'0'14'0,"0"0"-1"0,0 0-4 0,0 0-5 0,0 0-1 16,0 0-2-1,0 0 0-15,0 0-2 0,40 0 5 0,-29 0 0 32,2 0 1-32,0 0-1 15,3 0-2-15,-1-2-1 0,3-1 1 16,-2 2-2-16,0-2 0 16,-1 2 0-16,-1-1 0 15,-3 1 0-15,0 1 0 16,-2 0 0-16,-3 0 0 0,-2 0 0 15,-3 0 0-15,1 0 0 16,-2 0 0-16,0 0-3 16,0 0 0-16,0 2 0 15,0 3 4-15,0 1 4 16,0 0 2-16,-2 1-5 0,1 2 0 16,-1 0 0-16,-2 4 1 0,0 1-1 15,0 1 4 1,-1 1 2-16,0 2 0 15,2-1-2-15,0-1 0 0,-1 0-2 16,2-1 0-16,2-2-2 0,0 1-1 31,0-5-1-31,0-2-3 0,0-2-14 16,0-3-11-16,2-2-29 0,4-2-104 16</inkml:trace>
  <inkml:trace contextRef="#ctx0" brushRef="#br0" timeOffset="-171614.23">8538 17152 237 0,'0'0'37'0,"0"0"-17"0,0 0-4 0,0 0 1 0,0 0-5 31,0 0-6-31,0 0-5 16,0 0 0-16,6 39-2 16,-6-25 3-16,0-1 3 0,0 3-2 15,0-2 0-15,0-1-3 16,0-2-2-16,0 0 0 16,3-3 2-16,2-2-2 0,3-3 2 15,0 1 0-15,1-1 1 16,3-2 4-16,0-1-1 15,2 0-4-15,1 0 2 16,0 0-1-16,1 0-1 16,2 0 1-16,-1 0-2 15,-1 0 1-15,-1-4-2 16,0 3-14-16,-2-3-19 16,-4-1-20-16,-1-1-75 0</inkml:trace>
  <inkml:trace contextRef="#ctx0" brushRef="#br0" timeOffset="-171323.11">8721 17195 244 0,'0'0'20'0,"0"0"-8"0,0 0-4 0,0 0-2 16,0 0 1 0,6 39 3-16,-6-25 4 15,0 1-5-15,-2-1-4 16,0 3-3-16,0-1-1 0,2-3 0 0,-2 2-1 16,2-6 0-16,0 0-1 15,0-2-6-15,0-3-19 0,4-4-35 31,1 0-91-31</inkml:trace>
  <inkml:trace contextRef="#ctx0" brushRef="#br0" timeOffset="-170633.58">8875 17164 253 0,'0'0'16'0,"0"0"-10"16,0 0 2-16,0 0 2 0,0 0-6 16,43-17-3-16,-31 14 3 15,-3 3 1-15,5-1 5 16,-2 1 0-16,-1 0-1 15,4 0-3-15,-6 0-1 0,0 0-2 16,0 1-1-16,-4 5-2 16,1-2-1-16,-4 3-1 15,-2 0-1-15,0-1-5 16,0 0-3-16,0 1 7 0,-4 0-14 16,-5 1 18-16,-2 0-1 15,0 3 6-15,-4-2 2 16,1 1-6-16,1 0-3 15,2-4-4-15,2-1 3 16,2 1-5-16,4-2 2 0,2-3 5 16,1-1-2-16,0 0-6 15,2 0 21-15,5 0-5 0,0 0 1 16,3 0-5 0,0 0-1-16,-4 0 2 15,1 0 1-15,0 0 1 0,1 0 2 0,-2 0-1 31,1 0 2-31,-3 0-3 0,1 2 2 0,2 1 0 16,-3 1-1 0,-1 1-5-16,1 2-3 15,-2-1 0-15,2 2 0 0,-3 0-1 0,1 1 1 32,-2 1 0-32,1-3 1 0,-1 1-3 0,0-1-1 15,0 0 3 1,-1-3 1-16,-6 1 2 0,-4 0 6 0,-1-4-2 31,-3 2-2-31,-4-2-3 16,1-1 1-16,0 0-7 15,3 0-13-15,-1-2-12 0,6-7-32 16,3-4-99-16</inkml:trace>
  <inkml:trace contextRef="#ctx0" brushRef="#br0" timeOffset="-169722.51">9128 17013 145 0,'0'0'43'0,"0"0"-29"16,0 0 5-16,0 0 7 15,0 0-2-15,0 0-6 0,0 0-3 16,0 0-7 0,0 0-4-16,0 0-2 15,44 3-2-15,-35-2 1 16,0-1-1-16,3 0 1 0,0 1-1 16,1-1 1-16,-2 0-1 15,0 0 1-15,-2 0 1 0,2 2-1 0,-4-2-1 16,1 1 0-1,-1 2 0-15,0-2 0 16,0 0 0-16,-1 2 0 16,-3 1 0-16,3-2 0 15,-3 1-1-15,-1 1 0 0,-2 1-1 0,0-1 1 32,0 2-1-32,2-1 2 0,-2 2 3 0,0 0-1 31,1 2-3-31,0 3 2 0,1-1-1 0,0 2 0 15,0 0 0-15,-2 0 0 16,0 1-1 0,0-2 2-16,2 2 0 15,-2 0 0-15,0-2 5 0,0 3-4 16,0 0 1-16,0 0-1 16,0-1-2-16,0 2 1 15,0-4-1-15,0 4 1 16,0-1-2-16,0-2 2 0,0 1-1 15,0 0 0-15,0 2 0 16,0-1 1-16,0-2-1 16,0 2-1-16,0-2-1 15,0 1 1-15,0-1 2 16,0-1-1-16,0 1 1 0,0-2 0 16,0 0-1-16,0-2-3 15,-2 2-3-15,0-3 7 16,-2 2-2-16,0 1 8 0,-1-2-8 15,3 1-1 1,-4-2 17-16,3 0-10 0,-1-3 1 16,0 1 0-16,1 1 1 15,-2-3 0-15,-1 1-1 0,3-1 7 16,-3-1-17 0,-1-2 6-16,-4 1-2 0,0-2-8 15,-3 0-33 1,-5 0-57-16</inkml:trace>
  <inkml:trace contextRef="#ctx0" brushRef="#br0" timeOffset="-168384.32">7053 16959 186 0,'0'0'24'0,"0"0"4"0,0 0-2 0,0 0-2 15,0 0-9-15,0 0-1 16,-3 0-5-1,3 0-4-15,0 0-2 0,-5 0 0 0,3 0 6 16,-1 0-8 0,-3 0-1-16,-1 0-1 15,1 0-5-15,-4 0-1 0,-1 0-11 16,2 0 15 0,0 0 6-16,1 0-6 0,1 0 6 0,-1 1-2 15,3-1-1 1,1 1 0-16,-1 1 0 15,3-1-4-15,0 0-2 0,0 2-6 16,2 0 2 0,-2 1 3-16,2-2 6 0,-3 2 0 0,2 0 1 15,0 0 1 1,-1 1-1-16,0-1 0 16,2 3 2-16,-3-2 1 0,3 2 1 0,-2 2 2 31,2 0 0-31,0 1-2 15,0 2-2-15,0 0-1 0,0 0 0 16,0 4 0-16,0 0 0 0,2 1 0 0,3 0 2 31,-2 0-1-31,3 0 0 16,-4 2-2-16,2-3 0 16,-2 1 0-16,3 0 0 0,0 0 0 15,-3-3 1-15,1 2-2 16,4-2 2-16,-3 2-2 0,0-2-3 15,3 1 2-15,-2-1 5 16,0 3-3 0,-1-5 0-16,0 2 1 0,-3 0-1 15,1 0 2-15,0-1-1 0,0-1-2 16,-2 1 2-16,2-3 2 16,0 1 0-16,-2-1 2 15,2 0 0-15,-2 0-1 16,1-1-1-16,-1-2-4 0,1 4 2 15,0-1 0 1,-1-3-2-16,0 3 2 16,0-4-1-16,0 2 0 15,0-1 0-15,0 1 0 0,0-1 1 0,0 1 0 16,0-2 2 0,-1 1-1-16,1 0 1 0,0-1-2 15,0 1 0-15,0-2 4 0,1-1 3 31,6-1-5-31,-2 1-2 0,5-1 2 0,3 0 4 16,0-1-5 0,0 0 0-16,3 1-4 0,-1-3-12 0,1 0-40 31,1 0-74-31</inkml:trace>
  <inkml:trace contextRef="#ctx0" brushRef="#br0" timeOffset="-161169.87">14961 3751 91 0,'0'0'12'0,"0"0"-1"0,0 0 33 16,0 0-4-16,0-3-21 15,0-1 0-15,2 1-1 0,0-4-7 16,3 3-1-1,-1 0-4-15,-2-1 2 0,0 1-3 0,-2 2-2 32,0-2-1-32,0 2 0 0,0 0-1 15,0 0 0-15,0 1-2 16,-2-1-2-16,-4 0 6 16,-1 0-1-16,3 2 0 15,-4 0-1-15,0 0-1 0,-1 0 1 16,-1 0-1-16,3 0 0 15,-4 0 0-15,0 0 0 16,2 0-1-16,1 4 1 16,0 3 0-16,2-1 0 0,0 3-1 15,3 1 0-15,-1 0 1 16,2 1-1-16,2 3 0 16,0-2 0-16,0-2-2 15,0 3 2-15,0 1 1 0,0-3 1 16,4 0 1-16,-1-1-1 15,5-2 0-15,-3 1 0 16,2-2-1 0,-1 0 2-16,2 0-2 0,-1-4 1 15,2 1 0-15,0 0-3 0,0-2 6 16,1 0-2 0,0-1 1-16,1-1-2 0,-2 0 1 15,3 0-2-15,-1 0 0 16,-4-1-3-16,2-3 8 15,-2 0-4-15,-1 0-1 16,-2 1 2-16,-1-4-1 0,0 1 1 16,1 1-1-1,-4-4 2-15,0 0-3 0,2 2 0 0,-2-3-4 16,0 0 4-16,2-1-1 16,-2 0-1-1,1 2 1-15,-1-1 0 16,1 2 1-16,0 1 0 0,1 2 1 0,-2-1-1 15,1 2 0-15,-1 1 0 16,1-1 0-16,-1 1 1 16,0 0-1-16,0 0 0 15,0 3 0 1,2 0 1-16,-2-1-1 16,0 0 0-16,0 0-1 15,0 1 1-15,0-1 0 0,0 1-1 0,0 0 0 16,0 0-2-1,2 4 1-15,0 2 2 16,-1 3 0-16,2 2 1 16,0-1-1-16,0 0 0 15,2 1 1-15,-1-2-1 0,1 1 2 0,2 0 2 0,1-2 4 32,4-2 4-32,-3 0-1 15,4-4 6-15,3-1-7 16,-1 1-9-16,2-2-3 15,1 0 4-15,-2 0-5 0,1-4-37 16,-4-7-23-16,-3-5-127 16</inkml:trace>
  <inkml:trace contextRef="#ctx0" brushRef="#br0" timeOffset="-160628.83">15191 3282 153 0,'-4'0'10'0,"0"0"-7"0,2 0 2 0,-3 0-2 16,1 2 5-16,-3 2 0 16,1 3 0-16,-3 3 4 15,0-2 5 1,-1 4-6-16,2 0-4 0,-2 2 1 0,2 0-3 16,1 0 2-16,1 1-4 31,3 2 4-31,2-1-6 0,1-1 2 15,0 1-1-15,2-3-1 0,8 1-2 0,-2-1 3 32,4-3-1-32,3-1 3 15,0-2-1-15,1-1-3 16,-1-5-57-16,1-1-99 0</inkml:trace>
  <inkml:trace contextRef="#ctx0" brushRef="#br0" timeOffset="-160107">15272 3398 74 0,'0'0'97'0,"0"0"-91"15,0 0 2-15,0 0 11 16,0 0 6-16,39-17-5 15,-28 15-8-15,-2-1-1 0,2 2-3 16,0 1-5 0,-2 0-2-16,-3 0 1 0,2 0-2 15,-2 0 0-15,-3 0 0 16,4 4-1-16,-5 2-1 16,0 0 0-16,-2 4 0 15,0-2-1-15,0 1-1 0,0 1 1 16,-8 1 2-1,2-2 1-15,-5-2 3 0,6 0-3 16,-2-2 3-16,3 1-2 16,2-2 0-16,0-3-1 15,0 3 0-15,2-2 0 16,0-1-2-16,0 1-2 16,0-1 3-16,0 1 0 0,0 0 3 0,4 0 2 15,1-1 2 1,3-1 3-16,-1 0 1 15,3 0-1-15,1 0-2 16,-1 0-3-16,-1 0-1 16,1 0-2-16,-1 0 0 0,1 0 0 0,-2 0-1 15,-2 0 0 1,4 0 0-16,-7-3-14 0,1-4-56 16,-1 0-113-1</inkml:trace>
  <inkml:trace contextRef="#ctx0" brushRef="#br0" timeOffset="-159719.29">15547 3249 165 0,'0'0'2'0,"0"0"2"0,0 0 10 0,0 0-6 16,0 0 5-16,41-4 0 16,-33 8 0-16,0 2-1 15,3 4 3-15,-1 1-5 0,1 1-1 16,1 5-4-16,1-1-2 15,-2 0 0-15,0 2-1 0,-4 2-2 16,0-4 1 0,-2 4-1-16,-3-3 0 0,0 2 0 15,-2-2 1-15,0-1 0 16,-1 1-2-16,-7-2 2 16,-1 0 2-16,-5-1-2 0,1-4-25 15,-1 0-117 1</inkml:trace>
  <inkml:trace contextRef="#ctx0" brushRef="#br0" timeOffset="-159083.92">16022 3764 117 0,'0'0'7'0,"0"0"4"0,0 0 8 0,0 0-7 16,0 0 4-16,43 0-2 16,-35 0-4-16,0 0 0 15,2 0-4-15,-3 0-3 16,1 1 0-16,-3-1 0 0,3 2-2 16,-3 0 1-16,0 1-2 15,-3-1-3-15,0 0-33 16,-2 0-50-16</inkml:trace>
  <inkml:trace contextRef="#ctx0" brushRef="#br0" timeOffset="-158828.05">16037 3879 111 0,'0'0'28'0,"0"0"-12"0,0 0 51 15,0 0-24 1,0 0-14-16,0 0-11 0,45 2-4 0,-33-2-4 16,0 0-2-1,1 0-5-15,1 0-4 0,1 0-3 16,0 0-23-1,-1 0-133-15</inkml:trace>
  <inkml:trace contextRef="#ctx0" brushRef="#br0" timeOffset="-157505.15">16900 3730 82 0,'0'0'15'0,"0"0"-11"0,0 0 9 0,0 0 14 16,0 0 3-1,0 0-14-15,0 0-8 0,0 0-5 16,0 0-3 0,0 0 19-16,0 0 0 15,0 18-12-15,0-12-5 0,0 2 1 16,-3-1 0-16,1 0 1 15,-2 0-5-15,1-2 6 0,0 2 0 16,0-2-2 0,-1-1 2-16,0 0-2 15,1 1 1-15,-5 0-5 0,3-2 6 0,0 0-4 0,-1 0-1 32,1-2 2-32,-2 0 1 15,2 0-6-15,1-1 10 16,-1 0-7-16,0 0 4 15,1 0-2-15,-2 0-2 16,0-5-2-16,-1 1 4 16,2-2-6-16,0 1 2 0,1-1 0 15,0 0-4-15,2 2-8 16,2-3 7-16,-2 3-2 16,2-1 9-16,0 1 0 0,0-1-7 15,0 1 0-15,0-1 0 16,0-1 2-16,0 3 4 15,0-1 0-15,0 0-4 16,0-1 1-16,2 3 9 0,2-1-4 16,-1 1-1-16,2-1 1 15,-2 2-2-15,1-2 1 16,0 1 1-16,0 0-1 16,0-1 1-16,2 3-1 15,0-2 1-15,-2 1-1 0,4-2 0 16,-3 2 1-16,4 0 0 15,-2-1-1-15,1 2 0 16,-2-2 0-16,2 2 0 16,-1-1 0-16,0-1 0 15,-1 2 2-15,3 0-2 0,-3-2 4 16,3 1-2-16,1 0 0 16,-1 1-2-16,1-1 1 15,1-1 0-15,2 2 1 16,-4 0 3-16,2-1 2 0,-1-1 2 15,1 1-2 1,-4 1 4-16,3-3-2 16,0 2 1-16,-3-1-1 0,2 1-1 15,2-1 0-15,-1 1-2 0,-1 0 1 16,2-1-1-16,-3 1-3 0,0-1 0 16,-2 1-1-16,1 1 0 15,-2 0 0-15,1 0 0 16,-3 0-1-1,0 0 0-15,0 0-1 0,1 0 0 16,-1 0 0 0,-2 0 0-16,1 4-1 0,-2-1-5 15,0 1-15 1,0-4-24-16,-3 0-113 0</inkml:trace>
  <inkml:trace contextRef="#ctx0" brushRef="#br0" timeOffset="-156854.62">17670 3391 12 0,'-5'3'114'0,"-3"1"-111"0,2 1 8 0,-6 2 3 16,2 1-3-1,-4 5-1-15,0 1-2 0,-1 3 0 16,-3 3 4-16,1 3-4 16,-2-3 4-16,-1 6-3 0,6-1 2 15,-1 0-3 1,3-1-3-16,7 0 5 0,1-2-4 0,4 1-1 15,0-2 4 1,6-3-2-16,1 0-3 16,3-2-2-16,4-2 3 0,-1 0-2 0,3-2-1 31,-1-1 0-31,5-1-2 16,-2-1 0-16,2-5-56 0,1-4-135 0</inkml:trace>
  <inkml:trace contextRef="#ctx0" brushRef="#br0" timeOffset="-156321.78">17874 3625 189 0,'0'0'-1'16,"0"0"-14"-16,0 0 1 16,0 0 20-16,0 0 1 15,0 0 5-15,0 0-8 0,0 0-1 16,-38 38 4 0,34-27-4-16,1 3 4 0,3 0-4 15,0-2 7-15,0-2-2 16,3 0-2-16,5 0 2 15,-1-1-2-15,5-2-2 0,0-2 2 16,-2-1 3 0,2-1-2-16,1-3 0 0,1 0 0 15,-1 0-1-15,-2 0 1 16,2-3 2-16,0-5 7 0,-5-2-7 16,0 0 1-1,1-3-6-15,-4 0 0 0,-2 0 1 0,-2-1-5 16,-1 0 0-1,0 3 4-15,0 0-3 0,-3 1 2 16,-3 0 1 0,-3 0 0-16,1 3-3 0,-2 0-6 0,-2 2 9 15,0 0-8-15,-1 1 12 16,-2 2-12 0,1 1 0-16,-2 1-10 0,3 0 1 0,-3 0-1 15,5 4-31-15,3 2-44 31,2-3-83-31</inkml:trace>
  <inkml:trace contextRef="#ctx0" brushRef="#br0" timeOffset="-156101.97">18183 3638 201 0,'0'0'83'0,"0"0"-78"0,0 0 1 0,0 0 6 16,0 0-6-16,0 0-11 0,0 0-33 16,0 0-56-16,0 0-32 15</inkml:trace>
  <inkml:trace contextRef="#ctx0" brushRef="#br0" timeOffset="-155343.79">18532 3549 231 0,'0'0'7'0,"0"0"-3"0,0 0 3 0,0 0-4 15,0 0 10-15,2-37-7 16,-3 33 0 0,-2 1-3-16,0 0-2 0,-3 3-1 0,-1 0 4 31,0 0-1-31,-1 0-6 0,-4 0 6 0,2 0-2 15,1 4 0 1,0 2-1-16,-2-1 0 16,4 0-1-16,3 1 0 15,0 0-2-15,3 1 1 16,1-1-3-16,0-1 1 16,0 1 1-16,0-1 4 0,4 0-3 15,3-1 9-15,-2-1-6 16,6 1 0-16,-2-1 3 15,0 1 3-15,3 0-2 16,-1-2-2-16,2 3 0 16,1-1-1-16,-1 1-1 0,1 0 0 15,-4 2-1-15,1 0 0 16,0 0 0-16,0 2-1 16,-3-1 1-16,1-3-1 15,-4 4 0-15,0-1 0 0,-2-1-1 16,-3 0 1-16,0 0 0 15,0-1-3-15,-5-2-1 16,-7 1 7-16,0-1-3 16,-3-3 4-16,-1 2-6 0,1-3 11 15,-3 0-7-15,3 0-5 16,2 0 2-16,-2-1 8 16,3-3-5-16,3-1-3 0,1 2 6 15,0-2-3-15,2-1 1 16,4 2 1-16,1-2-2 15,1-1-2-15,0 1 3 16,0-1 2-16,3-1 5 0,5 3-4 16,0-5-1-16,1 3-2 15,1-2 0 1,2 1-1-16,0 0-1 0,-1 2-1 16,1-3-27-16,0 1-34 0,0 1-111 15</inkml:trace>
  <inkml:trace contextRef="#ctx0" brushRef="#br0" timeOffset="-154783.58">18710 3497 214 0,'0'0'17'0,"0"0"-16"0,0 0 2 0,0 0-2 32,0 0 1-32,43 0-1 15,-30 0 0-15,0 0 1 0,1 0 1 16,2 0 7-16,-1 0-1 15,1 0-2-15,-2 0 2 16,1 0-5-16,-3 0 0 16,-1-2-3-16,1 1-1 15,-6 1 0-15,1-2 1 16,-3 1-1-16,1 0 1 0,-1 0-1 16,-4 1 2-16,0-1 2 15,2 1 1-15,-2 0-1 16,0 0-1-16,0 0-2 15,0 0-2-15,0 0-1 0,0 0-2 16,0 3 9-16,0 4-4 16,0 1-2-16,0 2 1 0,-2 1-1 15,-1 2 3 1,2-1-2-16,-3 1 1 0,2 1 1 16,-1 0-1-16,1-1 1 15,2 2-1-15,-2-3 0 16,0 0-1-16,2-1 1 0,0-2-2 15,0 0-1-15,0-2-4 16,2-1-10 0,4-5-52-16,5-1-108 0</inkml:trace>
  <inkml:trace contextRef="#ctx0" brushRef="#br0" timeOffset="-154367.36">19117 3501 124 0,'0'0'14'0,"0"0"-17"0,0 0-2 16,0 0 11-16,0 0 4 15,0 0-5 1,0 0 5-16,-18 39 0 16,14-29 3-16,1-1 5 0,2 1-2 0,1-2 0 15,0-2-5 1,0-1 2-16,0 1 0 16,0-2-3-16,6-2 6 15,-2-1 2-15,5-1 1 16,2 0-1-16,1 0-2 15,4 0-4-15,-1 0-3 0,4 0-5 16,-5 0-1-16,2 0-3 16,-2 0 1-16,1-3-1 15,-4 0 1-15,0 0-2 16,-3-2-6-16,-2 1-33 0,-4-2-39 16,0-1-163-16</inkml:trace>
  <inkml:trace contextRef="#ctx0" brushRef="#br0" timeOffset="-154071.45">19273 3498 140 0,'0'0'4'0,"0"0"12"16,0 0 3-16,0 0 11 15,0 0 0-15,0 0-11 16,5 43-3-16,-5-30-7 16,0 1-2-16,0-1-4 0,0 0 1 0,0 1 1 15,0-1-4-15,0 1 0 16,0-4 0 0,0-1-1-16,0 2 1 0,0-3 0 15,0 0-1 1,0-4-15-16,0-1-55 0,0-1-65 0</inkml:trace>
  <inkml:trace contextRef="#ctx0" brushRef="#br0" timeOffset="-153388.52">19422 3499 109 0,'0'0'10'16,"0"0"1"-16,0 0 22 15,0 0 0-15,0 0-5 16,0 0-1-16,0 0-12 0,0 0-6 15,44-32-4 1,-35 30-1-16,1 2 0 0,1 0 0 16,-1 0-2-16,3 0 1 15,-1 0-3-15,-4 2 0 0,0 2 0 16,1 0 1 0,-4 3-2-16,-1-1 1 0,0 1-2 15,-4 3 0-15,0-3 0 16,0 3 0-16,-4-1-2 0,-2 1 5 15,-2-2 1-15,-1 0 1 16,1-2-6 0,1-1 5-16,-3-1 1 15,3-1-2-15,1-1 0 0,1-1 1 16,1 0-1-16,2-1 2 16,2 0-2-16,0 0 1 15,0 0-1-15,0 0-4 0,0 0 5 16,6 0 2-16,-2 0-4 0,5 0 1 15,-1 0 0 1,3 0-1-16,-3 0 0 0,5 0 0 16,-1 3 0-1,0-2 0-15,0 3 0 16,-2 0 0-16,0 2 0 0,-3-2-1 16,-5 3 0-16,1-1-1 15,-3 1 0-15,0-3 1 16,0 3-1-16,-5-1-2 15,-5 0 1-15,-3-2 4 0,1-3 2 16,-3 0-4-16,1 1 3 16,-1-2-4-16,3 0-13 0,0 0-48 15,4-3-80 1</inkml:trace>
  <inkml:trace contextRef="#ctx0" brushRef="#br0" timeOffset="-152744.45">19732 3312 172 0,'0'0'2'0,"0"0"1"0,0 0 3 0,48 0 7 16,-40 0 1-16,1 1-5 0,1 2 3 16,-3-1-4-1,3 1-3-15,2 3 2 0,-1-1 3 16,4 3-1-16,-2 2-1 16,0 1-4-16,0 3-1 15,-1-3 0-15,0 6-2 16,-3-2-1-16,-1 2 0 15,-3 0-1-15,-1 0 2 0,0-1-1 16,-2 4 0-16,0-7 0 0,-2 3 0 16,0 1-3-16,0-3 2 15,0 0 1 1,-7-1-1-16,2-1 0 16,-3 2 2-16,0-3 5 15,0 2-11-15,-3-2 8 0,3 1-1 0,-2-2 0 16,-2 0-2-1,2 0-3-15,0-1 4 0,-3-2 1 0,3-1-2 16,-2 1 3-16,2-1-1 31,2-2 0-31,-5 2 1 16,2-3-7-16,-1-2-58 0,-1-1-138 16</inkml:trace>
  <inkml:trace contextRef="#ctx0" brushRef="#br0" timeOffset="-149841.75">16514 4658 77 0,'0'0'31'0,"0"0"-6"0,0 0 0 0,0 0 6 15,0 0 3-15,0 0-5 0,0 0-10 0,0 0-7 16,0 0-5-16,0 0-2 31,0 0 1-31,0 0-2 0,0 0-2 0,0 0-1 31,2 0 0-31,2 1-2 0,-1-1 0 16,5 1 2-16,-1-1 0 16,2 3 0-16,-2-3 0 15,4 0-1-15,-1 1 0 16,-3 1 1-16,2-1 0 16,-2 1-2-16,1-1 0 0,-3 2-25 15,1-3-63-15,-3 0-66 16</inkml:trace>
  <inkml:trace contextRef="#ctx0" brushRef="#br0" timeOffset="-149471.79">12442 4779 116 0</inkml:trace>
  <inkml:trace contextRef="#ctx0" brushRef="#br0" timeOffset="-148268.65">16620 4821 157 0,'-3'0'27'0,"3"0"-26"0,0 0 0 0,0 0-2 31,0 0-8-31,0 0-15 0,-2 0 12 0,0 0 8 16,1 0-4 0,-1 1 10-16,0-1-2 15,-2 1-2-15,0 0-3 16,-2-1 1-16,1 0-5 0,-1 0 7 15,2 0 6-15,2 0-2 16,0 0 1-16,2 0 4 16,0 0-1-16,0 0 10 15,0 0-2-15,0 0 8 16,4 0-6-16,-1 0-9 0,4 0 6 16,-3 0 0-16,1 0-4 15,3 0 4-15,-4 0 1 16,3 0-4-16,1-1-2 15,2 0-1-15,-1 1-4 16,1 0-1-16,0 0-2 0,2 0 0 16,-2 0 0-16,-2 0-9 15,-1 1-37-15,-4-1-102 16</inkml:trace>
  <inkml:trace contextRef="#ctx0" brushRef="#br0" timeOffset="-141997.56">17364 4708 113 0,'0'0'42'0,"0"0"-12"0,0 0 6 16,0 0-1-16,0 0-13 15,0 0-3-15,0 0 0 16,0 0-4-16,0 0-4 16,0 0-1-16,10-23-3 0,-10 22-3 0,0 0-1 15,0 0-2-15,0 0-2 16,0 1-4-1,0-1 9-15,-5 1 5 0,-4 0-18 16,1 0 7-16,-2 2 3 0,-1 3 3 16,0 2-5-16,3 2 1 15,-2 0 0 1,2 1 7-16,1 0-10 0,2 1-5 16,2 0 4-16,1 2 4 15,1-4-4 1,1 2 0-16,0 1-1 15,0-1 1-15,5 0-1 0,3-3 4 0,1 0 6 16,1 1-5-16,2-2 3 16,1 0-2-1,2-4 0-15,-1 2-1 16,0-3 2-16,-1 0-2 16,1-2 3-16,0 0-2 0,0 0 0 0,-1 0 0 15,-1 0 0 1,-2-5 1-16,0 0 0 15,-1-2 0-15,2-1 0 16,-3 1 2-16,0-3-1 0,0-1-1 16,-1 1 1-1,-2-3 0-15,-1 3 1 0,-2-1-3 16,0-1 1-16,-2 0-1 16,0 1-1-16,0 1 0 0,0 0-1 15,-2 2 0-15,-6-1 11 16,0 2-12-16,-2 2-10 15,-1-1 14-15,-4 1-4 16,2 2-11-16,-2 2 5 16,1 1 1-16,-2 0-8 15,2 0-3-15,0 0-4 0,0 5 1 16,3 1-28-16,2 0-49 16</inkml:trace>
  <inkml:trace contextRef="#ctx0" brushRef="#br0" timeOffset="-141247.12">17808 4760 113 0,'0'0'12'0,"0"0"-14"0,0 0 2 16,0 0 12-16,0 0 0 31,0 0 19-31,0 0 1 0,0 0-2 15,0 0-4-15,0 0-9 16,0 0-6-16,0 0-8 16,0 0-3-16,0 0 0 15,0 0 0-15,0 0 0 16,0 2 0-16,0-1 0 0,0-1 0 16,0 0 0-16,0 0 1 15,0 0-1-15,0 0 1 16,0 0-1-16,-1 0 3 0,0 0-2 15,0 0-1-15,1 0 0 16,-3 1 3-16,-1 1-4 16,1-1 1-16,0-1 2 0,0 0-1 15,1 0-3 1,-2 2 5-16,2-2-1 16,0 1-1-16,0-1 0 15,1 3-1-15,1-3-1 0,0 0 0 0,0 2 0 16,0-2-1-16,0 0-1 15,0 0 1-15,0 0 4 16,0 0 1-16,0 0 2 16,0 0 0-16,0 0-2 0,0 0 1 15,0 0 1-15,-5 0-8 16,1 0-27 0,0-3-184-16</inkml:trace>
  <inkml:trace contextRef="#ctx0" brushRef="#br0" timeOffset="-140288.12">18166 4673 166 0,'0'0'38'0,"0"0"-3"0,0 0-18 0,0 0-14 0,0 0 3 16,0 0-4-16,0 0 6 15,0 0-6-15,0 0 0 16,0 0 1-16,0 0 0 0,0 0 1 0,0 0-4 16,-9 0-3-16,10 0 5 15,5 0 2-15,1 0-4 16,3 0 2 0,1 0-3-16,2 0 1 0,1 0-1 0,1 0 6 31,-1 0-3-31,2 0 0 15,1 0-1-15,-1 0-1 16,0 0 0-16,-2 0 1 0,0 0-1 16,-3 0 0-16,-2 0 0 15,-1 0 0-15,-4 0 0 16,-1 0 1-16,-1 0-1 16,-2 0 1-16,0 0 0 15,0 0 0-15,0 0 0 0,0 0-1 16,0 0 0-16,0 0 3 15,0 0-1-15,0 0-4 16,-1 3 7-16,-1 1-4 16,-2 0-1-16,1 3 1 0,0-1 0 15,-1 3-1-15,2-2 0 16,-2 3 1-16,2 0 0 16,0-1 0-16,0 0-1 0,2 1 1 15,0-1-1 1,0-3 1-16,0 4 0 0,0-3 0 15,0 0-2-15,0-1 0 16,5 0-11-16,2-2-19 0,-1-4-73 16</inkml:trace>
  <inkml:trace contextRef="#ctx0" brushRef="#br0" timeOffset="-139742.98">18649 4670 128 0,'0'0'10'0,"0"0"-7"0,0 0 0 0,0 0 5 15,-43 10 6 1,35-5-3-16,1 1-1 16,0 1 4-16,-1 1-6 15,4 1 6-15,1 1-8 0,1-1 5 0,2 1-3 16,0 1 3 0,0 1 1-16,2-4-6 0,3 0-4 0,5 2 0 31,1-3 1-31,-1-1-1 15,4-2 3-15,2-2-2 16,2-1-2-16,-3-1 3 16,5 0-2-16,0 0 0 0,-4-3 0 15,0-4 6-15,-3-3 4 16,1-1-4-16,-3-1 0 16,-4-2-1-16,-1 1-3 15,-4-1 0-15,-2-2-1 0,0 5-3 16,-2 0 0-16,-7 0 2 15,-3 1-4-15,-4 3-2 0,-1 2 5 0,1 2 4 32,-8 1-5-32,6 2-11 15,-5 0-5-15,6 0-10 16,2 4 0-16,3 3-38 16,8-1-68-16</inkml:trace>
  <inkml:trace contextRef="#ctx0" brushRef="#br0" timeOffset="-139195.85">18983 4610 254 0,'0'0'5'0,"0"0"1"0,0 0-12 0,0 0 6 0,0 0 2 16,0 0 11-16,0 0-12 15,0 0-4-15,0 0 3 16,0 0 2-16,-19 14-2 16,15-4 0-16,3-2-2 15,-1 0 2-15,2 0 0 16,0 0-3-16,0-1 3 0,0-4 1 15,0 0 4-15,0-2-3 16,4 2 4-16,2-2 4 0,2-1 0 16,2 1-5-16,0 1-3 15,1-2 0 1,4 2 1-16,-2 0-1 16,0-2 0-16,3 3 1 0,-3-1 0 15,-1 2 2-15,0-1-4 16,-2 1 0-16,-2 1-1 15,0 0 0-15,-5 0 0 0,0 0 0 0,-1 1-1 32,-1 1 1-32,-1-4-1 15,0 3-2-15,-2-1 2 0,-5 0 5 0,-5-1-4 0,-3-1 0 16,1-2 5 0,-4 1 0-16,-1-1-5 0,3-1-8 31,0 0-11-31,2 0-17 15,1-1-68-15</inkml:trace>
  <inkml:trace contextRef="#ctx0" brushRef="#br0" timeOffset="-138947.83">19032 4586 279 0,'0'0'6'0,"0"0"-3"0,39 0 1 0,-24 0 1 0,0 0-5 16,-2 0 0-16,0-3-2 15,-1 2-4 1,4 1-2-16,-3 0-7 0,2-3-25 15,-1 0-53-15</inkml:trace>
  <inkml:trace contextRef="#ctx0" brushRef="#br0" timeOffset="-138322.86">19489 4466 104 0,'0'0'-4'0,"0"0"3"0,0 0-2 15,0 0 7 1,0 0 15-16,0 0 7 0,0 0-8 0,0 0-3 16,0 0-1-16,-42 24 4 15,34-17-7 1,1 4-8-16,0-3-1 16,-1 6 0-16,0-1 1 0,1 1 2 0,0 2 0 15,0-3-4-15,1 4 1 31,3-1 5-31,-1-1-5 0,1-1 3 0,1 1-5 16,1-2 3 0,1-2-2-16,0 2-1 0,0-4 2 0,2 1 1 31,5-3 4-31,0 0-2 16,2 0 2-16,1-3-3 15,1-1-1-15,-1 0 1 16,2-3-2-16,-1 0 2 0,2 0 1 15,-2 0 2-15,0-1 3 16,1-5-3-16,-3 0-2 16,2-1 2-16,-5-1 0 15,0-1 1-15,-4 3-2 0,0-1-2 16,-2-1 4-16,0 1 0 16,-9 2-3-16,-6 1-9 15,-3 1 0-15,-7 3-8 16,-5 0-16-16,-4 0-35 0,-1 0-194 15</inkml:trace>
  <inkml:trace contextRef="#ctx0" brushRef="#br0" timeOffset="-137409.65">16968 5483 229 0,'1'0'32'0,"1"0"-29"0,2 0-2 0,2 0 1 16,-1 0 2-16,5 0 1 16,1-1 0-16,-4 1-1 15,4-2 1-15,-2 2-1 0,0 0-1 16,0 0-2-16,0 0-1 15,-1 0 1-15,2 0-2 16,-5 3-2-16,4 0-21 16,-6 1-41-16,-1-1-26 0</inkml:trace>
  <inkml:trace contextRef="#ctx0" brushRef="#br0" timeOffset="-137204.75">17025 5584 160 0,'0'0'94'15,"0"0"-93"-15,0 0 9 16,0 0 14-16,0 0-15 16,0 0-8-1,36 5 1-15,-24-5-6 0,2 0-28 0,0 0-130 31</inkml:trace>
  <inkml:trace contextRef="#ctx0" brushRef="#br0" timeOffset="-136221.72">17763 5423 121 0,'0'0'7'0,"0"0"4"0,0 0 7 16,0 0-10-16,0 0 4 15,0 0-6-15,0 0-6 0,0 0 6 16,0 0 0 0,0 0 3-16,-7 12 3 0,6-6-2 15,1 2-1 1,0 1 1-16,0 1-2 0,0-2-4 15,5 1-2-15,1-1 3 16,4-2-2-16,-3 0 0 0,2-3 2 16,1 1 1-16,2-1-2 15,1 0 2-15,2-3-3 16,-4 0 1-16,5 0 2 0,-1 0 0 16,-1 0-3-16,-1-2 0 15,-2-2-1-15,0-1-1 16,-1-1 1-16,-5 0 1 15,1 1 0 1,-4-2 1-16,0 3-1 0,-2 0 0 0,0 0 0 16,0 1-4-1,0 1-1-15,0 1-1 0,-2 1 2 0,0 0-5 32,-4 0 6-32,1 0-3 15,1 0 0-15,0 3 1 0,1 1 0 16,1 3-2-16,-1 0 2 0,3 2-1 0,0 1 1 15,0 0 1 1,0 0 0 0,0 1 1-16,0 2-1 15,0-2 1-15,0 1-1 0,3 0 1 16,-2-1 0-16,1 1 1 0,-1 0-1 0,0 0 1 31,-1-2-1-31,0 0 1 16,0 0 0-16,0-2 0 15,-1-1 0-15,-3 1 2 16,-3-4 2-16,0 4 0 0,-2-5-1 16,2 0 1-16,-3-3-1 15,0 2 1-15,1-2 1 16,-3 0-3-16,0 0-2 16,-2 0-3-16,0-3 2 0,0-4-28 15,-1-3-33-15,4-3-137 16</inkml:trace>
  <inkml:trace contextRef="#ctx0" brushRef="#br0" timeOffset="-135404.52">17792 5238 113 0,'0'0'48'0,"0"0"-25"0,0 0-1 0,0 0-1 16,0 0-3 0,0 0-9-16,0 0 1 0,0 0 1 0,0 0-3 31,0 0-1-31,0 0 0 16,0 0-2-16,0 0 0 0,0 0 0 0,19-30 1 15,-16 25-1 1,-1-3-2-16,0 4 1 15,-2-3-3-15,1-1 0 16,1 4-1-16,0-1 0 16,-1 0 1-16,2 0-1 0,-1 1 0 0,1 1 0 15,-2-1 0-15,2 1 0 0,-1-1 0 16,2 3 0-16,-2-2 0 16,0 2 0-16,-1-1 0 31,1 0 0-31,0 0 0 15,1 1 0-15,0 0 0 0,0 1 0 16,0 0-1-16,1 0 1 16,0 0-1-16,-1 0 0 15,1 1-4-15,0 7 3 16,0-3 0-16,1 1 2 0,-2 3-1 16,3-1 1-16,-1 0 0 15,1 0-1-15,1 1 1 16,0 0 0-16,1 0 0 15,2 1 1-15,1 0-1 0,-1 0 0 16,1-3 1-16,0-1-1 16,0 0-42-16,-2-6-204 15</inkml:trace>
  <inkml:trace contextRef="#ctx0" brushRef="#br0" timeOffset="-131523.46">13668 6569 264 0,'0'0'53'0,"0"0"-49"0,0 0 2 0,0 0 8 15,0 0-4-15,0-2-4 0,0 2 0 16,0-1-5-1,0 1 0-15,0 0-3 0,0 0-9 0,0 0-11 32,0 0-11-32,0 4-43 15,-4 1-94-15</inkml:trace>
  <inkml:trace contextRef="#ctx0" brushRef="#br0" timeOffset="-131276.25">13479 6830 238 0,'0'0'13'0,"0"0"-10"16,0 0 12-1,0 0 2-15,0 0-13 0,0 0-5 16,0 0 1 0,0 0-20-16,2 9-40 0,4-8-39 15</inkml:trace>
  <inkml:trace contextRef="#ctx0" brushRef="#br0" timeOffset="-131075.83">13906 6824 269 0,'0'0'43'0,"0"0"-37"0,0 0-4 0,0 0 10 16,0 0-11-16,0 0-1 15,0 0-2 1,0 0-8-16,26 10-66 0</inkml:trace>
  <inkml:trace contextRef="#ctx0" brushRef="#br0" timeOffset="-130349.33">14561 6520 248 0,'0'0'7'0,"0"0"-14"0,0 0 11 0,0 0 3 16,0 0-2-1,0 0 2-15,0 0 6 0,0 0-5 16,0 0-6-16,0 0-4 16,4 1 0-16,-4 9 0 15,0 4 2-15,0 1 2 0,0 6-3 16,0 2 4-1,0-1-3-15,0 3 0 0,0-1 0 0,4-3 0 16,-2-1 0 0,0-2 0-16,0-4 0 0,-1-3 0 15,2-1 1 1,-1-2-1-16,1-2 1 16,1-3-1-16,-2 1 1 0,3-3 1 0,0 1 0 31,2-2 3-31,2 0 1 0,5 0 0 15,-3 0-5-15,5 0 3 16,-1 0-5-16,1 0 4 16,2 0 4-16,-1-2-4 15,-4 1 0-15,3 1-1 0,-5 0-2 16,-2 0 1-16,2 0 0 16,-2 0-2-16,0 0-8 15,-4 1-29-15,-1-1-63 16</inkml:trace>
  <inkml:trace contextRef="#ctx0" brushRef="#br0" timeOffset="-129915.14">14976 6697 286 0,'0'0'4'0,"0"0"-14"0,0 0 11 16,0 0 2-16,0 0 3 0,0 0-2 0,0 0-3 15,0 0-1 1,-33 45 2-16,33-32-4 0,0-1 0 16,0 1 2-16,5-2 4 15,2 1-3 1,2-5 5-16,3-3-4 0,1 0 1 15,-1-2 0-15,3-2 1 0,-1 0 0 16,-1 0 1-16,1-6 5 16,-4-2 1-1,0-3 4-15,-3 0-4 0,-2-3 3 0,-2 1-10 32,-3-3-2-32,0 0-7 0,0 3 7 0,-8 1-4 0,-3 4-3 31,-5 0-3-31,0 4-3 15,-3 1-3-15,0 3-16 16,-1 0-1-16,0 4-16 0,5 2-18 16,1-1-22-16</inkml:trace>
  <inkml:trace contextRef="#ctx0" brushRef="#br0" timeOffset="-129412.06">15398 6674 224 0,'0'0'3'0,"0"0"4"0,0 0-3 0,0 0-1 16,0 0-3-16,0 0 4 15,-43-15 3-15,31 15-5 0,-2 0-1 16,0 4 0-16,-1 3-1 16,4 0 0-16,1 0-1 15,1 1 0-15,6 0-2 0,1-1 0 16,2-1-2-16,0 1 1 16,2-2 2-1,5 1 3-15,4-2 6 0,2-1-1 16,2 1-1-16,-1 0 1 0,-1-2 2 15,1 3 0 1,-2-1-4-16,2-1 2 16,-6 1-2-16,-2 2-2 0,-1 1-3 15,-2-4 1-15,1 3 0 16,-4-1 0-16,0 0-2 0,-5 0 0 16,-4-2 5-16,-5 0 0 15,-5 1-5-15,-1-1 1 16,0 0 6-16,-1-2-19 15,2 1 17-15,3-2-8 0,5 0-2 16,2 0-44-16,8 0-56 16</inkml:trace>
  <inkml:trace contextRef="#ctx0" brushRef="#br0" timeOffset="-128867.97">15661 6675 99 0,'0'0'79'0,"0"0"-53"0,0 0 2 0,0 0-19 15,0 0-6-15,0 0 5 0,0 0-7 16,0 0-2-16,-44-7 4 0,34 7-4 16,0 6-1-1,1-1 4-15,-1 1-1 0,5 1-2 16,-1-2 0 0,3 2 0-16,3 0-2 0,0 0-5 15,0-1 2-15,0 0 7 0,5-1-2 16,3-2-2-1,1 2 12-15,0-1-5 16,0-1 1-16,2 1-1 0,-2-1 3 0,1-1-4 16,3 1-2-16,-5 1 0 15,-2 1 0 1,-1 1-2-16,-1-3 0 0,-4 1 2 0,0 2-1 16,0-3 0-16,0 2 0 31,-3-2 5-31,-3 0 0 0,-5 0-1 15,2 1 0-15,-3-2-5 0,-2-1 11 16,3 0-6 0,-2 1 0-16,2-2-2 0,1 0-1 0,4 0 0 31,-4 0-5-31,6 0-35 0,3-6-163 16</inkml:trace>
  <inkml:trace contextRef="#ctx0" brushRef="#br0" timeOffset="-127880.41">16129 6630 248 0,'0'0'34'0,"0"0"-14"0,0 0 2 0,0-3 11 15,0 2-15 1,0 0-11-16,0 0-5 16,0 1-2-16,0 0-5 0,0 0-38 15,0 0-18-15,0 1-18 16,0 1-59-16</inkml:trace>
  <inkml:trace contextRef="#ctx0" brushRef="#br0" timeOffset="-127688.83">16133 6753 261 0,'0'0'23'16,"0"0"-23"-16,0 0 0 15,0 0 2-15,0 0 0 16,0 0-1-16,0 0-1 15,0 0-19-15,5 17-126 0</inkml:trace>
  <inkml:trace contextRef="#ctx0" brushRef="#br0" timeOffset="-122538.91">16678 6598 49 0,'-2'0'17'0,"2"0"-14"0,-2 0 0 0,0 2-2 16,2-2 0-16,-2 0 0 16,1 0 8-16,0 0 9 0,1 0 5 15,-1 0 2 1,0 0-1-16,0 0 0 15,0 0-1-15,1 0-8 0,-1 0-8 16,1 0 0 0,0 0-1-16,0 0 0 0,0 0-7 0,0 1-1 15,0-1 1 1,0 0 4-16,2 0 2 0,2 1-1 16,1 0 1-1,0-1 0-15,2 1-2 0,0 0-2 0,1-1 0 16,0 0 0-16,3 0 1 15,2 1-1 1,2-1 0-16,1 0 4 0,3 0-3 0,-2 0 0 31,1 0 0-31,2 0-1 0,-3 0 0 0,-1 0 1 32,-3-1 3-32,-2 0 1 0,-1 0-3 0,-3 0-2 0,-4 0 0 15,1 1 1-15,-3 0-1 31,0 0 1-31,-1 0-8 16,0 0-21-16,-2 0-56 16,-5 0-50-16</inkml:trace>
  <inkml:trace contextRef="#ctx0" brushRef="#br0" timeOffset="-121297.39">17303 6257 137 0,'0'0'35'0,"0"0"-20"0,0 0 1 0,0 0-5 16,0 0-4-16,0 0 3 15,0 0 0-15,0 0-4 16,0 0-2-16,0 0-7 16,0 0 7-16,0 0-1 15,-25 0-10-15,15 0 9 0,2 0-7 32,-3 0 17-32,-1 1-14 0,1 2-2 0,2 0 9 15,-3 1-4-15,0 0-1 0,1-1-2 16,-1 3 1-16,5 0-1 15,-3-1 2 1,3-1-1-16,1 3-1 0,3-2 1 16,1 1-5-16,2-2 4 15,0 2 0-15,0-2 0 16,0 2-2 0,0 1 3-16,0-3-1 15,0 3 10-15,1 2-6 16,1-4-1-16,1 3 1 15,-1-1 0-15,1 0 2 0,0 3 1 16,0 0-3-16,-1 0 0 16,1 0-1-16,-1 2 0 15,0 2 1-15,0-1-1 16,-1 2 1-16,1-4-2 0,0 6 0 16,-1-3 0-16,0 3 1 15,1 0-1-15,0-1 1 16,0 1 0-16,-2 0 0 15,2-1-1-15,1-3 0 16,-1 3 0-16,0-2 0 0,1 0 1 16,-1-3-1-16,0 1 1 15,0-2 0-15,-1 4 2 16,1-5-1-16,-1 2-1 0,0-1 1 16,1-1-1-16,-2 2 0 15,0-1 0-15,2-3-1 16,-2 2 0-16,0-2 1 0,2 0-1 15,-2-1 0-15,0 0 1 16,0 1-1 0,0-3 1-16,0 2 0 15,0-2 2-15,1 1-3 0,-1-2 1 16,1 1 0-16,0-1 2 16,1 2 0-16,3-2-1 15,-3 0 4-15,2 1-2 0,1-1-2 16,1 0 2-1,-3 0-2-15,7 0-1 0,-5-2 1 16,0 1 0-16,3-1-1 16,-2 1 1-16,1-1 0 0,-1-1 1 15,1 0-2 1,2 1 0-16,-2-1 0 0,2 0-1 16,-2 0 0-16,3 0 1 0,1 0 0 15,-4 0-1-15,1 0 0 16,-3 0 0-1,2 0-3-15,-2 0-11 16,0 0-18-16,0 0-76 16</inkml:trace>
  <inkml:trace contextRef="#ctx0" brushRef="#br0" timeOffset="-119407.28">17546 6531 126 0,'0'-6'31'0,"0"2"14"0,1-1-8 15,1 0-17-15,-2 2-4 0,2-1-8 16,-2 3 3 0,0-1 1-16,3 1-6 15,-3 1 1-15,0 0-4 0,0 0-3 16,0 0-3-16,0 7 1 16,0 2 2-16,2 2 0 15,1 0 2-15,1 2-2 16,1-4 0-16,3 2-1 0,2-1 1 15,0-2 0-15,2-2 0 16,2 0 0-16,-3-3 1 16,2 0 1-16,1-3-2 15,0 0 0-15,-2 0-1 16,0 0 2-16,1-1-1 0,-3-5 0 16,1-2 1-16,-2-1-1 15,0 1 1-15,-3-3-1 16,0 2 0-16,-2 1-1 0,-1-1 0 15,-2 2 1-15,3 4 0 16,-4-1 0 0,0 3 0-16,0-1-1 0,0 2-1 0,0 0-1 15,0 0 3 1,0 2 2-16,0 3-3 0,0 4-3 16,2 1 1-16,2 1 1 15,3 2 2-15,-1 0 0 0,1 3 1 16,0-2-1-1,0 2 0-15,-5 1 0 16,0-3 0-16,-1-1-1 16,-1 0 1-16,0-4-1 15,0-1-1-15,-3-1-3 16,-6-2 3-16,-2-1 2 16,-2-1-2-16,-3-2 6 0,2-1 1 0,-3 0 0 15,4 0 5 1,3 0-6-16,2 0-1 0,1 0-2 0,4 0 2 15,3-1-6-15,0-4-16 32,2-3-51-32,6-2-74 0</inkml:trace>
  <inkml:trace contextRef="#ctx0" brushRef="#br0" timeOffset="-118802.22">18179 6664 87 0,'0'0'1'0,"0"0"6"0,0 0 25 0,0 0 9 15,34-37-10-15,-26 28 1 16,-3-2-9-16,1-1-13 0,-1-2-5 16,-1 0 2-16,-2 1-1 15,-1-5-4-15,1 0 0 16,-2 0 0-16,0 0-4 15,0-3 1-15,-3 4 2 16,-2 0 1-16,1 2 0 0,-1 1 0 16,1 4 0-16,0 2 1 15,0 0-2 1,0 3 3-16,0 1-5 0,0 4-1 16,-2-2 1-16,2 2 0 15,1 0 8-15,-3 5-8 16,1 5 1-16,-2 2-2 15,2 5 2-15,0 3-2 0,0-1 1 16,2 3 1-16,1-1-1 0,1-2 1 16,1-1 2-1,0 1 0-15,0-4 2 0,3 0 1 16,3 0 1 0,1-3-3-16,3-2-1 0,-3 1 3 15,1-2-4-15,1 2 2 0,1-4-3 16,-1 0 1-16,3-1-17 15,0-3-25-15,-2 1-60 0</inkml:trace>
  <inkml:trace contextRef="#ctx0" brushRef="#br0" timeOffset="-118226.25">18357 6591 168 0,'0'0'4'0,"0"0"-2"0,0 0 3 31,0 0 2-31,0 0 3 16,0 0 0-16,43-14 3 16,-34 14-1-16,0 0-3 0,3 0-1 15,-5 0-2-15,1 0-2 16,1 4-1-16,-1 2 0 15,0 1-2-15,-3 0 0 16,0 0 0-16,0 2 1 16,-1-1-2-16,-2 1 0 0,-2-2-1 15,0-1 0-15,0-2 2 16,0 0 1-16,0-1-2 16,0-2 2-16,-2-1 1 15,-2 0-1-15,2 0 6 0,-1 0-3 16,0-1-1-16,3-4 0 15,0-1 1-15,0-4-6 16,0 0-3-16,0 1 7 16,6-2-7-16,0 2 1 0,2-1-8 15,-3 0 9 1,4 3 0-16,-4 0 2 0,2 3 0 0,-1 2-1 16,1 1 1-16,1-2-1 15,4 3 0 1,-4 0 2-16,1 0 3 15,1 0 0-15,0 0 1 16,-3 4 0-16,1 1 3 0,-2 1-4 0,-2 2-1 16,-2-1-2-1,0 3-1-15,-2-2 0 0,0 0 0 16,0 1 0-16,0-2-9 0,-2 0-19 31,0-3-66-31</inkml:trace>
  <inkml:trace contextRef="#ctx0" brushRef="#br0" timeOffset="-117535.06">18890 6477 87 0,'0'0'91'0,"0"0"-74"0,0 0 2 16,0 0-14-16,0 0 1 16,0 0 3-16,0 0-8 15,0 0-2-15,0 0 6 0,0 0 5 16,0 0-1-16,0 39 2 15,0-28-5-15,3-4-6 16,4 4 3-16,-3-4-1 0,0-1-1 16,3-4 1-16,0 2 0 15,3-1 6-15,-3-1-4 16,2-2 0-16,2 0-1 16,-4 0 2-16,1 0 1 15,1-5 0-15,-3-1-2 0,2-1-2 0,-4-1 2 31,0-1-3-31,-1 3 0 0,0-1-1 16,-1 4 1-16,-2-1-1 0,0 3 0 16,0 1-1-1,0 0-1-15,0 0 4 0,0 0-1 0,-6 7-2 32,3 1 1-32,1 2-2 0,1 1 1 0,1 0-2 15,0 4 0 1,0-1 3-16,0 1-2 0,0 1 3 0,0 1-1 31,1-1 0-31,-1-1-1 16,1 0 1-16,-1-2 1 15,0-2-1-15,0-1 1 0,0 1 0 0,-2-5 0 0,-2 0 0 32,-4-2 2-32,-2-1-2 15,1-2 2-15,-1-1 4 16,-2 0 1-16,-1 0-5 15,0 0 0-15,4-4-2 0,0-3-3 16,-3-5-15-16,2 0-28 16,5-4-135-16</inkml:trace>
  <inkml:trace contextRef="#ctx0" brushRef="#br0" timeOffset="-117038.52">18846 6258 198 0,'0'0'4'0,"0"0"-5"0,0 0 1 0,0 0 5 16,0 0 4 0,0 0 3-16,0 0 4 15,0 0-2-15,34 7-2 0,-33-7 3 16,-1 0 7-16,0 0-5 16,0-1-8-16,0-5-3 15,0 2-3-15,0-3-2 16,0 1 1-16,1 0-1 0,1-2-1 15,2 0 0-15,-1-2 0 16,1 2-1-16,1-1 2 0,-1 1-1 16,-1 4 0-1,1-1 0-15,0 1-1 0,-2 3 1 16,0 1-3-16,1 0 1 16,3 1 1-16,-2 6 0 15,-2 5-2-15,2 2 1 0,1 3 1 16,-1 0 0-16,1 5 2 15,2 0-2-15,-1 1-14 16,1-3-33-16,1 0-95 16</inkml:trace>
  <inkml:trace contextRef="#ctx0" brushRef="#br0" timeOffset="-114774.98">19391 6567 33 0,'0'0'91'0,"0"0"-69"0,0 0 7 0,0 0-6 16,0 0-12-1,0 0-2-15,0 0-4 0,0 0 0 0,0 0 3 16,0 0 3 0,0 0-3-16,0 0-2 0,44-4 0 15,-32 4 1-15,0-3-2 16,1 3-2 0,0 0 0-16,3 0 1 15,2 0-3-15,-3-1 0 0,1 0-1 0,-1 1 1 16,3 0 0-1,-5-1-1-15,-2-1 1 16,0 2 0-16,-3 0-2 16,-3 0 0-16,-1 0-15 15,-3-1-38-15,-1 0-58 0</inkml:trace>
  <inkml:trace contextRef="#ctx0" brushRef="#br0" timeOffset="-114451.89">19515 6488 72 0,'0'0'143'15,"0"0"-115"-15,0 0-18 16,0 0 2-16,0 0 2 0,0 0-4 16,0 0-2-16,0 0-2 15,0 0-2-15,27 36-2 0,-25-23 0 16,0 0 0-16,2 1 0 16,-2-1-1-16,-2 4 0 15,2-3-1 1,-2 3-1-16,0-5-18 15,0-2-41-15,0-3-101 0</inkml:trace>
  <inkml:trace contextRef="#ctx0" brushRef="#br0" timeOffset="-113877.18">20217 6191 145 0,'0'0'12'0,"0"0"9"0,0 0 0 0,0 0-6 16,-42-2-6-16,27 8-5 0,0 6-2 16,-2 5 0-16,0 1 3 15,-2 5-1-15,2 2 1 16,3 2-1-16,2-1 4 16,1 1 0-16,4 0 1 0,-1 0-2 15,4-3 2-15,3 1-2 16,1-3-3-16,0-1 0 15,0-1-1-15,0-2 1 16,5-2-1-16,1-2-1 16,1 0-1-16,1-2 0 0,1-3-2 15,1-2-11-15,0-4-32 16,2-3-77-16</inkml:trace>
  <inkml:trace contextRef="#ctx0" brushRef="#br0" timeOffset="-113587.74">20270 6391 217 0,'0'0'11'16,"0"0"-11"-16,0 0 3 15,0 0 4 1,0 0 0-16,0 0 0 16,2 43 2-16,-2-29-2 0,0 0-4 0,0-1 0 15,0 1-2-15,0-2 1 16,2-2 0-16,0 0-1 16,2 0-1-16,0-1 1 15,0-4-8-15,3 1-43 16,-1-4-55-16</inkml:trace>
  <inkml:trace contextRef="#ctx0" brushRef="#br0" timeOffset="-113318.06">20472 6454 256 0,'0'0'16'0,"0"0"-5"16,0 0 9-1,40 0-1-15,-21-3-4 16,1 0-5-16,2 2-5 16,0-2-3-16,3 3-1 15,-1 0-1-15,-4 0-2 16,2 0-21-16,0 0-19 15,-5 0-45-15,-1 0-44 0</inkml:trace>
  <inkml:trace contextRef="#ctx0" brushRef="#br0" timeOffset="-112742.92">20798 6341 41 0,'0'0'244'16,"0"0"-244"-16,0 0-5 16,0 0 7-16,0 0-2 15,0 0 1-15,7 40-1 16,0-30 2-16,-1 1-2 0,3-1 3 16,0-1-1-16,-2-3 1 15,4-1 1-15,1-1-2 16,-1-3 4-16,0 0-4 15,1-1 0-15,-1 0-2 16,0 0 2-16,0-2-1 0,-4-4 0 16,5 0 1-16,-7-3 0 15,3-1-1 1,-4-1 1-16,-1 1 0 0,1 3-2 0,-2 1 0 16,-2 2 0-16,0 0-1 15,0 4-1 1,0 0 0-16,0 0 5 15,0 0-3-15,0 2-2 0,0 5 0 0,0 2 1 16,0 3 1-16,0 0-2 16,0 1 4-16,0 2-1 15,0 0 0 1,0-2 1-16,0 1-1 0,0-1 1 16,0-1 0-1,0-1 1-15,0-1 2 16,0 0-2-16,-2-3-1 0,-4 0 2 15,1-2 1-15,-3-1-1 0,0-1-1 16,-5-2-1 0,0-1 6-16,-1 0-6 15,1 0 0-15,-2 0-9 0,0-1-35 0,0-7-15 16,2-5-127 0</inkml:trace>
  <inkml:trace contextRef="#ctx0" brushRef="#br0" timeOffset="-112452.59">21082 6209 255 0,'0'0'3'0,"64"9"6"0,-35-2 13 16,3 3-7-16,-4 0-8 16,-5 7 2-16,-3 2-3 0,-2 2-2 15,-10 5-4-15,-1 3-4 16,-7-2 3-16,0 4-1 16,-4-5 0-16,-5-1 1 15,-6-4 2-15,2-4-1 0,-3-1-1 16,1-5-26-1,-1-5-56-15</inkml:trace>
  <inkml:trace contextRef="#ctx0" brushRef="#br0" timeOffset="-111802.3">21677 6391 4 0,'0'0'70'0,"0"0"-33"0,11-53-9 0,-9 33-18 15,-2 0-7-15,0 0-7 16,0 0 3-16,0 2 5 0,0 3 11 31,-4-2-3-31,1 6 1 0,-2-2-1 16,2 4-2-16,-1 2 5 0,-1 1 6 15,2 2-8-15,-1 1-8 0,2 0-6 32,-4 3 0-32,2 0 2 15,1 0 2-15,-3 0-2 0,1 0-1 16,2 4 0-16,-3 5 2 0,2 1 2 0,2 4-1 31,2 2 1-31,0 1 3 16,0 2 5-16,0 2-4 0,6 2-1 15,4-5-1-15,2 3 4 16,1-2-1-16,-2-1-4 16,1-1-1-16,-1-1-2 15,2 0-1-15,-2-4 0 16,-1-1-1-16,-2 0-7 15,0-1-26-15,-1-3-14 0,1-4-58 16</inkml:trace>
  <inkml:trace contextRef="#ctx0" brushRef="#br0" timeOffset="-111207.47">21820 6381 99 0,'0'0'17'0,"0"0"22"0,0 0-10 0,0 0-9 16,0 0-7-16,0 0-6 15,0 0 1-15,0 0-4 16,0 0-1-16,0 0 0 15,23-35 0-15,-15 34 1 16,0 1 3-16,0 0 3 0,0 0 3 16,0 0-3-16,0 7-2 15,-1 2-3 1,-2-3-2-16,0 5-2 0,-2-1 0 16,1 3-1-16,-1-4 0 15,1-1 0-15,-4-1 1 0,2-2 0 16,-2-1-1-1,0-1 1-15,0-3-1 0,0 1 0 16,0-1 1-16,0 0 3 0,0 0 2 16,0 0 3-16,0-4-4 15,0-1-2 1,0-2-1-16,0 0-2 0,0-3 0 16,0-1-4-1,6 1-2-15,3-1-3 0,-1 1 5 0,5 2 2 16,-2-2-1-1,2 6 1-15,-2-2 2 0,1 6 2 16,-2 0 4 0,1 0 2-16,-2 0 0 15,3 5 0-15,-3 3-3 16,0 1-1-16,0 1-2 16,-4 1 0-16,0 1-2 0,-2 2 0 15,-1-3-14-15,-2-2-26 16,0-4-102-16</inkml:trace>
  <inkml:trace contextRef="#ctx0" brushRef="#br0" timeOffset="-110586.39">22683 6026 216 0,'0'0'-1'0,"0"0"5"0,0 0 4 0,0 0-4 15,0 0 9 1,0 0-4-16,-44-4-3 16,31 10-1-16,1 1-3 15,-2 5 0-15,-1 2-1 16,-3 3-1-16,2 0 1 0,-4 5-1 16,4-1 4-16,0 3 2 15,5 1 2-15,0 2-1 16,6-1-4-16,4-1 4 15,1 2-1-15,0-5-1 0,10 2 3 16,0-1 1-16,2-4-4 16,2-1 1-16,0-1-4 15,1-4 2-15,0-1-2 0,2-1 0 16,-4-2 0-16,1-3-8 16,-4-1-18-16,1-1-10 15,0-4-43-15,-4 0-60 0</inkml:trace>
  <inkml:trace contextRef="#ctx0" brushRef="#br0" timeOffset="-110282.46">22759 6238 223 0,'0'0'36'0,"0"0"-33"0,0 0-3 0,0 0 0 0,0 0 2 15,0 0 2-15,0 0-1 16,3 40 2 0,-2-29-1-16,0-2-2 15,1 0 0-15,0-2 3 0,2 2-1 16,-1-3-2-1,1 0-2-15,0 0 2 0,3-2 0 0,0-1-11 16,3-1-38-16,0-2-83 16</inkml:trace>
  <inkml:trace contextRef="#ctx0" brushRef="#br0" timeOffset="-109975.39">22974 6247 243 0,'0'0'24'0,"0"0"-7"16,0 0-2-16,0 0 3 15,49 0-3-15,-34-3-8 0,-1 3-4 16,2-1-1-16,1 1-1 16,-2 0-1-16,1 0 0 15,-1 0 0-15,2 0 0 16,-4 2-3-16,-1 3-8 0,0-4-14 16,0 2-19-1,-3-3-88-15</inkml:trace>
  <inkml:trace contextRef="#ctx0" brushRef="#br0" timeOffset="-109396.11">23274 6168 270 0,'0'0'2'15,"0"0"4"-15,0 0-3 16,0 0-1-1,0 0-1-15,0 0 0 0,0 0-1 16,0 0 4-16,29 29-3 0,-26-21 0 16,2 5 0-1,1-4 0-15,0-1 0 16,2-1 2-16,-1 1 3 0,4-4-3 16,1 2 0-16,-1-4-2 15,2 0 0-15,-3-1 1 0,2-1-2 16,-1 0 3-16,-1 0-3 15,-2-3 1 1,-1-4 0-16,0-1 0 16,-1 1 1-16,-4-2-2 15,0 3 0-15,-2 0-5 0,0 0-4 0,0 1 7 16,0 2-2 0,0 3 2-16,0 0 7 0,0 0-6 15,0 0-5-15,1 7 6 0,0 2 1 16,1 1 0-1,0 3 1-15,0 1-2 0,1 0 0 16,-1 3 0-16,2-3 0 16,-2 1 1-16,0 2-1 15,0 0 1-15,-2-3 1 0,0 0 1 32,0-1 0-32,0-1 1 0,0-4-2 0,0-1 1 15,-6-3-1 1,0-2 6-16,-1-2-2 15,-1 0 2-15,-1 0-3 16,-3-4-1-16,0-3-7 16,1-3-24-16,0-4-28 0,-1 1-51 15</inkml:trace>
  <inkml:trace contextRef="#ctx0" brushRef="#br0" timeOffset="-109032.29">23346 6053 202 0,'0'0'14'0,"0"0"8"0,0 0-1 0,0 0-8 0,0 0 0 16,0 0-8 0,23-38-2-16,-19 28 2 0,1 2 3 15,0 0 2-15,0-2-4 0,1 2-1 16,-1 2 1-16,-2 3-2 16,0 0-4-16,0 3 1 0,-1 0-2 31,3 0 0-31,-2 3 0 0,2 6 0 15,3 2 1-15,2 1 0 0,-2 1-4 16,1-1-16 0,1 0-25-16,1-5-90 15</inkml:trace>
  <inkml:trace contextRef="#ctx0" brushRef="#br0" timeOffset="-108718.77">23645 6007 188 0,'0'0'5'0,"38"22"27"0,-19-9-6 15,-2 4-11-15,0 2-7 16,-4 1-4-16,-7 3-1 0,0 1-1 16,-4-1-1-1,-2 3-2-15,0-2-1 0,-6-4 3 16,-4 0 0-16,0-3-3 16,-4-3-2-16,2-5-8 0,-3-4-10 15,-1-5-55-15,2 0-17 16</inkml:trace>
  <inkml:trace contextRef="#ctx0" brushRef="#br0" timeOffset="-107790.29">23695 5832 67 0,'0'0'71'15,"0"0"-47"-15,0 0 10 0,0 0-3 0,0 0-7 32,0 0-13-32,0 0-8 0,0 0 1 0,37-13-2 0,-27 13 2 31,2 0-3-31,1 0-1 15,1 0 1-15,1 0 0 16,-1 0 1-16,1 0-1 0,-2 0 1 16,-1 0 0-16,-2 0 2 15,-2 0 1-15,-2 0 2 16,-2 0-4-16,-1 0-1 16,-1 0-1-16,-2 0 0 15,1 0 0-15,2 0-1 0,-3 0 0 16,1 2-1-16,0 2 2 15,0 0-2-15,0 2 0 16,-1 4 2-16,1 0-1 16,-1 3-1-16,0 1 3 15,1 2-3-15,0 1 1 16,1 0 1-16,-1 2-1 0,1-2 0 0,0 4 0 16,-1-2 0-16,-1 2 0 15,1-1 0 1,-1 2 1-16,0-4-2 15,0 0-1-15,0 0 0 0,0-2 2 0,-2 1 1 16,-1-1 0-16,2 0 0 16,-2 1-1-16,1 1 0 15,0-2-1 1,0 1 2-16,1 0-1 16,-2 0-1-16,2 1 2 15,1-1-2-15,0-1 1 0,0 2 1 16,0-3-2-16,0 2 1 15,0 0 1-15,0-2-1 0,0 0 1 0,0 0-1 16,1 0 0-16,-1-3-1 31,0-2 1-31,0-1-2 0,0 0 3 0,-3-3-1 16,-2-1 3-16,2 1 0 16,-4-2 2-1,1-1-1-15,-3 3-2 16,-2-1 1-16,-4-1 0 15,-5-1 0-15,-4 2-2 0,-8-3 0 16,-9-1-11-16,-8-1-50 16</inkml:trace>
  <inkml:trace contextRef="#ctx0" brushRef="#br0" timeOffset="-106196.15">14641 7896 154 0,'0'0'37'0,"0"0"-27"0,0 0 5 0,0 0 5 0,0 0-4 16,0 0-6 0,0 0-6-16,3 0-1 0,5 0 4 0,-1 0-4 31,4 0 2-31,0 0-1 16,3 0-4-16,-1 0 2 15,0 0-2-15,-2 0-4 16,0 2-17-16,0-1-49 0,-6-1-33 15</inkml:trace>
  <inkml:trace contextRef="#ctx0" brushRef="#br0" timeOffset="-105984.28">14689 8003 189 0,'0'0'2'16,"0"0"32"-16,0 0-16 16,0 0-5-16,0 0 1 15,0 0-6-15,43 10-6 0,-35-8-1 16,-1-1-1-16,2 0-10 16,0-1-59-1,0 0-118-15</inkml:trace>
  <inkml:trace contextRef="#ctx0" brushRef="#br0" timeOffset="-105609.43">15107 7963 198 0,'0'0'38'0,"0"0"-22"16,0 0-3-1,0 0 4-15,0 0-2 0,0 0-6 0,0 0-3 32,0 0 4-32,0 0-1 15,50 0-4-15,-35 0-4 0,0 3-1 16,2-3 1-16,4 2-14 0,-3-2-34 0,2 0-115 31</inkml:trace>
  <inkml:trace contextRef="#ctx0" brushRef="#br0" timeOffset="-103149.9">15744 7535 8 0,'0'0'192'0,"0"0"-183"0,0 0 4 0,0 0-9 15,0 0-2-15,0 0-1 0,0 0 1 16,0 0 4 0,0 0 1-16,0 0 7 0,0 0-4 0,0 0-3 31,0 0-4-31,-2 0-5 15,-3 0 6-15,0 0-1 16,-2 0-1-16,-2 0-2 0,3 0 1 16,-3 0 2-16,1 0-3 15,1 0 0-15,-4 0-1 16,2 0-11-16,0 1-15 16,0 2 18-16,-1-2 4 15,4 1 8-15,1-1-1 0,0 2-1 16,2-2 0-16,1 1 0 15,0-1-1-15,2 1 0 16,0-1-2-16,0 2 2 16,-2 0 0-16,2 1-1 0,0 2 1 15,0 1-1-15,0-2 1 16,0 2 4-16,0 1-3 16,2 0 2-16,0 1 2 15,-1 0-1-15,4 2-1 0,-3-1 0 16,2 0-1-1,-1 3-1-15,-1 0 0 0,0-3-1 16,0 4 0-16,3 1 0 0,-3-1 1 16,1 1-1-1,-1-2 0-15,0 2 0 0,3-1 1 16,-3-1-1-16,0 1 0 16,0-1 0-16,-1 0 0 0,1 1 0 15,0-1 0 1,0 0 1-16,-2 1 0 0,0-2 0 15,2 3-1-15,-2-3 1 16,2-1 1 0,-2-1-2-16,1 0 1 0,0-3-1 0,1 2 1 15,-1-2 2-15,0 0-2 16,-1 0 0-16,1 3 0 16,-1-4 0-16,0 1-1 15,0 1 1-15,0 0 0 0,0-1-1 16,0 2 0-1,0-2 1-15,0-1-1 16,0 0 0-16,0-1 0 16,0 2 2-16,0-3-4 15,0-1 2-15,0 2 0 0,0-1 0 0,2-1-1 32,1-2 0-32,-1 3 2 0,1-1-1 15,-1 0 1-15,-1 1 1 16,0-1-1-16,1 0-1 15,-2 1 0-15,0-1 0 16,0 0 1-16,0-1-1 0,0 0 0 16,0 1 0-16,2-1 0 15,-2 1 0-15,2 0 0 16,-2 0 0-16,1 1 0 16,1 0 0-16,0-1 0 15,-1 0 0-15,2 0 0 0,-3-1 1 16,2 1 1-16,-2 0 2 15,3 0-4-15,-3-2 2 16,0 2-2-16,1 0 2 0,1-2-1 16,-2 1-1-16,2 1 2 15,-1-2 3 1,3 3 4-16,0-4-2 0,-2 3-2 16,3-3-3-16,1 2 3 0,0-2-1 15,2 2 2 1,-1-2-2-16,3 0-3 0,2 0 0 15,-1 0 0 1,4 0-1-16,-2 0-4 0,0 0-21 0,1 0-11 16,-1-4-74-1</inkml:trace>
  <inkml:trace contextRef="#ctx0" brushRef="#br0" timeOffset="-98842.89">16059 7829 133 0,'0'0'40'0,"0"0"-28"0,0 0-7 15,0 0 16 1,0 0 8-16,0 0-12 15,0 0-3-15,0 0-1 16,0 0-2-16,0 0-1 16,0 0-2-16,0 0 0 15,0 0-4-15,0 0 1 0,0 0-4 16,0 0 1-16,3-4-2 16,0 0-1-16,1-1 2 15,0-1-1-15,0-1 1 16,-1 3-1-16,0-2 1 15,-1 1 0-15,1 2-1 16,-3 0 0-16,0 1 0 0,0 0 0 16,0 2 0-16,0-1-1 15,0 1-1-15,0 0-1 16,0 0-8-16,0 0 2 16,0 8 7-16,0 0 3 15,0 6-1-15,0 1 0 0,0 3 0 16,3 1 1-16,-1 2-1 15,-1 1 0-15,2-1 0 16,2-2 1-16,-1-2-1 0,1-1 0 16,1 1-1-16,0-3 2 15,0-2-1-15,-4-1 0 16,1-1-3-16,-1-3-15 16,-2-1-30-16,0-2-27 15,0-4-33-15</inkml:trace>
  <inkml:trace contextRef="#ctx0" brushRef="#br0" timeOffset="-98570.08">16045 8021 81 0,'0'0'6'0,"0"0"15"0,0 0 0 0,0 0-4 16,0 0 0-16,0 0 3 15,41 0 1-15,-33 0-7 16,2 0-3-16,1 0 3 16,-1 0-5-16,3 0-6 15,2 0-3-15,-2 0 1 16,0 0-1-16,-1 0-39 0,0 0-70 15</inkml:trace>
  <inkml:trace contextRef="#ctx0" brushRef="#br0" timeOffset="-98389.79">16371 7998 281 0,'0'0'25'0,"0"0"-14"16,0 0-2 0,0 0-5-16,0 0-3 0,0 0-2 15,0 0-27-15,0 0-61 16</inkml:trace>
  <inkml:trace contextRef="#ctx0" brushRef="#br0" timeOffset="-97564.35">16695 7961 132 0,'0'0'17'0,"0"0"-28"0,0 0 18 0,0 0 33 16,0 0-8-16,0 0-11 15,0 0-5-15,0 0-4 0,0 0-7 16,0 0-1 0,26-32-2-16,-24 22-2 15,0-1 1-15,1-3-1 0,-1 0-6 0,1-3 0 16,1-1-11-1,1-1-15-15,0-1 7 0,-2-1 7 16,0 2 5-16,0 2 10 16,-1 1 6-1,-2 3 6-15,0 1 5 0,0 4 5 16,0 4-10-16,-2 0-8 16,-4 3 1-16,1 1-5 15,-2 0 0-15,1 0 11 16,2 4-8-16,-4 4 0 0,3 6 0 15,-2 1 2-15,3 2 1 16,1 2-1-16,1 1 3 16,2 1 3-16,0-1 7 15,0-1-3-15,2 1-4 16,4-3 1-16,4-3-1 16,-4 2-3-16,4-2-2 0,2-3-1 15,-1-3 1-15,-2 1-3 16,3-1-18-16,1-5-18 15,-2-2-74-15</inkml:trace>
  <inkml:trace contextRef="#ctx0" brushRef="#br0" timeOffset="-97195.46">16900 7892 264 0,'0'0'5'0,"0"0"-7"0,0 0-1 0,0 0 4 16,-24 43-4-16,24-30 2 0,0 0 4 15,3-2-3 1,6-1 1-16,3-2 1 16,2 0 3-16,-1-3-1 0,3-3 2 0,0-1 1 15,1-1-4-15,1 0-1 16,-1 0 2-1,-2-6 0-15,-3-2 1 0,-1-2 3 16,-3 0 0-16,-2-3 1 0,-4 0-2 16,-2 0 1-1,0-1-2-15,-2 1-6 0,-7 1-1 16,-1 3 0-16,0 4-6 16,-4 1-2-1,1 3-5-15,-4 1-8 16,2 0-22-16,4 1-31 0,-1 5-24 15</inkml:trace>
  <inkml:trace contextRef="#ctx0" brushRef="#br0" timeOffset="-96559.13">17306 7877 178 0,'0'0'14'15,"0"0"12"-15,0 0-1 16,0 0-15-16,0 0-2 16,0 0 0-16,-42-37 3 15,31 37-5-15,1 0-2 0,-3 0-4 16,2 2 1-16,0 5 0 15,4 2-2-15,-1 2 1 16,3-1-3-16,2 0 1 16,2 0 1-16,1 1 0 0,0-3-3 15,4-1 1-15,1-3 2 16,3-1 7-16,-1-2-3 16,2-1-2-16,-1 0 1 15,0 0 0-15,4 0-1 0,-6-4 2 16,1 0 5-16,0-3 2 15,-1 1-1-15,-1 0-4 16,-2 1-1-16,1 0-1 16,0 3-2-16,-1 1 0 0,1 1-1 15,2 0-1 1,-1 0-1-16,2 5 0 16,-3 3-1-16,1 3 2 0,2 1-1 15,-4 1 2-15,3-1 0 0,-1 0 0 16,-3 0 0-16,1-4-1 15,-2 2-1-15,-1-1 1 16,0-1-1 0,0-4 1-16,-6 2 1 0,-5-1 1 15,-3 0-1-15,-1-3 2 0,0 1 3 16,-1-2 0 0,0-1-2-16,0 0 0 0,5 0-2 15,0 0 0-15,0 0-1 16,4-3 0-16,3 2-8 15,2-2-23-15,1-1-68 16</inkml:trace>
  <inkml:trace contextRef="#ctx0" brushRef="#br0" timeOffset="-95849.6">16887 7961 113 0,'0'0'17'0,"0"0"18"0,0 0-11 0,0 0-7 16,0 0-6-16,0 0-3 15,44-12-4-15,-36 9 1 16,-1-3 0-16,1 1 0 0,0-1 0 16,0 2 0-16,1-1-3 15,1 1 0-15,0 3-1 0,2-2-1 16,-1 3 2-16,3 0-1 16,-1 0 1-16,3 3-1 15,0 5 0 1,2 0 0-16,-3 3-1 0,0-1 1 15,-3 1-1-15,-1-2 0 0,-2 1 0 16,-6 0 0 0,0-3-3-16,-3 0-7 0,0-3-4 15,0-1 8-15,-4-3-3 0,-4 0 8 16,3 0 10 0,-1 0-4-16,2-2-3 15,4-6-1-15,0 1-7 16,0-3 4-16,6-1 6 0,5 2-4 0,3-2 0 15,5 2 4 1,-3-1-2-16,6 2 2 0,-2 3 3 16,1 2 4-16,0 3-2 0,1 0-1 15,-4 3-2-15,1 4-6 32,-4 3 1-32,0 2-2 0,-5-1-23 15,-1-4-81-15</inkml:trace>
  <inkml:trace contextRef="#ctx0" brushRef="#br0" timeOffset="-95337.91">17853 7526 213 0,'0'0'4'0,"0"0"-5"0,0 0 1 0,-51 26 0 16,36-12 0 0,-3 3 0-16,3 3 3 0,-3 3 3 15,3 3-3-15,-1 2 9 16,3 2-5-16,-1 2 0 0,3-1 5 15,7 1 0-15,1-1-5 16,3-1-2-16,0-3-1 16,10-1-1-1,4-2 1-15,1-4-2 0,3-4-2 0,-1-2 2 16,7-2-1-16,-4-4-8 16,0-3-11-16,1-4-53 15,0-1-62-15</inkml:trace>
  <inkml:trace contextRef="#ctx0" brushRef="#br0" timeOffset="-94790.18">17934 7746 227 0,'0'0'8'0,"0"0"1"0,0 0-3 16,0 0 1-16,0 0 4 0,0 0-5 16,-42 3-6-16,34 7 3 15,-3 4-1-15,2 1 1 16,4 2-1-16,-1 0-1 16,6-1 0-16,0 1 2 0,0-3 1 15,9-1-2-15,3-3 0 16,0-1 2-16,4-2-1 15,-2-3-1-15,1-2-1 16,0-2 0-16,-3 0-1 16,0 0 1-16,-3-6 0 0,-2-4 4 15,0-3 0-15,-3-2-1 16,-4-2 2-16,0-4-3 16,0 2-2-16,-6-1-3 0,-4 2-4 15,-1 2 1 1,-3 4 1-16,-1 4-2 0,-3 4 0 15,1 2 2-15,2 2-14 16,2 0-1-16,2 3-28 0,3 5-54 16</inkml:trace>
  <inkml:trace contextRef="#ctx0" brushRef="#br0" timeOffset="-94585.04">18185 7825 350 0,'0'0'14'0,"0"0"-14"0,0 0 1 0,0 0-1 16,0 0-23-1,0 0-20-15,0 0-25 0,0 0-75 0</inkml:trace>
  <inkml:trace contextRef="#ctx0" brushRef="#br0" timeOffset="-94121.13">18258 7726 264 0,'0'0'19'0,"0"0"-21"0,0 0-4 0,0 0 3 31,0 0 0-31,0 0 3 16,0 0 1-16,0 0-1 15,38 16 4-15,-24-14-7 16,-1-2-1-16,3 1 3 0,-4 0 1 15,2-1-1-15,-1 0 1 16,-1 0 2-16,1 0-1 16,-3 1 0-16,0-1-1 15,-3 0 1-15,-2 0-1 16,-3 2 1-16,-1-1 2 0,0 1-2 16,-1 2-1-16,0 3 1 15,0 1 2-15,0 1-1 16,-2 1 1-16,0 2-1 15,0 2 4-15,1-4-1 0,1 4 0 16,0-1-2-16,0 0-1 16,0 0-1-16,0-3-1 15,0 0 0-15,3-1-4 16,3-2-20-16,-1-3-40 0,3 0-35 16</inkml:trace>
  <inkml:trace contextRef="#ctx0" brushRef="#br0" timeOffset="-93687.16">18600 7789 288 0,'0'0'13'0,"0"0"-12"0,0 0-4 0,0 0 1 16,0 0 3-1,0 0-1-15,0 0-1 0,-35 40 1 0,33-27-2 16,2 0 1 0,0-2 0-16,4 0-1 0,1-2 1 15,3-2 1-15,3-1 0 16,-2-3 1 0,1-2 2-16,2-1 0 0,-1 0 1 15,2 0 0-15,-1-7 1 16,0-1 2-16,2-1-2 0,-2-4 3 15,0-3-2 1,-1 1-1-16,-5-2 0 0,-1 1-3 0,-1 0 0 16,-4 3 2-1,0 2 5-15,-2 0-7 16,-7 6-2-16,-4 1-2 16,-1 2 2-16,0 2 5 15,-2 0-5-15,3 4-1 0,-1 4-11 16,1 2-19-16,5 0-13 15,4-2-74-15</inkml:trace>
  <inkml:trace contextRef="#ctx0" brushRef="#br0" timeOffset="-93274.06">18877 7717 238 0,'0'0'7'0,"0"0"-7"0,0 0-18 16,0 0-18-16,0 0 31 0,0 0 14 16,0 0-9-1,0 0 1-15,-9 38 1 0,9-27 0 16,0-1 1-16,0 1 5 15,1-2 3-15,5 2-2 0,1-2 5 16,1-3-2-16,2 2-7 16,-5-2 1-16,3 1 3 15,-3-1-1-15,0 0-3 16,0-2-1-16,-3 0-1 16,-2 1 2-16,0-1-2 0,0 0-1 15,-4 0 1 1,-4-1 0-16,-1 1 0 15,0 0-4-15,-3-2 4 0,-1 1-8 0,2-3-3 16,-1 0-19 0,2 0-23-16,2 0-84 0</inkml:trace>
  <inkml:trace contextRef="#ctx0" brushRef="#br0" timeOffset="-93081.96">18920 7706 297 0,'0'0'5'0,"0"0"-5"16,39-10 1-16,-26 7-1 15,0 2-9-15,-1-2-45 16,-2 0-105-16</inkml:trace>
  <inkml:trace contextRef="#ctx0" brushRef="#br0" timeOffset="-92654.99">19188 7668 198 0,'0'0'17'0,"0"0"-13"16,0 0-7-16,0 0 11 15,0 0 6-15,-32 38-4 16,23-24-4-16,1 2 2 0,0 0-2 16,3 2 4-16,3-1-4 15,-2-1-1 1,4 0-2-16,0-3-2 0,0-2 1 15,0-1 0-15,6-4-2 0,-1 1 5 16,3-3 0-16,-2-2-2 16,2-2 3-1,-3 0-1-15,1 0-1 0,-1 0 3 0,1-6 2 32,0-2 1-32,-4-1 2 0,-1 0-1 15,-1 1-3-15,0 1-4 16,0 0-1-16,-11 1-3 15,2 1-5-15,-4 1-5 16,-1 2-3-16,1 1-8 16,2 1-6-16,-2 0-20 0,5 0-78 15</inkml:trace>
  <inkml:trace contextRef="#ctx0" brushRef="#br0" timeOffset="-92308.91">19351 7532 240 0,'0'0'4'0,"37"2"6"0,-18 1 10 16,3 4-8-16,-4 1-1 16,-1 3-2-16,0 3 2 0,-3 5-4 15,-3 1-1-15,0 3-5 16,-7 4 0 0,-2 2 0-16,-2 3-2 0,-4-3 2 15,-9 5 0 1,-2-2 1-16,-4 1 1 0,-2-6-12 0,2-3-24 15,-3-5-20-15,5-7-58 16</inkml:trace>
  <inkml:trace contextRef="#ctx0" brushRef="#br0" timeOffset="-91715.08">19868 7617 120 0,'0'0'34'0,"0"0"-5"0,0 0-2 15,0 0 2-15,0 0-7 16,36 0-9-16,-23 0 1 0,1 0 1 16,0 0-5-16,4 0-2 15,-2 0-3-15,1 0-4 16,1 0 2-16,-1 0-3 16,-2 0-6-16,-3 0-14 15,-2 0-19-15,-3 0-68 16</inkml:trace>
  <inkml:trace contextRef="#ctx0" brushRef="#br0" timeOffset="-91487.82">19968 7550 293 0,'0'0'11'0,"0"0"-12"31,0 0 4-31,0 0 6 0,4 36-1 0,-4-21-1 16,0 1-6-16,0 2 0 15,0 3 1 1,0 0-9-16,0-5-30 16,0 0-66-16</inkml:trace>
  <inkml:trace contextRef="#ctx0" brushRef="#br0" timeOffset="-90869.99">20725 7257 89 0,'0'0'5'0,"-38"0"4"0,22 3 4 0,0 3 9 16,-1 2 2 0,3 4-1-16,-2 1-2 0,0 5 0 0,2 4-12 15,-1-1 2 1,2 5-3 0,0 1 7-16,3 0-6 0,2 0-5 15,0 1 4-15,5-1-1 16,3-2-1-16,0 0-4 15,2-4 1-15,8-1-3 16,3-1 2-16,-2-1 0 16,5-4 1-16,-2 1-3 15,4-5 2-15,3 0-8 16,-2-3-26-16,0-3-68 0,1-3-80 16</inkml:trace>
  <inkml:trace contextRef="#ctx0" brushRef="#br0" timeOffset="-90463.18">20843 7460 183 0,'0'0'16'0,"0"0"-9"0,0 0 10 0,0 0 14 15,0 0-10-15,0 0-8 0,0 43-6 16,-1-29 1 0,-1-1-5-16,1 0-1 0,0-1 0 0,1-2 0 31,0 1-1-31,0-4-1 0,0 2 2 16,0-4-5-16,1 2-10 15,5-4-22-15,2-1-88 16</inkml:trace>
  <inkml:trace contextRef="#ctx0" brushRef="#br0" timeOffset="-90264.98">21077 7551 259 0,'0'0'5'0,"0"0"1"16,42 0 5-16,-26 0-8 16,2 0-1-16,2 1-2 15,-4-1-7-15,5 0-28 0,-2 0-86 16</inkml:trace>
  <inkml:trace contextRef="#ctx0" brushRef="#br0" timeOffset="-90008.31">21361 7483 276 0,'0'0'16'0,"0"0"-11"16,0 0 0-16,0 0-1 15,0 0 5-15,0 39-4 16,1-22-3-16,-1-1-1 0,0 1 0 15,0-1-1-15,0-1 1 16,0-2-1-16,0 0 0 16,0-3-5-16,-1-2-11 15,0-2-43-15,0-2-87 16</inkml:trace>
  <inkml:trace contextRef="#ctx0" brushRef="#br0" timeOffset="-89736.74">21472 7387 285 0,'0'0'4'0,"0"0"-4"0,47 0 2 15,-32 6 4 1,1 5 3-16,-2 1-3 0,0 5 5 15,-3 3-1 1,-5 1-5-16,1 3-3 16,-5-2-2-16,-2 1-1 0,0-3 0 0,-5 0-4 15,-3-2-10 1,-1-6-11-16,0 1-24 0,4-6-76 0</inkml:trace>
  <inkml:trace contextRef="#ctx0" brushRef="#br0" timeOffset="-89532.41">21865 7542 275 0,'0'0'2'15,"0"0"-1"-15,0 0-1 16,0 0 0-16,0 0-22 0,0 0-55 16,0 0-7-16</inkml:trace>
  <inkml:trace contextRef="#ctx0" brushRef="#br0" timeOffset="-87887.34">22580 7093 76 0,'5'0'2'0,"1"0"9"0,-3 0 0 15,3 0 3-15,1 0 0 16,-2 0-5-16,3 0 2 0,-1 0 4 16,2 0-5-16,-1 0 0 15,-1 0-1 1,3 0-5-16,-2 0 0 0,1 0-1 16,-1 0 2-1,1 0 0-15,1 0 0 16,0 0 4-16,-1 0 2 0,-1 0-4 0,-1 0-2 15,-1 2-1 1,-2 0 0-16,-1-2 2 0,-1 2-4 0,3 1 0 31,-3 1-1-31,-1 0-1 16,1 3 1-16,0-1-1 0,1 1 1 0,0 4-2 16,-1-1 5-16,-1 2-3 0,1 2 1 31,0 2 1-31,-1 2 0 0,0-2-1 15,1 3 1 1,0-1-2-16,0 1-1 16,-1-3 1-16,2 4 0 0,-1-2 0 15,0 1 0-15,0 0 0 16,3 1 2-16,-4-1-1 16,2 2 1-16,0 0-2 15,1 2 1-15,-1-3-1 16,-1 0 0-16,2 1 0 0,-2-2-1 15,-1 2 1-15,1-2-1 16,0-2 1-16,-2 0-1 16,0 0 0-16,0-1 0 0,0 1-1 15,-4-4-1-15,-1 1 2 16,1 0 2-16,-3-2-1 16,2 1 0-16,-2-3 0 15,1 0 3-15,0-2 0 16,-2 0 0-16,3 0 2 15,-4-2-4-15,0-2 2 0,0 3 1 16,-3-4-2-16,-2 2-2 16,-3-1 0-16,-6 0 0 0,-5-1-6 15,-7-3-40 1,-6 0-236-16</inkml:trace>
  <inkml:trace contextRef="#ctx0" brushRef="#br0" timeOffset="-86475.66">14909 8845 99 0,'-1'0'14'0,"1"0"20"0,0 0 1 0,0 0-6 0,0 0-2 16,0 0-13-16,0 0-2 16,0 0-2-1,0 0-1-15,0 0 5 0,0 0-7 16,0 0-2-16,0 0 2 15,0 0-4-15,1 0 1 0,3 0-1 16,4 0-2 0,-1 0-1-16,5 0 3 0,-1 0-2 15,2 2 0 1,1-2 0-16,-1 1-3 0,-1 2-10 16,-1-2-10-16,-3 2-18 15,0-1-56-15</inkml:trace>
  <inkml:trace contextRef="#ctx0" brushRef="#br0" timeOffset="-86136.39">14913 8981 182 0,'0'0'45'0,"0"0"-47"16,0 0 25-16,0 0 0 16,0 0-4-16,0 0-6 15,0 0-1-15,0 0-4 16,46 7-5-16,-29-7 5 0,-2 2-3 15,1 0 0-15,1 0-3 16,2 2-2-16,-3-2 1 16,1 3-11-16,-4-2-18 0,2 0-28 15,-4-1-78 1</inkml:trace>
  <inkml:trace contextRef="#ctx0" brushRef="#br0" timeOffset="-77420.98">15923 8811 184 0,'0'0'40'0,"0"0"-23"0,0 0 0 0,0 0 3 0,0 0-7 16,0 0-6-1,0 0 0-15,0 0 1 16,0 0-5-16,0 0-3 0,0 0 2 15,0 0 0-15,-4 0 1 0,0 0 1 16,-1 1 1-16,-1 2-1 16,-2 0-5-16,-1-3 2 15,2 4-1-15,-2 1 0 0,-2 0 0 32,2 1 1-32,0 1-1 0,-2 2 1 15,4 1-1-15,-2 0-1 0,5 2 1 16,-4 2 0-1,6 0-4-15,2 0 3 0,0 1 0 0,0-1 2 32,0 0-2-32,6 0 0 0,1-4-3 15,1 2 3-15,1-4 0 0,2 0 7 0,0 0 0 16,0-2-2-16,0-2 1 31,1 0-4-31,1-1 0 16,0-3 0-16,-1 2-1 15,2-2 2-15,-1 0-2 0,-2 0 1 16,4 0 2-16,-2 0-3 16,1-3-1-16,-1-1 3 15,-1-1 0-15,-1-2-2 16,-1 0 2-16,1-2-1 16,-4 1 0-16,-1-4 1 0,-3 1 0 15,1-3 0-15,-4 1-1 16,0 0 1-16,0-2-2 15,0 1-3-15,-2 3 1 16,-5-2-2-16,-1 0 2 0,-1 3 3 16,2-1 0-16,-2 1-2 15,1 1-2-15,-1 1 3 16,0 1-2-16,0 2 3 16,-1 1-3-16,0 0 3 0,0 2-2 15,1 2-3 1,-3 0-4-16,2 0-1 0,-3 0-9 15,3 0-25-15,-3 4-50 16,1 2-67-16</inkml:trace>
  <inkml:trace contextRef="#ctx0" brushRef="#br0" timeOffset="-77116.44">16271 8884 100 0,'0'0'157'0,"0"0"-138"0,0 0 7 0,0 0 4 16,0 0-6 0,0 0-12-16,0 0-8 0,0 0-2 0,0 0-2 15,0 0-5-15,0 0-29 16,0 0-44 0</inkml:trace>
  <inkml:trace contextRef="#ctx0" brushRef="#br0" timeOffset="-76198.7">16591 8825 108 0,'0'0'37'16,"0"0"-25"-16,0 0 9 0,0 0 3 15,0 0 15 1,0 0-14-16,0 0-9 16,0 0-7-16,0 0-1 0,2 0 5 15,7 0-2-15,2 0 1 16,3 0-2-16,1-2-3 0,4 1-4 15,-3 0 1-15,2 1-3 16,-3-1 2 0,3 1-2-16,-4 0 0 0,0 0 1 0,-4 0 0 15,-1 0-1 1,-1 0 1-16,-4 0 0 16,-2 2-1-16,-1 3-2 0,-1 0-3 15,0 2 0-15,-3 1-2 0,-6 0-4 16,0 2 7-16,-4-1-7 15,2-2-1 1,-4 3 3-16,4-1-1 0,-2-2 5 0,6 1 1 31,-1-1 3-31,3-1-1 16,3-2-2-16,1 2-3 16,1-4-2-16,0-1-1 0,5 1 3 15,3-1 7-15,2-1 4 16,1 0 1-16,2 0 3 15,-1 0-2-15,2 0 1 16,-4 0-2-16,2 0 1 16,-1 0-2-16,-2 2-2 0,0 0 1 15,-2 1-3-15,-1 2 0 16,0 0 1-16,-2 0-2 16,-1 0 1-16,-1 2-1 15,-2 0-1-15,0 2 1 0,0-4-2 16,0 3 1-16,-2-2 0 15,-5-1 2-15,-3 1 0 16,0 0 0-16,-2-2-2 16,-1-1 1-16,-3 0 0 15,1-1-1-15,-3 0 2 16,1-2-1-16,-3 0-1 0,2 0 0 16,2 0 1-16,-3 0-4 15,5 0-2-15,3 0-24 16,4 0-51-16,4-1-93 0</inkml:trace>
  <inkml:trace contextRef="#ctx0" brushRef="#br0" timeOffset="-75511.63">17114 8845 214 0,'0'0'17'0,"0"0"8"0,0 0-10 0,0 0 3 15,0 0-5 1,0 0-9-16,0 0-3 16,0 0-2-16,0 0 4 0,0 0-3 15,0 0 0-15,0 0 1 16,0 0 0-16,-16 41 0 16,11-27 2-16,-6 1-7 15,6 1 8-15,-4-2-2 0,4-1-2 16,0 0 0-16,1-3 0 15,3 0 0-15,1-3 1 16,0-4 1-16,0 3 0 16,1-3 0-16,8 0 5 0,-3-1 4 15,6 0-3-15,0-1-4 16,-1-1-1-16,3 2 3 16,-1-2-4-16,2 0 1 15,2 0-1-15,-1 0 2 16,2 0-2-16,0 0-1 0,0 0 0 15,1 0-1 1,-2 0 0-16,-1 0 0 16,-3-2-1-16,-1 2-10 0,-3-2-8 0,0 1-10 15,-6-3-15 1,-1 0-88-16</inkml:trace>
  <inkml:trace contextRef="#ctx0" brushRef="#br0" timeOffset="-75152.91">17268 8901 215 0,'0'0'20'0,"0"0"-5"0,0 0 5 0,0 0-1 16,0 0 1 0,0 0-11-16,0 0-7 0,0 0 2 0,0 0 3 31,0 0 3-31,-1 43-2 16,1-26-6-16,0-1 1 15,0 2-2-15,0-3-1 0,0 1 0 16,0-1 0-16,0-2 1 0,0-2-1 0,2-2 0 31,0 0-2-31,3-4-26 16,-4-2-13-16,3-3-78 15</inkml:trace>
  <inkml:trace contextRef="#ctx0" brushRef="#br0" timeOffset="-74199.38">17631 8865 160 0,'0'0'-9'0,"0"0"7"0,0 0 1 0,0 0 11 0,0 0 16 16,0 0 6-16,0 0-3 15,0 0-7-15,0 0 0 16,-7-42-9-16,3 37-3 15,-3-1-7-15,2 2-5 16,-5 0 0-16,1 1 2 0,-1 1-1 16,-2 2-7-1,-1 0-4-15,0 0 10 0,1 0-5 16,-1 3 3-16,2 1 4 0,2 1-1 16,-2 2 0-1,5 0-3-15,2 1 2 16,2 0-3-16,1 1-4 15,1-2 6-15,0 0 1 16,1-2 5-16,7 0-2 16,-3-1 10-16,5 1-5 0,-1-1 2 15,2-1 2-15,1-1-2 16,0 1-2-16,2-1-2 16,-3 1-1-16,0-2 2 0,0 2-2 0,-1 0 2 15,1 0 2-15,-4-1-4 16,2 1-1-16,-2 3 0 15,0-2-1 1,1 2 0-16,-2 0 0 0,0-2-1 16,-1 3 0-16,-3-2 0 0,-1 0 1 15,-1 1-2 1,0 0 2-16,0 1-1 16,0-2-1-16,-6 1 0 15,-3 0-5-15,0-1-1 16,-2 1 3-16,0-1 1 15,-3-2-1-15,-1 2-7 16,0-2-1-16,-1-1-6 16,3 1-2-16,2-2-6 0,1-1 6 15,-1 0 21-15,7 0-7 16,-2 0 4-16,4 0 7 16,0-6 3-16,2 1 6 15,0-1 5-15,0-3-2 0,0 0 0 16,8 0-3-16,-1-3-8 15,4 2-2-15,0-1-1 16,0 1-2-16,3-1-1 16,-4 3 1-16,4-1 0 0,-3 1 1 15,-1 3 2-15,-1-2-1 16,-2 3-3-16,-2-1 1 16,1 0-1-16,-4 2-3 15,0 2-6-15,1-2-12 16,1 0-52-16,-1 0-38 0</inkml:trace>
  <inkml:trace contextRef="#ctx0" brushRef="#br0" timeOffset="-72935.19">17971 8742 70 0,'-1'0'29'0,"1"0"-24"0,-2 0-1 0,0 1-2 16,0 1 7-1,-2 0-3-15,0-1 3 0,-1 2-1 16,0-2 5 0,0 1-3-16,0 2 0 15,0 0 3-15,1-1 0 0,-3 3-4 16,3 0-5-16,-4-2 0 15,3 4 1-15,0 1 0 16,-2 1-1-16,2-3-1 16,-2 3 0-16,2-1-1 15,2 2 1-15,-4-3-1 16,5 1 5-16,0 0 2 0,1-2-1 16,-1 1 0-16,2 0-4 15,0-2 0-15,0 1-4 16,0-2 3-16,0 1-3 0,0 0-2 15,0 1 2-15,0-1 3 16,2-2-1-16,1 1 0 16,2 0 2-16,-1 0-2 15,0-1 1-15,-1-1-3 16,3 1 2-16,-2-2 0 0,-2 0 0 16,2 1 2-1,2-2 1-15,-3 1 0 0,1-1-1 16,0 1 1-1,1-1-2-15,0-1 1 0,1 0-1 0,1 0 1 16,0 0 0 0,0 0-1-16,1 0-2 0,-3 0 0 15,2 0 0-15,-3 0 0 16,0 0 2-16,1-3-1 0,-3 2 2 16,1-1-2-1,2-2-1-15,-1 2 0 0,-2 0 0 16,2-1 0-1,-1 0-1-15,0-1 1 0,-1 0 2 0,2 1-2 16,-3 1 1 0,-1-2 1-16,0 0-1 0,2 2-1 15,-2-2 0-15,0 1 0 0,0 0 0 32,0 0 1-32,1 0-1 15,-1-1-1-15,0 1 1 0,0 0-1 16,0 1-1-16,0-3 3 0,0 3-2 0,0-2-1 15,0 0-1-15,0 0-1 16,-1 1 1-16,-1-2-1 31,-1 1 2-31,1 2 0 16,-1-1 3-16,1 1 1 0,1 1-2 16,-1-2 0-16,1 3-1 15,1-3 1-15,-3 2-1 16,1-1 2-16,2 1-2 15,-4 1-5-15,1-2-2 0,0 2 7 16,1-1 3-16,-2 1-3 16,0 0 2-16,1 0-2 15,1 0-2-15,-4 0 3 0,2 0-3 16,-2 0-2-16,0 3-1 16,-1 1-1-16,-3 3-3 15,-1-1-7-15,0 4-5 16,0-1 0-16,1 1-11 15,-2-2-49-15</inkml:trace>
  <inkml:trace contextRef="#ctx0" brushRef="#br0" timeOffset="-67571.78">14472 9877 132 0,'0'-4'50'0,"0"1"-22"0,0-1-4 0,0 2-2 0,0 1-3 15,0-1-4 1,0 2-2-16,0 0 0 15,0 0-4-15,0 0-3 16,0 0-7-16,0 5-3 16,0 6 2-16,0 2 2 15,0 4 2-15,0 3-3 16,0-1 6-16,0 1-5 0,0-2 1 16,0-2-1-16,0 3 0 15,0-4-1-15,0-1-22 16,0-2-41-16,0-5-72 15</inkml:trace>
  <inkml:trace contextRef="#ctx0" brushRef="#br0" timeOffset="-66875.64">14505 9860 201 0,'0'0'16'0,"0"0"5"15,0 0 7 1,42-16-9-16,-26 13-6 0,0 2-1 15,3-2-3-15,-1 3-4 16,1 0-2-16,0 0 0 16,-3 0-3-16,-3 0 1 0,-1 3-2 15,-3 4 1 1,-1 0-3-16,-1 1 2 0,-3 0-2 16,-4 2-14-16,0 0-22 0,-3 0 16 15,-7 1-7-15,-1 1 2 16,-3-4 7-16,2-1 9 15,2-1 10 1,1-1 8-16,2-1-5 0,4-1 2 0,2-2 3 31,1-1 2-31,0 0-1 0,0 0-3 0,5 0 12 16,6 0-6 0,-2 0 4-16,4 0-1 0,1-1-5 0,-3 1-1 31,0 0 4-31,0 0-2 15,-1 0-7-15,-5 1-2 0,2 6-1 0,-3 1 1 16,-2 0 1 0,-2-1-2-16,0 3 1 15,0-2 1-15,0 1 3 16,-4 0-1-16,-5 1 0 0,-1-3-1 16,0 0 7-16,-3-1-9 15,0 1 5-15,-1-3-1 16,-1-1 2-16,-1-2 1 0,1 0-4 0,-3-1-1 31,4 0-1-31,-2 0 0 16,5 0-1-16,2 0 1 0,3 0-2 15,0-4-6-15,4 2-43 16,2-7-99-16</inkml:trace>
  <inkml:trace contextRef="#ctx0" brushRef="#br0" timeOffset="-66232.83">15008 9933 210 0,'0'0'35'0,"0"0"-23"0,0 0 3 0,0 0-3 16,0 0-4 0,0 0-6-16,0 0 1 0,0 0 2 15,0 0 4 1,0 0-2-16,0 0-6 0,-7-26 1 15,-2 25-1-15,1 1-1 16,0 0 5-16,-5 0-2 16,2 4-1-16,0 6 0 0,0-3-2 0,2 4 0 15,1 0-1-15,3 2 0 16,3 1 0-16,-1-3 0 16,3 1-2-1,0-2 0-15,0 0 1 0,7-2 1 0,2-2 1 31,0 1 4-31,3-4 1 0,1-2-5 0,2-1 2 16,0 0-1 0,-2 0-1-16,1-4 1 15,-1-4-1-15,-1-1-1 0,-4-1 2 0,-2-3-1 32,-1 4 1-32,-2-2 0 15,-3 1 0-15,0 3 3 0,0 0 6 0,0 3 2 0,0 1-1 31,0 1-2-31,0 2-5 16,0 0-6-16,0 0-3 16,2 2 2-16,2 6 1 0,0 1-1 15,2-1-1-15,1 2-10 16,2-1-6-16,2-3-13 16,-1-2-43-16,5 0-30 15</inkml:trace>
  <inkml:trace contextRef="#ctx0" brushRef="#br0" timeOffset="-65871.11">15378 9890 33 0,'0'0'203'0,"0"0"-174"0,0 0-4 0,0 0-7 0,0 0-2 16,0 0-6-16,0 0-9 0,0 0-1 15,0 0 1-15,0 0 0 16,-14-29 1-16,3 29-1 16,-2 5 1-1,4 2 0-15,0 2-2 0,0 2-2 0,0 0 1 16,4 2 1 0,4 2-1-16,-1-3 0 15,2 1 1-15,0 2 1 0,2-3 3 16,6-2-2-1,2-1 0-15,1 1-1 0,4-3 1 0,1-1 6 16,2-2-4 0,2-2-4-16,-1-2 0 0,3 0-26 15,-2-2-21-15,3-6-40 0,-5-5-43 32</inkml:trace>
  <inkml:trace contextRef="#ctx0" brushRef="#br0" timeOffset="-65604.16">15595 9787 95 0,'0'0'115'16,"0"0"-94"-16,0 0-10 31,0 0-11-31,0 0 3 16,0 0 6-16,0 0 1 15,0 0-2-15,0 45 1 0,0-29-4 16,0 0 2-16,0 2 2 16,0-1-2-16,0-2-4 15,1 2-2-15,1-4-1 16,0 0 2-16,0-1-12 0,0-4-15 16,1-1-56-16,0-4-40 0</inkml:trace>
  <inkml:trace contextRef="#ctx0" brushRef="#br0" timeOffset="-65219.11">15785 9806 284 0,'0'0'13'0,"0"0"-7"31,0 0-7-31,0 0-4 0,0 0-9 15,0 0 15-15,0 0-7 0,-43 33-16 0,28-19 14 32,-2-3 5-32,2 3-3 15,3-2-8-15,1-2 12 0,2 0 3 16,5-3 1-16,0-1-2 16,3-3 1-16,1-1-3 15,0 1-1-15,0-2 3 16,0 0 14-16,5 1 2 15,-2 2-4-15,1-1-2 16,2 2-2-16,-1 0 0 0,1 2 1 16,0 0 1-16,2-1-3 15,0 1 1-15,5 1 0 16,-2-2-4-16,2 1-2 16,3 0-1-16,-2-1-7 15,3-5-32-15,1-1-151 0</inkml:trace>
  <inkml:trace contextRef="#ctx0" brushRef="#br0" timeOffset="-64687.98">16206 9837 270 0,'0'0'24'0,"0"0"-28"0,0 0 3 0,0 0 2 16,11 56-1 0,-9-29 0-16,2 0 0 15,1 3 0-15,2 0 0 16,-2 2 0-16,1-4 0 16,-2-1 0-16,2-1 1 0,-3-7-2 15,1 1-3-15,-3-6-17 16,0-3-27-16,-1-6-33 15,0-3-48-15</inkml:trace>
  <inkml:trace contextRef="#ctx0" brushRef="#br0" timeOffset="-64352.57">16288 9862 215 0,'0'0'10'0,"0"0"-7"0,45-19 8 16,-27 16 3-1,-1 0-6-15,0 3-2 16,2 0 2-16,-2 0-3 0,-3 6-1 16,-3 2-3-16,1 2 0 15,-2 2-1-15,-3 1 3 0,-1 1-2 16,-6 0 0-16,0-1-3 15,0 0-2-15,-4-4 2 16,-7 2 8 0,-5-1 0-16,-5-4-2 0,0-1 0 0,-5 1-3 15,1-4-1 1,3 0-1-16,2-1 0 0,5-1-4 16,5 0-18-1,7 0-62-15,3-2-71 0</inkml:trace>
  <inkml:trace contextRef="#ctx0" brushRef="#br0" timeOffset="-63854.62">16599 9861 81 0,'0'0'7'0,"0"0"-4"0,0 0 7 31,38 0 14-31,-24 0 3 16,1 0 6-16,-2 0-3 15,3 3-9-15,-1 3-13 0,0 2-3 16,-1 1-4-16,-2 3-1 16,-3-1-6-16,-4 2 12 15,-1-3-5-15,-2 3-3 16,-2-2 0-16,0-1-4 0,0-1 4 16,-10-2 1-16,1-3 4 15,-5 0-2-15,1-3 1 16,1-1-1-16,2 0 5 15,1 0 0-15,5-5 6 0,2-2 5 16,2-3 0-16,0 0-1 16,2-3-5-16,7-1-11 15,3 1 5-15,5-4-1 16,3 3-19-16,1-1-19 0,0 4-32 16,1 1-58-16</inkml:trace>
  <inkml:trace contextRef="#ctx0" brushRef="#br0" timeOffset="-63505.62">16994 9854 176 0,'0'0'43'0,"0"0"-37"16,0 0-6-16,0 0 0 15,0 0 2 1,-19 36 2-16,16-26 2 0,1 1 0 15,2 2-4 1,0-4 3-16,0 1 1 0,9 0 0 0,0-3 1 16,4 2-4-16,0-4 1 15,2-2-1 1,-1-3-1-16,1 0-1 16,-2 0 6-16,-2-1 1 0,2-6 8 0,-8-3 9 15,1-2 3 1,-4-2-7-16,-2 1-7 0,0-4-5 15,-7 1-7 1,-3 2-3-16,-11 1-6 16,2 3-11-16,-6 3-3 0,-3 4-11 0,-2 0-16 15,1 3-111 1</inkml:trace>
  <inkml:trace contextRef="#ctx0" brushRef="#br0" timeOffset="-63086.43">17271 9800 236 0,'0'0'30'0,"0"0"-16"0,0 0-9 0,0 0-2 0,0 0-5 15,0 0-3-15,0 0 4 16,3 39 1-16,-1-18 1 16,-2 3 0-16,1 2-1 15,-1 2 2-15,0 1-2 0,0-2-3 16,0-2 5-16,0-1-2 16,0-3-5-16,0-6-5 15,-1-2-27-15,-1-5-23 16,2-6-19-16</inkml:trace>
  <inkml:trace contextRef="#ctx0" brushRef="#br0" timeOffset="-62752.37">17267 9787 158 0,'0'0'77'0,"0"0"-76"16,45-13 0-16,-29 12 1 16,1-2 7-16,-2 3 0 15,-1 0 2 1,-2 0 1-16,0 0-6 0,-4 6 0 0,0 1-5 16,-4 1-2-1,-3 1 4-15,-1 1-4 0,0-1-1 16,-5 2 2-16,-7-1 7 15,-1 1-3-15,-3-2-1 0,-2-2-1 16,-3-1-2 0,3 0 3-16,0-1-4 15,5-2-15-15,2 0-11 0,5-2-31 16,6-1-63 0</inkml:trace>
  <inkml:trace contextRef="#ctx0" brushRef="#br0" timeOffset="-62359.63">17615 9793 74 0,'0'0'42'0,"0"0"3"16,0 0-22-16,0 0-4 16,-47-6 0-16,36 6 2 0,-1 7-6 15,3-1-7 1,-1 4-6-16,3-1-2 0,3 2 1 16,3-1-2-16,1 0 0 15,0-3 1-15,5 0 4 16,6-1 1-16,0-2-1 15,3-1-3-15,1-3 3 0,2 0 1 16,-3 0-2 0,0 0-2-16,-2-4 0 0,-2-3 1 0,-6-1-2 15,-3 0 0-15,-1-2-6 16,0 0-24-16,-5 1-71 16</inkml:trace>
  <inkml:trace contextRef="#ctx0" brushRef="#br0" timeOffset="-61675.37">17971 9781 129 0,'0'0'16'0,"0"0"9"0,0 0 15 0,0 0-13 0,0 0 0 16,0 0-13-16,0 0-7 15,0 0-8-15,-38-34-1 0,23 31 1 16,-3 3 3-16,-6 0 6 15,0 0-6-15,1 0-1 16,0 6 2-16,6 4-3 16,2 0 0-16,4 3-2 0,8 0 0 15,3-1 0-15,0 1-5 16,6-1 3-16,10 1 5 16,2-5 6-16,2 0-7 15,4-3 2-15,-1-2-2 16,-1 0-2-16,0-3-1 15,-3 0 2-15,-3-3 2 16,-4-3 0-16,0-2 4 0,-7-1 2 0,1-1-1 16,-4 0-3-1,-2 2 1-15,0-1 2 16,0 4-1-16,0 1 3 0,0 3-4 0,0 1 0 31,0 0-4-31,0 3-3 0,0 7 1 0,0 4 1 16,0 3 0-1,0 3 1-15,0 2 0 0,0 2 0 16,2 1 0 0,-1 0 0-16,1 2 0 15,-2-5 0-15,0 1 0 0,0-2 1 16,-5-4-2-16,-6-1-3 0,-1-3 1 16,-5-5-1-1,-1-3 2-15,-4-4 3 0,-2-1 5 0,-1 0-11 31,0-6-3-31,2-4-28 0,1-4-21 16,5 1-48-16</inkml:trace>
  <inkml:trace contextRef="#ctx0" brushRef="#br0" timeOffset="-61147.62">18305 9773 135 0,'0'0'82'0,"0"0"-81"0,0 0-1 0,0 0 1 0,-43-23 1 15,29 23 5-15,-2-1 4 16,1 1 4-16,-1 0 0 16,1 0-2-16,1 5-6 0,0 2-1 15,5 2-2-15,1 4 0 16,4-2-5-16,4-1 0 16,0 2 2-16,0-2-2 15,3 0-1-15,8-3 2 0,2 0-1 16,2-3 4-1,0-2-5-15,0-2-2 0,0 0 0 16,-1 0 2 0,1-2 1-16,-3-2 3 0,1-3 1 0,-4 1-1 15,-1-1 0-15,0 4 0 16,-3 0 4-16,-1 1 1 16,0 2 2-1,0 0-7-15,-1 0-1 0,1 0 0 0,0 5-1 16,3 1 1-1,-3 1-1-15,0-1 1 16,0-1-10-16,1 0-15 0,1-1-22 16,0-4-62-1</inkml:trace>
  <inkml:trace contextRef="#ctx0" brushRef="#br0" timeOffset="-60883.71">18534 9622 277 0,'0'0'16'0,"0"0"-4"0,0 0-13 0,0 0-2 15,0 0-1-15,0 0 4 16,1 51 2-16,-1-30 1 0,3 4-3 15,-1-1 2-15,2-1-1 16,-1-1-1-16,2-1 1 16,-3-1-6-16,-2-5-17 15,0-1-59-15,0-5-14 0</inkml:trace>
  <inkml:trace contextRef="#ctx0" brushRef="#br0" timeOffset="-60564.42">18473 9745 270 0,'0'0'5'0,"0"0"-6"0,43-8 1 16,-21 7 1-16,-2-1-1 15,2-1 0-15,-2 2 0 16,0-1 0-16,-1 2 0 0,-4 0 1 15,-2 0 3-15,1 0 8 16,-3 6-1 0,-5-1-6-16,1 3-2 15,-1 1 1-15,0-1-3 0,-2 2 1 0,0 0 0 16,-1 0-1-16,3-4 0 16,-3 4-1-16,2-3 1 15,1 1-2-15,-1-4-20 16,0-1-52-16,1-3-76 15</inkml:trace>
  <inkml:trace contextRef="#ctx0" brushRef="#br0" timeOffset="-60441.55">18791 9658 239 0,'0'0'-7'15,"0"0"-97"-15</inkml:trace>
  <inkml:trace contextRef="#ctx0" brushRef="#br0" timeOffset="-59775.13">17624 9854 46 0,'0'0'90'0,"0"0"-71"0,0 0-8 0,0 0-5 16,0 0-10-16,0 0-50 15</inkml:trace>
  <inkml:trace contextRef="#ctx0" brushRef="#br0" timeOffset="-58947.42">18999 9724 190 0,'0'0'29'0,"0"0"-20"0,0 0-5 31,0 0 7-31,0 0-12 15,0 0 13-15,0 0-4 0,-48 0 7 16,34 3-4-16,-1 4-5 16,0-2-2-16,0 3-1 15,1 2-2-15,3 1-1 16,3 1-1-16,2-3 2 0,4 2-2 16,2-5-1-16,0 4 0 15,6-2 2-15,6-2 5 16,2 0-1-16,5-2-2 15,-1-1-1-15,3-2 0 16,-2-1-2-16,0 0 0 0,1 0 1 16,-4-3 1-16,0-2-1 15,-4-4 1-15,-1-1 1 16,-5-1-1-16,-4 2 1 16,-2-4-1-16,0 2-9 15,-8 1-3-15,-4 1-3 16,-3 2-19-16,-5 2-34 0,2-1-26 15</inkml:trace>
  <inkml:trace contextRef="#ctx0" brushRef="#br0" timeOffset="-58414.12">19158 9736 256 0,'0'0'6'0,"0"0"-4"0,0 0-1 0,0 0 1 16,0 0 0 0,0 0 3-16,0 0-4 0,0 0 1 15,0 0 0 1,26 40 2-16,-22-29-2 15,-1-1 1-15,0-1 0 0,1 2-3 16,-3-3 1-16,1-3 0 16,-2 1 0-16,1-2 0 15,-1-3-1-15,0 1-3 0,0-2 1 16,0 0 7-16,0 0 17 16,0 0-9-16,0-4-9 15,0-2-1-15,0-1-2 16,0-2-2-16,6 1 2 15,-3-1-3-15,3 0 0 0,1 1 4 16,3-2-2-16,0 4-1 16,2-2 2-16,1 3-1 15,-2 1 0-15,2 1 0 0,1 2 1 16,-1 1 1-16,1 0 0 16,2 1 5-1,-2 7-1-15,-1 3-4 0,-2 3-2 16,-2 3-1-16,-2 2-1 15,-7 5 0-15,-2 0-8 16,-16 2-21-16,-5 0-43 16,-9-3-131-16</inkml:trace>
  <inkml:trace contextRef="#ctx0" brushRef="#br0" timeOffset="-56529.11">14676 10408 119 0,'0'0'18'0,"0"0"10"0,0 0 5 16,0 0-25-16,0 0 7 16,0 0-1-16,0 0-4 0,0 0 1 15,0 0-5 1,0 0-4-16,0 0-2 0,0 0 0 16,0 0-2-16,-1-12 2 15,3 12 0-15,4 0 0 16,0 0 0-16,2 0-3 0,1 0 3 15,2 0 2 1,2 0 1-16,-1 0-5 0,3 0 6 16,-2 0-2-16,3 0-3 0,0 0 2 15,2-1 0 1,-1-1-1-16,2 2-1 0,3 0 2 16,3-3 0-1,-2 3-2-15,5-1 1 0,1-2 0 0,2 1 2 16,-2 0-1-1,3-1 1-15,-3 1-1 0,-2 0 0 16,2 1-1 0,-2 0 0-16,0 1 0 0,-1-1 0 0,1-1 0 15,0 2 0 1,1 0 0-16,1-2 0 16,0 0 0-16,1 1 1 15,-2-1-1-15,1 0 0 16,0 0 0-16,-2-1 0 0,1 3 1 15,0-3 0-15,-1 2-1 0,-1-2 2 16,1 0 0-16,0 2 1 16,-3-1 0-16,4 1 2 15,-2-2-2 1,1 0 1-16,2 3-2 16,-3-1-1-16,1-2-1 15,-1 3 1-15,2-3-1 0,0 3 1 0,2-3-1 16,-1 3 0-1,2-3 0-15,1 2 1 0,-2-1-1 0,2 1 1 32,3-2-2-32,-5 1 1 15,6 0 1-15,-5 0-1 0,1 1 0 0,5-3 0 16,-5 2 0 0,4-2 0-16,-2 3 0 0,3-1 0 0,0-1 0 31,-1 1 0-31,5 0 0 15,-5 1 1-15,3-1-2 0,-1-1 2 0,1 3-1 0,-1-1 0 32,-3-1 0-32,2 1 0 15,-3 1 0-15,2-3 0 16,-5 3 0-16,2 0 0 16,0-1 1-16,-3 1-1 0,1 0 0 15,-1 0 0-15,1 0 1 16,1 0-1-16,-3 0 0 15,-1 0 0-15,2 0-1 16,-2 0 2-16,1 0-1 0,1 0 0 16,-1 0 0-16,0 0 0 15,4 0 0-15,-3 0 1 16,2-2-2-16,3 1 1 16,-3-2 0-16,4 2 0 0,-2-1 0 15,4 1 1 1,-2 0-1-16,1 0-1 0,1-1 2 15,-2 2-1-15,3-1 0 16,-1 0 0-16,1-1 0 0,-3 2 0 16,2-1 0-16,1-1 0 15,-2 2 0-15,1-2 0 16,-1 0 0 0,4 2 0-16,0-1 0 0,2-1 1 15,0 0-1-15,1 1 0 0,-1-1 2 16,-2 0-2-1,-1 0 0-15,0 0 0 0,-4-1 1 16,2 0-2 0,-3 2 2-16,0-2-1 0,0 0 0 0,-1 0 0 15,0-1 0 1,-3 1 0-16,1 2 1 16,-3-1-1-16,-1-2 1 15,0 1-1-15,-3 1 1 16,1-1 0-16,1 1-2 0,-2 0 2 15,-1 1 5-15,2-1 4 16,0 1-1-16,-2 1-5 16,0 0 0-16,-1 0 3 15,-2 0-2-15,-3 0-1 16,0 0 1-16,-3 0-2 0,0 0 2 16,-4 0-1-16,-1 0 1 15,0 0-4-15,-6 1 0 16,0 1-1-16,-2-1-1 15,1 1-1-15,-3-2-6 0,0 3-11 16,0-3-11-16,0 0-25 16,0 0-112-16</inkml:trace>
  <inkml:trace contextRef="#ctx0" brushRef="#br0" timeOffset="-56029.9">19616 9742 15 0,'3'0'223'0,"0"0"-208"0,1 0-6 0,-1 0-2 0,0 0 6 16,-1-2-3-16,0 1-4 31,1 1 0-31,-1 0-3 15,0 0-3-15,0 0 0 0,-1 0-3 16,-1 1-26-16,1 3-57 16,-1-1-20-16</inkml:trace>
  <inkml:trace contextRef="#ctx0" brushRef="#br0" timeOffset="-55792.93">19655 9890 254 0,'0'0'12'15,"0"0"17"-15,0 0-6 16,0 0-10-16,0 0-9 16,0 0-1-16,0 0-2 0,0 0 0 15,14 10-2-15,-14-10-8 16,0 0-8-16,1 2 7 15,1-2-17-15,2 0-58 16,2 0-60-16</inkml:trace>
  <inkml:trace contextRef="#ctx0" brushRef="#br0" timeOffset="-55566.88">19843 9825 161 0,'0'0'111'0,"0"0"-86"16,0 0-15-16,0 0 3 15,0 0 2 1,0 0-6-16,41-1-7 16,-31 1-2-16,0 0 0 0,-1 0 0 0,3 2-5 15,0 2-18-15,-2-2-26 16,2-1-94-1</inkml:trace>
  <inkml:trace contextRef="#ctx0" brushRef="#br0" timeOffset="-47823.21">15569 11072 89 0,'0'0'44'0,"0"0"-14"0,0 0 13 0,2 0-5 0,-2-1-11 16,2 0-7-16,-2-1-8 16,0 2-7-16,0 0-2 15,0 0 1-15,0 0-3 0,0 0-1 16,0 0 0-1,0 0-3-15,0 0 0 0,0 0 3 16,0 5 0-16,0 1 1 16,0 1 3-16,0 3-3 15,0-1-1-15,0 1 0 16,0-1 0-16,0 1 0 16,4 1-1-16,-1-1 3 0,5 0-2 15,-2-1 0-15,0 0 0 16,1-3 0-16,1 0 0 0,0 0 0 15,1-2 0 1,2-2 0-16,-4-1 0 0,4 0 1 16,-2-1-1-16,-1 0 0 15,2 0 2-15,-1 0-3 0,-1-5 1 16,-1-1 1 0,0-2-2-16,1 1-1 0,-4-2 0 15,-1 2-1-15,-1 0 3 16,0 2 0-1,0 2 0-15,-2 0 1 0,2 3 1 16,-2 0-1-16,2 0-4 16,-1 0 0-16,4 3 1 0,-1 4 1 15,1 3 1-15,3-3 0 0,1 2-1 16,2-3 1 0,0 1 0-16,5-3 0 0,-4-1 0 15,1-3-1 1,1 0 0-16,-1 0-1 15,1 0 7-15,-3-7 5 16,1-2-1-16,-3-1 0 16,-3 0 1-16,-1-4 8 0,-3 0-4 0,-2 0-7 15,0 0-2 1,0 1-2-16,-2 2-5 0,-6 1-7 16,1 5-7-16,-4 3-13 0,0 2-10 31,1 0-24-31,0 0-68 0</inkml:trace>
  <inkml:trace contextRef="#ctx0" brushRef="#br0" timeOffset="-47360.25">16027 11161 192 0,'0'0'22'0,"0"0"-22"0,0 0 1 0,38 1 0 32,-28-1-1-32,0-1 1 15,2-2-1-15,-2-1 0 16,2-1 1-16,-2 1 0 16,-2 1 6-16,2-1 9 0,-4 0-3 15,0 1-4-15,-4-1 1 16,-2 1-4-16,0 0-3 15,0 0-2-15,0 1 0 16,0-2-4-16,-4 1 3 16,-4 1 4-16,1 0-4 0,-2 1 2 15,-1 1 0-15,0 0 0 16,-1 0-1-16,2 5-2 16,-3 4 1-16,4 1 0 15,1 1-1-15,3 2 0 16,-2 1 1-16,6-1 0 15,0-1 2-15,0 1 0 0,3-2 3 16,5-1 2-16,3-1 2 16,4-4-2-16,4-1 3 0,6-2-6 15,5-2-2 1,2 0-1-16,3 0-43 16,-2-8-144-16</inkml:trace>
  <inkml:trace contextRef="#ctx0" brushRef="#br0" timeOffset="-46620.11">16773 11116 268 0,'0'0'21'0,"0"0"-18"0,0 0-10 0,0 0 8 16,0 0 2-16,0 0-2 15,0 0 2-15,0 0-5 0,0 0 0 31,0 0 2-31,0 0 0 16,0 0 0-16,0 0-4 16,3-4 2-16,-2 0 1 0,2-1 1 15,2 0 1-15,-1-1-1 16,1 2 3-16,3-2 2 16,4 2-1-16,0 0 2 15,2 1 1-15,-1 0-4 16,3 3 2-16,-1 0-2 0,2 0-1 15,1 0 0-15,0 6-1 16,-3 2-1-16,-1 2-1 16,-1 0 0-16,-4 3 1 0,1-3-1 15,-7 3-5 1,0-3-10-16,0 0 0 16,-3-2 1-16,0-2-17 0,-3-2-9 15,-3-2 13-15,-3-2 16 16,1 0 5-16,-2 0 7 15,3 0 10-15,0-7 0 16,4-2 9-16,1 1 0 16,2-2-11-16,0-3-8 0,7 4-1 15,6-2 7-15,1 0-2 16,5 2-3-16,-2-1 1 16,1 3 4-16,0 1 14 15,-1 3 0-15,1 3-2 0,-3 0-6 0,0 0 1 16,0 0-6-16,-1 7-2 15,1 3 2 1,-3 0-4-16,1 3-1 0,-6-2-1 16,-1 1-1-1,-1 2-10-15,-2-2-19 0,-1-1-18 0,-2-4-55 16</inkml:trace>
  <inkml:trace contextRef="#ctx0" brushRef="#br0" timeOffset="-46197.93">17322 11108 216 0,'0'0'-8'0,"0"0"14"0,0 0-5 16,0 0 2-16,44 1-3 0,-32-1 6 15,0 0-5-15,0 0 0 0,0 0 0 32,-3 0 4-32,0-4 11 15,-2-2-5-15,-3 1-1 16,-3-4-1-16,0 3-6 0,-1-1-3 16,0 0-6-16,-1 1 1 15,-4 2 6-15,-6 0-2 16,2 2-2-16,-3-1 12 15,3 3-6-15,-3 0 2 0,2 0 0 16,-1 4 3-16,3 3-2 16,2 2 0-16,1 0-4 15,3 2 2-15,2 2 0 16,0-3-1-16,0 1 5 16,5-3-3-16,5 2-2 0,2-1-1 15,3-2-1-15,2 1 3 16,5-4-19-16,-1-1-40 0,3-3-125 15</inkml:trace>
  <inkml:trace contextRef="#ctx0" brushRef="#br0" timeOffset="-45841.17">17750 11082 276 0,'0'0'9'0,"0"0"-4"0,0 0-2 0,0 0-12 16,0 0 3-1,0 0 0-15,0 0 1 16,0 0 7-16,-45-22-4 16,32 22 10-16,-1 0-2 0,2 0 2 15,-2 1-2-15,3 4 0 0,3 2-2 0,-1 2-2 31,3 1 0-31,1-3 1 16,5 3-2-16,0-1 2 16,0-2 2-16,7 2 1 15,3-2 3-15,4-1-5 0,5-2 0 16,0-1-2-16,4 1-3 16,2-3-31-16,-1-1-41 15,1 0-117-15</inkml:trace>
  <inkml:trace contextRef="#ctx0" brushRef="#br0" timeOffset="-45567.97">18007 11059 245 0,'0'0'22'0,"0"0"-5"15,0 0-9-15,0 0-8 0,0 0 2 16,0 0-4-1,-39-15 3-15,33 15-2 16,0 0-2-16,-2 0 0 0,3 0 1 0,-3 2 1 16,3 2 1-16,-4-1 0 15,4 0 0 1,0 0 0-16,0-1 0 0,2-1 0 16,2 2 0-16,1-1-2 0,0-1-21 15,0 2-43-15,0-3-9 16,0 1-17-1</inkml:trace>
  <inkml:trace contextRef="#ctx0" brushRef="#br0" timeOffset="-45052.97">18085 11042 205 0,'0'0'14'0,"0"0"-7"0,0 0-8 0,0 0 2 16,0 0-4-16,-51-3 11 0,33 3-5 15,2 0 1 1,-3 3 1-16,3 3 8 0,2 1-1 16,4 0-3-16,2 3-4 15,5 0-2-15,3 3-2 16,0-4-2-16,0 2 6 0,9-4-3 16,2-1 1-16,3 1 3 15,3-1-3-15,3-3-1 16,-1-2-1-16,2-1-16 15,0 0-43-15,0-7-51 0</inkml:trace>
  <inkml:trace contextRef="#ctx0" brushRef="#br0" timeOffset="-44753.9">18137 10821 31 0,'0'0'8'0,"0"0"25"0,0 0-6 16,0 48 2-1,0-32 0-15,0 5 0 0,0 0-3 16,0 1-10-16,1 1 6 0,3-4-8 15,3 2-3-15,0 0-5 32,1 0-3-32,4-3-1 0,-2-1-4 15,1-4-61-15,1-3-132 0</inkml:trace>
  <inkml:trace contextRef="#ctx0" brushRef="#br0" timeOffset="-44241.83">18940 10873 100 0,'0'0'154'0,"0"0"-129"0,0 0-19 0,0 0-7 15,0 0 2 1,0 0 3-16,3 39-1 15,-1-26-1-15,-1 2 1 0,1 0-2 0,0 2-1 16,0-1 1 0,-1 0-1-16,3-1 0 0,-4 1 0 15,0-2-7 1,0-2-41-16,0-2-61 16</inkml:trace>
  <inkml:trace contextRef="#ctx0" brushRef="#br0" timeOffset="-43614.87">18791 11008 27 0,'0'0'42'16,"0"0"-25"-16,38 0 11 15,-21 1-1-15,1-1-3 16,1 2-10-16,4-2-3 0,1 0 0 16,3 0-7-16,-1 0 0 15,-1 0 3-15,2 0 15 16,-2 0-8-16,-2 0-2 0,-3 0-6 15,-3-3-2-15,-3 0-3 16,-1 3 0 0,-5-1-1-16,-4-2 0 0,-2 3 1 0,-1 0-1 15,-1 0 1 1,0 0 5-16,0 0-5 16,-7 0 4-16,0 6 0 15,-4-1-2-15,2 5 0 0,1 0-2 0,1 0 0 16,4 2-1-16,3-1-1 15,0 2 0-15,4-2-1 16,8-1 5 0,2 0-3-16,4-3-3 15,3-1 10-15,-1-3-4 0,4 0-3 16,-3-3 1-16,1 0 0 16,-4 0 0-16,-1-3 0 15,-4-6 2-15,-4-2 1 0,0-2 6 0,-7-4-4 31,-2 1-3-31,0 0-1 16,-7-1-7-16,-2 2 3 16,-8 2 2-16,-1 3 3 0,-4 3-5 15,0 1-8-15,-6 5-7 16,3 1-19-16,3 0-62 16</inkml:trace>
  <inkml:trace contextRef="#ctx0" brushRef="#br0" timeOffset="-42547.32">19838 10786 290 0,'0'0'5'0,"0"0"-3"0,39-16-1 0,-19 12-1 16,2 0 1-16,-2 1-1 15,4 3 2-15,-5 0 0 16,3 0-1-16,-3 3 1 15,-2 5-1-15,-1 1 0 0,-7 4-1 0,0 2-2 16,-2 4-3-16,-3 4 5 16,-4 2-2-16,0 1 0 15,0 1-1 1,-6 1 0-16,0-1 7 0,0-1 2 0,1-2-4 31,3 1-1-31,2-4-1 0,0 0 1 16,0-2-1-16,1-6 1 0,6 4 0 15,1-7-1-15,3-2-1 16,0-2 0-16,0-2 7 0,2-3-4 31,-1-1 2-31,1 0 0 0,-1-3 5 16,-1-6-4-16,1-4-3 0,-4-1-1 0,-4-2 1 16,-2-3-1-16,-2 0-1 15,0 0-3 1,-6 0-3-1,-6 2-3-15,-2 0 5 16,-1 6-2-16,-2 0 2 0,1 1 5 16,-2 3-3-16,2 3 3 15,2 0-2-15,4 1 3 16,0 2 0-16,4 1-2 0,2 0 0 16,4 0-2-16,0 0-7 15,2 0-12-15,9 1 24 16,2 1-1-16,4-1-3 15,3 0-5-15,2-1-2 0,1 0 7 16,-1 0 0 0,3 0-12-16,-2 0 1 0,0 0 8 15,-1 0-3-15,0 0 7 0,-3-4 0 16,-3 1 3 0,-2 0-3-16,-5-1 6 15,-1 1 7-15,-6-1-2 16,-2 1 4-16,0-1-3 0,0 3-7 0,-9 0 0 15,1-1-3 1,-2 2-1-16,1 0 3 16,1 0-3-16,-3 4 1 15,4 3-1-15,1 2 3 0,3-1 0 16,3 2 2 0,0-3 2-16,0 4-1 0,2-3-2 0,7-1-3 15,3 0 3-15,2 2 0 0,3-5-5 31,1 0-25-31,1-4-25 16,-2 0-71-16</inkml:trace>
  <inkml:trace contextRef="#ctx0" brushRef="#br0" timeOffset="-42402.12">20310 10794 317 0,'0'0'4'0,"0"0"-33"0,0 0-106 0,0 0 14 0</inkml:trace>
  <inkml:trace contextRef="#ctx0" brushRef="#br0" timeOffset="-41841.71">20492 10982 237 0,'0'0'8'0,"0"0"2"16,0 0 2-1,0 0 0-15,0 0 2 16,0 0 0-16,0 0 3 0,0 0-3 0,9-35-10 15,-4 35-2 1,6 0-4-16,-1 0 2 16,0 0 0-16,1 2-1 15,1 4 1-15,-1 1 0 0,-1 0-1 16,-1 0 1-16,-2 1-1 16,-1-1 0-16,-3 0-2 0,-1-4-6 15,-2 1 2 1,0-1-3-16,0-3-6 0,-5 0 12 15,-2 0 9-15,0 0-2 0,0-3 1 16,1-2-3-16,3-3 1 16,3 2-1-1,0-2-4-15,0-1 2 0,9 1 12 16,1-1-8 0,6-1-2-16,1 0 1 0,2 3-1 0,-2 2-1 15,2 1 1-15,1 3 0 16,-1 1 1-16,-1 0 1 15,-1 0-2 1,-1 5 3-16,-1 2 1 16,-2 2 1-16,-5 0 0 15,-1 1-5-15,-4 1-1 16,-1-2 0-16,-1 2-5 0,-1-3-9 0,3 2-12 0,-3-3-19 31,6-1-70-31</inkml:trace>
  <inkml:trace contextRef="#ctx0" brushRef="#br0" timeOffset="-41350.79">21151 10913 252 0,'0'0'2'0,"0"0"11"0,0 0-5 15,-21-38-6-15,9 31 0 16,-4 1 5-16,1 2-4 16,-1 2 0-16,1 2 2 0,-1 0-3 15,-1 2 0-15,2 6-2 16,4 4-2-16,4 2 1 16,1 0 0-16,3 1-3 15,3-2 3-15,0-2-1 0,5 3 7 16,4-4-2-16,2-1-2 15,2-3 2-15,2 0-4 16,1-4-3-16,-3-2 1 16,1 0-2-16,-1 0 2 15,-1-1 5-15,0-7 0 16,-4-3 1-16,0-4 1 0,-4-4-3 16,-2 1-2-16,-1-7-7 15,-1-2-10-15,0-3-4 0,-4-2 10 16,-3 1 6-16,-2-3 11 15,-4 3 6-15,3 2 0 16,-1 2 5 0,1 3 2-16,-1 3 1 0,1 5 0 0,5 5-3 15,-2 2 12 1,3 3-19-16,4 4-7 16,0 2-4-16,0 0-28 0,0 1-28 15,1 6-28-15</inkml:trace>
  <inkml:trace contextRef="#ctx0" brushRef="#br0" timeOffset="-40238.7">17886 12031 219 0,'0'0'15'0,"0"-4"-11"0,0 1-3 0,0 3 5 15,0-3 3-15,0 0-6 16,-4 2-2-16,-3-2-3 16,-1 2 10-16,-5 1-14 0,1 0 9 15,-3 0 2-15,2 0-2 16,-3 0 4-16,5 3-5 15,0 5-1-15,-1 1-1 0,6 1-1 16,-2 0 0 0,5 4 1-16,0 0-3 0,3-1-1 15,0 0-1-15,6-1 5 16,4-1 4-16,4 0-8 16,1-3 16-16,1-1-11 0,1-3-1 15,3-3-14-15,-3-1-3 16,0 0-2-16,-3 0 8 15,1-7 11-15,-3-3 6 16,-2-1-2-16,-1-5 1 16,-2 0-1-16,-4-1-2 0,-3-1 0 15,0-1 2 1,0-1 0-16,-7 0 6 16,-5 3 11-16,-2-1-14 0,-4 0 0 0,1 2 3 15,-2-1 3-15,-2 2-7 16,-1 0-1-1,0 2 1-15,-1 2-2 16,2 2 1-16,1 2-5 16,-2 4 0-16,6 0-3 0,0 3 3 0,3 0-9 15,1 0-14 1,3 3-26-16,2 2-55 0</inkml:trace>
  <inkml:trace contextRef="#ctx0" brushRef="#br0" timeOffset="-39676.18">18074 11859 141 0,'0'0'51'0,"0"0"-26"0,0 0-10 0,0 0-8 0,0 0-1 15,0 0-4-15,0 0-4 16,0 0-1-16,0 0 5 0,0 0-1 16,0 0 6-16,9 47 2 15,-9-33-2 1,0 4 0-16,0 1-5 0,0-1-1 16,0 3 0-16,0-3-1 0,0-1 0 15,0-1 0-15,0-4 0 16,4-2 0-16,2-2 1 15,-2-1-2-15,1-3 1 16,1-1 1-16,2-3-1 0,0 0 10 16,1 0 5-1,0 0 2-15,5 0-2 16,0 0-4-16,2 0-2 16,3 0-2-16,-2 0-1 15,2-2-4-15,0 2 0 0,-3 0-2 16,-1 0 0-16,-1 2-11 0,-6 2-29 15,-2-1-54-15</inkml:trace>
  <inkml:trace contextRef="#ctx0" brushRef="#br0" timeOffset="-39121.02">17615 12427 178 0,'0'0'38'0,"0"0"-11"0,0 0-11 0,0 0-11 0,0 0-5 31,0 0 0-31,0 0 0 0,0 0 0 0,0 0 0 0,53 0 2 32,-29 0 0-32,5 0 0 15,5 0-2-15,5 0 1 16,6 0-1-16,4 0 0 0,2-1 1 16,5-2-1-16,0 0 6 15,1-1 10-15,1 2 1 16,0-2-1-16,-3 1 4 15,-3 0-4-15,-5 0-8 16,-9 2-7-16,-6 1-1 16,-8 0-1-16,-11 0-15 0,-7 0-6 15,-6 5-16-15,-1 0-44 16,-14-1-41-16</inkml:trace>
  <inkml:trace contextRef="#ctx0" brushRef="#br0" timeOffset="-38417.92">17966 12696 102 0,'0'0'70'0,"0"0"-11"0,0 0-25 0,0 0-14 15,0 0-6 1,0 0-8-16,0 0-4 16,0 0-1-16,0 0-1 0,-41-3 0 0,29 3 0 31,-1 3 2-31,-1 5-2 0,1-1 1 16,-3 4-1-16,5 2 0 0,-2 1 0 0,4-3 0 31,4 3-1-31,2-2 0 0,3-2-2 15,0 3 0-15,0-3-3 0,0-2 7 16,6 1-1 0,4-2-1-16,0-3 2 0,1 1-2 15,0-2 2-15,2-2 2 16,-1-1-2 0,2 0 0-16,-1 0 0 15,-2-1 0-15,1-7-1 0,-3 1 7 16,-1-3-4-16,0-3-1 15,-1 1-1-15,-4-3 1 16,-2 2 0-16,-1-4 0 16,0 1 0-16,-2-1 2 15,-6-1-3-15,-3-1 3 0,-2 2 0 16,-5 0 2-16,-2 2 0 16,-1 0-2-16,-2 2-3 15,-3 2 6-15,-2 2-7 16,0 2 3-16,0 4-12 15,2 0-4-15,3 3 0 0,4 0-9 16,5 0-40-16,7 3-93 16</inkml:trace>
  <inkml:trace contextRef="#ctx0" brushRef="#br0" timeOffset="-37542.32">18212 12613 145 0,'0'0'47'0,"0"0"0"0,0 0-20 0,0 0-9 0,0 0-8 16,0 0-5-1,0 0-3-15,0 0-1 16,0 0-1-16,0 0 0 0,0 0 0 0,0 0 0 16,-18 15 3-1,14-6-1-15,0 1 1 0,0 3 0 16,3 0 1-16,-1 3 0 0,-1-2 0 16,3-4-4-1,0 3 2 1,0-3 2-16,5 0-4 0,0-3 0 15,3 0 0-15,-3-3 5 0,5-2-4 16,0-1 0 0,-3-1 1-16,3 0-2 0,2 0 2 0,0-1-3 15,0-5 4-15,-1-1-3 16,0 0 1 0,1 0 0-16,-2-1-1 0,-5 0 0 15,1 3-1-15,-2 0 2 0,-2 3 0 31,-2 0-1-31,0 0 0 16,0 2 0-16,0 0 0 0,1 0 0 0,-1 0-3 16,2 4-1-1,0 1 1-15,1 2 2 16,2 1-1-16,0 0 1 16,3-1-1-16,4 0-3 15,-2-3 1-15,2-1 7 16,3 0-2-16,0-3 0 0,-1 0-1 15,-1 0 3-15,1 0-1 16,-2-4 2-16,-2-2 0 16,-1-3 9-16,-4 0 2 0,1-3 9 15,-1 0-15-15,-5-2 0 16,0-3-3-16,0 1-3 16,0 0-4-16,-4 3-1 15,-3 1 4-15,1 2-2 0,1 4-1 16,-1 3-10-16,-1 3-14 15,1 0-26-15,-2 0 2 16,0 3-93-16</inkml:trace>
  <inkml:trace contextRef="#ctx0" brushRef="#br0" timeOffset="-36869.97">18639 12713 137 0,'0'0'59'0,"0"0"-30"0,0 0-3 0,0 0-12 16,0 0-3-16,0 0-9 0,0 0-2 31,0 0-1-31,0 0 1 0,0 0 0 15,0 0 0-15,0 0 0 16,0 0 0-16,10 33 1 16,-8-26-1-16,-2 3 0 15,0-1 1-15,0 1-2 0,0 0 1 16,0 0 0-16,0 0 1 16,2 1-1-16,-2-1 1 15,1 0 0-15,-1 0 0 16,3 0 1-16,-1 1 2 0,0-3 0 15,1 0 2-15,-1 1-2 16,0-4-1 0,-1 0-3-16,1-2 1 0,-2-1 0 15,0-1-10-15,0-1-23 16,0 0-97-16</inkml:trace>
  <inkml:trace contextRef="#ctx0" brushRef="#br0" timeOffset="-36324.26">19100 12446 266 0,'0'0'18'0,"0"0"-10"0,0 0-5 0,0 0-1 31,0 0 2-31,0 0-3 16,0 0-4-16,37 34-1 0,-37-21 1 15,0 1 2-15,0 1-16 16,-2-3-42-16,-6 0-71 15</inkml:trace>
  <inkml:trace contextRef="#ctx0" brushRef="#br0" timeOffset="-35627.16">19796 12098 67 0,'0'0'7'0,"0"0"31"0,0 0 4 0,0 0 6 16,0 0-16-16,0 0-2 0,0 0-25 15,0 0 0-15,0 0-1 16,-41-38-2-16,28 38-1 16,0 0 2-16,1 0 3 0,-2 4-3 0,2 5-2 31,1 2-1-31,1 3-1 0,4-1 1 0,2 0-1 16,4 0-2-1,0-2-2-15,2-1 6 0,7-3-2 16,6 0 7-16,-1-2-3 0,3-4-1 31,3-1 0-31,-4 0-1 0,4 0 0 16,-2-8 3-16,-2-1-2 15,-1-1 1-15,-3-4 4 0,-3 0-3 0,-3-2-1 32,-2 0-1-32,-4-4 1 0,0 2 4 15,0 2 5 1,-9-3-1-16,-1 4-8 15,-4 0 18-15,-2 4-20 0,-2 2 0 16,0 1-2-16,-4 5-15 16,2 0-11-16,2 3-3 15,-2 0-10-15,6 0-49 0,4 0-69 16</inkml:trace>
  <inkml:trace contextRef="#ctx0" brushRef="#br0" timeOffset="-35179.14">19991 11938 279 0,'0'0'12'0,"0"0"-4"0,0 0-6 0,0 0 1 0,0 0-1 16,0 0-4-16,0 0 2 15,0 0 0-15,15 39 0 16,-14-26-1-16,-1 3 3 0,0 2-1 16,0-2-1-1,1-3 0-15,1 4 0 0,2-3 0 16,0-2 0-1,2-2-1-15,1-3 1 0,2-3 0 16,1 1 0-16,1-3 3 0,2-2 0 16,3 0 5-1,1 0-1-15,0 0-1 16,1-4 0-16,0 0 5 16,2-1 1-16,1 0-7 0,-2 0-3 0,2 2-1 15,-5 3-1 1,1 0-9-16,-6 0-27 0,-3 0-32 0,-6 2-125 31</inkml:trace>
  <inkml:trace contextRef="#ctx0" brushRef="#br0" timeOffset="-34807.97">19717 12378 106 0,'0'0'179'0,"0"0"-179"0,0 0-6 0,0 0 7 0,0 0 3 15,37 2 4-15,-13-2-3 16,3-2-3-16,5 0 1 16,6-1 3-16,4 0 1 15,4 0-1-15,3 0 0 16,4-1-3-16,2 0 0 0,-1-1-4 16,-1 1 2-16,-4 0-1 15,-5 1-2 1,-4 0-8-16,-7 3-9 0,-11-2-25 0,-6 1-89 15</inkml:trace>
  <inkml:trace contextRef="#ctx0" brushRef="#br0" timeOffset="-34181.99">19877 12700 226 0,'0'0'30'16,"0"0"-12"-16,0 0-9 16,0 0-7-16,0 0 1 0,0 0-7 15,0 0-1-15,0 0 9 16,0 0 5-16,-46-3-4 16,35 7-3-16,-2 5 0 15,-1 1-4-15,3 5 0 16,1-1-11-16,1 0-1 0,4 0 8 0,5-3-4 15,0 0 6-15,2-3 1 16,10-2-3-16,-1 0 15 0,2-2-9 16,3-3 2-16,-1-1-10 15,2 0-7-15,-2 0-14 16,1-4 24-16,-3-3 6 16,-3 0 8-16,-1-4 15 15,1-1 5-15,-3-1-7 0,-2-4-5 16,-1 0 1-16,-2-4 7 15,-2 0-8 1,0-1 0-16,-2 0-7 0,-8 1-2 16,-4 2 6-16,-1 3-1 0,0 3-3 15,-2 3-3-15,-5 3-4 16,2 3-1-16,1 4-9 16,1 0-6-16,4 0-14 31,1 6-8-31,7 2-22 15,2 1-39-15,4-2-77 0</inkml:trace>
  <inkml:trace contextRef="#ctx0" brushRef="#br0" timeOffset="-33499.06">20080 12595 214 0,'0'0'51'0,"0"0"-41"0,0 0 4 0,0 0-12 15,0 0-2-15,0 0-2 16,0 0 1-16,0 0-1 15,0 0 2-15,0 36 0 0,0-22-1 16,0 0 2-16,0-1-2 16,0 1-1-1,5-3 1-15,0-1 0 16,3-2-3-16,-1-3-5 0,3 0-10 0,1-3 1 16,-2-2 6-16,3 0 15 15,-1 0-1 1,1-2-2-16,2-7 1 0,-4 2 2 15,0-2 0 1,-1-2 1-16,-3-1 0 0,0 1-1 0,-4 4 4 16,-1-2 9-16,-1 5 0 15,0 1-6-15,0 1 0 16,0 1-2-16,-1 1-15 0,-3 0 10 31,0 1-11-31,1 5-6 0,0 0-1 16,2 1 1-16,1-1 9 0,0 1 1 15,0 0 4 1,1-1-5-16,6-2 0 0,3 2 9 0,3-5-1 31,1 2-1-31,4-3 5 16,-2 0 6-16,2 0-2 0,-3 0 5 16,-1 0 0-16,-1-6 3 0,-2 1 8 15,-4-1-6-15,1 0 13 0,-5-2-18 31,0-1-7-31,-2 1-4 0,-1-1-10 16,0-3 1-16,-1 1-7 16,-5 1-9-16,-2 1-30 15,-1 0 6-15,-2 2-36 16,1 1-135-16</inkml:trace>
  <inkml:trace contextRef="#ctx0" brushRef="#br0" timeOffset="-32942.99">20517 12666 198 0,'0'0'18'0,"0"0"-3"0,0 0-6 16,39-4-6-16,-24 4 4 16,-1 0-1-16,-5 0 4 15,3 0 4-15,0 0-3 16,-4 4-5-16,-3 0-4 0,0 2 1 15,-1 1-6-15,-2 0 1 16,-2 3-3 0,0-1-6-16,-6 0-3 0,-2 2-14 15,-3 0-11-15,-6-1 23 0,4-1 4 16,-1-2 17-16,2-2 0 16,2 1 2-16,0-3 3 15,5-3-1 1,2 2 0-16,1-2 3 0,2 1 9 0,0-1-4 15,0 2-5 1,7 0 7-16,3 0 4 0,2-1-8 16,2 2 4-1,2-2-2-15,3 1 13 0,0 0-6 16,-2 0-5-16,0 0-8 16,1-1-5-16,0-1-6 15,-4 3-4-15,-1-3-24 0,-3 0-42 16,-2-1-69-1</inkml:trace>
  <inkml:trace contextRef="#ctx0" brushRef="#br0" timeOffset="-31726.95">21437 12034 254 0,'0'-4'18'0,"1"-1"-6"0,0 4 2 16,0-2-2-16,-1 2-1 0,1 1-1 31,-1 0-1-31,0 0-8 15,1 4-1-15,0 9 14 0,1 3-5 0,1 5-6 16,2 3-2-16,0 3 0 0,0 2-1 31,0-2-1-31,-1-1-2 0,2 1-20 0,-4-5-4 32,0-4-31-32,-2-4-77 0</inkml:trace>
  <inkml:trace contextRef="#ctx0" brushRef="#br0" timeOffset="-31171.66">21296 12161 251 0,'0'0'10'15,"0"0"-5"-15,0 0 9 16,0 0 0-16,0 0-5 16,0 0-1-16,47-5-2 15,-29 5-3-15,4 0-2 0,0 0-1 16,3 0 0-16,2 2-1 16,0 0-9-16,-1-1-9 15,1 1-19-15,0-2-3 0,-2 0 8 16,-2 0 0-16,-2 0 12 15,-3 0 12-15,-4 0 8 16,-4 0 5 0,-5 0-3-16,-4 0 9 0,-1 0 39 15,0 0-14-15,-6 0-15 0,-5 1-15 16,4 5-3-16,-4 1 4 16,3 0-2-16,2 3-2 15,1 0 0-15,5 3 0 16,0-2 0-16,6 1 3 0,8-3-8 15,1-1 0 1,5-1 11-16,2-3-12 0,3-1-7 16,0-3 7-1,-1 0 4-15,1 0 2 16,-3-7 3-16,-7-3 17 0,-2 0 3 16,-5-4-1-16,-2-2 10 0,-6 2-2 0,0-2-23 31,-11 2-3-31,-10 4-23 15,-5 4-4-15,-10 3-21 16,-3 3-22-16,-9 1-145 16</inkml:trace>
  <inkml:trace contextRef="#ctx0" brushRef="#br0" timeOffset="-28729.6">16353 13569 99 0,'0'-3'4'0,"2"3"9"0,-2-3 8 0,0 2 4 0,1-2 1 16,-1 0 2-16,1 2 3 15,0-1-7-15,-1 0-6 0,0 1-5 16,0 1-7-16,0 0-4 16,0 0-3-16,0 0-2 15,-2 0 7-15,-1 5-1 16,-3 3-3-16,1 3 2 16,-2 3-4-16,2 3 2 0,3 1 0 15,0 1-1-15,2 1 0 16,0 1 0-16,6-1 0 15,7-5-1-15,2 2-1 16,3-4 3-16,3-4 1 16,1-3-2-16,2-3 2 0,0-3 1 15,4 0-3 1,-3 0 2-16,0-7 1 0,-1-3-5 16,-2-2-8-16,-6 0 4 15,0-2 1-15,-2 2 4 16,-1-2 0-16,-2 1 2 0,-6 2-1 15,1 4 1 1,-3 2 1-16,-2 2 2 0,-1 3 5 0,0 0-14 16,0 4 4-16,0 4 2 15,0 3 3-15,1 2-3 16,3 0 0 0,3-3 1-16,2 3-2 15,2-3 1-15,7-3 0 0,2 0 1 0,1-3 2 16,2-2-5-1,2-2-5-15,3 0-7 0,-1 0-8 0,-2-4 4 32,1-5 4-32,-5 1 4 15,-1-5-1-15,-7 3-1 0,-1-2 7 16,-3-2-19 0,-2-2-16-16,-1 2-55 0</inkml:trace>
  <inkml:trace contextRef="#ctx0" brushRef="#br0" timeOffset="-28509.66">17017 13589 81 0,'0'0'79'0,"0"0"-48"0,0 0 5 0,0 0-25 0,0 0-9 0,0 0 5 15,0 0 5-15,-10 43-2 16,10-26-5-16,0 6-1 16,0 1 1-16,0 1 2 0,0 3-3 15,2 0 0-15,0 0 0 16,0 2 0-16,-1-3-2 15,-1 0 0-15,0-1-2 16,0-2 1-16,0-2 0 0,0-3-1 16,-3-1-7-16,-1-6-15 15,-1-3-39-15,2-7-47 16</inkml:trace>
  <inkml:trace contextRef="#ctx0" brushRef="#br0" timeOffset="-28223.12">16990 13671 258 0,'0'0'4'0,"38"-9"-2"0,-19 9 4 15,0 0 3 1,-1 0-5-16,-2 3-3 15,-5 6 0-15,0-1-1 0,-6 2 0 16,-1 1-1 0,-4-3-2-16,0 3 3 0,-3-1 3 15,-7 0-4-15,-4 0 4 0,-5-4-1 16,0 2-11-16,2-5-3 16,0-1-82-1,5-2-33-15</inkml:trace>
  <inkml:trace contextRef="#ctx0" brushRef="#br0" timeOffset="-27861.85">17444 13656 265 0,'0'0'10'0,"0"0"-9"16,0 0 0-16,0 0 0 16,-53 0-13-16,31 0-4 0,-5 5-3 15,1 1 23-15,4 2 1 16,6-1 0-16,5 2 4 16,6-1-5-16,5 1-5 15,0 0 0-15,5-1-2 16,9-2 5-16,3-2 0 0,1-2-1 15,4-2-6-15,-1 0-33 16,-4-2 6-16,2-5 7 16,-2-7 14-16,-4 3 3 15,-2-7 3-15,-2-2-3 0,-2-3-29 16,-3 0-15-16,-3-2 21 16</inkml:trace>
  <inkml:trace contextRef="#ctx0" brushRef="#br0" timeOffset="-27662.49">17433 13407 172 0,'0'0'10'16,"0"0"24"-16,0 0-6 15,0 0-19-15,0 0 7 0,-27 42-7 16,26-21-3-16,1 4-2 16,0-1-2-16,0 5-2 15,7-2 0-15,2 2 0 16,3-3-1-16,0 0 2 0,2-2 0 15,4-4-28-15,1-6-62 16,-2 1-72 0</inkml:trace>
  <inkml:trace contextRef="#ctx0" brushRef="#br0" timeOffset="-27231.34">17790 13662 286 0,'0'0'11'16,"0"0"-2"-16,0 0-6 16,0 0-2-1,0 0 2-15,0 0 1 16,-49-34 4-16,34 34-2 16,0 0-3-16,0 2-1 0,0 5-1 15,2 4-1-15,1 0 0 16,2 2 0-16,5 1-1 15,4-1-2-15,1-1 2 0,0-1 0 0,11-2 0 32,1-2 1-32,1-3-4 0,1-1 4 15,1-3 0-15,1 0 1 0,-2-3 2 16,1-7 0 0,-2 0-2-16,0-3 1 15,-6 3-1-15,-1 0-1 16,-1 2 2-16,-3 2-2 15,2 3 3-15,-2 3-1 0,-2 0-6 16,3 0-1-16,-2 7 3 16,3 1 1-16,0 3 2 15,1-2-1-15,0 2 1 16,4 0-5-16,0-1-16 0,-1-3-20 16,2-4-40-16,3-3-103 15</inkml:trace>
  <inkml:trace contextRef="#ctx0" brushRef="#br0" timeOffset="-26967.97">18047 13442 281 0,'0'0'11'0,"0"0"-13"0,0 0 0 0,0 0 3 16,0 44-1-16,0-25 0 16,-1 3 0-16,1 1 0 15,0-1 0-15,0 3-1 0,0-1 1 16,0-3-5 0,0 1-22-16,0-4-33 15,0-4-29-15</inkml:trace>
  <inkml:trace contextRef="#ctx0" brushRef="#br0" timeOffset="-26730.35">17968 13606 63 0,'0'0'4'15,"39"6"2"-15,-17-4 6 16,4 0-7-16,-3-2-3 16,2 2-16-16</inkml:trace>
  <inkml:trace contextRef="#ctx0" brushRef="#br0" timeOffset="-26266.47">18221 13632 174 0,'0'0'24'0,"0"0"-7"0,0 0 6 16,0 0-13 0,48-9-5-16,-35 4-2 0,1-1-1 15,0 0 1 1,-3-1-2-16,1 1 3 15,-3 0 4-15,-3 0-1 0,-4 0-3 0,-2 1 1 16,0 1-5 0,-2 1-15-16,-8 1-1 0,-5 2 5 15,2 0 10 1,-4 0 6-16,2 2-1 0,1 5 1 0,0 4-1 16,4 1 1-1,2 3 1-15,3-1 1 0,5 2-4 16,0 0 1-16,5-1-5 0,9-2 4 31,4-1 3-31,7-3-1 16,5-3-2-16,8-4 0 0,5-2-7 15,3 0-131-15</inkml:trace>
  <inkml:trace contextRef="#ctx0" brushRef="#br0" timeOffset="-25639.68">19172 13559 247 0,'0'0'8'0,"0"0"1"0,0 0-7 15,0 0-1-15,0 0-1 16,0 0 0-16,0 0 1 0,0 0 2 16,-19 45 2-1,19-33 1-15,2 1-2 16,2-4 0-16,3 2-1 0,2-2-3 15,2-2 0-15,0 0 1 0,2-4 0 16,0-2 5-16,3-1-5 16,-3 0 2-16,-1-4 0 15,-2-4-3 1,-1-1 2-16,1-2-1 0,-6 0 3 16,1-1-2-16,-2 0-1 0,-3 4 1 15,0 0-3 1,0 3-1-16,0 4 2 0,-7 1-2 15,3 0-1-15,3 2 4 0,-1 8-4 16,2 0 1 0,0 2-2-16,3 1 1 0,10-3-1 15,0 0 4-15,3-2 0 0,3-2 4 16,1-2-1-16,-1-4 0 16,2 0 1-1,-2 0 7-15,-4-7 1 16,0 0-1-16,-3-3 5 0,-3-2 4 15,-2-3-7 1,-4 0-9-16,-3 1-3 16,0-1-18-16,0 1-25 15,-4 3 1-15,-6 4-34 0,3 1-40 16</inkml:trace>
  <inkml:trace contextRef="#ctx0" brushRef="#br0" timeOffset="-24979.29">19649 13621 261 0,'0'0'7'0,"0"0"5"0,0 0 3 16,45 1-11-16,-36-1-1 15,1 0-2-15,-4-4 0 16,1-2 1-16,-3 2 1 15,3-2 3-15,-5-1 3 0,-2 0-1 16,0 1-4 0,0-2-3-16,-2 1-4 0,-9 2-4 15,2-1-9-15,0 3 0 0,-3 1 7 16,0 1 17 0,0 1-5-16,2 0-3 0,1 3 2 15,0 5-2 1,0 1-1-16,3 3 0 0,3 3-1 15,-1 0 1-15,4 2 1 0,0-2-3 16,1 0 0 0,7 1 5-16,4-3-2 0,0-2 3 15,2-5-1 1,5 1 2-16,1-2 0 0,-3-4-2 0,4-1 0 16,1 0-1-16,-3 0 2 15,3-4 2 1,-3-5 0-16,2 0 0 15,-1-4-1-15,-1 1-3 16,-1-5 0-16,-5 1 1 16,1 1-3-16,-6 0-6 0,-1 2 2 0,-4 2 4 0,-2 2 1 31,-1 3-2-31,0 3 2 16,0 1 3-16,0 2-3 15,0 0 2-15,-4 2-1 16,3 4-2-16,-4 6 1 0,3-1 0 15,1 2-2-15,1-2 1 16,0 4 0-16,8-4 1 16,4 2 2-16,1-2-1 15,3-1 2-15,0-3-2 0,5-2 0 16,0-4-7-16,-1-1-37 16,1 0-124-16</inkml:trace>
  <inkml:trace contextRef="#ctx0" brushRef="#br0" timeOffset="-24831.38">20052 13447 352 0,'0'0'-3'0,"0"0"-4"0,0 0-33 0,0 0-21 0,0 0-76 16</inkml:trace>
  <inkml:trace contextRef="#ctx0" brushRef="#br0" timeOffset="-24083.99">20430 13619 150 0,'0'0'9'0,"0"0"33"16,0 0-24-16,0 0-6 16,-8-40-15-16,-2 31 2 0,2 1 2 0,-5 1 7 15,-4 1-3-15,-3 2 1 0,0 1-2 31,-3 3-3-31,0 0-1 16,3 0 1-16,-2 8-1 16,6 1-1-16,5 3 0 0,5 3-1 15,5-2-8-15,1 2 9 16,1-3-8-16,11-1 7 16,4-2 2-16,-1-1 2 15,5-5-2-15,-1-2 2 16,1-1-2-16,1 0 1 0,-5-2 8 15,2-5 5-15,-4-4-1 16,-1 3-6-16,-2-3-5 16,-5 1 1-16,2 0-2 15,-5 3 1-15,-1 1-2 0,0 1 1 16,-1 2-2-16,-1 1 1 16,0 2 1-16,0 0 5 15,0 3-5-15,-2 6-2 16,-1 4 1-16,1 4-1 15,1 2 0-15,1 5 1 0,0 3-2 16,0 3 2 0,0 1 0-16,0 1 0 0,1 0 2 15,1 0-2-15,-2-1 1 16,0-2-1-16,0-2 0 0,0 0 0 16,-6-5 0-16,-1-4 0 15,1-3 0-15,-6-5-3 16,-2-6-3-16,1-4 7 15,-3 0 2-15,-1-1 5 16,1-10-3-16,3-3-3 0,1-1 0 16,4-2 2-1,5-4 4-15,3 1 2 16,0-1-3-16,4-3-5 0,10-2 1 0,4-1-6 16,5-3-14-16,3-2-20 15,2-2-80 1</inkml:trace>
  <inkml:trace contextRef="#ctx0" brushRef="#br0" timeOffset="-23461.05">20595 13305 157 0,'0'0'20'0,"0"0"6"16,0 0 11-16,0 0-22 0,0 0-2 15,0 0-11 1,0 0-2-16,0 0-1 16,0 0 1-16,0 0 0 0,0 0 2 0,-1 44 1 31,1-21 0-31,0 0-1 15,4 1 0-15,1 1-1 0,3-1 0 16,-2 1 0-16,-1-3 0 16,3 1 0-16,-3-2 1 15,4-3-2-15,-6-2 1 16,0-1-1-16,-1-5 0 0,1-2 1 16,-3-2 1-16,0-4 1 15,0 0 1-15,0-2 6 16,-6 0 5-16,1-3-4 0,-1-4-6 15,0-3-3-15,2 0 1 16,1-1-3-16,1 0 0 16,2-1-1-16,0 2-1 15,0-1 0-15,1 1 3 16,6 1 0-16,0-1-3 0,4 5 4 16,2 0-6-1,3 2 4-15,1 2 0 0,2 1-2 16,1 0 4-16,1 0-1 15,3 6 0-15,-2 4 1 16,-3 3 1-16,-1 0-1 0,-5 1-1 16,-4 1 1-16,-3-2-1 15,-4 0-2 1,-2-2-2-16,0-2-5 0,0-4-14 0,0-2-14 16,0-3-39-1,-2 0-36-15</inkml:trace>
  <inkml:trace contextRef="#ctx0" brushRef="#br0" timeOffset="-23080">20915 13237 81 0,'0'0'127'0,"0"0"-111"0,0 0 22 0,0 0-30 0,0 0-3 31,0 0-2-31,0 0 3 16,0 0 1-16,0 0 0 0,0 0 1 0,43-18-2 0,-38 31 2 31,0 4-1-31,-1 5-1 16,0 6-3-16,-1 2 0 15,-1 3-1-15,1 0-2 16,0 1 1-16,2-4 1 0,-2 0-2 16,2-3 1-16,0-1-2 15,0-3 1-15,2-4 0 16,-2-1 1-16,0-4-2 16,3-1-3-16,-1-4-18 0,2-3-15 15,0-2-57-15,-2-4-7 16</inkml:trace>
  <inkml:trace contextRef="#ctx0" brushRef="#br0" timeOffset="-22656.29">21148 13602 145 0,'0'0'42'0,"0"0"22"16,0 0-35-16,0 0-10 16,0 0-7-16,0 0-7 15,0 0-3-15,39-32-1 0,-33 28 0 16,1-1 9-16,-3-1-1 15,-1 0 1 1,2-1-5-16,-5 2 0 0,0 0-4 16,0 1-2-16,0 1-4 0,-2 0-2 15,-4 3-7-15,-3 0 8 16,2 2 11 0,3 6-5-16,-1-1-2 15,2 4-1-15,3-2 0 0,0 1 1 0,0 0 1 16,3-3 3-16,4 1 0 15,0-1 4 1,6-2 0-16,-3 1 1 16,-3-2-3-16,2-1-2 0,-2 1-1 0,-1 1 0 15,-3-1-1 1,0 0 1-16,-2 1-1 16,-1 0-1-16,0 2 1 0,0-3 2 15,-4 0-1 1,-1-1 0-16,-3-2-1 15,-2 1-2-15,-1-1-3 0,-1-1-14 0,-3 0-21 0,3-6-65 16</inkml:trace>
  <inkml:trace contextRef="#ctx0" brushRef="#br0" timeOffset="-22225.07">21022 13415 113 0,'0'0'27'0,"0"0"6"0,0 0-19 0,0 0-3 16,0 0-8-16,40-13 0 16,-31 10 3-16,3 0 0 0,0 3 5 15,2-4 2 1,1 3 2-16,1-3 0 0,-1 2-3 16,3-2-4-16,-2 1 1 15,4-1-1-15,-2 2 0 16,1-1 0-16,-1 0 1 0,-1 0-2 15,-2-1 0 1,-5 1 0-16,-1 2 3 0,0-2 1 16,-4 0-4-16,1 3-2 15,-1 0-2-15,-1 0-2 16,0 0-2-16,1 0-14 16,-4 0-29-16,0 0-70 15</inkml:trace>
  <inkml:trace contextRef="#ctx0" brushRef="#br0" timeOffset="6719.38">3381 11638 24 0,'0'0'4'0,"0"-3"3"0,0 2-1 0,0-1-1 16,0 2-3-16,0-1-1 0,-2 0-3 15,-2 1 3 1,1 0 2-16,-2-2 0 0,3 2 13 16,0 0 6-16,0 0-7 0,0-1-9 15,2 1 0 1,0-2 0-16,-2 2 6 0,2-1-1 0,0 0 0 16,-1-1 1-16,1 2 1 15,0 0 1-15,0-1-4 16,0 1-4-1,0 0 1-15,-1-1 3 0,0 1 8 0,1 0-2 32,0-1-4-32,0 1 1 15,-2 0 0-15,2 0-1 0,0 0-4 16,-2 0 0-16,2-1-3 16,0 1-3-16,0 0-2 15,0 0-1-15,0 0 0 16,0 0-1-16,0 0 0 15,0 0 1-15,0 0 1 0,0 3 0 16,0 0 0-16,0-1 0 16,0 1 0-16,0 2 0 15,0 0 0-15,0 1 0 16,2-1 0-16,-2 1 0 0,2 2 1 16,-2-1-1-16,1-1 0 15,0 1 1-15,2-2-1 16,-3 1 1-16,0-2-1 15,0 3 1-15,2-4 0 16,-2 1-1-16,0-1 1 0,0 0-1 16,0 0 1-1,0-1 0-15,0-1 0 16,0 1 1-16,0 0 2 0,0-2 2 16,0 0 2-16,0 0 0 15,0 0 5-15,0 0-3 16,0 0-5-16,0 0-4 0,0 0-1 15,0 1-1-15,0 0-10 16,0-1-23-16,2 0-53 16</inkml:trace>
  <inkml:trace contextRef="#ctx0" brushRef="#br0" timeOffset="9216.24">2405 8408 36 0,'0'0'9'0,"-2"0"6"0,2 0-11 16,0 0-2-1,0 0-2-15,0 0 3 0,0-1 6 0,0-1-2 16,0 1 7 0,0 0 7-16,0 0 9 0,0 1 5 15,0-2-5 1,0 1-6-16,0 1-11 15,0 0 1-15,0 0-4 16,0 0-4-16,0 0 1 0,0 0 1 0,0 0-3 16,0 0-3-16,0 0 1 15,0 0 1-15,0 0 1 16,0-1-1 0,0 1 0-16,0 0-3 0,0 0 0 15,0 0-1 1,0 0 0-16,0 0 1 0,0 5 2 15,0 1-3-15,0-1 2 0,0 2-1 0,0 0-1 32,0 1 1-32,0 1 1 15,0-1-1-15,0 1 0 16,2 0 1-16,-2-2 2 16,0 2 0-16,0-2-1 0,2-2 0 15,-2 1-1-15,0 0 1 16,0-3-1-16,0 0 0 15,0-1-1-15,0 2 1 16,1-2-1-16,-1-2-37 0,0-2-115 16</inkml:trace>
  <inkml:trace contextRef="#ctx0" brushRef="#br0" timeOffset="10837.27">5355 8508 25 0,'0'0'60'0,"0"0"-44"0,0 0-5 0,0 0 0 15,0 0 8 1,0 0 9-16,0-2-11 0,0 1-5 0,0-2 0 16,0 3 0-16,0-3 0 15,0 2-5 1,0-2 0-16,0 0-3 16,0-1-3-16,0 1 4 15,0 0-2-15,0-1 0 16,2 3-3-16,4-4 2 0,-2 3 0 15,1 0 0-15,-1-1-1 0,3 1 1 16,-3 0-1-16,-1 2 1 0,1 0-1 31,1 0 0-31,-2 0 1 16,1 0-1-16,0 0-1 0,-2 0 0 16,0 0 0-16,1 2 0 15,-1 1 1-15,0 2-2 16,-2 0-1-16,2 0 3 15,-2-1 0-15,0 5 0 16,0-2-1-16,0 1 0 0,-2 0 2 16,-2-1-2-16,1 1 1 15,-1-1-1-15,2-1 0 16,-4 1 0-16,3 0 0 16,-2 0-1-16,3-1 1 15,-2 1-2-15,1-4 2 0,3 2 0 16,-2-1 1-16,0-3-1 15,2 1 0-15,0-1 1 16,0-1-1-16,-2 1 0 16,2 1 0-16,0-1 1 15,0-1-1-15,0 0 0 0,0 0 0 16,0 0 2-16,0 0-2 16,0 0 0-16,0 0 0 15,0 2 0-15,0-2 0 16,0 1 0-16,0 2 0 15,0-3-2-15,0 1 1 0,0 0 0 16,0 0 0-16,0-1 1 16,0 0-2-16,0 0 0 0,0 0 0 15,0 0 6 1,4 0-5-16,0 0 5 16,-1 0-3-16,3 0 0 0,0 0 1 0,0 0-2 15,1 0 0-15,1 0 0 16,-1 0 0-1,2-2 1-15,-1 1 0 0,-2-2-1 16,1 2 0 0,2-1 0-16,-2 2 1 0,1-3-1 0,-3 2 1 15,4 0-1-15,-4-1 1 16,1 2 1-16,-4-1 0 16,1 1-1-1,-1 0 2-15,-2 0 0 16,2 0 0-16,-2 0 0 0,0 0-3 0,0 0-4 15,0 0-20 1,-2 0-78-16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09:01.7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1239 14304 79 0,'0'0'21'0,"0"0"-9"0,0 0-3 15,0-2 0-15,2 2 2 16,-2-1-3-16,0 1 4 0,2-2 10 15,-2 2-2-15,0 0-6 16,0 0-9 0,0 0-2-16,0-1 6 0,0 1-3 0,0 0-4 15,0 0-1 1,0 0 3-16,0-1 1 16,0 1 0-16,0-2 0 0,0 2-2 15,-2-3 1 1,-2 3-2-16,1 0 2 0,0-1-1 0,0 0-2 31,0 1 3-31,-1 0-1 0,-1 0 0 16,1 0-1-16,1 0 0 15,0 1-1-15,-2 2-1 16,2 0-1-16,-2-1 2 16,2 3-1-16,-1-2 0 15,1 0 0-15,-1 2 0 0,1-1 1 0,0 0-1 16,0 1 0-1,1 0 0-15,-1-1 0 16,0 1 2-16,3 0-4 16,-2 0 4-16,1 0-2 0,-1-1 0 15,1 1 0-15,1-1 1 16,0-1-2-16,0 2 2 16,0-1-2-16,0 0 2 15,1 0-2-15,2 0 2 16,-1-2 2-16,3 0-3 15,-2 3 1-15,3-2-1 0,-2-1 1 16,2 1 0-16,0-1-1 16,1 0 0-16,-2 0 0 15,3 0 1-15,1-2-1 16,1 0 0-16,-2 0 0 0,4 0 0 16,-1 0 0-16,0 0 2 15,-2-1-2-15,0-1 0 16,-2-1 1-16,-1 1 0 15,-2-3 1-15,1 3 0 16,-2-2 7-16,-1 0-1 0,0 1-2 16,1-1 0-16,-3-1-1 15,1 0-2-15,-1 0-1 16,0 1 2-16,0-2 4 16,0 0 2-16,0 0-3 0,-1-1-2 15,-1 2 1-15,1-1-2 16,-3 0-3-1,3 1-1-15,-1 0 0 0,1-1 0 16,-3 1 2-16,2-1 0 16,-1 0 4-16,1 1-2 0,-2-1-2 15,1 1-4-15,0-2-1 16,-3 2 3-16,2 0 0 16,-3 0 0-16,1 1 1 0,-1-1-2 15,0 2 6 1,1-1-1-16,-1 0-3 0,0 1-1 15,2 0-1 1,0 0 3-16,0 1 8 0,-1-1-8 16,3 0-1-16,-1 1 0 0,0 0-1 15,0 0 1 1,-1 1 1-16,2-1-3 16,-1 2-1-16,0-1 2 0,-1-1 0 0,0 2 0 31,0 0-2-31,0 0-3 0,0 0 6 15,-2 0-2-15,1 0 4 0,-1 0-3 0,0 0 0 16,0 0 0 0,1 0-2-16,0 3 2 0,2 0-1 15,1-1-10-15,0 1-7 16,3 1-24-16,0-1-5 0,4-3-43 16,5 0-66-16</inkml:trace>
  <inkml:trace contextRef="#ctx0" brushRef="#br0" timeOffset="1042.99">1427 14203 100 0,'0'0'24'0,"0"0"-3"0,0 0-5 0,0 0 14 16,0 0-7-16,0 0-6 0,0 0 0 16,0 0-8-16,0 0-2 15,0 0-3 1,0 0-4-16,0 0-2 0,0 1 1 16,0 3 0-16,0-1 1 0,0 2 0 15,-1 1 1-15,1 0-2 31,-3 0 2-31,2 1 0 0,-1 0-1 16,2 1 2-16,-2 0-2 16,2 2 1-16,-1 0 0 15,-1 1-1-15,2-1 0 16,-1 2 1-16,1-1 0 0,0-2 1 0,0 1 0 16,0-2 0-16,0-1 0 0,1-2 1 15,1 1 2 1,1-3-3-16,-3-1 0 0,1 1-1 31,1-2 0-31,-2 1-1 16,3-1 1-16,-3 0 1 0,0 2-1 15,0-2 0-15,0 0-1 16,0-1 0-16,0 2 3 16,0-1-2-16,0-1 0 15,0 1 0-15,0-1-1 0,0 0 1 16,0 0-1-16,0 0 0 15,0 1 0-15,0-1 1 16,0 0-1-16,0 0 1 16,0 0 0-16,0 1 0 0,0 0 0 15,0-1 1-15,0 0 0 16,1 2-1-16,1-1-1 16,-1 1 1-16,0-2-2 15,2 1 1-15,0-1 1 16,0 0 3-16,1 0 2 15,-1 0 3-15,2 0 1 0,0 0-1 16,0 0-1-16,0 0-4 16,2 0 3-16,-2 0-4 0,2 0-2 15,-1 0 0-15,3 0-1 16,-3 0 0-16,1 0 0 16,1 0 1-1,1 0-1-15,-1 0 0 0,1 0 0 0,-2 0-2 16,3 0-8-1,-1 0-25-15,-2 0-80 16</inkml:trace>
  <inkml:trace contextRef="#ctx0" brushRef="#br0" timeOffset="2099.69">1098 14586 28 0,'-3'-3'34'0,"-2"3"-1"0,2 0-16 0,0 0-4 0,-1 0-1 16,-1-1-2-16,-1 0-2 16,3 1-1-16,-1 0 1 15,0 0 6 1,0 0-7-16,3 0-5 15,-1 0 0-15,-1 0-2 0,3 0 1 0,0 0-1 16,-2 0 2 0,2 0-2-16,0 0 0 15,0 0 0-15,0 0 3 0,0 0-1 0,0 0 3 16,0 0-5-16,0 0 1 31,0 0 12-31,2 0-4 0,1 1-5 16,3 0 0-16,-1-1 0 15,1 2 0-15,2-1-1 0,1-1 1 16,2 0-1 0,1 0 1-16,2 0-1 0,1 0-1 15,2 0 1-15,-1 0-1 16,4 0-1-16,-1 0 2 0,1 0-2 0,0-1 1 16,-1-1-2-16,1 2 1 15,0-1 0-15,2 0-2 0,-2-1 2 31,-1 0 0-31,2 0-1 16,-3 0 1-16,1-1-1 16,1-1 2-16,-2 1 2 15,3 1-2-15,-3 0-1 0,0 0 1 16,1 0 0-16,-2 0 1 16,1 2 2-16,0-2-2 15,-3 2 0-15,0 0-2 16,1 0 0-16,-5 0-1 0,0 0 0 15,-3 0 1-15,0 0-1 16,-1 0 0-16,-2 0 1 16,1 2-1-16,0 0 0 15,-1-1-1-15,-3 1-8 16,1-2-42-16,-3 0-93 0</inkml:trace>
  <inkml:trace contextRef="#ctx0" brushRef="#br0" timeOffset="3046.1">1262 14859 178 0,'0'0'18'0,"0"0"-10"0,0 0-1 0,0 0-6 31,0 0-1-31,0 0 1 16,0 0 1-16,0 0 6 15,0 0 7-15,0 0 4 0,-30 0-7 16,26 0-7-16,-2 1-4 16,0 2-1-16,0 1 1 15,2-1-2-15,-3 2 2 16,1 0-1-16,2 2 0 0,-3-1 1 16,1 3-1-16,0 0 0 15,1 0 1-15,0 2 0 16,2-1 1-16,0-2-2 15,2 0 1-15,0-1-2 16,1-2 2-16,0-1-3 0,0-1 3 16,4 3 2-1,0-3-3-15,1-1 0 0,3 2 1 16,-1-4 2-16,3 3-2 0,-1-3 1 16,-1 0-2-1,4 0 1-15,-2 0-1 0,2-1 0 16,-1-4 2-16,1 0 1 15,0-2-2-15,-2 2 0 16,1-2 1-16,-4 1-2 0,2 0 0 16,-6-2 1-16,1 2 3 15,-4-1 3 1,0 1 5-16,0-3-5 0,0 1-5 16,-4 1-1-16,0-1 2 0,-2-1-3 15,0 0 2-15,-1 1 2 16,-1 0-6-1,1-1 4-15,-1 0-1 0,-1 2 0 16,0-3 2-16,0 3 5 0,-2-2 5 16,3 3 4-1,-3-2-3-15,2 3-1 0,-2 0-4 16,4 0-6 0,-2 2-2-16,2 2 1 0,2 1-6 0,0 0-10 31,-1 0-16-31,2 4-10 0,-1 4-9 15,1-3-21-15,1-1-78 0</inkml:trace>
  <inkml:trace contextRef="#ctx0" brushRef="#br0" timeOffset="4263.91">1418 14802 101 0,'0'0'21'0,"0"0"-5"0,0 0 7 0,0 0-1 0,0 0-15 15,0 0-6-15,0 0-1 16,0 0 1 0,0 0 5-16,0 0 2 15,0 0 1-15,0 0-2 0,0 0-4 16,-6 15 0-16,6-11 0 15,-1-1-2-15,0 2 1 0,1 1-1 0,-2 0-1 32,2 0 1-32,0 1 0 15,-1-2 2-15,1 2 2 0,0 0 1 0,0 0-1 16,0 0-2-16,0 1 2 0,0 1-5 16,0-2 0-16,1 1 1 15,-1-1-1-15,2 0 1 31,-1-3-1-31,0 0 0 0,1-2 2 16,-1 1 1-16,1-3 2 16,-1 2 1-16,1-1 1 15,1-1-2-15,1 0-1 16,-1 0-3-16,-1 0 1 16,3 0-1-16,-1 0 0 15,0 0 1-15,1-3-1 0,2 0-1 16,0-2 2-16,-1 0-1 15,1 0-1-15,0-1 1 16,-1 2-1-16,2-1 0 0,-4 2 0 16,1 0 0-1,-2 0 1-15,-1 3-1 0,-1-3-1 16,2 3 2-16,-2-2-1 16,1 1 0-16,0 1 0 15,-2 0 0-15,0 0 0 0,1-1 0 16,-1 1-1-16,0 0 1 15,0 0 0-15,2 0-3 16,-2 0 2-16,0 0 1 0,2 0-1 16,-2 0 1-1,2 0-1-15,1 0 1 0,0 0 0 16,0 1-1-16,3 2 1 16,-3 0 1-16,3-2-1 15,1 1 0-15,-1-1 0 16,2 1 0-16,-3-2 0 0,1 1 1 15,1-1-1-15,0 0 0 16,-2 0 0-16,0 0 1 16,2-3 0-16,-1-1 0 0,-1-1 0 15,2-1 1 1,-4 1-1-16,3-1 3 16,-3-1 6-16,-2 1-2 0,1 0 2 0,-2-1-2 31,0 0 3-31,0-1 0 0,0 2-7 15,0-2 3-15,-2 1 2 0,1 1-2 16,-2-1 2-16,-2 2-8 0,3 0 1 31,-2 1-3-31,0 1 0 16,1 1-2-16,2 0-4 0,-2 2-13 16,-1 0-14-16,0 0-4 15,0 0-24-15,-1 0-50 16</inkml:trace>
  <inkml:trace contextRef="#ctx0" brushRef="#br0" timeOffset="7143.34">1687 15040 56 0,'-3'0'1'0,"0"0"3"0,0 0 16 15,0 0 1-15,1 0 0 16,-1 0 3-16,3 0 6 16,-1-2 1-16,0 1-10 15,1-1-7-15,0 0-10 16,0 1-3-16,0-4 0 0,0 3 1 15,0 0-3-15,4-1 1 16,-1 0-2-16,0 1 2 16,0-1 0-16,1 2 0 15,-1-1-1-15,1 0 3 0,0 1-2 16,-1 0 0-16,2-1 0 16,-1 2-1-16,0 0 1 15,-1 0 0-15,1 0-1 16,-1 0-1-16,0 0 2 0,1 2-2 15,-3 2 0-15,0-1 2 16,0 1-1-16,1 0 1 16,-2 1 0-16,0 1-1 15,0-2 2-15,0 1-1 16,0 0-1-16,-4 1 2 16,1-1 0-16,-2 1 0 0,1-1-3 15,0 0 5 1,-2 1-2-16,2-3-1 0,-2 1 1 15,3-1-1-15,-2 0 0 0,3-1-1 16,-1 1 2-16,2-1 1 16,1 0-1-1,-2 1-1-15,2-1 1 0,-1 1-1 16,1-1 0-16,-3-1 1 16,3 1-1-16,0-1 0 0,-2 0 0 15,2 0 0 1,0-1 0-16,0 0 2 0,0 0 1 15,0 0-1 1,0 1-1-16,0-1 0 0,2 0 1 0,1 0-2 16,0 1 3-1,1-1-5-15,1 0 4 0,0 0 2 16,2 0 3-16,0 0-1 16,0 0-2-16,3 0 2 0,-1-2 2 15,0 0 0 1,1 0-4-16,-2 0 0 0,3 0-1 15,-4 0-1-15,0 1 0 0,-1 1-1 32,0-2 1-32,-2 2 0 15,-1 0 1-15,-2 0-2 0,1 0-1 16,-1 0 0-16,-1 0-1 0,0 0-2 0,1 0-5 31,-1 0-17-31,0 0-24 16,0 0-76-16</inkml:trace>
  <inkml:trace contextRef="#ctx0" brushRef="#br0" timeOffset="9052.44">2002 14511 113 0,'0'0'33'0,"-2"0"-6"0,2 0-4 16,-1 0-6 0,1-1-6-16,0 1-4 15,-1 0 0-15,1-1-5 16,0 1 1-16,0 0 6 16,0 0-3-16,0 0 0 0,0 0-4 15,0 0-2-15,0 0 0 16,0 0-1-16,0 0 2 15,0 0 0-15,4 0-1 0,-1 0 1 16,3 0 0-16,0 0 4 16,0 0 1-16,1 0 3 15,1 0-6-15,1-1-1 16,0 1 1-16,0-1-3 16,2-1 0-16,-3 2 0 15,0-1 0-15,1 1 0 16,-3 0 0-16,-2 0 0 0,2 0 0 0,-2 0-18 15,-3 1-20-15,2 1-68 16</inkml:trace>
  <inkml:trace contextRef="#ctx0" brushRef="#br0" timeOffset="9603.2">2027 14622 59 0,'0'0'63'0,"0"0"-23"0,0 0-2 15,0 0-6-15,0 0-13 16,0 0-8-16,0 0-4 15,0 0 0-15,0 0 0 0,0 0-2 16,0 0-4-16,0 0 0 16,0 0 0-16,0 0-2 15,0 0 0-15,0 1 0 16,2-1-1-16,-1 2 5 16,3 1-3-16,0-3-3 0,0 2 2 15,2-1 2-15,2 0 1 16,-3 1-1-16,1-2 0 15,3 3 0-15,-3-1-1 16,2-1 1-16,0 1-1 0,-2-1 0 16,1 0 0-1,1 1 0-15,-1-1-14 0,-2-1-53 16,0 0-49-16</inkml:trace>
  <inkml:trace contextRef="#ctx0" brushRef="#br0" timeOffset="11545.3">2863 14298 17 0,'0'-3'44'0,"0"2"-2"0,0-1-8 0,0 0 6 16,0-1-11-1,0 1-11-15,-1 2-7 0,-1-2-4 0,1 2-5 32,-4-1-1-32,2 0-1 0,0 1 0 0,-2 0 3 15,-1 0 0 1,-3 0 0-16,2 0-1 16,-2 3 1-16,-2 2-4 15,0 0 2-15,-1 0-1 16,1 3 2-16,0-2-1 0,1 1-1 0,1 1 0 15,1 0 2 1,4-1-2-16,-1 2 0 16,2-1 0-16,2-1 0 15,1-1-3-15,0 2 0 16,0-3-1-16,3 0 4 16,3 0 0-16,0-1 0 0,3-1 1 15,0-2 1-15,3 1-2 16,-1-2 1-16,2 0-1 15,0 0 0-15,-2 0 1 16,3 0 1-16,-2 0-2 0,-2-5 1 16,2 2-1-16,-4-2 0 15,0 0 2-15,-1-2-2 16,-2 0 2-16,-1-1 12 0,-1 0-1 16,-2-2-9-1,-1 0-2-15,0 0 1 0,0 0 2 16,0 1-1-16,-3-1 0 15,-1 3 1-15,0-2 1 0,-3 0 5 16,4 2-3 0,-3 1-1-16,0 0-5 15,-1 1 3-15,-1-1-3 16,2 1-2-16,-3 1 4 0,2 0-2 0,1-1 1 16,-2 2 1-16,2-2 1 15,0 1 0-15,-1 1 3 16,0 0-4-1,2-1-4-15,-1 2 1 16,1-1-2-16,-1 2 2 0,1-2-2 0,0 1 1 16,0-1 1-1,0 3-2-15,3-1 1 16,-1 0 0-16,-1 1-2 0,3-2 0 0,-1 2-3 31,-1 0-3-31,3 0-2 0,-1 0 1 0,1 0-6 16,-2 0-17-1,2 0-19-15,-2 0-6 0,1 0-44 0</inkml:trace>
  <inkml:trace contextRef="#ctx0" brushRef="#br0" timeOffset="12286.72">2972 14168 44 0,'0'0'39'0,"0"0"-38"0,0 0 0 0,0 0 5 15,0 0 2 1,0 0 0-16,0 0 0 15,0 0 0-15,0 0-4 0,0 0 2 16,4 34 0-16,-4-26 1 0,0 0-3 16,0 0-2-16,0 3 0 15,-2 0-1-15,0 0 1 16,1-2-1 0,-1 2 0-16,1 0 0 0,1-3-1 0,-1 1 0 15,1-1 1 1,0-1 0-16,0 1 0 0,0-3 1 0,0 0-1 15,0 0-1-15,0-1 1 16,0 0-1 0,0-2 0-16,0 1 0 15,0 0 0-15,0-1 5 0,1-1 2 0,2 0 3 32,0-1 1-32,0 0 1 15,1 0 0-15,1 0-5 0,0 0-1 0,2 0 4 16,-1 0-1-16,3 0 2 0,1 0-4 15,1 0-3 1,0 0 1 0,0 0 2-16,3-1-3 15,-3 0-1-15,3 0-2 16,-1 0-1-16,2 1 0 0,1 0 1 16,-5 0-1-16,2 0 0 15,-2 0 0-15,-3 0-2 16,-3 2-14-16,-3 0-17 15,-2-1-64-15</inkml:trace>
  <inkml:trace contextRef="#ctx0" brushRef="#br0" timeOffset="14511.78">2543 14628 33 0,'0'0'25'0,"0"0"-17"0,0 0-5 0,0 0-3 15,0 0 1 1,0 0-1-16,0 0 6 0,0 0 15 16,0 0 1-16,0 0-3 0,0 0 8 31,0 0-13-31,0 0-10 0,0 0-4 16,0 0 0-16,0 0-1 15,0 0-1-15,0 0 2 16,0 0 2-16,0 0-2 0,0 0 1 0,0 0 0 31,0 0 1-31,2 0 4 0,-2 0 4 0,5 0-4 16,-1 0-4-1,2 0 0-15,-1 0-1 16,2 0 1-16,2 0-2 0,-1 0 2 0,2 0 0 16,-1 0-2-16,2 0 0 15,1 0 2-15,1 0-2 16,0 0 0-1,-1 0-2-15,3 0 2 0,0 0 2 0,2 0-1 32,-2-2-1-32,2 1 0 0,-1-1 0 0,1 1 0 15,0 1 0-15,-1-1 1 0,0 1-2 32,1 0 2-32,-4 0-1 15,2 0 0-15,-3 0 0 16,1 0 0-16,-1 0 0 15,-2 0 0-15,2 0 0 16,-2 0 0-16,0 0 0 16,0 0 1-16,0 0-1 0,0 0 0 15,1 1 0-15,0-1 0 16,0 0 0-16,2 1 0 16,0-1 1-16,-1 0-1 0,1 0 0 15,1 0 1-15,1 0 2 16,-1 0 3-16,-1-1-1 15,0-2 0-15,-2 3-1 16,0-3 0-16,-1 3-2 16,-2 0 0-16,-1 0-1 15,1-2 0-15,-4 2 1 0,2 0-2 16,-2 0 0-16,1 0 0 16,-2 0 0-16,-1 0-4 15,-1 0-35-15,1 0-67 16</inkml:trace>
  <inkml:trace contextRef="#ctx0" brushRef="#br0" timeOffset="17399.8">2767 14986 123 0,'0'0'75'0,"0"0"-49"0,0-1-12 0,0 0-8 16,0-1-2-16,0 2 0 16,0-1 0-16,-3-1-1 15,0 2 2-15,1 0-4 0,-1 0 0 16,-2 0 1-16,-1 0-2 15,-2 0-1-15,0 0 2 16,1 0-1-16,-1 2 0 16,0 1 2-16,0 0-1 15,0 1-1-15,2 1 0 0,1-1 0 16,0-1 0-16,-1 3 0 16,3-3 0-16,0 2 0 0,0 1 0 15,3 0 0-15,-2 0 0 16,1-1 0-16,1 2-1 15,0-2-1-15,0 0-1 16,0 1-1-16,0-1-3 16,1-1 1-16,4-1 2 15,0 0 2-15,1-2 2 0,0 0 1 16,2-1 4-16,1 0-2 16,1 0-1-1,0 0 0-15,0-2-1 0,0-1 0 0,0-2-1 16,0 3 0-1,-2-3 1-15,1 1-1 0,-3-1 1 16,0 2 2-16,-3-3 3 0,0 1 0 31,-1 1 0-31,-2-1 4 0,0-1-3 16,0 1-2-16,0-1-3 16,0 1 0-16,0-3-2 0,0 1 1 0,-5 1-1 31,0 0 1-31,0 0 0 0,0 1 1 15,0 1-1-15,-2 1 2 16,1 0-1-16,0-1 1 16,0 2-2-16,0 0 1 15,3 1 0-15,-2-1-1 0,2 1-1 0,-2 0 0 32,1-1 1-32,0 0-1 15,-3 1 3-15,1-1-3 0,0 1 2 16,-1 0 0-16,1 0 0 15,1 0-1-15,-2 1 0 16,2-1 0-16,0 1-1 0,0 0 1 16,0 0-1-16,1 0 0 15,0 0 0-15,0 0 0 16,1 0 0-16,1 0 0 16,-1 0-1-16,2 3 0 0,0 1-13 15,1-1-21-15,0 0-23 16,0-2-38-1</inkml:trace>
  <inkml:trace contextRef="#ctx0" brushRef="#br0" timeOffset="18446.12">2897 14928 54 0,'-2'3'37'0,"0"0"-32"0,1 1 0 0,-1-1 1 15,1 2 0-15,-1-1 1 16,0 1 5-16,1 1 5 16,1-3 10-16,0 2 1 0,0-1-14 15,0 2-1-15,0-3-6 16,1 2-3-16,3-1-1 15,0 2 0-15,2-3-2 16,0 0 0-16,1 0 0 0,1 0 2 16,3-3 7-1,-3 0-2-15,4 0-2 0,-1 0-2 0,1 0-2 16,0 0 0 0,1-2-2-16,-2-2 2 15,1 0-1-15,-1-1-1 16,-4-1 1-16,1 0-1 0,-1 0 2 0,-4 1 1 15,0-2 5 1,0 0-2-16,-3 0-2 0,3 0 0 16,-2 0-3-16,-1-1 0 15,0 4-1-15,0-1 0 16,0 2-1 0,0 0 0-16,0 3-3 15,0 0 8-15,0 0-4 0,0 0 1 0,0 0-2 16,0 0 0-16,0 5 1 15,0 2 0-15,0-1 0 0,-1 2 0 16,-2-1 0 0,2 2 0-16,-1 1 1 0,2-1-1 15,-2 1 0-15,1 0 0 16,1 1 0 0,0 0 0-16,0 0 0 15,0 2 1-15,0-1-2 16,0 1 2-16,0 0-1 0,0 0 1 15,1-1-2-15,1 1 2 16,-2-3 0-16,0 0-1 16,0-1 0-16,0-3 0 0,-2-1 0 15,-2 1-3 1,-3-2 2-16,-2-1 7 0,0-1-1 16,-2 1 2-16,-1-3-4 0,-1 0-3 15,0 0 1-15,0 0-1 16,1 0 0-16,-2 0 2 15,4 0-2 1,0 0 0-16,2 0-16 0,2-5-43 0,2-3-59 16</inkml:trace>
  <inkml:trace contextRef="#ctx0" brushRef="#br0" timeOffset="19232.46">2931 14832 150 0,'0'0'13'0,"0"0"11"0,0 0-11 16,0 0 0-16,0 0-3 16,0 0 4-16,0 0-2 15,0 0-2-15,0 0 7 0,0 0-3 16,0 0-7-16,0 0-5 16,0 0-2-16,0 0 0 0,6-13 2 15,-5 10-2-15,0-1 0 16,1-1 1-1,-1 1-1-15,2 0 1 16,-1-1 0-16,0 0 0 0,2 0-1 16,-1-1 0-16,-2 1 1 0,1 0-1 15,1 1 2-15,-1-1-1 16,-1 1 0 0,-1 0 0-16,2 1 0 15,-2 0-1-15,1-1 1 0,-1 3 1 0,0-1 1 16,1 1 3-16,1 0 3 15,-2 1-3-15,0-1-3 16,1 1-3-16,-1 0 0 16,0 0 0-16,2 0 0 15,0 0-1-15,-1 0 0 16,1 0 1-16,2 0 0 0,-1 0 0 16,0 1 0-1,2 2 0-15,0-1 0 0,-1 3 0 16,0 0 0-16,2 1-1 15,-2 1 1-15,1 0 0 0,1 1 1 16,-1 2-2-16,-1-2 1 16,4 2 0-1,-4 0-6-15,2-3-23 0,-3-2-34 0,0-2-112 32</inkml:trace>
  <inkml:trace contextRef="#ctx0" brushRef="#br0" timeOffset="20574.75">3568 14566 250 0,'1'0'51'0,"-1"0"-27"0,0 0-14 0,0 0-8 16,0 0-1-16,0 0 0 15,0 0-1-15,0 0 0 0,0 0 0 0,2 0-9 16,-1 0-26 0,4 0-15-16,-1 0-79 0</inkml:trace>
  <inkml:trace contextRef="#ctx0" brushRef="#br0" timeOffset="21744.07">4188 14328 119 0,'0'0'9'0,"0"0"8"0,0 0 3 0,0 0 3 15,0 0-16 1,0 0-6-16,0 0-1 0,0 0 2 15,0 0 4-15,0 0 7 16,0 0 1-16,-11 0 2 0,5 0-8 16,-1 0-4-1,-2 2-4-15,-2 1 0 0,2 0 0 16,-1 1-1 0,1 2 4-16,2 0-3 0,0 0 1 0,1-1-1 15,2 0 0-15,1 0 2 16,1 2-2-16,2-2 0 15,0 1-2-15,0-1-1 16,0 0 8 0,3 0-4-16,1 1 1 0,2-3-1 0,2 1-1 15,-1-2 1 1,1 0-1-16,1-1 2 16,0-1-2-16,1 0 3 0,-3 0-3 0,0 0 1 15,2 0-1 1,-2 0 0-16,0-3 1 15,-1 0 0-15,1-1 0 0,-1-1 2 0,0-1 1 16,-2 0 5-16,2 0-2 16,-2-3-5-1,2 0-1 1,-3 1-1-16,-1-2 1 16,0 1 0-16,-2-1-2 15,0 2 2-15,0-1 1 0,0 0 0 16,-4 1 5-16,1 1 1 15,-2-1-1-15,0 1-4 16,0 1-3-16,0-1 2 16,-1 2 1-16,0 0-3 0,-1 1 0 15,2 1 2-15,-1-2 0 16,-2 1 1-16,2 0 3 16,-1 0 2-16,0 0 0 15,-1 1-1-15,0 0-4 16,0-1-3-16,0 2-2 0,2 1 2 15,0 1 1-15,-1 0-1 16,2 0-1-16,0 0 1 16,1 0-7-16,0 0-7 15,0 2-2-15,0 1-2 0,1 0-5 16,0-1-12-16,1 0-28 16,2-2-48-16</inkml:trace>
  <inkml:trace contextRef="#ctx0" brushRef="#br0" timeOffset="22684.17">4330 14222 124 0,'0'0'52'0,"0"0"-46"0,0 0-5 0,0 0 0 16,0 0-3-16,0 0-1 16,0 0 1-1,0 0 2-15,0 0 2 16,7 29-2-16,-7-24 5 0,0 3 0 16,-2-1 2-1,2 1-3-15,0-1-1 0,0 1 0 0,0 0 0 16,0 0-2-1,4-1 1-15,-1 1 0 0,3-3 0 0,1 0-3 16,2-2 3-16,-1-1 2 16,3 1 1-1,-1-3 1 1,-1 0-2-16,3 0-2 0,0 0-1 16,-2 0 0-16,1-1 1 15,0-3-2-15,-4 0 1 16,2-1 0-16,-2-1 4 15,-2 1 0-15,0-3 0 0,-2 3 4 16,-2-1-1-16,-1-1-3 16,0 2-2-16,0 1 1 15,0 0 1-15,0 2-1 16,0-1 0-16,0 1-3 0,0 2-1 16,0-1 0-16,-1 1 1 15,1 0 0-15,0 0-3 16,0 0-1-16,-2 0 2 15,2 3 0-15,-1 3 1 0,-1-1-2 16,2 2 4-16,-1-1-2 16,1 3 0-16,-2 0 0 15,1 0 0-15,0 3 0 16,0 0 0-16,1 0 0 16,0 0 0-16,0-1 0 0,0 1 0 15,0-2 0-15,0 2-2 16,0-1 4-16,0 1-2 15,2-2 0-15,1 1 1 16,-2-1 0-16,1 1-1 16,-2-2 0-16,0-1 2 0,0 0-4 15,0-1 1-15,-2-2 0 16,-2-2 1-16,-1 1-4 16,-4-3 6-16,0 2 2 15,0-3 2-15,-2 0-4 16,0 0 3-16,-1 0-4 0,1 0 1 15,-1-4-6-15,2-1-43 16,1-2-37 0</inkml:trace>
  <inkml:trace contextRef="#ctx0" brushRef="#br0" timeOffset="23377.31">4424 14152 70 0,'0'0'38'0,"0"0"-33"0,0 0-3 0,0 0 6 15,0 0 24-15,0 0 0 16,0 0-1-16,0 0-1 16,0 0 1-16,0 0-9 0,0 0-12 15,0 0 2 1,0 0-4-16,0 0-5 0,0-12-2 15,0 7 1 1,0 2-1-16,0-2 0 0,0 0 0 16,0 0 1-16,0 0 1 15,2-1 0-15,-1 1-1 16,1 1-1-16,0-1-1 0,-1 3 0 16,-1-1-1-1,3 2 0-15,0 0 0 0,0 1 1 0,-1 0-1 16,4 0 1-16,-2 0-1 15,2 0 0 1,-1 4 1-16,0 1 0 0,1 1-1 16,0 0 1-1,-1 3 0-15,1 0-2 0,2 2 2 0,-3 2 2 16,4 0-5 0,-1 2-18-16,0-1-35 0,-2 1-45 0</inkml:trace>
  <inkml:trace contextRef="#ctx0" brushRef="#br0" timeOffset="24198.37">4077 14677 150 0,'0'0'9'0,"0"0"4"0,0 0-7 0,0 0 3 16,0 0 0-1,0 0 7-15,0 0-1 0,0 0-4 16,0 0-5 0,0 0-3-16,0 0-3 15,0 0 1-15,35 0-1 0,-27 0-1 0,4 0-1 16,0 0 1-16,-1 0 2 16,5 0-1-1,-1 0 0-15,3-1 0 16,3-1 0-16,1 0 0 15,4-1 2-15,0 1-2 16,2 0 1-16,0 0 1 0,0 0 4 16,1 1 2-16,-3-1-7 0,0 2 0 0,-2-2-1 31,-4 0 0-31,0 1 1 16,-3 0-1-16,-2 1 0 15,-2-2 0-15,-1 1 0 0,-2 1 1 16,-2 0 0-16,-1 0 0 15,1 0-1-15,-4 0 0 16,-1 0-2-16,-3 0-25 16,0 3-49-16,0-3-31 15</inkml:trace>
  <inkml:trace contextRef="#ctx0" brushRef="#br0" timeOffset="75739.25">4196 15057 87 0,'0'0'55'31,"2"0"-26"-31,-2 0-7 0,0 0-3 0,0 0-7 16,0 0-4-16,0 0 3 16,0-1 3-16,0 1 4 0,0-2-4 15,0 2-6-15,0 0 0 16,-3-2-8-16,2 2-3 16,-2-1 3-16,0 1 3 15,-1 0-1-15,1 0-1 0,-1 0-1 16,-2 1 1-16,0 2-1 15,2 1 0-15,-2 0 0 16,0 1-1-16,1 2 0 16,0-1-1-16,1 1 1 15,1 0-1-15,0-2-1 0,1 3 1 16,-1-1 0-16,2-1 1 16,1-1-1-16,0 1 0 15,0-1 0-15,0-1 3 16,0 2-2-16,0-2 1 0,0 1 0 15,4 0-4-15,0-1 6 16,-1-1-7-16,1 0 6 16,0 0 2-16,1-3 4 15,-1 0-2-15,1 0 1 16,0 0-2-16,-2 0-1 0,2 0-1 16,-2 0-1-16,2 0 1 15,-1 0-2-15,0-3 1 16,0 0 0-16,1-1 3 0,-1-1 1 15,1 2-1-15,-2-2-1 16,1 0-1 0,-1-1-1-16,0 0 1 0,-2-1-2 0,1 0 2 15,1 1-1 1,-2-2-1-16,1 0 1 0,-2 1 1 16,1-1-1-1,-1 0-5-15,0-1 1 16,0 0 0-16,0 3 0 0,-3-3 2 0,-3 4 2 15,3-1 2-15,-1-1 1 16,0 2 2-16,-1-2-2 16,0 4-3-16,1-3-1 15,-1 2 1-15,1-1 0 0,-1 2-4 32,1-1 3-32,-2 1 0 15,2 1 2-15,-1-1-4 0,1 3 4 0,2-3-1 16,-2 1-2-1,-1 2-1-15,2-1 3 16,0 1-1-16,-3 0 0 16,3 0-2-16,-3 0-6 0,2 0-5 15,-1 0 1-15,2 0-11 16,1 0-24-16,1 0-86 16</inkml:trace>
  <inkml:trace contextRef="#ctx0" brushRef="#br0" timeOffset="94307.43">5111 14609 240 0,'-1'0'17'0,"-1"0"5"0,1 0 3 0,0 0 1 15,1 0-7-15,-1 0-5 16,1 0-9-16,0 0-5 15,0 0-2-15,0 2-7 16,0-1-24-16,0-1-22 0,0 0-128 16</inkml:trace>
  <inkml:trace contextRef="#ctx0" brushRef="#br0" timeOffset="95399.06">5525 14398 95 0,'0'0'72'0,"0"0"-44"0,0 0-2 0,0 0-2 16,0 0-10-16,0 0-5 15,0 0 3-15,0 0 0 16,0 0-3-16,0 0 3 0,-4-20-1 16,-1 19-9-1,1 0 2-15,-2 1-4 0,-2 0-4 16,0 0 8-16,1 0-1 15,-3 2-5-15,1 3 4 16,2 1 0-16,0-2-2 0,0 1 0 16,2 1-2-16,0 1 2 15,2-1-2-15,1 1 1 16,0 1-3-16,1-1 1 16,1-1-1-16,0 0-3 15,0 0 1-15,2-1-2 0,2-1 4 16,3 0 4-16,-2-2 7 15,2 1-6-15,-1 0 0 16,1-3 0-16,0 0-1 16,-1 0 1-16,0 0 0 0,-1 0 2 15,2 0-1-15,-4-2 3 16,2-2 0-16,-1-1 7 16,0 0 1-16,1 0-3 15,-1-3-3-15,-1 1-2 0,2 1-3 16,-4-3-1-1,3 1 0-15,-3 0-1 0,3-2 2 16,-3 2-4-16,0-3 2 16,1 0 0-16,-2 1 0 0,0-2 2 15,0 1-4-15,0 1 0 16,0-1 2 0,-6 1 1-16,1 2 0 0,0 0 1 0,-2 1-1 31,1 2-1-31,-1 0 0 0,-1 0 2 15,1 1-1-15,0 2 0 0,0 0-3 16,1 0 4 0,-1 2 0-16,1 0-2 0,1 0 1 0,0 0-3 31,-1 0-1-31,3 0-5 0,-1 0 2 16,1 0-7-16,0 0-4 0,1 3-6 15,1-1-20-15,1-2-65 0</inkml:trace>
  <inkml:trace contextRef="#ctx0" brushRef="#br0" timeOffset="123627.43">5377 14665 62 0,'-3'0'16'0,"1"0"-2"0,1 0-6 15,1 0-5-15,0 0 4 16,-2 0 7-16,2 0-2 16,0 0 0-16,0 0 6 0,0 0-5 15,0 0-5-15,0 0 3 16,0 0-5-16,0 0 0 15,0 0 0-15,0 0 0 0,0 0-2 16,0 0 4-16,0 0-3 16,0 0 0-16,0 0 0 15,0 0-5-15,0 0 0 16,0 0-5-16,0 0 1 16,0 0 4-16,0 0 0 0,0 0 0 15,0 0 0-15,2 0-1 16,0 0 1-16,2 0-1 15,-3 0 2-15,2 0-1 0,-1 0 1 16,1 1-2-16,2 0 1 16,-3-1 1-1,3 0-2-15,0 0 1 16,0 0 0-16,0 0-4 0,0 0 8 0,1 0-4 16,0 0 5-16,-1 0-4 15,3 0 1 1,-2 0-1-16,0 0 0 0,0 0-1 0,2 0 1 15,-2 0-1-15,1 0 0 16,1 0 0 0,1 0-1-16,-1 0 2 0,1 0-1 0,0 0 0 31,1 0 0-31,-1 0 0 16,-1 0 0-16,0 0 0 15,1 0 0-15,0-1 0 16,0 0 0-16,0 1 0 0,-1 0 0 15,1 0 0-15,-2 0 1 16,2 0-1-16,-2 0-1 16,1 0 1-16,-1 0 0 0,0 0 0 15,0 0 0-15,-1 0 0 16,3 0-1-16,-3 0 1 16,2 0 0-16,0 0 0 15,1 0 0-15,-2 0 0 0,2 0 1 16,1 0-6-16,-2 0 8 15,2 0-1-15,-1 0 0 16,1 0-2-16,-1 0 1 16,2 0-1-16,-3 0 0 15,2 0 1-15,-1 0-1 16,0 0 0-16,0 0 0 16,0 0 0-16,0 0 1 0,1 0-1 0,0 0 0 15,1 0 0 1,-2 0 0-16,2 0 0 15,-1-1 1-15,1 0 0 0,-1 1 1 0,1 0 1 32,0 0-1-32,-1 0-10 15,1 0 16-15,-1 0-7 0,3 0 0 0,-2 0 0 16,1 0-1-16,0 0 0 16,0 0 0-16,0 0 0 0,3 0 0 15,-2 0-1 1,1 0 3-16,2 0-2 15,-2 0 0-15,1 0 0 0,0 0 0 0,-3 0 0 32,1 0 0-32,0 0 0 15,-1-1 0-15,-2 1 1 16,0-1-1-16,0 0 0 16,0 1 1-16,0 0-1 0,1-1 0 15,-3 0 1-15,-1 1 2 16,2-1 2-16,-2 0 1 0,0 0 1 15,0 1 0-15,1-1 0 16,-3 1-2-16,0 0-1 16,-2 0-2-16,1 0-1 15,-1 0-1-15,-1 0 2 0,-2 0-5 16,2 0-8-16,-2 0-13 16,0 0-33-1,0 0-73-15</inkml:trace>
  <inkml:trace contextRef="#ctx0" brushRef="#br0" timeOffset="145455.5">5832 15006 85 0,'1'0'36'0,"-1"0"2"0,0-1-10 16,0-1-7-16,0 2-4 0,0-2 1 0,0 1-2 15,0 0-4-15,0-1-2 16,0-1-2-1,0 0-2-15,0 3-3 16,0-2-2-16,0 1 1 16,0 0-1-16,0 0-5 0,0 0 3 15,-1 1 1-15,-2-1-2 16,-1 1 4-16,1 0-2 16,-3 0 4-16,2 0-3 15,-2 0 0-15,0 0 0 16,0 3 0-16,-3 1-1 15,1 1 1-15,0 2-2 0,-1-3 1 16,-1 4 1-16,1 0-1 16,1 0 0-16,0 0-1 15,1 0 1-15,0 1 0 16,3 0 0-16,-2 1-1 0,3-2 0 16,1-1-1-16,0 1 0 15,2-3 0-15,0 0 0 16,0 1-1-16,4-2 0 15,1 1 4-15,2-2 2 16,-1 0 1-16,5-3-3 0,-4 2 2 16,2-2-2-16,1 0-1 15,0 0 1-15,0 0 0 16,-1 0-1-16,-1-2 1 0,1-1 0 16,-3-2 3-1,2 0 3-15,0-1-2 0,-4-1 0 16,1 0 8-16,-2 1-2 15,0-1-5-15,0-1 1 16,0 1-2-16,-1-1 0 0,-1 2-2 16,-1-3-2-16,1 2 1 15,1 0 0-15,-2-1-1 16,0 0-1-16,0-1 1 16,0 3 0-16,0-3 0 15,0 2 0-15,0-1-3 0,-2 2 4 16,0 0 0-16,-3-2 0 15,-1 1 3-15,0-1-2 16,3 1-1-16,-5-1 3 0,4 1-2 16,-2-1-2-16,2 2 1 15,-1 0-1 1,2 0 0-16,-1 3 0 16,0-2-1-16,1 3 0 0,0-1-8 0,-1 1 2 15,0 2 1-15,-3 0-11 16,3 0-3-1,-2 0 2-15,1 0-1 0,-2 0 1 0,5 2-9 16,-1 0-26-16,2-2-85 31</inkml:trace>
  <inkml:trace contextRef="#ctx0" brushRef="#br0" timeOffset="146728.41">5989 14906 8 0,'-1'0'89'0,"-1"0"-79"0,2 0 13 15,0 0 1-15,-1 0-3 16,1 0 6 0,-2-1 2-16,2 0-9 0,-1 1-9 0,-1 0-2 15,2 0-2-15,0 0-4 16,0 0 0-1,0 0-1-15,0 0 1 0,0 0-1 0,0-2 0 16,0 2 0-16,0 0 1 16,0 0 0-1,0 0-2-15,0 0-1 0,0 0 0 0,0 0 0 32,0 0-1-32,0 0 1 15,0 2-2-15,-2 0 2 16,2 4 0-16,-1 0 0 0,-2 1-1 15,0 1 1-15,2 0 0 16,0-1 0-16,0 0 0 16,-1 1 0-16,1-2 0 15,1 1 0-15,0 0 0 0,0-1 0 16,0 2-1-16,0-2 1 16,0 0 0-16,0-1-3 15,0 0 1-15,3-1 0 16,-1-2 0-16,2 0 4 0,2 0 0 15,-3-1-2-15,2-1 3 16,-1 0 1-16,4 0 0 16,-3 0-2-16,1 0 1 15,1-1 1-15,-2-1 2 0,0-2 1 16,1-1 0-16,0 1-1 16,-3-1 0-1,3-1-3-15,-3 0 0 0,0 0-1 0,0 2-1 16,-1-1 1-16,-1-1-1 15,1 3-1-15,-1 0 1 16,-1 0-2-16,0 1-2 16,0 1-1-16,0 0-3 0,0 0 2 15,0 0 3 1,0 1-1-16,0 0-3 16,0 0-2-16,0 0 2 0,0 5 5 15,1 0 1-15,1 0 0 16,0 1 0-1,-1 1 0-15,2 0 0 0,1-2-1 0,2 1 0 16,-1-1-1-16,1-1 1 16,2-1 1-1,0 0 0-15,0-2 0 0,0 0 1 0,1-1 0 16,1 0 0-16,-1 0 2 16,0 0 1-1,-3-1 1-15,0-2-1 16,1 0 2-16,-2 0-2 15,-1-2 2-15,-1 2 1 0,0-2 0 16,-1 0 1 0,0-2-1-16,-1 2 0 0,1-3-1 0,-2 1 1 15,0-1-1 1,0 0-2-16,0-1 2 16,0 0-1-16,0 0-1 15,0-1 0-15,-2 2-5 16,-1 1 4-16,1-1 1 15,-1 3-4-15,0 0 0 0,-1 0-2 16,3 2 0-16,-3 2-3 16,3 1-13-16,-2 0-19 15,0 0-5-15,0 0-25 0,2 1-83 0</inkml:trace>
  <inkml:trace contextRef="#ctx0" brushRef="#br0" timeOffset="148165.87">6302 15047 41 0,'-1'0'94'0,"1"0"-63"0,-1 0 6 0,1 0-17 16,0-2-8-16,-2-1-3 0,2 1 2 0,0 0 1 15,0-1-1 1,0 0-5-16,0-2-5 16,0 2-1-16,3-1 1 0,1 1-1 0,1 1-2 31,0-1-1-31,-1 0 2 16,2 3-2-16,0 0 4 0,0 0-2 0,-1 0-2 15,2 0 3-15,-4 0 0 16,3 0 1-1,-2 0-1-15,1 3 0 16,-2 1 0-16,0-1 0 16,-2 1-1-16,1 0 1 15,-1 0-3-15,-1 0 2 0,0 1-1 0,0-1 1 0,-2 1 0 32,-1 0 3-32,0-2-2 15,-4 2 0-15,3-1-1 16,0 0 0-16,0 1 4 15,0-2-1-15,-1-1 1 0,2 2-3 16,0-1 0-16,-1 1 1 16,1-2-1-16,0 1 0 15,0 1 0-15,0-1 0 16,2-1 0-16,-1 1 1 0,1 0-1 16,-1 1 1-16,-1-2 0 15,1 2 0-15,-1-1-1 16,0 2 0-16,1-2 1 15,0 2-1-15,-1-1 0 0,0-1 0 16,2 2-1 0,0-3 1-16,1 1 0 0,-1-1-1 15,1 1 0-15,0-1 0 16,0-1 0-16,0 0 1 0,0 0-1 16,0 0-1-16,0-1 4 15,0 0 1-15,1 1-1 16,1-1 0-16,-2 0 1 15,1 0 1-15,1 0 0 0,-2 0 2 16,1 0-2 0,1 0-1-16,-2-2 0 0,2 0-1 15,-1-1 1 1,2 0 0-16,-2 1-1 0,2-1-1 16,-1 2-1-16,1 0 0 0,0 0-1 15,2 0 2-15,-1 1-2 16,1 0 0-1,-2 0-1-15,2 0-2 0,0 0 2 16,1 0 2-16,-2 0-1 0,1 1 0 16,1 1 2-1,-1-2-2-15,-1 1 1 16,0 1 0-16,1-1 0 0,-2 1 0 16,4-2 0-16,-4 3 0 15,1-3 0-15,0 0 1 0,0 0-2 16,-1 0 3-1,-1 0 0-15,0 0 4 16,0 0 2-16,1 0 1 16,-1-3 2-16,-1 0-3 0,1 1-1 0,-2-2-2 15,2 1-1-15,-2-1 2 16,1-2-3-16,-1 1 0 16,0 0 0-1,0-1-3-15,0 1-12 0,0 0-13 0,0 0-6 31,-1 0-27-31,-1 0-147 0</inkml:trace>
  <inkml:trace contextRef="#ctx0" brushRef="#br0" timeOffset="157592.79">2673 15549 113 0,'-4'-1'21'0,"3"0"7"0,0 0 11 15,-1 1-27-15,2-2-2 16,-1 2-2-16,-1 0 2 15,2-1-3-15,-1 1 0 0,1 0 2 16,-2 0-2-16,2 0-2 16,0 0-1-16,0 0-2 15,0-1-1-15,0 1 0 16,0 0 0-16,0 0-1 16,0 0 0-16,0 0-1 0,-2 0 1 15,2 0-1-15,0 0 1 16,-1 1 0-16,1 2 0 15,0-1 0-15,-2 0-1 0,2 3 1 16,0-3 0-16,0 1 0 16,0 1 0-16,0-1 0 15,0 2-1-15,0-1 0 16,0 0 1-16,0 1 0 16,0 0-1-16,2 0 0 15,1 0 0-15,-1-1 0 16,1 0 0-16,1 1 1 0,2 0-1 15,-1 0 1-15,2 0 3 16,-2 0-4-16,2 1 3 0,-1 0-3 16,3-1 2-1,-3 0-1-15,1 0 0 16,1 1 0-16,-1-1 0 0,1 0-2 16,1 0 4-16,-3 0-2 15,5-2-1-15,-4 1 0 0,2-1 1 0,1 0 0 31,-2 0-1-31,3 0 1 0,-3-1 3 0,3-1-3 16,-2-1 0 0,0 1 0-16,1-1 0 0,-2 0-1 15,3 0 2-15,-1 0 0 0,0 0 1 32,0-1-2-32,-1 0 1 15,0-1 0-15,-2 2 0 16,-1-3-1-16,3 1 1 0,-4 1-1 15,-1-2 3-15,2 0-2 16,-1 2 2-16,2-2-1 0,-3-1 1 0,3 0-2 16,0-1 0-1,1 0 1-15,0 2-1 0,1-2 0 0,-1-1-1 32,1 3 1-32,-2-3 1 15,2 0 1-15,0 0-1 16,1 0 0-16,0-1 0 15,2 1-1-15,-1 0 0 16,1 0-1-16,-2-1 1 0,4 2-1 16,-2 0 1-16,1-1-1 15,-1 1 1-15,0 0-2 16,3 0 2-16,-3-1-1 16,1 0 0-16,0 1 1 0,2 1 2 15,-1-1-2-15,0 0 0 16,1 0 3-16,0 0-4 15,-1 2 1-15,1-1 0 16,1 1-2-16,-2 1 2 0,2 0-1 16,-2-1 1-16,2 2 0 15,-1 0 0-15,2 1-2 0,-1-1 3 16,2 1-1 0,1 0 0-16,0 0-1 0,3 0 1 15,-3 0-1 1,3 0 1-16,-2 2-1 0,2 1 0 15,-3 2 0-15,2-2 0 0,0 3 0 16,-1-2 1-16,0 1-1 16,0 1 0-1,-3 0 0-15,-1 0 0 0,-2 0 0 16,-1 0 0-16,-2 1-1 0,-3-1 2 16,0 2-2-16,-1-1 2 15,-2 1-1 1,-2-2-2-16,-1 1 3 0,1-1 0 15,-2 0 0-15,0-1 1 0,-1-2 0 16,1 1-2-16,0-1 1 16,-1-2-1-16,0-1 0 15,0 0 1-15,0 0 1 16,0 0 3-16,0 0 0 16,0-1-4-16,0-4-5 0,1-2 2 15,2 1 2-15,1 0 1 16,1-2-1-1,0 0-1-15,3 2-1 0,2 0 2 16,2 0-1 0,0 1 0-16,3 2-1 0,0-1 1 0,2 1 1 31,3 1-1-31,-1 1 1 0,3 1 1 16,-1 0-1-16,2 0 0 15,5 0 0-15,-4 0 0 16,3 1 0-16,2 4 0 15,-1 0 0-15,2-1 0 16,-3 2-1-16,2 1 1 0,-3-1 0 0,0 0 0 16,0 1 0-1,0 0 0-15,-1-2 0 0,-2 2 0 0,1-4 0 32,-2 3 1-32,0-3-1 0,-3-2 0 0,3 1 0 15,0-2 1 1,-1 0-1-16,1 0 1 0,-1 0-1 0,0-5 0 31,-1-2 1-31,-1-1-1 16,-2 1 0-16,0-3 1 15,-1 0 0-15,-3-1 1 16,1 0-1-16,-2-3 4 0,0 1-1 16,-4 0-1-16,-1-2 0 15,-4 1 2-15,-1-1 2 16,-2 1 2-16,0 2-2 0,0-1 0 15,-5 2 2-15,-2 1-4 16,0-2-2-16,0 5-5 16,-3-1-2-16,-1 2-12 15,-1 1-35-15,-1 0-27 16</inkml:trace>
  <inkml:trace contextRef="#ctx0" brushRef="#br0" timeOffset="161093.66">3462 15952 228 0,'0'0'39'0,"0"0"-23"0,0 0 0 15,0 0-6-15,0 0-1 0,0-1 3 16,-2 1-4-16,2 0 0 15,0 0-2-15,0 0-4 16,0 0-1-16,0 0-1 16,0 0-1-16,0 0-1 15,0 0 0-15,-1 4 1 16,1 3 1-16,0 0-1 0,0 2 0 16,0-2 0-16,1 1 0 15,2 1 1-15,1 0 0 16,1-2-1-16,1 0-2 15,0-1 1-15,2-1 0 0,0 0-1 16,1-2 1 0,1-2 3-16,2 0 0 0,-1-1-1 15,1 0 0-15,0-2 2 16,2-4-1-16,-3-1 0 0,1-1 0 16,-4 3-1-16,-2-2 2 0,-1-1-1 31,-2 1 3-31,-2 1 2 0,-1-1 3 0,0 2 1 15,0-1 0 1,0 2 0-16,0 1-7 16,0 0-1-16,-1 1 2 15,1-1-1-15,-2 3 2 16,2 0-2-16,0 0-3 16,0 0 0-16,0 0-3 0,0 0 1 0,0 0-7 15,0 0 5 1,0 7 2-16,0-1 1 15,0 3 1-15,0 0 1 16,0 4-1-16,0-2 0 0,0 2 0 16,2 1 0-1,-1 0-1-15,1 1 1 0,-1 0-1 16,1 0-2-16,0 1 4 16,-1-4 1-16,-1 2-2 15,2-2 0-15,-2-1-2 16,0 1 1-16,0-2-2 0,0-1 2 15,-2-2 0-15,1-2-1 16,-4 2-2-16,2-4 4 16,-2-1 6-16,-1-2-5 15,0 0 1-15,1 0 0 16,-3 0 4-16,1-2-2 0,2-4-1 16,-2-1 0-16,0 1 5 15,2-1-1-15,2 0 1 16,1 1-4-16,0-1-3 15,2 2-1-15,0 0-1 0,0 0 1 16,0 2-10-16,4-1-9 16,0 1-16-16,2-3-10 15,-1-1-32-15</inkml:trace>
  <inkml:trace contextRef="#ctx0" brushRef="#br0" timeOffset="161748.46">3506 15821 138 0,'0'0'37'0,"0"0"-11"0,0 0-2 0,0 0 3 0,0 0-10 0,0 0-4 31,0 0-4-31,0 0-2 0,0 0 0 0,0 0 0 16,0 0-1-16,0 0 3 0,0 0 10 31,0-1-2-31,0-1-13 0,0-1-2 0,0-2 5 16,2 2-6-1,-2-2 0-15,1 0 2 0,-1 0-1 0,2-1 0 32,-1 0 0-32,1 1 0 15,-2 0-2-15,3 0-3 16,-1 0 3-16,-1 1 0 16,2 1-1-16,-1 1 1 0,-1 1-1 15,4 0-2-15,-2-1 2 16,-1 2 0-16,3 0 0 15,-2 0-1-15,0 4-2 16,3 3 1-16,-3 2 0 16,2 1 0-16,0 3 3 0,1 1 2 15,-1 0-2-15,2 1-6 16,0-2-19-16,0 1-15 16,1-5-102-16</inkml:trace>
  <inkml:trace contextRef="#ctx0" brushRef="#br0" timeOffset="162211.74">3805 16026 139 0,'0'0'45'0,"0"0"-28"0,0 0 18 16,0 0-6-16,0 0-14 15,0 0-4-15,31 0 2 0,-23 0-5 0,1 0-3 31,0 0-3-31,1 0-2 0,1 0 1 0,-2 0 0 16,2 0-7-16,0 0-28 16,0-3-75-1</inkml:trace>
  <inkml:trace contextRef="#ctx0" brushRef="#br0" timeOffset="163122.97">4044 15927 137 0,'0'0'90'16,"0"0"-69"-16,0 0-16 16,0 0-4-16,0 0-4 15,0 0 9-15,0 0 6 16,0 0-5-16,0 0-2 0,1 22-1 16,-1-16 1-16,0 4-4 15,2-2 0-15,1-2-1 16,0 0 1-16,3 0-4 0,-1-1 4 15,3-3 5-15,0 1-4 16,2-3 2 0,0 0-4-16,1 0 2 0,-2 0-2 15,0 0 1-15,1-4-3 16,-2-2 2-16,-1 2 0 0,0-2 1 16,-3-2-1-16,0 2 1 15,-1-1 0-15,-3-1 2 16,0 1 0-16,0-1 2 15,0 2-2-15,0-1 2 0,0 1 0 16,-3 3 0 0,2 0-1-16,-2 0 1 0,3 1-4 15,-1 2-1 1,1 0 0-16,0 0 1 0,0 0-3 16,0 2 1-16,0 5-1 0,0-1 2 15,0 4 0 1,0 0 0-16,0 0-1 15,0 2 1-15,0-1 0 16,0 2 0-16,0 0-1 0,0 0 1 16,1-1 0-16,0 0-1 0,2 1 1 0,-1 1 0 31,-1-1 0-31,2 1 0 0,-1-2 1 0,1 3 0 31,-2-3 0-31,1-1 2 0,-2-1-2 16,0 1 0-16,0-1 0 15,0-2-1-15,0-1-1 16,-3-1 2-16,-2-2-4 16,-1-1 2-16,-1-1 4 15,1-2-2-15,-1 0 3 0,2 0-2 16,-1 0 0-16,-1-5-2 16,1 0 1-16,3 0-2 15,-2-2 2-15,2 1-1 16,3-2-1-16,0 0 4 15,0 0 3-15,0 0-1 0,0-1 0 16,3 3-4-16,2-1 1 16,0 1-2-16,2 1 0 15,0-1-1-15,-1 0 1 16,3 0-3-16,0-1-37 16,1-2-43-16</inkml:trace>
  <inkml:trace contextRef="#ctx0" brushRef="#br0" timeOffset="-193415.3">5764 11259 159 0,'0'3'-11'0,"0"0"5"0,0 0 10 0,0 1-3 0,0 0-1 16,0 0 1-1,0 0-1-15,1 0 0 16,-1-1-1-16,0 1-18 16,0-1-27-16</inkml:trace>
  <inkml:trace contextRef="#ctx0" brushRef="#br0" timeOffset="-192902.61">5872 11271 67 0,'0'0'19'0,"0"0"-6"0,0 0 12 16,0 0 4 0,0 0-4-16,0 0-8 0,0 0-3 15,0 0-7-15,22 1-2 16,-17-1 5-16,-2 0-5 0,3 0-3 16,-4 0 0-16,1-1 0 15,0-2-1-15,-1 1 0 16,0-1 2-16,-2 0-2 0,0 0-1 15,0 1-3 1,0-3-3-16,-2 4-2 0,-2 0 4 16,-2 0 12-1,-2 1-7-15,2 0 0 16,-1 0 0-16,-2 3 0 16,3 3 0-16,1-1 1 0,2 0-1 15,0 1-1-15,3-1 0 0,0 1 0 0,0-3 0 31,0 1 0-31,3-1 5 16,4-1 0-16,-3-1-3 16,3 1 0-16,0-2 0 15,0 0-2-15,-2 0-35 0,-1 0-78 16</inkml:trace>
  <inkml:trace contextRef="#ctx0" brushRef="#br0" timeOffset="-192740.67">5779 11202 262 0,'0'0'3'0,"0"0"-4"0,0 0-12 0,0 0-61 0</inkml:trace>
  <inkml:trace contextRef="#ctx0" brushRef="#br0" timeOffset="-191836.37">6352 11233 175 0,'0'0'10'0,"0"0"-10"31,0 0 1-31,0 0 2 0,0 0 1 0,0 0-1 0,0 0-8 31,0 0 12-31,0 0 3 16,0 20-7-16,-3-16-1 16,1 0 0-16,-2 0-1 15,2-1 1-15,1 0 1 16,-2 0-1-16,-1 0 0 0,1-1 1 16,-2 0 3-16,-1 0 0 15,0-1-2-15,1-1 1 16,-3 0-3-16,-3 0-2 15,0 0 1-15,-1 0-2 16,-1 0 0-16,0 0-1 0,0-3 3 16,2-1-1-16,3 0 1 15,-1 2-2-15,4-3 2 16,1 0 0-16,2 2 0 16,2-2-5-16,0 0-4 15,0 1 9-15,5 0 1 0,0-1 3 16,2 1-5-16,1 1 2 15,-1 0-2-15,1 0 2 16,2 1-3-16,-4-1 2 0,3 1-1 16,0 1 0-16,-1-1 1 15,2 0-2-15,-4 1 1 16,3 0 0-16,0 0-1 16,-1-1 1-16,1 2-1 0,0 0 1 15,-1 0 2 1,1 0-2-16,-1 0 2 15,1 0 0-15,0 0-1 0,0 0 0 0,3 0 0 16,-3 0 4-16,1 0-2 16,-1 0 5-16,-1-1 0 15,1 1-2-15,-3-2-1 16,1 2 4 0,0 0-4-16,-2 0-4 0,0-2 0 0,-2 1-2 15,0 1-24 1,0-3-61-16</inkml:trace>
  <inkml:trace contextRef="#ctx0" brushRef="#br0" timeOffset="-191281.34">6760 11084 34 0,'0'0'105'0,"0"0"-94"0,0 0-1 16,0 0 1-16,0 0-5 16,-30 1-1-16,24 2 1 15,0 0 2-15,-3 1 1 0,-1 1 2 16,1 3-5-16,-1 0-2 15,-1 2-1-15,-1 1-1 16,0 3-2-16,-1 0 1 16,2 1 1-16,0 1-1 0,2 1 1 15,1 0 2-15,3 0 0 16,0-2 0 0,1 1-1-16,3-1 0 0,1 0-2 15,0-1 1-15,0-2-1 0,5 0 4 16,2-1-5-1,3-1 1-15,0-1 4 0,1 0-1 16,3-1-1-16,1-4-1 16,0-1-13-16,0-3-71 15</inkml:trace>
  <inkml:trace contextRef="#ctx0" brushRef="#br0" timeOffset="-190511.37">6794 11250 158 0,'0'0'19'0,"0"0"-4"0,0 0 3 0,0 0 8 0,0 0-9 15,0 0-13-15,0 0-4 16,0 0-3-16,0 0 4 0,0 0 6 16,11 0 1-1,-2-2-4-15,1 1-1 0,1 1 0 16,0-3-1-16,1 1 0 0,0 0 0 15,1 0 0-15,0 1 0 16,0-1 0-16,-2 2-1 16,0 0-1-1,0-2 0-15,-2 2 1 0,-2 0-1 0,2 0 0 16,-5 0 0-16,1 0-1 16,-2 2 1-16,-2 1-1 15,-1 4 0 1,0 1-1-16,0 0 3 15,-4 2-1-15,-4-1 1 0,2 0 0 16,-1 0-1-16,2 1 1 16,-3-2-1-16,3 1 1 15,-1-2-1-15,2 2 0 0,-3-2 0 0,3 2 1 32,0-2-1-32,0-1 0 15,1-1 0-15,2 0 0 0,-2 0 0 16,3-1 0-16,0 0 0 15,0-2-1-15,0 0 1 16,0 1-2-16,0-3 0 16,3 2 1-16,1-2 2 0,1 1 3 15,0-1-1-15,2 0-1 16,-1 0 3-16,1 0 1 16,0 0 0-16,0 0-2 15,1 0 1-15,0 0 1 0,0 0 0 16,-2 0-4-16,2 0-1 15,-1 0 0-15,-2-1-2 16,2 1 2-16,-4-2-1 16,0 2 0-16,0 0-11 0,-3-3-16 15,0 1-9 1,0-1-92-16</inkml:trace>
  <inkml:trace contextRef="#ctx0" brushRef="#br0" timeOffset="-190102.7">6843 11322 31 0,'0'0'98'0,"0"0"-86"0,0 0 0 0,0 0 2 16,0 0-3-16,30 0-3 15,-23-2 4-15,2 1 0 16,0-2 5-16,0 3 1 16,0-2-8-16,2 1-1 0,-1 0-4 15,0 0-2-15,0 0-3 16,-2 1 2-16,1-1-6 16,-1 1-23-16,-2-1-41 0,-1-1-56 15</inkml:trace>
  <inkml:trace contextRef="#ctx0" brushRef="#br0" timeOffset="-188106.87">7228 11048 92 0,'0'0'29'0,"0"0"-20"0,0 0 14 0,27 1 4 0,-19 1-8 32,1-1 3-32,-1 2-8 0,0 0-6 15,3 0 2-15,-3 2-2 0,3-1-5 0,-3 2-1 31,0 1-1-31,2-2-1 16,-2 4 1-16,-1-3-1 16,0 2 0-16,-1 2 1 0,-2-2-1 15,1 1 2-15,-3 0 1 16,1 1-2-16,-2 0 2 16,0 2-1-16,-1-1 0 15,0 1-1-15,0 0 2 0,-3 0 0 16,0 0-2-16,0 0 0 15,-1 1 0-15,0-2 1 16,1 1-1-16,-1-2 1 16,0 0-2-16,1-2 2 15,-1 2 0-15,2-3 0 0,-3 1-2 16,2-1 2-16,-1 2-2 16,0-3 1-16,2 0-1 15,1-1 1-15,-2-1 1 0,1 0-2 16,1-2 2-16,1 1 3 15,-3 0 1 1,2-1 2-16,0 0-4 0,-1-1-1 16,2 1 1-16,-1 0-3 15,-3-2 1-15,1 3-1 0,1-1 0 16,-1 1-2-16,-3-1-13 16,0-1-47-16,-1-1-77 15</inkml:trace>
  <inkml:trace contextRef="#ctx0" brushRef="#br0" timeOffset="-153448.95">7014 11044 56 0,'0'0'11'0,"0"0"8"0,0 0-3 15,0 0-1-15,0 0 2 16,0 0 10-16,0 0-10 16,0 0-6-16,0 0 2 0,0 0 2 15,0 0-3 1,0 0-6-16,0 0 2 0,0 0 5 15,-4 0-1-15,4 0-4 16,0 0-3-16,-1 0-1 0,-1 0 0 16,1 0 0-16,-1 0 1 15,0 0-4-15,0 0 1 16,-1 0-2 0,0 2 1-16,-1-1-1 0,1 0 1 15,-1 2 0-15,1-1-1 16,-1 1 0-16,0 2 1 0,0-2-1 15,3 1 0 1,-1 1 1-16,2 0 0 0,0-2 1 16,0 1 1-16,0 1 0 0,0-1-1 15,3-1 1-15,0 0-3 16,2 0 0-16,-2 0 1 16,0 0 0-1,2-1-1-15,-2 1-10 0,0-1-14 16,1-1-28-16,-2-1-51 15</inkml:trace>
  <inkml:trace contextRef="#ctx0" brushRef="#br0" timeOffset="-152787">7048 11080 12 0,'0'0'75'0,"0"0"-48"0,0 0 1 0,0 0 5 16,0 0 0-16,0 0-13 15,0 0-9-15,0 0-9 16,0 0 0-16,0 0-1 16,0 0-1-16,11-4-1 15,-6 4 7-15,-2-1-1 0,1-1 3 16,0 2-2-16,0 0 0 16,1 0-3-16,1 0-1 15,-3 0 0-15,-2 0-2 0,1 2 2 16,0 1-1-1,-1 0-1-15,-1 0 1 16,0 1-1-16,0-1 1 0,0 1-1 0,0 0 0 16,0 0 0-1,0-1-3-15,0 1 2 0,-4 0 3 16,2-1-1 0,-3-1 2-16,1 0-5 15,2 0 2-15,1-1 2 0,-1-1-2 0,2 2 1 16,0-2-1-1,0 0-3-15,0 0 1 0,0 0 2 16,0 0 6 0,2 0-4-16,1 0 0 0,3 0 1 15,-2 0 1-15,1 0-1 16,0 0 0-16,-1 0 1 16,2 0 0-16,0 0-1 0,-2 0-1 15,0 0-1-15,3 0 0 0,-4 0-1 31,2 0 0-31,-2-2 0 16,-2 2-5-16,0-1-10 0,0-1-20 0,0-1-62 0</inkml:trace>
  <inkml:trace contextRef="#ctx0" brushRef="#br0" timeOffset="-152408.22">7158 11046 132 0,'0'0'20'0,"0"0"-6"0,0 0-8 16,0 0 14-16,0 0 3 0,0 0-2 15,0 0-3-15,0 0-6 16,0 0-4-16,0 0-3 16,30 5-1-16,-26-3 1 15,-1 2-2-15,0 0-1 16,0 1 0-16,0-1 1 0,-2 3-2 16,1-1 2-16,-1 0-1 15,-1 2-1-15,0-2 0 0,0 2 0 16,0 0-1-16,0 0 0 15,-3-1 1-15,-4 1-1 16,1 1 1 0,-4 0 3-16,-4-2-10 0,2 1-93 15</inkml:trace>
  <inkml:trace contextRef="#ctx0" brushRef="#br0" timeOffset="-148984.05">4351 14969 12 0,'-1'0'58'0,"-1"-1"-13"0,-1 0 1 16,2 1 2-16,1 0-14 0,-2-1-13 15,1 1-9 1,0-1 0-16,0 1-3 16,1 0 0-16,-2-1-3 15,2 1-1-15,-2 0-2 0,2 0-2 16,0 0 0-16,0 0-1 16,0 0 0-16,0 0-1 0,0 0 0 15,0 0-3 1,0 0 0-16,0 0 3 0,4 0 2 15,-1 0 3-15,3 0-2 16,1 0 1-16,1 0 0 16,-1 0-2-16,1 0 1 15,1-2 1-15,0 1-3 16,-3 1 1-16,1-2 0 16,0 2 0-16,-3-1-1 15,2 1 1-15,-5 0 0 0,3 0-1 16,-3 0 1-16,2 0-1 15,0 0 1-15,-2 0 0 16,1 0-1-16,-1 0 0 16,0 0 1-16,0 0-1 0,1 0 0 15,-1 0 0-15,-1 0 0 16,2 0 1-16,-2 0-2 16,0 1 1-16,0-1 1 15,0 0-1-15,0 0 0 0,0 0 1 16,0 0-1-16,0 0 0 15,1 0 1-15,-1 0 1 16,0 0-2-16,0 0 1 0,0 0-1 16,0 0 1-1,0 0 0-15,0 0 0 16,0 0 0-16,0 0 0 0,0 0 0 16,0 0 0-16,0 0-1 0,0 0 0 15,0 0 0-15,0 0 0 16,0 0 0-16,0 0-1 15,0 0 1 1,0 0-1-16,0 2 1 0,0-2-2 16,0 0-4-16,3 1 0 0,-3 1-4 15,0-2 3-15,0 2-3 16,0-1-15 0,0-1-40-16,0 0-29 15</inkml:trace>
  <inkml:trace contextRef="#ctx0" brushRef="#br0" timeOffset="-147959.03">4416 14989 19 0,'0'0'107'0,"0"0"-86"0,0 0 7 16,0 0 9 0,0 0-8-16,0 0-12 0,0 0 0 0,0 0-8 15,0 0-2 1,0 0-4-16,0 0-2 16,0 0-3-16,0 0-2 15,0 2 5-15,0 3-2 0,0 2 4 16,-2-1-3-16,0 3 2 15,-1 0-4-15,0 1 2 0,-1-2 0 16,1 1 1 0,0 0-1-16,-3 0 0 0,3-1 0 15,-2 0 1 1,1 0-3-16,0-1 5 16,1 1-3-16,1-3 0 0,0 0 2 0,1 0-4 15,1-2 2 1,0-1 0-16,0 0-1 0,0-1 1 0,0 1-1 31,0 0-1-31,0-2 3 0,1 0-3 16,1 1 2-16,0-1 0 0,0 0 2 15,2 0-1 1,-1 0 0-16,3 0-1 16,-2 0-1-16,2 0 2 0,0 0 2 0,1 0-3 15,1 0 0 1,1 0 0-1,-1 0 7-15,0 0-5 0,0-1 0 16,1 0-1-16,-3 0 1 16,0 0 0-16,0 1 0 15,-2 0-1-15,-1 0 0 16,1 0-1-16,-3 0 1 0,-1 0-1 16,0 0-5-16,2 0-5 15,-2 0-10-15,0 0-29 16,0 0-46-16</inkml:trace>
  <inkml:trace contextRef="#ctx0" brushRef="#br0" timeOffset="-147367.22">4369 15052 142 0,'0'0'18'0,"0"0"12"0,0 0-8 0,0 0-2 16,0 0-4-16,0 0-5 16,0 0-2-16,0 0 0 15,0 0-1-15,0 0-3 16,28 0-3-16,-19-1-2 16,1-1-6-16,1-1-41 0,-2-1-77 15</inkml:trace>
  <inkml:trace contextRef="#ctx0" brushRef="#br0" timeOffset="-146714.15">4552 14816 153 0,'0'0'12'0,"0"0"3"0,0 0 1 16,0 0-8 0,0 0 2-16,0 0-2 0,0 0 2 0,0 0-1 15,0 0-1 1,0 0-4-16,-21-4-3 0,18 6-1 16,0 2 0-1,0 0-1-15,-3 3 1 16,3-1 0-16,-3 3 0 15,3 0 0-15,-1 0 0 16,0 1 0-16,2-2 1 0,0 3 0 0,1-3 1 16,1 0-1-16,0 0 0 15,0-1 4 1,0-1-5-16,3 1 0 16,3-2 0-16,-2-2 4 15,3 0-10-15,1-3-43 0,0 0-61 16</inkml:trace>
  <inkml:trace contextRef="#ctx0" brushRef="#br0" timeOffset="-146052.59">4570 14882 171 0,'0'0'17'15,"0"0"12"-15,0 0-5 0,0 0-11 16,0 0-2-16,0 0-2 16,0 0-1-16,0 0 0 15,0 0 0-15,18-15-2 16,-15 15-5-16,0 0-1 15,1 0 1-15,1 0-1 0,1 0 0 16,0 0 0 0,1 0 0-16,-2 1 1 0,1 1-1 15,0 1 0-15,-3-1 0 16,2 0 0-16,-4 1-1 16,0 2-1-16,-1 0-4 0,0 0 1 15,0 1 3 1,-2 0 2-16,-4 2-2 15,0-2-2-15,0 1 5 0,1 1-1 0,-2-3-2 16,2 0 1-16,-1-1-1 16,3-1 1-1,0-1 2-15,3 0-1 16,-1-2 1-16,1 0-1 16,0 0-1-16,0 0-1 0,0 0-1 0,0 0-1 15,0 0 0-15,0 0 4 0,0 0 6 31,0 0-5-31,3 0 2 16,0 0 1-16,0 0 2 16,-1-2-2-16,3 1 2 0,-1 1-2 15,2-1-1-15,-2 0-1 0,2 1 2 0,-1-2-2 32,0 2 0-32,0 0-2 15,0-1 1-15,0 1-1 16,1-3 0-16,-2 3 0 0,3-2-4 15,-3 1-7-15,1-2-15 16,-2-1-76-16</inkml:trace>
  <inkml:trace contextRef="#ctx0" brushRef="#br0" timeOffset="-145604.54">4681 14829 35 0,'0'0'89'0,"0"0"-58"0,0 0-2 0,0 0-3 16,0 0-11-16,0 0-9 0,0 0 2 16,28-5 3-1,-24 5-2-15,2 0 0 0,1 2-3 16,-1 3-4-16,3 0 0 15,-1 1-1 1,1 2-1-16,-1 1 2 0,-2 0-2 0,2 0 3 16,-3 2 2-1,-1-1-5-15,-1-1 1 16,-1 2-1-16,-2-1 1 0,0 0 1 16,0-2 0-16,-2-1-14 0,-2-3-58 15</inkml:trace>
  <inkml:trace contextRef="#ctx0" brushRef="#br0" timeOffset="-144234.62">5752 14364 123 0,'0'0'16'0,"0"0"6"0,0 0-10 0,0 0-10 0,0 0-4 15,0 0-6-15,0 0-3 16,0 0 2 0,0 0 4-16,0 0 5 0,0 0 2 0,0 0 6 15,-6-4 1-15,5 4-1 32,-1 0 1-32,2 0 1 0,-2 0-7 0,1 0-1 15,1 0-1-15,-2 0 2 16,2 0 0-16,0 0 1 0,0 1 4 31,0-1 0-31,0 0 5 0,0 1-4 16,0-1-2-16,2 1-1 15,1-1 3-15,3 0 0 16,0 0-4-16,3 0-3 16,1 0 0-16,1 0-1 15,0 0 0-15,0 0 0 0,1 0-1 16,-2-2 2-16,-1 1-1 15,-1-1 1-15,0 2 0 0,-3-3-6 16,0 3 10 0,-2 0-5-16,-1 0 0 0,0 0 2 15,-2 0-3-15,0 0 0 16,0 0 0 0,0 3 0-16,0 0 0 0,0 2-2 15,-2 0 2-15,-1 2 6 16,-4 0-5-16,2-1-1 15,-1 1-1-15,0 1 1 16,-1-1 1-16,-1-1-2 0,3 4 1 16,-4-3 1-16,2 0-1 15,3 1 0-15,-2-2 0 16,0 1 0-16,1-2 0 16,3-1 0-16,1 1 0 15,-2-3 0-15,3 1 0 0,0-1 0 16,0-2-1-16,0 2-1 15,0-2 1-15,0 0 0 0,0 0-1 16,0 0 4 0,0 0-2-16,3 0 2 0,-1 0 3 15,2 0-1-15,2 0-1 16,-1 0-1-16,-1 0 0 16,3 0-2-16,-1 0 1 15,2-2-1-15,-2 2 0 16,2-1 1-16,-1 1 2 0,2-1 1 15,-2-1-1-15,-1 1 1 16,1 1-1-16,-3-1-3 16,2 0 1-16,-1 1 1 0,0-2-4 15,-2 2-8 1,-1-1-5-16,1-2-9 16,-1 2-61-16,-2-3-72 0</inkml:trace>
  <inkml:trace contextRef="#ctx0" brushRef="#br0" timeOffset="-143959.39">5806 14415 165 0,'0'0'20'0,"0"0"7"15,0 0-2-15,0 0-7 0,38-2-5 16,-28 0-6-16,2 0-6 16,-1-1 1-1,2 3-6-15,-1-5-39 16,0 0-89-16</inkml:trace>
  <inkml:trace contextRef="#ctx0" brushRef="#br0" timeOffset="-143539.42">5998 14161 175 0,'0'0'30'0,"0"0"-18"15,0 0 10 1,0 0-9-16,0 0 1 0,0 0-2 16,0 0-1-16,-28-5-6 0,23 9-2 15,-1 3 1 1,-2 2-3-16,1 3-1 16,1-1 1-16,0 1-1 0,1 1 0 15,2-1-1-15,3 0-2 16,0-3 1-16,0 1 2 0,3-3 0 15,5 1-3-15,1-5-8 16,3-1-35-16,0-2-76 16</inkml:trace>
  <inkml:trace contextRef="#ctx0" brushRef="#br0" timeOffset="-143019.31">6050 14220 154 0,'0'0'21'0,"0"0"6"16,0 0-3-16,0 0 3 16,0 0-14-16,0 0-1 0,0 0-6 15,0 0-2-15,29-20 0 0,-23 20-1 0,3 0-1 31,-1 0-2-31,0 0 0 16,-2 0 0-16,2 4 0 16,-2 0 0-16,-1-1 0 15,1 2 0-15,-5 1-4 0,1-2-3 16,-2 3-1-16,0-1-1 16,-6 1 6-16,-3 0 5 15,1-1-5-15,-3 0 2 16,3 0 1-16,0 0 1 0,-1-1-1 15,4-2 1-15,2 1-1 16,1-3 0-16,1 0 0 16,1 0-1-16,0-1-7 15,0 0 9-15,5 0 8 16,0 0-1-16,1 0-6 16,0 0 0-16,0 0-1 0,-1-1-1 15,1 0 2-15,0 0 0 16,0-1 4-16,1 2-4 0,0-2-1 15,-1 2 0-15,1-2 0 16,-1 2-1-16,2-1 2 16,-2-2-9-16,0 1-24 15,2-3-61-15</inkml:trace>
  <inkml:trace contextRef="#ctx0" brushRef="#br0" timeOffset="-142536.39">6214 14139 109 0,'0'0'2'0,"0"0"10"0,0 0 4 0,0 0 7 0,29 0-1 15,-23 0 2 1,3 3-7-16,-1 2-4 16,3-1-1-16,-3 2 2 0,-2 0-4 0,3-1-8 15,-2 2 0 1,-2 1 0-16,1-1-2 15,-2 3 1-15,2 0-1 0,-4 0 0 0,-1 1 0 32,-1 0 0-32,0 1 2 15,0-1-2-15,0 1 1 0,0-2 1 0,-3 1-2 16,-1-2 2 0,-1 1 0-16,1-2-3 0,-1 0-2 0,0-1 8 31,0-1-6-31,0 0 6 15,0 0-3-15,1-2-2 16,0 0 1-16,0 0-1 0,0-1-42 16,-1-3-115-16</inkml:trace>
  <inkml:trace contextRef="#ctx0" brushRef="#br0" timeOffset="-138658.59">5841 15362 7 0,'0'-2'127'0,"0"1"-101"0,0 0 1 0,0 0-11 0,1 1-6 16,-1 0 0 0,0 0-2-16,0 0-3 0,0 0 2 15,0 0 0-15,0 0-4 0,0 0-2 16,2 0 1 0,-1 4 0-16,0 2-1 0,1 2 4 15,2 1-5-15,-1 1 0 16,-1 1 1-16,4-1 0 15,-3 2 1-15,-1-1 4 0,1 0 1 16,0 1 1 0,-2 0-3-16,2-2 0 0,-2 3-1 15,2-2-2 1,-1-1 0-16,-2-2-2 0,2-2 0 0,-2 1 2 16,0-3 1-16,0 1 1 15,0 0-2 1,0-2 0-16,0 1-2 0,0-1 2 15,0 0-2 1,0 1-1-16,0-3-13 16,0 1-23-16,0-2-75 0</inkml:trace>
  <inkml:trace contextRef="#ctx0" brushRef="#br0" timeOffset="-138339.45">5838 15550 214 0,'0'0'39'0,"0"0"-17"0,0 0-8 0,0 0-6 16,0 0 0 0,0 0-3-16,0 0 3 0,0 0-3 15,0 0-2-15,0 0 1 16,33 7-4-16,-26-6 0 16,3 1-3-16,-1-1-4 0,2 0-15 15,-3-1-40-15,-1 0-74 16</inkml:trace>
  <inkml:trace contextRef="#ctx0" brushRef="#br0" timeOffset="-138118.1">5962 15496 94 0,'0'0'130'0,"0"0"-106"15,0 0 4-15,0 0-20 16,0 0-6 0,0 0 1-16,0 0-3 0,-13 30 0 15,10-16 1 1,0-2-1-16,0 1-4 0,1-1-33 0,-1 0-88 31</inkml:trace>
  <inkml:trace contextRef="#ctx0" brushRef="#br0" timeOffset="-136751.48">6040 16044 225 0,'0'0'22'0,"0"0"-4"0,0 0-6 0,0 0-7 15,0 0-2-15,0 0 1 16,0 0 4-16,0 0 1 0,0 0-2 31,0 0 0-31,0 0-1 16,0-30-2-16,0 27-2 0,-3 0-1 15,-1 0-1-15,1 1-3 16,-3 2-7-16,0-1 2 0,-1 1 0 0,-2 0 3 31,2 0 7-31,-2 0 0 0,1 3-2 16,-2 2 1-16,1-1-3 16,0 2 1-16,0 0-1 0,1 2 2 15,1-1 2 1,-2 0-2-16,5 1 0 15,-1-1 1-15,1 1 0 16,2 1 0-16,0-3-1 0,2 2 0 16,0-1 0-16,0 1 0 15,0-2 0-15,2 1 0 16,4-3-1-16,-3 3 0 16,2-3-2-16,0 1 2 15,1-2 2-15,0 0 3 0,0-1-3 16,1 0-4-16,-3-2 5 15,2 1 0-15,-2-1-1 16,1 0 2-16,-1 0-1 0,1 0 0 16,1 0 0-16,-3-2-1 15,2-2 0-15,-1 0 0 16,-1 1-1-16,2-3 1 16,-3 1-1-16,3-2 1 15,-2 2-1-15,-1-3 0 0,1-1-4 16,0 2-2-16,-2-1 2 15,2 1 1-15,-2 1 3 16,0 1 1-16,0 0 0 16,-1 1-1-16,2 0 3 15,-2 3 4-15,0-1-2 16,0 1-1-16,0-1-3 0,0 0-1 16,0 1 0-16,0 0-1 0,0 1 1 15,1-1 1-15,-1 1-1 16,0 0 0-16,0 0 2 15,0 0-2-15,0 0 0 16,0 0-1 0,0 0 0-16,0 1 1 0,0 3 1 0,0 1-1 15,0 2 0-15,0 0 1 16,2 0-1 0,-2 1 3-16,0 1-1 15,1-3 2-15,0 1 4 16,1-1-2-16,1 0 0 0,0-3 1 0,0 2-2 15,4-1-3 1,-2-1-1-16,1-3 2 0,3 2 0 0,0-2 0 31,0 0-2-31,2 0-13 16,0-5-34-16,1-7-38 16</inkml:trace>
  <inkml:trace contextRef="#ctx0" brushRef="#br0" timeOffset="-136196.99">6135 15760 108 0,'-3'2'8'0,"0"0"17"0,-1-1 4 16,1 2-10 0,0 2 2-16,0-1-3 15,-1 4-8-15,2-3 0 0,-2 3 1 16,1-1-5-16,2 3-2 15,-2-2 1-15,1 3-2 0,1-2 1 16,-1 3 0-16,2-3 2 16,0 0 0-16,0-1 1 15,0-1 1-15,3-1 2 0,0 0 2 16,1-2-5 0,2 1-3-16,0-2-5 15,0 0 1-15,1-3-3 16,2 0 1-16,-1 0-28 0,1-6-35 15,-1-4-127-15</inkml:trace>
  <inkml:trace contextRef="#ctx0" brushRef="#br0" timeOffset="-135847.45">6238 15783 163 0,'0'0'59'0,"0"0"-37"0,0 0-11 0,0 0-2 16,0 0 2-1,0 0-2-15,0 0 0 16,0 0-1-16,0 30-3 16,0-21-3-16,0-1 0 15,0-1 0-15,0 1-1 16,1-1-1-16,0-1 0 16,0-3 2-16,-1 0-8 0,2-1-15 15,-2-2-78-15</inkml:trace>
  <inkml:trace contextRef="#ctx0" brushRef="#br0" timeOffset="-135384.95">6315 15702 155 0,'0'0'4'0,"0"0"-2"16,0 0 11-16,0 0 0 15,31-2 8 1,-25 2 2-16,2 0-3 0,-1 0-6 15,-1 5-3-15,1-2-7 0,1 3-4 16,1 0 1-16,-3 0 0 16,1 2-1-16,1 0 2 15,-2 3-4-15,0-2 1 16,-1 1 1-16,1 1 1 16,-3-2-3-1,-2 3 2-15,-1-3 0 0,0 1 1 0,0 1 3 16,0-2 0-16,-1 1 2 15,-4-2 1 1,0 1-4-16,3 0-1 0,-3-3-1 16,2 1 0-16,0-2-2 0,-1-1-10 15,0-4-55 1,3 0-112-16</inkml:trace>
  <inkml:trace contextRef="#ctx0" brushRef="#br0" timeOffset="-125822.68">6855 14558 15 0,'0'0'120'0,"0"1"-107"0,1-1 0 0,-1 0 19 0,2 0 7 15,-2 0-18-15,1 0-9 16,2 0-2-16,-2 0-4 15,2 0-1-15,-1 0 0 0,1 0 1 16,3 0-2 0,-3 0 0-16,3 0-2 0,-2 0-2 15,2-1 0-15,0 1 1 0,0 0-1 16,-3 0 0-16,2 0 1 16,-2 0-1-1,2 0-1-15,-2 0-8 0,0 0-15 0,-1 0-43 16,0 0-40-1</inkml:trace>
  <inkml:trace contextRef="#ctx0" brushRef="#br0" timeOffset="-125442.38">6891 14636 92 0,'0'0'59'0,"0"0"-12"0,0 0-5 15,0 0-15-15,0 0-11 0,0 0-5 16,0 0-2-16,0 0-3 16,0 0 0-16,28 1-5 15,-20 0 0-15,2 0 0 16,0 0-3-16,0-1-21 15,1 0-90-15</inkml:trace>
  <inkml:trace contextRef="#ctx0" brushRef="#br0" timeOffset="-111524.85">7493 14034 1 0,'-1'0'101'0,"-1"0"-92"0,1 0 7 0,1 0-3 15,0 0-6-15,0 0 1 16,0 0 4-16,0 0-4 16,-1 0 0-16,0 0 2 0,1 0 2 15,0 0-4-15,-1 0-4 16,1 0-2-1,-3 0-2-15,2 0 0 0,-3 0 0 0,0 0-1 16,1 0-1 0,-2 0 1-16,1 2 0 0,-1 0 0 15,1-1 1 1,-2-1 1-16,3 1-1 16,-1 2 1-16,-1-3-1 0,3 1 1 0,-2 1-1 15,1-2 0-15,1 1 0 16,-1 1 0-16,2-1 0 15,-3 1 0-15,2-1 0 0,1 0 1 16,-1 0-1-16,1 1 0 16,-3-1 1-16,3 0 2 15,0 1 0 1,-2 1 0-16,1 0-1 16,-1-1 0-16,2 1-2 0,0 1 0 0,-2-2 0 15,3 2 0 1,-1-1 1-16,-1 1 1 0,2-1 0 15,-1 2 2-15,-1 0 3 0,2-1-1 32,-2 2-1-32,1-1-1 0,1 1-1 0,-1-2-1 15,1 4 0-15,-2-3 0 16,2 3 1 0,0-2-1-16,0 1-1 15,0 0 1-15,0 3 0 16,0-2-1-16,0-1-1 15,0 2 1-15,0 0-1 16,0-1 0-16,0-1 1 0,0 1-1 16,0-1 1-16,0 0-1 15,0 1 0-15,0-1 1 16,0 0-1-16,0 0 0 16,0-1 2-16,0 1-2 0,0 1 2 15,0-2-2-15,0 3 1 16,0-2 0-16,0 3 0 15,0-2 0-15,0 2-1 16,0-1 1-16,0 0 1 0,0-2-2 16,0 2 0-16,0 0 1 15,0-2 0-15,0-1 1 16,0 2-1-16,2-2 0 16,-2 0 0-16,1 1-1 15,-1-1 1-15,1 1-1 0,-1-2 1 16,1 3-1-1,0-1 0-15,-1 0 1 0,0 0-1 16,0 0 0-16,1 1 0 0,-1-1 1 16,0 1 0-16,0-1-1 15,0 1 0 1,1-2 2-16,0 3-1 16,-1-2 0-16,0-1-1 0,0 1 2 0,0 0-1 15,2 1 0 1,-2-1-1-16,0-1 1 0,0 2 0 15,0 2 0 1,0-2 0-16,0 1-2 16,0 0 2-16,0 1-1 0,0-1 1 0,0-1 0 15,0 0-1 1,0 1 1-16,0-1 1 0,0 0 2 16,0 0-3-16,0 1 1 0,0-1 0 31,1 2-1-31,-1 0 0 15,0 0-1-15,2-1 0 0,-2 1 2 16,0 0-2-16,0 0 0 16,0 2 0-16,1-3 1 15,-1 3-1-15,1-2 0 16,-1 1 0-16,0-2 1 16,1 3-1-16,-1-3 0 0,0 0 0 15,0 0 1-15,0 0-1 16,0 0 2-16,0 0-2 15,0-1 1-15,0 1-1 0,0-1 0 16,0 0 1-16,-1 0-1 16,0 1 3-16,1-1 0 15,0 0-2-15,-1 1 1 16,1 0-1-16,0 1-1 16,0 0 0-16,0 0 1 15,-2 0-1-15,2 0 0 16,0 0 2-16,0 1-2 0,-1-1-2 15,1 2 4-15,-2-2-2 0,2 1 0 16,-2-2 0 0,1 0 1-16,1 0-1 0,0-1 0 15,0 0 0 1,0 0 1-16,0-2-2 0,0 0 1 16,0 1 1-16,0-1 1 0,0 0-2 15,0 0 1 1,0 0 1-16,0 2 0 15,0-1 0-15,1-1 0 0,0 1 0 16,0-1-1-16,1 0 0 16,-2-1 1-16,0 0-1 0,1 1 0 15,-1-1-1 1,0 1 2-16,0 1-2 0,0-2 1 16,2 2-1-1,-2 0 1-15,1 0-1 16,-1 0 0-16,1 1 1 0,0 0-1 0,0 0 0 15,1-1 1-15,0 1-1 16,-1 0 1 0,1-1-1-16,0-1 2 0,2 1-1 0,-3 1-1 15,1-2 1 1,1 0 0-16,1 0-1 0,-1 2 4 16,0-1 0-16,4 0 4 15,-2 1-5 1,1-1-2-16,1 0 1 0,1-1-4 0,1 0 3 15,3-1-1 1,1-3-2-16,1 0-2 0,3-2-25 16,0-3-51-1,1-11-77-15</inkml:trace>
  <inkml:trace contextRef="#ctx0" brushRef="#br0" timeOffset="-110424.14">7642 14253 126 0,'0'0'23'0,"0"0"-14"0,0-2 1 16,0-1 0-16,0 2 8 0,0-1 8 15,0 0-1 1,0 1-7-16,0 0-2 16,0 1-8-16,0-2-4 0,0 2-2 0,-1 0-2 15,-1 0 0 1,0 0-1-16,-2 0 1 15,1 0 0-15,0 4 0 0,-1 1 0 0,0-1 0 32,3 1 1-32,-5 2-1 15,4 0 0-15,1 2 0 0,-2 0-1 0,1 0 1 16,1 0 0 0,1 1 0-16,0 1-1 0,0-3 1 0,0 1 0 31,0-1-2-31,6-1 0 15,-3-1-1-15,6-2 3 16,-3-1 3-16,0 0 1 0,2-3-2 16,0 0 0-16,-1 0 0 15,2 0 3-15,-2 0-2 16,0 0 1-16,0-3 0 16,0-3 0-16,-2 2-1 0,-1-2 2 15,0-2 5-15,1 2-1 16,-2-2-4-16,1-2-2 15,-2 3 2-15,-1-4-3 16,-1 3 1-16,0 0-1 0,0 0 0 16,0-1 0-16,-1 0 3 15,-5 3 3-15,3-2-4 16,-3 3-2-16,0 0-1 16,0 1-5-16,0 1 0 15,-3 2-4-15,0 0-3 0,0 1-3 16,0 0-2-16,2 0-4 15,0 4-15-15,2-1-53 16,3-1-102-16</inkml:trace>
  <inkml:trace contextRef="#ctx0" brushRef="#br0" timeOffset="-110146.41">7860 14292 293 0,'0'0'28'16,"0"0"-7"-16,0 0-2 0,0 0 1 0,0 0-11 15,0 0-7 1,0 0-1-16,0 0-4 0,0 0-19 16,0 0-31-16,0 0-83 15</inkml:trace>
  <inkml:trace contextRef="#ctx0" brushRef="#br0" timeOffset="-109525.31">7976 14237 84 0,'0'0'10'0,"0"0"10"16,0 0-6-16,0 0 2 15,0 0 2-15,29-1 3 16,-20-1 7-16,-2 0-1 15,4-1-4-15,-3 0-13 0,2 1-2 16,-3 1-3-16,2-1-3 16,-1 1 1-16,0 0-3 15,-2 0 1-15,-1 1-1 0,-1 0 1 16,1 0-1 0,-2 0 1-16,-2 0-1 15,0 0 1-15,-1 0-1 16,0 0 0-16,0 0-3 0,0 0 2 0,0 3 2 15,0 0 0 1,0 2 0-16,0 0 2 0,-1 2-1 16,0 0 0-16,0 1 0 0,-1 1-2 15,0 0 2 1,-1 0 0-16,1 0 0 0,2 0 0 16,-2 0 1-1,1 1 0-15,-1 0-1 16,0-2-1-16,1 2 0 0,0-1-1 0,1-2 1 15,0-1-1-15,0 0-1 16,0-4-9 0,0 0-15-16,0-2-92 15</inkml:trace>
  <inkml:trace contextRef="#ctx0" brushRef="#br0" timeOffset="-108973.85">8190 14251 223 0,'0'0'20'0,"0"0"-8"0,0 0-3 0,0 0 2 16,0 0-5-16,0 0-3 15,0 0-3-15,0 0-2 16,0 0-1-16,0 0 4 0,0 2-3 15,1 4-1-15,-1-1 4 16,0 0 1-16,0 0-2 16,0 0 0-16,3-1 0 15,-1 0-1-15,1-1 0 0,-1-1-3 16,3 0 7 0,-2-1-1-16,2 1 0 0,0-2 4 15,0 0-1-15,0 0 2 0,0 0-5 16,0 0 2-16,1 0 3 15,-2 0 3 1,3 0-3-16,-2 1 4 0,3 0-5 16,-1 1-1-16,-2 1 0 0,2 0-5 15,-2 2 1 1,0-1-1-16,-1 0 0 16,0 1 0-16,-2 2-1 0,0-1 0 15,-2-1 0-15,0 1 2 0,0 0 1 16,0-3-1-16,0 2-1 15,-4-1 1 1,-1 0-1-16,0-1 2 16,-1 1-1-16,-2-1 2 0,2-2 2 0,1 1-5 31,0 0 4-31,0-2-5 16,3 0-14-16,-1 0-14 0,3 0-17 15,-3-2-62-15</inkml:trace>
  <inkml:trace contextRef="#ctx0" brushRef="#br0" timeOffset="-108735.64">8249 14248 222 0,'0'0'5'0,"0"0"15"0,0 0-2 16,0 0-6-16,0 0-7 15,30-16-1-15,-21 13-2 0,2 2-2 16,0-1-4-16,0-1-54 16,1 1-96-16</inkml:trace>
  <inkml:trace contextRef="#ctx0" brushRef="#br0" timeOffset="-108224.45">8460 14234 77 0,'0'0'65'0,"0"0"-46"15,0 0-7-15,0 0-5 16,0 0-1-16,0 0-2 0,0 0-2 31,0 0 2-31,-14 33-1 0,13-26 9 0,-2 1 1 16,1-1 1 0,1 1-2-16,-1-1-4 15,2-1 0-15,0 3-5 16,0-3-2-16,0 0 1 15,0-1 1-15,3-1-4 0,2 1 3 16,-1-2-2-16,2-2 4 16,1 0 0-16,-2-1 0 15,4 0 0-15,-3 0 1 0,1 0-3 0,0-4 2 16,0-2 3 0,-3 1 2-16,0-1 2 15,0-3-1-15,-1 2 1 16,-3-2-3-16,0 0-2 15,0 0-3-15,0 0-1 16,0 2 2-16,-4 0 0 16,-1 1-1-16,2 2-4 0,-4 2-3 15,0 1-6-15,2 1-2 16,-3 0-4-16,2 0-6 16,0 0-5-16,1 1-22 15,0 0-94-15</inkml:trace>
  <inkml:trace contextRef="#ctx0" brushRef="#br0" timeOffset="-107547.58">8613 14226 145 0,'0'0'42'0,"0"0"0"0,0 0-10 0,0 0-18 15,0 0-6 1,31-12-2-16,-23 11 0 0,2-1 1 0,-2 2 2 15,2 0-1-15,-1 0-6 16,-3 0-1 0,1 0-1-16,-2 0-1 15,0 3 1-15,-3 1-1 0,0 1-3 0,-2 1-1 16,0 0-1 0,0 0 2-16,0 1 2 15,-3 0 1-15,-3 0-3 16,1-2 1-16,-4-1 3 15,2 2 1-15,1-4 1 16,0 1 3-16,2-2-2 0,0 0 0 16,3 0-1-16,0-1-3 15,1 0 0-15,0 0-3 16,0 1-4-16,1-1 3 16,2 0 15-16,2 1-7 15,-1-1-2-15,1 0 0 0,-1 2 0 16,0-1 1-16,-1 1 1 15,1 0-2-15,-1 2 0 16,1-1-2-16,-2 3 2 0,0 0-1 16,0 0-1-16,-2 0 2 15,0 1-1-15,0-1 0 16,0-1 1-16,-3 0 3 16,-2-1 2-16,-3-1 3 0,1 2-1 15,-1-2 2 1,-1-1-5-16,-1 0 0 0,1-1-3 15,0 2-2-15,-1-1 0 16,0-2-22-16,0 0-53 16</inkml:trace>
  <inkml:trace contextRef="#ctx0" brushRef="#br0" timeOffset="-106317.18">7746 14855 137 0,'0'0'22'0,"0"0"-6"0,0 0-9 0,0 0-5 15,0 0 0 1,-1-1-1-16,0 0 3 16,1 1 3-16,-1 0 1 15,-1 0 11-15,2 0-2 16,-1 0-4-16,-2 0-4 15,1 0-4-15,-4 2-5 16,1 3 0-16,-2 3 0 0,0 1 1 0,-2 1-1 0,1 1 0 31,1 1 0-31,2-2 0 16,2 1 0-16,-1-1 2 16,3-2 2-16,1 0 0 15,0-1-1-15,0 1 0 0,2-1-3 16,4-2 0-16,-2 0-1 15,2 0 0-15,1-2 7 16,0 0-3-16,1-2-3 16,0-1 4-16,-1 0 1 0,0 0-1 15,1 0 0-15,-3-1 3 16,2-2-1-16,-2-3 1 16,0 1-2-16,-3-2-2 15,1 0 3-15,-2-1-2 16,-1-2-1-16,0 1 1 0,0-1 1 15,0 0-1-15,0 0 2 16,-4 1 2-16,0 1 0 16,-1 0-2-16,0 1-7 0,-1-1 2 15,0 3 0 1,0 0 2-16,-1 2-3 16,0 0 2-16,1 2-1 0,1 1-4 15,-1 0-18-15,1 1-19 16,0 4-2-16,2 0-37 0,2 0-59 15</inkml:trace>
  <inkml:trace contextRef="#ctx0" brushRef="#br0" timeOffset="-106074.08">7888 14950 247 0,'0'0'11'0,"0"0"-1"0,0 0 2 0,0 0-6 16,0 0-3-16,0 0-3 15,0 0-9-15,0 0-13 16,0 0-59-1</inkml:trace>
  <inkml:trace contextRef="#ctx0" brushRef="#br0" timeOffset="-105323.77">8106 14912 184 0,'0'0'3'15,"0"0"10"-15,0 0 12 16,0 0-6-16,0 0 1 15,7-27-1-15,-7 20-4 16,0-1-1-16,0 2 4 0,0-2-7 16,0 2-2-16,0 0-5 15,-1 0-4-15,-4 2-1 16,2 2-1-16,-4 2-5 0,2 0-7 16,-4 0 0-1,1 0 13-15,1 6-2 16,1 0 6-16,0 1-3 0,1 1 0 15,1 1-2-15,2-2 1 0,1 2 0 16,1-1 1-16,0 1-1 16,0-2 0-16,0 0 0 15,1-1-1-15,5 1-1 16,0-2 4-16,2-1 7 0,0 0 0 16,1-2-3-16,-1 1-3 15,0 0 2-15,1-2-4 16,0 2 1-1,0 0-1-15,-2 0 1 0,-2 2-1 16,1-2 1-16,-1 2-1 0,-3 2-2 16,0-3 0-16,-2 2-3 15,0 2 2 1,0-2 2-16,-5 0 0 16,-3 0 1-16,1-1-3 0,-3-1 5 15,1-1-4-15,-2 0 5 0,1-1-1 16,0-2-2-1,1 0 0-15,1 0 3 0,3 0 6 16,1-3 10-16,3-2-1 16,1-1 3-16,0 0-7 0,0-3-7 15,0 0-4 1,5 0 2-16,0-2-2 0,1 2-3 16,1-2-4-1,1 1-18-15,1 0-10 0,3 0-15 0,-1-2-41 16</inkml:trace>
  <inkml:trace contextRef="#ctx0" brushRef="#br0" timeOffset="-104645.28">8257 14902 182 0,'0'0'19'0,"0"0"18"0,0 0-14 0,0 0-9 16,0 0-5-16,0 0 2 15,0 0-1-15,0 0-2 16,0 0-5-16,0 0 0 0,33-25-2 15,-25 23-1-15,2 0-1 16,-1 2 2-16,0 0 0 16,0 0 0-16,0 0-1 15,-2 4 0-15,1 2 1 0,-5 1-4 16,-1 0-7-16,-2 1-1 16,0 2 4-16,-1-1 1 15,-5 0 3-15,-1-1 3 16,0 0-1-16,-2-3 0 15,1 0 4-15,3 0-3 0,-1-3 1 16,3-1 0-16,2 0 1 16,1-1-1-16,0 0 1 15,0 0-2-15,0 0 1 0,6 0 0 16,0 0 1-16,2-2 0 16,1 0-2-1,-2 1 2-15,2-1 3 16,-1 2 0-16,-1 0 1 0,-1 0-4 15,0 0-1-15,0 0 1 16,-2 3-2-16,-2 2 1 16,-1-1-1-16,0 2-2 0,-1-1-2 0,0 0 5 15,-2 2-2 1,-3-2 4-16,-3-1 0 16,-1 0-4-16,-2-1 5 0,-1 0-1 15,0-1 3 1,0-1-2-16,1 0-2 15,1 0 5-15,3-1-6 0,0 0 0 16,0 0 0-16,4 0-3 16,1 0-18-16,1-6-26 15,1-2-178-15</inkml:trace>
  <inkml:trace contextRef="#ctx0" brushRef="#br0" timeOffset="-103976.28">8477 14938 128 0,'0'0'2'0,"0"0"7"0,0 0 2 0,0 0 1 0,0 0 5 15,0 0 9 1,0 0-10-16,12-32-1 16,-5 27-2-16,0-1-4 0,-1 3 0 15,3 1-1-15,-3-1-4 0,3 2 1 16,-1 1 0-16,0 0-4 15,-1 0 0 1,0 0 0-16,-1 4 0 16,-3 1-1-16,0 2 1 0,-2 1-2 15,-1-1 0-15,0 2 1 16,0 1 0-16,-4-2-1 0,0 0 2 16,-4 1-2-16,2-1 2 15,0-1 1-15,-3-1-3 16,1 1-1-16,3 0 5 15,-3-2-2-15,2 0 1 0,2-2-2 16,2 2 1 0,0-2-1-16,1-1 1 15,1 1 2-15,0-1-4 0,0-1 2 0,0 1 1 16,0-2 0-16,0 0 5 16,3 0 5-1,-1 0 1-15,4 0-1 0,-2 0 1 16,4 0 0-1,-3 0 0-15,3 0 0 16,1 0-1-16,-3 0-3 0,2 0-5 0,0-2-2 16,0 2-2-1,-3-1 0-15,2 1-2 16,-3 0-12-16,1-1-13 0,-2 0-12 0,1-1-11 31,1-1-55-31</inkml:trace>
  <inkml:trace contextRef="#ctx0" brushRef="#br0" timeOffset="-103497.14">8680 14958 185 0,'0'0'21'0,"0"0"-5"0,0 0 0 15,0 0-1 1,0 0-1-16,0 0-1 15,0 0 2-15,0 0-5 16,0 0-6-16,0 0-6 0,0 0 2 16,9-8-1-16,-9 12 2 15,0 3-3-15,0-1 4 16,0 1-1-16,0 1 1 16,0-1-2-16,0-2 0 0,0 2 0 15,3-3 0-15,-2 0 0 16,1-1 0-16,3-1 1 15,-1-1 3-15,-1-1 1 16,3 0 0-16,-1 0 0 0,2 0-4 16,-1 0 0-16,-2 0 0 15,3-3 0-15,-3 0 0 16,1-1 0-16,-2-1 8 16,0-1 1-16,1 0 5 15,-3 0 1-15,1-2 0 16,-1 3-3-16,-1-3-4 15,0 1 0-15,0 2-3 0,0 0-3 0,0 1-4 16,-3 1-2-16,-4 2-4 16,1 1-11-1,-1 0-13-15,-3 0-16 0,1 0-21 16,2 0-137 0</inkml:trace>
  <inkml:trace contextRef="#ctx0" brushRef="#br0" timeOffset="-101579.61">8727 13995 110 0,'0'0'25'0,"0"0"15"0,0 0-23 0,0 0 5 0,0 0-7 16,0 0-5-16,0 0 1 16,0 0-4-16,0 0 0 0,0 0-5 0,0 0-1 15,0 0 0-15,0 0 0 16,0 0-2 0,27-4 1-16,-19 4 0 0,4 0-3 0,-2 0 3 31,3-1 0-31,-1 0-1 15,2 1 2-15,0 0-1 0,-1 0 0 0,-1 0 2 16,2 0-2-16,-3 0 0 0,-2 0 1 31,-2 0-1-31,1 0 0 0,-2 1 0 0,-2 1 0 32,0-1 1-32,-1 1-1 15,1 1-1-15,1-3 2 0,-2 3-2 16,-1-1 2-16,1 2 0 15,0 0-1-15,0-1 1 16,-1 2 0-16,4-1 1 16,-3 1-2-16,-2 3 1 0,3-3 0 15,-1 3 0-15,1 0-1 16,1-1 1-16,-2 3-1 0,1-1 1 16,0 0 0-1,-2 1 0-15,0 1 2 16,1 0 3-16,-2 0-3 0,1-1 1 15,-2 2-3-15,2-1 4 16,0 2-2-16,-2-1-1 0,1 1-2 16,0 2 0-1,0-1 2-15,1 1-3 16,-2-1 2-16,0-1-1 16,0 2 0-16,0 0 2 0,0 1-1 0,0-1 1 15,0 2-2-15,0-2 1 16,0-1-1-16,0 0 1 15,0 1-1-15,0-1 1 16,0 0-1-16,1-1 2 16,-1 2 0-16,0-3 1 0,0 2-3 15,0 0 2 1,0 0 1-16,0-1-3 16,0 1 4-16,2 0-1 0,-1 1 0 15,1-1-1 1,-1 1 1-16,2-1-2 0,-3 1 0 15,1 0 0-15,-1-2 0 16,0 1 0-16,0 0-1 16,0 1 1-16,0-1-1 15,0 0 2-15,0 1-1 16,0 0 4-16,0 0-1 16,0 0 0-16,0 0-3 0,0 1 3 0,2-1 0 15,-2 1 3-15,0-1 3 0,1 0-1 31,-1 1-4-31,1-4-2 16,-1 3 0-16,0-3-1 16,0 0-1-16,0 1 0 15,0-2 0-15,0 1 0 0,0 1 0 16,0-2-1-16,-1 1 0 16,0 1 0-16,-1-1 0 15,2-1 1-15,-1 1-1 16,-1 0 0-16,1-1 0 0,1 2 2 15,0-3-2-15,0 2 0 16,0-1-2-16,0-1 4 16,0 1-2-16,0-2 0 0,0 0 1 15,0 1-1-15,0-2 0 16,0 2 0-16,-2-1 1 16,2-1-2-16,-1-1 2 15,0 0 0-15,1 0 0 16,-2-1 1-16,1 1-2 15,1-1 1-15,-2 2 0 0,2-2-1 16,-1 0 1-16,1 2 0 16,0-1 0-16,0 0 0 15,0-1 0-15,0 1 0 0,0-1 0 16,0-2 0-16,0 1 1 16,0-1-1-1,0-2 1-15,0 2-1 0,0-1 1 16,-1 0-1-16,0 0 0 15,1-1 0-15,0 1-1 16,-2-1 1-16,2 0-1 16,-2-1 0-16,0 1 1 0,1 1-1 0,-2-1-1 15,-1 0 1-15,-2 0-1 16,-1 1 0 0,-3 0 2-16,-5 3-8 0,0-3-7 15,-4-1-17 1,-1-2-41-16,0 0-82 0</inkml:trace>
  <inkml:trace contextRef="#ctx0" brushRef="#br0" timeOffset="-96665.59">9451 14429 97 0,'0'0'3'0,"0"0"10"0,0 0 0 16,0 0-4-16,0 0-5 16,0 0-1-16,0 0 6 0,0 0-2 15,0 0-4-15,0 0-3 16,0 0-2-16,0 0-8 15,-1 0-3-15,-1 0 4 0,0 0 7 16,1 0 3 0,-1 2 0-16,1-1 5 0,0-1 1 15,-1 1 2-15,2-1-4 16,-1 1-2-16,0-1-2 0,0 2 0 16,-1-2 1-16,1 0 0 15,1 1 5-15,-3-1 9 16,1 0-1-16,0 1-1 15,0 0-6-15,1-1-4 0,-2 1 0 16,1-1-4-16,-1 1 0 16,2-1 1-16,-1 0-1 15,1 1 0-15,-1-1 3 16,1 0-1-16,-1 0-1 16,2 1 1-16,-2-1 0 0,-1 1 0 15,0 0 3 1,1-1-2-16,0 2-2 15,-1-2 0-15,-2 1 0 16,3 0 0-16,-1 1 0 0,1-1 0 16,-1 0-1-16,2 0 1 15,0 1-1-15,-3-1 2 16,4-1-1-16,-2 3-1 16,1-3 2-16,0 2-2 0,0-2 1 0,1 2-1 31,-1-2 3-31,1 1-2 0,0 0 1 15,0-1-1-15,0 1 2 16,0 1-3-16,0-2 2 0,0 1-1 0,0 0 0 31,0 0 1-31,0-1 2 0,0 3 0 16,0-3-1-16,0 3-2 16,0-3 3-16,0 2-3 15,0 1 0-15,0-2 1 16,0 2-1-16,0-2-1 15,0 1 0-15,0 1 1 0,0-1-1 16,0 0 1-16,0 0 0 16,-2-1 1-16,2 1-2 15,-1 1 2-15,1 0-1 0,-2-1 0 16,1 0 0-16,-1 1 0 16,1-1-1-16,0 1 2 15,1 0-1-15,-2 0 0 16,2-1-1-16,-1 1 0 15,1-1 1-15,0 0 0 0,0-1 0 16,-2 1 1-16,2-1-2 16,0 0 2-16,-3 0 0 15,3-1 2-15,0 2-3 16,-1-2-1-16,0 2 1 0,1-1-1 16,0 0 0-16,0 0 1 15,0-1-1 1,0 0 0-16,0 2 1 0,0-2 1 15,0 1-1-15,0 1-1 0,0-2 1 16,0 2 0 0,0-1-1-16,0 1 0 0,0-1 0 15,0 1 2 1,0-1-2-16,0 1 0 16,0-1-1-16,0 0 1 0,0 1 0 15,0-2 1-15,0 0-1 0,0 0 5 16,0 2-1-1,0-1 0-15,0 1-3 16,0-1 1-16,0 2-2 16,0-1 2-16,0 1-1 0,1 1-1 0,0-1 0 0,-1 1 1 31,0-1-1-31,1 2-1 16,1 0 1-16,-2 0 1 15,2 0-1-15,-2-2 0 16,1 3 0-16,-1 0 0 0,2 0 0 15,-2-1 0-15,0 2 2 16,0-1-2-16,0-1-2 16,0 2 2-16,0 0 2 15,0-1-2-15,0 1-2 0,0 0 4 16,0-1-2-16,0 2 0 16,0-1 0-16,0 1 0 15,0-1 0-15,0 0 0 16,0 1 0-16,0-2 0 15,0 2 0-15,0-2 0 0,0-1 0 16,0 0 0-16,1 1 0 16,0-1 0-16,0-1 0 15,0 2 0-15,0-3 0 16,-1 3 0-16,0 0 0 16,2 0 0-16,-2-1 0 0,0-1 0 15,0 2 0 1,1-2 0-16,-1 0 0 0,0 1 0 15,0 0 0-15,2 0 0 0,-2-2 0 16,0 1 0 0,0-1 0-16,0 0 0 0,1-1 0 15,0 1 0-15,0-1-2 16,2 0-5-16,2 1 4 16,-1-1 8-16,2 0 4 0,0 0-3 15,1-1-3 1,1 0 0-16,2 1 0 0,1-2-4 15,-1 0 1 1,2 0-23-16,0 0-29 0,0-7-38 16</inkml:trace>
  <inkml:trace contextRef="#ctx0" brushRef="#br0" timeOffset="-95931.52">9592 14638 122 0,'-2'-1'23'0,"1"0"15"0,-1-1-8 0,-1 2-14 0,2 0-8 15,-2 0-6-15,0 0-1 16,0 0-1-16,0 0 1 16,-1 6 1-16,0-2-2 0,1 1 1 15,0 3-1 1,-2-1 1-16,3 1-2 0,2 2 2 15,0-2-1-15,0 2 3 16,0-2-1-16,0-1 1 16,0 2 1-16,5-3-2 0,0 0 1 15,2-2-1 1,-3 0-2-16,3-1 0 16,-1-2 0-16,2-1 3 0,-3 0 7 0,2 0-5 15,-1 0-2-15,0-2 0 16,0-3-1-1,-4 0 0-15,5-1 0 0,-5 0 1 16,0-3-2-16,0 2 2 16,0-1 0-16,-2-2 3 0,0 0 3 15,0 2-4 1,0-1 4-16,-3 2-4 0,-1 0-2 16,-1 3 0-16,0 1-5 0,0 1 4 31,0 2-2-31,-3 0-11 0,2 0-12 15,-2 2-3-15,1 2-36 0,-2-1-77 16</inkml:trace>
  <inkml:trace contextRef="#ctx0" brushRef="#br0" timeOffset="-95562.92">9767 14690 179 0,'0'0'11'0,"0"0"15"0,0 0-7 0,0 0-11 15,0 0-1-15,0 0 1 0,0 0-2 16,0 0-8-16,0 0-25 15,0 0-57-15</inkml:trace>
  <inkml:trace contextRef="#ctx0" brushRef="#br0" timeOffset="-94876.91">9857 14611 119 0,'0'0'2'0,"0"0"1"16,0 0 6-16,0 0 0 0,0 0 7 15,0 0-3-15,0 0 3 0,0 0 0 0,30-2 6 31,-23 2-3-31,2-2-8 16,-1 1-2-16,1-1-5 16,2-1 0-16,-2 1 1 0,2-1 0 15,-1 1-3-15,-2 1 0 0,-1 0 0 0,-1 0-2 32,0 0 1-32,-2 0 0 15,-1 1-1-15,-1 0 1 16,-1 0 1-16,1 0 0 0,-2 0 0 15,1 0-2-15,-1 0 2 16,0 0 0-16,0 3-1 16,0 0 1-16,0 3-1 15,0 0 0-15,0 1 2 16,-1 0 1-16,-2 2 0 0,1 1-2 16,-1-1 1-16,2 1-1 15,1 0 0-15,-2-2 2 16,1 2-3-16,0-3 1 15,1 2 0-15,-1-4-1 0,1 2-1 16,0-1 0-16,0 0 0 16,0-3 0-16,0 0-4 15,0 0-17-15,0-3-12 16,1 0-60-16</inkml:trace>
  <inkml:trace contextRef="#ctx0" brushRef="#br0" timeOffset="-94317.2">10105 14649 242 0,'0'0'10'0,"0"0"-4"0,0 0-3 0,0 0-6 16,0 0 9-16,0 0-6 0,0 0 0 15,0 0 0 1,0 0 0-16,-3 31 0 0,2-23 0 16,1-1 0-16,0 1 0 15,0-3 0-15,2-1 0 0,2-1 3 16,3 0 1 0,-3-1 2-16,3-2 1 15,-2 0-2-15,4 0-2 16,-1 0-1-16,-2 0-2 0,2-1 1 15,-2-3 1-15,0 0 0 0,-1-1 2 16,1-1 4 0,0 1 2-16,-3-1-1 15,1-1-3-15,-1-1 2 0,0 1-1 16,-3-2-3-16,1 0 1 16,-1 2 1-16,0-1-3 0,0 4 0 15,0 0 3 1,-3 0-4-16,-1 1-2 15,-1 2 0-15,2-1-1 0,-3 2 3 16,1 0 2-16,-1 0-7 0,2 0 3 0,-2 0 0 31,3 0-3-31,-4 2 1 16,3 1 1-16,0-1-1 16,-1 3-2-16,1-2 0 15,-2 0-5-15,2 3-3 0,-1-1-14 16,-1-1-13-16,-1 2-14 15,1-2-16-15,1 0 3 16</inkml:trace>
  <inkml:trace contextRef="#ctx0" brushRef="#br0" timeOffset="-93630.28">10311 14583 94 0,'0'0'26'0,"0"0"13"0,0 0-10 0,0 0-7 15,0 0-15-15,0 0-7 16,0 0 1 0,0 0 0-16,0 0 1 0,0 0-2 0,0 0 0 31,-8 29 1-31,6-23 5 16,1-1 10-16,-2 1-5 0,3-1-5 0,0-1 3 15,0-2 3-15,0 0-3 0,0 0 2 31,0 0 9-31,4-1-1 16,0 0-7-16,2 0-2 0,-2-1-3 16,1 3 2-16,0-3-2 0,1 3 1 15,-2-1-4 1,0 0-2-16,0 1-1 16,-1 0 0-16,-1-1 0 0,0 2 0 0,-2 1 1 15,0-2-2-15,0 0-3 31,0 2 2-31,-3-2 2 0,-2 1-1 16,-2 0-1-16,2-2-1 16,-4 3-6-16,1-3-20 15,1 0-5-15,2-2-14 16,1 0-57-16</inkml:trace>
  <inkml:trace contextRef="#ctx0" brushRef="#br0" timeOffset="-93408.05">10309 14589 113 0,'0'0'14'0,"0"0"17"0,0 0 3 0,0 0-4 15,33-10-14-15,-26 8-10 16,3 0-5-16,0 1-4 0,0-3-31 16,0-1-80-16</inkml:trace>
  <inkml:trace contextRef="#ctx0" brushRef="#br0" timeOffset="-92941.02">10502 14528 199 0,'0'0'13'15,"0"0"-1"1,0 0-4-16,0 0-1 0,0 0 1 16,0 0-1-1,0 0 0-15,0 0-2 0,-13 22-1 16,11-14-2-16,-2 0 0 0,0 3-1 15,0-2-1-15,-1 3 0 16,2-1 1-16,0 2-1 16,-2-1 0-1,5 0 0-15,0-1 0 0,0-1-1 16,0-1 2-16,0-3 0 0,0 0 2 0,6-1-2 16,-2-3 2-16,4 1 1 15,-2-1-1-15,2-2-1 16,-1 0 2-16,1 0-3 31,-1-3 4-31,-1-1-1 0,1-1 6 16,-2-1 7-16,-4 1 0 15,0-1-3-15,-1 0 2 16,0 1-6-16,0 1-5 16,-2 0-5-16,-7 2 1 15,3 1-2-15,-3 1-1 0,-1 0-9 16,0 0-8-16,0 3-19 15,1-1-35-15</inkml:trace>
  <inkml:trace contextRef="#ctx0" brushRef="#br0" timeOffset="-92529.63">10661 14640 219 0,'0'0'28'0,"0"0"1"0,0 0-6 0,34 0-10 15,-24 0-9-15,2 0-3 16,-2 0-3-16,1 0-15 0,-2-1-14 16,-1 0-69-16</inkml:trace>
  <inkml:trace contextRef="#ctx0" brushRef="#br0" timeOffset="-92058.31">10853 14625 22 0,'0'0'187'0,"0"0"-171"0,0 0 6 16,0 0-3-1,0 0-7-15,0 0-8 0,0 0 4 0,0 0 0 16,25-21 0-16,-24 15 1 31,2 1-1-31,-1-2-6 0,0 1-1 16,1 1-1-16,-1-2 1 0,-2 3-1 0,2 0 0 31,-2 2 0-31,1 0-1 16,-1 1-4-16,0 1-4 15,0 0-5-15,0 0-6 0,0 2 18 16,0 4 2-16,0 2 0 16,0 1 1-16,0 1 1 15,2 1 3-15,2 1 2 16,-2-2 7-16,1 1-4 16,0 1-1-16,0-1-2 0,-2-1-5 15,0 0-1-15,0-2 0 16,-1 0-5-16,0-1-19 0,0-2-10 15,-2-1-64 1,-4-1-74-16</inkml:trace>
  <inkml:trace contextRef="#ctx0" brushRef="#br0" timeOffset="-91873.45">10875 14703 74 0,'0'0'140'16,"0"0"-109"-16,0 0 3 0,0 0-7 15,0 0-2-15,27-9-10 16,-21 8-6 0,-2 0-1-16,2 0-4 0,0 1-4 15,1-1-4 1,-1 0-40-16,2-1-61 16</inkml:trace>
  <inkml:trace contextRef="#ctx0" brushRef="#br0" timeOffset="-91688.28">11033 14649 235 0,'0'0'92'0,"0"0"-73"16,0 0 7-16,0 0-2 15,0 0-18-15,0 0-5 0,0 0-5 0,0 0-28 16,0 0-26-1,0-2-65-15</inkml:trace>
  <inkml:trace contextRef="#ctx0" brushRef="#br0" timeOffset="-91247.26">11106 14581 222 0,'0'0'15'0,"0"0"7"16,0 0-9-16,0 0-7 16,0 0-5-16,0 0-5 15,0 0 5-15,0 0 1 16,-5 23 0-16,3-16 0 0,0 1-1 15,2-1 0-15,-2-1-1 16,2 2-2-16,0-4 3 16,0 0 0-16,3-2 0 0,3 0 3 15,-2-1 2 1,2-1-3-16,-1 0 3 0,1 0 0 16,-1 0 1-16,1-4-3 15,-2 2 8-15,-1-3 4 0,-2 0 2 16,1-1-3-1,-2 0-5-15,0-1-5 0,0 1-4 16,-3 0 0-16,-1 1-3 16,-1 0 1-16,0 3-8 15,-2 0-14-15,1 0-16 0,0 0-34 16,0-3-179 0</inkml:trace>
  <inkml:trace contextRef="#ctx0" brushRef="#br0" timeOffset="-90605.91">11116 14490 224 0,'0'0'3'0,"0"0"-4"16,0 0 2-16,0 0-1 0,0 0 1 16,31 0 0-1,-25 0-1-15,0 0 3 16,-1 0 6-16,1 0-1 0,0 0-1 0,0 0 1 31,1 0-4-31,-2-1-1 0,2 0 0 16,-2 0-3-16,0 1 1 15,-1 0-1-15,1-2 0 0,-2 2 3 0,-2 0 0 32,2 0 0-32,-2 0-2 0,1 0-1 0,-2 0 3 15,1 0-3 1,-1 0-4-16,0 2 5 16,0 3 2-16,0 1-3 15,0-2 2-15,0 4-1 16,0 0-1-16,0 1 1 15,0 2 1-15,1-2-2 16,0 2 3-16,-1-1-2 0,0 0 0 16,1 1 2-16,0-1 4 15,0 0 0-15,1 0 0 16,-1 1-4-16,1-1 2 16,-1-1-3-16,2 2 1 0,-2-2 1 15,1-1 0-15,-2 0-1 16,2-1-1-16,-2-1 0 0,0-1 1 15,0 0 2 1,0-1 1-16,0-1 3 16,-5 1-3-16,2 0 1 15,-1 0-4-15,-4-1 1 0,-2 2-2 16,-4 0-5-16,-1 1-37 0,-5-3-33 16,-1-1-182-16</inkml:trace>
  <inkml:trace contextRef="#ctx0" brushRef="#br0" timeOffset="-88798.1">7198 15856 166 0,'0'0'42'0,"0"0"-11"0,0 0-11 0,1 0-7 0,1 0-4 32,-2 0-5-32,3 0 0 0,-2 0-2 15,2 0 4-15,-1 0 2 16,1 0-2-16,2 0-1 0,1 0-2 0,-1 0-2 31,1 0 0-31,1 0-1 16,0 0 0-16,2 0-5 0,-2 2-14 0,1-2-22 15,-1 2-55-15,-3-1-49 0</inkml:trace>
  <inkml:trace contextRef="#ctx0" brushRef="#br0" timeOffset="-88627.16">7225 15957 271 0,'0'0'-3'16,"0"0"5"-16,0 0 9 16,0 0-2-16,0 0-2 0,35 10-2 15,-22-10-3-15,2 0-23 16,-1-10-140-16</inkml:trace>
  <inkml:trace contextRef="#ctx0" brushRef="#br0" timeOffset="-87197.47">7735 15597 46 0,'0'0'95'0,"0"0"-96"0,0 0 2 0,0 0-4 32,0 0 4-32,0 0 5 15,-30 0 19-15,26 0 5 16,-2 0-3-16,1 0-5 16,-2 0-15-16,-1 0-2 15,2 0-5-15,0 0 3 0,-3 0-3 16,3 0 0-16,0 0 0 15,1 0 0-15,0 1 1 16,3-1-1-16,-1 2 0 16,0-2 0-16,1 0 0 0,1 0 0 15,1 1-1-15,-2 1 1 16,1-1-3-16,-1 1 4 16,-1 0-1-16,2 1 2 15,-1 0-2-15,-1 1 0 0,2 0 0 16,-2 1 1-16,1 0 1 15,1 2 0-15,1-1-2 16,0 0 0-16,0 2 3 16,0-1-3-16,0 0 2 15,0 1 3-15,0 0 0 16,0-1 0-16,1 3-1 0,2 1 0 16,0-1-6-16,0 3 4 15,-2 0 0-15,1 1 3 16,1 1-4-16,-1-2 0 15,-1 2 1-15,1 0 3 0,-2-1 3 16,0 2-3 0,2-2-1-16,-2 1-2 0,0 0-1 15,1 0 0-15,-1-1-1 16,0 0 1-16,2 0-1 0,-2 0 1 16,0 0-1-1,0 0 1-15,0 1 0 16,1-2 2-16,-1 2 0 0,2 0-1 15,-2-2 0-15,1 3-2 16,-1-2 1-16,0 1 0 16,0-3-1-16,0 2 1 15,0-2-1-15,0 0 1 0,0 0 0 16,0 0-1 0,0 0 0-16,0-1 0 0,0 1 0 0,0-2 0 15,0 1 0 1,0 0 1-16,0 1-1 0,0-3 0 15,0 2 0 1,0-1 0-16,0 0 1 16,0 0-1-16,0-1 0 0,0 0 0 0,0 1 0 15,1 1 1-15,0-2 0 0,0 0 3 32,-1 0-1-32,0 1-1 15,0-2-1-15,0 0 0 16,1-1-1-16,1 0 1 0,-2 1 2 15,1-2 2-15,-1 3-4 16,0-2 3-16,0 1 15 16,2 0-11-16,-2 0-6 15,0 0-1-15,0 0 0 16,2 1-1-16,-2-2 3 0,0 2-2 16,0-2-2-16,1 0 2 15,-1-1 0-15,1-1 2 16,0 0 0-16,1 1-1 15,0-3 1-15,-1 2-2 0,1-1 2 16,1-1 3-16,0 3 1 16,3-3 2-16,-1 2 6 15,2-1-4-15,0 2-2 0,4-3-1 16,1 2-2-16,1-1-2 16,4-1 0-1,-1-2-3-15,1-1-2 16,2 0-22-16,1 0-60 0,-3-10-30 0</inkml:trace>
  <inkml:trace contextRef="#ctx0" brushRef="#br0" timeOffset="-86413.97">7815 15720 83 0,'-3'1'16'0,"-1"0"-14"0,3 1 7 0,-2 0 1 0,-3-1 0 16,4 1 13 0,-1-2 10-16,0 2-4 0,0-1-9 15,2 1-11-15,0-1-3 16,-2-1-4-16,1 2-1 0,2-1 0 16,-1 0 0-16,-1 0 8 15,2-1 5 1,0 0-4-16,0 0-1 0,0 1-3 15,1 0-1-15,4-1 9 0,1 0 1 16,1 0-3-16,2 0-1 16,1 0-11-16,0 0 10 15,2 0 9-15,0 0-6 0,0 0 16 16,1 0-14 0,0 0-11-16,-1-2-2 0,-2 1 0 15,1 1-2 1,-2-2 1-16,-2 2-1 0,-2 0-1 15,-1 0-6 1,-1 0-19-16,-3 0-23 0,0 0-3 16,0 0-49-16</inkml:trace>
  <inkml:trace contextRef="#ctx0" brushRef="#br0" timeOffset="-85773.92">8173 15657 48 0,'0'0'71'0,"0"0"-69"0,0 0 10 0,0 0 25 0,0 0 12 15,0 0-18-15,0 0-6 16,0 0-14 0,0 0-4-16,0 0 4 0,-9-3-8 15,3 3-7-15,2 0 8 16,-1 2-3-16,-1 5-2 0,1-1 0 15,1 3 0-15,-1 1 1 16,1 1 0-16,2-1-1 16,1 1 1-16,-1-2-1 15,2 1 0-15,0-2-2 0,3 0 3 16,3-1-1 0,2-2 0-16,2-2 1 0,1 1-2 15,4-3 5 1,-3-1 0-16,3 0-5 0,0 0 2 0,-1-5 0 15,-1 0-1 1,-1-2 1-16,0 0-3 0,-3-2 12 16,-3 1-4-16,1 0 4 15,-5-1 3 1,-2-1-1-16,0 1 1 0,0-1-6 0,-7 0-1 16,0 1 2-1,0 0 5-15,-2 3-2 0,0 0-3 16,0 3-5-1,1 1-5-15,-2 2 1 16,1 0-12-16,0 0-6 16,0 4-13-16,0 0-15 0,2 0-42 0</inkml:trace>
  <inkml:trace contextRef="#ctx0" brushRef="#br0" timeOffset="-85513.9">8402 15678 336 0,'0'0'9'0,"0"0"-7"0,0 0-1 0,0 0-7 0,0 0-18 16,0 0 9-16,0 0-13 15,0 0-49-15,0 0-67 0</inkml:trace>
  <inkml:trace contextRef="#ctx0" brushRef="#br0" timeOffset="-84888.83">8503 15651 174 0,'0'0'5'0,"0"0"6"16,0 0-8-16,0 0-4 15,0 0-4-15,0 0 10 0,0 0 19 32,0 0-3-32,1-14-6 15,4 10-6-15,1 1 2 0,3 0-2 0,1 1-2 16,-2 1-4-1,2 0-1-15,0 1-1 16,0 0-1-16,-3 0 1 16,2 2-1-16,-4 3 2 0,0 1-6 15,-2 0-9-15,-2 2-11 16,-1 0 8-16,0 0-7 0,0 1-2 0,-4 0 17 16,-3 0 8-16,-2 0-1 31,-1 0-11-31,0-1-11 15,0 0 10-15,0 0-19 16,2-2-7-16,0 0 24 0,3-2 19 16,2-1 16-16,0-1 20 15,3 0-3-15,0-2-11 0,0 0 13 16,6 0-2-16,2 0-18 16,0 0-8-16,1 0-3 15,1 0-1-15,0-2 3 0,0 2 7 16,1-1-4-1,-3 1-6-15,0 0-1 0,3 0-3 16,-3 0-3-16,-1 0 1 16,1 0-5-16,-1 0-22 15,-1 0-3-15,0-2-28 0,0-1-85 16</inkml:trace>
  <inkml:trace contextRef="#ctx0" brushRef="#br0" timeOffset="-84327.38">8735 15664 184 0,'0'0'22'0,"0"0"-32"0,0 0 14 0,0 0-1 0,0 0 12 0,0 0 21 16,0 0-8-1,0 0-7-15,0 0-9 0,0 0-7 0,-1-23-3 32,2 21-2-32,3-1-1 0,2 0-4 15,0 3 0-15,1-1 3 16,0 1 2-16,2 0-1 16,-1 0 2-16,-1 0-2 0,1 1 1 0,-1 2 1 31,-2 1-7-31,-2 1-18 0,-1 1-3 15,-2 0 0-15,0 1 1 16,0 1 9-16,-6 1 8 16,-2-1 6-16,0 1 1 15,0-2 5-15,-2 1-2 16,1-2-1-16,1 0 3 16,2-2-1-16,1 1 1 0,2-4-1 15,3 1 3-15,0-2 11 16,0 0 8-16,3 0 16 15,3 0-16-15,3 0-5 0,-3 0-4 16,4-2-6-16,-1-1-1 16,1 0 2-16,0 3-1 15,-2-2 1-15,-1 1-1 0,0 1-6 16,1 0-2-16,-2 0-1 16,0 0-5-16,-3 0-19 15,2 0-8-15,-1 0-2 16,1 0-42-16,-2-1-87 0</inkml:trace>
  <inkml:trace contextRef="#ctx0" brushRef="#br0" timeOffset="-83849.31">9004 15636 278 0,'0'0'3'0,"0"0"-1"0,0 0-5 0,0 0 6 0,0 0-2 16,0 0 6-16,0 0 6 15,0 0-9 1,-29-11-2-16,25 11-2 0,0 5 1 16,-1 1-2-16,0 0 1 15,-1 3-1-15,3-2 0 0,-1 1 0 16,3 0 0-1,1-1-1-15,0 1-1 16,0-4 1-16,4 3 0 0,1-2 0 0,3-2 0 16,0 0 4-1,0 0 0-15,2-3 0 0,1 0-2 16,1 0 0 0,-2 0 0-16,-2 0 0 15,-1 0 2-15,1-3 0 16,-4-2 2-16,1 1 6 15,-4-2 4-15,-1 1-3 0,0 0-3 0,0-3-6 16,0 1-1 0,-6 0 1-16,2 0 0 15,-4 1-4-15,1 1-6 16,-1 1-5-16,-1 1-8 16,-1 1-9-16,0 1-40 0,2 1-34 15</inkml:trace>
  <inkml:trace contextRef="#ctx0" brushRef="#br0" timeOffset="-83069.99">9274 15612 119 0,'0'0'142'0,"0"0"-138"0,0 0 6 0,0 0-1 0,0 0-5 15,0 0 1-15,0 0 5 16,3-31-1-16,-3 27-1 15,0 2-3 1,-5 0-5-16,0 1-5 0,-2 1 2 0,-2 0-3 16,0 0 4-1,-1 0 2-15,0 0 0 0,0 3-1 16,0-1-10-16,1 3 0 16,0-1 13-16,1 0-4 15,1 1 5-15,3 0-7 16,-1 0 4-16,5 1-3 15,0-1-3-15,0-1-1 16,0-1-1-16,3 1 6 0,2-1 7 16,0 0 8-16,0 0-1 15,4-1 2-15,-3 1-2 16,0-2-2-16,1 2 1 0,1-1-2 0,-1 1-3 16,1 1-3-1,3-2-2 1,-3 2 1-16,3 0-2 15,-5 0 2-15,1 0-4 0,1 2 4 0,-3-1-2 16,-1 1-2 0,-1-2 1-16,-3 3-3 15,0-1-2-15,0-1-1 16,0 2 1-16,-5-2-2 16,-3-1 2-16,-3 1 5 0,2-2 3 15,-3 0-1-15,-1-1-1 16,1-1 0-16,1 0 5 15,0-1-5-15,1 0 4 16,0 0-4-16,5-1 2 0,-1-2 0 16,3 0 5-16,2-3 1 15,1 3 6-15,0-3-5 16,0 0 5-16,6-3-4 16,2 0-5-16,3 1-5 15,0-2 3-15,3 0-9 0,-1 1-22 16,0-2-32-16,-1 0-108 15</inkml:trace>
  <inkml:trace contextRef="#ctx0" brushRef="#br0" timeOffset="-82009.66">7825 16261 54 0,'0'0'114'0,"0"0"-55"0,0 0-31 0,0 0 0 0,0 0-7 16,0 0-6-16,0 0-4 15,0 0-8-15,0 1-3 16,0-1-2-16,0 0 1 0,3 0 2 16,0 1-1-16,3-1 0 15,-1 0-1-15,4 0 1 16,-1 0 0-16,3 0 0 15,0 0 0-15,0 0 0 16,1 0 0-16,0 0 1 16,-2 0-1-16,-3 0 0 0,3 0 0 15,-2 0-21-15,0 0-30 16,-1-1-80-16</inkml:trace>
  <inkml:trace contextRef="#ctx0" brushRef="#br0" timeOffset="-80244.84">8192 16188 15 0,'0'0'161'0,"0"0"-160"0,0 0-1 0,-3 0 3 16,1 0-1 0,-1 2 4-16,-1-1 22 15,1-1 6-15,0 0-10 0,0 2-5 16,-1-1-9-16,1 0-6 15,-2 2-1-15,1 2 0 16,-1 0 0-16,2 1-1 16,-1 1 0-16,0 0 0 0,2 1 0 15,0-1-2 1,2 1-2-16,0 1 10 0,0-1-1 16,0 0-5-16,2 0-1 15,3 1 0-15,1-2-1 0,1 0 0 16,0-2-1-16,0 0 1 15,2-3 0-15,0-1 5 16,1-1-4-16,0 0 1 16,1 0-2-16,-2 0 1 15,0-5-2-15,0-1 0 0,-4-1 1 16,1 1 1-16,-2-3 0 16,-1 1 1-16,-2 0-1 15,-1-1 1-15,0-1 0 0,0 1 1 16,-5-1-1-16,-3 3 2 15,-1-1 0 1,-2 1 1-16,1 2-3 0,0 2-1 16,-1 1-4-16,0 2 3 15,1 0-27-15,1 0-7 0,1 2-9 16,1 1-61-16</inkml:trace>
  <inkml:trace contextRef="#ctx0" brushRef="#br0" timeOffset="-79996.01">8374 16236 316 0,'0'0'14'0,"0"0"-13"0,0 0-1 0,0 0-1 15,0 0-16-15,0 0 5 16,0 0-15-16,0 0-75 16</inkml:trace>
  <inkml:trace contextRef="#ctx0" brushRef="#br0" timeOffset="-79296.3">8551 16182 153 0,'0'0'17'0,"0"0"16"15,0 0 1-15,0 0-7 16,0 0-12-16,0 0-8 16,0 0-2-16,0 0-1 15,0 0 2-15,30-25-1 0,-19 23-1 0,-1 2 3 16,2 0 1-1,-2 0-2-15,0 0-5 0,-3 0-1 0,0 0 1 16,-2 2-2-16,2 2-4 31,-4 3-1-31,-2-2-7 16,-1 3-2-16,0 1 2 0,0-1 4 16,-1 2-4-16,-3-2 5 15,-4 2 2-15,0-3-19 16,0 1-6-16,-1-2 32 15,1-1 0-15,1-1 7 16,1-1 13-16,2-2-2 16,2-1-7-16,2 2-5 0,0-2-5 15,0 0 0-15,0 0 14 16,7 0-1-16,1 0-3 16,0 0-5-16,1 0 0 0,2 0 1 15,0 0-2-15,0 0 3 16,0 0-4-16,0 0-4 15,1-2-1-15,-2-1-25 16,0 0-32-16,0-2-107 16</inkml:trace>
  <inkml:trace contextRef="#ctx0" brushRef="#br0" timeOffset="-78704.8">8854 16110 269 0,'0'0'20'0,"0"0"-7"0,0 0-4 0,0 0 10 16,0 0-5-16,0 0-7 16,0 0-1-16,0 0 0 15,0 0-3-15,-6 33-1 0,3-21-1 16,3-2-1-16,0 2 1 15,0-1-1-15,0-2 0 16,0 0 1-16,3-2 0 16,2-2 3-16,1 0-2 15,3-1-1-15,1-1 1 0,0-2 1 16,0-1-2-16,2 0-3 16,0 0-1-16,0 0-6 15,-2 0-8-15,0-1-7 16,-2-5-7-16,0 0-40 0,-3 0-58 15</inkml:trace>
  <inkml:trace contextRef="#ctx0" brushRef="#br0" timeOffset="-78473.48">8968 16155 111 0,'0'0'15'0,"0"0"29"15,0 0-11-15,0 0-13 16,0 0 0-16,0 28 3 16,0-20-10-16,0 2-3 0,0 1-4 15,0 0-3-15,0-1 1 0,0 1-4 16,0-1 0-16,2-2-5 0,-1-1-24 31,3-4-59-31,1-2-50 16</inkml:trace>
  <inkml:trace contextRef="#ctx0" brushRef="#br0" timeOffset="-77917.84">9088 16165 73 0,'0'0'79'15,"0"0"-65"-15,0 0 2 16,0 0 20-16,0 0 1 0,0 0-17 16,0 0-10-1,0 31-2-15,0-21-4 0,0-1-3 16,1 0 2-16,2-3 1 15,1 2-1-15,-2-4 2 0,3 0 0 16,0-1-2-16,2-2 0 16,2-1-1-16,0 0-1 15,1 0 2 1,0 0-3-16,-2-4 1 0,2-2-1 16,-2-1-1-16,1 0 1 15,-2-1-3-15,-3-2 1 0,-1 0-4 16,0 3-9-16,-2 1 3 15,-1 1 3 1,0 1-7-16,0 3 4 0,0-1 6 16,-1 1 5-16,-1 1 4 0,1 0 11 15,1 0-4 1,-1 5 1-16,0 1 2 16,1 1-3-16,0 1 0 15,0 0-3-15,-1 2 0 0,1 1 0 0,0-2-7 16,0 1 1-1,0-2-3-15,3-2-22 0,1-2-27 16,1-4-113-16</inkml:trace>
  <inkml:trace contextRef="#ctx0" brushRef="#br0" timeOffset="-77235.63">9386 16161 100 0,'0'0'7'0,"0"0"26"0,0 0 9 0,0 0 1 15,0 0-9 1,0 0-11-16,0 0-7 15,-12-28-4-15,5 26-1 16,2 2-2-16,-2-2-7 0,1 2-1 16,-1 0-2-16,-1 0-4 0,2 0-4 15,-2 0-2-15,1 3 1 0,-2 2 10 32,5-2-2-32,-2 4 2 15,4-2-1-15,-1 1 0 16,3 0-1-16,0-1-1 15,0 1-3-15,0-2 1 0,3-2-2 16,5 0-4-16,-2 0 9 16,2-2-1-16,1 2 3 15,0-2 3-15,1 0-1 0,-1 0 5 16,-1 0-1-16,0 0 0 16,0-4 1-16,-2 1 2 15,-2-1-4-15,0 0-1 16,-1 0 0-16,1 1-1 15,-4 1-1-15,0-1-1 0,1 1 1 16,-1 1 3-16,0 1 0 16,0-2-3-1,0 2 1-15,0 0 0 0,0 0-1 16,0 0-1-16,0 0-2 0,0 2 2 16,0 2 0-1,0 1 2-15,0 4-1 16,0-2 4-16,0 4-2 0,0-1 1 15,0 1 1-15,0 1 0 0,0-2 1 16,0 1-3-16,1-2-2 16,0-1-1-1,0 1-1-15,-1-3-7 0,0-1-12 16,0-2-8-16,0-1-37 0,0-2-77 16</inkml:trace>
  <inkml:trace contextRef="#ctx0" brushRef="#br0" timeOffset="-75692.56">9401 15441 165 0,'3'0'6'0,"-1"0"5"0,0 0-7 0,1 0-4 15,1-1 2-15,0 1 8 16,1-1 5 0,1 0 0-16,2 1 5 0,0 0-7 0,0 0-8 31,1 0-3-31,1 0-1 16,-2-1-1-16,1-1 0 0,0 2 1 15,2 0 0-15,-2-2 3 0,0 2-1 0,0-1 0 31,-1 1 0-31,0 0-1 16,1 0 2-16,0 0-1 16,-2 0-1-16,0 0 0 0,0 0-2 15,-2 0 1-15,-1 1-1 16,0 1 1-16,0 0-1 16,-1 1 2-16,0 0 0 15,1 0-1-15,-3 1 1 16,1 1-1-16,2 1 1 15,-1 1 0-15,0 0-1 0,-1 1 0 16,0 1 1-16,1 3-2 16,0-3 0-16,-3 0 0 15,2 3 1-15,-2-3-1 16,1 3 0-16,-1 0 1 16,1-2 0-16,-1 3-1 0,0 0 0 15,0 0 1-15,0 1-2 16,0-1 1-16,0 0 0 15,0 1 0-15,0 0 0 0,0 1 1 16,0 0 1-16,0 0-1 16,0 0 2-16,0 0-1 15,0 3 2-15,-1-3-1 16,0 3 1-16,1 0-1 16,-1 0 1-16,1 0-2 0,0 1 0 15,0-1-1 1,0-2 0-16,0 2-1 15,0-1 1-15,0 0-1 0,0-2 1 16,1 2-1-16,4 0 1 16,-2-1 0-16,1-1-1 0,1 0 1 15,-2 1 0-15,2-3 2 16,0 1 4-16,-3-2 1 16,1 2-1-16,0-1 1 15,0 0 1-15,0 0 0 0,0 0-6 16,-2 0-1-1,-1 0-1-15,2 0 0 0,-2-1 0 0,0-2 0 16,0 1 0 0,1-1-1-16,0-1 0 0,0 2 1 15,1-2-1-15,0 1 0 16,1-1 0-16,-1 2 1 16,3-2-1-1,-2 1 1-15,-1 1-1 0,2-2 0 16,-1 0 2-16,-2-1-2 0,2 1 0 15,-3-2 2-15,1 0-2 16,-1-1 0 0,0 1 1-16,0-1 0 0,0 1 1 15,0-2-2-15,0 0-2 16,0 0 4-16,0 1-2 0,0-2 0 16,-1 1 1-16,1-1-1 0,-1 1-1 31,1-2 2-31,-2 1 0 15,2 0-2-15,0-1 2 16,0 0 0-16,0 0-1 0,-1 1 1 16,-1-1 0-16,1-1-1 15,-2 1-1-15,1-1 2 16,-2 0 0-16,-1 0-3 16,-1 0 6-16,-2 0-3 0,-2-2 2 0,1 3-3 15,-5-3-9-15,-2 2-17 0,-5-2-28 31,-3 0-50-31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23:45.1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11765 3193 61 0,'0'-2'5'0,"0"-1"-5"0,0 0-5 0,0-1-14 15,3 1 12 1,-2 1 8-16,1 0 7 0,-2 0 5 0,3 0-3 31,-2 1-7-31,2 0-3 16,-1-1-34-16</inkml:trace>
  <inkml:trace contextRef="#ctx0" brushRef="#br0" timeOffset="968.89">11808 3172 108 0,'0'0'37'15,"0"0"-7"-15,0 0-1 16,0 0-1-16,0 0-7 16,0 0 1-16,0 0-7 15,0 0-2-15,0-1-3 0,-2-1-1 16,0 1-1-16,1-1-4 15,-1 1-1-15,1-1 0 16,-2 2-5-16,-1 0 2 16,2 0-3-16,-3 0 5 15,2 0-2-15,-2 0-1 16,-2 0 5-16,1 3-3 0,2-1-2 0,-1 1 2 16,1 1-1-16,-1-1 0 15,1 2 0 1,2-2 0-16,-1 2-1 15,0 0-1-15,0 1 1 16,0 2 1-16,2-2 0 16,-1 1 0-16,0-1-1 15,1 1-1-15,1-2 0 0,0 1 0 0,0 0-1 16,0 0 6-16,0-3-3 0,1 2 0 31,3 0 0-31,-1 0 0 16,-2 0-4-16,3-2 2 15,-1-1 2-15,1 1 1 0,0-1 1 16,2 0 1-16,-1-1-3 0,0-1 2 0,1 0-2 31,-1 0 0-31,2 0 3 16,0 0-2-16,-2 0 1 16,2-1-1-16,-1-3 1 0,1 1 1 15,-1-2 0-15,-2 0 0 16,0 0 1-16,0-1 2 15,-1-1-1-15,0 1-1 16,0-1 1-16,0 0-3 16,-3 0 1-16,2 1 0 15,-2-1 0-15,0-1 1 0,0 1 1 16,0 2 1-16,0-3 0 16,0 2 2-16,0-1-5 15,-2 1 3-15,-1 0-4 16,-1-2 4-16,2 2-2 0,-2-1 5 15,1 0-7-15,-1-1 1 16,1 1-3-16,-4-1-3 16,2 2 3-16,-2 0 3 15,-1-3-2-15,0 2 2 16,1 2-1-16,-3-1 3 0,3 1-3 16,-1 0 0-16,1 0-1 15,0 1-2-15,0 0 4 16,3 0 0-16,-3 1-2 0,3-1 5 15,0 2-2-15,0 0-2 16,1 0-1-16,1 2-1 16,0 0 0-16,-1 0-1 15,1 0-22-15,1 0-43 16,-1 4 4-16,2-1-8 16,0 0-93-16</inkml:trace>
  <inkml:trace contextRef="#ctx0" brushRef="#br0" timeOffset="1859.75">11974 3039 145 0,'0'0'15'0,"0"0"3"0,0 0-11 16,0-1 14-16,0 1 4 16,0-1-6-16,0 1-4 15,0 0-5-15,0 0-5 0,0 0-2 16,0 0 0-16,0 0-4 16,0 0-3-16,0 3-1 15,0 3 7-15,0 1-2 16,0 0 4-16,0 1-2 0,0 0-2 15,0 0 0-15,0-1 0 16,0 2 0-16,1-1 0 16,1 1 0-16,-2 1 1 15,0-2-2-15,0 2 2 16,0-3-2-16,0 1-1 0,0-1 1 16,0 1-1-16,0-3 6 15,0 1-3-15,0-1 0 16,0 0-1-16,0-1 0 15,0 0 0-15,0 0 0 0,0-1-1 16,0 0 1 0,0 0-1-16,0-1 2 0,0 0 0 0,0 1 0 15,0-1-1 1,0 1 0-16,0-3 0 0,0 3 2 16,0-2-2-1,0 0 1-15,0 1 0 16,0-1-2-16,0 1 2 15,1-2-2-15,-1 2 2 0,0-2-5 16,1 3 4-16,1-3 2 0,-1 2-2 0,1-1 0 31,1-1 2-31,0 2-1 0,3-2 5 16,-3 0 2-16,6 0-3 16,-3 0 3-16,1 0-4 15,2 0 1-15,-1 0 1 16,0 0 0-16,-1 0 0 15,2 0-2-15,0-2 1 16,0 2 1-16,0 0-2 16,0-1 0-16,-1-1 0 0,-1 2-2 15,2 0-1-15,-3 0 0 16,0 0-1-16,1 0 0 16,-2 0-1-16,-1 0-25 15,-1 0-62-15</inkml:trace>
  <inkml:trace contextRef="#ctx0" brushRef="#br0" timeOffset="2904.13">11684 3471 92 0,'0'0'11'0,"-3"0"-11"0,0 0-3 0,2 0 5 0,-1 0 10 15,1 0 4-15,-2 0-4 31,1 0-4-31,2 0 2 16,0 0-2-16,-2 0 2 16,2 0 1-16,0 0-7 0,0 0-2 15,0 0 1-15,0 0-1 16,0 0 1-16,0 0-1 16,0 0 1-16,0 0 1 15,0 0 5-15,0 0-4 0,0 0 0 16,0 0-4-1,0 0 6-15,0 0-7 0,2 0 1 0,1 0 1 16,3 0 0-16,2 0-2 16,-1 0 1-16,1 0-1 15,3 0-1 1,0 0 0-16,2 1 2 0,1-1 2 0,0 0-2 16,3 0 1-16,-1 0-2 15,0 0 0 1,1 0 1-16,0 0 0 15,1 0-1-15,-1 0 1 0,-1 0 0 16,1 0 0-16,0 0-1 0,-2 0 0 16,2 0 1-16,-2-1-1 15,2 0 0 1,-2 1 0-16,0 0 0 0,0-1 0 16,-1 1 1-1,-1 0-2-15,0 0 2 16,1 0 0-16,1 0 3 0,-2 0 0 15,1 0-1-15,1 0-1 0,-3-2 4 16,0 2-2 0,-1 0-2-16,-1-1 3 15,-1 1-2-15,0 0 3 16,0 0-2-16,-3 0 0 0,2 0-1 16,-2 0-1-16,-1 0-1 15,1 0 0-15,0 0 0 0,0 0 1 0,-2 0-1 31,0 0-2-31,-1 0-4 16,-3 0-66-16</inkml:trace>
  <inkml:trace contextRef="#ctx0" brushRef="#br0" timeOffset="3966.74">11837 3878 157 0,'0'0'47'0,"0"0"-45"0,0 0 7 0,0 0 14 0,0 0-3 31,0 0-1-31,0 0-5 0,0 0-7 0,0 0 0 0,0 0 0 31,0 0 0-31,0 0-6 16,0 0 1-16,-33-8-4 16,25 12 1-16,-2 2-1 15,1 0 3-15,-2 0-2 0,1 3 1 16,1-3 0-16,3 2-1 15,-1-2 0-15,2 3-1 16,-1-2 0-16,3-1 1 16,0 1-1-16,2 0-2 15,1 0-2-15,0-3 2 0,0 0 0 16,0 0-2-16,0-1 5 16,0 2 3-16,3-2 1 15,1-1-2-15,1 1 1 16,0-1 0-16,1 0-2 0,1-1 2 15,-1 1 0-15,1-2-2 16,2 0 1-16,0 0 5 16,-1 0-4-16,0 0 0 15,0-2-2-15,1-1 3 16,-3-2 1-16,1 1 4 16,0-2 0-16,-3 2-6 0,2-2 2 15,-1 1-2-15,-3-1 0 16,1 0 5-16,-3 0-1 15,2-1-1-15,-2 1-1 0,0-3-3 16,0 0 0 0,-2-1 0-16,-2 0 2 0,1 0 2 15,-3-1-1-15,2 1-2 0,-4-1-2 16,3 0-1-16,-2 3 8 16,-2-1 4-1,3 1-7-15,-3 0-3 0,3 2 0 16,-2 1 3-16,2 0-3 0,-1 2 1 15,1 1-3-15,2 0-6 16,-1 0 11-16,1 2-7 16,2 0-6-16,-1 0-14 15,-1 0-7-15,2 5-9 0,1-1-21 16,-1-1-63 0</inkml:trace>
  <inkml:trace contextRef="#ctx0" brushRef="#br0" timeOffset="5151.99">11961 3829 103 0,'0'0'42'0,"0"0"-32"0,0 0 6 16,0 0 3-16,0 0 7 15,0 0-1-15,0 0-7 16,0 0-6-16,0 0-2 0,0 0-3 16,0 0-3-16,0 0-2 15,0 0-1-15,0-7-1 16,0 7-1-16,0 0 1 15,0 0-4-15,0 0-4 16,0 3 6-16,0 1-1 16,0 1 3-16,-1 1-3 15,-1 1 8-15,-1 1-3 0,2 1-4 16,-2 0 3-16,0 1 2 16,2 2-3-16,-1-3 0 15,1 0 0-15,-1-1 0 0,2-1 1 16,0 1-2-16,0-3 2 15,0 0-2-15,0-2 2 16,0 1 0-16,2-2-1 16,1 1-2-16,-1-2 1 0,0 1 5 15,2-2 0 1,-1 0-2-16,0 0 1 16,2 2-1-16,-2-2 2 0,2 0-2 15,-1 0 0-15,1 0-1 0,-1 0 2 16,0 0-3-1,1 0 2-15,-2-2-1 16,4-1-1-16,-3 1 3 0,2-1-1 16,-2-1 0-16,2 1 0 15,0-2-1-15,0 2 2 16,-4-1-2-16,2-2 3 16,-1 2-1-16,0 0 2 0,-1 0 4 15,-1-1-8 1,0 2 1-16,1 0-1 0,-2 2-1 0,0-2 0 15,2 0 1 1,-2 3-2-16,0 0 2 0,0-1 0 16,0 1-2-1,0 0-1-15,0 0 1 16,0 0-3-16,0 0-4 16,0 0-3-16,0 4 8 0,1 0 5 15,1 1-2-15,-1 1 0 16,2-1-1-16,0 0 0 15,0 0 1-15,0 0-2 16,1-2 0-16,0 1 0 0,2-2 0 16,-2-1 4-16,4 1-1 15,-3-2 0-15,3 0 1 16,1 0 1-16,-3 0-1 16,1 0 2-16,1-5-3 0,-1 1 1 15,-2-1 2-15,1-1 0 16,0-2 1-16,0-1 2 15,-2 0 3-15,1-1-7 16,-2 1 0-16,-1-2-2 16,2 1 0-16,-4 1 3 15,0-2 1-15,0 3-3 0,0 0 1 0,0 1 8 16,-6 0-4 0,3 1 4-16,-3 2-14 0,2 1-4 15,-3 0-1 1,2 3-20-16,-2 0-7 15,1 0-12-15,2 4-20 0,-1 1-49 0</inkml:trace>
  <inkml:trace contextRef="#ctx0" brushRef="#br0" timeOffset="5695.12">12301 3862 124 0,'0'0'60'0,"0"0"-35"0,0 0 0 0,0 0 5 0,0 0-12 15,0 0-6-15,0 0-4 0,0 0-7 16,0 0-2-16,0 4-4 16,0 0 1-16,0 1 4 15,0 3-1-15,0 0-1 16,4 1-4-16,-3-2 5 16,1 2 2-16,-1-3 0 15,1 2-2-15,0-2 3 0,-1-1-2 16,1 0 2-16,-1 1-1 15,1-1-1-15,-2 1 0 16,1-2 1-16,-1 1 0 16,0-1 1-16,0-1-2 0,0-1-27 15,1-2-156 1</inkml:trace>
  <inkml:trace contextRef="#ctx0" brushRef="#br0" timeOffset="7155.15">12577 3418 92 0,'-2'0'18'0,"2"0"4"0,0 0 1 0,0 0 2 15,0 0-3-15,0 0-7 16,0 0-8-16,0 0-2 16,0 0 2-16,0 0-1 15,0 0-3-15,0 0-1 0,0 0-10 16,0 0 0-16,0 0 6 15,3 0 10-15,3 0-14 16,-2 0 6-16,2 0 5 0,2 0-4 16,-1-1 1-1,1 0-2-15,-1 1-1 0,2 0 3 16,-1-2-3 0,0 2 5-16,1-1-2 0,-1 1 0 15,0 0-1-15,-2 0-1 0,2 0-1 16,-2 0-10-1,1 0-17-15,-4 0-19 0,1 0-13 16</inkml:trace>
  <inkml:trace contextRef="#ctx0" brushRef="#br0" timeOffset="7662.58">12606 3508 77 0,'0'0'5'0,"0"0"-4"0,0 0 6 0,0 0 4 15,0 0 2-15,0 0 1 16,0 0-7-16,0 0-2 0,0 0 9 15,0 0-3-15,5 1-5 16,0-1-4-16,-3 1 0 16,3-1-1-16,0 0 0 0,-1 1-1 15,2-1 0 1,0 1 9-16,2-1-2 0,-1 0 4 16,2 0-2-16,-3 0-4 15,0 0-1-15,0 0-3 16,0 0 0-16,0 1 0 0,-2-1-1 15,2 0 1 1,-3 2-1-16,2-1-9 0,-3-1-46 0,2 0-55 16</inkml:trace>
  <inkml:trace contextRef="#ctx0" brushRef="#br0" timeOffset="9689.28">13394 3140 88 0,'-2'0'11'0,"-2"0"-7"0,-2 0 5 0,3 0 0 0,-5 0-4 15,0 0 5-15,-1 0 3 32,1 0-5-32,-1 0 2 15,-1 0 2-15,-2 0-5 0,4 0-3 16,-2 1 8-16,1 2-8 16,0 0-2-16,2 1-2 15,3-1 0-15,1 0-2 0,-1 3 1 16,2 0-1-16,1 0 0 15,1 0 4-15,0 1-3 16,0-1 5-16,0 0-2 16,0 1-2-16,1 0 1 15,2-2-1-15,3 0 3 16,-3 0-2-16,3 0 1 0,-1-2 0 16,1-1-2-16,1 0 5 15,-1 1 0-15,1-3-3 16,1 0 4-16,-2 0-4 15,2 0 2-15,-1 0-1 0,-2 0 2 16,3 0 0-16,-4-5 0 16,2 2 4-16,-2-1-1 15,1-2-3-15,-1 0 2 16,-2 0 0-16,0-1 2 0,0 0-2 16,-2-2 1-16,1 2-4 15,-1-2-2-15,0 0-1 16,0-1 3-16,0 2-3 15,0-2 1-15,-3 2-1 0,-1-1 1 16,0 0 1-16,-3 2-2 16,2-1 0-16,-2 1 2 15,1-1-2 1,-1 2-1-16,0 1 1 0,1-1 2 0,0 2-3 16,0 0 1-1,2 0 0-15,-2 1-1 0,1 2-1 16,-2 0-3-16,2 1 3 15,-1 0-3 1,-1 0 5-16,3 0-5 0,-2 4-12 16,3-1-11-16,2 0-16 0,1 0-44 0</inkml:trace>
  <inkml:trace contextRef="#ctx0" brushRef="#br0" timeOffset="10393.29">13474 3040 82 0,'0'0'37'0,"0"0"-31"0,0 0-7 0,0 0 4 0,0 0-1 16,0 0 10-16,0 0-2 15,0 0-6-15,0 0 1 16,0 0-2-16,4 29 0 0,-1-22 4 15,-1 2-4 1,-1-2-1-16,0 4 2 0,-1-4-2 16,0 3 0-1,0-1 0-15,0 0-1 0,0-2 0 0,0 2 2 16,0 0-3 0,0-2 5-16,0-1-5 0,0 1 1 0,0-2 0 15,0 0 1 1,0 0-1-1,0-3 0-15,0 3 0 0,0-2 0 0,0 0 1 16,0 1-1-16,0-2-1 16,0 0 0-16,0 0 0 0,0-1 1 31,0 0-1-31,0 0 0 0,0 1 1 16,0-2-1-16,0 0 0 15,1 0 4-15,0 0 4 0,1 0 1 0,2 3 1 31,-1-3-4-31,2 0-2 16,2 0-1-16,1 0 1 0,0 0 1 0,1 0-1 16,1 0-1-16,0 0 3 0,0 0-3 31,0 0 0-31,-3 0-1 16,2 0-1-16,-2 0 1 15,0 0-2-15,-1 0 1 16,0 0 0-16,-2 0-1 0,1 2-11 15,-2-2-40-15,-2 1-76 16</inkml:trace>
  <inkml:trace contextRef="#ctx0" brushRef="#br0" timeOffset="11262.34">13178 3406 62 0,'0'0'13'0,"0"0"-9"0,0 0 12 0,0 0 8 0,0 0-4 15,0 0-8 1,0 0-8-16,0 0 1 0,0 0 0 0,0 0-3 31,0 0-1-31,0 0 2 16,0 0-3-16,9 0 0 15,-8 0 1-15,4 0 0 0,-2 0 2 16,1 0 8-16,3 0 0 16,-1 0-4-16,1 0-3 15,1 0-3-15,1 0 1 0,0 0-1 16,1 0 0-16,0 0 0 15,2 0 0-15,0 0 0 16,3 0-2-16,0 0 10 16,-1 0-5-16,3 0 1 0,1 0-1 15,-2 0-2 1,2-2 1-16,1 1-1 0,0-1 4 16,-3 1-1-16,2 0 1 15,1-1-1-15,0 1-1 16,-3 0-1-16,-1 0 0 15,1 0-2-15,-1-1 2 0,-4 1 0 16,1-1 1-16,-3 0-1 16,-3 2 3-16,0-1-1 0,2 1-2 15,-4-1-1-15,3 1 0 16,-1 0-1-16,0 0-1 16,-1 0 1-16,0 0 0 15,-1 0-1 1,-1 1-6-16,-3 2-58 0,0-2-133 0</inkml:trace>
  <inkml:trace contextRef="#ctx0" brushRef="#br0" timeOffset="12257.83">13325 3773 62 0,'0'0'51'0,"0"0"-26"0,0 0 15 0,0 0-4 16,0 0-1-1,0 0-7-15,0 0-17 0,0 0-9 0,0 0-2 16,0 0 1-16,0 0 5 15,0 0-8 1,0 0 5-16,-28-1-2 16,21 5-1-16,2 1 0 15,-1 3-1-15,-1-1 1 0,3 2-1 16,-2-2 1-16,2 3 0 16,1-1-3-16,-1 0 3 15,1 0-1-15,1 1-1 0,0-1 0 0,2-2 2 31,0 1-6-31,0-1 0 0,0-2 7 16,2-2 1-16,1 3-1 0,3-5-1 16,0 2 1-1,1-1-1-15,2-1 1 16,-3 1 0-16,3-2 1 0,0 0 1 16,-1 0-2-16,1 0 0 15,-2-3 0-15,0-2 1 16,-1 0 3-16,0-3 2 15,-1 2 2-15,-3-2-3 0,1 0 3 16,0 0-7 0,-2-1 0-16,-1-1-2 0,0 2 1 15,0-2-1-15,0 2-1 16,0-1 2-16,-4 0-1 0,0 2-1 16,-3-1 1-1,1 0 0-15,-1 1 0 0,-2-1 1 16,-2 1 1-16,2 1-3 15,-3-2 1-15,0 1 1 0,0 1 3 16,-1 0-6 0,1 1 3-16,1 0 0 0,-1-1 3 15,2 4-4-15,1-1 0 16,2 0 0-16,-1 2-3 0,1 1 2 16,2 0 1-1,0 0-8-15,2 1-24 0,0 2-64 16,3-3-98-1</inkml:trace>
  <inkml:trace contextRef="#ctx0" brushRef="#br0" timeOffset="13363.26">13439 3718 114 0,'0'0'24'0,"0"0"1"0,0 0-5 0,0 0-7 16,0 0 2-16,0 0-1 16,0 0-4-16,0 0-9 0,0 0-3 15,0 0-1-15,0 0 0 16,0 0 4-16,0 0-1 16,0 2 0-16,0 3-2 15,0 0 2-15,0 1 0 0,0 0 0 16,0 0 0-16,0 1 1 15,2-2 2-15,1 1 1 16,-1-1-2-16,3-1 1 16,-1 0-1-16,2 1 1 0,-1-2 1 15,3-1-1-15,1 0 0 16,1-1 3-16,-1-1-1 16,2 0-1-16,0 0 1 15,0 0 0-15,-2-3 3 0,2-2-2 16,-3 0-1-16,-3 0-2 15,4 0-1-15,-6-1 0 16,0 1-1 0,0-1 1-16,-1 0-1 15,-1 1 0-15,0 0-1 0,-1 2 0 16,0 0 0-16,0 1 1 0,0-1-2 16,0 3 0-16,-1 0 1 0,0 0-2 15,-1 0 9-15,1 0-7 16,-1 0 2-1,1 0-3-15,0 0 1 16,0 3-4-16,1 0 0 0,-1 2 3 0,1 0 1 31,0 2-1-31,0 0 1 16,-1 0 0-16,1 2-1 0,0 1 1 0,-1 0-1 0,-1 1 2 31,2-1-1-31,-2 1-1 0,2 1 0 16,-2-2 0-1,1 3 1-15,1-2 0 16,0 0-1-16,0 1 1 16,-1 0 0-16,1-3 0 0,-1-1 0 15,1 1 0-15,0-2 0 16,-1-1 0-16,0-1-2 16,1-1 2-16,-1-1 0 15,1 0 2-15,-2 0-2 0,-1-3 1 16,2 3 0-16,-2-3 0 15,2 2 1-15,-4-2 4 16,1 1 3-16,-1-1-7 16,-1 0 2-16,-3 0-1 0,1 0-2 15,1 0 0-15,-3-1 3 16,3-1-3-16,-2-1 0 16,2-3-3-16,1 1-22 15,2-4-53-15,2-1-99 16</inkml:trace>
  <inkml:trace contextRef="#ctx0" brushRef="#br0" timeOffset="14122.56">13474 3578 72 0,'0'2'17'0,"0"0"13"0,0-1-9 0,0 2-3 31,0-3-3-31,0 1-6 0,0 0 1 0,0-1 12 0,0 0 3 31,0 0 0-31,0 0-12 16,0 0-5-16,0 0 1 0,0 0-2 0,0 0-6 16,0-2 1-1,0-1 0-15,1 1 0 16,2-2 0-16,0 1-1 16,0-2-1-16,-1 1 2 15,0-1-2-15,3 0 0 16,-4 0 0-16,1 1 0 0,1 1 0 15,0 0 0-15,-1-2 0 16,1 3 2-16,0 0-5 16,0 0 2-16,0 0-2 15,-1 1 1-15,1 0 2 16,0-1 1-16,-1 2-1 0,1 0 0 16,0 0-2-16,0 0 2 0,-2 0-1 15,1 2 1-15,1 2-1 16,-1-1 2-1,1 3-2-15,-2-1 1 16,2 1 0-16,2 0-1 0,-4 0 1 0,2 1-1 16,1 0 1-1,-1 1 1-15,-1-1-1 0,3-1 0 16,-1 2 0 0,-2-3 1-16,1 2-1 0,0-1 0 0,-2-3 0 31,1-2-54-31</inkml:trace>
  <inkml:trace contextRef="#ctx0" brushRef="#br0" timeOffset="16636.78">14209 3110 99 0,'0'0'8'0,"0"0"1"0,0 0 4 15,0-1 11-15,0 1 5 16,0-2-1-16,0 1-9 16,0 0 1-16,0 1-4 15,0-1-7-15,0 0-4 0,0 1-1 16,0 0-3-16,0 0-2 15,-2 0-1-15,-4 0 4 16,0 0 0-16,-3 0-4 16,2 3 2-16,-1 0-2 0,2 0 5 15,-2 2-2-15,3-1-1 16,-1 0-1-16,1 3 1 16,2-1-1-16,0-1-2 15,3 0 1-15,0 1-1 0,0-3-1 16,0 3 1-16,0-1 1 15,0-1 3-15,0 0-2 16,0 0 0-16,2 0 2 16,2-2-1-16,-1 1 0 0,2-1 0 15,1 0 0-15,1-2 0 16,-2 0 4-16,3 0 0 16,-1 0-1-16,0 0 2 15,-1-2-2-15,0-1 0 0,-2 0 0 16,0-2 0-16,0 0 5 15,-2-1 1 1,-1 0-1-16,-1 0-3 0,0-2-4 16,0 1 1-1,0 0-2-15,0-1 3 0,0 2 0 0,0 0-2 16,0-1 0-16,0-1-1 16,-1 2 0-16,-1 1-5 15,-1-2 5 1,0 1 2-16,1 0-3 0,-4 0 2 0,2-1 0 15,-4-1-3-15,1 2 3 16,-2-1-1 0,1 2 1-16,0 0 1 0,-3 2-3 15,3 0 2 1,-1 2-2-16,2 0 1 0,0-1 1 16,-1 2-3-16,4 0-9 15,-2 0 2-15,4 0-5 16,-1 0-2-16,1 2-14 0,2-1-34 15,0-1-13-15</inkml:trace>
  <inkml:trace contextRef="#ctx0" brushRef="#br0" timeOffset="17566.71">14349 3011 83 0,'0'0'27'0,"0"0"-16"0,0 0-7 0,0 0 1 0,0 0 5 16,0 0-4-16,0 0-3 15,0 0 2-15,0 0 2 16,-4 31-3-16,4-24-3 15,0-2 0-15,3 0 5 0,0 0 0 16,0 0 0-16,0 0 1 16,2 0 2-1,-1-2-5-15,2 0 1 0,0 1-5 16,0-2 8-16,1 1-2 0,0-2 1 16,1 1 2-16,0-2-1 15,1 0-2-15,3 0-3 16,-2 0 2-16,2 0-3 15,-1-3 1-15,0 0-1 0,-1-1-1 16,0 1 0 0,-2-2 2-16,-2 0-2 0,0 1 2 0,-3 1 1 31,0-1 3-31,-3 1-2 16,0 0 0-16,0 1-3 0,0 1-4 0,0 1 4 15,-5-1-1 1,2 1 2-16,1 0-2 0,-2 0 0 0,2 0 0 15,-1 0-2-15,1 3 1 32,0 0-1-32,-1 2-1 15,1 0 1-15,0 0 0 0,2 3 0 16,0-2 1-16,0 1 0 16,0 1-3-16,0-1 2 15,0 2-1-15,0-3 1 16,2 3 4-16,1-1-3 0,1-1 0 15,-2 1 0-15,0-2 0 16,0 2 0-16,0-1 0 16,-1-4 0-16,-1 2 1 15,0 0-1-15,0-2 0 16,0 1 1-16,-3-2-1 16,0 0 4-16,0 0-2 0,-5 0 1 15,1-1 4-15,0 0-4 16,-4 2-1-16,-1-3-2 15,1 0-2-15,1 2 9 0,2-2-6 16,-1 0 0-16,2 0 2 16,3 0-3-16,0 0 0 15,2 0-8-15,2 0-11 0,0-7-65 16</inkml:trace>
  <inkml:trace contextRef="#ctx0" brushRef="#br0" timeOffset="18152.41">14479 2875 123 0,'0'0'39'0,"0"0"-2"16,0 0-12-1,0 0 1-15,0 0-9 0,0 0-7 0,0 0-6 32,0 0-2-32,0 0 3 15,0 0-4-15,0 0 1 0,0 0 4 16,0 0 0-16,0-18 1 16,0 14-1-16,1-1-3 15,2-1-1-15,0 0 2 0,-1 1-2 16,2-1 3-16,-1 1-2 15,-1 0 1-15,1 1-2 16,-1 0 2-16,0 2 0 16,-2 0 0-16,0 2-2 15,1 0-1-15,0 0-3 0,0 0-4 0,1 5 5 32,1 2 0-32,2 3 0 0,0 1 1 15,1 2-1-15,3 4 1 0,0-2 1 16,0 3-2-1,-2 3-5-15,1-2-37 0,-2-1-57 0</inkml:trace>
  <inkml:trace contextRef="#ctx0" brushRef="#br0" timeOffset="19135.02">14123 3411 88 0,'0'0'19'0,"0"0"-9"0,0 0 1 15,0 0 14 1,0 0-8-16,0 0-10 0,0 0 12 0,0 0-12 31,0 0-4-31,0 0 1 16,0 0-1-16,0 0 1 0,0 0 0 16,16 0-2-16,-10 0 0 15,2 0-2-15,1 0 0 0,0 0 1 16,2 0 0-16,0 0-2 15,3 0 3-15,-2 0 1 16,4 0 3-16,-1 0-1 16,2 0 2-16,1 0 0 0,0 0-1 15,2 0-4 1,0 0 12-16,0 0-8 16,2 0-4-16,0 0 0 0,-3 0-1 0,2-2-1 15,-3 2 1-15,0-1-1 16,-1-1 1-16,-2 2 0 15,-2 0 4 1,-2-1-3-16,-1 1 0 16,-1 0-1-16,-3 0-1 0,-2 0 2 15,2 0-2-15,-4 0 1 0,-1 0-1 16,-1 0 1-16,0 0-1 16,0 0-2-16,0 0-9 15,-3 1 3-15,-4 2-13 16,-2-1-70-1</inkml:trace>
  <inkml:trace contextRef="#ctx0" brushRef="#br0" timeOffset="21861.45">14241 3819 124 0,'0'0'8'0,"0"0"-5"0,0-2 2 0,0 0 4 16,0 1 7-1,-3-2-6-15,0 1 7 16,-1 1 8-16,1 0-7 16,-1 1-8-16,-3 0-4 0,0 0-2 0,2 0-1 15,-3 1-3 1,1 5 0-16,0 0 0 0,1 0 0 0,0 2-1 31,1 0 0-31,4 0 1 16,-2 1-2-16,3 0-2 0,-2 0 2 15,2-1 2-15,0-1-1 0,2 1 4 0,2-3-3 16,1 0 2-16,3 0 1 31,-1-3 0-31,2-1 4 0,0-1-1 16,0 0-3-16,-1 0-2 0,0 0 1 15,0-2 2-15,-1-3 3 16,0-1 0 0,-1 2-1-16,-1-5 2 15,0 2-1-15,-2-3 0 16,-1 0-3-16,-1-1 0 0,-1-1-2 16,1-3 0-16,-1 2 0 15,0-1-2-15,0 1-1 16,-1 0 1-16,-2-1 2 15,-2 2 0-15,-1 2 0 16,1 0-2-16,0 3 2 0,-2-1-5 16,2 3 3-16,-1 1 0 15,0 1-2-15,0 2 4 16,0 1-1-16,0 0-5 16,-1 0-3-16,2 4-8 0,-1 2-13 15,2-1-46-15,2-2-63 16</inkml:trace>
  <inkml:trace contextRef="#ctx0" brushRef="#br0" timeOffset="22668.29">14368 3731 85 0,'0'0'15'0,"0"0"-14"0,0 0 4 0,0 0 1 16,33 0-1 0,-24-1 3-16,-2 1 8 0,2-2 2 0,0-1-7 15,1 1 6 1,0 0 2-16,-2-1-3 0,0 2-3 0,0-1-4 31,0 0 0-31,-2 0-3 16,-1 0-1-16,1 1-4 0,-3 1 1 15,-2-1 0-15,0 1-1 0,0 0 0 0,-1 0-3 32,0 0-1-32,0 2 4 15,0 4 0-15,-3-1-2 16,0 3 2-16,-2 0 1 16,-1 2 0-16,1 0 0 0,-1-1-4 15,0 0 0-15,-2 1 4 16,2-1-3-16,0 0 4 15,-2 1-6-15,3-1 7 16,-1-1-4-16,2-1 1 16,-1-1 0-16,2-1-1 15,1 2 0-15,2-3-1 0,-2 0 1 16,2 0-2-16,0-2 3 16,0 0-1-16,0 0-3 15,0-1 3-15,0 0-2 0,0-1 2 16,0 0 1-1,2 0 4-15,2 0 7 0,2 0-9 16,-1 0-1-16,2 0 0 16,0 0 0-16,0 0 0 0,-1 0 1 15,2-1-2 1,-2-1 1-16,1 1-1 0,-1 1 0 0,-3-1-1 16,0 0 1-16,1 1 0 15,-2 0-1 1,-1 0 1-16,0 0-1 0,-1 0-6 15,0 0-10 1,0 0-33-16,0-1-38 16,0 0-29-16</inkml:trace>
  <inkml:trace contextRef="#ctx0" brushRef="#br0" timeOffset="22946.59">14416 3791 99 0,'0'0'60'0,"0"0"-49"0,0 0 8 0,0 0 6 0,33 0-1 31,-24 0-9-31,0-1-9 16,0 0-1-16,0 1-5 0,-2 0-21 15,-1 0-40-15,0-2-46 16</inkml:trace>
  <inkml:trace contextRef="#ctx0" brushRef="#br0" timeOffset="23561.18">14568 3505 106 0,'0'0'13'0,"0"0"4"0,0 0-5 0,0 0-3 0,0 0 0 0,-29 11 1 32,24-4-1-32,-2 1 1 0,2 1-2 0,0-1 1 15,1 0-5-15,2 2-1 0,1-1 0 31,1 2-2-31,0-3-1 16,0 2 1-16,0-3-2 16,3 0 3-16,3 0-2 0,2-3 1 15,0-1-10-15,0-1-55 0</inkml:trace>
  <inkml:trace contextRef="#ctx0" brushRef="#br0" timeOffset="24092.86">14606 3559 148 0,'0'0'14'16,"0"0"6"-16,0 0-15 0,0 0-5 15,0 0 0-15,0 0-1 16,0 0 0-16,28-3 2 16,-22 3-1-16,0 0 1 15,-1 0 1-15,-1 2-2 0,0 1 2 16,-2 2-2-16,-1 0 0 16,-1 1 1-1,0 0-2-15,0 0 0 0,0-1 2 16,-1 0-1-16,-5 0 0 0,2-1 0 15,-1-2 1 1,0 0 5-16,2 0-4 16,-2-2 1-16,2 2 0 15,0-2 0-15,3 0-2 0,-1 0 0 0,1 2-1 16,0-1-1 0,0-1-1-16,0 0-1 0,0 0 8 0,1 0 2 15,2 0 2-15,3 0-1 16,-2 0-2-16,2 0 3 31,0 0-1-31,3 0-3 0,-2 0-3 16,0 0-2-16,1 0 0 0,0-1 0 0,-1-1-12 31,-1 2-27-31,1-1-36 16,-4-1-63-16</inkml:trace>
  <inkml:trace contextRef="#ctx0" brushRef="#br0" timeOffset="24456.62">14734 3510 117 0,'0'0'5'0,"0"0"11"0,0 0 3 0,29 0 2 16,-22 0-3-16,1 1-2 15,-1 3 0-15,1-1-3 0,-2 4-4 16,0 0-5 0,-1 2-4-16,0 0 0 0,-3 2 0 15,0 1 1-15,-1-2-1 16,-1 1-1-16,0-1 3 0,0-1 6 15,-1-1-11-15,-3-3 4 16,-1 1-2-16,0-1 2 16,-3-1-1-1,1-1 4-15,0-1-6 0,0-1-45 0,2-1-34 16</inkml:trace>
  <inkml:trace contextRef="#ctx0" brushRef="#br0" timeOffset="29099.2">15104 3279 265 0,'0'0'4'0,"0"0"5"0,0 0-1 16,0 0 3-16,0 0 2 0,0 0-5 15,0 0-4-15,0 0-4 0,0 0-2 32,0 0-34-32,0 0-91 0</inkml:trace>
  <inkml:trace contextRef="#ctx0" brushRef="#br0" timeOffset="30018.54">15500 3089 134 0,'0'0'6'0,"0"0"16"0,0 0-8 0,0 0-6 16,0 0-2-16,0 0-1 16,0 0 0-16,0 0-3 15,0 0 1-15,-29-2 4 16,22 2-3-16,-1 0-3 0,0 0 3 16,-1 4-4-1,0 1 2-15,1 2-2 16,-1-1 0-16,2 2 0 0,2 0 0 0,-1 0 0 31,3-1-2-31,1 1-1 0,2-2 2 16,0-2 2-16,0 1-1 0,2 0 4 15,3-2-3-15,2 1 2 0,2-1-1 32,0-1 1-32,3-1 3 0,-3-1-4 0,4 0 1 15,0 0 4 1,-2 0-4-16,2 0 1 15,-3-3 1-15,-1 0-1 0,1-3 2 0,-2 0 1 32,-2 0-3-32,0 0 0 0,-2-1 1 15,-2-2-1-15,0 1 2 16,-2-2-1-16,0-1 1 16,0 0-3-16,0 0 0 15,-2-1 0-15,-1-2 0 16,-3 2-2-16,-1 0-2 0,1-1 2 15,-2 2-1 1,-1 0 2-16,2 2 2 0,-1 1-3 16,-1 0 3-16,2 2-4 15,0 1 3-15,0 1-3 16,1 0 2-16,2 2 1 16,-1-1-2-16,3 3-1 0,1 0-1 15,-2 0-2-15,3 0-14 16,-1 0-17-16,1 3-44 15,0-2-35-15</inkml:trace>
  <inkml:trace contextRef="#ctx0" brushRef="#br0" timeOffset="30741.94">15686 2975 173 0,'0'0'4'0,"0"0"10"0,0 0 4 0,0 0 4 16,0 0 0-16,0 0-9 15,0 0-9-15,0 0-3 0,0 0 0 0,0 0 1 16,0 0-5 0,0 0 3-16,30-1 1 0,-21 0 1 15,1 1-1 1,-1 0 0-16,2-2 0 0,-2 2 0 0,-2 0 0 31,0 0 0-31,-3 0 0 0,0 0 0 0,-2 0-1 16,0 0 1-1,-1 1 0-15,-1 2-1 16,0 2-3-16,-1 1 1 0,-4 1-1 0,-1 3 5 31,0 0-1-31,-3 0 2 0,0 1-7 16,-2-1 8-16,1 1-8 16,0 0 6-16,-1-1 0 15,1-1-2-15,1 0 0 16,4 0 1-16,-2-3-1 15,4 0 0-15,-2-1 0 0,4-1 0 16,0-1-3-16,1 0 2 16,0-1-1-16,0-1 2 15,0 1-1-15,3-2 5 16,4 1-2-16,-3 0 2 0,4-1-1 16,1 0-2-16,0 0 1 15,1 0-2-15,0 0-1 16,0 0 1-16,-1 0 1 15,2 0 1-15,-2 0-1 16,0 0-1-16,0 0 2 16,0 0-2-16,-1 0 0 15,-2 0 0-15,1 0 1 0,-2 0-1 16,-1 0 0-16,-1 0-3 16,-1 0-8-16,-2 0-12 15,0 0-34-15,0 0-25 0</inkml:trace>
  <inkml:trace contextRef="#ctx0" brushRef="#br0" timeOffset="31019.27">15738 3046 183 0,'0'0'29'0,"0"0"-5"0,0 0-12 15,0 0 2 1,0 0 1-16,0 0-7 16,0 0-9-16,0 0 1 15,0 0 1-15,0 0-1 0,0 0-2 0,37-3-19 16,-26 1-50-16,2 0-46 15</inkml:trace>
  <inkml:trace contextRef="#ctx0" brushRef="#br0" timeOffset="31432.28">15979 2828 126 0,'0'0'15'15,"0"0"6"-15,0 0-6 16,0 0-7-16,0 0 5 0,-31-4-7 16,23 5-1-16,0 5-4 15,-2 2 2-15,2 1 0 16,-2 3 2-16,1 0-2 16,2 0 1-16,0-1-1 0,2 1-2 15,1-2 1-15,4 2 1 16,0-3-2-16,0 0-1 15,0 0 1-15,6-2 0 16,4 0 1-16,0-2 3 0,1 0-36 16,1-5-65-16</inkml:trace>
  <inkml:trace contextRef="#ctx0" brushRef="#br0" timeOffset="31911.9">16016 2873 176 0,'0'0'0'0,"0"0"0"0,0 0 1 16,0 0 6-1,0 0-4-15,0 0 1 0,0 0 3 16,27-2 1-16,-21 4-4 0,-1 1-1 15,-3 1-3 1,3 0 2-16,-4 1 0 16,-1 0-1-16,0 0-1 0,0 0-3 0,0 0 2 31,-4 1-2-31,-2-2 7 16,0 1-1-16,0 0 0 0,0-2 0 15,0 0 0-15,3-1-1 16,1-1 0-16,1 1-2 15,-1-2 0-15,2 0 0 16,0 0-4-16,0 0 5 0,2 0 2 16,2 0 14-16,3 0-1 15,0 1-11-15,1-1 0 16,0 0-2-16,0 0 1 16,2 0 1-16,0 0 0 15,-1 0-3-15,-2 0-1 16,-1 0-1-16,0 0 1 0,-1 0-6 15,-2 0-11-15,0 0-21 16,-3 0-28-16,1-2-63 0</inkml:trace>
  <inkml:trace contextRef="#ctx0" brushRef="#br0" timeOffset="32201.26">16170 2830 134 0,'0'0'7'0,"0"0"17"0,0 0 4 16,29-3-5 0,-20 3-4-16,-2 0-2 0,1 0-8 0,-2 6-2 31,2 0 0-31,-4 1-4 0,0 4-1 15,-2 1-2-15,-2 1 1 16,0 4 0-16,-3-1 1 16,-6 1-2-16,-4 6-1 0,-4-1-5 0,-7 0-46 15,0 0-70 1</inkml:trace>
  <inkml:trace contextRef="#ctx0" brushRef="#br0" timeOffset="33000.24">15370 3348 24 0,'0'0'49'0,"0"0"-15"0,0 0-9 0,0 0-8 15,0 0-8 1,0 0-4-16,0 0 3 0,0 0 0 16,0 0-4-16,0 0-8 15,-25-2 7-15,25 2 8 0,6 0 9 16,-1 0-4-16,1 0-9 16,2 1-5-1,1 0-1-15,1-1-1 0,2 0 1 0,0 1 0 31,2-1 1-31,2 0 2 0,2 0 1 0,0 0-2 16,3 0-1 0,0 0 5-16,4 0-2 0,-1-1-2 15,4 0 0 1,-1-1 2-16,2 0-3 16,0 0-1-16,1 1 0 0,-1-1 0 15,-1-1-1-15,0 1 3 16,1-1 1-16,-2 1 1 0,-2-1 0 0,2-2-1 15,-2 3 2-15,-2-1 1 32,-2 1 0-32,-1-1 1 0,-3 2-4 0,-2-1-2 0,-2 2-1 31,-2 0 0-31,-1 0 1 16,-5 0-1-16,0 3-7 15,-3 3-22-15,-2-2-25 16,-4 1-111-16</inkml:trace>
  <inkml:trace contextRef="#ctx0" brushRef="#br0" timeOffset="34066.33">15692 3755 113 0,'0'0'22'0,"0"0"-3"0,0 0 6 15,0 0-6 1,0 0-1-16,0 0-5 0,0 0-5 0,0 0-2 31,0 0-1-31,0 0-1 16,0 0 6-16,0 0-6 0,0 0-5 15,-10-12 7-15,2 12-7 16,-1 0 3-16,3 0 1 16,-5 0-2-16,3 0-1 15,0 2 0-15,-1 1 0 16,3 3 0-16,-1-1 0 15,-1 1-1-15,2 1 1 16,0 0 0-16,3 1-1 0,-4 1-2 16,5-2 2-16,0 0-1 15,2 0 1-15,0-2-4 16,0 0 2-16,0 0 0 16,0 0 3-16,0-2-1 0,3-1 1 15,2 1 1-15,1-1 1 16,0 0 4-16,1-2-4 15,1 0 3-15,1 0 0 0,-1 0-3 16,2 0-1-16,-2-2 0 16,2-1-1-16,-2-1 1 15,-1-1 1-15,2-1-1 16,-4 0 6-16,0 0 4 0,-3-3 3 16,0 3-3-16,-1-3-3 15,-1 2-5-15,0-3-1 16,0 1-1-16,-2-2 2 15,-1 1-1-15,-1 0-1 0,1-1 1 16,-1 2 0 0,-2-2 2-16,1 1-5 15,-1 3 1-15,0-2 2 0,0 2-4 16,-2 0 4-16,1 1-5 16,0 2 4-16,-1-2-2 15,-1 3 5-15,0 1-4 0,-1 0 0 16,-1 0 4-16,2 1-2 15,1 1-2 1,0 0 0-16,2 0-3 0,1 0-12 16,0 4-10-16,3 0-13 15,0-2-55-15</inkml:trace>
  <inkml:trace contextRef="#ctx0" brushRef="#br0" timeOffset="35220.4">15908 3708 111 0,'0'0'17'0,"0"0"16"0,0 0-14 0,0 0-7 16,0 0 5-1,0 0-7-15,0 0 2 0,0 0-3 16,0 0-1-16,-30-4-1 16,22 4-1-16,0 0-3 15,0 0-3-15,-1 4 1 16,0 1-2-16,-1 2 2 0,2-2-1 15,0 3-1-15,2 2 1 16,0 1 0-16,1-4 0 16,0 2-2-16,2-1-1 15,0 1 1-15,0-3 0 0,3 0-2 16,0 0 3 0,0-1 3-16,0-1-3 15,0-1 2-15,3 1 4 0,0-3 0 0,1 2 0 16,3-3-2-1,-3 0 1-15,2 0-1 0,0 0-1 16,2 0 0 0,-1 0-1-16,0 0 2 0,1-3 0 15,-2 0 1-15,0-2 1 0,0 2-4 16,0-2 0 0,-1-1 2-16,0 2-2 15,0-3 0-15,1 2 1 0,-3-1-2 16,0 0 1-1,2 0 0-15,-3 0 0 0,3 0 0 0,-2 0-1 16,0-1 1-16,0 2 0 16,-3 0-1-16,3 2 0 15,-3 0 1 1,1 1 1-16,-1 0-1 16,0 1-1-16,0-1 1 0,0 2-2 15,0 0 3-15,0-1-1 16,0 1-1-16,0 0 0 0,0 0-2 0,0 0 2 15,0 0-1-15,0 0 0 16,0 0-1 0,0-1 0-1,0 1-2-15,0 0-2 0,0 0 2 0,0 0 1 0,0 0 7 32,0 0-4-32,0 2 0 15,-1 1 0-15,1 0-1 16,-3 1 1-16,2 1 0 0,0 1 0 0,0-2 0 0,0 4 0 31,0-3-2-31,1-1 1 16,0 2 1-16,0-1-1 15,0-1 2-15,0 0 0 16,0 1 1-16,2 0-2 0,1-2 1 16,1 1 0-16,-1-1 2 0,2 0 0 31,0 0 1-31,2-1-2 0,-2-2 2 15,2 1-2-15,-1-1 0 16,0 1-1-16,2-1 0 16,-3 0 0-16,3 0-1 0,-1 0 1 15,-2 0-1-15,2 0-8 16,-2-2-13-16,-2-3-60 16,0-3-132-16</inkml:trace>
  <inkml:trace contextRef="#ctx0" brushRef="#br0" timeOffset="35711.36">16047 3483 158 0,'-4'-2'16'0,"0"-1"0"0,-1 3-8 0,2-3-3 16,-4 3 0-16,0 0 6 16,0 0 5-1,0 0-12-15,-2 3-4 16,-1 3 0-16,1 2 0 0,1 0 0 16,0 2 0-16,1-2 0 15,2 3 0-15,1-2 1 0,1-1 2 0,1-1-2 31,2 1 6-31,0-1 6 16,0 0-12-16,0-1 1 16,6-1 1-16,0 0 3 0,1-2-7 0,2 2 4 15,2-3-1-15,-1 1-35 0,1-3-79 16</inkml:trace>
  <inkml:trace contextRef="#ctx0" brushRef="#br0" timeOffset="36069.48">16119 3520 132 0,'0'0'36'16,"0"0"-14"-16,0 0-8 15,0 0-2-15,0 0-5 16,0 0-3-16,0 0 10 16,0 0-5-16,0 0-4 0,1 26 2 15,-1-19-4-15,0-1 2 16,0 1-3-16,0-2 1 15,0 2-2-15,0-2 0 0,-2 1 0 16,1-1 0-16,0 0 0 16,1 0-3-16,-2-2-39 15,2-3-58-15</inkml:trace>
  <inkml:trace contextRef="#ctx0" brushRef="#br0" timeOffset="36531.49">16190 3472 37 0,'0'0'48'0,"0"0"-30"16,0 0 13-1,32-1-3-15,-25 1 1 0,2 0-5 0,-3 0-8 0,0 3-2 32,1 1-4-32,-2 1-1 15,0 2-4-15,-1 0-3 16,-1 1-1-16,2 0 1 0,-3 2-1 15,0-1-1-15,-1 0 2 16,1 0-2-16,-2-1-2 16,0 0 2-16,0 0 0 15,0 0 1-15,0-1 0 16,-2 0-1-16,-2 1 1 0,-2-3-1 16,0-1 1-16,-1-1 1 15,-2 3 2-15,-1-3 0 16,0 0 1-16,-2 0-5 0,1-2-26 15,1-1-50 1,2 0-116-16</inkml:trace>
  <inkml:trace contextRef="#ctx0" brushRef="#br0" timeOffset="37128.57">16569 3265 283 0,'0'0'18'0,"0"0"6"0,0 0-3 16,0 0-1-16,0 0-5 0,0 0-9 16,0 0-4-1,0 0-5-15,0 0-42 0,0 0-22 16,0 0-35-16</inkml:trace>
  <inkml:trace contextRef="#ctx0" brushRef="#br0" timeOffset="47803.92">17033 3119 130 0,'0'0'18'0,"0"-1"-3"0,0-1-3 0,0 0 0 15,0 0 2-15,0-1-2 0,-2 1-1 16,2 1 1-16,-3 0-6 0,2-1-3 15,-1 2 1-15,0-3-2 16,-1 3-2 0,-2 0 1-16,1 0-2 0,-2 0 1 15,1 0-1 1,-2 0 1-16,-1 3-1 0,-1 0 2 16,3 0-1-16,-3 3 0 0,1-1 0 15,0 2-1 1,2-1 1-16,1 1-1 0,2 0 0 0,0 0-2 15,3 0 2 1,-2 0 1-16,2 0-3 16,0-1-1-16,0 1 0 15,5-2 3-15,-2 1-1 16,3-2 4-16,1-1-1 16,1 1 5-16,0-3-5 15,1 1 5-15,0-2 3 0,1 0-5 0,0 0 2 16,-2 0-1-1,0-5 4-15,-1 1-2 16,-1 0 1-16,-1-3 1 0,0 1 2 16,-2-1-3-1,0-1-2-15,-1-1 3 0,-2 1-4 0,0-2-1 0,0 0-1 32,0-1-1-32,0 1-1 15,-3-1 0-15,-2-1 1 16,0 3 0-16,1-4 2 15,-2 1-1-15,2 1-2 0,-2-1 0 16,2 0 0-16,-2 1 0 16,2 1-1-16,-2 1 1 15,2 2 0-15,-2 0-2 16,2 2 1-16,-2 0 0 0,1 0 0 16,-1 3-1-16,3 0 1 15,-3 0 0-15,2 1-1 16,-2 1 0-16,2 0 0 15,0 0-2-15,1 0-10 0,1 0-13 16,1 1-10 0,1 1-33-16,0-2-64 0</inkml:trace>
  <inkml:trace contextRef="#ctx0" brushRef="#br0" timeOffset="48937.78">17400 3084 84 0,'3'-5'12'0,"-1"2"2"0,-2 0 0 0,2 0 4 15,0 0 6-15,-1-1 8 0,0 0-6 16,-1 1 0-16,0 0-11 15,0-1-3-15,0 1-9 16,0 1-5-16,0-1 1 16,-6 1 2-16,1 1 1 0,-2 1-4 15,-2 0 6-15,0 0-3 16,-2 0 0-16,0 0 0 16,1 3 0-16,-2 2 1 15,2 1-2-15,-2-1 0 16,3 1 0-16,-2 1-2 0,3 0 2 15,0 1-1 1,1-2 1-16,2 3-1 0,2-2 0 16,0 0-1-16,1-1 1 15,2 1-1-15,0 0-1 16,0-1 0-16,0 1 1 0,0 0-2 16,2-4 3-1,2 3 0-15,-1-3 1 0,2 0-3 0,1 0 3 16,0-1 4-1,0-1 1-15,0-1-1 0,1 0-2 16,0 0 2 0,-1 0-2-16,0 0 0 0,0-4 2 0,1-1-2 15,-3 2 0 1,4-3-1-16,-3 1 1 16,1 0 0-16,-2-2 0 0,0 0 0 15,2 1-1 1,-1-1-1-16,-3 2 1 15,0-1-2-15,0 2 1 0,-1-1 0 0,-1 2-3 16,0 2 6 0,0 0-3-16,1 0-1 15,-1 1-1-15,0 0 1 0,0 0-6 0,0 0 2 32,0 2 0-32,0 2 8 0,0 1-2 0,0-1-1 15,0 2-1 1,0 0 0-16,3 0-1 15,1 0 0-15,1-1 0 16,2-1-1-16,2-1 3 16,2 0 0-16,4 0 2 15,-2-3-4-15,1 0-40 0,0 0-68 16</inkml:trace>
  <inkml:trace contextRef="#ctx0" brushRef="#br0" timeOffset="49389.64">17541 2811 106 0,'0'0'18'0,"0"0"-5"0,0 0 3 16,0 0 4-16,0 0-7 15,0 0-3-15,-28-11-2 0,22 11-1 16,-3 0-3-1,0 5-2-15,0 1-1 0,-2 3 0 16,1-1-1-16,1 2 2 16,0 0-2-16,3 1 1 0,-1 1-1 15,4-2-1 1,1 2 1-16,2-1-4 16,0 0 2-16,0-2 2 0,6 1-2 15,3-2 1-15,0 0 2 16,3 0 2-16,0-3-6 0,3-1-64 15</inkml:trace>
  <inkml:trace contextRef="#ctx0" brushRef="#br0" timeOffset="49721.08">17645 2866 165 0,'0'0'8'0,"0"0"-6"0,0 0 9 31,0 0 2-31,0 0-10 16,0 0-3-16,0 0 3 15,0 0 3-15,0 0-3 0,0 27-2 16,0-18 0-16,0-4 0 16,0 3-1-16,0 0 0 15,0-1 0-15,0 1 0 16,3-2 0-16,-1 0-2 16,1-3-33-16,-2-2-60 0</inkml:trace>
  <inkml:trace contextRef="#ctx0" brushRef="#br0" timeOffset="50088.04">17756 2811 184 0,'0'0'-2'0,"0"0"3"0,0 0 4 16,28-4 10-1,-21 4 7-15,1 0-4 16,1 0-6-16,0 0-3 0,-1 4-6 16,0 2 0-16,-1 1-1 0,1 2 1 15,-3 0-2-15,0 3 0 16,-2 0 0-1,0 0 0-15,-1 1-2 16,-1 0 1-16,-1 0 1 0,0 2-1 16,-5-2 1-16,-3 3 0 0,-5 0 0 15,-2 2-4-15,-5 0-29 16,-3-3-79 0</inkml:trace>
  <inkml:trace contextRef="#ctx0" brushRef="#br0" timeOffset="51162.92">16849 3401 90 0,'0'0'34'0,"0"0"7"0,0 0-8 16,0 0-12-16,0 0-9 16,0 0 0-16,0 0-5 15,0 0-4-15,0 0-2 0,0 0 1 16,0 0-3-16,0 0 1 16,0 0-2-16,22-1 2 15,-12 1 2 1,3 0-1-16,2 0-1 0,1 0 1 0,2 0-1 31,1 0-2-31,2 0 3 0,2 0-1 16,2 0-2-16,1 0 3 15,3 0-2-15,0-1 2 16,1-1-1-16,2-1-1 16,-2 2 1-16,0-2 3 15,0-1 4-15,0 2-1 16,-1-1 3-16,0 1-4 0,0-1 0 15,1 1-1-15,0 1-2 16,-1-1 0-16,2-1 0 16,-2 1 0-16,1 1-1 15,-2-2 1-15,-2 1 1 16,-1-3 6-16,-6 3 5 0,-2-2 1 16,-1 2-4-16,-5-2-3 15,-1 3-3-15,-3 0-2 16,-2 0 0-16,-1 1-3 15,0 0-3-15,-4 0-25 0,0 3-24 16,0 0-47-16</inkml:trace>
  <inkml:trace contextRef="#ctx0" brushRef="#br0" timeOffset="52140.95">17111 3748 117 0,'0'0'5'0,"0"0"-2"0,0 0 0 15,0 0 7-15,0 0 9 16,0 0-5-16,0 0 1 0,-30 0-5 0,24 0-8 0,2 0-1 31,-1 1 0-31,-2 1-1 16,1 1 1-16,-2 0-1 16,-2 1 0-16,2 2 0 0,-1 0 0 15,2 0 1-15,0 2-1 16,3-1 0-16,-2 1 0 15,1 0-1-15,2-1 1 16,2 1 1-16,1-1-2 0,0 0 1 16,0-2-1-1,0 1 4-15,0-2 2 0,4 0 2 16,0 0 1-16,0-1-2 0,2-1 1 16,0-1-2-1,2 1 2-15,-1-2 0 0,0 0 2 16,1 0-4-16,1 0 1 15,0-3-2-15,0-2 0 0,0 1 1 16,-1-1-2-16,-1-3 3 16,0 1-2-1,-1-2 3-15,-2 1 2 0,1-2-2 16,-2 1-1-16,-1-2 1 0,-2-1-3 16,0 2-3-16,0 0 2 15,0-1-1-15,0-1-1 16,-6 1-1-1,0 3 0-15,1-1 0 0,-2-1 2 16,1 2 0-16,-3 0 5 16,1 2-6-16,0 0-1 15,-3 1 1-15,2 0-1 16,-4 3 0-16,2 1-1 0,-1-1-2 16,1 2-4-1,2 0-8-15,0 0-7 16,3 3-5-16,1 0-12 0,3 0-43 15,2-2-77-15</inkml:trace>
  <inkml:trace contextRef="#ctx0" brushRef="#br0" timeOffset="52883.55">17252 3690 139 0,'0'0'27'0,"0"0"-7"0,0 0 8 16,0 0 9-16,0 0-14 0,0 0-16 16,0 0-4-16,0 0-2 0,0 0-2 15,0 0 0 1,30-5 1-16,-21 5 0 15,0-1-2-15,-1 1 3 0,1 0 0 16,-1 0 0-16,0 0-1 16,-1 0 0-16,-1 0 1 15,-1 1-1-15,-1 2 0 0,-1 1 0 16,0 0-1 0,-3 3-3-16,0-1-7 0,0 2 6 15,-4-1-1-15,0 2 7 0,-2-1 2 16,1 2 0-1,-3-1 0-15,4 0-2 16,-2 0 0-16,0 1-1 16,1-2 0-16,1 1 1 0,0-2-1 0,2 0 0 15,0-1 0-15,1-2 0 16,-2 1-2 0,3-2 1-16,0 2-3 0,0-3 4 15,0 1 0-15,3-1 1 16,0-1 6-1,2 2 0-15,0-3 0 0,3 0 4 16,-1 0-4-16,1 0-1 16,0 0 1-16,1 0-4 15,-2 0-2-15,2 0 0 16,-2 0-1-16,0 0 1 16,-1 0 0-16,-2 0-1 15,0 0-6-15,-2-3-6 0,-2 2-10 16,0-1-38-16,0-3-93 15</inkml:trace>
  <inkml:trace contextRef="#ctx0" brushRef="#br0" timeOffset="53150.18">17259 3748 157 0,'0'0'15'0,"0"0"9"0,0 0 8 0,0 0-11 16,0 0-11-16,0 0-3 16,0 0-3-16,0 0-6 15,32-15 9-15,-20 13-7 0,2 1 1 16,0 1-3-1,-2-3-38-15,0 0-65 0</inkml:trace>
  <inkml:trace contextRef="#ctx0" brushRef="#br0" timeOffset="53544.77">17530 3520 78 0,'0'0'76'16,"0"0"-65"-1,0 0-5-15,0 0-7 16,0 0 4-16,0 0-2 0,0 0 1 0,0 0 1 31,-24-12 3-31,17 12-2 0,0 5 0 16,1 2 1-16,-3 2-1 0,1 0-1 15,1 2-2-15,2-1 2 16,1 1-3 0,1-2 0-16,2 1 0 0,1-3 2 0,0 3 5 15,2-4-4 1,5 1-2-16,2-1 2 0,-1-2-3 0,4-1 3 31,-1-1-29-31,1-2-53 16</inkml:trace>
  <inkml:trace contextRef="#ctx0" brushRef="#br0" timeOffset="53790.95">17606 3542 228 0,'0'0'17'15,"0"0"-23"-15,0 0 3 16,0 0 7-16,0 0 3 16,0 0-4-16,0 0-2 0,0 31 0 15,0-24 0-15,0 0-1 16,0 0 0-16,0 0 0 15,0-1 0-15,0 0 0 0,0-1-19 16,0-2-40 0,0-2-46-16</inkml:trace>
  <inkml:trace contextRef="#ctx0" brushRef="#br0" timeOffset="54062.06">17667 3517 113 0,'0'0'102'0,"0"0"-99"16,32 0 14-16,-19 0 3 16,-2 0-8-16,1 0-7 15,-2 6-2-15,-2 0-1 0,-1 3 0 0,-1 1 1 0,-3 1-2 16,-2 3-1-16,-1-1 0 31,0 0-2-31,-5 2-1 16,-4-3-11-16,-5-1-6 15,-1-3-33-15,2-1-44 0</inkml:trace>
  <inkml:trace contextRef="#ctx0" brushRef="#br0" timeOffset="54526.64">18215 3269 195 0,'0'0'127'0,"0"0"-109"0,0 0-10 0,0 0-1 16,0 0 4-1,0 0-5-15,0 0-8 16,0 0-51-16,0 0-68 0</inkml:trace>
  <inkml:trace contextRef="#ctx0" brushRef="#br0" timeOffset="55328.36">18639 3058 185 0,'0'0'14'15,"0"0"1"-15,0 0-1 16,0 0 0-16,0 0-1 0,0 0-4 16,0 0-4-16,0 0 5 15,0 0-6-15,-10-20-4 16,1 20 3-16,0 0-5 16,-6 0 4-16,3 1-2 15,-2 3 3-15,1 2-3 0,0 1 0 16,1 1 0-16,3 0-1 15,1-1-1-15,2 2 1 0,1-1-1 16,3 1-2 0,2-2 0-16,0 0-3 15,0-1 4-15,4-1-3 0,2 1 3 16,3-2 4 0,0 1-3-16,3-3 4 0,0-1-1 15,0-1 0-15,0 0 4 0,0 0-1 16,-2 0 2-1,-3-1-1-15,2-4 2 0,-2-2 1 16,-2-1 1 0,1 0 3-16,-2-2-7 0,0-2-2 0,-2 0-2 15,0-1 0 1,-1-2 0-16,0 0-2 16,-1-1 3-16,0 1 2 15,0-1-5-15,-1 1 1 16,-2 0 0-16,-3 3 2 15,-2-1 3-15,1 2-1 0,-1 2-4 0,-2 1 5 0,1 1-5 32,0 4 2-32,0 0-3 15,0 1-13-15,0 2-8 16,1 0-15-16,4 0-52 16</inkml:trace>
  <inkml:trace contextRef="#ctx0" brushRef="#br0" timeOffset="55982.3">18853 2904 242 0,'0'0'5'0,"0"0"16"0,0 0-8 0,0 0-4 0,0 0-2 16,0 0-2-16,0 0-4 16,0 0-2-16,0 0-6 15,0 0 6-15,0 0-1 0,28 0 2 16,-18 0 0-1,-1 1 1-15,2 1-1 0,-4 1 1 16,1 1 0-16,1-1-1 16,-3 3 0-16,-2 0 0 0,1 2 0 15,-2-1 0-15,-3 2-1 16,0 1-2 0,0 0-8-16,-1 0-1 15,-5 2 8-15,1-1 2 0,-4-1 4 0,0 0 2 16,1 0-3-1,0 0 0-15,1-2-1 0,0-1 0 16,-1 1 1-16,4-3-1 0,1 0-1 16,-1 0 1-1,2-2 0-15,2 0 0 0,0-2-2 16,0 2-2 0,0-2 6-16,0 0 4 0,5 0 7 15,0-1-1 1,3 0-4-16,1 0 0 15,-1 0-2-15,2 0-1 0,0 0-2 0,1 0 0 16,-1 0-2-16,1 0 0 16,-2 0 0-16,-1 0 0 15,-1 0-1-15,-4 0-1 0,0 0-8 32,-2 0-6-32,-1 0-4 0,0 0-30 15,0-3-109-15</inkml:trace>
  <inkml:trace contextRef="#ctx0" brushRef="#br0" timeOffset="56254.14">18865 2996 236 0,'0'0'26'0,"0"0"-8"0,0 0-14 0,0 0 9 0,0 0-2 15,0 0-1-15,0 0-11 0,28-6 1 16,-17 4-1-16,4 2 3 16,0 0-1-16,1 0-19 15,0 0-19-15,1-1-50 16,-2-1-38-16</inkml:trace>
  <inkml:trace contextRef="#ctx0" brushRef="#br0" timeOffset="56668.92">19144 2791 153 0,'0'0'21'0,"0"0"9"15,0 0-12-15,0 0-3 16,0 0-1-1,0 0 2-15,0 0 0 16,0 0-2-16,0 0-4 0,0-18-10 0,0 18-3 16,0 0-2-1,0 6 9-15,0 0-3 0,0 2-1 16,0 2 1 0,0-2-1-16,0 2-1 15,0-2 2-15,0 1-1 0,0-1 0 16,0 0 0-16,0-1 0 15,0 0-6-15,0-2-24 16,0-2-52-16,0-1-18 16</inkml:trace>
  <inkml:trace contextRef="#ctx0" brushRef="#br0" timeOffset="56978.43">19246 2791 165 0,'0'0'33'0,"0"0"-29"0,0 0 3 16,0 0 8-16,0 0 10 15,0 0-13-15,0 0-6 16,30 6-3-16,-25 0 2 0,-3 2-2 16,1 2-2-16,0 0 0 15,-1 0 0-15,-2 2-1 16,0-1 0-16,0-2-7 16,-8-1-23-16,-3 0-19 15,-3-3-25-15</inkml:trace>
  <inkml:trace contextRef="#ctx0" brushRef="#br0" timeOffset="57263.33">19110 2765 121 0,'0'0'117'16,"0"0"-112"-16,0 0 0 16,0 0-4-16,-35-3 1 0,26 5-1 15,-1 4 2 1,0 3-2-16,2 3-1 0,3 2-1 16,2 2 0-1,3 1-2-15,0 2-1 0,4 0-3 16,6 0-47-16,3-3-78 15</inkml:trace>
  <inkml:trace contextRef="#ctx0" brushRef="#br0" timeOffset="58017.39">18422 3287 81 0,'0'0'7'0,"0"0"8"0,0 0 9 16,0 0 19-16,0 0-10 0,0 0-14 15,0 0-10 1,0 0-2-16,0 0 4 0,0 0-7 16,0 0-2-16,39 3-2 15,-22-3-1-15,3 0 3 16,4 0-1-16,4 0 3 16,3 0 2-16,2 0 1 15,5-3-1-15,2 1-1 16,2-1 4-16,3-2-1 15,0 2-1-15,2-1 2 0,-1 0-1 0,-1-1 1 16,-3-1 2-16,-2 1 0 16,-3-4-1-1,-3 4 1-15,-2-2-4 16,-6 1 0-16,0 0-3 16,-5 0-2-16,-3 1-2 0,-3 2 2 0,-4 0-4 15,-4 3-19-15,-6 0-30 0,-1 0-37 31,-3 5-84-31</inkml:trace>
  <inkml:trace contextRef="#ctx0" brushRef="#br0" timeOffset="58762.59">18752 3601 173 0,'0'0'18'0,"0"0"1"0,0 0-8 0,0 0 4 16,0 0 3 0,0 0-4-16,0 0-10 0,0 0 3 15,0 0-2-15,0 0-4 16,-26-24 0-16,14 24 4 0,1 0-5 15,-4 6 0 1,1 0 0-16,2 1 0 0,-1 3 0 0,5-2 0 31,-3 0-1-31,5 1 1 0,4-1-2 0,0-2-2 16,2 1-2 0,0-1 0-16,2-2 1 0,3-1 8 0,4 1 3 31,1-2-4-31,1 0 2 15,0-2 3-15,1 0-6 16,0 0 0-16,0 0 2 0,0-2 0 16,-2-4 4-16,0 1 0 15,-3-3 1-15,0-1-2 16,-1 0 1-16,-1-1-2 0,-2-2-1 16,-1 1 0-16,-2-1-4 15,0 0 2-15,0-2 1 16,-3 1-1-16,-3 1-1 15,-1-1 1-15,-2 1-1 16,1 1 3-16,-1 1-1 0,-1 2 1 16,1 2-7-16,-1 0 3 15,1 3 4-15,0-1-7 16,2 3 1-16,-1-1-9 16,0 2-2-16,1 0-5 15,2 0 1-15,1 0-18 16,2 0-38-16,2 0-39 0</inkml:trace>
  <inkml:trace contextRef="#ctx0" brushRef="#br0" timeOffset="59639.14">18932 3459 152 0,'0'0'2'0,"0"0"9"0,0 0-1 0,0 0-2 16,0 0-6-1,0 0-3-15,0 0 2 0,0 0 0 16,0 0 0 0,0 0 3-16,0 0 3 0,-15 26-2 0,12-16 1 31,1-2-4-31,-2 2 0 0,1 0 0 16,0 0-1-16,2 0 1 0,0 0 2 0,1 0-1 31,0 0 1-31,0-2-2 15,0 0-1-15,2-1 5 0,0-2-5 16,1 1 2-16,2-4 2 16,-2 1 0-16,2-3 7 15,-2 0 2-15,1 0-1 16,2 0-2-16,-1 0-1 16,0-4 3-16,-1-3-5 0,2 1-2 15,0-1-4-15,0-1 1 16,0 2-2-16,-3 0 0 0,0-1 0 15,0 4 0-15,0-2 0 16,-3 5 1-16,1-2-1 16,-1 1-1-16,0 1 1 15,0 0-2 1,0 0-3-16,0 0-10 0,0 0 4 0,0 3 8 16,0 3 4-1,0-1-2-15,0 2 0 0,0-1 0 16,0 0-2-16,0 0 1 15,0 0-2 1,1 0 1-16,3 0-1 0,1-2 2 0,-1-1 0 16,3-1-1-1,-2-2 2-15,3 0 2 16,-1 0 5-16,1 0 1 16,-1 0 0-16,-1-2-3 15,3-2 3-15,-4-2 6 0,1-2-3 0,0-1 2 16,-1 0 0-16,0-1-5 15,-1-2 0 1,-2 1-3-16,1-1-1 16,-1-1-1-16,0 3-3 15,0-1 0-15,-2 2 1 0,0 0 1 16,0 3-2-16,0 0 0 0,0 1 0 0,-2 1-2 31,-2 3-5-31,1 1-16 16,0 0-20-16,-3 1-14 15,3 4-26-15,0-1-50 0</inkml:trace>
  <inkml:trace contextRef="#ctx0" brushRef="#br0" timeOffset="60210.48">19186 3583 132 0,'0'0'14'0,"0"0"5"0,0 0-9 0,0 0 4 0,0 0 5 15,0 0-9 1,0 0-5-16,0 0-3 0,0 0-2 16,0 0 0-16,0 0 2 15,0 0 0-15,0 0 0 0,3 17-2 16,-3-10 3-16,0-1-5 15,0 2 2 1,0 0 3-16,0 0-3 0,0 1 1 16,0 0 0-16,0-1-1 0,0 0 1 15,0 0 0 1,0-2 2-16,0 0 2 16,0-2 5-16,0 1-2 15,0-2 2-15,0-2 1 0,0 0 2 0,0 1-3 16,0-1-1-1,0-1 0-15,0 1-2 0,0 0-3 16,1 0-3 0,-1 1 0-16,0 0 0 0,0 1 0 0,-1 0-4 31,-5-3-44-31,-2 0-188 16</inkml:trace>
  <inkml:trace contextRef="#ctx0" brushRef="#br0" timeOffset="67785.39">13112 4231 71 0,'0'0'7'0,"-2"0"7"0,2 0-2 16,-1 0-5-16,-1 0-1 15,1 0 1-15,0 0 6 0,0 0 4 16,1 0-3 0,0 0-4-16,-1 0-1 0,1 0-1 0,0 0-4 15,0 0-3-15,-1 0 0 16,-1 0-1 0,2 0 1-16,-1 0-1 0,-1 0-1 0,0 1 0 31,1 1 0-31,1 1 1 15,-1-1-1-15,1 1 1 16,0-1-2-16,0 1-1 0,0-1 1 16,0 1-1-16,0 0 1 0,0 0 1 15,0 0 1 1,0-1-1-16,1 2 1 16,1-1 1-16,1 0 0 15,-2 3 0-15,2-2-1 16,-1 1 1-16,-1 0-1 0,3-1 0 15,-2 0 0-15,1 1 0 16,-1-1 0-16,0 0 0 16,1 0-3-16,0 1 3 15,2-1-1-15,-2 1 2 16,1-1-1-16,1-1 2 0,0 2-2 16,0-1-1-16,-3 0 3 15,5 0-1-15,-4 0 0 16,1-1-2-16,2 1-1 15,-2-2 2-15,2-2 1 0,1 3 0 16,-1-1 3-16,3-1 2 16,-1 0-3-16,1 1 0 15,1-1-2-15,1 1 1 0,1-2-2 16,0 1 0-16,2-1 1 16,1 1-1-16,-2-1 1 15,2 0-1-15,0 0-1 0,-1 0 4 16,1 0 0-16,-2-2 6 15,2-1-4-15,-2 1-3 16,1 0 2 0,1-1-3-16,-2 1-1 0,1 0 1 0,-2-1 0 15,3 1-1 1,-6-1 1-16,3 0-1 16,-3 1 1-16,-1-1-1 0,-1 0 2 15,-1 1-1 1,-1 0-1-16,1-1 1 0,-1 1-1 0,1-1 0 15,-2-1 0-15,3 2 0 16,-1-1 1 0,0-1-1-16,3-1 0 0,-2 1 2 15,0 1-2-15,2-2 0 16,-1 2 0-16,0-1 0 16,1 0 0-16,-1 0 0 0,0 1 0 0,3 0 0 15,-1-1 0-15,1 0 0 31,2 3 0-31,1-3 0 16,-3 2 0-16,2-1 0 16,-3 0-2-16,1 1 4 0,-2 0-4 15,1 0 4-15,0-1-2 16,0 3 0-16,1-3 0 16,-1 2 0-16,3-1 0 15,1 0 0-15,-2 0 0 0,3 0 0 16,0-1 0-16,-1 2 1 15,-1-1 0-15,2 0 1 16,-3 1 0-16,0 0-1 16,-2 1 1-16,0-1-1 15,0 0 1-15,-1 1 1 0,0 0-3 16,0 0 2-16,0 0-2 16,2 0 0-16,2 0 1 15,-1 0 0-15,1 0 0 16,2 0-1-16,-4 0 1 0,1 2 0 15,0 2-1-15,-1-1 0 16,-3 0 0-16,2 2 1 16,-3-1-1-16,0 1 0 15,1-1 0-15,-2 0 0 0,1 1 1 16,-1-2-1-16,-1 3 1 16,1-2-2-16,-3 1 1 15,2-2 1-15,-3 1-2 16,2-1 2-16,-3 0-1 0,1-1-2 15,-2 1 3 1,0 0-2-16,0-3 5 16,0 2-2-16,0-2-1 0,0 0 0 15,0 0-3-15,0 0 0 0,1 0 5 16,-1 0 0 0,0 0 0-16,2 0-4 15,-1-1 1-15,1-3-1 16,2 1 1-16,-1-1-2 0,2 1 3 15,2-2-1-15,1 2-1 0,0-3 1 16,3 1 0 0,-2 1 0-16,3 1-2 0,-2 0 1 15,4-1 1 1,-3 2 0-16,2 1 0 16,-1-1 1-16,0 1-1 15,0-1 1-15,0 2-1 0,-3 0-1 16,0 0 2-16,0 0-2 15,1 3 1-15,-2 1 0 16,2 0 0-16,1 0 0 16,0 1-1-16,2-1 1 15,-1 0 0-15,1-1 1 0,-1 0-1 0,2-1 1 16,-2-2 1 0,-1 0 0-16,2 0 1 15,-2 0 2-15,2 0 0 16,0-6-1-16,0 3 0 15,1-3-2-15,0 0 0 0,-3 1 0 16,-1 0 1-16,-1-3 3 16,-3 2 0-16,0-2 2 15,-4 1 0-15,-1-2 2 16,1 1-1-16,-2-2-3 16,0 1 1-16,0 0 1 0,0 0-5 15,0 0 0-15,-1 2-3 16,-2 0-1-16,-1 2-2 15,-4 4-16-15,-5-3-37 0,-4 1-101 16</inkml:trace>
  <inkml:trace contextRef="#ctx0" brushRef="#br0" timeOffset="69529.89">13537 4668 58 0,'0'-1'19'0,"0"0"8"0,0 1-2 0,0-1-3 32,0 0-6-32,0 0-8 15,0 1-6-15,0 0-2 16,0 0 2-16,0 0-1 0,0 0 5 15,0 0 9-15,0 0-2 16,0 0 0-16,0 0-5 16,0 0-5-16,0 0-2 15,0 0-2-15,0 0-3 16,0 0 4-16,0 0 0 0,0 3 2 16,0 2-1-16,0 2-2 15,0-1 2-15,0-1-2 16,0 2 2-16,0 0-2 15,0-1 1-15,1 1-2 16,2-2-1-16,0 1 3 0,0-1 0 16,2 0 0-16,-1-1 0 15,0 1 0-15,1-2 0 16,-2 0 0-16,4-2 0 16,-2 0-2-16,3-1 2 15,-1 0-1-15,0 0 1 0,1 0 7 16,1 0-4-16,0-1-3 15,0-2 3-15,0 0-2 16,-3 0-2-16,2-2-1 0,-4 1 8 16,2-2-3-16,-3 3-1 15,1-2-1 1,-1 0 0-16,-1-1 1 0,-2-1-2 16,1 3 0-16,-1-2 0 0,0 2 2 15,0 1-3-15,0-2 2 16,-1 3-2-1,0 1 3-15,-1-1 2 0,0 2-1 16,1 0-2-16,-1 0 0 0,2 0-2 16,-1 0 0-16,1 2 1 15,0 4-2 1,0 0-1-16,0 3 2 0,0 1 0 16,0 2 0-16,0-1 0 15,0 1 0-15,0 0 0 0,3 1 2 16,-2 1-1-1,1-2-1-15,-1 3 1 0,-1-2 0 0,0 1 0 32,0 1 0-32,0-1 0 15,0-1 0-15,0 0 0 0,0-1 0 16,0-1 0-16,0-2 0 16,-3-1 1-16,-1 0 2 0,0-3 2 15,-3 0 0-15,2-3-1 0,-3 1 0 31,-1-1-1-31,3-2 0 0,-1 0 0 0,-2 0 1 16,1 0 3-16,3-5 5 16,-1-2 0-16,2 0-1 0,-1-1-2 31,3-3-4-31,0 1-2 16,2 0 0-16,0 0-3 15,0 0-1-15,0 2 1 0,0 1-7 16,2-1-1-16,2 1-13 15,0-1-15-15,1 0-56 16</inkml:trace>
  <inkml:trace contextRef="#ctx0" brushRef="#br0" timeOffset="70202.89">13609 4563 85 0,'0'1'36'0,"0"-1"-12"0,0 0-15 15,0 0 5-15,0 0 7 16,0 0-6-16,0 0 4 0,0 0-6 0,0 0 2 15,0 0 8-15,0 0-4 16,0 0-4 0,0 0-13-16,0-3 0 15,0 0 1-15,1 0-2 16,0 0-1-16,0-2-1 16,2 0 3-16,-2 1-2 0,1-2 1 0,-1 0-1 15,1 2 2-15,-1 0-2 0,1 0 0 31,1 0 1-31,-3 0-1 16,2 2 0-16,-1-1-1 0,0 1 1 16,0 1 0-16,0-1-1 15,1 2 0-15,-2 0 0 16,2-1 0-16,-1 1 1 16,0 0-1-16,1 0-1 15,3 0 2-15,-1 3 0 0,0 1-1 16,2 3 1-16,1 0-1 15,0 1 1-15,3 2 0 16,0-2 0-16,1 2 1 16,2 1-1-16,-1 1-5 0,2 0-21 15,-2-2-42-15,1-1-59 16</inkml:trace>
  <inkml:trace contextRef="#ctx0" brushRef="#br0" timeOffset="70641.64">13877 4714 85 0,'0'0'24'0,"0"0"19"0,0 0-16 0,0 0-1 0,0 0-20 16,0 0-3-1,0 0 2-15,0 0 4 16,0 0 2-16,0 0 2 16,0 0-4-16,32 0-4 15,-22-3-3-15,3 3-1 0,2 0 1 16,-2 0-14-16,0 0-41 0,-1 0-57 0</inkml:trace>
  <inkml:trace contextRef="#ctx0" brushRef="#br0" timeOffset="71584.92">14102 4633 85 0,'0'0'18'0,"0"0"3"16,0 0-11-16,0 0-5 0,0 0 1 15,0 0-4 1,0 0 4-16,0 0 3 16,0 0 6-16,9 7 0 15,-7-1-6-15,-2 0-2 0,1 1-3 0,2-1 0 0,0-1 1 32,1 1 1-32,1-3-4 0,1-1 7 0,0 1-6 15,0-1 0 1,3-2 1-16,0 0-3 15,1 0 2-15,-2 0-2 0,4-5 1 16,-3 1 0 0,0-2 2-16,0-1 0 15,-1 0 2-15,-1 0 3 16,0-2-4-16,-2 1 0 16,-2 0-3-16,-1 1 1 15,-1 0 0-15,-1 2 0 0,0 2 2 16,0-3 4-16,0 4-6 15,0 1-2-15,0 1 0 16,0-1 0-16,0 1-1 16,0 0 3-16,-1 0-3 0,0 0-1 15,0 0 0-15,1 4-1 16,0 2 0-16,0 0 1 16,0 2-1-16,0 1 2 15,0 0-2-15,3 2 1 0,0-1 1 16,0 0 0-16,-1 1 0 15,2-1-1-15,-2 0 1 16,0-1 0-16,0 2 0 0,-1-1 1 16,1-1-2-1,-1-1 1-15,-1 1-1 0,0 0 1 16,0-3 0-16,0 2-1 16,0-1 1-16,-1 0 0 0,-4-2-2 15,3 1 1 1,-3-2 0-16,0 1 0 0,1-3 2 15,-2-1 2 1,1 1 0-16,-2-1-2 0,1-1 3 0,3 0-2 16,-1 0 0-1,-1 0 0-15,2 0 2 0,2-3 3 16,-1-2-2 0,0-1 1-16,2 2-1 15,0-2-1-15,0-1 4 0,0-1-6 16,4 1 1-16,-2 1-2 15,3-1 0-15,-2 2 0 0,2 0 0 16,0 0-1 0,1 3 0-16,2-1-1 15,1 2-4-15,2 0-33 16,-3-2-23-16,2 0-88 0</inkml:trace>
  <inkml:trace contextRef="#ctx0" brushRef="#br0" timeOffset="78561.31">15827 4169 33 0,'0'-2'21'0,"1"0"8"0,-1-1-9 0,1 0 5 0,-1 0 4 15,1 1-7-15,-1-1-2 16,0 1 0-16,1 1-8 0,-1-1 4 15,1 0 1 1,0 2-6-16,0-1-4 0,-1 0-3 16,0 1-1-16,0 0-2 15,0 1-5-15,0 5 2 0,0 1 3 16,0 4-1-16,0 3 0 16,0 0-1-16,0 1 2 15,0 0 0-15,0 0-1 16,0 0 0-16,0 2 2 0,0-1-2 15,0-1-2 1,0 3 4-16,0-3-2 16,0 0 0-16,0-1-2 15,0-1-1-15,0 1-1 0,0-1 3 0,-4-3 4 16,2 0 1-16,0-2-1 16,0 0-2-16,2-2 0 15,-1-2 0 1,0 1-1-16,0-2 1 0,1-1 0 15,0 2 0 1,-2-1-1-16,0 0-10 16,0 0-43-16,-3-1-23 0,3-2-59 15</inkml:trace>
  <inkml:trace contextRef="#ctx0" brushRef="#br0" timeOffset="78882.14">15786 4453 92 0,'0'0'74'0,"0"0"-60"0,0 0 6 15,0 0-1-15,0 0 9 16,0 0-7-16,0 0-3 0,0 0-7 16,0 0-6-16,0 0-1 15,8 0-3-15,-3 0-1 16,0 0 1-16,0 0 0 16,2 0-2-16,-2 3-4 0,0 0-8 15,0 0-20-15,0-2-38 16,1 0-27-16</inkml:trace>
  <inkml:trace contextRef="#ctx0" brushRef="#br0" timeOffset="79060.36">15892 4422 277 0,'0'0'11'16,"0"0"12"-16,0 0-19 15,0 0-8-15,0 0 5 0,0 0-1 16,0 0-1 0,-31 37-9-16,23-25-49 15,0 0-96-15</inkml:trace>
  <inkml:trace contextRef="#ctx0" brushRef="#br0" timeOffset="80334.45">15752 4678 84 0,'0'0'61'0,"0"0"-38"0,0 0-1 0,0 0-8 16,0 0-2-16,0 0 0 15,0 0-2-15,0 0 0 0,0 0-2 16,0 0 0-1,0-10-3-15,0 10-3 0,0 0-2 0,0 0-2 16,0 0 2-16,0 3-3 16,0 2 3-16,0 2 0 15,0-1 0-15,0 1 0 16,0 2 1-16,0 0-2 16,0-1 1-1,0 1 0-15,0-2 0 16,0-1-1-16,0 2 1 0,0-3 0 15,2 0 0-15,0 0-1 16,0-2 1-16,2 1 0 16,-2-1-2-16,1 0 4 15,0-1-7-15,1 0 3 0,0-1 3 16,-1-1 0 0,1 0-1-16,-2 0 3 0,0 0-1 15,3 0-2-15,-2 0 1 16,0-2 1-16,1-1-1 15,0-1 0-15,0 1-1 16,1 0 0-16,-2 1 1 0,0-1-1 16,0 0 2-16,-2 3 0 15,-1-3 0-15,1 2 0 16,1-1-1-16,-2 2-1 0,1-2 1 16,-1 1-1-16,2 1 0 15,-1 0 0-15,1 0-1 16,-2 0 0-16,3 0 0 15,0 0 0-15,1 0 0 16,-2 4 1-16,1-2 0 0,2 4 0 16,-3-3-3-1,2 1 2-15,0 0-1 0,0 0 3 16,1-1 0-16,0-1-1 16,2-1 0-16,-2-1 4 0,1 0 0 15,1 0 1 1,0 0 0-16,-1 0-1 0,1-3 0 15,0 0-3-15,-1-3 4 0,-2 1 1 16,2-2 1 0,-4 2 1-16,2-2 2 0,-1-2-3 15,-1 0 2 1,-2 1-3-16,0-2-2 0,0-1-1 16,0 2 1-1,0 1-2-15,0-1 0 0,0 1 1 0,0 0-3 16,-3 3 1-16,1 0-1 0,-2 1 0 15,4 2 1-15,-2 0-1 32,2 2-6-32,0 0-12 15,-1 0-21-15,1 0-17 16,0 3-3-16,-2-1-68 0</inkml:trace>
  <inkml:trace contextRef="#ctx0" brushRef="#br0" timeOffset="81237.39">16046 4778 124 0,'0'0'11'0,"0"0"13"0,0 0-6 0,0 0-11 15,0 0 2 1,0 0 0-16,0 0 2 15,0 0-2-15,0 0 3 0,0 0-1 16,0 0-2-16,0 0-4 16,0 0 0-16,10-26-2 0,-4 24-1 15,-1-1 1 1,2 3 0-16,-2-3-1 0,1 3-2 0,-2 0 1 16,1 0-1-1,-2 0 0-15,1 0 0 0,-1 5 0 16,-1-1 0-1,1 0 0-15,-1 1-1 16,-1 1-1-16,-1-2 1 16,0 4-1-16,0-2 0 0,0 0-1 0,-3-1 2 15,0 0-1 1,0 0 7-16,-2-2-4 16,0 0 0-16,-2 2 0 0,3-2-1 0,-2-1 2 31,3 3-2-31,-4-2 0 15,3 0 0-15,0 0 1 0,1 0-2 16,0 1 2-16,0-2-1 0,0 0 0 16,3 0-1-1,-2 0 2-15,1-1-1 0,1-1 0 16,0 3 0 0,0-1 0-16,-1-2 0 0,1 1-3 15,0 1 2-15,0-2 0 16,0 0 0-16,0 0-1 15,0 2 2-15,0-2 3 0,1 0-1 16,2 0 4-16,2 0-5 16,-2 0 0-16,0 0-1 15,2 0 3-15,2 0-3 16,-1 0 3-16,1 0 2 0,0 0-2 16,3 0 0-1,-2 0 1-15,1-2-3 0,-1 2 0 16,1-3 0-16,-3 3 0 15,2-2-1-15,-1 2 2 0,1-1-1 16,-3 1 1-16,0-2 1 16,1 2 2-16,-4 0-2 15,-1 0-1 1,1 0-1-16,0 0 1 0,-2 0-3 16,0 0-15-16,0 0-21 0,0 0-83 15</inkml:trace>
  <inkml:trace contextRef="#ctx0" brushRef="#br0" timeOffset="84797.48">17234 4089 92 0,'0'0'16'0,"0"0"1"0,0 0-7 0,0 0 1 15,0 0-2-15,0 0 2 16,0 0-6-16,0 0-2 15,0 0-3-15,0 2-1 16,1 0 3-16,-1 0 0 16,0 2-1-16,0 2 3 0,0 0-3 15,2 0 0-15,-2 1 0 16,0 2 1-16,0 0 0 0,2 0 1 16,-1-1 4-16,2 2-1 15,-1 1 1-15,2-4-2 16,-2 3 1-1,-1-2-2-15,1 2 1 0,-1-3-1 16,2 2-1-16,-2 0 0 0,1-2 0 16,-2 1 3-16,2 0-1 15,-1-1 3-15,1-1-5 16,1 1 0-16,-3-2 1 0,2 1-2 16,-2-2-1-16,0 1 1 15,0-2-1 1,0 2 0-16,0-2 1 15,0 1-2-15,0 1-3 0,-6-1-19 0,0-1-26 32,0-2-73-32</inkml:trace>
  <inkml:trace contextRef="#ctx0" brushRef="#br0" timeOffset="85020.39">17192 4306 175 0,'0'0'1'0,"0"0"12"0,0 0 9 0,0 0-10 0,0 0-8 15,30 10-2-15,-19-8 0 16,-1 0-10-16,2-2-60 15,-1 0-46-15</inkml:trace>
  <inkml:trace contextRef="#ctx0" brushRef="#br0" timeOffset="85167.57">17333 4281 160 0,'0'0'10'16,"0"0"42"-16,0 0-13 15,0 0-12-15,0 0-6 0,0 0-15 16,0 0-8-1,-3-4 4-15,0 18-2 0,0 3-7 16,-1 3-31 0,-4 1-70-16</inkml:trace>
  <inkml:trace contextRef="#ctx0" brushRef="#br0" timeOffset="86094.76">17135 4632 75 0,'0'0'39'0,"0"0"-21"0,0 0-11 0,0 0-6 0,0 0 1 16,0 0 8-16,0 0-3 16,0 0-1-16,0 0-4 15,0 0-2-15,-1 34 6 16,-4-28-4-16,2 0 0 0,-2 0-5 16,1-1 6-1,-2-2 0-15,0-1 8 0,-3 1-6 16,1-1 1-16,-2 1-7 15,2-3 4-15,1 0-14 16,-1 0 7-16,4 0 8 0,-2-1-1 16,4-3-1-1,2 0 0-15,0 0 4 16,0-1-4-16,0 0-2 16,0 1 4-16,2-1-3 0,3 1 0 0,-1 1-2 15,2-1 0 1,-1 1 2-16,-1 1-2 15,0 0 1-15,0 1 0 16,0 1 0-16,1-1 0 0,-1-1 0 0,2 2-3 16,1 0 2-1,1-1-3-15,-1-1 3 16,1 1 1-16,3 0-1 0,-1-1 0 16,0 1 1-16,1-3 4 0,1 1 4 15,-1 0 1-15,1 0 4 31,-2-1 1-31,2 2-4 0,-3-1-3 16,0 0 1-16,-3 0-4 16,0 1-2-16,-2 1-1 15,-2 1 0-15,-2 0-1 0,1 0-18 0,-1 0-55 16,0 0-54 0</inkml:trace>
  <inkml:trace contextRef="#ctx0" brushRef="#br0" timeOffset="86401.61">17336 4659 183 0,'0'0'23'0,"0"0"-16"0,0 0-3 16,0 0 2-16,0 0 9 0,0 0-4 15,0 0-6-15,6 30-3 16,-5-21 3-16,-1 1-4 16,1 0 1-16,0 1-2 0,1-3 0 15,-2 2 0 1,0-3 1-16,0 1-2 0,0-5-42 15,0 0-54 1</inkml:trace>
  <inkml:trace contextRef="#ctx0" brushRef="#br0" timeOffset="86955.63">17611 4427 86 0,'0'0'11'0,"0"0"19"0,0 0-3 0,0 0-15 0,0 0-7 15,0 0 1-15,0 0-1 16,0 0-4-16,0 0 0 15,-32 15 2-15,25-4 0 16,-1-1 2-16,2 2 5 0,-3-1-1 16,0 3-1-1,3-1 1-15,1-1-3 0,-2 2 1 16,4-1 5-16,1-1-6 16,1 1-3-16,1-2-1 15,0 1 0-15,0 0-2 0,1-2-1 16,3-2 3-16,3 3-2 15,-1-4-2-15,1 0 2 16,2-2 3-16,0 1 2 0,-1-3-4 16,1-1-9-1,0-2-40-15,-2 0-32 16,2 0-45-16</inkml:trace>
  <inkml:trace contextRef="#ctx0" brushRef="#br0" timeOffset="87248.42">17684 4528 125 0,'0'0'22'0,"0"0"-20"0,0 0 1 31,0 0 7-31,0 0 1 0,0 0 6 0,0 0-1 16,3 33-7 0,-3-22-6-16,0-1-2 0,0 1-1 0,0-1 2 31,0-1-1-31,0-1-1 16,0-1 0-16,0-1-3 0,2-2-14 15,1-1-27-15,1-3-52 16</inkml:trace>
  <inkml:trace contextRef="#ctx0" brushRef="#br0" timeOffset="87772.56">17852 4534 151 0,'0'0'6'16,"0"0"13"-16,0 0-3 15,0 0-9-15,0 0-4 16,30 0 1-16,-27 0 0 0,0-2-2 16,-1 2-2-16,2 0 1 15,-2 0-1-15,2 0-1 16,-4 0 1-16,2 0 0 15,-2 0 0-15,0 0-1 0,0 0-7 16,0 0-3-16,0 0 10 16,0 0 5-16,0 0-1 15,0 0 10-15,-1 0 0 16,0 0-5-16,1 0-1 0,-2 0 1 16,1 0 3-1,0 0-3-15,0 0-5 0,0 0-2 16,1 0 0-16,-2 2-1 15,1-2 0-15,0 3-1 0,0-3 2 16,1 1 0 0,-1 0 1-16,1-1-1 0,0 1-1 15,-2-1 2-15,2 0 1 0,-1 0 1 16,1 0 1 0,0 0-3-16,0 0 0 0,0 0-2 0,0 1-4 31,0 0-18-31,0-1-11 0,0 0-34 0,-1 0-63 15</inkml:trace>
  <inkml:trace contextRef="#ctx0" brushRef="#br0" timeOffset="88051.52">17812 4556 182 0,'0'0'14'0,"0"0"-12"0,0 0 9 0,0 0 16 0,0 0-4 16,0 0-13-16,0 0-3 16,0 0 0-16,0 0 0 15,0 0-3-15,24-7-1 16,-17 5-2-16,2 1 2 0,-1 0-3 15,2 0 1-15,0 1-4 16,0 0-15-16,0-2-50 0,1 1-108 16</inkml:trace>
  <inkml:trace contextRef="#ctx0" brushRef="#br0" timeOffset="88599.74">18053 4492 252 0,'0'0'-8'0,"0"0"8"16,0 0 1-16,0 0-1 16,0 0 0-16,0 0-3 0,0 0 4 31,0 0-2-31,11 27 4 0,-11-22 0 15,0-1-3-15,-3 2 1 0,1-3-7 16,-1 0 5 0,-1-1-1-16,-1 0 4 0,0-1 4 0,-1-1 3 31,-1 0-7-31,1 0 1 0,0 0-1 16,1 0-2-16,-2-2 1 0,5-1-1 0,-1-1 0 31,2-1-4-31,1 0-2 15,0 0 1-15,0 0-1 16,0-1-2-16,3 2 7 16,0-1 0-16,3 0-1 0,-2 0 2 15,1 0-3-15,1 2 5 16,0 0-2-16,-1-1-2 16,2 1 0-16,-2 0 1 15,2 1-1-15,1-1 0 0,-1 0-1 16,1 1 8-16,-1-1 2 15,2 2 2-15,0-2 2 16,-3 0-4-16,2 1-1 16,0-1-3-16,-3 1-1 0,1 1-1 15,-2 0-1-15,3 0 0 16,-5-1-16-16,1 2-26 16,0-1-45-16</inkml:trace>
  <inkml:trace contextRef="#ctx0" brushRef="#br0" timeOffset="88941.8">18202 4504 151 0,'0'0'2'0,"0"0"3"0,0 0 4 0,0 0 17 0,0 0-3 16,0 0-7-16,1 27-3 16,-1-20-7-1,-2-1-1-15,1 2-2 16,1 0 0-16,-2 1-1 0,-1-2-2 0,2 2 0 15,1-2 0 1,-3-1 0-16,3 2 0 16,-3-4 1-16,0 1-21 0,1-3-72 0</inkml:trace>
  <inkml:trace contextRef="#ctx0" brushRef="#br0" timeOffset="89395.2">18295 4372 77 0,'0'0'103'0,"0"0"-99"16,32-3 5-16,-20 3 0 16,-2 0-3-16,0 0-2 15,0 5-2-15,-2 0 2 0,2 3 0 16,-2 1 3-1,1 2 2-15,-2 1-3 0,0 1 1 16,1 1-2 0,-2 1-2-16,-1 0 2 0,-1 0-4 15,1-1 0-15,-3 0 1 16,-2 1-2-16,0-3 3 0,0 2-2 16,0-2 1-1,-5 1-4-15,-1-4 4 16,-3 3-4-16,0-3-18 0,0-2-36 0,-3-4-71 15</inkml:trace>
  <inkml:trace contextRef="#ctx0" brushRef="#br0" timeOffset="90366.22">18913 3937 94 0,'0'0'8'0,"0"0"13"0,0 0 1 0,0 0-9 16,0 0-12 0,0 0-6-16,0 0 9 15,0 0 3-15,0 0-1 0,0 0-3 16,0 0-1-1,0 0 0-15,0 0 0 0,14 29 0 16,-7-21-1 0,1 2 1-16,-1 0 1 0,2 2 5 0,0-1-3 15,0 2-2-15,1-1 3 16,-1 0 2 0,2-1 0-16,-2 2 1 0,1-3-1 0,-1 2-3 31,-2-1-1-31,1-2 0 0,-2 0-1 15,-1 0 0-15,-1-3-1 0,-1 0-2 0,-2-2 2 32,1 0-1-32,0-1 1 15,-2-1-1-15,1 0 0 0,1 0 0 16,-2-1 1-16,0 2-9 16,0-2-25-16,0 1-33 15,-2-2-33-15</inkml:trace>
  <inkml:trace contextRef="#ctx0" brushRef="#br0" timeOffset="91150.5">19034 4180 128 0,'0'0'32'0,"0"0"-4"0,0 0-13 0,0 0 4 0,0 0-4 0,0 0-4 32,0 0-8-32,0 0-3 15,0 0-1-15,0 0 1 16,0 0-1-16,0 0 1 16,18 2-1-16,-14 2 1 0,-1-1 1 15,2 2-1-15,-1-2 0 16,3 1 0-16,-3-1 0 15,2-2 0-15,-3 1 1 16,2-2-1-16,-1 0 1 16,-2 0 3-16,0 0 12 0,0 0 6 15,1 0-8-15,-1-5-4 16,0 0-2-16,1-1 3 16,2-2-5-16,-2-1 2 15,3 0-2-15,-3 0-5 16,3-1-1-16,0 0-7 0,0 3-24 15,0-2-50-15</inkml:trace>
  <inkml:trace contextRef="#ctx0" brushRef="#br0" timeOffset="91824.02">19075 4463 121 0,'0'0'15'0,"0"0"6"0,0 0-8 0,0 0 6 15,0 0 8-15,0 0-2 0,0 0-9 31,0 0-5-31,0 0-5 0,28 11-3 16,-21-7 0 0,1 3-2-16,1-1 1 0,0 1-1 0,0-1 3 15,0-1 0 1,2 2 1-16,-1-2-1 16,-1 0-1-16,1 0-2 15,0-2 0-15,-1 2 0 16,-2-2-1-16,-1-1 1 15,1 0-1-15,-2 1 0 0,0 0 1 16,-2-2-5-16,-1 1-9 16,0-1-12-16,-2 0-24 15,0-1-20-15,0 0-17 16</inkml:trace>
  <inkml:trace contextRef="#ctx0" brushRef="#br0" timeOffset="92461.99">19223 4400 99 0,'0'0'13'0,"0"0"24"0,0 0-18 16,0 0-3-16,0 0-1 0,0 0-5 15,0 0-7-15,0 0 3 32,0 0-6-32,0 0 0 0,-16 0-2 0,12 5 1 0,1 3 1 31,-1-1 0-31,-1 2 3 16,-1 0 1-16,1 1-2 15,-1 0 3-15,-1 0 1 16,-2 0-3-16,0 1 0 0,-1-2 0 15,1 0 2-15,1 0-2 16,0-1 0-16,0 2 1 16,1-2 1-16,-1-1-2 15,3 3-1-15,-2-1-1 16,1-2 0-16,1 0 0 0,3 1 1 16,-2-4-2-16,2 1 2 15,0-1 0-15,1-1-1 16,0-3 1-16,1 1 1 15,0-1 3-15,0 0 6 0,0 0 2 16,0 0 2-16,0 0 0 16,0 0-5-16,0 0-10 15,0 0-1-15,0 0 0 16,0-1-15-16,0-2-21 16,0-3-56-16</inkml:trace>
  <inkml:trace contextRef="#ctx0" brushRef="#br0" timeOffset="93675.65">19039 4407 78 0,'0'-1'4'0,"-1"0"-1"0,1 1 0 0,0 0-2 0,0 0-1 31,0 0 0-31,0 0 7 16,0 0 4-16,0 0-2 16,0 0 2-16,0 0 9 0,0-3-2 15,0 3-7-15,0 0 2 16,0 0 0-16,0 0-9 16,0 0-5-16,0 0-1 0,0 0 3 15,0 0-2-15,2 0 2 16,-2 0-1-16,1 0 0 0,2 3 0 15,-1-1 0-15,-2 1 0 16,3 0-1-16,0 1 1 16,0-1-1-1,0 2 1-15,1-1 0 0,1 0-3 0,1 1 2 16,0-2-1 0,1 1 2-16,-3 1 2 0,3-2-2 15,-4 3 0-15,1-2 0 16,0 1 0-1,0-2 0-15,0 2 1 0,1-3-1 0,-2 1 0 16,1-1 0 0,1 1 0-16,0 0 0 0,0-1 0 15,0 1 0-15,1-1 1 16,-2 0 2-16,2-1-1 16,-1 1 1-1,-2-1-2-15,0 1-1 0,0 0 0 0,-1-2-7 0,-1 3-4 16,0-2-1-16,-1 1-2 31,0-1-3-31,0 0-17 16,0-1-14-16</inkml:trace>
  <inkml:trace contextRef="#ctx0" brushRef="#br0" timeOffset="94188.72">19239 4374 17 0,'0'0'61'0,"0"0"-45"0,0 0-11 0,0 0-5 31,0 0 3-31,0 0 9 16,0 0 1-16,0 0 2 0,0 0-7 15,0 0 1-15,-20 33 2 0,12-22-4 0,2-2-2 31,0 1-2-31,-3-1-1 0,2 1-1 0,-1 0 0 16,2 0-2 0,-3-3-5-16,3 0-43 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32:13.55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14193 5911 31 0,'-1'0'9'0,"0"0"-8"0,1 0 0 0,-1 0 2 32,1 0 1-32,0 0 5 15,-2 0 5-15,2 0-2 16,-1 0 0-16,1 0-5 15,0 0-1-15,0-3-6 0,0 3-7 16,0-3-4-16,1 1-4 16,-1 0 0-16,2 0 11 15,-1 0 8-15,1-1 2 16,0-1 6-16,2 2-9 0,-3-2-19 16,1 0-50-16</inkml:trace>
  <inkml:trace contextRef="#ctx0" brushRef="#br0" timeOffset="464.28">14211 5842 113 0,'0'0'12'0,"0"0"14"0,0 0-5 16,0 0 5-16,0 0-7 15,0 0-2 1,0 0-1-16,0 0-2 0,0-13-3 15,0 12-1-15,0 0-3 16,0 1-5-16,0 0 1 16,0 0 2-16,0 0-5 0,0 0-1 15,0 0-3 1,0 3 4-16,0 2-2 0,0 1 1 16,0 0 1-16,0 0-1 15,0 1 0-15,0 1 1 0,0 1 0 16,0 0 0-1,0 1 0-15,0 0 0 0,0 1 1 0,0 1-1 16,0 0 1-16,0 0-1 16,0 2 1-16,0-4 1 15,0 2-2 1,0-2 1-16,0-2 0 16,0 1 1-16,0-2-1 0,0 0 1 0,0-2-1 31,0 0 2-31,0-2-1 0,0 1 0 15,0-1-1-15,0 0 1 16,0-1-2-16,0 1 1 16,0 0-1-16,0 0-6 15,0-1-22-15,0-2-74 16</inkml:trace>
  <inkml:trace contextRef="#ctx0" brushRef="#br0" timeOffset="878.38">14126 6055 106 0,'0'0'46'0,"0"0"-21"0,0 0-9 15,0 0 7-15,0 0-5 16,0 0-9-16,0 0-1 16,0 0-6-16,0 0-3 15,0 0 1-15,0 0 13 16,4 8-2-16,0-7-3 0,1 2 0 15,2 0-3-15,-1 0-3 16,2 0 0-16,-4 1-2 16,2-2 1-16,2 1-1 0,-4 0 1 15,4 0-1-15,-1 0 1 16,-2 0-3 0,3-1-42-16,0-2-64 0</inkml:trace>
  <inkml:trace contextRef="#ctx0" brushRef="#br0" timeOffset="1105.45">14301 6038 212 0,'0'0'14'0,"0"0"1"0,0 0-4 31,0 0-4-31,0 0-2 0,0 0-1 0,-30 10-1 16,21-3 0 0,2 2-2-16,1 2 0 15,0 0 0-15,-1 3-1 16,1-1 1-16,-1-2-31 16</inkml:trace>
  <inkml:trace contextRef="#ctx0" brushRef="#br0" timeOffset="3952.46">13422 6543 50 0,'2'-4'100'0,"-2"0"-66"0,0-2 5 0,0 2-20 16,0 0-5-1,0 0 0-15,0 1-3 16,0 0-1-16,0 1-2 0,-4 1-3 16,2 1-4-16,0 0-3 0,-4 0 4 15,0 0-1-15,0 0 0 16,0 3 2-16,-3 3-1 15,2 3-2 1,-1 0 0-16,2 0 0 16,-1 1 0-16,1 1 0 15,2 1-1-15,-1-2 1 0,1 1-1 0,3 1 0 16,1-1 0 0,0-1 1-16,0 2 0 0,0-3-2 15,2 0 0-15,5 0 2 0,-4-2-1 31,3 0-1-31,0-2 0 0,1 0 4 16,1-2-5-16,-2 0 8 16,3-2-3-16,0-1 0 0,0 0 0 0,1 0 0 31,0-2-1-31,0-3 3 16,-3 0 1-16,0-2 5 15,1-1 1-15,-3 1-1 0,-2-2-2 16,0 1-2-16,-2-2 0 15,1 3 2-15,-1-2-3 16,-1 0 0-16,0-1 1 0,0 0-5 16,0-1 1-16,0 0-2 15,-2 2 3-15,-1-1-4 16,0 1 2-16,-1 2 3 16,0 0-3-16,-2 1 2 0,2 1-1 15,0 1-2-15,-2 2-1 16,0 0-4-16,1 2-3 15,-1 0-14-15,1 5-12 0,-2 0-4 16,3 2-45-16,3-2-54 16</inkml:trace>
  <inkml:trace contextRef="#ctx0" brushRef="#br0" timeOffset="4231.32">13613 6587 132 0,'0'0'54'0,"0"0"-31"0,0 0 16 0,0 0-11 15,0 0-7 1,0 0-7-16,0 0-6 16,0 0-9-16,0 0-6 0,0 0-15 15,0 0-11 1,0 0-62-16</inkml:trace>
  <inkml:trace contextRef="#ctx0" brushRef="#br0" timeOffset="4849.55">13672 6517 170 0,'0'0'17'0,"0"0"8"0,0 0-13 15,0 0 2-15,0 0 1 16,0 0-7-16,0 0-3 16,0 0-2-16,26 0 2 0,-18 0-3 15,2 0 1 1,-2 0-3-16,2 0 2 0,0 0 0 15,1 0 1 1,0 0-1-16,0 0-1 0,0 0 0 0,-3 0 0 16,1 0 0-16,-2 0-2 15,0 0 2 1,-3 0 0-16,1 0-1 0,-3 0 1 16,-1 0 2-1,-1 0-2-15,0 0 3 0,0 0 0 0,0 0-2 16,0 0-1-1,0 0-1-15,0 0 2 16,-1 4 4-16,-3-1-4 16,-1 2-1-16,3 1-1 0,-2 0 0 0,0 2 0 15,1-1 1-15,0 2-1 16,-2 0 0 0,2 0 1-16,0 0 2 0,0 1-1 0,1 1 3 31,1-3-3-31,-1 2-1 15,2-1 0-15,0-1 0 0,0-1-1 0,0 1-1 16,0-1 0 0,0-1 2-16,0-1-25 0,4-2-31 0,3-3-90 31</inkml:trace>
  <inkml:trace contextRef="#ctx0" brushRef="#br0" timeOffset="5349.29">13968 6560 211 0,'0'0'2'0,"0"0"3"0,0 0 0 0,0 0 0 15,-31-3 2-15,26 3 2 16,-1 2-1-16,0 3-4 0,1 0-2 15,2 1-1-15,1 2 4 16,0 1-3-16,-1 0 4 16,3 0 0-16,0 0-1 15,0-1-4-15,0 1 3 0,0-2-2 16,0 2-1 0,3-3 0-16,0 0 0 0,2-1 1 15,2 0 0-15,0-3 3 0,0 1-1 16,2-1-2-16,0-2 1 15,1 0 2-15,0 0-1 16,1-2 0 0,-1-3 5-16,0-3 0 0,0 0 0 15,-2-1-1-15,-3 0 1 0,0-1 6 16,-2 1-2-16,-2-2 0 16,-1 2-5-16,0-3-2 15,0 3-5 1,-2-1 0-16,-4 0 1 0,-2 2-4 0,0 1 2 15,-1 3-1-15,-2 3-2 16,-1 1 0 0,1 0-15-16,-1 5-14 0,3 2-15 15,0 0-21 1,2-1-90-16</inkml:trace>
  <inkml:trace contextRef="#ctx0" brushRef="#br0" timeOffset="5903.6">14149 6505 155 0,'0'0'8'0,"0"0"12"0,0 0-8 16,0 0 7-1,0 0-1-15,0 0-3 16,0 0 2-16,0 0-14 16,0 0-2-16,0 0 0 15,-7-8-1-15,4 13 0 0,0 2 0 16,0 1 0-16,0 1-1 0,3 0 1 0,-2-3-1 16,2 0 0-16,0 1 2 31,0-3 1-31,0 1 0 15,2-1 1-15,4-2 1 16,-1 0 4-16,2 0 5 0,3-2-9 16,0 2 1-16,-1-2 2 15,2 2-1-15,1-1-3 0,-2 1 3 16,0 1-3-16,-1 0-2 16,-3 0 0-1,2 1-1-15,-5 1 0 0,1 1 0 16,-2 0-1-16,-1 2 1 0,-1-2 1 15,0 1-1-15,-3 1 0 16,-3-2 0-16,0 1 1 16,-3-3 1-1,0 1 0-15,-1 0-2 0,2-2 7 0,-3 0-6 16,3-2-2 0,2 0-8-16,-1-1-10 15,3 0-12-15,0-1-34 0,2-8-133 0</inkml:trace>
  <inkml:trace contextRef="#ctx0" brushRef="#br0" timeOffset="6122.91">14181 6506 250 0,'0'0'2'0,"0"0"17"0,0 0-11 16,0 0-4-16,32-12-3 0,-21 12 0 15,0 0-1-15,3 0 0 16,0 0-3-16,-1 0-32 16,2 0-60-16</inkml:trace>
  <inkml:trace contextRef="#ctx0" brushRef="#br0" timeOffset="6753.28">14430 6436 219 0,'0'0'19'0,"0"0"12"0,0 0-16 15,0 0-4-15,0 0-4 0,0 0-7 16,0 0 2 0,0 0 1-16,-9 0-1 0,6 5-2 15,-3 0 0 1,3 2 0-16,-1 1 0 0,-2 1 0 0,1 1 0 15,1 2-1 1,0-2 2-16,-3 2-2 16,4 3 2-16,-3-3-1 15,3 1-1-15,-1 0 3 0,1-2 1 16,1 0 0 0,1 1 1-16,1-3-4 0,0 2 0 15,0-2-1-15,4-1-1 0,2 0 1 0,3-2 1 31,1-2 4-31,1 1 0 16,4-3 2-16,-1-1-4 16,-1-1 3-16,1 0-4 0,-1 0 1 15,-1 0 2-15,-2-5-2 16,-1 0 3-16,-2-1 5 16,-1-2 4-16,-2-1 2 0,-1 1 0 15,-3 1-5-15,0-1-5 16,0 1-3-16,-6-1-1 15,-1 4-2-15,-4 1-2 16,2 0 2-16,-3 3-1 0,0 0 0 16,0 0 1-16,0 2-2 15,0 2-14-15,3 2-19 16,0 1-7-16,3-2-18 16,2-2-81-16</inkml:trace>
  <inkml:trace contextRef="#ctx0" brushRef="#br0" timeOffset="7099.66">14604 6550 158 0,'0'0'52'0,"0"0"-38"0,0 0 14 0,0 0-5 0,0 0-10 31,0 0-3-31,33 0-1 15,-25 0 0-15,1 0-3 16,1 0-2-16,0 0-3 0,2 0 2 16,-1 0-3-16,1 1-13 15,-1-1-28-15,-1 0-125 16</inkml:trace>
  <inkml:trace contextRef="#ctx0" brushRef="#br0" timeOffset="7668.7">14821 6522 170 0,'0'0'19'16,"0"0"-12"-16,0 0 6 16,0 0 13-16,0 0 5 0,0 0-16 15,0 0-8 1,0 0-5-16,0 0-2 0,8-10 2 16,-7 6-1-16,1-1 0 15,1-1 2-15,0-1 2 0,0 1-1 16,0-2-2-16,0 0 0 15,1 0-1-15,-2 1 0 16,0 0 0-16,0 2 1 16,0 0 0-16,-1 2-1 15,-1 0 3-15,0 1 1 0,2 2 1 16,-2 0-3 0,0 0-3-16,0 0 0 0,0 0-3 15,0 0 0 1,0 5 3-16,0 1 0 0,0 1 0 0,1 2 0 15,0 0 1 1,0 1-1-16,1 0 1 16,0 2-1-16,1-3 0 0,-2 0 0 15,1 2-1-15,2-1 1 16,-3 0 0-16,1-3 0 0,-2 3 0 16,0-3 0-16,0-1-20 15,0 2-9-15,0-4-21 16,-3 1-32-1,-1-2-42-15</inkml:trace>
  <inkml:trace contextRef="#ctx0" brushRef="#br0" timeOffset="8084.26">14820 6605 90 0,'0'0'47'0,"0"0"-18"0,0 0-4 0,0 0-2 0,0 0-5 16,0 0-5-16,0 0-5 15,0 0-5-15,0 0-1 0,0 0 5 0,11 0-1 31,-9 0 0-31,3 0-2 16,-1 0 0-16,3 0 1 16,0 0-1-16,-1 0 0 0,4 0-1 15,-3 0 1-15,1 0 1 16,0-1 1-16,-1 0-3 16,-2 1-1-16,1 0 1 15,0-1-2-15,-3 1-1 0,0 0 1 16,-1-1 0-16,-1 1-1 15,2 0 3-15,-3 0-3 16,1 0 0-16,-1 0-15 0,0 0-22 16,0 0-81-1</inkml:trace>
  <inkml:trace contextRef="#ctx0" brushRef="#br0" timeOffset="9128.73">14996 6305 45 0,'0'0'21'0,"0"0"8"0,0 0-1 0,0 0-7 0,0 0-3 15,0 0-1-15,0 0-7 16,0 0-4-16,0 0-3 16,0 0-3-16,0 0 1 15,0 0 4-15,13 0 7 0,-9 0-1 16,-2 0-1-16,1 0-3 16,2 0 1-16,0 0-5 15,0 0-1-15,1 1 0 0,0 1 3 16,-1 0-2-1,2 0-1-15,-1 2 1 0,1-1 0 16,1 0 0-16,1 2-1 16,-3 0-1-16,3 0 0 0,-2 0-1 15,2 2 1-15,-3 0-1 16,1-1 2-16,0 2-1 16,-1 0 1-16,-1 2-1 15,-1-3 1 1,0 3-1-16,-1 0-1 0,0 0 1 15,2 1 0-15,-2-1-1 0,-2 1 0 0,1 0 0 32,0-1 1-32,-1 0-1 15,1 1 2-15,-1-1-6 16,-1 1 3-16,0 0 2 0,0-1 1 16,0 1-2-16,0 2 2 15,-1-3-2-15,-4 1 4 16,2 0 1-16,0-1-1 15,-3 1 1-15,3-3 0 16,-3 1-2-16,3-1 0 0,-3 1 2 16,2-2-4-16,-2 1 0 15,2-1 1-15,-3 0-1 16,1 1-1-16,-2-2-2 16,-2 0-40-16,-2-5-92 0</inkml:trace>
  <inkml:trace contextRef="#ctx0" brushRef="#br0" timeOffset="10635.34">13410 6322 82 0,'-1'0'9'0,"1"0"13"0,0-1-12 0,-1 1 3 16,1-2 1 0,-1 2-1-16,1 0-2 0,0 0-5 15,0-1 2 1,0-1 5-16,-2 2-5 15,2 0-5-15,-1 0-2 0,-1 0-2 0,-1 0 0 16,2 0 0 0,-2 0 2-16,0 0-2 15,0 0 2-15,-1 0-2 0,-1 0 2 0,1 0 1 16,0 0-1-16,-2 0 0 31,-1 0 5-31,1 0-4 16,0 2-1-16,-3-1-1 0,3 2 0 15,-4 0 0-15,2-1 0 16,-1 0 1-16,1 0-1 16,-1 1 3-16,1 2 0 0,-3-2 0 15,0 2-2-15,1 0-1 16,-2 0 0-16,1 0 0 16,2 0 0-16,1 1 0 15,-3 0 0-15,3 0 1 16,-1 0-1-16,2 1 2 0,-2 0 2 15,3 1 1-15,-3 2-4 16,2-2 0-16,1 2 0 16,-2 0-1-16,0 2 1 15,4-1 0-15,-4-1 0 0,4 2 0 16,-2-2 0-16,2 1 1 16,-1 1 2-16,-1-1-1 15,1-1-3-15,2 3 2 16,-4-3 0-16,2 0-1 15,1 2 1-15,1-2-1 16,0 1 1-16,2-3-1 0,-2 2 0 16,3-1 0-16,-1 0 2 15,1 0-1-15,0 0-1 0,0 0 0 16,0 1 0 0,0 0-1-16,0 0 0 15,0-1-1-15,1 0 2 0,2-1-2 16,-2 2-1-1,1-3 2-15,0 1 2 0,3-2-1 0,-4 1 0 16,3-1 2-16,0 0-1 16,0-1 1-1,-2 1-2-15,3-1 1 0,-2-1-2 0,1 2 0 32,1-1 2-32,0 0 0 15,1 0-1-15,-1-3 0 0,1 3 0 16,-1-2-1-16,1 0 0 0,-1-1 2 0,2-2 3 31,-2 3 3-31,0-3-1 16,-2 0 2-16,0 1-5 0,1-1-2 15,-2 1 1-15,0 0-2 0,-1 0 0 16,2 0 0 0,-1 1-13-16,-1-2-19 0,2 0-56 0</inkml:trace>
  <inkml:trace contextRef="#ctx0" brushRef="#br0" timeOffset="20381.2">15696 6170 1 0,'0'0'71'0,"0"0"-55"0,0 0-3 0,0 0-3 15,0 0-1-15,-1 0-2 16,-1 0-2-16,1 0 0 16,-1 0-3-16,-1 0-2 15,1 0 1-15,-1 1-1 0,-1 0 1 16,1-1 2-16,-2 0-1 15,2 0 2-15,1 0 6 16,-3 0 0-16,2 2-2 16,1-2-1-16,-1 1-4 0,-1-1-1 15,1 0-2-15,1 1 0 16,1 0 1-16,-2-1-1 0,1 3-1 16,1-2 1-16,0 2-1 15,-1 0 1 1,1 0-1-16,-2 1 0 0,1 1 0 15,2 1 0 1,-1 1-1-16,1-2 2 0,0 4 0 16,0-2 1-16,0 3-1 0,0-2-1 15,3 1 1 1,1-1 2-16,0 3-1 0,2-1 2 0,-3 0-2 31,1 0 1-31,0 0-2 0,-1-1 1 16,-3 0-1-16,0 1 2 0,1 0-1 15,0 0 1 1,-1-1-2-16,1 2 1 16,-1-1 0-16,0 0 0 15,0 1 0-15,0 1 2 0,0-1 0 0,0 0-1 16,-3 0-1 0,1 0 2-16,-1-1-1 0,-1-1 0 0,2 0 1 31,1-2-2-31,-2 1 0 15,0 1-1-15,3-1 1 0,-2-2-1 0,2 1 2 16,-1-2 0-16,1 0 2 16,0 1 2-1,0-1-4-15,0 0-1 16,0-1 0-16,0 2 1 16,0-2 2-16,0 1-1 15,0 1-1-15,2-1 0 0,-1 0 0 16,3 0 3-16,-2 1-1 15,1-2 1-15,1 0-1 0,1 0-3 16,-2-1-1 0,2 0 4-16,0-1-2 0,3-1 1 15,1-1 0-15,0 0-2 16,3 0-2-16,1-4-25 0,-1-6-54 16,2 0-64-1</inkml:trace>
  <inkml:trace contextRef="#ctx0" brushRef="#br0" timeOffset="20954.24">15874 6342 137 0,'0'0'29'0,"0"0"21"0,0 0-34 0,0 0-10 15,0 0 3-15,0 0-8 16,0 0 0-16,-28 9 0 0,22 0-2 0,-3 1 1 31,3 2-1-31,0 1 2 0,1-1-1 0,1 2 2 16,1-2 0-16,0 1-1 15,3-2-1 1,0 0 1-16,0-4 1 16,0-1 3-16,3 0-2 0,1-1 1 15,1-4 1 1,1 0-2-16,0 1 1 0,-2-2 0 0,2 0 2 16,-1-3 1-1,0-2-3-15,-1-2 5 0,1 0 0 0,-1-3-3 31,-1 1-1-31,0-1-2 16,0 1 0-16,-3-1 0 0,0-1 1 16,0 2-2-16,0 0 0 15,0 0 0-15,0 1 3 0,-3 1 4 16,0 1-5 0,0 0-2-16,2 1-2 15,-3 1 2-15,2 2 0 16,0 1-2-16,1-1-3 0,-1 2-2 15,-1 0-13-15,2 0-10 16,0 0-12-16,0 2-30 16,1 0-40-16</inkml:trace>
  <inkml:trace contextRef="#ctx0" brushRef="#br0" timeOffset="21179.26">15997 6391 266 0,'0'0'0'0,"0"0"10"0,0 0-3 0,0 0 4 0,0 0 2 16,0 0 0-16,0 0-8 15,0 0-4-15,0 0-1 0,0 0-6 16,-12 0-25-1,12 0-47-15,0-3-34 0</inkml:trace>
  <inkml:trace contextRef="#ctx0" brushRef="#br0" timeOffset="21632.87">16076 6319 15 0,'0'0'99'0,"0"0"-92"0,0 0 11 0,0 0-2 15,0 0-5-15,0 0-5 32,0 0-4-32,0 0 3 0,-13 15-1 15,12-9 1-15,1 0 5 16,0 0-5-16,0 0 7 15,0-2-5-15,0 1-1 16,0 2 0-16,6-2-1 16,-3 1-1-16,2-1 8 15,0 0-5-15,3 0-3 0,-1 0-1 16,0-2 2-16,0 1-2 16,2-1-1-16,-3 0 2 15,0 0 3-15,-2-1-4 0,1 1-2 16,-4-1 2-16,0 0-1 15,-1 1 0-15,0-3 1 16,0 3 0-16,0 0-2 16,-4-1 6-16,-3 0-1 15,0 1-4-15,-2 2 1 16,0-3-2-16,1 1-5 0,-1-2-21 16,0-1-24-16,2 0-59 0</inkml:trace>
  <inkml:trace contextRef="#ctx0" brushRef="#br0" timeOffset="21807.39">16106 6313 281 0,'0'0'2'0,"0"0"-1"0,0 0 5 0,38-20-4 0,-24 16 0 16,-2 1-5-16,-3 0-54 15,2-1-115-15</inkml:trace>
  <inkml:trace contextRef="#ctx0" brushRef="#br0" timeOffset="22460.3">16543 6315 172 0,'0'0'11'0,"0"0"-11"16,0 0 8-16,0 0-8 0,0 0 0 15,-30 14 2 1,22-9 1-16,1 3 0 15,1-1 1-15,2 2 2 0,-1-3-2 16,1 2-1-16,1-1-1 0,2 2-1 0,-1-4 3 31,2 1 4-31,0 0 3 16,0-2-2-16,2 0-4 0,4 1-2 0,-1-2 2 16,2-1-3-1,1 0 1 1,1-2-2-16,-2 0 1 0,0 0 2 15,1 0 1-15,-4-1 2 16,2-3-1-16,-3-1 4 16,-1-2 1-16,1 1-1 15,-2-3 5-15,-1 1-5 0,0-2 1 16,0-1-8-16,0 2 0 16,-4 0 0-16,0 2-2 0,-2-1 2 15,2 3 1-15,-2 1-6 16,0 1 1-1,0 3 1-15,3 0-4 0,-4 0-4 0,3 0-17 16,0 5-12 0,4-2-30-16,0-1-54 15</inkml:trace>
  <inkml:trace contextRef="#ctx0" brushRef="#br0" timeOffset="22716.33">16684 6312 255 0,'0'0'10'0,"0"0"18"0,0 0-3 15,0 0-6-15,0 0-4 16,0 0-3-1,0 0-9-15,0 0-3 0,0 0-6 16,0 0-28 0,-4-23-12-16,4 23 17 15,3 0-37-15,1 0-56 16</inkml:trace>
  <inkml:trace contextRef="#ctx0" brushRef="#br0" timeOffset="23264.33">16818 6217 191 0,'0'0'7'0,"0"0"6"0,0 0 3 15,0 0 1-15,0 0-5 16,0 0-11-16,0 0 3 15,0 0-4-15,0 3-2 0,-3 3 2 16,0 3 0-16,0 1 0 16,-3 0 0-16,4 0 2 15,-1 3-1 1,-1-2 1-16,2 1-1 0,1 0 0 16,0 0 1-16,1 0 1 15,0-2-3-15,0 1 1 0,0-2 1 16,0 0-2-16,1-3-2 15,2 2 2-15,3-3 2 16,-3-2-2-16,4-1 2 0,-2 0 2 16,2-2 0-1,-2 0 2-15,2 0-3 16,-1 0 2-16,-1-2 2 0,1-2 4 0,-1-2-3 31,1 1-2-31,-2-4-2 0,-1 0-1 16,0 3 0-16,-3-1 1 15,0 2-2-15,0-1 0 16,0 3-2-16,-8 0-1 16,0 3 5-16,-4 0-4 15,0 0 1-15,-4 0 0 0,2 6-2 0,2 0-1 16,0 0-9 0,4 0-21-16,4-3-11 0,3 0-64 15</inkml:trace>
  <inkml:trace contextRef="#ctx0" brushRef="#br0" timeOffset="24126.34">16914 6129 62 0,'0'0'30'0,"0"0"-22"0,0 0 4 16,0 0-1-16,0 0 2 16,0 0 1-16,28-5 1 0,-23 3 0 15,1 1-4 1,-1 1-3-16,2-2 1 16,1 1 2-16,0 0 2 0,0-1-3 0,3 1-3 15,-2 1-3-15,1-2-1 16,-1 2-1-1,1-2 1-15,-4 1 0 16,0 1-1-16,-2 0 2 0,0 0 2 0,-1 0-4 16,-1 0 0-16,0 0-2 15,0 0 1-15,1 1-1 16,-2 3-1 0,1 1 2-16,1 0-1 0,0 3 2 15,-1-1 0 1,1 1-2-16,0 2 0 0,-2-2-3 0,1 2 4 15,-1-1-1-15,0 1-1 16,0 1 2 0,-1 1 1-16,1-1 1 0,-1 1-3 0,1-1 1 31,0 0-1-31,1 0 0 16,0-1 0-16,-1 1 0 0,1-1 0 0,0-1 1 15,2 0-1 1,-4 0 0-16,1 0 1 0,0 0-1 0,0 1 0 31,0-2 0-31,0 1 0 0,0 0 0 16,0-1 0-16,1-1 0 15,-2 1 0-15,2-1 0 0,-2 1 0 0,0-3 0 32,0 3 0-32,0-3-2 15,0 0-1-15,0 0 2 0,0 0 1 0,0-1 0 16,-2 0 1-1,-1 0-2-15,0-1 7 0,-2 0 2 0,-2-1 0 32,1 3-3-32,-3-2 0 15,-3 1-2-15,0 0 0 16,-3 1-1-16,-3 0-3 0,-2 1 3 16,-4-3-15-16,-4 0-82 15</inkml:trace>
  <inkml:trace contextRef="#ctx0" brushRef="#br0" timeOffset="32647.95">19506 5675 29 0,'0'-1'9'0,"0"-1"4"0,0 1-8 0,0-2-2 16,0 0 0-16,0 3-2 16,0-3 0-16,0 3 1 15,0-2 4-15,0 0 9 16,0 1 5-16,0-1 1 0,0 0-12 15,0-1-6 1,0 3-2-16,0-3-2 0,1 3 3 16,1-2 1-16,-2 1-1 15,0-1 8-15,0 1 6 16,0 0-2-16,1-1 2 0,-1 1-1 16,1-1 1-1,-1-1 0-15,1 3 0 0,-1-3-3 16,0 3-3-16,0-2-1 15,2 2 1-15,-2 0-2 0,0 0-5 16,0 0-3 0,0 0-1-16,0 2-1 0,0 4 1 15,0 1-1 1,0 3 2-16,0 0 0 0,0 2 0 16,1 0 0-16,-1-1-1 15,1 0 1-15,2 1-1 0,-1-1 0 16,1-2 0-16,-1 0 1 15,1 0 0-15,2-1 0 16,-3-2 1-16,-1 0-1 0,1-1 0 16,0 0 1-1,-2-1-1-15,1 1 1 16,1-2-1-16,-2 1 1 16,0-1-1-16,0 2-9 0,0-2-20 0,0-1-51 15,0-2-71-15</inkml:trace>
  <inkml:trace contextRef="#ctx0" brushRef="#br0" timeOffset="32942.75">19492 5823 178 0,'0'0'4'0,"0"0"-2"0,0 0 12 0,0 0 13 32,0 0-3-32,0 0-9 15,0 0-2-15,0 0-9 16,0 0-3-16,0 0 7 16,0 0-7-16,5 4 0 0,0-2 0 15,-1-1 0-15,0 2-1 16,1-2 1-16,-1 1-2 15,2 0-12-15,0-2-25 16,1 0-47-16,-1 0-69 0</inkml:trace>
  <inkml:trace contextRef="#ctx0" brushRef="#br0" timeOffset="33113.56">19588 5785 270 0,'0'0'12'15,"0"0"10"-15,0 0-13 16,0 0-4-16,0 0-6 16,0 0 1-16,0 0 0 15,-7 27 0-15,1-11-1 16,0 0-34-16,-2-2-114 16</inkml:trace>
  <inkml:trace contextRef="#ctx0" brushRef="#br0" timeOffset="34232.56">19397 6013 76 0,'0'0'35'0,"0"0"8"0,0 0-7 15,0 0-7-15,0 0-7 0,0 0-6 16,0 0-4-16,0 0-3 15,0 0-4-15,0 0-4 16,0-16 4-16,-3 16-5 16,-2 0 1-16,1 0-2 15,-1 0 2-15,-3 0 1 0,0 0-3 16,0 0 4-16,2 0-2 16,-3 0-1-16,2 0 0 15,1 0 0-15,1 0 2 0,1 0-2 16,2 2 0-1,-1-1 0-15,2 1-2 16,0 1 0-16,0 2-1 16,1-2 1-16,-1 2 0 0,1 2 1 15,0-2 0-15,0 3 0 16,0-1 2-16,0 1 0 16,1 3-2-16,0 1 3 0,3 3-3 15,-3 0 1-15,2 2 0 16,0 2 1-16,-1-1-1 15,1-1 0-15,-3 3 0 16,0-3 0-16,0 4 0 16,0-3 0-16,0 2 0 15,-3-1 2-15,0 0-2 16,1-1 0-16,0 0-2 0,0-1 4 0,2-1-2 16,0 1 0-16,-2-1 1 15,2-1 0 1,0-1-1-16,0 0 0 0,0-1 0 0,-1-1 1 31,1-1-1-31,-2 0 0 16,0 0 0-16,1-3 1 0,-1 1 0 15,0 0 0-15,0-2 0 16,0 0 2-16,1-1 0 16,1 1-2-16,0-3 2 15,0 0-2-15,0 0-3 0,4 0 4 16,3-2 8-16,0 0-1 15,4-1-1-15,-1 0-5 16,2 1-1-16,3-2 0 16,0 0-1-16,2 0-10 15,-1-3-26-15,1-6-44 16,-1-3-132-16</inkml:trace>
  <inkml:trace contextRef="#ctx0" brushRef="#br0" timeOffset="34806.39">19583 6045 146 0,'0'0'4'0,"0"0"9"0,0 0-1 16,0 0 5-16,0 0-6 15,-31 21-5-15,27-14-2 0,0 1 2 16,0 1 2 0,3 0 0-16,1 0 2 0,0-2 0 15,0 1-3 1,1-2-3-16,4-1-1 16,1 0 3-16,0-2-3 15,3-2 1-15,-3-1 0 0,3 0-1 16,-1 0-1-16,0 0 0 15,0-4 0-15,-2-3 1 16,1 1 3-16,0-3 0 16,-3 1 1-16,-2-2-4 15,-1-1 0-15,-1 4-1 0,0-1 3 16,0 1-3-16,0 2-1 16,-4-1 0-16,-1 3-1 15,0 1-2-15,-1 1 4 16,2 1-10-16,-2 0-5 15,0 0-11-15,0 0-12 0,3 1-51 16</inkml:trace>
  <inkml:trace contextRef="#ctx0" brushRef="#br0" timeOffset="35119.61">19767 6061 257 0,'0'0'11'0,"0"0"22"0,0 0-9 0,0 0-4 0,0 0 4 16,0 0-6-1,0 0-3-15,0 0-7 0,0 0-3 16,0 0-4 0,0-9 0-16,0 9-2 15,0 0-8-15,0 0-18 0,0 0-15 0,0 0 9 16,0 0-40 0,5 0-76-16</inkml:trace>
  <inkml:trace contextRef="#ctx0" brushRef="#br0" timeOffset="35525.87">19889 5971 187 0,'0'0'28'0,"0"0"-11"0,0 0-10 15,0 0 8-15,0 0-3 16,0 0-10-1,0 0-1-15,0 0-3 16,0 0 3-16,-3 29 0 0,-1-19 0 0,1 2 0 16,0 1 2-1,1-1-2-15,-1-1 2 16,1 2 0-16,1-1-2 16,-1-1 0-16,2 1-1 15,0-4 1-15,0-1-17 0,0-4-76 16</inkml:trace>
  <inkml:trace contextRef="#ctx0" brushRef="#br0" timeOffset="36564.97">20403 5941 62 0,'0'0'24'0,"0"0"1"0,0 0-10 15,0 0 6 1,0 0 2-16,0 0-3 0,0 0-1 0,0 0-4 15,0 0-1 1,0 0-4-16,0 0-7 0,0 0-2 0,-18-3-1 31,15 3-1-31,0 3 1 0,-2 2 0 0,1 1-1 16,-1 1 0-16,0 1 0 16,0-1 2-1,1 2 0-15,2 0-2 16,-3-2 0-16,4 1-2 15,0-2 5-15,1-2 2 0,0 2 1 16,0-1-2 0,1 0 2-16,2-1-2 0,3-1 0 15,0 0-2-15,0 0 7 16,2-2-4-16,1 0-2 16,-1-1 3-16,0 0-1 15,0 0 0-15,-1 0 2 0,0-5 1 16,-2 0-1-16,-1-1 2 15,0-1 1-15,-1-3 1 16,-2 0-5-16,0 0-2 16,-1-2 0-16,0 0-1 0,0 0-2 15,-2 2 6-15,-3-1-3 16,-1 5 0-16,0 0 0 16,-1 3 0-16,-1 1-2 15,-1 2-3-15,0 0-2 16,1 0-3-16,-1 5-19 0,2 0-8 15,2 0-4-15,1 0-36 16,4 0-107-16</inkml:trace>
  <inkml:trace contextRef="#ctx0" brushRef="#br0" timeOffset="36792.28">20566 5967 311 0,'0'0'13'0,"0"0"5"0,0 0-5 0,0 0-3 0,0 0-8 16,0 0-2-1,0 0 0-15,0 0-23 0,0 0-15 16,0 0-15-16,0 0-51 0</inkml:trace>
  <inkml:trace contextRef="#ctx0" brushRef="#br0" timeOffset="37201.25">20645 5916 135 0,'0'0'154'0,"0"0"-157"16,0 0 3-16,0 0 0 0,0 0 3 15,30-8-2-15,-25 8-2 0,0 0 1 16,1 0 1 0,0 5-1-16,-2-1 0 0,-1 3 0 0,-1 1 0 31,-1-2 1-31,-1 6-2 0,0-3-1 15,-4 3-2-15,-3 0 0 0,0-1 3 0,-1-2 5 32,2 0-5-32,1-3 5 15,1-1-2-15,2-1-1 16,0-1 0-16,1-1 0 0,1-1 2 16,0-1 6-16,0 0 4 15,6 0 9-15,3 0 4 16,4 0-7-16,1 0-9 15,4 0-7-15,0 0-3 16,1 0-6-16,-3 0-39 0,-2 0-41 16</inkml:trace>
  <inkml:trace contextRef="#ctx0" brushRef="#br0" timeOffset="37988.35">19655 6461 146 0,'0'0'1'0,"0"0"6"0,0 0 17 0,0 0 1 16,0 0 1-16,0 0-8 15,21-28-4 1,-19 25 0-16,0 1-4 0,-2 0 2 16,0 1-10-1,0 1 0-15,0 0-1 16,0 0-4-16,-5 2 3 16,1 6 4-16,-3 0-3 0,1 4 2 0,-1 2-4 15,2-2 2-15,1 3-1 0,3-4 0 31,1-1-2-31,0 0 1 0,0-2-1 0,7-4 1 32,0 0 5-32,2-2 1 0,1 0-4 0,1-2 3 0,0 0-3 15,0-3 0-15,-1-5 3 16,-2-1 5-16,1-4-1 31,-1 1 1-31,-4-1-3 16,0 0-3-16,-4 1 1 0,0 2-1 15,0 1 2-15,-3 3-3 16,-2 2-3-16,-5 2-3 16,1 2 3-16,-2 0-6 15,1 2-16-15,-1 4-10 0,1 1-20 16,1 1-80-16</inkml:trace>
  <inkml:trace contextRef="#ctx0" brushRef="#br0" timeOffset="38138.08">19802 6479 185 0,'0'0'175'0,"0"0"-172"0,0 0-3 0,0 0 0 0,0 0 1 0,0 0-26 16,0 0-34-16,0 0-107 15</inkml:trace>
  <inkml:trace contextRef="#ctx0" brushRef="#br0" timeOffset="38623.75">19938 6410 318 0,'0'0'2'16,"0"0"4"-1,0 0 3-15,0 0-7 16,0 0-1-16,0 0-1 0,0 0 0 16,0 0-2-16,21-5 2 0,-18 7 0 15,1 3 0 1,-2 1 0-16,0 1-1 0,-2 1-4 0,0 0-5 31,0-1 0-31,-2 1-7 16,-4-1 9-16,2-1 2 0,0-2 13 15,2-1-5-15,2-1-1 0,0 1-2 0,0-1-4 32,4-1 8-32,2 2 6 15,3-1 2-15,0 1-6 16,0-1-4-16,0 1-1 0,-2 2 1 16,-2-1-1-16,-1 1 2 0,-2-2-2 0,-2 4 0 31,0-2-2-31,-1 0 2 15,-4-1-1-15,-4-1 8 0,-1-1 1 0,1-2-2 32,-1 1-1-32,-1-1-3 0,0 0-1 15,1 2-1-15,2-2-2 16,2 0-29-16,3 0-40 16,3-3-113-16</inkml:trace>
  <inkml:trace contextRef="#ctx0" brushRef="#br0" timeOffset="39121.57">20381 6412 58 0,'0'0'102'0,"0"0"-87"0,0 0 1 0,0 0-6 16,0 0-6 0,0 0 3-16,0 0-2 0,0 0-4 15,0 0 3-15,-2 34-4 0,2-22 4 16,0-4 2-16,0 2 3 15,2-3 1 1,4-1-3-16,1-2 4 0,1-1-1 16,2 0 0-16,0-3-6 15,0 0-2-15,1 0 2 0,-2 0 0 16,-1-6 2 0,-1 0 6-16,0-3 7 0,-3 0-4 0,1-2-3 31,-4-2-5-31,-1 1-5 0,0 1-2 0,0 1 0 15,0 0 1 1,-6 5-3-16,0 1-5 16,-2 2-5-16,-2 2-5 15,1 0-10-15,-3 2-2 16,2 3-18-16,2-1-31 16,5-1-45-16</inkml:trace>
  <inkml:trace contextRef="#ctx0" brushRef="#br0" timeOffset="39311.89">20598 6413 330 0,'0'0'6'0,"0"0"7"0,0 0-2 0,0 0-8 16,0 0-5-16,0 0-20 15,0 0-20-15,0 0-31 16,0 0-45-16</inkml:trace>
  <inkml:trace contextRef="#ctx0" brushRef="#br0" timeOffset="39760.89">20681 6370 203 0,'0'0'62'15,"0"0"-56"-15,0 0-5 0,0 0-3 16,0 0 2 0,0 0 0-16,0 0 1 15,-2 32 0-15,2-22 1 16,0-1 2-16,0-2 2 0,0 1 1 0,2-1-5 15,2-2-1-15,2 0 2 16,0-2-2-16,0 0 2 16,3-2 0-16,0-1 2 15,0 0 2-15,0 0-4 16,0-4 0-16,0-4-1 0,-2 2-1 16,-2 0 4-16,-1 0-4 15,-2 2 0-15,0 0 1 16,-2 2 0-1,0 2 3-15,0 0-1 0,-3 1-2 0,-2 8-1 16,-1 0-1 0,1 1 0-16,-1 2 0 0,5 1-2 15,-2-1 1 1,3-1 0-16,0-1-17 16,0-3-14-16,0-2-43 15,1-4-97-15</inkml:trace>
  <inkml:trace contextRef="#ctx0" brushRef="#br0" timeOffset="40662.04">20942 5908 186 0,'0'0'0'0,"0"0"9"0,0 0-6 0,0 0 2 16,0 0-2-1,0 0-3-15,0 0-1 0,34-3 1 0,-26 3 3 16,1 0 1 0,-1 0 0-16,2 0 8 0,0 1-2 15,-1-1-5-15,3 2-1 16,-1 1-2-16,0-1 0 0,-1 1-1 16,-1-3 0-1,-2 2-1-15,-1 1 0 16,-2-1 1-16,1-1-1 15,-3 1 1-15,1 0 0 16,-2 1-1-16,1 0 1 0,-2 1-1 16,0 2 1-16,0 1 0 15,0 1 1-15,0 2-1 16,0 0-1-16,0 0 2 16,0 3-2-16,-2-2 0 15,0 1 0-15,0 1 1 0,0-1 0 16,0 2 0-16,-2 0 1 15,3 1 0-15,-1 1 1 16,0 1 0-16,1 1 0 16,1 0-1-16,-2 2-1 15,1 0 0-15,1 2-1 16,-2-1 1-16,1-1-1 0,-1 1 1 16,1-3-1-16,-2 0 2 15,0 0-2-15,0-1 1 0,0 0 0 16,-1 0 0-16,1 0-1 15,-1 0 1-15,-3-1 0 16,2 0 0-16,0-1 0 16,-1-1-1-16,-1-1 4 15,0-3 2-15,2 2 0 0,-5-2 0 16,0-1-1 0,-5 1-3-16,0-2-1 15,-7 2 4-15,-6-3-5 0,-5 1-8 16,-4-6-64-16</inkml:trace>
  <inkml:trace contextRef="#ctx0" brushRef="#br0" timeOffset="43735.34">17957 5603 88 0,'0'0'13'0,"0"0"9"0,0 0-1 0,0 0-7 15,0 0-4-15,0 0-8 16,0 1-2-16,1-1 4 0,3 2-3 16,1 1-1-16,-2 0 1 15,2-1 1-15,-1 4 0 16,2-1 0-16,0 2-1 15,0 1-1-15,0 2 0 0,1-1 3 16,0 3-1-16,-2 0 0 16,1 0-1-16,-1 0 0 15,-1 2 3-15,-2 0-2 16,-2 0 0-16,0 1 1 16,0 0 3-16,-2 1-4 0,-4 1 2 15,-1 3-3-15,1 0 4 16,-3 1-1-16,0 2-2 15,0-1 0-15,0 1 0 16,-2 1-2-16,-1-1 0 0,2-1-2 16,-3 1 4-16,0-3 1 15,-1 3-1-15,0-2 1 16,-2 1 0-16,-1 2 0 16,-1 2 0-16,-2 0-1 0,-2 1-2 15,1 1 2 1,-5-2-1-16,2 0 1 15,2 0 0-15,-4-2 0 0,2 1 1 0,1 0-3 16,-3 0 2 0,1 0-2-16,-2-1 0 0,0 2 0 15,-3-3 0 1,-1 1 0-16,1-3 0 16,0 0 0-16,-2-1 2 0,0 0-1 15,-3-1 2-15,1 0-1 0,-2 0-2 16,-1 0 2-16,-1 1-2 15,-3 0 0 1,4-1 0-16,-3 0 1 16,-2 1-1-16,0 1 1 15,-2-3-1-15,0-2 0 0,0 0 1 0,-1-3-1 0,-2 0 0 32,2-2 0-32,-3-1 1 15,-3-1-1-15,0 1 1 16,-2-2-1-16,1 0 0 15,-2-2 0-15,2 2 3 0,2-2-1 16,-1-1 0-16,3 0 0 16,3 0 0-16,0-2 0 15,0 0 0-15,3-1 1 16,0 1-1-16,0-1 0 16,1 2-1-16,-2-1-1 0,1 2 0 15,-3-2 0-15,2 3 0 16,0-2 0-16,0 1 0 15,0 1 0-15,2-1 0 16,-3 1 0-16,1 1 0 0,1 1 0 16,1-1 0-16,1 0 0 15,3 1 0-15,-1 1 0 16,4-1 0-16,-1 0 1 16,2 0-1-16,3-1 0 0,0 1 0 15,2-1 0-15,-1 1 0 16,-1 1 0-16,-1 0 0 15,0 0 0-15,-4 1 0 16,0 0 0-16,-1 0 0 16,1 2 0-16,-2-2 1 0,1 3-1 15,0-1 0-15,-2 1 0 16,1-1 0-16,0 1 0 16,1-1 0-16,0 1 0 15,0-2 0-15,0 2 0 0,-1-4 0 16,2 4 0-1,-2-3 1-15,4 0-1 0,0 0 0 16,2 0 0-16,1-2-1 16,0 2 2-16,1-2-1 0,4 1 1 15,-2 0 0-15,2 1 2 16,3 0-3 0,0 0 0-16,2 1 0 0,2 0 1 15,5 0 0 1,-1-1-1-16,4 2 0 0,1-1 1 15,3 1 2-15,1-1 0 16,1 1-1-16,3 1-1 16,1-1 0-16,0 0 1 0,0 1 0 0,1-2 1 31,5 2-3-31,-1-2 0 0,5 0-3 16,-4-3 3-16,3 0 0 0,0 0 4 15,0-1-4-15,0-1 0 0,0-3 1 31,-2 0 3-31,0 0-1 16,0-3-1-16,1 1-1 0,-3-1 1 16,2 0-2-16,-3 0-4 15,2 0-15-15,-6 0-13 16,0-4-69-16</inkml:trace>
  <inkml:trace contextRef="#ctx0" brushRef="#br0" timeOffset="44382.25">13916 7723 101 0,'0'0'22'0,"0"0"-5"0,0 0-8 0,0 0 5 0,0 0 0 15,0 0-5-15,0 0 4 16,0 0-4-1,1 0-5-15,0 1-2 16,1 0 2-16,0 0 1 16,0 0-1-16,0 1 4 15,2 0-7-15,-1 1 1 0,1 1-3 16,0 1 2-16,2-2-1 16,0 2 0-16,1-1 0 15,-1 1 0-15,2 0 0 16,-2 0-1-16,0-1-1 15,2 0-1-15,-3 0 5 0,1-2-1 0,-1 3 0 16,1-3 0 0,-3 1-1-16,2-1 1 0,-2 1-1 0,-1-1 1 31,1-1 0-31,-1 1-1 16,0-2 1-16,-1 0-2 0,0 0-2 15,1 0 5-15,1 0 17 16,-2 0-2-16,1-5-6 0,1 1 0 0,0-2-4 15,0 0-3 1,0-3-1 0,0 1 2-16,0-4-3 15,1-1 3-15,2-2 2 0,-1-3-6 16,4 0-1-16,1-2-12 16,1 1-35-16,-2 2-109 15</inkml:trace>
  <inkml:trace contextRef="#ctx0" brushRef="#br0" timeOffset="50997.37">13731 8002 75 0,'-2'0'7'0,"0"0"0"0,-1 2 3 0,1-2 0 16,-1 0 13-16,0 1 3 15,1 1-1-15,-2-1-6 0,1 1-6 16,-2 0-3-16,1 1-4 15,0-1-2-15,-3 2-3 16,3 0 0-16,-3 1-1 16,3 0 0-16,-1-1 0 0,1 3 1 15,1-1-1 1,-1 0 0-16,1 3 1 0,0-1 1 16,2 0 0-16,-1-1-1 0,2 1 0 15,0-1 1-15,0-1 1 16,0-1-1-16,3 2 1 15,1-2 4-15,2 1-4 16,-1-1-1-16,2 1-1 0,0-2 1 16,-1 1-3-16,3-2 0 15,-2 1 1-15,1-3 0 16,0 1 1-16,0-2 4 16,-1 0 1-16,1 0-1 15,-1 0 0-15,-2 0-1 16,1-5 3-16,0 1-1 15,-2 0 0-15,1-1 0 0,-1-2-2 16,-2 1-1-16,2-1 1 16,-1 0-2-16,0-1 0 0,-1 2-1 15,-1-3 1-15,1 2-1 16,-2 1 2 0,0-2 0-16,0 1 2 0,0-1-2 15,0 3 1 1,-3-2 0-16,0 0-1 15,-3 1-3-15,1 3 0 0,-2-2 0 0,3 2 0 16,-2 0 3 0,0 2-4-16,1 1-5 0,2 0-11 0,-3 0-10 31,3 3-18-31,0-1-47 0,1 1-28 0</inkml:trace>
  <inkml:trace contextRef="#ctx0" brushRef="#br0" timeOffset="51333.13">13881 8070 259 0,'0'0'20'0,"0"0"-5"0,0 0-1 15,0 0 1-15,0 0-4 16,0 0-4-16,0 0 2 15,0 0-5-15,0 0-1 0,0 0-1 16,0 0-2 0,0 0-3-16,-1 0-13 0,2-2-25 0,3-1-70 15</inkml:trace>
  <inkml:trace contextRef="#ctx0" brushRef="#br0" timeOffset="52036.96">14018 8017 123 0,'0'0'25'0,"0"0"1"0,0 0 3 16,0 0-10-16,0 0-3 16,0 0-1-16,0 0-3 15,0 0-6-15,0 0-8 0,-20 0 4 16,20 0 2-16,4 0-3 16,1 0 3-16,4 0 1 15,-3 0 1-15,4 0-4 16,1 0 2-16,-3-2-4 0,2 2 1 15,-1 0 0-15,-1-1-1 16,-1 1 2-16,-1 0-2 16,-1 0 1-16,-1 0-1 15,1 0 1-15,-4 0-1 0,2 0 1 16,-2 0-1-16,1 0 1 16,-2 0-1-1,3 0 0-15,-3 0 0 0,0 1 1 16,0 1-1-16,0-2-1 15,0 3 0-15,0 0 2 0,-3 2 2 16,0-1-1-16,2 2 0 16,-4 2-2-16,2-1 3 15,0 0-3-15,2 1 0 16,-1 0 1-16,2 1 0 16,-1-2-1-16,0 2 0 0,1-1 1 15,0-1-1 1,0 0-1-16,0-2-10 0,0 0-15 15,0-4-65-15</inkml:trace>
  <inkml:trace contextRef="#ctx0" brushRef="#br0" timeOffset="52535.14">14220 8007 253 0,'0'0'4'0,"0"0"3"0,0 0-12 16,0 0-1-1,0 0 4-15,0 0 8 16,0 0-4-16,0 0-2 0,0 0-1 0,0 0-1 31,-9 10 1-31,8-5 1 16,1 1-1-16,-2-2 0 15,2 2 0-15,0-1-2 0,0-1 2 16,0-1 5-16,0 1-1 16,3-1 1-16,0 0 2 15,3 0 1-15,-2-1 2 16,2 1-5-16,-1-1 2 0,3-1 0 16,-1 1-6-16,-1 0 1 15,1 0 0-15,1 1-1 16,-4 0 2-16,3 0-2 15,-3-1 0-15,1 1 0 0,-2 1 0 16,-2 0 0-16,1 1 0 16,-2-1-2-16,0-1 1 15,0 2 2-15,-1 0 1 16,-4-2 1-16,-3 2 1 16,1-1-3-16,-1 0 2 0,-1 0-5 15,0-2-11-15,0 0-12 16,1-2-44-16,2 0-64 15</inkml:trace>
  <inkml:trace contextRef="#ctx0" brushRef="#br0" timeOffset="52748.25">14230 8021 223 0,'0'0'20'0,"0"0"-15"0,0 0 1 0,0 0 4 0,27-13-9 16,-18 12 0-1,0 0-1-15,2 1-2 0,-1 0-35 0,1 0-46 32,0-1-61-32</inkml:trace>
  <inkml:trace contextRef="#ctx0" brushRef="#br0" timeOffset="53162.16">14431 8010 245 0,'0'0'-10'15,"0"0"-15"-15,0 0 14 16,0 0 10-16,0 0 9 15,-32 17-2-15,27-11 3 0,-1 2-6 16,4-1-2-16,-1 3 17 16,3 0-20-16,0-1 4 15,0 0 4-15,0-1-1 0,2-1-3 16,1 0-1-16,2-2 0 16,0-2 2-1,3 0 1-15,-1-3-1 0,1 0 3 16,0 0-1-16,1 0 5 15,-1-6-4-15,-1-1 4 16,0 0 0-16,-2-2-3 16,0-2-2-16,-1 0 2 0,-3-2 0 15,1 2-1-15,-2-1-3 0,0 3-2 16,-3 0 3 0,-5 2-5-16,0 4-3 0,-4 1-1 15,1 2-10 1,-3 0-11-16,3 2-20 0,1 0-79 15</inkml:trace>
  <inkml:trace contextRef="#ctx0" brushRef="#br0" timeOffset="53774.68">14544 7996 235 0,'0'0'29'0,"0"0"4"0,0 0-14 0,0 0-11 16,0 0 1-1,0 0-7-15,0 0 4 0,0 0 0 0,30-21-4 16,-21 20-1-16,0 1 0 0,1 0 0 31,1 0-2-31,-3 0 1 16,-2 4 0-16,1 1 0 15,-3 0-2-15,-1 2 0 16,-3 0-3-16,0 0-5 0,0 1-7 16,-7-1 7-16,-1 1 10 15,1-2-2-15,1-1 3 16,-2 0-1-16,4-3 1 15,1 1 0-15,2-1-1 0,1-2 0 16,0 0-4-16,0 0-4 16,1 0 4-16,5 0 7 15,-3 0-1-15,3 2 2 0,-1-1-1 16,1 1-2 0,-1 0 0-16,0 2 0 0,-1 1-1 15,1-1-1-15,-3 2 1 16,-1 0 0-16,-1 1 0 0,0-1-1 15,0 0-1 1,-1-2 0-16,-3 0 7 16,-3 0 0-16,-1-1-1 15,0-2 1-15,-3 1-3 0,-1-2 1 0,1 0 1 0,1 0-1 32,2 0-6-32,1 0-2 15,3-1-20-15,2-6-119 16</inkml:trace>
  <inkml:trace contextRef="#ctx0" brushRef="#br0" timeOffset="55519.21">14967 7814 136 0,'2'-4'23'0,"0"-2"17"0,1 3-24 0,-3-2-6 0,1 1 1 15,-1 1-4 1,0-2 3-16,0 2 1 0,0 1-5 16,0-1 1-1,0 1 0-15,0 0 0 0,0 1-8 0,-1 1 0 16,-2 0 3 0,0 0 0-16,-1 0 2 15,-2 0-8-15,0 0 5 0,0 2-1 16,-2 2 1-1,1 2 2-15,-3 2-3 16,2 0 1-16,-3 3-1 16,2 3-1-16,-1 1 1 0,1 1-1 15,0 4 1-15,3 1 0 16,-2-1 0-16,1 3-2 16,1 0 2-16,0-1 2 15,3 1-2-15,-2 0 1 0,4 0 0 16,1-1 1-16,0 1-1 15,0 0 1-15,4-2 1 16,1 1-2-16,3-1 1 16,2-3-2-16,0-1 1 0,2-4 1 15,-1-1 1-15,2-3-2 16,1-5-3-16,1-4-12 16,1 0-28-16,-2-2-56 15,-1-9-35-15</inkml:trace>
  <inkml:trace contextRef="#ctx0" brushRef="#br0" timeOffset="55829.78">15031 7964 73 0,'0'0'17'0,"0"0"17"0,0 0 0 0,0 0-1 15,0 0-2 1,5 28-10-16,-5-18-3 16,0 0-4-16,0 2-5 0,0 1-3 15,0 0-2 1,0-3-3-16,0 2-1 0,0-1 2 0,0-3-2 15,1 1 0 1,1-3-14-16,2-2-40 16,-1-3-60-16</inkml:trace>
  <inkml:trace contextRef="#ctx0" brushRef="#br0" timeOffset="56052.57">15151 8033 221 0,'0'0'71'0,"0"0"-61"0,0 0-8 15,0 0 1-15,33 0 5 16,-22-1-1-16,0 1 1 0,4 0-5 16,-2 0-3-16,4 0 1 15,-1 0-1 1,2 0 0-16,1 0-11 0,0 0-36 15,-3-2-66-15</inkml:trace>
  <inkml:trace contextRef="#ctx0" brushRef="#br0" timeOffset="56536.35">15459 7956 231 0,'0'0'6'0,"0"0"1"15,0 0-3-15,0 0 2 0,0 0-4 16,0 0 0 0,0 0 5-16,0 0-5 15,-13 16-3-15,8-7 1 16,3 2 0-16,1-1 1 0,1-2 1 15,0 1-1-15,0-1 1 0,0-1 1 0,4 0-1 32,3-2 1-32,-2-1-2 0,2-1 0 0,1-1 0 15,0 0 0 1,-1-2 1-16,2 0 0 16,-1 0 2-16,-2-2 1 15,2-5 8-15,-2 0-2 16,-1-2-5-16,0-1-1 15,-3-1-3-15,2 1 0 16,-4-1-2-16,0 0 0 16,0 1 3-16,0 2 2 0,0 1 0 15,-5-1-3-15,-1 4-2 16,-1 1 0-16,-2 0 0 0,0 3-10 16,-3 0-6-16,-1 0-2 15,0 6-12-15,3-2-49 16,-1 1-111-16</inkml:trace>
  <inkml:trace contextRef="#ctx0" brushRef="#br0" timeOffset="56792.34">15642 7997 183 0,'0'0'13'0,"0"0"22"0,0 0-2 16,0 0-6-16,0 0-8 15,0 0-5-15,0 0-8 0,0 0-13 0,0 0-27 16,0 0-95-1</inkml:trace>
  <inkml:trace contextRef="#ctx0" brushRef="#br0" timeOffset="57272.1">15665 7924 198 0,'0'0'2'0,"0"0"10"16,0 0-8-16,0 0 14 16,0 0-5-16,0 0-5 0,0 0 1 15,0 0-6-15,33 0 1 16,-23 0 2-16,0 0 0 15,3 0 0-15,0 0-2 0,0 0 0 16,-1 0-3 0,-1-2 0-16,0 1 1 0,-3 0-2 15,-3-1 1-15,1 0-1 16,-3 2 1-16,-1 0-1 0,-1 0 0 16,-1 0 0-16,0 0 2 15,0 0 1-15,0 0-2 16,0 0-4-16,0 5 2 0,0 3 5 15,-3-1-1 1,1 3 0-16,1 2-2 16,0-1 0-16,1-1 0 0,-2 1-1 15,2-1 1 1,0-1-1-16,0-1 1 0,0-1-1 16,0-1-3-16,0-1-13 0,0-2-23 15,0-3-75-15</inkml:trace>
  <inkml:trace contextRef="#ctx0" brushRef="#br0" timeOffset="57694.42">15926 7903 206 0,'0'0'100'0,"0"0"-100"0,0 0-5 0,0 0-6 0,0 0 9 15,0 0 3 1,0 0 4-16,0 0-5 16,0 0 0-16,-19 33-1 15,18-27-1-15,1 1 0 0,0-2-2 16,0 2 5-16,4-2 2 16,1 0-2-16,3-2 0 15,-2 0 0-15,2-1 1 16,0 0 1-16,2-1 1 15,-2 1-1-15,-1-2 1 0,1 3 0 16,-1-2 0-16,-2 1-3 16,0 1-1-16,-3-1-1 15,0 2 0-15,-2-1-2 16,0 0 3-16,0 2 0 0,-3-1 3 16,-4-1 1-16,-1 1-1 15,-2 0-1-15,1-1 0 16,-1 1 2-16,0-3-2 15,1 1-4-15,0-2-31 0,3 0-25 16,3 0-61 0</inkml:trace>
  <inkml:trace contextRef="#ctx0" brushRef="#br0" timeOffset="57871.75">15945 7905 316 0,'0'0'14'0,"0"0"-3"0,0 0-4 0,0 0-4 0,31-23-2 15,-22 21-1 1,1 1-18-16,0-1-26 16,0 2-64-16</inkml:trace>
  <inkml:trace contextRef="#ctx0" brushRef="#br0" timeOffset="58227.87">16142 7922 308 0,'0'0'5'0,"0"0"-5"0,0 0 0 31,0 0-2-31,-32 29 2 0,26-19 0 0,2-2-1 15,3 0-2-15,1-1 0 0,0 1 0 32,0-3 0-32,1 0 2 0,4-2 1 15,2-1 5 1,0 0-3-16,2-2 1 0,-3 0 2 16,2 0 1-16,-1-5 0 15,-1 0 6-15,0-4 6 16,-3 0-1-16,0-3 10 0,-2 1-10 15,-1-1-7 1,0 2-6-16,-2 0-4 16,-3 2-5-16,-3 3-2 0,-1 3-7 0,-1 2-26 15,1 0-17 1,2 0-38-16</inkml:trace>
  <inkml:trace contextRef="#ctx0" brushRef="#br0" timeOffset="58754.89">16221 7867 297 0,'0'0'12'0,"0"0"1"15,0 0-5 1,30-20-1-16,-22 16-2 15,1 1-2-15,1 0-1 16,-2 3-1-16,-1 0-1 0,0 0-1 0,-1 0-1 16,-1 8-1-1,-1-1 1-15,-2 2 0 0,-2 0 1 0,0 3-2 32,0 0-13-32,-2-1-5 15,-6-1 10-15,0-1 7 0,1-2 2 0,-1-2 2 0,2 0 4 31,1-2-2-31,4-2 1 0,-1-1-2 0,2 0 2 32,0 0 2-32,0 0 2 15,2 0 4-15,3 0-8 0,2 0 1 16,-2 0-1-16,2 0 2 16,2 0-2-16,-3 0-2 15,1 1 0-15,1 4-1 16,-5 1-1-16,2 0 0 15,-2 0-1-15,-3 1 0 0,0-1 2 16,0-1-4-16,-5 1 3 16,-3-2 6-16,-2 0-4 15,-3-1 1-15,-1-1 3 16,0 0-4-16,-2-1-1 0,1-1-41 16,-2 0-56-16</inkml:trace>
  <inkml:trace contextRef="#ctx0" brushRef="#br0" timeOffset="59139.25">16329 7747 115 0,'0'0'45'0,"44"-2"-40"0,-19 2 28 0,-3 0-8 15,3 0-8-15,-2 6-4 0,-3 2-4 0,0 3-3 32,-3 2-4-32,0 1 0 0,-3 3 0 0,2 3-2 15,-4 1 1 1,0 3 0-16,-2 0 1 15,-1 1 0-15,-1-2-2 16,-4 2-1-16,0-4 1 16,-4-1-2-16,0-2 4 0,0 0-2 15,-5 0 1-15,-6-3 3 16,-2 0 1-16,-2 0-1 0,-3-2-2 16,-1-1-32-1,-1-4-91-15</inkml:trace>
  <inkml:trace contextRef="#ctx0" brushRef="#br0" timeOffset="60777.96">17475 7825 145 0,'-1'0'8'0,"-1"0"-1"0,0 0-1 0,1 0-5 16,-2 0 2-16,0 0 0 16,0 0 4-16,-1 2 0 15,0 1-2-15,0 1-1 16,-2 2 1-16,1 0-1 16,0 2 1-16,0 3 0 0,1-1-2 15,2 0 2-15,1 1-1 16,1-1 4-16,0 0 0 15,1-2 4-15,3-1-5 16,4-2-5-16,-1 0-2 0,1-2 0 16,3-1 4-1,-1-2-1-15,0 0 0 0,1 0 2 16,1 0-3-16,-2 0 3 16,2-4 1-16,-2-2 0 0,-2-1 2 15,0-1-3-15,-2 0 2 16,-1-2 2-1,-2 1 3-15,-2-3 0 0,-1 0-3 16,0 2-2-16,0 0 3 16,-5 0-5-16,-1 2-2 15,-2 4-4-15,-2 0 6 0,0 2-10 16,-2 2-7 0,0 0 4-16,0 3-12 0,-3 4-20 0,3 3-29 15,-3-2-75 1</inkml:trace>
  <inkml:trace contextRef="#ctx0" brushRef="#br0" timeOffset="61047.99">17699 7854 235 0,'0'0'3'0,"0"0"-2"0,0 0 13 0,0 0 18 31,0 0-8-31,0 0-1 16,0 0-11-16,0 0 7 0,0 0-27 0,0 0 20 31,1-4-14-31,-3 4-14 0,1 0-8 16,1 2-3-16,-2 1-31 15,1-1-58-15</inkml:trace>
  <inkml:trace contextRef="#ctx0" brushRef="#br0" timeOffset="61747.61">17942 7774 160 0,'0'0'19'15,"0"0"3"-15,0 0 2 16,0 0-6 0,0 0-11-16,0 0-3 0,21-26-1 15,-19 21 4-15,0 0-4 16,-2 0 4-16,0 2-1 0,0 0-1 16,0 1 1-16,-5 0-6 15,-1 2 0 1,-3 0 2-16,2 0-2 0,-3 0 1 15,1 3 0-15,1 2-1 16,2 2 0-16,2 0 0 0,2 1-1 16,1-1-2-16,1 1-2 15,0-2 4 1,4 3 2-16,3 0-1 0,2-2-2 0,0 1 1 16,2 1 4-1,-1 0 1-15,0-2-4 16,2 1-5-16,-2 1 9 0,-1-1-3 0,-1 1-1 15,-1-2 1 1,-2 0-2-16,-2 1 1 0,-2 0 0 16,-1-3-2-1,0 0-3-15,-2-1-3 16,-5-1 8-16,-1-2 3 16,-2 0-1-16,-1-1 0 0,1 0 0 0,1 0 4 15,1-4-1 1,3-2 5-16,0-1 3 15,2-1 1-15,3-2-1 0,0 0-3 0,0 0-2 16,6-1-8-16,3-1 2 16,0 1 4-1,5 0-6-15,-2 0-18 0,1 3-27 16,2-2-59-16</inkml:trace>
  <inkml:trace contextRef="#ctx0" brushRef="#br0" timeOffset="62307.8">18141 7756 254 0,'0'0'12'0,"0"0"5"0,0 0-6 0,0 0-2 15,0 0-4-15,0 0 2 16,32-22-2-16,-22 19 0 0,4-1 3 16,-2 1-1-16,2 0-1 15,-3 2-5-15,1 1 0 16,-3 0-1-16,-4 0 0 16,0 3-3-16,-3 4-1 0,-2-1 0 15,0 3-7 1,-2-1-2-16,-6 0 9 0,0-1 6 15,0-1-1 1,1-1 3-16,1 0-2 0,3-3-1 16,0 2 0-16,2-2-1 0,1 1-2 15,0-2 0 1,1 1 2-16,4 0 2 0,1 0 1 16,1 0-2-16,1 1 0 15,0 0 0-15,0 1-1 0,-2 1 0 16,0 0 1-1,0 0-2-15,0 1 0 16,-4 1 0-16,0 0 0 0,-2-1 0 0,0 0 1 16,0-2-2-1,0-2 1-15,-5 1 2 16,-3 0 3-16,-1-1 4 0,-2-1-4 16,1-1 1-1,-2 1 0-15,1-1-2 0,1 0-1 0,1 0-3 16,3 0-12-1,2 0-20-15,3-4-48 0</inkml:trace>
  <inkml:trace contextRef="#ctx0" brushRef="#br0" timeOffset="62741.75">18341 7762 290 0,'0'0'4'0,"0"0"-1"0,0 0 2 0,0 0 6 31,0 0 3-31,0 0-3 16,31-24 0-16,-22 24-3 16,0 0-2-16,2 0-5 15,-1 0 1-15,0 0-2 0,0 7-1 16,-5-1 0-16,0 2-2 15,-1 0 1-15,-2 1-2 16,-2 1 1-16,0-1-3 16,0-2-6-16,-6 2 8 0,-2-2 0 15,1 0 5 1,0-2 2-16,-1-1 0 0,1-1 0 16,2 2-2-16,0-2 0 0,2-3 0 15,2 2 0-15,1-1-1 16,0 0 1-1,0-1 3-15,0 0 6 16,5 0-2-16,2 0-2 0,0 0-1 16,1 0-3-16,2 0-1 15,1-2-1-15,1 0-10 16,0-3-24-16,3 2-13 0,1-4-47 16</inkml:trace>
  <inkml:trace contextRef="#ctx0" brushRef="#br0" timeOffset="63098.84">18621 7766 255 0,'0'0'26'15,"0"0"-21"-15,0 0-5 16,0 0-1 0,-27 8-2-16,19 0 5 15,0 2-2-15,2-1 1 0,1 1-1 0,3 1 0 16,1-2-1-16,1 0 1 31,0-1 0-31,2-2 4 0,5-2-2 16,1-1 2-16,3-3 1 15,2 0 3-15,-1 0-3 16,0-1-1-16,0-5 2 16,-2-1 2-16,1-3 7 15,-4 2 1-15,-2-3 0 0,0 0 5 16,-4-1-15-16,-1 0-4 15,0 2-1-15,-8 1-7 16,-4 1-4-16,-4 3-1 0,-3 3-25 0,-6 0 4 31,0 0-31-31,0 0-144 16</inkml:trace>
  <inkml:trace contextRef="#ctx0" brushRef="#br0" timeOffset="63591.38">18997 7475 186 0,'0'0'4'0,"0"0"1"0,0 0 2 0,-31 2-4 0,18 7 7 15,-1 2 13 1,-4 2-6-16,0 5 2 0,0 3-10 16,-2 1-2-1,-1 4-5-15,3 1-1 0,3 1 0 0,2 2-1 16,3 0 1-16,3-1 1 16,3 1-2-1,4-3 5-15,0 0-1 16,0-3-5-16,8-3 0 15,3-3 0-15,1-3 1 0,5-4 2 0,1-1 1 16,4-4-5 0,-1-5-36-16,2-1-117 0</inkml:trace>
  <inkml:trace contextRef="#ctx0" brushRef="#br0" timeOffset="63865.99">19052 7680 36 0,'0'0'232'16,"0"0"-229"-16,0 0-9 15,0 0 5-15,0 0 1 16,0 0 2-16,-8 36 2 0,8-23 1 15,0 2 0-15,0-1 0 16,4-1-2-16,0 2-2 16,0-4 0-16,1 2 0 15,-1-4-1-15,3 0-11 16,1-5-40-16,-3-1-77 16</inkml:trace>
  <inkml:trace contextRef="#ctx0" brushRef="#br0" timeOffset="64049.31">19209 7756 291 0,'0'0'4'0,"0"0"-2"15,36-1-2-15,-19 0 0 16,2 1-2-16,-1-1-28 0,2-1-55 0,0 0-34 31</inkml:trace>
  <inkml:trace contextRef="#ctx0" brushRef="#br0" timeOffset="64423.32">19444 7703 250 0,'0'0'8'0,"0"0"-2"0,0 0-3 31,0 0-3-31,0 0 1 16,-28 20-1-16,25-12 1 15,2 2 1-15,1-1-2 0,0 0 0 16,0-2 3-16,1 0-2 16,6-1 0-16,1-3 0 15,0-1 3-15,2 0 1 0,1-2-2 16,0 0-1-1,0 0 1-15,0-5 4 0,-2-2 3 16,0-1 4-16,-2-2-1 16,-1 2 0-16,-1-4 1 15,-3 2-7-15,-2 0-1 16,0-1-4-16,-1 4-1 16,-5-1 2-16,-3 3-4 0,-4 2-1 15,2 3-2-15,-3 0-7 16,1 0-14-16,1 3-8 15,0 2-34-15,5-2-87 16</inkml:trace>
  <inkml:trace contextRef="#ctx0" brushRef="#br0" timeOffset="64615.17">19574 7695 366 0,'0'0'4'16,"0"0"3"-16,0 0-2 16,0 0-3-16,0 0-2 0,0 0-5 0,0 0-40 31,0 0-37-31,0 0-108 0</inkml:trace>
  <inkml:trace contextRef="#ctx0" brushRef="#br0" timeOffset="65149.17">19824 7604 232 0,'0'0'37'15,"0"0"-24"-15,0 0 4 16,0 0-18-16,0 0 1 0,0 0 6 15,-18-28-5-15,9 26 2 16,0 2-3-16,-1 0 1 16,-1 0 0-16,1 4-1 15,0 1 0-15,1 1 0 0,1 2-1 16,2 1 1-16,2 0-2 16,1-2 1-16,3 2-1 15,0-1-4-15,1 0 5 16,6-1 6-16,3-1-4 15,4 2 0-15,-1-1 1 0,1-2-1 16,0 2 0-16,-1-1-1 16,-2 0 0-16,-5-1 0 15,-1 1 0-15,-1-1 0 16,-3-3-1-16,-1 2-1 0,0 1-1 16,-4-2-2-16,-4-2 5 15,-3 0 1-15,-2-1-1 16,1 0 3-16,-3 0-6 15,0 0 9-15,3 0-1 0,2-3 3 16,2-2 0 0,4 2 1-16,1-1 7 0,3-1 1 15,0-3-9-15,5 2 0 16,3-1-4-16,6-1-2 16,-1-1-7-16,5-1-30 15,3 0-20-15,-1 1-65 0</inkml:trace>
  <inkml:trace contextRef="#ctx0" brushRef="#br0" timeOffset="65629.22">19917 7591 275 0,'0'0'11'0,"0"0"0"0,0 0-7 0,0 0 8 15,0 0-1 1,39-10-3-16,-29 9-3 16,2 1-1-16,-1 0-1 0,0 0-2 15,-4 0-1-15,-1 4-1 16,0 1 2-16,-5 1-4 0,-1 2 1 16,0-2-2-16,-3 3-5 0,-4 0 2 31,-3-1 4-31,-1-1 3 15,2-2-4-15,1-1 7 16,2 0-1-16,2-2-2 0,2 1 0 0,2 0-3 0,0-1-2 31,2-1 3-31,4 2 2 16,4 0 1-16,0 0-1 0,2 1 0 16,-2 0 1-1,2 0-1-15,-2 2 0 0,-1-2 0 16,-3 1 0-16,-1-2 0 15,-2 0 0-15,-3 1 0 16,0-2 0-16,-2-1-1 16,-6 0 8-16,-3-1 1 15,-2 0-6-15,-3 0-3 0,0 0 7 16,3 0-5-16,0 0-3 16,5 0-33-16,3 0-48 0,3 0-75 15</inkml:trace>
  <inkml:trace contextRef="#ctx0" brushRef="#br0" timeOffset="66027.32">20139 7609 255 0,'0'0'3'0,"0"0"4"0,30-10-1 0,-20 8 1 15,0 1-2-15,-1 1 2 0,0 0-5 16,-2 0-1-16,-1 3 0 0,0 2-1 16,-2 3-2-1,-2 0 1-15,-2-1 0 0,-2 3-4 16,-5-1-1 0,-4 0 6-16,-1-1 5 15,0-2-6-15,0 0 4 0,2-1 2 0,2-2-2 16,2-1 0-1,2 1-1-15,2-1 2 0,2 0-1 16,0-1-1 0,1-1 7-16,6 0 1 15,3 2 0-15,1-2-6 16,2 0-3-16,2 0 1 0,-1 0-2 16,1 0-7-16,0 0-28 0,1-2-32 0,0-1-40 31</inkml:trace>
  <inkml:trace contextRef="#ctx0" brushRef="#br0" timeOffset="66352.14">20355 7620 193 0,'0'0'36'0,"0"0"-22"31,0 0-9-31,0 0-3 0,0 0 1 16,0 0 0-16,0 0 2 15,-21 29-4-15,21-23 1 16,0 3-2-16,4-3 3 16,2 1 1-16,2-3 1 0,2-1 1 15,2-2-2-15,-1-1 0 16,2 0-3-16,0 0 0 16,-3-2 0-16,-4-3 4 0,2-5 13 15,-4 2 1-15,-1-4-4 16,-3 1-2-16,0-2-9 15,-6 1-3-15,-4 3 0 16,-1 0-1-16,-4 1-6 0,0 5-2 16,0-1-21-1,0 1-12-15,4 1-74 16</inkml:trace>
  <inkml:trace contextRef="#ctx0" brushRef="#br0" timeOffset="66590.17">20457 7522 228 0,'0'0'29'0,"32"0"-12"16,-16 1 0-16,-1 4-6 16,0 4-4-1,-4 2-4-15,0 2 2 0,-3 2-4 16,-4 0 1-1,-3 3-2-15,-1 2-1 0,-4 1 0 16,-7-3 0-16,-6 1 0 0,-1-3-9 0,-4-2-17 31,-2-1-49-31,2-7-66 0</inkml:trace>
  <inkml:trace contextRef="#ctx0" brushRef="#br0" timeOffset="67921.85">20598 7392 97 0,'0'0'4'0,"0"0"9"0,0 0 2 0,0 0-2 16,0 0-1-16,30-2-4 0,-24 2 4 15,1 0 1-15,-2-1-2 16,0 1-6-16,-1 0-2 15,-1 0-3-15,0 0 2 16,0 0-1-16,2 0-1 16,-3 0 0-16,2 1 0 15,0 2 0-15,-3 3 0 16,1-2-1-16,-1 2-2 0,-1 1 2 16,0 0 2-1,0 1 0-15,0 0-1 0,0 0-1 0,-1 2 4 16,-1-2 1-16,1 2-2 15,-2 0 2 1,2 0 1-16,0-1-1 0,0 0 0 16,1-2-3-16,0 3 1 15,-1-4-1-15,0 1-1 0,1-1 2 16,-1-1 0-16,1 2 1 16,0-1 4-16,0 0-5 15,0 0 2-15,0 1-1 0,0 0-3 16,0 1 3-16,1-2 1 15,1 2 1-15,2-1-3 16,0 0 1-16,-1 3-2 16,1-2 0-16,-1 0 0 0,-3 1 0 31,2-1 0-31,-1 0 0 16,0 0 0-16,-1-1 0 0,1 0 0 15,0 2-2-15,0-3 2 16,1 4-1-16,-1-2 0 0,1 1 0 0,1-2 1 15,-1 2 0-15,1-1 4 16,-3 0-1-16,1 0 3 16,-1 0-1-1,0-1-1-15,0 1 1 16,-1-1-1-16,-4 1-2 0,2 0 0 0,-3 1-2 31,-2-1-1-31,-5 2 0 16,-2-2 0-16,-8 0-11 0,-7-1-38 0,-11-4-94 0</inkml:trace>
  <inkml:trace contextRef="#ctx0" brushRef="#br0" timeOffset="69059.78">13603 7852 140 0,'-1'0'13'0,"-1"0"-4"0,1 0 3 0,1 0-7 15,0 0 11-15,0 0-3 16,0 0-11-16,0 0-4 15,0 2 5-15,0-1 3 16,-3 2-1-16,0 0-2 16,0 1 0-16,-5-2-2 0,0 4 2 15,-3 0 0-15,0-2-2 16,0 1-1-16,-2 0 0 16,-2-2 1-16,3 0 0 15,2 1-1-15,1-4 0 16,1 2 1-16,3-2-1 0,0 1 0 15,1-1 1-15,3 0 0 16,0 0 0-16,1 0 1 16,0 0 1-16,0 0-1 0,0 1-3 15,0 0-3-15,0 1 5 16,0 1 1-16,0 2-4 16,0 0 4-16,0 1-2 15,0 1 1-15,0 2-1 0,0 3 0 16,0 0 0-1,0 3 0-15,0 1 0 16,2 1-1-16,-1 3 1 16,2 1-2-16,-3 2 1 0,2 2 0 0,-2-1 0 15,0 2 1 1,0-2-2-16,0-1 3 16,1-1 2-16,2-2 1 0,1-5 1 0,3 0 12 31,1-2-11-31,2 0-5 0,1-3 2 15,6 0-1-15,-1-2-3 16,4-3-5-16,2-2-77 0</inkml:trace>
  <inkml:trace contextRef="#ctx0" brushRef="#br0" timeOffset="69655.17">13580 8644 211 0,'0'0'13'0,"0"0"-11"0,0 0-2 15,0 0 0-15,0 0 1 16,31 2-2 0,-22-2 1-16,1 0 0 0,-2 0-4 0,1 0-43 31,0 0-26-31</inkml:trace>
  <inkml:trace contextRef="#ctx0" brushRef="#br0" timeOffset="69831.38">13637 8717 109 0,'0'0'135'0,"0"0"-126"16,0 0-10-16,0 0 13 15,0 0-11-15,0 0 2 16,0 0 0-16,35 13 0 0,-24-13-75 16,2 0-49-16</inkml:trace>
  <inkml:trace contextRef="#ctx0" brushRef="#br0" timeOffset="70772.63">14077 8476 87 0,'0'0'7'0,"0"0"21"0,0 0-2 15,0 0-4 1,0 0 1-16,-31-6 2 0,23 5-8 15,1 1-7 1,0 0 0-16,-1 0-6 0,1 0 1 16,0 0-2-1,0 0-2-15,-1 0 0 0,1 0-1 16,1 0 0-16,3 0 1 0,-3 1 0 16,3 1-1-1,0-1 0-15,1 1 0 0,1 1-1 0,-1 0 1 31,1 1-1-31,1 2-1 0,-1 1 0 16,1 0 1-16,0 3 1 0,0-1-2 0,0 1 1 31,0 1-4-31,0-1 3 16,2 1 2-16,0-2 0 16,2 3 3-16,-2-2-2 15,0 1 0-15,-1 1-1 0,1-1 0 16,-1 2 0-16,-1-1 0 15,1 0 0-15,-1 1 0 16,2 0 2-16,-2-1-1 16,0 1 1-16,1 0-2 0,-1 0 0 15,2-1 0-15,-2 0 0 16,1-1 0-16,-1 0 1 16,1-1-1-16,-1 0 2 15,0 0 0-15,0-1-1 16,0 0-1-16,0-1 1 0,0 1 0 15,0-2-1 1,1-1 0-16,0 1 2 0,1-2-2 16,0 1 1-16,-1-2 0 0,0 0 1 15,1 0-1 1,-1-2-4-16,3 1 2 0,-1-1 2 16,-1 1 1-16,1-2 0 15,2 1 3-15,-1 0 1 16,4-2 1-16,-2 0 6 0,0 0-2 15,3 0-2-15,0 0-3 16,-1 0-1-16,1 0 2 16,-1 0-1-1,1 0-4-15,-1 0 0 0,1-2-2 0,0 2 0 16,0-1-3-16,-3-1-18 16,3 0-16-16,-1-1-57 15,-3-2-72-15</inkml:trace>
  <inkml:trace contextRef="#ctx0" brushRef="#br0" timeOffset="72897.23">14466 8527 144 0,'0'-3'7'0,"-3"3"15"0,0-3-12 0,1 3 2 15,-1 0-1 1,-1 0 2-16,-1 0-1 16,-1 0-5-16,1 0-5 0,-1 7-1 15,-2-1 0-15,3 2 1 0,0 2 2 16,0 0-2-16,1 0 1 0,2 1-1 16,2-1 1-16,0 0-2 15,0 0 2-15,1-3-1 16,7 2 1-1,1-2 0-15,1-2-3 0,1 0 1 0,4-3 0 32,0-2 2-32,1 0 4 15,0 0-4-15,0 0-3 0,-1-1 3 0,0-3-1 16,-3-1 1-16,-2-2 1 16,-2 1 2-1,-3-2 4-15,-1 1 2 16,-4-1-3-16,0-1-2 15,0 0-2-15,0 0-3 0,0-2 0 16,-4 1 1-16,-2 0-1 16,1-1-2-16,-3 2 1 15,1 2-3-15,1 2 1 0,-3 2-1 16,0 0-1-16,-1 3-3 16,0 0-3-1,0 3-19-15,0 4-10 0,1-2-61 0</inkml:trace>
  <inkml:trace contextRef="#ctx0" brushRef="#br0" timeOffset="73208.61">14738 8591 184 0,'0'0'119'0,"0"0"-99"0,0 0 8 31,0 0 0-31,0 0-8 0,0 0-8 16,0 0-9-16,0 0-2 15,0 0-1-15,0 0-5 16,0 0-18-16,0-1-20 16,0-2-16-16,0 0-115 0</inkml:trace>
  <inkml:trace contextRef="#ctx0" brushRef="#br0" timeOffset="73621.48">14910 8499 165 0,'0'0'13'15,"0"0"7"-15,0 0 1 16,0 0 12-16,0 0-17 0,0 0-9 16,0 0-5-16,0 0-2 15,0 0 8-15,3 33-2 16,-3-18 0-16,0-3 2 15,0 1-4-15,0 0-2 16,0-1-1-16,0 0 0 16,3-1-1-16,0-2 3 15,0 0-2-15,1-3-1 16,1 1-6-16,-2-3-16 0,4-3-79 16</inkml:trace>
  <inkml:trace contextRef="#ctx0" brushRef="#br0" timeOffset="74244.14">15107 8575 187 0,'0'0'5'0,"0"0"-17"15,0 0-2-15,0 0 3 0,0 0 6 16,0 0 20-16,0 0 20 15,8-30-7-15,-8 26-5 16,0-1 0-16,0-1-8 16,-3 0-9-16,0 0-3 15,-1 1-2-15,-1 0-1 0,0 1-2 16,-2 2 0-16,-2 1 4 16,0 1-4-16,-1 0-3 15,0 1 5-15,0 4 1 16,3 3 1-16,0-2-3 0,4 3 0 15,0-2 0-15,3 1-4 16,0-3-1-16,0 1 1 16,4-2 5-16,2 1-4 15,2-1 1-15,2-1 13 0,2 0-7 16,0 0-1-16,1-1 1 16,1 1-2-16,-4 1 1 15,2 0-4-15,-3 1 1 16,-2 2 1-16,0 0 0 0,-1 0 1 15,-3 1 1-15,-1-2-1 16,-2 1-1-16,0 1-1 16,0-4-1-16,-5 1 4 15,-3-1 5-15,-2-1-1 16,-3-1-2-16,1 0-2 16,-4-2 0-16,4 0 0 0,2 0 0 15,1 0 2-15,4 0 0 16,2-4 6-16,2-2 13 15,1 0-11-15,0-1-8 16,1-3-3-16,5 2 3 0,2-2 0 16,3 0-23-1,0 1-7-15,2 0-3 16,1 2-34-16,1-1-63 16</inkml:trace>
  <inkml:trace contextRef="#ctx0" brushRef="#br0" timeOffset="74709.64">15257 8521 171 0,'0'0'5'0,"0"0"18"0,0 0-5 0,0 0 10 0,0 0-9 16,0 0-14-16,0 0-4 16,0 0-2-16,0 0-1 15,0 0 5-15,32-3-3 16,-20 2-2-16,0 0 4 0,1 0-1 16,0-2 0-16,0 0 1 15,0 3-2-15,0-3 0 16,-4 2 0-16,0 0 1 15,-3 1 0-15,0 0 0 16,-4 0 2-16,-1 0 1 0,-1 0 1 16,0 0-4-16,0 4 1 15,0 2-4-15,-2 1 4 16,0 2 3-16,-3 0 0 16,2 0-2-16,-1 0 0 0,1 1 1 15,0-2 1-15,1 1-1 16,0 0-3-16,1-1 1 15,-1-1-2-15,1 0 1 0,1 1-2 16,0-2-7 0,0 0-16-16,0-5-52 0,0-1-123 15</inkml:trace>
  <inkml:trace contextRef="#ctx0" brushRef="#br0" timeOffset="75315.86">15474 8524 311 0,'0'0'9'0,"0"0"-4"0,0 0 0 16,0 0-5 0,0 0 1-16,0 0 0 0,36-21-1 0,-25 18 0 31,0 1 0-31,0 0 1 0,1 0 1 15,-2 2 2-15,0 0-1 0,-2 0 0 0,-3 0-4 32,0 4-1-32,-3 1 0 15,-1 1 0-15,-1 0-3 16,0 0-4-16,-1 3 3 0,-3-3 7 0,-3 0 0 0,-1 1 1 31,2-2 1-31,-1 0-1 16,-1-1 1-16,2 0-2 15,2-2-1-15,2 1 0 16,2-3 1-16,0 3-3 0,0-3-4 16,0 0 2-16,0 2 6 15,3-2 1-15,2 0 2 16,0 1-1-16,2 0-3 16,0 0 1-16,-3 1-2 0,3 0-1 15,-3 1 1-15,1 1-1 16,-2 0 1-16,0 1-1 15,-2-2 0-15,0 2 1 16,-1-1-1-16,0 0-1 16,0 0-2-16,-2-1 4 0,-3 1 1 15,-2-1 3-15,-2-1-3 16,0 1 13-16,-1-2 3 16,0 1-11-16,1-2 3 15,1 0-5-15,1 0-3 0,1 0 0 16,1 0 0-1,3 0-1-15,0 0-8 0,2 0-34 16,0-7-61-16</inkml:trace>
  <inkml:trace contextRef="#ctx0" brushRef="#br0" timeOffset="76575.67">16386 8472 86 0,'0'0'29'0,"0"0"-4"0,-2 0-2 0,1 0 4 15,1 0-3 1,-1 0-7-16,-1 0-4 0,1-2-1 0,-1 1-3 16,-1 1-4-16,0-2-1 31,-1 2 0-31,1 0 0 15,-2 0-7-15,2 0 6 16,-3 0-1-16,3 0-2 0,-3 0 1 16,2 0-1-16,1 3 0 15,-3 0 0-15,2 2 0 16,-1 0 0-16,1 0 0 16,0 3-1-16,1-2 1 15,0 1-1-15,2 2-1 0,1 1 1 0,-2-1-1 16,2 1 2-1,0-1-1-15,0 0-1 0,0-2-2 16,3 1 3 0,2-1-1-16,1-1 0 0,1-3 5 0,0 1 0 15,1-1 2-15,1-1-1 16,1 0-2 0,0-2 0-16,2 0-1 15,-2 0 1-15,2 0 0 0,-2 0-1 16,1-2 3-16,-2-2 6 15,1-1-8-15,-2 0 0 0,-2-1 0 16,0 1-1 0,-2-3 2-16,1 3-2 0,-4-3 1 15,1-1 0 1,-2 1 0-16,0-2-1 0,0-1-1 16,0 2 0-16,-5-1 2 15,-2 2-3-15,-2-1-4 0,0 3 1 16,-4 3 7-16,1 1-11 0,-3 2-5 31,1 0-9-31,-1 0-15 16,2 2-47-16,3 2-53 0</inkml:trace>
  <inkml:trace contextRef="#ctx0" brushRef="#br0" timeOffset="76873.89">16626 8531 269 0,'0'0'38'0,"0"0"-23"0,0 0 0 0,0 0 17 0,0 0-14 16,0 0-12-16,0 0-6 15,0 0-7-15,0 0-23 16,0 0 0-16,0 0-34 0,0 0-127 16</inkml:trace>
  <inkml:trace contextRef="#ctx0" brushRef="#br0" timeOffset="77379.72">16807 8469 45 0,'0'0'110'0,"0"0"-70"0,0 0-7 0,0 0-2 16,0 0 0-16,0 0-11 15,0 0-8-15,0 0-9 16,0 0-2-16,5-4-5 15,-5 12 6-15,0 2-2 0,0 3 2 0,0 0-3 0,0 2 3 32,0 0 2-32,0-2-3 15,0-1 0-15,1-4-2 16,1 0-1-16,3-1-16 16,-2-4-24-16,1-3-92 0</inkml:trace>
  <inkml:trace contextRef="#ctx0" brushRef="#br0" timeOffset="77970.73">16912 8469 135 0,'0'0'9'0,"0"0"4"15,0 0 7-15,0 0 3 16,0 0-4-16,34-13-7 16,-24 12-3-16,0-1 7 15,2 1 4-15,2 0-1 16,-2 1-5-16,0 0-1 0,0 0-5 16,-2 0-6-16,-4 0-1 0,-1 4-2 15,-1 2-1-15,-3 0-3 16,-1 1 1-1,0 0 2-15,-1 0-7 16,-4 2 4-16,-3-2 8 0,-1 1-2 0,1-3 0 16,1 2-4-1,-2-1 0-15,4-3-3 0,2 0 1 16,2 0 2-16,1-1-5 16,0-1-10-16,3-1 12 0,3 0 16 15,3 0-6-15,1 0 1 16,-2 0-2-16,2 0-1 15,-1 2 0-15,0 1 2 16,-1-1-3 0,-2 1 0-16,0 1-1 0,-1 0-1 0,-4 1-3 31,1-1 4-31,-1-1 1 0,-1 2-1 0,0-2-1 16,-1 0 2-1,-5-2 8-15,-2 0 3 16,0 1-3-16,-4-2-4 15,1 0-1-15,-2 0-2 16,1 0 1-16,-1 0-3 0,4 0-3 16,-1 0-19-16,4 0-24 15,2 0-40-15</inkml:trace>
  <inkml:trace contextRef="#ctx0" brushRef="#br0" timeOffset="78625.77">17274 8494 256 0,'0'0'15'0,"0"0"-4"0,0 0-7 0,0 0 0 16,0 0-3-16,0 0-1 16,10-29 1-16,-10 25-1 15,0 0 0-15,0-1-1 0,0 2-5 16,-4 0-1-16,-2 0 8 16,-2 3 2-16,-2 0 0 15,-2 0-2-15,0 0 1 16,0 6-2-16,0 1 0 0,2 1-2 15,4 1 1 1,0-1-1-16,4 0-1 0,2 1-1 16,0-3-2-16,0-1 6 15,5 2 5-15,2-5-5 16,2 2 1-16,0-2 0 16,2 0-2-16,-1-2-3 15,2 0 0-15,-3 0 4 0,2-2 1 16,-2-2-1-16,-1 0 5 15,0-1-3-15,-2 0 0 0,0 1 0 16,-3 0-1 0,0 2 2-16,0 0-1 15,-1 2 3-15,-2-1-1 0,0 1-4 0,0 0 2 16,0 0-4 0,0 1 1-16,0 4 4 15,0 2-1-15,0 2 2 16,0-2-2-16,0 3 1 0,0 0-1 0,0 0 0 31,0-1 1-31,0 1-1 16,1-3 0-16,0 0-1 0,0 0 0 15,0-2-1-15,-1 1 1 0,0-2-1 0,0 0-9 16,0-3-24 0,0-1-105-1</inkml:trace>
  <inkml:trace contextRef="#ctx0" brushRef="#br0" timeOffset="79344.72">17549 8473 134 0,'0'0'41'0,"0"0"-1"0,0 0-23 0,7-28-9 0,-7 20-1 16,0 1-4 0,0 2-1-16,-1 1-3 0,-5-1 3 15,-1 2 1-15,-1 3 2 16,-1 0-1-16,-2 0-4 0,2 0 2 15,-1 0-1-15,2 5-1 16,0 2 1 0,1 1-1-16,4 0-1 0,0 1 0 15,1-1 0-15,2 0-1 0,0-1 3 16,0-1 3-16,1 1-1 16,4-1 1-16,0 0 0 15,2-2-2 1,0 0 1-16,1-1 3 0,1 0 0 15,1-1 2-15,0 0 2 16,-2-1-1-16,2 0 0 0,-3 2-4 16,0 0-2-1,-1-1-2-15,0 2-1 0,-2 0-1 16,-1 1 0 0,-1 0 0-16,-1-1 0 0,-1 0-1 0,0 1 1 15,0 0 0 1,-4 0-1-16,-1-1 2 15,-2-3 2-15,-1 4-2 0,-1-4 3 16,0 1-1-16,-1-2-3 0,-1 0 1 16,2 0 2-16,2 0-5 15,-1 0 8 1,2 0-2-16,3-2-1 16,1-1 1-16,-1 0 2 0,3-2 3 15,0 0-2 1,0-1-1-16,0 0-1 15,0-2-4-15,5 0 6 0,3 1-7 16,-1-2-7-16,2 2-16 16,2-1 0-16,1-1-24 15,1 0-96-15</inkml:trace>
  <inkml:trace contextRef="#ctx0" brushRef="#br0" timeOffset="80399.19">17646 8297 23 0,'0'0'64'0,"0"0"-41"0,0 0 0 0,0 0-5 15,0 0 3 1,0 0-2-16,0 0 1 16,0 0-3-16,0 0-5 0,0 0 0 0,0 0-3 15,0 0-5 1,22-9-2-16,-15 9-1 16,0-1 0-16,2 1 0 15,0-1-1-15,0 0 1 0,0 0 0 0,0 1 1 16,-2 0-1-1,0-1 1-15,0 1-1 0,-1 0 0 16,0 0 1 0,-3 0-1-16,0 0 0 0,1 0 0 0,-3 0 0 15,0 0 0-15,1 0-1 16,-1 0 0-16,-1 0 2 16,3 2-2-16,-2 1 0 15,1 1 0 1,0 0 0-16,0 1 0 15,2 2 0-15,-3 0 0 0,2 1 0 0,0 0-2 16,-2 2 2 0,1-1 0-16,0 0 0 15,-1 0-1-15,-1 2 1 16,0-2 1-16,0 1 1 16,0 0 0-16,0 0 0 15,0 2 0-15,0-1-1 0,0 0-1 16,0 1 0-16,0-1 2 15,0 0-2-15,-1 1 0 16,-1-1 0-16,0-2 0 16,0 4 0-16,0-5 1 0,1 2 0 15,-1-2 1-15,1 0-2 16,1-1 0-16,-2 0 1 16,1-1-1-16,1 0 2 15,0-1-2-15,0 1 1 0,0-1 0 16,0-1 0-16,0 0 0 15,1 1 0 1,1-2-1-16,-1 3 0 0,1-3 1 0,-2 3-1 16,1-3 0-1,-1 2 0-15,0-3 0 0,1 3 0 16,-1 0 1-16,0-1-1 16,0-1 0-16,0 0 0 0,0 3-1 15,0-2 1 1,-2-1-7-16,-3 2 5 15,0-2 4-15,0 0-1 0,-2 0 1 16,0 1 0 0,0-1 1-16,-1 1-4 0,-1-2 2 15,-2 0 4-15,-2 0 0 16,-2 0 0-16,0 1-4 0,-2-1-4 16,-3 1 6-16,-1-3-28 15,1 0-45-15</inkml:trace>
  <inkml:trace contextRef="#ctx0" brushRef="#br1" timeOffset="106321.4">14492 9499 17 0,'0'0'102'0,"-2"0"-85"0,2-1 9 0,-2-2-9 0,1 2 3 15,-2 0-5-15,2-2-4 16,-1 0-1-16,1 3-2 15,-1-2 1-15,1 0-3 0,-2 1 0 16,0 0-5-16,0 1-2 16,-2 0 1-16,2 0 1 15,-3 0-1-15,-2 1-1 16,1 4 1-16,0 0 0 16,-1-1 0-16,2 2 0 0,-1-1 0 15,1 0 1-15,1 1-1 16,2-1 0-16,-1 2 0 15,1-1 0-15,1 2 0 16,2-2 1-16,-1 2-1 0,1-1 0 16,0-1 0-1,1 1-2-15,4-2 0 16,1 0 5-16,3-1 0 0,-1-2-1 16,0 1 3-16,0-1-2 15,0 0-1-15,0-2-1 16,1 0 1-16,-3 0-2 0,1 0 1 15,1 0 0-15,-3 0-1 16,0 0 1-16,1-4 1 0,1 0 0 16,-1 0-1-16,-1-2 0 15,1 2 0-15,-1-2-1 16,-1-1 1 0,-1-1 0-16,-1 1 1 0,-1 0 0 0,-1-2 0 15,0 0-1-15,0 0 2 16,0 0 1-1,-3 1-1-15,-2 0 0 16,-2-1-1-16,0 1 2 16,-1 0-1-16,2 2 3 0,-3-1-4 0,1 1 2 15,-4 0 0 1,4 0-3-16,-4 1-3 16,2 1 3-16,0-2 0 15,0 1 0-15,0 2 1 16,-1 0-1-16,2 1-1 15,-1 0 0-15,0 2-3 16,2 0-18-16,-2 0-31 0,4 0-56 16</inkml:trace>
  <inkml:trace contextRef="#ctx0" brushRef="#br1" timeOffset="106925.15">14594 9414 135 0,'0'0'38'0,"0"0"4"0,0 0-18 0,0 0 2 16,0 0-6-1,0 0-3-15,0 0-7 16,0 0 0-16,0 0-8 0,0 0-3 0,0 0-1 16,0 0 1-16,0 12-1 15,0-2 2-15,0 1 0 16,0 2 0-1,0-1 0-15,0 0 0 0,1-1 0 0,2-1 2 32,0 0-3-32,-2-2 2 0,1-2 0 15,-1 0 0-15,1-3-1 0,-2 1 0 0,2-2 0 32,-1 0 1-32,-1-1-1 0,0-1 1 0,3 2-1 15,-2-2 0 1,1 0 1-1,1 0-1-15,2 0 1 0,3 0 4 16,-1 1-3-16,2-1 1 16,1 0-2-16,1 0 3 15,2 1-1-15,-1-1-1 16,2 0 1-16,1 2 0 0,-2-2-1 16,0 2-2-16,0-1 1 15,-3 0-1-15,0 0 0 16,-1 2-1-16,-1 0-19 0,-5-1-53 15,-3 0-110 1</inkml:trace>
  <inkml:trace contextRef="#ctx0" brushRef="#br1" timeOffset="107457">14314 9739 67 0,'0'0'19'0,"0"0"-1"0,0 0 3 15,0 0 19-15,0 0 0 16,0 0-23 0,0 0-2-16,0 0-8 15,0 0 4-15,0 0-8 0,0 0 0 0,24 3-3 16,-10-3 3-16,2 0-3 0,4 0 2 31,4 0 2-31,3 0 2 0,2 0-1 0,4 0-1 16,0 0 1-1,2-3-1-15,0 0 3 16,2 0 8-16,-2 0-1 16,-5-1-5-16,-1 1-1 15,-4 1-1-15,-4-1-4 16,-3 2 0-16,-5-1-2 15,-2 2-1-15,-4 0 0 0,-5 0-4 16,-2 3-29-16,0 0-40 16,-3 0-74-16</inkml:trace>
  <inkml:trace contextRef="#ctx0" brushRef="#br1" timeOffset="108141.75">14552 9986 217 0,'0'0'14'0,"0"0"3"0,0 0-15 0,0 0-3 16,-31-2-1-16,22 2 4 0,-1 0 0 15,1 0-1 1,0 0-1-16,-1 3 0 0,-1 1 2 15,3 0 1-15,-2 2-2 16,1 0 5-16,3 2-5 16,0-2 0-16,2 4 2 0,2-2-2 15,2 1 1-15,0-2-2 16,0 0 0-16,2-1 0 16,4 1 7-1,3-1-3-15,-2-2-3 16,5 1-1-16,-3-2 2 0,5 0-2 15,-3-1 3-15,2-2-3 0,-1 0-1 16,1 0 1-16,-1-2 0 0,0-3 0 31,0-1 1-31,-3-1-1 16,-3-1 1-16,0-3 4 0,-3 2 6 0,-3-4 0 16,0 0-7-16,0 1 0 0,0-1 1 31,-6-2-4-31,-1 1 2 15,-3 3 0-15,0 0-1 0,-1 2-1 0,1 1 3 16,-2 2-8 0,0 2 5-16,1 0-2 15,1 3-2-15,0 1-9 16,1 0-1-16,1 0 6 16,5 0-19-16,0 2-29 15,2-1-68-15</inkml:trace>
  <inkml:trace contextRef="#ctx0" brushRef="#br1" timeOffset="108901.26">14703 9931 130 0,'0'0'10'0,"0"0"2"0,0 0-6 0,0 0-4 16,0 0 5-1,0 0 0-15,0 0-3 0,0 0 5 16,0 0-1-16,0 0-2 0,-24 33 1 15,23-27-1 1,0 2-3-16,0-2 1 0,1 2-2 0,0 0 2 16,0-2 0-16,0 0 5 15,3 1 3 1,1-2-5-16,1 0 0 0,0-1 1 16,1-2-2-1,2 1 3-15,0-1-1 0,1-2-3 0,2 0-2 16,-1 0-1-1,0 0 0-15,0-1-1 0,-2-3 0 16,1-1 1 0,-1-1 1-16,-4 2-1 15,2-1 0-15,-3-1 0 0,-1 2 0 0,-2 0 1 16,0 0 0 0,0 1-1-16,0 0-3 0,0 1 0 0,0 1 1 31,0 1 0-31,0 0 0 15,0 0 0-15,0 4-3 16,0 1 3-16,0 3-1 0,0-1-1 16,5 0 2-16,-1-2 1 15,4 3 0-15,0-4-2 16,2-1 2-16,0 0 0 16,2-3 2-16,-2 0-1 0,1 0 1 15,-2-2-1-15,0-3 2 16,-3-1 1-16,0-3 6 15,-3 1 0-15,-1-1-2 0,-2 0-1 16,0-3-1 0,0 2-3-16,-3-1-6 0,-2 2 1 15,-1 1 0 1,3 2 3-16,-2 1-4 0,0 3-7 16,-2 2-19-16,2 0-10 0,0 0-12 15,2 4-16-15,-3 0-63 16</inkml:trace>
  <inkml:trace contextRef="#ctx0" brushRef="#br1" timeOffset="109272.17">15023 9995 161 0,'0'0'42'0,"0"0"-29"0,0 0-8 0,0 0 0 16,0 0 0-16,0 0-1 31,0 0 1-31,0 0 0 15,0 0 1-15,0 0 1 16,5 29 5-16,-4-21 0 0,0-1-2 16,-1 1-4-16,0 0 1 15,0 1-3-15,1-1-1 16,-1 1 0-16,0-2-2 16,1 1-1-16,-1-2 0 0,0-2-6 15,0-4-55-15</inkml:trace>
  <inkml:trace contextRef="#ctx0" brushRef="#br1" timeOffset="109906.83">15248 9667 135 0,'0'0'33'0,"0"0"-17"0,0 0-8 0,0 0 5 0,0 0 5 0,0 0-5 15,0 0 1-15,0 0 5 16,0 0-3 0,0 0-6-16,0 0-4 0,20 0-3 0,-14 0-1 15,3 0-1-15,-1 0-1 16,0 0 1 0,1 0-2-1,-1 0 1-15,0 0-8 16,1 0-20-16,-3 1-24 0,0 1-45 15</inkml:trace>
  <inkml:trace contextRef="#ctx0" brushRef="#br1" timeOffset="110134.18">15299 9723 160 0,'0'0'38'0,"0"0"-44"16,0 0 26-16,0 0 5 16,0 0-7-16,0 0-7 15,0 0-7-15,30 2-3 0,-20-2-1 16,-1 0-4-16,0 0-42 16,1 0-59-16</inkml:trace>
  <inkml:trace contextRef="#ctx0" brushRef="#br1" timeOffset="113898.9">15894 9061 10 0,'-1'0'7'0,"-1"0"2"0,1-2 5 0,1 2 8 16,-3-1 3-16,1 0 0 16,0-1-1-16,0 2-2 15,-2-2-2-15,1 0-5 16,0 2-6-16,-1-2-7 16,1 2 0-16,-1 0-2 0,-2 0 0 15,1 0 2-15,-2 0-4 16,-1 0 2-16,-1 0 0 15,2 0-1-15,-2 2 1 16,-1 0 0-16,2 1 0 0,-1-1 1 16,1 1-2-16,-1 0 2 15,3-1-1-15,-2-1 0 16,3 2 0-16,-3-1 0 16,2-1 0-16,1 2 0 15,1 0 0-15,-2 0 0 0,2 1-1 16,0 0 1-16,2 0 0 15,-1 2 0-15,0 0-1 16,1-2 1-16,2 1 0 16,-1 0 1-16,1-1 2 15,0 2-2-15,0 0 1 0,0 1-2 16,0 0 1-16,0 0-1 16,0 2 1-16,0 0-1 15,-2-1 1-15,1 2-1 16,-1 0 2-16,1 1-1 0,-1-2-1 15,1 2 0-15,1 1 1 16,-1-2-1-16,1 1 1 16,0-1-1-16,0 2 0 15,0-2-4-15,0 1 5 0,1 0 1 16,0 0-1 0,2 0 2-16,-1-1-1 0,-1 1-1 15,2-2 0-15,-3 2 0 16,1-1-1-16,-1-1 1 0,1 0-1 15,-1 0 0-15,0-1 1 16,0 2-1-16,0-2 2 16,0 2-2-1,0-2 0-15,0 1 1 0,1-1-1 0,1 1 2 16,-1 0-2 0,-1-2 1-16,2 1-1 0,-1 0 2 15,-1 0-2 1,0-1 4-16,0 1 0 15,0-1 2-15,0 1-3 0,0 2-1 0,0 0-1 16,0 0 0 0,0 0 0-16,-1 0 1 0,1 0-1 15,0-1-1 1,0 1 0-16,0-1 0 0,0-1 2 0,0 2-2 31,0-1 0-31,0 0 0 0,0-2 1 0,0 2-1 16,0 0 0-1,-3-1 0-15,1 1 1 16,0 0-1-16,0-2 1 16,0 1-1-16,1 1 1 15,1-3-1-15,0 2 0 0,0-1 1 0,0 2-1 16,0-3 0 0,0 2 1-16,0-1-1 15,0 1 0-15,1-1 0 16,1 1 0-16,-2-1 0 0,1 2 1 15,-1-2-1-15,0 1 0 0,0 0 0 0,0-1 0 32,0 1 0-32,0-1 0 15,0 2 0-15,0-2 0 16,0 1 0-16,0-1 0 16,2 0 1-16,1 1-1 0,-3 0 0 15,1 0 2-15,-1 1-2 16,2-1 0-16,-2 0 0 15,0-1 0-15,0 3 1 16,0-3-1-16,0 1 1 16,0-1 0-16,0 1 1 0,0-1 1 15,-2-1 0-15,2 2 1 16,-1-3-1-16,1 2 0 16,0-1-1-16,-2 1-2 15,2-1 1-15,0 0 0 0,0 1-1 16,0 2 0-16,0-1 2 15,0 0-2-15,0 1 0 16,-1 1 0-16,0-2 1 16,0 0-1-16,1 0 0 0,0 1 1 15,-1-1-1-15,1-1 0 16,0 0 0-16,0 0 0 16,-2 0 0-16,2-1 0 15,0 0 0-15,-1 0 0 16,1-1 1-16,0 0 0 15,0 0 3-15,0 1 2 0,3-2-2 16,1 1 1-16,2 1 1 16,3-1 3-16,1-1 0 15,3 1-1-15,3-1 0 0,2-1-2 16,4-1-4 0,3 0-2-16,0-2-11 15,2 0-40-15,-2-6-185 0</inkml:trace>
  <inkml:trace contextRef="#ctx0" brushRef="#br1" timeOffset="114673.11">15917 9196 108 0,'-2'0'19'0,"0"0"-5"0,1 0-6 0,-2 0 3 15,2 0 1-15,0 0 8 0,0 0-2 16,0 0-4-16,1 0 0 16,0 0-5-1,-1 0-6-15,1 0-1 0,0 0 0 16,0 0-2-16,0 0 4 0,2 0 4 15,5 0 7-15,0 0 5 16,5 0-12 0,-1 0-6-16,2 0 0 15,0 0 0-15,3-1-1 16,-1-1-1-16,0 2 0 0,1 0 1 16,0 0-1-16,-2 0 0 0,-1 0-1 15,-1 0-17-15,-2 0-16 16,-3 0-58-1,0 0-13-15</inkml:trace>
  <inkml:trace contextRef="#ctx0" brushRef="#br1" timeOffset="115363.48">16341 9155 61 0,'0'0'64'0,"0"0"-16"0,0 0-15 0,0 0-16 16,0 0-6-16,0 0-6 16,0 0-4-16,-30-7 3 15,23 7-1-15,-1 0-1 16,0 1 0-16,0 3 2 16,0 3-1-16,1-1-2 0,-1 1 2 15,2 1-1-15,0 1-2 16,3 0 3-16,1 0-2 15,1 0 0-15,1-2 0 16,0 0-1-16,3 0 4 0,1-1 0 16,4-1-2-16,-2 0 2 15,1-2 2-15,2 1-1 16,0-2 1-16,1 0-3 16,0-1-1-16,0-1-1 15,1 0 3-15,-2 0-2 0,2 0 0 16,-1-1-1-16,-1-2 0 15,0-1 0-15,0-1 0 16,-1 0 0-16,0 0-1 16,-1-2 1-16,-2 0 0 0,2 0 0 15,-5-1 1 1,1 0-1-16,-2 0 3 16,-1 0-2-16,0 1-1 0,0 2-1 15,0-1 2-15,-4 1 1 16,0 1 0-16,-3 1 1 15,-1 0-7-15,-1 1 2 0,-1 2 0 16,-2 0 2-16,-1 0-2 16,0 0-8-16,0 5-18 0,-1 1-13 15,2 0-23 1,2-2-41-16</inkml:trace>
  <inkml:trace contextRef="#ctx0" brushRef="#br1" timeOffset="115748.22">16554 9206 198 0,'0'0'17'0,"0"0"-15"0,0 0 13 0,0 0 24 16,0 0-2-16,0 0-12 0,0 0-5 15,0 0 9-15,0 0 10 0,0 0-17 16,0 0-5 0,0 0-3-16,0 0-4 15,0 0-7-15,0 0-3 0,0 0-3 0,0 0-28 16,0-2-68 0,0-2-144-16</inkml:trace>
  <inkml:trace contextRef="#ctx0" brushRef="#br1" timeOffset="118459.51">16821 9148 21 0,'0'0'24'0,"0"-3"-8"0,0 3-10 0,0 0-3 0,1-2-3 15,1-1-7 1,-2 2 0-16,0-2 7 0,0 1 2 16,0-2 15-16,0 2 15 0,0 1-1 15,0-2 6-15,-3 2-11 16,0 1-12 0,-1 0-7-16,0 0-5 0,-3 0-2 15,1 0-1-15,-1 2 1 16,-3 3-1-16,2 1 0 0,0 1 3 15,2 1-1-15,-2-1-1 16,4 2 0 0,0 0 1-16,2 0-1 0,2-1 1 15,0 1-2-15,0 0 1 0,2-1 0 16,5-1 6-16,3 0 1 16,1-2 3-1,0 1-1-15,2-3-1 0,3-1-1 0,0-1-1 16,0-1-1-16,2 0 4 15,-2-1-6 1,0-4-1-16,-2-2-1 0,-3 1 0 16,1-2 1-16,-5-1-1 0,-1-1 2 31,-4-1 4-31,-2 1 7 16,0 0-6-16,0 0-7 0,-7-1-3 0,-1 2 4 15,-2 1-5-15,-1 3 2 16,-1 2-5-1,0 1-2-15,-2 2-6 0,1 0-10 0,0 0-23 32,2 5-22-32,1-3-49 0</inkml:trace>
  <inkml:trace contextRef="#ctx0" brushRef="#br1" timeOffset="119044.39">17105 9100 124 0,'0'0'0'15,"0"0"0"-15,0 0 1 0,0 0 1 16,0 0 1-16,0 0 5 0,-23 27 4 16,23-19 0-16,-1 0-8 15,0-1-3-15,1 0 0 16,0-1 1-16,0 0-2 16,0-2 0-16,0-1-3 15,0-1 7-15,0-2 11 0,4 0 9 16,0 0 3-16,0 0-5 15,2 0-9-15,-2 0-5 16,4 0-4-16,-3-2 0 0,2 1-2 16,1-1-1-16,-2 2-1 15,1 0 0-15,0 0 0 16,0 0 0-16,2 0 0 16,-1 0 1-16,1 0-1 0,0 3 1 15,0-1 1-15,-2 2-2 16,-1 0 2-16,0 0-2 15,-1-1-2-15,-1 2 4 16,-3-2 0-16,0 2 0 16,-1-2-5-16,0 1 3 15,-2 0 1-15,-3-1 3 0,-3 0-2 0,0 3 1 16,-1-4-2-16,0 3 3 16,0-3-2-16,-2 1 0 15,1 0-7 1,0-1-15-16,-1-2-23 15,-1 0-45-15</inkml:trace>
  <inkml:trace contextRef="#ctx0" brushRef="#br1" timeOffset="119291.63">17181 9087 226 0,'0'0'2'0,"0"0"-2"0,0 0 1 0,0 0-1 15,27 0 2-15,-18 0-8 16,3 0-48-16,-2-1-17 0</inkml:trace>
  <inkml:trace contextRef="#ctx0" brushRef="#br1" timeOffset="119801.93">17363 9081 165 0,'0'0'19'0,"0"0"-18"0,0 0-2 16,0 0 1-16,0 0-4 16,-32 31 8-1,27-25-4-15,1 1 0 0,2-2 4 0,2 0-3 16,0 0 5 0,0 0 1-16,0-3-3 15,0 0 1-15,2 0 6 16,2-2 2-16,1 0 5 15,2 0-2-15,0 0-6 0,0 0 0 0,0 0-6 16,1 0 0 0,-2 0-3-16,1 0 0 15,1 0 1-15,-2 0-2 16,2 0 0-16,0 2 0 16,-1 0 0-16,0 3 0 0,2-2 0 15,-2 1 1-15,-1 1-1 0,0 0 0 16,2-1 0-16,-5 0 1 15,0-1-1 1,0 2 1-16,-2-2 0 0,-1 0-4 16,0-1 0-1,-3 1 3-15,-2 0 0 0,-5 0 0 16,1 0 5-16,-1-1-6 16,-2 0 1-16,2 0 3 15,-3 1-2-15,2-2-3 0,0-1-18 0,2 0-17 16,1 0-23-1,2 0-68 1</inkml:trace>
  <inkml:trace contextRef="#ctx0" brushRef="#br1" timeOffset="120010.67">17368 9092 123 0,'0'0'134'0,"0"0"-129"0,0 0 0 0,0 0-3 15,29-4 0-15,-19 3-2 16,1 1 0-16,4 0-15 16,-2-1-62-16,4 0-46 15</inkml:trace>
  <inkml:trace contextRef="#ctx0" brushRef="#br1" timeOffset="120725.31">17626 9118 132 0,'0'0'1'0,"0"0"5"16,0 0-4-1,0 0 2-15,-33 0 4 0,26 0 11 0,4-3 5 16,-2 0-8-16,4 1-3 16,1-1 3-1,0 0-6-15,0 0 7 0,3-1-11 16,3 1-2 0,4 1-1-16,0-1-1 0,0 3-1 0,0 0-1 15,0 0 0 1,1 0 0-16,-2 0 0 15,-1 0 0-15,-2 5 0 16,0 1 0-16,-3-1 0 0,-2 2-1 0,-1 1 0 16,0-1-1-16,0 1-1 31,0 0 1-31,-2-2 2 0,-4 1-3 0,1 0 2 0,-3-1 0 31,1 0 1-31,-2 0-1 16,0-1 2-16,1 2 0 15,-1-4-1-15,3 2 1 16,1-1-1-16,2-1 0 0,-1 0 0 16,2 0 2-16,1-2-2 15,1 0 2-15,0 0-1 16,0 0-1-16,0 0 3 16,0-1 1-16,0 1 0 0,0 1-3 15,0-2 0-15,0 1 0 16,2 0-1-16,0 1 0 15,1-2 0-15,-2 2-1 16,2-1 2-16,1-1 5 16,2 0-1-16,-1 0 0 15,1 0 0-15,2 0-1 16,2 0-2-16,-3 0-1 0,2 0 1 16,-1 0-1-16,1-2 1 15,-1 1 4-15,-2 1-4 16,0-3 1-16,-1 3-1 0,1-1 5 15,-2 1-2-15,0 0-3 16,-3 0-1-16,1 0-2 16,-1 0-5-16,-1 0-30 15,0 0-42-15,0 0-125 16</inkml:trace>
  <inkml:trace contextRef="#ctx0" brushRef="#br1" timeOffset="121996.68">18511 9125 122 0,'-4'0'13'0,"1"-1"23"0,0 0 6 0,0-2-21 16,3 1 1-16,-1 1 1 15,1-1-5-15,0 2-3 0,0-1 3 16,0-1-15-16,6 2-1 15,-1 0 0-15,6 0 0 0,0 0-2 16,5 0 1-16,0 0 0 16,1 0-1-1,4 0-3-15,0 0-5 0,3 0-16 16,-2 0-55-16,1-6-148 0</inkml:trace>
  <inkml:trace contextRef="#ctx0" brushRef="#br1" timeOffset="122480.48">19014 9043 235 0,'0'0'10'0,"0"0"10"0,0 0-5 15,0 0-6 1,0 0-8-16,0 0 0 0,-34-9 5 0,21 9-8 15,2 0 5-15,0 6-2 16,0 3 1-16,2 1-1 16,-1 3-1-16,2-2 2 15,4 0-1 1,1 2 0-16,3-3-1 0,0-2-1 0,3 1-2 31,5-1 9-31,2-2-7 16,3-1 2-16,0-2-1 0,2-1 2 15,1 0-1-15,0-2 0 16,0 0-1-16,0 0 1 16,-2-2-1-16,0-2 0 15,-2-2 2-15,-1 0-2 0,-3-1 0 16,-1-1 1-16,1-1 0 16,-4 0 0-16,-1-1 0 15,-3-1 1-15,0 0 0 16,0 3-3-16,-6-2 2 15,-3 3-2-15,-1 1 1 16,-3 3 1-16,-1 1-2 0,-3 2 3 16,-1 0-3-16,1 0-2 15,0 5-27-15,1 1-16 16,4-2-49-16</inkml:trace>
  <inkml:trace contextRef="#ctx0" brushRef="#br1" timeOffset="122779.23">19266 9100 270 0,'0'0'23'0,"0"0"1"0,0 0-8 16,0 0 3-1,0 0 4-15,0 0 12 16,0 0-19-16,0 0-9 16,0 0-5-16,0 0-2 15,5-13-2-15,-4 13-33 0,-1-2-22 0,3-2-79 16</inkml:trace>
  <inkml:trace contextRef="#ctx0" brushRef="#br1" timeOffset="123710.5">19516 8978 163 0,'0'0'30'0,"0"0"-7"0,0 0-1 0,0 0 4 15,0 0-6-15,0 0-2 0,0 0-4 16,0 0-7-16,0 0 0 16,0 0-11-16,0 0 2 15,0 0 1-15,-4 17-3 16,-2-7 6-16,3 1-1 15,-1 2 0-15,1-1 0 0,1 1 0 16,2-3 0-16,0-1-1 16,0-1 0-16,0-3 0 15,3 0 5-15,3-2-5 16,3 0 1-16,-2-3 2 16,4 0 2-16,3 0-1 0,-1 0-2 15,0 0-1-15,1 0 0 16,-1-1-2-16,0-1 2 15,0-1-2-15,-1 0 1 0,-1 1-10 16,1 0-22 0,-4-1-29-16,0-1-61 0</inkml:trace>
  <inkml:trace contextRef="#ctx0" brushRef="#br1" timeOffset="123938.8">19653 9023 217 0,'0'0'19'16,"0"0"13"-16,0 0-24 16,0 0-9-16,0 0 4 15,0 0-1 1,0 0 3-16,-7 33 1 16,7-20-3-16,0-1 0 0,0-1-3 15,0 0 1-15,0-2-1 0,0-3-1 16,4 1 2-1,-1-4-13-15,3-1-32 0,0-2-61 0</inkml:trace>
  <inkml:trace contextRef="#ctx0" brushRef="#br1" timeOffset="125143.75">19668 9019 97 0,'0'0'2'0,"0"0"1"0,0 0 5 0,0 0 14 15,0 0 13-15,0 0 3 16,0 0-16-16,0 0-6 0,0 0-9 16,0 0-5-16,-33-21-1 15,26 18 0-15,-3 0 0 16,0 0 0-16,0 1 0 16,-1 0 6-16,0 2-5 15,1 0-1-15,0 0 0 0,-1 0-1 16,2 1 1-16,-2 3-1 15,1 3 0-15,1 0 0 0,0 2 1 16,1-1 0 0,1 2 0-16,0 2-1 0,2-2 0 15,1 1-1 1,2-1 2-16,2 1-2 0,0-2-2 16,0-1 2-16,0-1 0 0,2-1 5 15,5-1-4 1,2 0 0-16,1 0 1 0,0-3 4 15,3 3-4-15,1-3-1 16,2-1-2-16,-1-1 1 0,0 0-2 16,0 0 3-1,1 0 0-15,-4-2 1 0,2-4 2 0,-3 1-1 32,-1-2-1-32,1-1 0 0,-2-4 0 0,0 0-1 15,-3-2 1 1,0-1 0-16,-2 2 0 15,-2 1 0-15,-2-1 0 0,0 3 3 0,-2 2-1 32,-7 2-3-32,0 1-1 15,-3 2 1-15,-1 3-1 0,-1 0 1 0,1 0 1 16,1 1-3 0,2 4-15-16,2 1-38 15,7-4-75-15</inkml:trace>
  <inkml:trace contextRef="#ctx0" brushRef="#br1" timeOffset="125656.76">19836 8977 198 0,'0'0'11'0,"0"0"-10"0,0 0 1 0,0 0-1 0,0 0 0 15,0 0 0-15,-20 34 1 16,19-22-1-16,0 1 0 16,1-1-1-16,0-1 3 0,1 0 7 15,5-4 5-15,0 1 2 16,5-2-5-16,0-3-5 15,2 1 2-15,0-2-4 16,2-2-5-16,0 0 2 16,-3-1-2-16,1-4 2 15,-2-3-1-15,1-1 0 0,-3 0 0 16,-1-3-1-16,0 2 2 0,-4-2-1 16,-1 1-1-16,0 3-2 15,-3 1 0 1,0 2 0-16,0 3 0 0,0 1 5 15,-3 1-2 1,0 0 0-16,0 4 0 0,2 2-1 0,-3 3 1 16,4 0-1-1,0 0 1-15,0 0-1 16,0 0 1-16,4 0 1 0,1-1-1 16,4-3-6-1,1 1-23-15,1-2-49 0,1-3-107 0</inkml:trace>
  <inkml:trace contextRef="#ctx0" brushRef="#br1" timeOffset="126227.52">20263 8968 162 0,'0'0'67'0,"0"0"-44"0,0 0-7 16,0 0-10-16,0 0-4 16,0 0-1-16,0 0 1 0,-20-30-1 15,13 29 0-15,-2-1-3 16,-1 2 3-16,-1 0-1 16,-3 0 0-16,1 3 0 0,0 2 1 15,1 2 0 1,4 1 0-16,1-1-2 0,4 3 3 15,1-3 0-15,2 1-3 16,0-1 0-16,2-1 6 16,6-3-4-16,0 1-1 0,4-1 0 15,-2-3 1-15,3 0-1 16,-3 0-1-16,1 0 0 16,-2-2 2-16,0-3 0 15,-2-1 0-15,0-1-2 16,-1 0 1-16,1 1 1 15,-2 1-1-15,-3 1 0 0,1 1 0 16,0 0 1-16,-3 3 0 16,2 0 2-16,-2 0-2 15,0 0-1-15,0 0-3 0,0 5 1 16,0 1 2 0,-2 1 2-16,0 3-2 15,0 0 2-15,2 0-1 0,0-1 0 16,0 2 1-16,0-3-1 0,0 2 0 15,1-3-1-15,2 1 1 16,1-2 0 0,0-1-3-16,0-3-13 0,1 0-28 15,0-2-53-15</inkml:trace>
  <inkml:trace contextRef="#ctx0" brushRef="#br1" timeOffset="126666.56">20416 8955 190 0,'0'0'8'0,"0"0"-8"0,0 0-15 15,0 0 9-15,0 0 8 0,0 0-1 0,0 0 4 31,0 0 1-31,0 0 5 16,-9 35 1-16,9-25-1 0,0-2-5 0,0 0 0 16,4-2 0-1,0 0 2-15,3-3-5 16,-1 1 7-16,2-2 0 16,2-1-5-16,-2-1-2 15,3 0 1-15,-1 0 2 16,0-4-1-16,-1-1-1 0,0-1 0 15,-3-1-2-15,-1-1 0 16,-2 3 1-16,0-3 0 16,-3 4 2-16,1 0 2 15,-1 3 1-15,0 1-3 16,0 0 2-16,0 0-7 0,-3 7 1 16,-1 4-2-16,0 4 2 15,0 3-1-15,-3 2 1 16,2 0-6-16,-4 0-63 0</inkml:trace>
  <inkml:trace contextRef="#ctx0" brushRef="#br1" timeOffset="128056.21">15871 9858 44 0,'0'0'55'0,"0"0"-37"0,0 0-7 16,0 0-7-16,0 0-2 15,0 0 0-15,0 0 1 16,0 0 5-16,0 0 16 0,0 0 8 16,0 0-11-16,0 0-10 15,0 0-5-15,0 0 1 16,0 0-3-16,0 0 0 16,0 0 2-16,0 0-1 15,0 0-2-15,0 0 1 0,0 0-4 16,2 0 1-16,0 0 1 15,4 0 0-15,1 0 0 16,2 1-1-16,3 0 0 0,0-1-1 16,4 0 0-16,1 0 0 15,-1 0 1 1,3 0-1-16,0 0 0 0,-1 0 0 16,-2 0 0-16,1 0 0 0,-3 0 0 15,-1 0 0-15,-3 0-7 16,-2 0-20-1,-2 0-20-15,-1 0-27 0</inkml:trace>
  <inkml:trace contextRef="#ctx0" brushRef="#br1" timeOffset="128588.66">16359 9783 204 0,'0'0'8'0,"0"0"1"0,0 0-4 0,0 0 7 16,0 0-16-16,0 0 4 15,-29-2 4-15,19 4-4 0,-1 3 1 0,1 1 0 0,0 2 0 32,0 4 0-32,1-2 0 15,2 4-1-15,1 0 2 16,3-1 0-16,0 0-1 0,3-2-2 16,0-2 1-16,4-2 1 15,4-2 3-15,2-2-2 16,2 0 8-16,3-3 1 15,2 0-7-15,1 0-3 0,-1 0-1 16,0 0-2 0,0-3 2-16,-3-2 0 0,-3-1 1 0,0-1 0 15,-2-1 2 1,0-1 2-16,-6-1-1 0,-2-1-1 16,-1 1-1-1,0-2 0-15,0 1-3 16,-6 1 4-16,-3 3 0 15,-1 2-3-15,-2 2-1 0,1 0 0 16,-2 3-3-16,1 0-13 0,2 6-21 0,5-1-61 31</inkml:trace>
  <inkml:trace contextRef="#ctx0" brushRef="#br1" timeOffset="128802.78">16584 9859 313 0,'0'0'12'0,"0"0"4"0,0 0-1 16,0 0 7-16,0 0-8 15,0 0-10-15,0 0-4 16,0 0-4-16,0 0-27 0,0 0-33 15,9-12-51-15</inkml:trace>
  <inkml:trace contextRef="#ctx0" brushRef="#br1" timeOffset="129371.9">16940 9786 75 0,'0'0'97'0,"0"0"-67"16,0 0-8-16,0 0-11 0,0 0-7 16,-26 0-5-1,17 1 2-15,0 4 0 0,0 2-1 16,0 1 1-16,-1 2-1 16,2 0-1-16,2 1 1 0,2 1-1 15,2-2 6 1,2-1-6-16,0-1 2 15,3 0 3-15,8-3 1 16,0-2 4-16,2-1 6 0,3 1-9 0,-1-3-4 16,3 0-1-1,0 0-1-15,-3-3 0 0,1-3 0 0,-2-1 0 32,-4-2 0-32,1 1 0 15,-4-3 2-15,-2-1 0 0,-3 2 7 16,-2-2 1-16,0-1-2 0,-4 2-4 0,-6 3 1 31,-3-1-6-31,-4 4 0 16,1 3-1-16,-3 2 4 0,0 0-6 15,3 2-10-15,3 5 0 0,3-1-20 0,4 1-54 32</inkml:trace>
  <inkml:trace contextRef="#ctx0" brushRef="#br1" timeOffset="129976.98">17273 9786 126 0,'0'0'3'0,"0"0"2"0,0 0 14 15,0 0 4-15,0 0 3 0,3-31-3 16,-8 27-10-16,0-2-8 16,-2 4-3-16,1-1 1 0,-3 2-2 15,0 1-3 1,0 0 2-16,-1 0 1 0,1 0-2 16,-1 2 2-16,2 2 0 0,2 1 0 15,1-1-1-15,-1 2-1 16,6 0 2-1,0-1 0-15,0-1-1 16,0 2 0-16,5-1 4 0,3-1-2 16,2 0 5-1,3 1 4-15,2-2-8 16,-3 1-1-16,3-1-1 0,-3 2-1 16,2-2 1-16,-4 0-1 15,0 1 0-15,-2 1 0 0,-2-2 1 0,0 2-1 31,-3 0 0-31,-2 0 0 0,-1 3 0 0,0-1-6 16,-4-1 5 0,-5-1-3-16,-1 0 2 0,-3-1 4 15,0-2-5 1,-2-1 9-16,-2-1-7 16,2 0 4-16,-1 0-2 0,1 0 1 15,1-1-3-15,2-3 3 16,5 2-1-16,1-2 0 15,2 0 2-15,4-1 4 16,0-1-3-16,2 0-4 16,8-3 2-16,2 0-4 0,4 1-14 15,2-2-43 1,2-1-56-16</inkml:trace>
  <inkml:trace contextRef="#ctx0" brushRef="#br1" timeOffset="130476.04">17420 9774 238 0,'0'0'5'0,"0"0"-1"0,0 0-2 0,0 0-2 16,0 0 0-1,0 0 1-15,0 0-4 0,0 0 8 16,0 0 4 0,0 0-3-16,0 0-5 0,19-24 0 0,-10 22 0 15,2 2 0 1,0 0-1-16,0 0 0 16,-2 0 0-16,-1 0 0 15,-1 5 0-15,-1 0-1 16,-5 1 1-16,-1 2-1 0,0 1-4 0,-1 1 5 31,-6-1 1-31,-2 0-2 0,0-1 1 16,0-1-2-16,-1-1 8 15,2 0-2-15,0-2 2 16,2 0-3-16,3-1-1 16,1 2-1-16,-1-3 4 0,3-1-1 15,0 0 0-15,0 0-4 16,0-1 12-16,5 0 0 15,3 0-2-15,2 0-7 16,2 0-2-16,1 0-1 0,3 0-5 16,-3-2-19-16,1-3-24 15,0 2-47-15,-2-4-67 16</inkml:trace>
  <inkml:trace contextRef="#ctx0" brushRef="#br1" timeOffset="130891.82">17618 9748 95 0,'0'0'115'0,"0"0"-106"0,0 0-5 0,0 0-9 0,0 0 10 16,0 0 3-16,0 0-1 15,0 0-6-15,0 0 0 16,0 0 1-1,32-15-1-15,-23 14 1 16,1-1 3-16,-1 0-2 0,1-1 0 0,-1 2 2 31,-3-2-2-31,2 2 3 0,-2-1 2 0,-2-1-4 16,2 3 0 0,-3 0 0-16,0 0-4 15,1 0 2-15,-2 0-2 0,-1 0 0 0,1 0 1 16,-1 3 0-1,1 3 0-15,-2 0-1 0,0 2-1 16,0-1 4 0,0 3 6-16,0-1-2 0,0 1-1 15,0-2 0 1,0 1 0-16,0-1-3 0,0 2-2 16,0-1 0-16,3-3-13 15,3-1-47-15,3-2-127 16</inkml:trace>
  <inkml:trace contextRef="#ctx0" brushRef="#br1" timeOffset="131744.26">18636 9732 99 0,'0'0'25'0,"0"0"11"0,0 0 0 32,0 0-11-32,0 0-1 15,0 0-2-15,0 0 2 0,0 0-10 0,0 0-6 0,0 0-1 31,0 0-5-31,0 0-1 16,0 0-1-16,-18-12 1 0,18 12-4 0,0 0 0 31,0 0 0-31,6 0-3 0,2 0 8 16,1 0-1-16,2 1 0 16,4 1-1-16,0-2 0 15,2 1 2-15,0-1-2 16,3 0 0-16,0 0 1 0,-1 0-1 15,1 1 0-15,-2-1 0 16,-3 0 0-16,0 1 0 16,-3 0-3-16,1 0-2 0,-3-1 1 15,-2 1-8 1,0 0-12-16,-3 0-22 0,-1-1-44 16</inkml:trace>
  <inkml:trace contextRef="#ctx0" brushRef="#br1" timeOffset="132306.07">19142 9683 166 0,'0'0'5'0,"0"0"9"0,0 0 13 0,0 0-10 16,0 0-8-16,0 0-4 16,0 0-4-16,0 0-1 0,-35 0 3 0,25 2-2 15,-1 4 0-15,2 0-1 16,0 1 2-1,0 2-1-15,2 1 0 16,3 0 1-16,0 0-1 16,3 1 0-16,1-1-1 0,0 0 0 15,7-2 5-15,2 0-3 16,3-2-2-16,0-2 8 16,5 1-1-16,0-3-5 15,0-1-1-15,2-1-1 16,0 0 1-16,-3 0-1 0,-1 0 1 15,-1-4 0-15,-4-2 0 16,1-1 3-16,-4-2 1 16,-4 1-1-16,0-2 3 0,-3 0 2 15,0 1-4 1,0 0-1-16,-6-1 2 0,-2 4-6 16,-2 1 3-16,-2 0-6 15,0 3 7-15,0 2-3 0,-3 0-2 16,3 0-16-1,0 0-18-15,2 2-20 16,1 0-53-16</inkml:trace>
  <inkml:trace contextRef="#ctx0" brushRef="#br1" timeOffset="132528.28">19420 9718 337 0,'0'0'9'0,"0"0"-8"0,0 0-1 0,0 0 0 0,0 0-8 16,0 0-40-1,0 0-16-15,0 0-73 0</inkml:trace>
  <inkml:trace contextRef="#ctx0" brushRef="#br1" timeOffset="133149.47">19656 9697 129 0,'0'0'41'16,"0"0"-27"-16,0 0 1 15,0 0-12-15,0 0-1 16,0 0-1-16,-27 0 6 16,21 0 9-16,0 0-6 0,-1 3-7 15,3 2 0-15,-3 0 0 16,5 2-1-16,-1 0-1 15,2-1-2-15,1 1 3 0,0 1 0 16,3-2 0-16,4 0 0 16,1-3-1-16,4 1 0 15,3-2 4-15,-1-2-5 0,2 0 1 16,1 0-2-16,-1 0 1 16,-4-5 0-1,1 1 0-15,-2-3 2 16,-2 0 10-16,-3-3 2 0,-4 1 6 15,-1 0-2-15,-1-2-8 16,0 1-5-16,-3 1-3 16,-3 0 2-16,-3 2-3 15,-1 2 1-15,-1 3-2 0,-1 2 0 16,-2 0-7 0,2 0-6-16,-1 5-12 0,3 1-27 0,3-3-40 15</inkml:trace>
  <inkml:trace contextRef="#ctx0" brushRef="#br1" timeOffset="133664.81">19836 9636 103 0,'0'0'3'0,"0"0"0"0,0 0-1 0,0 0 1 31,30 0 0-31,-21 0 8 16,2 0 8-16,1 0 8 15,0-3-3-15,1 2-13 16,2 0-5-16,-2-1-3 0,-1 1 1 16,1 0-2-16,-1 1-1 15,-2-1 1-15,-3 1 0 16,-1 0 0-16,-2 0-1 16,1 0 1-16,-5 0 2 0,1 0-3 15,-1 0 0-15,0 0-1 16,0 0-3-16,0 3 8 15,-2 2 1-15,-4 2-3 16,3 1 1-16,-3 0-1 16,2 2 0-16,-1-2-2 0,1 2 1 15,2-1 0 1,1 0 0-16,1 0 0 0,0 0-1 16,0-2 2-16,0-2-6 0,0 2 1 15,4-2-13-15,2-2-22 16,0-3-39-16</inkml:trace>
  <inkml:trace contextRef="#ctx0" brushRef="#br1" timeOffset="134081.16">20150 9642 203 0,'0'0'20'0,"0"0"-20"0,0 0 1 0,0 0-1 0,0 0-1 16,0 0 0-16,0 0 2 15,2 31 1-15,-5-24 0 0,2 2 0 16,-1-2 0-16,2 0 2 31,0-2 2-31,0 0 2 0,2-1 0 16,4-1 4-16,0-2 2 0,2 1 0 0,2-2-4 31,1 0-4-31,0 0 0 16,3 0-2-16,-1 0 3 0,0 0-4 0,1-2 1 15,0-1-1 1,-2 0-3-16,0 1 1 15,-2-1-1-15,-2 1-6 16,1 1-22-16,-7-3-21 16,-2 1-69-16</inkml:trace>
  <inkml:trace contextRef="#ctx0" brushRef="#br1" timeOffset="134354.47">20280 9640 259 0,'0'0'12'0,"0"0"-4"15,0 0-4-15,0 0 2 16,0 0-1-16,0 0-4 16,0 0 3-16,0 0 2 15,4 27-1-15,-2-19 0 16,-2 1-2-16,0-1 0 15,2 0-1-15,-1 1 0 16,1-3-2-16,-1 2 1 0,2-3-1 16,0 0-4-16,-1 0-20 15,0-3-27-15,1-2-67 0</inkml:trace>
  <inkml:trace contextRef="#ctx0" brushRef="#br1" timeOffset="134770.78">20460 9636 121 0,'0'0'23'0,"0"0"6"16,0 0-11-16,0 0 1 15,0 0 0-15,0 0 0 0,0 0-3 16,0 0-2-16,0 0-8 15,6-7-4-15,-6 12 9 16,0 3 4-16,0 1-2 16,0 0-5-16,1 3-6 15,0-1-1-15,-1-1 1 16,0 0-1-16,1 0-1 0,-1 0-3 16,1-5-21-16,1-1-39 15,0-4-104-15</inkml:trace>
  <inkml:trace contextRef="#ctx0" brushRef="#br1" timeOffset="136303">20582 8794 64 0,'0'0'62'0,"0"0"-54"0,0 0-3 0,0 0 21 16,0 0 17-16,0 0-36 15,0 0-3-15,0 0-1 0,0 0-2 16,0 0 0-16,0 0-1 16,31 2 0-16,-23-2 1 15,-1 0-1-15,3 0 0 16,1 0 0-16,-2 0 0 0,0 0 0 16,1 0 1-16,-1 0-3 15,1 0 3-15,-2 0 8 16,2 0-6-16,-2 0-3 15,0 0 0-15,0 0 0 0,-1 0 1 16,0 0-1 0,2 0 0-16,-3 4 0 15,1-1 0-15,0 0-1 0,-2 1 1 16,0 1 0-16,0 1 0 0,-2-1-1 16,1 1 1-16,-2 1 0 15,1 1 0-15,-1 1 0 16,1 1 0-1,-2-2 0-15,-1 2 0 0,1 1-1 16,-1 0 0-16,0 0 2 0,0 1 0 16,0 1-1-16,1 0 1 15,0 0-1 1,0 2 0-16,1 0 0 16,-2 2 0-16,3-1 1 0,-3 2-1 15,1 0 0 1,1-1 0-16,-2 1 0 0,1-2 1 0,0 1-1 15,0-2 0-15,-1 1 0 16,1-1 1-16,-1 0 1 16,0 0 0-16,0 0-1 0,0 0 2 15,0 0-2 1,0 0 1-16,-1 0-1 16,-1 1 0-16,1-1 0 0,-2 1 0 15,0 1 1-15,0-3 0 0,0 0 1 16,-1 0-3-1,1 0 2-15,1-2-1 16,-3 1 1-16,2 0 0 16,0 0 0-16,-1-1-1 0,1 0 1 0,0 0-2 31,-1 0 1-31,0 1-1 16,0-1 1-16,1-1-1 15,0-1 1-15,1 2-1 16,1-1 0-16,-1 0 1 0,-1-1-1 15,2 2 0-15,-2 0 1 16,3-2 0-16,0 1 0 16,0-2 0-16,-1-1-1 15,1 2 1-15,0-4-1 0,0 1 0 16,0-2 0-16,0 1 0 16,0-3 0-16,-1 3 1 15,0-3-1-15,1 2 0 16,-2 0 0-16,1 0 0 15,-1 0 1-15,1-2 0 0,-1 2 3 16,1-1 0-16,-2 0 1 16,0 0 1-16,-1-2-3 15,-2 4 4-15,1-3-1 0,-3 0-1 16,-1-1 0-16,-1 2 0 16,-4-1-1-1,-1 0 0-15,-3 0-4 0,-7 1 2 16,-4-1-3-16,-8-1-22 15,-7-2-133-15</inkml:trace>
  <inkml:trace contextRef="#ctx0" brushRef="#br1" timeOffset="149379.76">13851 10854 369 0,'-3'0'0'0,"1"0"6"0,-1 0-6 0,2-2 3 0,1 1 0 16,-1 1-3-16,1-2 1 15,0 2-5-15,0 0-11 16,0 0-25-16,0 0-45 16,-1 2-21-16</inkml:trace>
  <inkml:trace contextRef="#ctx0" brushRef="#br1" timeOffset="149603.81">13706 11110 147 0,'0'0'169'0,"0"0"-167"15,0 0-1-15,0 0 3 16,0 0-2-16,0 0-5 16,0 0-10-16,0 0-30 15,1 2-48-15,8-2 2 0</inkml:trace>
  <inkml:trace contextRef="#ctx0" brushRef="#br1" timeOffset="149747.91">13964 11104 327 0,'0'0'18'0,"0"0"-11"16,31 0-4-16,-21 0-2 15,3-3-1 1,-3 2-32-16,-1-2-73 16</inkml:trace>
  <inkml:trace contextRef="#ctx0" brushRef="#br1" timeOffset="150659.72">14330 10940 162 0,'0'0'47'0,"0"0"-37"16,0 0-7-16,0 0 2 16,0 0 13-16,0 0-4 15,0 0-1-15,0 0-1 16,0 0-10-16,2 0-2 0,-2 2-1 15,-2 1 1 1,0 0 0-16,0 3 0 0,1 2-1 16,-2-1 2-16,2 2-1 15,1 0 0-15,0 2 0 0,0-1 0 16,0 0 1 0,0-1-1-16,3 0 2 15,0-1 0-15,2-1-1 0,2 1 0 16,0-3-1-16,-1-1 1 15,2 0 0-15,-1-2 0 0,2 1 1 16,-2-3-2 0,1 0 0-16,-1 0 0 0,3 0 1 0,-3 0 0 15,-1-5-1-15,1 0 2 16,-2 0-2 0,0-1 1-16,-1-1 0 0,0 1 0 15,-2-1-1 1,1 4 1-16,-2 0 1 15,1 0-1-15,-2 3 0 0,1 0 0 0,-1 0-8 16,0 2-1-16,0 4 7 16,0 0 1-16,0 2 1 15,2-1 1 1,-1 1-2-16,1 0 0 0,3-2 1 0,1-1-1 16,1-1 0-16,0-2 3 15,1 1-2-15,1-3-1 16,0 0 3-1,0 0 2-15,1-6 5 0,-2-1 4 0,-1-1 3 16,0-1-4 0,-3-2 3-16,0 1-4 15,-2-1-5-15,-1-1 0 0,0 2-4 16,-1 1-3 0,0 3-2-16,0 2-4 0,0 3-12 0,-2 1-24 31,0 0-35-31,-2 2-97 15</inkml:trace>
  <inkml:trace contextRef="#ctx0" brushRef="#br1" timeOffset="151014.81">14680 11095 221 0,'0'0'23'0,"0"0"-8"0,0 0 17 0,0 0-3 16,0 0-12-1,0 0-8-15,0 0-5 0,0 0-4 16,0 0-2-16,0 0 3 16,0 0 0-16,3 29 0 0,-1-20-1 15,-2 3 1 1,0-2 0-16,1 2-7 0,-1-1-19 16,0-2-30-1,0-5-109-15</inkml:trace>
  <inkml:trace contextRef="#ctx0" brushRef="#br1" timeOffset="151505.41">14730 10674 195 0,'0'0'3'0,"0"0"-3"0,0 0 0 15,-32 20-2-15,24-8 2 16,-3 1-1-16,3 2 1 0,1 1 3 15,-1 0 0-15,4 1 7 16,3-4 2-16,1 0-4 16,0-1-3-16,0-1-3 15,6-3 0-15,4 0-1 0,1-2 0 16,1-4-18-16,3 0-32 16,-4-2-67-16</inkml:trace>
  <inkml:trace contextRef="#ctx0" brushRef="#br1" timeOffset="151920">14765 10757 121 0,'0'0'29'0,"0"0"-18"16,0 0 4-16,0 0 4 0,0 0-2 15,0 33-7-15,0-26-6 16,0-2-1 0,0 1-1-16,0-1-2 0,0 1 1 0,0-4-1 15,0 2 2-15,0-4-10 16,0 0-28-1,0 0-29-15</inkml:trace>
  <inkml:trace contextRef="#ctx0" brushRef="#br1" timeOffset="152289.91">14772 10757 196 0,'0'0'21'0,"0"0"-15"15,0 0 6-15,33 0 4 0,-24 2-9 32,1 3-4-32,-2 0 0 15,1 2-3-15,0 0 1 16,0 0-1-16,-3 0 1 16,3-2 0-16,-1 0-1 0,-1-2 0 15,-2 0 1-15,0-1-1 16,-1-1 1-16,-1-1 0 15,1 0 4-15,-1 0 18 16,-3-5-3-16,2 1-3 0,-1-2-3 16,-1-2 0-16,0-2-3 15,0 0-5-15,0-2-4 16,0 0-1-16,0-1-1 16,0 2 0-16,0 2-6 15,0 2-15-15,0 2-13 0,0 2-32 16,0 1-102-16</inkml:trace>
  <inkml:trace contextRef="#ctx0" brushRef="#br1" timeOffset="152673.64">14979 10780 200 0,'0'0'3'15,"0"0"-3"-15,0 0 1 16,0 0 0-16,0 0 3 16,0 0 13-16,0 0-1 15,29-7-7-15,-24 1 5 0,-2 0-1 16,-1 0-5 0,-1 1-3-16,1 0-3 0,-2 0-1 15,0 2 2 1,0 0-9-16,0 2 4 0,-3 1-1 0,0 0 0 15,-2 0 2 1,-1 1-1-16,1 3 3 0,2 2 1 16,0 1-2-1,0-1 1-15,2 2-1 16,1 0 1-16,0-1-2 0,0 1 2 0,2-1-1 16,4 0 1-1,1-1 1-15,-1 0-7 0,2-1-29 16,-2-3-22-1,3-1-29-15</inkml:trace>
  <inkml:trace contextRef="#ctx0" brushRef="#br1" timeOffset="153214.46">15117 10734 234 0,'0'0'14'0,"0"0"-14"32,0 0 0-32,0 0 0 15,0 0 0-15,0 0 0 0,0 0 1 0,-4 34 1 16,4-28 1-16,0 3 1 0,0-3 2 31,1 0-5-31,3-1 2 16,1-2-1-16,2-1 3 15,-2 0-1-15,1-2-3 16,0 0 0-16,0 0 0 0,0-1 0 16,-3-3 0-16,0 0 1 15,1-2 1-15,-2 1-1 16,-1 1-1-16,0 0 4 0,-1 1-1 16,0 1-2-16,0 2 0 15,1 0-3-15,-1 0-1 16,1 0 1-16,1 5-1 15,1-1 1-15,1 1 0 16,1-1 1-16,1-1 0 0,2 0 0 16,-1-3 0-16,2 0 0 15,-1 0 4-15,2 0-1 16,-2 0 0-16,-1-5 9 0,-3 0 2 16,1-3 4-16,-2-1-6 15,-3 0 1-15,0-2-4 16,0-1-5-1,-5 2-6-15,-2-2-3 0,-2 4-7 0,-1 0-16 16,-1 1-8 0,-1 2-39-16,3 1-115 0</inkml:trace>
  <inkml:trace contextRef="#ctx0" brushRef="#br1" timeOffset="153543.15">15277 10627 189 0,'0'0'16'0,"0"0"-4"0,30 0 10 0,-19 1-4 15,0 4-5-15,0 2-2 0,1 1 3 0,1 4-3 32,-1 0-8-32,-2 3-1 15,-1 2-1-15,0 1 2 16,-5 0-3-16,0 1 0 0,-3 1 1 16,-1-1-1-16,0-1-3 15,-6-1-4-15,-3-1-24 16,-3-2-40-16,0-1-93 15</inkml:trace>
  <inkml:trace contextRef="#ctx0" brushRef="#br1" timeOffset="154241.07">15521 11003 73 0,'0'0'118'0,"0"0"-97"0,0 0 1 16,0 0-2-16,0 0 2 15,0 0-7 1,0 0-8-16,0 0 4 15,0 0 0-15,0 0 0 16,0 0-5-16,0 0-2 0,31 0-1 16,-23 0-1-1,-1 0-2-15,2 0-1 16,-1 0-14-16,-1 0-43 0,-3 0-57 16</inkml:trace>
  <inkml:trace contextRef="#ctx0" brushRef="#br1" timeOffset="154424.04">15558 11084 268 0,'0'0'49'0,"0"0"-41"16,0 0-8-1,0 0 6-15,0 0 2 0,0 0-5 16,0 0-4-16,36 2-31 0,-26-2-81 15</inkml:trace>
  <inkml:trace contextRef="#ctx0" brushRef="#br1" timeOffset="156625.16">15870 10603 145 0,'0'0'7'0,"0"0"-5"15,0 0-1-15,0 0-1 0,0 0 0 16,0 0 2-16,0 0 0 16,0 0 1-16,-3 0 11 15,1 0 2-15,0 0-9 16,0 0-2-16,-1 0-1 0,0 0 1 16,-1 0-8-16,-1 0 8 15,1 0-4-15,-4 0 0 0,2 0-2 16,-1 2 2-1,-1 0-1-15,0 0 0 0,1-1 0 16,1 2 0 0,1-1 0-16,1 0-1 15,1-1 1-15,2 0-1 0,-1 0 0 0,2 0 1 16,-1-1 0 0,1 2 0-16,-1-1 1 0,1 2 1 0,0 0-1 31,0 0-1-31,-1 1 1 15,1 0-1-15,-1 1 2 0,-1 1-2 16,1 0-2 0,0-1 4-16,0 3-2 0,1-3 0 15,-3 3 0-15,2-1 1 16,-1 1-1-16,1 0 0 16,0-1 0-16,0 2 0 15,1-3 1-15,0 2-1 0,0 0 0 16,0-1 2-16,0 0-1 15,0 2 0-15,0-1-1 16,0 0 1-16,0 0-1 0,0 1 0 16,0-2 1-16,0 2-1 15,0-1 0-15,0-1 2 16,1 0-2-16,0 0 0 16,0 1 0-16,0-2 0 0,1 1 0 15,1-1 0 1,-2 2 0-16,1-1 0 0,0 0 0 15,-1 0 0-15,0 0 1 16,1 1-1-16,-2-1 0 0,2 0 0 16,-1-1 0-1,0 2 2-15,1-2-4 16,-1 1 2-16,-1 0 2 16,2 0-2-16,-1-1 0 0,-1 1 0 0,0 1 1 15,0 0-1-15,0-1-1 16,0 1 2-1,0-1-1-15,2 1 0 0,-2 0 0 16,2 0 0 0,-1-1 0-16,0 0 0 0,1 0 0 15,1 1 1-15,0-2-1 0,-3 1 0 16,3-1 0 0,-2 1 0-16,1 1 0 15,-2-2 0-15,0 2 0 16,2-2 1-16,-2 1-2 0,0 0 2 0,0 0-1 15,0 0-1 1,0-1 2-16,0 2-1 16,0-2 0-16,0 1 0 15,1-1 0-15,-1 2 0 16,0-1 0-16,0 0 1 0,0 1-1 16,0 0 0-16,0-1-1 15,0 2 2-15,0-1-1 16,0 0 0-16,0 0 0 15,0 0 0-15,0-1 0 0,0 2 0 16,0-3 0 0,0 2 0-16,1-1 0 0,0 1 1 0,0-3-1 15,0 1 0-15,0 0 1 16,0-1-2 0,1 1 2-16,-2-1-1 15,0 0 0-15,0 0 0 0,0 1 0 0,0 0 1 16,0 0 2-16,0 1 4 15,1-1-1 1,1-1 1-16,0 1 0 16,4-2 3-16,3 1-6 15,-1-2 4-15,7 0-6 0,0-3 0 16,4 0-29-16,1-2-88 16</inkml:trace>
  <inkml:trace contextRef="#ctx0" brushRef="#br1" timeOffset="157444.22">15987 10778 187 0,'-1'0'17'0,"0"0"-5"0,0 0-1 16,-2 0-7-16,0 0 0 0,0 0-2 16,-3 0 1-16,2 1-1 15,-1 0 4 1,0 3 1-16,-3 0-1 0,4 0-3 0,-2 2-3 15,2-1 0 1,-2 2 1-16,4 0-1 0,1 1 0 16,1-2 1-1,0 1 0-15,0 1-1 0,2-3 1 0,5 0 1 32,-1-1 4-32,2 0-3 0,1-2-2 15,1-1 0-15,0-1 2 0,0 0-5 16,1 0 9-1,0 0-2-15,-1-3-2 0,0-2 3 16,-1 0-2 0,-4-1-1-16,1-2 2 0,-3 1-3 15,-1-2 1-15,-2 1 0 0,0 0-2 0,0 1 0 16,0 1 4-16,-3-1-5 31,-1 2 0-31,-4 2 0 16,1 1-3-16,0 1 0 0,-5 1-9 15,0 0-25-15,-1 0-14 16,1 3-29-16</inkml:trace>
  <inkml:trace contextRef="#ctx0" brushRef="#br1" timeOffset="157744.6">16140 10806 261 0,'0'0'28'0,"0"0"-7"0,0 0 5 0,0 0-3 16,0 0-13-16,0 0-11 0,0 0 1 16,0 0-3-1,0 0-15-15,0 0-7 0,0 0-18 16,1-4-46-16</inkml:trace>
  <inkml:trace contextRef="#ctx0" brushRef="#br1" timeOffset="158085.25">16266 10744 225 0,'0'0'29'0,"0"0"-19"0,0 0-4 32,0 0 6-32,0 0-6 15,0 0 0-15,7 33-1 16,-5-21 0-16,1 0-2 15,-1 0-1-15,2 0-1 16,-2 1 0-16,2-2-8 0,1-2-50 16,-3-3-124-16</inkml:trace>
  <inkml:trace contextRef="#ctx0" brushRef="#br1" timeOffset="158753.69">16791 10750 99 0,'0'0'20'0,"0"0"13"0,0 0 6 0,0 0-13 15,0 0-12-15,-29-3-1 16,26 3-5 0,-1 0-5-16,0 0-2 0,1 2 0 0,-3 2-1 15,0 2 0 1,0 0 1-16,2 2-1 0,0 1 0 16,1-1 3-16,3 0 0 15,0 0-2 1,0-1 4-16,4 0-1 0,2-2 1 0,3 1 0 15,-1-3-1 1,2 0-4-16,0-2 1 16,-1 0 1-16,1 0-2 0,-1-1 2 0,0 0-1 31,0 0-1-31,-1-3 1 0,-3 0 3 16,2-3 6-16,-3 0-3 0,-1 0 0 0,-2-2-3 15,-1 0 2-15,0 0-1 31,0 1 1-31,-3 1-2 16,-2 0-3-16,-3 1-1 16,0 2-2-16,1 0 4 0,-4 3-4 15,3 0 0-15,-3 0-11 16,3 0-18-16,1 3-30 16,2 1-58-16</inkml:trace>
  <inkml:trace contextRef="#ctx0" brushRef="#br1" timeOffset="158962.26">16938 10776 59 0,'0'0'248'0,"0"0"-225"0,0 0-12 0,0 0-2 16,0 0 0-16,0 0-8 15,0 0-4-15,0 0-6 16,0 0-27-16,0 0-53 16,-4 0-127-16</inkml:trace>
  <inkml:trace contextRef="#ctx0" brushRef="#br1" timeOffset="159446.47">17110 10729 232 0,'0'0'19'0,"0"0"-11"0,0 0-5 0,0 0 6 31,0 0 4-31,27 0-3 0,-19 0-2 16,1 0-2-16,0 0 1 0,0 0-1 0,1 0-5 31,-2 3 0-31,-2 2-1 16,0 0 0-16,-3 2-1 15,-3 0-4-15,0 2-5 0,0-1 1 16,-1 1 3-16,-9-1-2 15,2 0-1-15,-4 1-12 16,1-2-1-16,-2 0 14 0,2-1 8 16,0-2 0-16,3 0 0 15,2-3-1-15,3 1 6 16,3-1 5-16,0-1 8 16,0 0 4-16,9 0 1 15,1 0-6-15,2 0-11 16,3 0-3-16,1 0 0 15,1 0-2-15,1 1-1 0,-3 0-30 16,-3-1-114-16</inkml:trace>
  <inkml:trace contextRef="#ctx0" brushRef="#br1" timeOffset="160212.26">15926 11207 165 0,'0'0'2'16,"0"0"-2"-16,0 0-1 0,0 0 0 0,0 0 2 31,-29 17-2-31,26-12 2 16,0 2 4-16,0 0 4 15,3 1 9-15,0-1-6 16,0 1 0-16,3-2-3 0,3 1-5 16,1-2-2-16,3 0 4 15,-1-2-2-15,3-1-3 16,-2-1 2-16,1-1 2 15,-1 0 3-15,1 0 0 16,-2-1 1-16,0-4 4 0,-3-2 4 16,-2 0 2-16,0-2-3 15,-2 0 3-15,-2-1-7 0,0-2-5 16,0 1 0 0,-3 0-5-16,-1 1 4 0,-4 2 1 15,1 1-6-15,2 4 0 16,-4 1-6-16,1 2 3 15,0 0-8-15,3 0-12 0,-4 5-1 16,4 0-14-16,2 1-36 16,1-2-56-16</inkml:trace>
  <inkml:trace contextRef="#ctx0" brushRef="#br1" timeOffset="160388.17">16109 11226 340 0,'0'0'15'0,"0"0"-9"0,0 0-4 16,0 0-8 0,0 0-4-16,0 0-7 0,0 0-16 15,0 0-56-15</inkml:trace>
  <inkml:trace contextRef="#ctx0" brushRef="#br1" timeOffset="160967.34">16185 11175 121 0,'0'0'123'0,"0"0"-108"0,0 0 6 0,0 0-11 31,0 0 4-31,0 0-8 16,0 0-3-16,0 0 1 0,35-10-2 16,-27 10 0-16,1 0-2 15,-1 0 1-15,1 0-1 16,-1 5 0-16,-4 1 0 15,-1 0-1-15,0 0-4 16,-3 2-14-16,0-1 1 16,-5 2 9-16,-2 0 4 0,-2-2 2 15,0-1-3-15,0-1 1 16,1 0 6-16,4-1-2 0,0-4 3 16,2 0 0-16,2 0 0 15,0 0-2-15,8 0 18 16,-1 0-2-16,2 0-6 15,3 0-5-15,-1 0-2 16,-1 0 1-16,-2 3-4 16,-1 0 2-16,1 3-2 15,-4 0 0-15,1 2 0 0,-3 0 0 16,-2 0-5-16,0-1 5 16,0 0 2-16,-1-2-3 15,-3 0 2-15,-4-2 0 16,1 0 3-16,-1 0-1 15,-1-3-1-15,2 0 0 16,0 0 0-16,0 0-1 0,4 0 2 0,2-3-16 16,1-4-63-1,0-1-157-15</inkml:trace>
  <inkml:trace contextRef="#ctx0" brushRef="#br1" timeOffset="161992.37">16817 11226 265 0,'1'-2'18'0,"-1"-1"-10"0,0 2-4 0,0-1-2 0,-2 2 3 16,-2 0-6-16,-1 0 3 15,-2 0-2-15,-1 2 0 0,-2 4-1 16,1 1 2-16,-1 2 0 16,-1 0-1-16,4 2 0 15,2-1 1-15,-1 0-1 16,4-1 1-16,2-1-2 0,0-2 0 15,4-1 0-15,3 0 4 16,3-3-2-16,2 1-1 16,1-3 1-16,0 0-2 15,-1 0 0-15,1-3 1 0,-2-4 0 16,-2 1 0-16,-1-3 3 16,-2 0 0-1,-2 0 3-15,-2-2-2 16,-1-1 0-16,-1 1 8 0,0 1-5 0,-3 1-2 15,-5 1-3 1,2 2-2-16,-4 3-2 0,0 1 1 16,0 2-4-1,0 0-13-15,1 1-11 0,2 3-15 0,1 0-62 16</inkml:trace>
  <inkml:trace contextRef="#ctx0" brushRef="#br1" timeOffset="162191.87">16959 11234 347 0,'0'0'33'0,"0"0"-6"0,0 0-22 0,0 0-2 16,0 0-8-16,0 0-18 15,0 0-20-15,0 0-12 0,0 0-58 16</inkml:trace>
  <inkml:trace contextRef="#ctx0" brushRef="#br1" timeOffset="162729.01">17080 11191 238 0,'0'0'17'0,"0"0"-7"15,0 0-7-15,0 0 3 0,0 0-4 16,0 0-2-16,0 0 0 16,0 0 4-16,0 25 4 15,0-15-1-15,0-1 1 16,0 2-4-16,1-1-1 0,3-2 0 16,1 0 0-1,-1-1-1-15,2-2 0 0,3-3-2 16,-3 1 4-16,3-3 5 15,0 0-3-15,0 0-1 0,1 0-3 16,0-5-1-16,-2-1-1 16,1-3 1-1,-3 3 0-15,1-3 0 0,-3 2-1 16,1-1 0-16,-2 2 0 16,-3 2 1-16,1 1 0 15,-1 3 1-15,0 0 1 0,0 0-4 16,1 1-3-1,-1 6 2-15,1 2 1 0,0 2 2 16,2 1-1 0,-2 1 1-16,1-2-2 0,0-2-24 15,-2-4-60-15</inkml:trace>
  <inkml:trace contextRef="#ctx0" brushRef="#br1" timeOffset="163793.44">17274 10552 193 0,'0'0'21'0,"0"0"-12"0,0 0-6 16,0 0 3-16,0 0 5 16,0 0-4-16,0 0-3 15,0 0-3-15,0 0 1 0,0 0 0 16,30 0 3-16,-23 0 5 16,4 0-4-16,0 0-1 15,1 0-2-15,-1 0 0 16,1 0-1-16,-2 0-1 0,0 0 0 15,-1 0-1-15,-3 0 2 16,1 3-2-16,-3-1 0 16,0 0 0-16,0 1 0 15,0 2 0-15,0-1 0 0,-1 1 0 16,1 1 0 0,0 3 0-16,-1 0 0 15,1 3 0-15,-1 2 0 0,1 0 0 16,0 2 0-16,-3 4 0 15,2 0 1-15,-2 1-1 0,-1 2 0 16,0-1 1 0,0 1-1-16,1-1 2 0,0-1-2 15,-1 2 1-15,3-3-1 16,-2 1 0 0,1 1 0-16,0 0 1 0,-1-1 0 15,3 1-1-15,-2 0 0 16,-1-3 0-16,0 0 0 15,0-2 0-15,-1 1 0 16,2-3 1-16,-1 2-2 0,-1-3 1 16,2 1 1-16,-1 1-1 15,1-2 2-15,-1 1-1 16,-1-1 1-16,2 1 0 16,-1-3-1-16,2 0 1 0,0 1 1 15,-2-3 0-15,1 0 0 0,1 1-1 16,1-1 2-1,-2 0-3-15,3-2 1 0,-1 1 0 0,-2-3 1 32,-1 0-2-32,-1 0 0 15,0-3 0-15,0 1 0 16,-1-1 2-16,-5-1-1 0,-2-1 0 16,-2 1 0-16,-4-2-1 0,1 0-1 0,-2 0-14 31,-2-3-41-31,0-6-125 15</inkml:trace>
  <inkml:trace contextRef="#ctx0" brushRef="#br1" timeOffset="164183.23">17656 10930 196 0,'0'0'33'0,"0"0"0"0,0 0-4 0,0 0-11 15,0 0-1-15,0 0-11 16,35 0-3-16,-17 0-1 15,1 0-22-15,1-1-113 16</inkml:trace>
  <inkml:trace contextRef="#ctx0" brushRef="#br1" timeOffset="164910.56">18116 10597 140 0,'0'0'14'0,"0"0"2"0,0 0-4 0,0 0-8 16,0 0 8-16,0 0-1 15,0 0 1-15,0 0 1 16,0 0-6-16,0 0-5 0,-20-4-2 15,14 4 0 1,0 0 0-16,0 0 0 0,-1 2 0 16,1 0 0-16,1 1 0 0,0-3 0 15,1 3 0 1,2-2 0-16,0 0 0 16,-1 1 0-16,1 0 0 15,1 1 0-15,-1-2 0 0,2 3 0 0,-2-2 0 16,1 2 0-16,0-1 0 15,0-1 0-15,1 1 0 16,-1 1 0-16,1-3 0 16,0 1 1-16,0 0 0 15,-1-1 1-15,0 0 0 0,1-1-1 16,0 1 1 0,0-1-2-16,0 2 0 0,0-2-3 15,0 0-31 1,0 0-60-16</inkml:trace>
  <inkml:trace contextRef="#ctx0" brushRef="#br1" timeOffset="165501.65">17981 10859 119 0,'0'0'87'0,"0"0"-69"0,0 0-16 0,0 0-3 0,0 0 5 15,0 0 4 1,-31 4 0-16,23 2-2 16,-1 1-2-16,2 3-2 15,-2 1 2-15,1 3-1 0,3-1 0 0,-1 3 2 16,3 1 3-1,3-2-2-15,0 2 5 0,0-1-4 16,4-4-2-16,5 2 3 16,4-4-3-16,2-2 0 0,2-1-1 31,3-2-8-31,-1-2-22 0,0-3-39 16,1 0-58-16</inkml:trace>
  <inkml:trace contextRef="#ctx0" brushRef="#br1" timeOffset="165916.26">18159 10932 274 0,'0'0'12'16,"0"0"-5"-16,0 0-7 15,0 0-1-15,0 0 3 0,-34 10-2 16,25-2 0-16,4 1 1 15,-1 1 1-15,2 1-1 16,4-1 3-16,0 1-2 16,0-2 1-16,2-1 0 0,6-1 0 15,0-1 0-15,2-3 0 16,2-1 4-16,1-2-1 16,-1 0-4-16,3 0 0 15,-3-3-2-15,-1-4 1 0,-1-1 0 16,-1 0 1-16,-3-3 4 15,-2 1 0-15,-2-1-4 16,-2 1 4-16,0 0 0 16,-2 2-2-16,-6 0 0 15,-3 3-4-15,0 1-5 16,-1 2 5-16,-2 2-2 16,0 0-5-16,2 0-1 15,0 3-11-15,4 2-15 0,2 0-36 16,3-1-70-16</inkml:trace>
  <inkml:trace contextRef="#ctx0" brushRef="#br1" timeOffset="166172.57">18347 10964 304 0,'0'0'21'0,"0"0"1"0,0 0 6 0,0 0 4 16,0 0 4-16,0 0-27 16,0 0-7-16,0 0-2 15,0 0-6-15,0 0-39 0,2-16-13 16,0 16-4-16,1 0-32 0</inkml:trace>
  <inkml:trace contextRef="#ctx0" brushRef="#br1" timeOffset="166448.18">18466 10896 191 0,'0'0'108'0,"0"0"-103"15,0 0-5-15,0 0 0 16,0 0 2-16,-1 31-1 16,0-19 1-16,0 3-1 0,1 1 1 15,0-1-1-15,0 1 1 16,0-2-1-16,0 0 0 15,3-5-1-15,-1 0 0 0,4-5-8 16,-3-1-37 0,1-3-60-16</inkml:trace>
  <inkml:trace contextRef="#ctx0" brushRef="#br1" timeOffset="166781.6">18523 10836 202 0,'0'0'14'16,"0"0"12"-16,29 0 7 0,-17 2-9 15,0 1-11-15,0 2-4 0,0 3 0 16,0 2-3-16,-2 5-3 16,-2 1 2-1,1 3-4-15,-6 2-1 0,0 1 0 16,-3 0 1 0,0-2-2-16,0-1-12 15,-6-3-17-15,-3-4-32 16,-2-4-45-16</inkml:trace>
  <inkml:trace contextRef="#ctx0" brushRef="#br1" timeOffset="168610.81">18882 10524 17 0,'0'0'122'0,"0"0"-73"0,0 0-23 0,0 0-18 0,0 0-1 16,0 0 3-16,0 0-4 16,0 0 1-1,0 0 2-15,0 0 4 0,0 0-6 0,0 0-4 31,0 0-3-31,-2 0-1 0,-1 0 1 0,1 0 0 16,-4 0 0 0,2 0 0-16,-3 0-1 15,2 1 2-15,-4-1-2 16,1 1 2-16,0-1-3 16,-1 0 4-16,1 2-2 15,0-1 0-15,0-1 0 16,2 0 0-16,0 2 1 0,1-2-2 15,1 1 1-15,1 1 1 16,-1 0-2-16,2-1 1 16,0 3 0-16,1-1 0 15,0-1 0-15,1 4 0 0,-2 0 0 16,2 0-1-16,0 1 2 16,0 0-1-16,0 0 0 15,0 1 0-15,3 2 0 16,-1-1 0-16,0 0 1 0,3 3-1 15,-4-2 1-15,1 1-1 16,-1 1 0-16,1 1 0 16,-2-1 0-16,3 3 1 15,-3-1-1-15,0 0-1 0,1 1 2 16,0-2 1-16,0-1-1 16,1 2 1-16,-1-2 4 15,2 1-4-15,-1-1 1 16,1 2-1-16,-2 0-2 0,1-1 0 15,-1 0 1-15,2-1 0 16,-1 0 0-16,-1 0-1 16,0 0 0-16,1 0 0 15,-2-1 0-15,2 1 2 0,0-2-3 16,0 2 3 0,-2 0 0-16,3-3 3 15,-1 1 0-15,0 1-1 16,0-1 0-16,-1-1-2 0,0 0-1 15,0 1-1 1,-1 0 0-16,1-2 1 0,0-1-2 0,-1 2 2 16,0 0-1-16,0-2 0 15,0 1 1 1,0 1-1-16,0 0 0 0,0 0 1 0,0 0-1 31,0 1 0-31,0 0 0 0,0 0 1 0,0-1-1 16,0 2 1-16,0-3-1 15,0 2 0-15,0-2 0 16,0 1 0 0,1-1 0-16,-1 0 0 0,0-1 1 0,0 1-1 15,2-1 0 1,-1-1 1-16,1 1-1 0,-2 1 2 0,2-2 1 31,0 1 0-31,1 1 0 16,0-2 0-16,0 0 2 15,0 0 2-15,2-2 7 0,0 1 0 0,3 0-1 16,2-1 9 0,4-2-17-16,2 0-1 0,6 0 0 0,5-2-8 15,1 0-77-15,4-10-157 16</inkml:trace>
  <inkml:trace contextRef="#ctx0" brushRef="#br1" timeOffset="170490.79">21267 10372 104 0,'0'0'18'0,"0"0"-10"0,0 0-1 0,0 0 5 16,0 0 17-16,0 0 2 16,0 0-9-16,0 0-4 0,0 0-6 15,0 0-1-15,0-1-4 16,2 1-4 0,0-1-2-16,1 1 0 15,2 0-1-15,0-1 0 0,2 1 0 16,2 0 0-1,0 0 0-15,2 0-1 0,0 0 2 16,0 0 0-16,0 0-1 0,0 0 0 16,0 0 0-1,-1 0 0-15,1 0 0 16,-2 0 1-16,1 0-1 0,-2 0 0 0,2 0-1 16,-5 0 1-16,1 0 1 15,0 0 1-15,0 0 0 16,-3 0 0-16,1 0-2 0,-2 0 0 15,0 0 1 1,0 0-2-16,0 0 1 0,1 0 1 16,-2 0-1-1,-1 0 4-15,1 0 2 0,0 0 0 0,-1 0-2 16,0 0-1-16,0 0-2 16,0 0 0-16,0 1 0 15,0 1 0-15,0-2-1 16,0 3 1-16,0 1 0 0,0 0-2 31,0 2 2-31,0-1-2 16,0 3 1-16,0-1 0 15,0 1 0-15,0 3 1 16,0-1-2-16,0 2 2 0,1 0-2 16,0 0 1-16,-1 0 1 15,0 3-2-15,0-2 1 16,0 0 0-16,0 2 0 15,0-1 0-15,0 2 0 0,0-2 0 16,0 1 0-16,0-1 0 16,0 2 1-16,0 1-1 15,0-2 1-15,0 1 1 16,1 1 0-16,-1 0 1 16,3 0-1-16,-1 2-1 15,0-3 1-15,0-1 0 0,1 1 0 0,0-2 0 16,0 1 3-16,-2-1-3 15,1 1 1-15,-1-1-1 16,1 0-1-16,-1 1 0 16,-1-3-1-1,0 3 0-15,0 0 1 16,0-2-1-16,0 1 0 0,0 0 1 0,0-1-1 16,0 1 0-1,-3-1 0-15,2 0 2 0,-1-1-2 16,0 1 1-1,0-2-1-15,2 1 1 16,-3-1-1-16,3 1 0 0,-1-2 2 16,0 1-2-16,0 0 0 0,-2 1 0 0,2-2 0 15,-1 2 0-15,-1-1 0 32,2 1 0-32,-1-2 1 15,2 2-1-15,-1 0 0 0,0-3 0 16,1 3 0-16,-1-1 0 15,1-1 1-15,-3-1-1 16,3 0 0-16,-1-1 0 0,1-1-1 16,-2 0 2-16,2 1-1 15,0-3 0-15,-1-1 0 16,0 2 0-16,1-3 0 16,0 3 0-16,0-2 0 15,0 1 0-15,0 0 1 16,0-1-1-16,0 0 1 0,0-1-1 15,1 2 0-15,-1-2 0 16,1 1 0-16,0 0 0 16,0-1 0-16,3 1 0 0,-4-1 1 15,1 1-1-15,1-2 1 16,0 1-1 0,-1 1 1-16,2-1 0 0,-1 0 0 0,-1 0 1 15,0 1-1-15,-1 0-1 16,0-2 0-1,0 1 1-15,-1 1-1 16,-5-1 1-16,-3-1 0 0,-2 1 0 0,-6-1 0 16,-6-1-3-1,-6-1-7-15,-8 0-35 16,-5-3-81-16</inkml:trace>
  <inkml:trace contextRef="#ctx0" brushRef="#br1" timeOffset="172428.28">15480 12104 91 0,'0'0'35'0,"0"0"10"0,0 0-6 0,0 0-10 15,0 0 0-15,0 0-2 0,1 0-7 16,0 0-10-16,0 0-5 16,3 0-4-16,0 0-1 15,-1 0 1-15,1 0-1 16,-1 0-5-16,3 0 8 0,-2 0-3 16,3 0 0-1,0 0 1-15,0 0-1 0,4 0-5 16,-3 1-15-16,1-1-14 15,-2 0-11-15,-1 0-52 16</inkml:trace>
  <inkml:trace contextRef="#ctx0" brushRef="#br1" timeOffset="172796.12">15501 12235 53 0,'0'0'79'0,"0"0"-73"0,0 0 22 0,0 0-1 16,0 0-8-16,0 0-7 0,28 2 5 16,-17-2-1-16,0 0-7 15,1 0-5 1,0 2-2-16,1-1-3 0,-1-1-36 0,1 0-88 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35:52.0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16885 13786 97 0,'0'0'10'0,"0"0"4"0,0 0 2 15,-3 0-6-15,2 0 1 16,-1 0-4 0,2 0-2-16,-3 0 9 0,0-2 3 0,1 2-6 15,0-2-7 1,0 2-2-16,-3 0-2 0,1-1 0 15,-1 1 0 1,0 0 0-16,-1 0-1 16,1 0 1-16,-3 0 0 0,3 0 1 0,-3 0-1 15,2 0 0 1,0 0 0-16,-1 0 0 16,1 0 0-16,2 0 0 0,0 1 0 15,2-1 1 1,1 0 8-16,0 0 1 15,-1 0-6-15,0 0-1 0,1 1-3 16,-2 1 0-16,0 0-1 0,0 1 0 0,-1 1 1 31,0 0-1-31,2 0-1 16,-2 1 0-16,0-1 1 16,1 1 0-16,0 1 1 0,1-1 1 15,0 1-1-15,0-1 0 0,0 0 0 0,1 0 0 31,-2 2 1-31,3-1 1 16,0 2 0-16,0-1 1 16,0 1 0-16,0 2-1 15,0-3-1-15,0 1-1 0,0-1 1 16,0 1-1-16,0 0 0 16,0-1 1-16,3 1 0 15,-3-1 0-15,1 1 0 16,-1-1 0-16,2 3-1 0,-2-3 1 15,0 1-1-15,0 0 1 16,0 0-1-16,0 0 0 16,0-1 0-16,0 1 2 15,0 1-2-15,0 0 1 0,0 0-1 16,0-1 2-16,0 2-2 16,0-2 1-16,0 1 2 15,0 0 0-15,0 1 1 16,0 0-2-16,0-1 1 0,0 2-1 15,0-3-2-15,0 2 2 16,0-2-2-16,0 1 0 16,0-3 1-16,0 2 2 0,0-1-2 15,0 0 1 1,2-2 0-16,-1 3 0 16,1-2-2-16,-1 1 2 0,1 0-2 15,-1 1 0-15,-1 1 1 0,1-2 0 31,0 3 1-31,0-2-1 0,-1 3 0 16,0-1 0-16,1-1-1 16,-1 2 1-16,1 0 0 0,0 0-1 15,0-1 1 1,-1 2-1-16,0-2 1 0,2 0-1 16,0 1 1-16,-2-2-1 0,1 0 0 15,0 1 1-15,0 0-1 16,0 0 1-16,1 0 0 15,0 1 0-15,0-1-1 0,-2 0 0 16,0 0 2 0,2 0-1-16,-1 0-1 15,-1-2 0-15,0 2 0 0,0-1 0 0,0-1 0 16,0 0 0-16,0 0 0 16,0 2 0-16,0 0 1 15,0 0-1-15,0 0 0 16,1 0 1-1,0 1-1-15,0-2 0 0,-1 2 0 16,2-1 0-16,-2 2 1 0,1 0-2 31,-1-2 1-31,0 1 0 16,0 0 0-16,0-1 0 0,0-1 1 0,0 0-1 16,0-2 0-16,0 2 0 15,0-1 0-15,0 0 0 16,0 0 0-1,0 0 0-15,1 1 1 16,1 0-1-16,-1-2 0 0,1 3 0 16,-1-2 1-16,1 1 0 15,0-1 0-15,0 0 1 16,0-1-1-16,2-1 0 16,-1 1 2-16,2-2 2 0,1 0 1 15,-1-1 1-15,2 1 0 16,3-1 1-16,1-2-4 15,4-1-2-15,3-1 0 16,3 0-7-16,3-3-31 0,-5-12-56 16</inkml:trace>
  <inkml:trace contextRef="#ctx0" brushRef="#br0" timeOffset="1036.07">17038 13924 140 0,'-1'0'23'0,"1"0"22"0,0 0-19 16,-1 0-4-16,1 0 4 15,-1-1-6-15,1-1-7 0,0 2-5 16,-2 0-5-16,1 0-4 15,-4 0 1-15,2 0-1 16,0 0 1-16,-3 6 0 16,2-1 1-16,-2 0-1 0,3 0 1 15,0 2-1-15,1-1 1 16,1 2 2-16,1-2-3 16,0 2 0-16,2-1 1 15,3-1-2-15,2 0 1 0,0 0 1 16,1-1 1-16,1-2-1 15,1 1 0-15,-1-3 0 16,1 2 0-16,-2-3 0 16,1 0 0-16,0 0 0 15,-1 0 0-15,1 0 0 16,-2 0 1-16,0 0 0 0,1-1-1 16,-2-2 0-1,-3 0 0-15,2 0 0 0,-2 0 0 16,0 0-1-16,-2-1 2 0,-1 0-2 15,0 0 1 1,0-1 0-16,0 1-1 16,0-2 0-16,0 0 0 0,-2-1-1 0,-2 0 1 15,0 0 1-15,0 1-3 16,-2 0 0 0,1 1-2-16,-3-1 2 15,1 2-1-15,0-1 2 0,-2 1 0 0,1 1 0 31,-2 0 0-31,2 3-2 16,-1 0 2-16,-1 0-1 0,3 0 1 16,-1 2 0-16,-2 2-2 15,4 2-26-15,0 0-15 16,0 1-19-16,2-1-28 16</inkml:trace>
  <inkml:trace contextRef="#ctx0" brushRef="#br0" timeOffset="1428.53">17351 13967 163 0,'0'0'38'0,"0"0"9"0,0 0-6 15,0 0-17-15,0 0 0 16,0 0-10 0,0 0-4-16,0 0-5 0,0 0-1 0,0 0-3 15,0 0-1-15,0 0 0 16,3-10-15 0,-3 10-43-16,0 0-25 15,0 0-58-15</inkml:trace>
  <inkml:trace contextRef="#ctx0" brushRef="#br0" timeOffset="2730.49">17532 13883 23 0,'1'0'107'0,"-1"0"-99"0,0 1 1 15,0 0-9-15,3 0-2 0,-2 4 8 16,1-2 6 0,2 2 4-16,-1 0 11 0,0 1-10 15,0 0-9-15,0 2-4 16,-1 0-2-16,1 1 0 0,-1-1 0 16,0 0 0-16,0 2 2 15,0-2-2-15,-1 0 1 16,-1-1-7-1,2-1-27-15,-1-2-33 16,-1-1-33-16</inkml:trace>
  <inkml:trace contextRef="#ctx0" brushRef="#br0" timeOffset="3229.63">17748 13915 109 0,'0'0'33'0,"0"0"-1"16,0 0 2-16,0 0-16 0,0 0-15 0,0 0-3 31,0 0 0-31,0 0 0 16,-32 9 0-16,29 0 0 15,-1 0 2-15,2 0-2 16,0 0 0-16,1 0 0 0,1 1 0 16,0-2 0-16,3-2 0 15,4 1 3-15,3-2 0 16,-2-2 0-16,3-1 0 16,1 0-1-16,0-2 3 15,1 0-1-15,-2 0 0 0,2-5 0 16,-5 0 1-16,1-1 3 15,-2-3-2-15,-2 1-4 16,-1-2 1-16,-1 0 1 16,-3-2-3-16,0 1-1 15,-2-1 0-15,-4 1 4 0,0 1 3 16,-2 3-3-16,-2-1-5 16,2 4-3-16,-4 2 4 15,2 2-6-15,-1 0 1 0,1 0-11 16,1 4-4-1,0 1-6-15,4 0-52 0,0-2-72 0</inkml:trace>
  <inkml:trace contextRef="#ctx0" brushRef="#br0" timeOffset="3741.65">17974 13878 175 0,'0'0'10'0,"0"0"-7"0,0 0-1 16,0 0-2 0,0 0 1-16,0 0 0 15,0 0-1-15,-23 28 1 16,22-22 1-16,1-2-5 0,0 1 3 15,0-2 1-15,1 0-1 16,4-1 3-16,1 0-1 16,-3-2-1-16,3 0 5 15,2 0 4-15,0 0-1 16,0 0-1-16,1 0-1 16,1 0 1-16,1 0-4 0,-2 0 0 15,1 0 0-15,1 0 1 16,-2 0-3-16,0 0-1 15,-3 1 0-15,0 0-1 16,-2 2 0-16,1 0 0 0,-1 0 0 16,-1 2 1-16,-2-1-1 15,0 0 0-15,-1 1-1 16,0 0 2-16,0-1 0 16,-3 2-1-16,-3-2 2 0,-3 0 1 15,0 0-1 1,-5 1 3-16,1-1-3 0,-2 0 3 15,0-1-22-15,2-1-19 16,0-2-35-16,0 0-66 0</inkml:trace>
  <inkml:trace contextRef="#ctx0" brushRef="#br0" timeOffset="3992.43">17975 13852 151 0,'0'0'31'0,"0"0"-29"0,0 0 9 15,32 0-2-15,-20-1-4 0,3 0-4 16,0-1-1-1,1 2 0-15,-2-2-2 0,3 1-41 16,-4-1-64 0</inkml:trace>
  <inkml:trace contextRef="#ctx0" brushRef="#br0" timeOffset="4474.89">18232 13835 86 0,'0'0'93'0,"0"0"-72"15,0 0-13-15,0 0-3 16,0 0-4-16,0 0-2 16,0 0 6-1,0 0-4-15,-8 23 4 16,5-15-5-16,0-4 1 16,0 4 1-16,2-3 0 0,0 0 0 0,1-2 1 15,0 2-2-15,0-4 1 0,0 1 0 16,2-1-1-16,3 0 1 31,-3-1 4-31,4 0 1 16,-1 0 2-16,2 0-2 15,0 0-2-15,-1 0 1 16,3 0 2-16,-1 0-1 16,1 0-2-16,-2 0-1 0,-1 0-2 15,2 2-1-15,-3 1-2 16,0 1 2-16,-2 1-2 15,1-1 2-15,-2 1-3 0,-1 2 0 16,-1-1 2-16,0 1 0 16,0-2 0-16,-1 1 1 15,-4-1-3-15,-2 1 2 16,0-3 1-16,-1 3 0 16,-1-1 0-16,0-1 3 15,1-1 0-15,1 0-3 0,-4 0 1 0,4 0-3 16,-2-1-15-1,0-2-21-15,4 0-28 0,-1 0-75 16</inkml:trace>
  <inkml:trace contextRef="#ctx0" brushRef="#br0" timeOffset="4666.78">18232 13840 265 0,'0'0'29'0,"0"0"-26"0,28-8-3 0,-16 7-2 0,4-1-28 0,1 1-20 32,0 0-42-32</inkml:trace>
  <inkml:trace contextRef="#ctx0" brushRef="#br0" timeOffset="6169.28">19285 13838 152 0,'-6'0'7'0,"0"0"5"0,-2 0 3 15,1 0-12 1,-3 0 4-16,-1 0 1 0,1 0 0 15,-2 2 2 1,1 1-4-16,-1 4-3 0,1 1 0 16,0 2-2-16,1 2 0 15,2-1 1-15,4 2-1 16,-1-1-1-16,4-1 1 0,1-1 0 16,0-2-2-16,6 1 2 15,3-3 3-15,2-1 5 16,3-1-1-16,2 1-2 15,0-4-4-15,1 1 2 16,-2-2-2-16,1 0-1 0,-3 0 1 16,-1-2 1-1,-2-1 1-15,-1-3 2 16,-2 0-1-16,1 0-1 0,-5-3 0 16,0 3-1-16,-1-4 1 15,-2-1 1-15,0-1-3 0,0 2-5 16,-4-3 3-16,-2 3 3 15,-1 1-2 1,0 0-2-16,-1 4-2 0,-1 3 2 0,2 0 2 16,-3 2-10-1,0 0-8-15,1 0-1 0,0 4-12 16,2 1-41-16,2 0-31 16</inkml:trace>
  <inkml:trace contextRef="#ctx0" brushRef="#br0" timeOffset="6390.72">19417 13902 270 0,'0'0'4'0,"0"0"-3"0,0 0-5 0,0 0-23 31,0 0-27-31,0 0-51 16</inkml:trace>
  <inkml:trace contextRef="#ctx0" brushRef="#br0" timeOffset="6996.49">19585 13853 114 0,'0'0'9'0,"0"0"-3"0,0 0-2 16,0 0-1-16,0 0-2 16,36-16 3-16,-26 14 7 15,1 2 10-15,-2 0 5 0,1 0-13 16,0 0-10-16,-2 5-2 15,-1 0-1 1,-1 1-1-16,-3 3-1 0,-1 0-5 16,-2 0 2-16,0 1-5 15,0-1 10-15,-5 0-2 0,-2 0 3 16,0-3 0 0,-1 2-2-16,1-1 2 0,-3-1 4 15,2 1-2-15,-1-1-1 0,1 0 0 16,1 0-1-1,2-1 1-15,2-2 1 0,1-1-2 16,2 0 0 0,0-2-1-16,0 0-1 0,0 0 22 15,4 0 0-15,4 0-7 16,0-1 1-16,3-2-4 16,0 0 1-16,1 0-4 0,1 0-2 15,2 1-3 1,-1 1-1-16,1-1-1 15,1 2 0-15,1-1-2 16,-1 1 0-16,2 0-14 0,-6 0-39 16,1-1-70-16</inkml:trace>
  <inkml:trace contextRef="#ctx0" brushRef="#br0" timeOffset="7450.76">19979 13870 109 0,'0'0'24'0,"0"0"-9"0,0 0-4 0,0 0-9 0,-28-1 0 15,19 1 1-15,0 4 5 16,0 3-2-1,1-1 1-15,3 2-3 16,0 1 0-16,4-1-1 0,1 0-1 16,0 0 1-16,0-1-1 15,6-2-1-15,1 1 8 16,3-2-5-16,0-1 4 0,2-1 1 16,1-2-5-1,-1 0-1-15,1 0 5 0,-1-2-6 16,2-3-1-16,-2 0 1 15,-3-3-1-15,-1 1 1 0,-3-1 9 16,-3-2 13-16,-2 0-9 16,0-3-8-16,0 3-3 15,-7 0-3-15,-1 0-1 0,-2 4-2 16,-3 2-1 0,0 3 0-16,1 1-6 0,-1 0-24 15,2 3-12 1,-1-1-52-16</inkml:trace>
  <inkml:trace contextRef="#ctx0" brushRef="#br0" timeOffset="8050.34">20164 13819 94 0,'0'0'14'0,"0"0"-12"0,0 0 1 0,0 0 3 16,0 0 2-16,-6 30 3 31,3-21 6-31,3 1 0 15,0-2 3-15,0 1-8 0,0 0-2 16,0-2-1-16,3-2-1 16,0 1 4-16,3-3 0 15,0-1 4-15,2 0-1 16,0 0-2-16,1-2-3 0,1 0-4 16,-1 0-3-16,1 0-2 15,-2-3 0-15,1-1 0 16,0-2 1-16,-2 0-1 15,0-2-1-15,0-2 0 0,-1 2 1 16,-1-2 0-16,0 1-1 16,-2 2 0-16,0 0 0 15,-2 4-1-15,-1 0 0 16,0 3-3-16,0 0 1 16,0 0-1-16,0 1 4 0,-3 4-2 15,1 1 2-15,0 1 2 16,1 2 0-16,1-1-2 15,0 1 0-15,0-2 2 0,1 3-1 16,4-3-1-16,-1 0 1 16,3-1 1-16,1-1-2 15,1 1 0-15,2-2-11 16,-1-2-35-16,1-1-45 16,-1-1-68-16</inkml:trace>
  <inkml:trace contextRef="#ctx0" brushRef="#br0" timeOffset="8628.94">20578 13853 78 0,'0'0'33'0,"0"0"-24"0,0 0 16 0,0 0-7 16,0 0 12-1,0 0-11-15,12-28 0 16,-12 22-5-16,0 1-3 0,-2 0-3 16,-2-1-7-1,-2 1-2-15,0 0 1 0,-3 1-3 0,1 1-1 16,-2 1 4 0,0 0 0-16,-1 2-1 15,-2 0 1-15,2 0 0 0,0 0 0 0,1 4-1 31,1 0 1-31,2 3 0 16,2-1-2-16,2 1 0 0,3-1 1 16,0 0-2-16,0 2 3 15,4-3 1-15,4 0 2 16,0 0-2-16,1-2 0 16,0-1 2-16,1-2-2 15,-1 0 3-15,0 0 0 0,1 0-1 16,-2-2 0-16,-1-1 2 15,-1-2-1-15,-1 1 1 16,-1 0 2-16,-2 1-2 0,1-1-3 16,-2 3 1-16,-1-1-1 15,0-1 0-15,0 3-1 16,0 0-2-16,0 0 0 16,0 0-3-16,0 0 0 0,1 3 0 15,-1 5 3 1,1 0 2-16,-1 2 0 0,1 3 0 15,1 2-1-15,-2 1 2 16,0 1-1-16,0 1 0 16,0-1-46-16,0-2-95 15</inkml:trace>
  <inkml:trace contextRef="#ctx0" brushRef="#br0" timeOffset="10015.51">17179 14489 107 0,'0'0'18'0,"0"0"5"0,0-2-5 0,0 2-6 15,0-1-1-15,0-1-4 16,0 2 5-16,0 0-8 16,0-1 5-1,0 0-4-15,-1 1-2 0,1 0-1 16,-1 0-2-16,0 0 0 0,1 0-3 16,-4 0 2-16,0 0-3 15,1 0 3 1,-2 0 2-16,0 1-3 0,-1 2 4 0,-1 0 1 15,0 3 0-15,1 1 0 16,-1 0-3 0,1 3 2-16,1 1-4 0,1-1 5 0,2 3-2 31,2-2 0-31,0 0 1 0,0-3-5 0,1 0 3 16,5-1 1-16,1-4 5 15,2 1 0 1,0-1 1-16,2-3 1 15,0 0-4-15,1 0 0 16,-1 0-1-16,-1 0-1 16,-1-5-1-16,-1 1 3 0,1-2 4 0,-3-1 4 15,0-1-5 1,0 0 2-16,-1-2-2 0,-1 2-2 16,-1-2-4-1,-2 1 1-15,-1-1-2 16,0 1 2-16,0 1-4 0,-3 1-1 15,-3 2 5-15,-2 0-2 16,-1 3-2-16,-2 2 2 16,0 0-4-16,-1 0-5 15,1 5-11-15,0 0-23 0,2 2-40 16</inkml:trace>
  <inkml:trace contextRef="#ctx0" brushRef="#br0" timeOffset="10256.52">17378 14540 257 0,'0'0'9'0,"0"0"11"0,0 0-8 0,0 0-4 15,0 0-4-15,0 0-4 16,0 0-1-16,0 0-7 0,0 0-27 16,0 0-66-1</inkml:trace>
  <inkml:trace contextRef="#ctx0" brushRef="#br0" timeOffset="11029.89">17598 14482 144 0,'0'0'8'0,"0"0"13"0,0 0-5 16,0 0-1-16,28-1-4 15,-14-1-4-15,-1-1 2 16,1 0 1-16,2 0-1 16,-2 3 0-16,1-2-3 0,-2 2-3 15,-3 0-2-15,0 0-1 16,-4 0 0-16,-2 2-2 16,-3 1-1-16,-1 3-12 15,0-1 5-15,0 0 8 0,-4 3 2 16,-1 0 0-16,-2-1 4 15,1 0-3 1,-1-2 0-16,2 1-2 0,-1-1 2 16,3-1 0-16,2-1-1 15,1-1 1-15,0-1-1 0,0 1-2 16,0-2 7-16,3 0-1 16,2 0 8-16,3 0-5 15,0 1-1 1,-1-1-4-16,1 2-1 0,-1-1 0 0,0 1-1 15,1 2 0 1,-3 1 0-16,-1-1 0 0,-1 2 0 16,0 0-1-1,-3 1-1-15,0-1 2 0,0-1-2 0,-3 2 0 16,-3-2 2-16,-3 0 1 16,-2-1 1-16,0-1 1 15,-2 0-3 1,0 0 5-16,1-1 0 0,0-1 14 0,4-1-10 31,1 0-7-31,3 0 1 0,0 0-1 16,3 0 0-16,1-1-3 15,0-4-24-15,1 0-32 16,6-3-55-16</inkml:trace>
  <inkml:trace contextRef="#ctx0" brushRef="#br0" timeOffset="11536.83">17893 14529 192 0,'0'0'10'0,"0"0"16"0,0 0-13 0,0 0-9 16,0 0-4-16,0 0-2 16,0 0-3-16,0 0 7 15,0 0 1-15,0 0 3 16,5 26-3-16,-5-17 0 0,-2 1-1 16,2-1 0-16,0-1 3 15,0 0-4-15,4-1 1 16,1 0-2-16,2-3 3 15,1-1-1-15,0 0 1 0,0-3 0 16,1 0-2 0,1 0 1-16,-1 0 0 0,0-5-1 15,0-1-1-15,-1-1 2 16,-2-2 1-16,0 0 2 16,-4 0 0-16,-1-2 3 15,-1-1 2-15,0 2-3 0,0-1-1 16,-3 1-2-16,-4 1-3 15,-1 1 2-15,-1 2-3 0,-1 2 1 16,-2 3-3 0,0 1-4-16,0 0-15 15,-2 0 8-15,1 5-22 0,2-1-24 16,4 0-40-16</inkml:trace>
  <inkml:trace contextRef="#ctx0" brushRef="#br0" timeOffset="12191.02">18225 14510 153 0,'0'0'45'0,"0"0"-41"0,0 0 15 16,0 0-9-16,0 0-12 15,0 0-8-15,-4-27 5 16,-2 23 3 0,1 1 11-16,-2 0 2 15,3 2-3-15,-2-1-1 16,1 2-10-16,-2 0 0 0,-1 0-7 16,0 0-8-16,0 3 11 15,0 3 6-15,2-1 1 16,1 0 0-16,4 1 0 15,0 1 0-15,1-1 1 0,0 1-2 16,0-2 1-16,5 0 3 16,2 1-3-16,1-2 3 15,0 0 0-15,1-1 5 16,2 0-2-16,-2 0 2 0,0-1 0 16,0 0 0-16,0 0-3 15,-1 1 2-15,-1 0-7 16,-1 3 2-16,-2-2-3 15,1 1 1-15,-5 2-1 16,0-1-2-16,0 1 1 0,0-1 0 16,-5 1-1-16,0-2 4 15,-3 0 1-15,0 0-1 16,0-2 2-16,0 0-5 16,-1-1 7-16,0-1-5 15,0-1 1-15,1 0 1 0,3 0 0 16,-2 0 1-16,3 0 7 0,3-4 6 15,-1-1 2 1,1-1-4-16,1 0-9 0,0-1 0 16,0-1 3-1,1 0-6-15,3 0-2 16,1 0 0-16,1-1-3 0,3 3-8 0,1-1-19 16,-2-1-26-16,2 0-60 15</inkml:trace>
  <inkml:trace contextRef="#ctx0" brushRef="#br0" timeOffset="12822.47">18344 14477 148 0,'0'0'5'0,"0"0"4"0,0 0-3 0,32-16 5 16,-22 14 2-16,2 0 4 16,-1 0-1-16,1 1-6 15,-2 1-3-15,-1 0-5 16,-2 0-2-16,-2 0 1 15,-1 3-2-15,-2 1 1 16,-2 3-1-16,0 0-7 0,0 0 7 16,-1 0-2-16,-6 1 6 15,0 1-5-15,0-1 6 16,-3-2-8-16,1 1 8 0,0-3-8 16,2-1 6-16,2 0 1 15,0-2-1-15,2 0-1 16,3-1 1-16,0 0 8 0,0 0 4 15,0 0 4 1,6 0-11-16,0 0-5 0,0-2 0 16,2 0 0-1,-1 1-2-15,0 0 1 0,-1 1-1 16,0 0 0-16,0 0 0 16,-3 0 0-16,1 5 0 0,-1 2 0 15,-1 0-1-15,0 0-2 16,-2 1 1-16,0 0 1 15,0 0 0-15,0-1 0 0,0-2-2 16,-4-1 0 0,-1-1 4-16,0 0 7 15,-4-2 2-15,2 1-2 0,-2 1-6 0,0-1 1 32,3 0-2-32,-1 0 0 0,4-2-9 0,-1 0-35 15,4 0-84-15</inkml:trace>
  <inkml:trace contextRef="#ctx0" brushRef="#br0" timeOffset="13748.83">19320 14398 150 0,'0'0'1'0,"0"0"0"0,0 0-18 0,0 0 3 0,0 0 8 16,0 0 7-16,-28 10-2 15,22-7 6 1,2 2 0-16,-2-1 10 16,1 1-3-16,-2 1-2 0,1 1-1 0,0 1-6 31,0-1-1-31,2 1-1 0,1 0 0 15,1-1 1-15,2-1-2 0,0 0 0 16,2 0 2 0,3 0 0-16,3-1 9 15,3-1-4-15,0-1 3 16,1 1-3-16,1-1 0 0,0-2-2 16,2 0-5-16,-3-1 1 15,0 0-1-15,-2 0 2 16,-1 0-1-16,-3-2-1 15,-1-2 3-15,-2-2 15 16,0 1 0-16,-3-2-7 0,0-1 5 16,0 0-7-16,0-3-4 15,0 1-1-15,-4-1-3 16,-2-2 3-16,2 2-5 16,-1-1 2-16,0 4-1 0,-3 0 0 15,1 1-2-15,-2 4 0 16,3 2 2-16,-3 1-2 15,-1 0-5-15,2 2-11 0,2 5-18 16,-1-1-9-16,2 1-35 16</inkml:trace>
  <inkml:trace contextRef="#ctx0" brushRef="#br0" timeOffset="13965.81">19540 14453 152 0,'0'0'127'0,"0"0"-98"0,0 0-11 0,0 0-13 31,0 0-5-31,0 0-5 0,0 0-24 0,0 0-55 0,0 0-21 31</inkml:trace>
  <inkml:trace contextRef="#ctx0" brushRef="#br0" timeOffset="14518.15">19681 14344 53 0,'0'0'77'16,"0"0"-70"0,0 0-5-16,0 0-2 0,0 30 1 15,-1-20 3-15,1 1 4 16,0 0 12-16,0 0 0 0,1 1-8 15,5-1-4 1,0-1-4-16,1-2 2 16,1 0-1-16,2-2-3 0,0-2 1 15,1-1 1-15,0-1-2 16,1-1 1-16,-1-1-2 16,-1 0 2-16,-1 0-3 15,0-6 3-15,-1 0-2 16,-3-1 0-16,0-2 0 0,-1-1-1 15,1-1 0-15,-4 2 0 16,1-2 1-16,-2 3-2 16,0 1 1-16,0 2 0 15,1 1 3-15,-1 1 7 16,0 3-2-16,0 0 3 16,0 0-12-16,0 0-2 0,0 4 1 15,0 4 3-15,0-1 3 0,1 1 2 16,0 1 3-1,2 0-5-15,0 1-1 16,1-1-2-16,3 0 0 16,-3 0-2-16,3-1-18 0,1-2-24 15,1-4-65-15</inkml:trace>
  <inkml:trace contextRef="#ctx0" brushRef="#br0" timeOffset="14924.34">20029 14382 137 0,'0'0'20'0,"0"0"-2"0,0 0-6 0,-30-2-8 15,21 5-2-15,-1 3-2 16,2 3 3-16,0 0-1 15,2 0-2-15,2 1 1 16,4 1-2-16,0-2 2 0,0-1 0 16,7-1-3-16,2-1 0 15,4-3-1-15,0 0 5 16,2-3-7-16,3 0 2 16,0 0-2-16,0-1 1 15,1-5 1-15,-2-3 4 0,-1 1 1 16,-2-3 12-16,-5-1 13 15,0 2-5-15,-6-3 1 16,-3 1-2-16,0 1-8 16,-2 2-12-16,-8 1-1 0,0 4-7 15,-3 1 0 1,-1 3-2-16,-1 0-16 0,1 0-43 16,1 3-27-16</inkml:trace>
  <inkml:trace contextRef="#ctx0" brushRef="#br0" timeOffset="15456.81">20249 14335 85 0,'0'0'2'0,"0"0"3"0,31 0 3 0,-17 0 0 16,0 0 3-16,3 0 5 15,-1 0-4-15,1 0-1 16,-3-1-2-16,1-1 4 16,-1 2 2-16,-2-2 0 15,-3 2-4-15,-3-1-3 0,-2 1-1 16,-2 0 0-16,-2 0 2 16,0 0 0-16,0 0-5 15,0 0 6-15,-3 5-2 16,0 0 1-16,-3 1-4 15,3 2-3-15,0 1 2 16,0 0-1-16,0 0-1 16,1 1 0-16,1 1-1 0,-2 0 0 15,0 1 0-15,3-1 1 16,-2-2-1-16,2 1 0 16,0 0 0-16,0-2 0 0,0-1-1 15,0-2-21-15,5 0-30 16,-1-5-38-16</inkml:trace>
  <inkml:trace contextRef="#ctx0" brushRef="#br0" timeOffset="15957.07">20530 14344 119 0,'0'0'29'0,"0"0"-6"0,0 0-8 0,0 0-12 15,0 0 0-15,0 0 5 16,0 0 4 0,0 0-1-16,-9 31-3 0,9-22 1 15,0 2-4 1,0-3 0-16,0 2 0 0,3-2-2 0,3-1 3 15,0 0-3-15,2-2 2 16,0-1 0-16,2-2 3 16,0-2 4-16,1 0-3 0,-1 0-4 31,-1 0-1-31,0 0-3 0,-3-5 2 0,2-1-1 16,-1-1 0-1,-1-1 0-15,0-1-1 0,-4 0 0 16,0 0 2-1,-1 1-3-15,-1 1-3 16,0 2-5-16,0 0 4 0,0 3-1 16,-4 1 2-16,0 1 4 0,-2 0-1 15,1 6 0 1,1 3 0-16,0 1 1 16,1 3 0-16,2 0-1 15,1 0 1-15,0-1-2 0,0-1-1 0,1-4-41 16,3-2-61-1</inkml:trace>
  <inkml:trace contextRef="#ctx0" brushRef="#br0" timeOffset="17372.09">20644 13645 8 0,'0'0'75'0,"0"0"-50"0,0 0-4 0,0 0-3 15,0 0 0-15,0 0-6 0,0 0 1 16,0 0-5 0,0 0-7-16,0 0 0 15,0 0 1-15,0 0-2 16,31-8 0-16,-22 8-1 15,1 0 1-15,2 0 0 16,-1 0-1-16,3 0 1 16,1 1 0-16,-1 1 0 0,0 0 0 15,1 1 1-15,-1-1-1 16,1 0 1-16,-3 1-1 16,-2 0 0-16,2-1-1 15,-2 1 2-15,-2 1-2 0,-1 1-2 16,0-2 3-16,1 3-3 15,-4-1 0-15,2 0 2 16,0 2 5-16,0 0-1 16,0 0 4-16,0 3-3 0,-2-3 1 15,1 3-2 1,-1 1 1-16,-1 0-2 0,-1 1 1 16,0 0-1-16,-1 1-1 15,-1 1-1-15,2 1 2 0,-1 1-2 16,1-1 1-1,-1 0-2-15,4 1-4 0,-2 0 11 16,1-1-1-16,-1 1-2 16,0-1-2-16,0 1 0 15,-2 1 0-15,1 0 1 0,0-1 1 16,0 2 0-16,1 1 1 16,-1 0-1-1,-1 0-3-15,0-1 1 0,0 0 2 0,-1-1-1 16,0 0-1-16,0-3 6 15,0 1 5 1,0 0-4-16,1 0 2 16,0-2-5-16,-1 1-1 15,0 2-2-15,0 0 0 0,0 0-1 0,0 0 0 16,0 1 0 0,0-2 0-16,0 2 0 15,0 0 0-15,0-1 0 0,1 1 0 0,-1-1 0 16,0-2 0-16,0 0 0 15,0-2 0-15,0 0 2 16,0-2-3 0,-2-2 0-16,-2 0 0 0,0 0 0 0,-2-1-3 31,-1-1 6-31,-1 0-1 16,-1-1 0-16,-1 0 0 0,0-2 0 0,-3 3-1 15,-1-3 0-15,1-1 3 0,-4 2-2 31,2-1-1-31,-5 2-8 16,3-2-24-16,-3-1-39 0,1-2-53 16</inkml:trace>
  <inkml:trace contextRef="#ctx0" brushRef="#br0" timeOffset="19786.7">15422 15439 136 0,'0'-3'32'0,"0"1"-28"0,0 0 2 15,0 0 2-15,0 2-6 0,0-1-1 16,0 1 3-16,0 0 11 16,0 0 1-16,0 0 1 15,0 0-4-15,0 0-5 0,0 0-8 0,0 0 0 31,0 1 0-31,0 4 0 16,0 2 0-16,0-1 0 0,0 4 0 16,0 0 0-16,2 2 0 0,0 0 2 0,1 1-4 31,1-1 2-31,-1 2 2 16,3-1-2-16,-1-1 0 15,0-2 0-15,2 1 0 0,0-3 0 16,1-1 1-16,0-2-1 15,3-1 0-15,-4-1 1 16,4-2 1-16,-2-1-1 16,0 0-1-16,0 0 1 15,0-1-1-15,0-6 4 0,-2 1 0 16,0-3 1-16,1-2-2 16,-4-1-1-16,0-1-1 0,0 0-1 15,0 0 0-15,0 1 0 16,-2 2 0-16,-2 0 0 15,1 4 1-15,-1-1-1 16,0 4 1-16,0-1-1 16,0 2 0-16,0-1 1 15,0 2-2-15,-1 1-5 0,1 0-3 16,-2 0-10 0,0 0 6-16,2 0 11 0,-1 0 2 0,0 0 2 15,0 0-1-15,1 0 3 16,0 0-1-1,0 0 3-15,0 0 6 0,0 0 3 16,0-2-1 0,0 2-3-16,0-3-5 0,0 1-6 15,0 1 1-15,2 1-1 16,-2 0-1-16,1 0-5 0,-1 0-7 0,0 3 4 31,0 2 4-31,0 2 2 0,0 2 2 0,0-1 1 31,0 2-1-31,0-1 1 0,0 0 0 16,0 0 0-16,2-1 1 16,1 0-1-16,0 0 1 15,1-1 0-15,-2 0 1 16,3-1-1-16,-2 1 1 0,1 1 0 16,-1-1-1-16,0-1-1 15,1 0 1-15,1-2 0 16,-2 1 0-16,0-3 0 15,3-1 1-15,-3 0 0 0,0-1 0 16,0 0 4-16,0 0-2 16,-1 0 6-16,0-2-5 15,2-1-2-15,-1-4 1 16,-1 2-4-16,1-1 1 0,0-1 0 16,-1 0-1-16,0-2 1 15,-1 2 0-15,2-2 1 16,-3 1 2-16,2-2 0 15,-2 2 1-15,0-2-1 16,0 2-2-16,0-1 1 16,0 2-3-16,-2 0-3 0,-1 2-8 15,0 1-18 1,0 0-28-16,0 1-142 0</inkml:trace>
  <inkml:trace contextRef="#ctx0" brushRef="#br0" timeOffset="20361.27">15763 15627 259 0,'-5'0'21'0,"4"-5"-7"0,1 2-3 15,0 0 1 1,0-1-2-16,0 2-1 16,1-2 2-16,4 2-8 15,-2-1-1-15,3 3-1 16,-1-1 0-16,2 1 0 0,-1 0 0 15,0 0-2-15,0 0 1 16,0 0 0-16,-1 4-2 0,-1 2 0 0,-1-1-8 16,0 2-8-16,-3 1-4 31,0-1 2-31,0 1 3 16,-5-1 4-16,-2 0 6 15,0-1-3-15,-1 1 7 0,-2-2 3 16,-1 1 0-16,3-1 0 15,-1 1 0-15,3-3 1 16,0 0-1-16,2 0 0 16,3 0 0-16,-1-2 0 15,2 1-3-15,0-2-5 0,0 0 11 16,2 0 17-16,1 0-7 16,1 0-1-16,2 0 7 15,1 0-2-15,1-3-2 0,1 1-5 16,3 0-8-16,-1 0-2 15,1-1-2-15,-2 0-50 16,0-3-104-16</inkml:trace>
  <inkml:trace contextRef="#ctx0" brushRef="#br0" timeOffset="20781.28">15920 15181 191 0,'0'0'20'0,"0"0"-7"0,0 0 1 0,0 0-15 0,0 0 5 16,0 0-4 0,-35 26 0-16,27-12 6 0,-1 1 2 15,3 2 5 1,2 0-4-16,1 1-4 15,1-3-2-15,2 1 0 16,0-1-2-16,6-3 0 0,3 1 1 16,3-3-1-16,3-3 1 15,-2-1-22-15,0-4-55 16,0-2-52-16</inkml:trace>
  <inkml:trace contextRef="#ctx0" brushRef="#br0" timeOffset="21341.91">15949 15301 66 0,'0'0'6'0,"0"0"18"15,0 0 5 1,0 0-2-16,0 0-2 15,0 0 0-15,0 0-8 16,0 0-5-16,2 15-7 0,-4-9-2 0,0 0-2 16,0-3 0-16,-1 1-1 15,1-2 1 1,2-1-1-16,-2-1 1 0,1 0-4 0,-2 0 12 31,2 0-7-31,-1-3 1 0,1-2-1 16,-1-3-3-16,2 2 0 15,0-3 5-15,0 2-4 0,0 0-1 16,0 1 2-16,4 1-1 0,2 3 0 31,-1 2-1-31,3 0 0 0,1 0 0 16,0 3 1-16,2 6 0 0,-1 0 0 16,0 0-1-16,0 0-19 15,1 0-30-15,-3-1 29 0,-3-4 20 31,2-1 2-31,-3 0 1 16,0-3 9-16,1 0 15 0,-4-3 3 0,1-2-1 0,-2-3 4 31,0-2-4-31,1-2-7 16,-1 0-4-16,0-2 1 16,0 1-7-16,0 0-5 0,0 1-5 15,0 4-2-15,1 2-10 16,1 2-16-16,0 4-5 15,-1 0-69-15,1 0-26 16</inkml:trace>
  <inkml:trace contextRef="#ctx0" brushRef="#br0" timeOffset="22202.2">16135 15296 228 0,'0'0'8'0,"0"0"1"0,0 0 11 0,0 0-11 15,0 0-7-15,0 0 0 16,0 0-1-16,0 0 4 16,0 0 8-16,0 0 5 0,27-27-11 15,-27 23-5 1,-3 1-1-16,0 0 0 0,-2 1-1 16,1 2 1-16,0 0-1 15,-1 0 3-15,3 2-2 16,-1 4-2-16,0 0 1 0,0 3 0 15,2 1 0 1,-1 0 0-16,2 0 0 16,0-1 0-16,0 0-4 15,2-1 4-15,2-1-1 0,2-1 3 0,-1 0 1 16,2-2-2-16,0-2-1 16,-1-2-5-16,1 0 0 15,-1 0-4 1,0 0 6-16,0-1 4 0,-2-4-1 0,2-1 0 15,-3 0 0-15,1-1 0 16,0 1 0 0,-3-2-1-16,0 2-4 0,-1 1-8 15,0 2 12-15,0 0 0 0,0 2-2 16,0 0 5 0,0 1 2-16,0 0-4 0,0 1-2 15,0 3 1 1,0 3 2-16,1-1-1 0,0 1 0 0,1 1 0 31,0-1 1-31,1-1 0 0,1 0-1 0,1-1 0 16,0-1-1-16,1-1 2 15,-1-3 0-15,2 0-2 0,0 0 7 32,-2 0-1-32,2-3-2 0,-1-2 2 0,-1-1 1 15,-1-1-1-15,0 0-4 16,-2 2 1-1,-1-1-1-15,-1 2 3 16,0-1-3-16,0 2-2 0,0 0 7 0,0 2-5 16,0 0 2-16,0 1-2 15,0 0-1-15,0 0-1 0,0 0 0 16,0 0 1-16,1 3-1 16,1 0 2-16,1 0-2 31,1-1 0-31,-1 1 3 15,2-3-2-15,-2 0 0 16,1 0 1-16,1 0 0 0,-3 0 3 16,1 0 0-16,-2-3 1 15,1-1 4-15,-2-1-4 16,0 0 3-16,0 0-5 16,0 0-1-16,-3-3-1 0,0 1-19 15,-1-2-16-15,0 0-38 16,0-1-117-16</inkml:trace>
  <inkml:trace contextRef="#ctx0" brushRef="#br0" timeOffset="22486.27">16385 15156 153 0,'0'0'2'0,"0"0"25"0,33 10-4 0,-21-4-9 15,-2 5-5-15,0 0-1 16,-2 3 0-16,0 3-4 0,-3 2 0 16,-2 5 8-16,0 0-6 15,-3 0-2-15,0 3-4 16,-6-1 0-16,-2-1 1 15,-4 0 1-15,1 0-20 0,-3-3-9 16,2-3-30 0,-1-2-46-16</inkml:trace>
  <inkml:trace contextRef="#ctx0" brushRef="#br0" timeOffset="23030.44">16720 15539 64 0,'0'0'71'0,"0"0"-66"0,0 0 6 0,0 0-5 15,0 0-5 1,35 0 0-16,-28 0-1 0,1 0 0 16,2 0 3-16,-1 2 2 15,-1-2-4-15,2 0-1 0,-6 0-28 0</inkml:trace>
  <inkml:trace contextRef="#ctx0" brushRef="#br0" timeOffset="23203.36">16755 15622 133 0,'0'0'80'0,"0"0"-79"16,0 0 4-16,32 6-2 15,-18-6-3-15,1 0-35 16,0-4-98-16</inkml:trace>
  <inkml:trace contextRef="#ctx0" brushRef="#br0" timeOffset="23656.79">17159 15313 60 0,'0'0'27'0,"0"0"-36"0,0 0-8 16,-28 3-44-16</inkml:trace>
  <inkml:trace contextRef="#ctx0" brushRef="#br0" timeOffset="24213.19">17105 15317 23 0,'0'0'54'0,"0"0"-21"31,0 0-10-31,-31 0-7 15,28 0-10-15,-1 0-3 0,2 0-2 16,2 0-2-16,0 0-5 16,0 1-2-16,0 0 2 15,0-1 6-15,0 2 0 16,0-1 2-16,0 2-1 0,0 0 0 16,0-1 1-16,0 2 0 15,0-1 4-15,0 3 2 16,0 0 2-16,1 0 2 15,1 2 2-15,0 0-1 16,1 0-5-16,-1 2 2 0,3 2-1 16,-2 1-6-16,1 0-1 15,0 2-2-15,0 0 1 16,-1 0-1-16,-1 0 0 16,-1 0 1-16,0-1-1 15,1-1 4-15,-2-1 10 0,0 1-1 16,0-2-1-16,1 0-1 15,-1-2-3-15,1 1-1 16,0-3-1-16,-1 1-1 0,2-1 2 16,-1 1-4-16,0-1 0 15,1 0-2-15,1 0 0 16,-2-1 0-16,3 0 0 16,2-1-1-16,-3 0 1 0,2 0-1 15,-2-1 0 1,1 0 0-16,1 0 1 0,-3-3-1 15,3 1 0 1,-2 1 2-16,0-3-1 0,2 1 4 0,0 1 4 16,2-2-5-1,-1 0-1-15,2 1-1 0,1-1-1 16,1 0-6 0,1 1 1-16,2-1-7 0,1 0-8 0,1 0-6 15,0 0-10 1,2 0-53-16,-1 0-43 15</inkml:trace>
  <inkml:trace contextRef="#ctx0" brushRef="#br0" timeOffset="29629.45">17404 15354 265 0,'0'0'13'0,"0"0"-8"0,0-1-2 0,0 0-3 0,-3 0-5 0,-1 1 2 16,2 0 4-16,-1 0 1 0,-1 0 0 16,1 5-1-16,0 3 0 15,-2 3 2-15,2 0-2 16,2 2 0 0,1-1-3-16,0-1-4 15,0-2-4-15,4-1 4 0,4-3 4 0,0-2 3 31,3-3 1-31,-2 0 2 0,3 0 5 0,-2-2-6 16,0-4 0 0,-1-1-1-16,-4-3 1 15,1 1 3-15,-4 0 7 0,-1-1 4 0,-1-1 0 32,0 1 0-32,0 0-3 0,-1 1-2 0,-5 1-2 15,2 1-5-15,-2 3 6 16,1 2-14-16,-1 1-1 0,1 1-13 31,-1 0-9-31,2 5-6 16,-2 1-25-16,2 0-51 15</inkml:trace>
  <inkml:trace contextRef="#ctx0" brushRef="#br0" timeOffset="29846.27">17559 15383 297 0,'0'0'27'0,"0"0"-9"0,0 0-9 0,0 0-8 15,0 0-3-15,0 0-18 16,0 0-29-16,0 0-60 0,0 0-19 15</inkml:trace>
  <inkml:trace contextRef="#ctx0" brushRef="#br0" timeOffset="30235.04">17759 15319 145 0,'0'0'63'0,"0"0"-59"16,0 0-4-1,0 0 1-15,0 0-1 0,0 0 0 0,0 0 1 16,0 0-1-16,-19 30 5 16,18-23 3-1,1-2-1-15,0 2-2 16,0 0-4-16,4 0-1 15,1-1 1-15,2 0 6 16,0 0 0-16,1 0 6 0,1-1 1 16,0 0 3-16,0 0-5 0,0 0 0 0,-3 1-9 31,2-2 1-31,-4 2-3 16,0-1 0-16,-3-1-1 0,-1 0 1 0,0 1-7 31,-1 1 1-31,-6-2-2 0,-2-2-9 15,-1 1-7-15,-2-3-24 16,1 0-41-16</inkml:trace>
  <inkml:trace contextRef="#ctx0" brushRef="#br0" timeOffset="30368.77">17809 15325 63 0,'0'0'205'0,"28"-10"-204"16,-14 6-2-16,0 1-19 16,-6 2-98-16</inkml:trace>
  <inkml:trace contextRef="#ctx0" brushRef="#br0" timeOffset="30967.77">17467 15723 163 0,'0'0'-12'0,"0"0"5"0,0 0 7 15,0 0-2-15,-28 3 7 0,24-2 21 16,-1 1 17-16,2 2-19 31,1 1-15-31,-1 2-6 0,0 1-3 0,3 1 1 16,-2 1-1-1,2 0 1-15,0 0-3 16,0-3-1-16,0 1-3 16,4-3 1-16,1-2 6 0,3-1 4 15,-3-2 7-15,4 0-4 16,0 0-7-16,-1-3 0 15,1-3 0-15,-1-1 1 0,-2-1 5 16,0-3 10-16,-3 1 6 16,0-1-1-16,-3-2-5 15,0 4-2-15,0-1-7 16,0 2-6-16,0 0-2 16,-3 3-3-16,-3 2 2 0,0 2-16 15,0 1-6 1,-2 0-7-16,1 4-35 15,0 0-48-15</inkml:trace>
  <inkml:trace contextRef="#ctx0" brushRef="#br0" timeOffset="31159.25">17583 15728 327 0,'0'0'23'0,"0"0"-16"0,0 0 1 0,0 0-6 16,0 0-1-1,0 0-4-15,0 0-17 0,0 0-21 16,0 0-63-16</inkml:trace>
  <inkml:trace contextRef="#ctx0" brushRef="#br0" timeOffset="31600.62">17764 15673 92 0,'0'0'129'15,"0"0"-119"-15,0 0-6 16,0 0-2-16,-29 24 1 0,22-13 0 16,1 1-2-16,0 0 3 15,3 1 2-15,2 0-4 16,1 0 0-16,0-2-2 0,0 1 1 16,2-2-2-16,3-2 7 15,2-3-5 1,1 1-1-16,-2-3 2 0,2-2 2 15,0-1-1-15,0 0 0 16,-1 0-1-16,0 0 0 16,-1-1 3-16,-1-2 2 15,-1-3 4-15,-1 0 3 16,-3 0 2-16,0 0-5 16,0 0-10-16,-5 2 1 0,1 0 0 15,-3 1-5-15,1 3-3 0,-2 0-8 16,1 0-24-16,0 0-37 15,1 0-100-15</inkml:trace>
  <inkml:trace contextRef="#ctx0" brushRef="#br0" timeOffset="32339.89">17941 15226 2 0,'0'0'121'0,"0"0"-87"0,0 0-7 0,0 0-9 16,0 0-5-16,0 0-1 15,0 0 3-15,30-6-1 16,-19 5-6-16,-1-1-4 16,0 2-1-16,1 0-2 0,0 0 1 15,-3 0-2-15,-1 0 0 16,-1 0 1-16,0 0-1 16,-2 3-1-16,-3 3 1 15,1 2-4-15,-1 2 3 0,0 4 4 16,-1-1-3-16,0 3 2 15,0 0 0-15,0 1-1 16,-1 2 0-16,1 0 1 16,0 2 2-16,0 1 1 15,0 1-1-15,0 1 0 0,2 3-3 16,2 0 2 0,-1 0-2-16,3 0 0 0,-2 1 0 15,0-2-1-15,1-1 1 0,-1-1-1 16,1-1 0-16,-1-1 1 15,-2 0 0 1,0-2-1-16,0-2 1 0,-2 0-1 16,0-3 0-16,0-2 0 15,-3-3 0-15,-3 0 0 0,-2-2-2 16,0-2 5-16,-4 0 3 16,1-3 2-1,-1 0 0-15,0-2-5 16,0-1-3-16,-1 0-22 15,1-7-32-15,3-2-105 0</inkml:trace>
  <inkml:trace contextRef="#ctx0" brushRef="#br0" timeOffset="32739.79">18264 15543 208 0,'0'0'21'0,"0"0"-7"0,0 0 13 16,0 0-14-16,0 0 5 15,0 0-12-15,0 0 2 16,0 0-4-16,32 0-3 0,-16 0 0 15,-1 0-4-15,1 0-48 16,0 0-80-16</inkml:trace>
  <inkml:trace contextRef="#ctx0" brushRef="#br0" timeOffset="33109.61">18666 15348 259 0,'0'0'25'0,"0"0"-7"15,0 0-11 1,0 0-8-16,0 0-1 0,0 0 3 0,0 0-1 16,-34 40 0-1,24-21-1-15,-2 4 1 16,2 4 0-16,2 0 1 0,1 1-1 0,3-1-1 31,3-2 0-31,1-3 0 0,4-4 0 0,6-5-8 16,2-2-14-1,4-4-11-15,-1-5-33 16,3-2-28-16</inkml:trace>
  <inkml:trace contextRef="#ctx0" brushRef="#br0" timeOffset="33479.87">18778 15457 204 0,'0'0'18'0,"0"0"-11"16,0 0-2-16,-31 21-4 15,22-9 0-15,2 3 0 16,2 0-2-16,0-1 0 16,3 1 2-16,2-3-2 0,0 1 0 15,5-4-1-15,3-1 1 16,2-4 5-16,2-2-3 0,1-2 0 15,0 0 0-15,0 0 0 16,0-2-1-16,-1-6 5 16,-2 0 4-16,-1-4 14 15,-5-1-5-15,-1 0-8 0,-3-2 5 16,0 1-7-16,0 1 1 16,-4 2 3-1,-2 3-9-15,-2 0-2 0,1 5-1 16,0 2-4-1,-2 1-14-15,2 0-24 0,-1 0-32 16,-2 4-38-16</inkml:trace>
  <inkml:trace contextRef="#ctx0" brushRef="#br0" timeOffset="33757.92">18951 15502 270 0,'0'0'23'0,"0"0"-10"0,0 0 3 16,0 0-6-16,0 0-6 15,0 0-8-15,0 0-10 0,0 0-20 16,0 0-7-16,0 0-78 31</inkml:trace>
  <inkml:trace contextRef="#ctx0" brushRef="#br0" timeOffset="34036.25">19033 15445 275 0,'0'0'22'0,"0"0"-12"16,0 0-2-16,0 0-7 15,0 0-2-15,0 0-2 16,0 0 3-16,0 0 1 15,7 39-1-15,-4-24 2 16,-1 0-2-16,0 0 1 0,1 0-1 16,0 0 0-1,-2-3-8-15,2-2-34 0,-3-2-38 16,0-4-73 0</inkml:trace>
  <inkml:trace contextRef="#ctx0" brushRef="#br0" timeOffset="34357.21">19090 15392 195 0,'0'0'10'0,"0"0"19"0,44 5 5 0,-28-2-11 15,2 3-10-15,-2 2-5 16,0 2 0 0,-3 2-6-16,-4 3-2 0,-3 3 0 0,-5 1-5 31,-1 3 3-31,-4-1-12 15,-7-2-17-15,-3-3-39 0,-3-3-39 0</inkml:trace>
  <inkml:trace contextRef="#ctx0" brushRef="#br0" timeOffset="35778.68">19501 15094 74 0,'0'0'25'0,"0"0"-11"0,0 0 0 0,0 0-5 15,0 0 4-15,0 0 3 0,-30 0 3 16,23 0-3-1,2 0-3-15,-4 0-2 16,1 0-4-16,1 0-3 0,-2 0-2 16,2 0-1-16,-1 0 0 15,-1 0-1-15,3 0 0 0,0 0 0 16,0 1 1 0,1 0-1-16,1 0 0 15,2 1 0-15,-1-1 0 0,1 2 1 0,0-1-1 16,1 2-1-1,-1-1 1-15,-1 0 1 0,1 3-1 16,1 0 1-16,-1 0-1 0,0-1 1 16,-1 2-3-16,1 1 2 31,1 0 2-31,1 2 5 0,0 2-3 16,0-1 0-16,0 4 0 0,0-1-2 0,4 3 0 31,1 0 0-31,2 2 0 0,-3 0-1 0,2-1 0 31,-2 2 1-31,2-1-1 0,-1 1-1 0,-1-1 1 0,-1-1-1 31,-1 2 0-31,0-2 1 16,-1 1-1-16,-1-1 0 16,0 1 2-16,1 1-1 0,-1 0 1 15,0 0 1-15,0 0 0 16,0-1-1-16,0 1-1 15,0-3-1-15,0-1 1 16,0 0-1-16,0-2 0 0,0-2 1 16,0 1-1-16,0-2 0 15,0-1 1-15,0-2 0 16,0-1-1-16,0 1 2 0,0-2-2 16,0 0 1-16,0-1 2 15,0-1 3-15,1 1-1 16,2-1-1-1,-2 2-2-15,1-2 1 0,3 0-1 0,0 0 0 16,3-1 0-16,3 0-2 16,2-1-1-1,1-2-20-15,2 0-60 16,1-7-143-16</inkml:trace>
  <inkml:trace contextRef="#ctx0" brushRef="#br0" timeOffset="36398.97">19594 15209 128 0,'0'0'38'0,"0"0"-1"0,2 0-9 16,5 0-14-16,1 0 3 15,2 0 2-15,2 0-5 16,3 0-5-16,2 0-6 16,-2 0-3-16,2-1 0 0,1 1-33 15,-2-2-86-15</inkml:trace>
  <inkml:trace contextRef="#ctx0" brushRef="#br0" timeOffset="36854.97">19923 15166 209 0,'0'0'8'16,"0"0"12"0,0 0-6-16,0 0-13 0,0 0 2 15,0 0-2 1,0 0-1-16,-34-7 2 15,26 11 1-15,-1 1 3 16,1 2-4-16,3 2-1 0,0 0 1 16,2 2 1-16,3-1-2 15,0 1 0-15,0-2-2 16,1-1-1-16,6-1 3 0,0-2 0 16,3-2 3-16,3 0-3 15,0-3 1-15,0 0-1 16,1 0-1-16,0 0 1 15,-1-5 0-15,-2-1-2 0,-2-2 2 16,-1 0 3 0,-3-2 3-16,-4 1 1 0,-1-1-1 15,0 0 0-15,-2 0-3 16,-5 0-2-16,-2 2-2 0,0 2 1 16,-4 2-2-1,0 1-1-15,0 3 2 0,0 0 1 0,2 0-2 16,-3 4-7-16,4 2-15 15,3 0-31 1,1-1-78-16</inkml:trace>
  <inkml:trace contextRef="#ctx0" brushRef="#br0" timeOffset="37078.74">20108 15193 283 0,'0'0'18'0,"0"0"1"0,0 0 2 16,0 0-9-16,0 0-11 15,0 0-3-15,0 0-20 0,0 0-50 16,0 0-48-16</inkml:trace>
  <inkml:trace contextRef="#ctx0" brushRef="#br0" timeOffset="37595.83">20211 15128 121 0,'0'0'4'0,"0"0"-4"0,0 0 1 0,0 0-2 15,28-1 2 1,-16 0 5-16,1-2 8 0,1 3 16 16,0 0 0-16,-2 0-1 15,0 0 1-15,-2 0-16 0,0 0-12 16,-4 4 0 0,-2 2-3-16,-2 0-2 15,-2 3-8-15,0-1-9 0,-4 2 6 16,-3-1 8-1,-4 2 7-15,1-3-2 16,-1 0 1-16,2-2 3 0,1 0 5 16,1-3 3-16,2 1-4 15,3-3-3-15,2 2-1 16,0-3 0-16,0 0 0 16,4 0 16-16,4 0-1 15,2 0-10-15,3 0-6 0,3 0-1 16,-2-3-1-16,0-2-17 15,0-1-56-15,-3-1-74 16</inkml:trace>
  <inkml:trace contextRef="#ctx0" brushRef="#br0" timeOffset="37965.85">20410 15128 234 0,'0'0'1'0,"0"0"8"16,0 0-1-16,0 0 1 0,30-10 0 16,-19 10 3-1,-1 0-1-15,0 0-6 16,-1 0-2-16,-1 0-3 16,-4 5-2-16,-1 0 0 15,-3 2-9-15,0 0-5 0,-4 3 0 0,-4-1 6 16,-2 2 7-16,-1-2 3 15,1 1 1 1,0-2-4-16,4-2 5 16,0-2 6-16,4 0-2 0,2 0 3 0,0-3-1 15,0 1 4-15,6-2 8 16,3 0-4-16,2 0-3 0,2 0-7 16,2 0-3-16,1 0-1 31,-2 0-4-31,4-4-7 15,-4-2-52-15,2 0-97 0</inkml:trace>
  <inkml:trace contextRef="#ctx0" brushRef="#br0" timeOffset="38329.11">20656 15123 157 0,'0'0'62'0,"0"0"-62"16,0 0 2-16,0 0-1 16,-30 10-1-16,26-4 1 0,-1 3 0 15,4-2 0-15,1 1 6 16,0 0-4-16,0 0 0 16,6-2-2-16,1-2 3 15,2 0-3-15,0-1 2 0,2-3-1 16,-1 0 0-16,3 0-1 15,-2 0 0-15,1-3 0 16,-2-2 3-16,-2-2 8 16,0 1 6-16,-4-1-8 15,-2-1-2-15,-2 0-1 16,0-1-2-16,-6 2-3 0,-4 2-11 16,-1 1-1-16,-2 1-9 15,1 2-4-15,-3 1-13 16,4 0-59-16</inkml:trace>
  <inkml:trace contextRef="#ctx0" brushRef="#br0" timeOffset="38863.1">20936 15095 213 0,'0'0'15'0,"0"0"14"0,0 0-18 0,0 0-9 0,0 0 0 16,0 0-2 0,-34-28 2-16,25 28-2 0,-1 0 1 15,2 0-1 1,0 0-1-16,1 5 1 0,0 0 0 15,2 0 0 1,2 2-2-16,0-1 1 0,3 2 1 0,0 1 0 16,0-1 0-1,2 0 1-15,4 0 5 16,-1 2 0-16,3-1-1 16,1-1-1-16,-3 1-3 0,0 2-2 0,0-3 2 15,-3 2 2 1,-1-2-3-16,-1 0 0 15,-1-3 0-15,0-2 0 16,-3-1-2-16,-4-2 0 16,-1 2 4-16,-1-2 0 15,-4 0-2-15,2 0 0 0,-1-4 1 16,5 1 0-16,2-2 1 16,4 0 0-16,1 1 2 15,0-2-6-15,7 0 9 16,2-1-2-16,6-1-2 0,1-1-2 15,1-2-9-15,1 1-27 16,-3-1-95-16</inkml:trace>
  <inkml:trace contextRef="#ctx0" brushRef="#br0" timeOffset="39589.11">19893 15567 53 0,'0'0'20'0,"0"0"-34"0,0 0 8 0,0 0-35 16,0 0 35-16,0 0 46 15,0 0-1-15,0 0-8 0,0 0 2 16,0 0-2-16,0 0-19 16,0 0-9-16,0 0-3 15,7-15-2-15,-7 15 0 16,0 0 0-16,0 0-4 16,0 0 6-16,0 0 4 0,0 0-4 15,0 0-1-15,0 0-15 16,0 0-27-16,0 0 3 15</inkml:trace>
  <inkml:trace contextRef="#ctx0" brushRef="#br0" timeOffset="40657.68">19832 15569 174 0,'-4'0'6'0,"-3"0"0"0,5 0-1 0,-2 2-4 15,2 0-1 1,0-1 0-16,1 1-1 0,0-1 1 0,-1 1 0 31,1-1 0-31,1 1 2 0,-2-2 0 0,2 2-2 16,0 0 1-16,-1 0-2 15,1-1-23 1,0-1-21-16,0 0-5 16</inkml:trace>
  <inkml:trace contextRef="#ctx0" brushRef="#br0" timeOffset="41083.05">19588 15670 231 0,'0'0'3'0,"0"0"0"0,0 0 0 16,0 0 4-16,33 0 1 0,-21 0-2 16,3 0-5-1,2 0 1-15,1 0-2 16,1 0-20-16,-1 0-104 0</inkml:trace>
  <inkml:trace contextRef="#ctx0" brushRef="#br0" timeOffset="41507.39">19944 15605 218 0,'0'0'-10'0,"0"0"13"0,0 0 8 16,0 0-8 0,0 0-2-16,-33 7 2 0,23 1 0 15,0 2 2 1,3 0 1-16,2 1-1 16,2 0-3-16,3 0 0 0,0-1-1 0,0 1-2 15,6-3 0 1,3-2-1-16,2-3 5 15,2 1-2-15,0-3 0 0,3-1-2 0,0 0 0 32,0 0 1-32,-1-5 1 15,-1-1-2-15,-4-2 2 16,-2 1-1-16,-4-2 2 0,-4-1 14 16,0-1 10-16,-1 0 0 15,-6 1-9-15,-4 0-3 16,1 0-13-16,-3 3-6 15,1 4 4-15,-2 1 3 16,1 2-7-16,0 0-10 0,3 0-12 16,-1 5-25-16,4-1-49 15</inkml:trace>
  <inkml:trace contextRef="#ctx0" brushRef="#br0" timeOffset="41710.33">20107 15631 357 0,'0'0'17'0,"0"0"-8"0,0 0-3 0,0 0-6 15,0 0-10-15,0 0-23 16,0 0-20-1,0 0-75-15</inkml:trace>
  <inkml:trace contextRef="#ctx0" brushRef="#br0" timeOffset="42255.34">20224 15559 77 0,'0'0'115'15,"0"0"-89"-15,0 0-1 0,0 0-14 16,0 0-1-16,0 0 2 16,0 0-2-16,0 0 7 15,19-3-5-15,-9 1-5 16,-2 1 1-16,4 1-4 0,-2 0-1 16,0 0-1-16,0 0 0 15,-1 0-2-15,-1 3 1 16,-2 0-1-16,-2 3 0 0,0 1-1 15,-3 1-3-15,-1 0-14 16,-3 1 3-16,-4 0-3 16,-1 0 4-16,-2 0 11 0,1-1 4 15,1-1-1 1,1 0 2-16,1-2 0 0,2-1 0 16,4-1 2-1,0 1 5-15,0-2-3 0,2-1 1 0,6 1 4 16,2 1-5-16,2-3-4 15,1 0-1 1,3 0-2-16,-1 0-16 16,0 0-21-16,-3-2-116 15</inkml:trace>
  <inkml:trace contextRef="#ctx0" brushRef="#br0" timeOffset="42698.28">20438 15579 264 0,'0'0'7'0,"0"0"6"0,0 0-2 0,0 0-9 16,0 0-5-16,0 0 3 16,0 0 0-16,0 0 0 0,0 0 3 15,-1 27-1-15,1-19 1 16,0 0-1-16,3-2-2 15,1-1-1-15,3 1 5 16,1-2-4-16,0-1 1 16,3-1-1-16,-1-2 1 0,0 0-1 15,1 0-3-15,0-1-2 16,0-5 5-16,-3 0 1 16,0-1-1-16,-2 1 0 15,-2-2 1-15,-1 1 0 16,-2 2 0-16,-1 0 0 0,0 2 6 15,0 1 3-15,0 2 1 16,0 0-5-16,0 0-6 16,-1 1 1-16,1 6-1 0,0 0 0 15,0 1 0-15,0 1 1 16,0-1 1-16,1 0-4 16,4 0-2-16,1-3-19 15,-2 0-30-15,3-3-71 16</inkml:trace>
  <inkml:trace contextRef="#ctx0" brushRef="#br0" timeOffset="43132.31">20652 15560 250 0,'0'0'22'0,"0"0"-17"0,0 0-6 0,0 0 2 0,0 0 0 16,0 0-1-16,1 32 2 0,1-26 1 31,1 3 3-31,1-4 2 0,0 0-4 0,1 0-1 16,1 0-1-1,1-3-1-15,0-1 0 0,0-1-1 0,2 0 1 16,0 0-4-16,-3-2-1 31,3-4 1-31,-1 0 1 16,-1 0 2-16,-3-4 0 0,0 2 0 15,-2 0-7-15,-2 1-2 0,2 2 6 0,-2 0 1 32,0 2 7-32,0 3 5 15,0 0-8-15,0 0-1 16,0 5-1-16,0 3 1 0,0-2-1 15,0 0 0-15,0 2 0 16,3-3 2-16,1 0-11 16,1 0-29-16,1-4-58 15</inkml:trace>
  <inkml:trace contextRef="#ctx0" brushRef="#br0" timeOffset="43623.39">20969 15512 128 0,'0'0'19'0,"0"0"10"0,0 0-16 15,0 0-9-15,-27-18-4 16,17 17 2-16,0 1-2 15,0 0 1-15,0 0 1 0,4 0-1 16,0 0 0 0,0 4 0-16,2 2 0 0,0-1 1 15,1 3 3-15,2 1-1 16,1-1 2-16,0 0-2 0,0 0 1 16,3-3 4-16,4 0-1 15,0-1 0-15,0-1-4 16,1-2-2-16,1-1 0 15,-2 0-1 1,0 0 1-16,1-3-2 0,-1-2 2 16,-3 0 4-16,-1 0 6 15,0 0-2-15,-2 0 1 0,0 2-1 16,-1 2 2-16,1 0-3 16,-1 1-6-16,0 0-3 0,0 4-4 15,0 5 3 1,0 0 1-16,0 3 1 15,0 1-1-15,0-2-2 0,0-1-32 0,0-2-40 32,0-4-92-32</inkml:trace>
  <inkml:trace contextRef="#ctx0" brushRef="#br0" timeOffset="44626.02">20968 14960 116 0,'0'0'7'0,"0"0"16"0,0 0-11 0,32-10 0 16,-24 10 3-16,0-3-7 15,0 3 0-15,-2-1-3 0,1 1 5 16,-1 0 0 0,0 0-5-16,1 0-4 15,-2 0-1-15,1 0 2 16,0 0-2-16,-1 1 0 16,-1 2 0-16,0 0 0 15,0 0 1-15,0 1-1 0,1 1 1 0,-1 1 1 16,1-1 3-16,0 2 2 15,0 1-1 1,-1 1 2-16,1 0-5 16,-2 1 1-16,2-1 1 0,-1 3-4 15,-1-3 1-15,0 3-1 16,2 0-1-16,-3 1 0 16,0 0 0-16,0 0 0 15,0 1 0-15,0-1 1 0,-2 1 1 16,0-1-2-16,0 2-2 15,0-2 2-15,0 1 1 16,0 1 1-16,0 1-2 16,0 0 0-16,0 0 0 0,-2 0 2 15,1-1-2-15,1 2 2 16,0 0 0 0,0 1 0-16,0 1 0 0,0 2 1 15,3-2-2-15,0 2 2 0,1-1-2 16,0 1-1-16,-2-3 0 15,0 2 1 1,-1-2-1-16,0 0 0 16,0-3 0-16,-1 2 1 15,0-1 0-15,0-1 3 0,0 1-2 0,0-1 0 16,0 0 0-16,-3 2-2 16,0-1 1-1,-2-1-1-15,0 2 0 16,0-2 0-16,-1 0 0 0,1-2 1 15,-1 0-1-15,-1 1 0 0,-2-3-4 16,-3-1-30 0,0-1-55-16</inkml:trace>
  <inkml:trace contextRef="#ctx0" brushRef="#br0" timeOffset="45408.23">16876 16507 190 0,'0'0'27'0,"0"0"6"0,0 0-6 16,0 0-20-16,0 0-5 0,0 0 4 31,0 0 6-31,0 0 3 0,1 0-1 0,1 0-6 16,0 0-4-1,2 0-4-15,2 0 1 0,2 0-2 0,0 0 2 32,1 0-3-32,1 0-9 15,1 0-7-15,1 0-23 16,-2 0-28-16,-3 0-44 0</inkml:trace>
  <inkml:trace contextRef="#ctx0" brushRef="#br0" timeOffset="45600.09">16921 16606 267 0,'0'0'-6'0,"0"0"10"16,0 0-3-16,30 0-1 15,-18 0 0-15,0 0 0 16,0 0-2-16,2 0-14 0,-1-1-24 15,-1-4-67 1</inkml:trace>
  <inkml:trace contextRef="#ctx0" brushRef="#br0" timeOffset="47009.85">17359 16177 208 0,'0'0'13'0,"0"0"8"0,0 0-11 0,0 0-9 0,0 0-1 16,0 0 1-16,0 0 2 16,0 0 4-16,-34-12 5 15,29 11-2-15,-3-1-3 16,0 2-5-16,2-1 0 15,0 1-2-15,-1 0 0 16,1 0 0-16,2 0 0 0,0 0 0 16,1 0 0-16,-2 0 0 15,2 0 0-15,-1 3 0 16,1 0-2-16,-1 0-1 16,0 1 2-16,1-1 1 0,1 3 0 15,-1-2 0-15,0-1-1 16,2 2 1-16,-1 1 0 15,2 0-1-15,0 0 1 0,0 3-1 16,0-1-1-16,0 0 2 16,0 2-1-16,3 0 1 15,0-1-1-15,0 0 1 16,-1 2 0-16,1-1 0 16,0 0 0-16,-2 1 1 0,1 2-1 15,1 0 1 1,0 0-2-16,0 2 1 0,0-2 1 15,0 1-1-15,0 0 0 16,-1 1 0-16,0-2 0 16,0-1 2-16,-1 3-2 15,1-2 1-15,-1-1 0 0,1 2 0 16,0-2 1-16,0 1 0 16,1 1 1-16,0 0 0 0,-3-1-1 15,2-1 1-15,-2 2 0 16,2-1-1-16,-2-1 0 15,1 0 2-15,0 1-1 16,-1-1-1 0,2 1 2-16,-2 0-3 0,0-1 2 0,0 1-3 15,2-1 1 1,-2 1-1-16,0-2 1 0,0 1-1 16,0-1 0-16,0-2 0 0,0 3 1 15,1-3-1-15,-1 1 0 16,0 2 0-1,0-1 1-15,0-1-1 16,0 0 0-16,1 0 1 0,-1 1-1 0,0-2 0 31,2 1 1-31,-2-1-1 0,0 0 1 0,1 0-1 16,-1 0 0-16,0 1 0 0,2-2 3 31,-2 1 4-31,0 0-2 16,0-2-1-16,0 1 1 15,2-2-3-15,-2 0-1 16,1 0 0-16,0 0-1 0,0 0 0 16,0 0 1-16,0 0-1 15,0 0 0-15,0 2 0 16,2-1 0-16,-2-1 1 16,1 1-1-16,-1-1 1 15,1 0 3-15,0 1 7 0,2-1-1 16,-2-1 0-16,1 3-2 15,0-3 11-15,0 0-11 16,0 3 2-16,1-2-3 16,0 0 1-16,-1 2 1 15,2-3 3-15,-2 3 2 0,2-3 3 16,0 1-10-16,2-2-3 16,0 1-2-16,0-1-1 15,2 0 0-15,1 0-1 16,1-2 0-16,0 1-1 0,1-3-3 15,0 1-5 1,4-1-15-16,1 0-10 0,-1 0-46 16,3-5-10-16,1-3-111 15</inkml:trace>
  <inkml:trace contextRef="#ctx0" brushRef="#br0" timeOffset="49671.94">17754 16294 102 0,'-5'3'0'0,"1"0"0"0,-2 0 0 0,2 1 0 0,-2 2 1 16,1 0 0-16,0 2 3 15,0 2 0-15,1 0 1 16,2 0-3 0,1-1 0-16,1 0 2 0,0-1-2 0,2-2 3 15,4 1 7-15,1-4 6 16,3 0 16 0,0 0-12-16,2-2-12 15,-1-1 0-15,0 0-5 0,1 0-4 0,1-1-1 16,-2-2-1-16,-1-2-15 15,-2 0 5-15,0-2 10 16,-2 1 2 0,0-1 8-16,-3-1 4 0,1-2 3 0,-2 1-1 31,-1 0-3-31,0 0 2 0,-1 0-2 0,0 2 2 16,0-1-2-16,-1 0 1 15,-2 1-3-15,-1 0 2 0,0 2-2 31,-2-1-3-31,-1 2-6 16,-2 2-2-16,0 1 2 16,-3 1-3-16,0 0-7 0,-1 0 0 15,-1 2-2-15,2 4-4 16,0 1-12-16,1 0-16 16,1-1-45-16,3-1-59 15</inkml:trace>
  <inkml:trace contextRef="#ctx0" brushRef="#br0" timeOffset="49886.68">18010 16307 297 0,'0'0'15'0,"0"0"-12"0,0 0-15 0,0 0-83 16,0 0-47-16</inkml:trace>
  <inkml:trace contextRef="#ctx0" brushRef="#br0" timeOffset="50398.64">18168 16248 252 0,'0'0'23'0,"0"0"1"31,0 0-3-31,0 0-14 0,0 0-3 15,0 0-5-15,0 0 1 0,0 0-3 16,-11 15 3 0,8-8-1-16,0-1 2 0,2 1-1 0,-1-1-1 15,2-1 0-15,0-2-1 16,0 0 0-16,0-1 0 16,2-1 6-1,2-1 0-15,2 0 3 16,2 0 1-16,-2 0-1 15,1 0-3-15,2 1-2 16,-1 1 0-16,-1-1-2 16,0 1 0-16,-1 0 0 0,0 1 2 15,0 0-4-15,0 1 2 16,0-1 0-16,-1 3 2 16,-2-2-2-16,-1-1-2 15,-2 2 0-15,0-1 1 16,0 0 0-16,-1 0-1 0,-3-1 1 0,-3 1 1 15,-4 0-1-15,2-2-3 16,-3 1-9 0,2-1-6-16,-1-1-18 0,0-1-24 15,3 0-50 1</inkml:trace>
  <inkml:trace contextRef="#ctx0" brushRef="#br0" timeOffset="50560.59">18180 16241 277 0,'0'0'8'0,"0"0"-8"0,31-10 0 16,-17 7-6-16,2 0-32 0,-1 1-74 0</inkml:trace>
  <inkml:trace contextRef="#ctx0" brushRef="#br0" timeOffset="51091.54">18391 16261 28 0,'0'0'69'0,"0"0"-76"15,0 0 13-15,0 0 13 0,0 0 27 32,0 0 24-32,0 0-15 15,0 0-31-15,-17-15-4 16,21 12-15-16,3 0-4 16,2-1 0-16,-2 1 0 0,1 1-1 15,1-1 1-15,0 3 1 16,0 0 4-16,0 0-3 15,-3 0-2-15,0 0-1 16,2 2 0-16,-4 3-1 0,-1 0-1 16,-2 1-6-16,-1 1-2 15,0 2 2-15,0-1-2 16,-4 1 3-16,-2-1 0 0,-1 0 2 16,-1-1-4-1,0-1 6-15,2-1 3 0,-1-1 0 0,4-2 1 31,0 1 1-31,2-1 3 0,1-2-1 0,0 2 0 16,0-2 1-16,0 0 4 16,0 0 3-1,2 0 1-15,3 0 0 0,0 0-6 0,2 0 1 32,1 0-4-32,1-2-1 0,1 2 0 15,0-2-3-15,2 1 0 0,0-1-4 0,2 0-29 16,-2-2-72-16</inkml:trace>
  <inkml:trace contextRef="#ctx0" brushRef="#br0" timeOffset="51613.65">18649 16249 254 0,'0'0'3'0,"0"0"-4"0,0 0 0 15,0 0-2-15,0 0 1 16,0 0-5-16,0 0 9 0,0 0 3 16,18-27 3-16,-9 25 1 15,-1 1-4-15,0 0-2 0,0 0-2 16,1 1 0-16,-1 0-1 15,-1 0 0-15,-1 3 1 16,-2 2-2-16,-1 1-1 16,-1 3-11-16,-2-1-10 0,0 2-3 15,-3-1-17 1,-4 0 5-16,-1 0 0 0,-2-1 7 16,2-2 19-16,-3-2 9 0,1 1 5 15,2-2 27-15,0-2-1 16,3 1-11-1,2-2 7-15,1 0 21 0,2 0-9 16,0 0-14-16,0 0 4 16,2 0-1-1,4 0-15-15,0 0-2 0,2 0-2 0,2 0 2 16,-1-2-1 0,-2 1 3-16,3-1-5 0,-1 2 0 15,-2 0-3-15,1 0-2 16,2-1 0-1,-1 1-6-15,0-2-27 16,1-1-51-16,-2-1-109 0</inkml:trace>
  <inkml:trace contextRef="#ctx0" brushRef="#br0" timeOffset="52149.43">18932 16198 33 0,'0'0'3'0,"0"0"24"0,0 0 9 16,0 0-9 0,0 0 9-16,0 0 14 0,0 0-13 0,0 0-12 15,0 0-4 1,0 0-4-16,0 0-4 0,0 0-7 16,-4 0-6-1,3 0 0-15,0 5-4 0,0 2 3 16,-1 2 0-16,1 3 1 0,-1 0 0 15,1 4 0 1,-2-2 0-16,1 4 1 0,1-3-1 16,-2-2-1-1,2 2-11-15,-3-4-27 0,0-5-60 16</inkml:trace>
  <inkml:trace contextRef="#ctx0" brushRef="#br0" timeOffset="53020.11">17967 16721 66 0,'-5'2'15'0,"-2"-1"-9"0,0-1-14 0</inkml:trace>
  <inkml:trace contextRef="#ctx0" brushRef="#br0" timeOffset="53577.74">17824 16745 244 0,'0'0'13'0,"0"0"20"0,0 0-6 16,0 0-21-1,0 0-2-15,0 0 1 16,0 0-2-16,0 0-1 0,-18 0-1 0,13 2 0 31,1 3-1-31,-3 0 0 16,2-1 0-16,-1 3 1 0,1 2-1 16,1 0 0-16,-1-2 0 15,1 3-3-15,2-2 1 16,1 0-2-16,1-2 3 15,0 3-3-15,1-4-1 0,6 2 6 0,1-1 0 16,2 0 1-16,2-2-1 16,0-2-1-16,1 1 1 0,2-3-1 31,-2 0-7-31,1 0-14 16,-3 0 5-16,0-5 3 0,-4-1 4 0,-1-1 9 15,-2 1 3-15,-3-2 2 16,-1 0 5-1,0-1 3-15,0-1-2 0,-3 2-1 0,-4-2-4 16,2 0-3 0,-4 1 5-1,2 1-3-15,-2 2-2 16,0-1-2-16,1 5-2 0,-2 2-6 16,0 0-11-16,0 0-10 15,0 5-4-15,1 0-38 16,1-3-87-16</inkml:trace>
  <inkml:trace contextRef="#ctx0" brushRef="#br0" timeOffset="53770.23">18034 16795 349 0,'0'0'22'0,"0"0"-16"0,0 0-5 16,0 0-7-16,0 0-20 15,0 0-21-15,0 0-76 0</inkml:trace>
  <inkml:trace contextRef="#ctx0" brushRef="#br0" timeOffset="54348.37">18284 16712 22 0,'0'0'-22'16,"0"0"22"-16,0 0 28 31,-31 25 22-31,26-17-14 0,-1 3-3 0,2-2 0 15,1-1-14 1,2 0-2-16,1 2-2 16,0 0-6-16,0-2-5 15,1 0 0-15,5 0-2 0,0 0 5 16,2-2 5-16,1-1-2 16,0 0 0-16,2-2-4 15,0-1-2-15,1-2 0 16,0 0-1-16,0 0 0 0,-1 0 0 15,-3-2 3 1,0-4 1-16,-2 2 0 0,-3-1 3 16,-1-1 4-16,-1 0 8 15,-1 0-4-15,0 0-7 16,-1 2-3-16,-4 0-3 0,-2 2 0 16,-1 0-5-16,1 2-1 15,-3 0 1-15,0 0-3 16,-2 4-10-16,0 1-21 15,1 2-5-15,1 0-8 0,1-4-59 16</inkml:trace>
  <inkml:trace contextRef="#ctx0" brushRef="#br0" timeOffset="54668.85">18352 16673 275 0,'0'0'4'0,"0"0"-8"0,0 0-53 16,0 0 39-1,0 0 10-15,-32 26 1 16,24-15 0-16,-1-1-32 0,0-2-54 0</inkml:trace>
  <inkml:trace contextRef="#ctx0" brushRef="#br0" timeOffset="55220.74">18478 16754 158 0,'0'0'46'16,"0"0"-33"-16,0 0 4 16,0 0-3-16,0 0 2 15,37-7 1-15,-26 5 4 0,1 0-2 16,0 2-5-16,-1 0-3 15,-2 0-6-15,0 0-3 16,-3 0-1-16,-1 5-1 16,-3 0-1-16,0 1-2 15,-2 3 0-15,0-3 0 16,-2 5-2-16,-5-1-4 0,-2 0-5 16,1 0-5-16,-1-1 2 15,0 0 1-15,0-3 11 0,3-2 5 16,1-1 2-16,3 0-1 15,0-1 1-15,2-1 2 16,0-1 3-16,0 0-2 16,0 0 8-16,4 0-3 0,3 0-2 15,0 0-1 1,1 0-1-16,2 0 2 0,0 0 1 16,1 0-3-16,0 0-5 0,2 0 0 15,-3-1-2-15,1-1-17 16,0-1-29-1,-2 0-58-15</inkml:trace>
  <inkml:trace contextRef="#ctx0" brushRef="#br0" timeOffset="55733.85">18708 16774 128 0,'0'0'154'0,"0"0"-144"0,0 0-5 16,0 0-5 0,0 0 0-16,0 0 0 15,0 0-2-15,0 0 1 16,0 0 2-16,4 27 1 16,-2-19-2-16,-1-1 0 0,2 1 1 15,2-4-1-15,-1 1 1 16,2-1-1-16,-1-3 2 15,3 0-2-15,-3-1 0 16,2 0 0-16,1 0 0 0,1 0 1 16,-3-1-1-16,2-3 2 15,-1-2 0-15,-2 1 1 16,2-2 1-16,-2 0-1 16,0-1-3-16,-3 0 0 15,1 1 0-15,0 0 0 16,-1 1-1-16,-1 1 2 0,1 0-1 15,-1 3 0-15,-1 1 1 16,1 0 1-16,-1 0 1 16,0 1 0-16,0 0-4 0,0 0 0 15,0 5 2 1,0 1-1-16,0 1 1 0,0 2 0 16,0-1 3-16,0 3-2 0,0-3-1 15,0 1-1 1,2-1 1-16,1 0 0 0,-1-3-2 15,1-1-15 1,2-1-31-16,-1-1-66 16</inkml:trace>
  <inkml:trace contextRef="#ctx0" brushRef="#br0" timeOffset="56181.55">18976 16733 257 0,'0'0'4'0,"0"0"-1"0,0 0-3 0,0 0-7 0,0 0 3 31,0 0 4-31,0 0 1 0,0 0-1 16,0 0 0-16,0 0 1 15,-15 25-1-15,12-19 0 16,1-2 0-16,1 0 0 15,1 0 0-15,0-1-1 16,1-2 4-16,5 0 11 0,-1 1 1 16,3-2 0-16,-1 2-3 15,2-1 1-15,-2 1-2 16,1-2 0-16,1 3 2 16,-1-1-5-16,-1 3-3 0,-1-2-4 15,1 1-1-15,-4 1 0 16,0 1-1-16,-1-1 1 15,0 1 0-15,-2 0-2 16,0 0 2-16,0-1-1 0,0 0-1 16,-5 1 4-1,0-2-8-15,-2 0 5 0,-1-1-3 16,1-2-9-16,-2-1-16 16,0 0-28-16,-2 0-83 15</inkml:trace>
  <inkml:trace contextRef="#ctx0" brushRef="#br0" timeOffset="56338.82">19006 16750 264 0,'0'0'0'0,"0"0"0"0,0 0-2 0,35-25-11 16,-25 20-21-16,-1-5-40 15,1 2-61-15</inkml:trace>
  <inkml:trace contextRef="#ctx0" brushRef="#br0" timeOffset="57407.39">19075 16132 211 0,'0'0'34'16,"0"0"-8"-16,0 0-14 15,0 0-5-15,0 0-2 16,0 0-2-16,0 0 0 0,33-6 1 16,-23 6 1-16,-2-1 0 15,3-1 0 1,0 2-1-16,1-1-2 0,2 0 2 16,1 0-4-16,0-1 0 0,1 1 0 15,0 1 1 1,0-1-2-16,-1 1 2 0,0 0-2 15,-1 0 2 1,-2 0-1-16,1 0 0 0,-5 0 0 0,0 0 0 16,-2 0 0-16,-2 0 0 15,-2 1 0 1,-1 1-1-16,0 1 1 0,-1 1-4 16,0 1 3-1,0 1 1-15,0 4 1 0,0-1 0 0,0 2-1 16,0 2 3-1,0-1-3-15,0 2 0 0,0 0 0 16,2 3 0 0,0-1 0-16,0 2 0 15,-1 1 0-15,1 0 1 16,3 2-1-16,-4-1-1 0,1 3 2 0,1 0-2 16,1-1 2-16,-2 4 0 15,1-2-2 1,1 0 3-16,-1 0-2 0,-3 2 0 0,1-3 1 15,-1 3 0 1,1-4 0-16,-1 1-2 16,1-3 2-16,1-1 2 0,-1-1 6 15,1-2-3 1,-1 1 0-16,-1-1-3 16,1-1-1-16,-1-1-1 15,0 1 0-15,0 0 0 0,0-3-1 0,0 2 0 16,0-2 0-1,0 1 1-15,0-1-1 16,0 2 0-16,0-3 0 16,0 0 0-16,0 1 1 0,2-2 0 15,-1 2-1-15,1-3 1 0,-2 1-1 0,0-1 0 32,0 0 0-32,0 1 0 15,-3-3 2-15,0 1 7 16,-3 0 0-16,0-1 1 15,-2 0 8-15,0 1-3 0,-3-2-5 16,-1 1-5-16,-5 0-3 16,-2-1-2-16,-5 1-2 15,-3-2-30-15,-7-2-37 16,-3-3-108-16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5-12-14T05:53:15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14624 15559 85 0,'0'0'11'0,"0"0"1"0,0 0-8 15,0 0-3-15,0-2 0 0,0 2 0 16,0 0 0-16,0-1 3 16,0 1 4-16,0 0-1 15,0-2-5-15,0 2-1 16,0 0-2-16,0 0 0 16,0 0 1-16,0 0-1 0,0 0-2 15,0 0 0-15,0 0 1 16,0 0 0-16,0 0 2 15,2 3 0-15,0-1-1 16,0 1 1-16,0 0-1 16,1 1 1-16,0-1 0 15,-1-1 0-15,1 1 0 0,-2-3 0 16,1 0 0-16,2 0 2 16,2 0 7-16,1-6 22 15,7-5-1-15,4-4-16 16,6-5-8-16,9-6-3 0,6-8-2 15,6-8 1-15,5-8-6 16,5-9-93-16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43:46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4448 2110 49 0,'0'0'4'0,"0"0"4"0,0 0-6 0,0 0-1 0,0 0 1 16,0 0-1-16,0 0 2 15,0 0-1-15,0 0-2 16,0 0 0-16,0 0 3 16,0 0 3-16,0 0-4 15,0 0-1-15,-3 3-1 0,3-1 1 16,0 0 1-16,4 1 1 16,2 1-1-16,3 2 2 15,1-3 0-15,0 4-1 16,1 1-2-16,0-2 1 15,-2 3 0-15,0-1-2 16,2 3 1-16,-2 1 1 0,0-2 2 16,0 1 1-16,0 2 0 15,2 1-2-15,0-1 2 16,3 1-3-16,-1-1 0 16,3-2-1-16,-3-1 1 15,3 0-1-15,-1-3 2 0,-1-1-1 16,-1-2 1-16,-2 1-1 15,1 0 0-15,-1-1-1 16,-2 1 0-16,2-1 1 16,-4-1-2-16,-3-2-18 15,0-1-44-15</inkml:trace>
  <inkml:trace contextRef="#ctx0" brushRef="#br0" timeOffset="555.47">4698 2082 85 0,'0'0'7'0,"0"0"5"0,0 0-9 0,0 0-1 16,0 0 3-16,0 0 3 15,0 0 0-15,0 0 0 16,0 0-1-16,-40 49 1 15,27-30 2-15,-5 4 2 16,0 2-1-16,0 3 1 0,-2-2-6 16,2 4 0-16,0-3-3 15,3-3-1-15,4 0-1 16,1-1-1-16,2-5 1 16,5 0-2-16,3-6-1 15,0-2-26-15,3-7-42 16</inkml:trace>
  <inkml:trace contextRef="#ctx0" brushRef="#br0" timeOffset="925.04">4875 2335 123 0,'0'0'5'0,"0"0"13"0,0 0 13 0,0 0-7 16,0 0-7-16,0 0 2 16,0 0-12-16,0 0-11 15,0 0 5-15,0 0 0 0,-7 56-1 16,7-26 0-16,0 4 1 16,0 7-3-16,0 6-54 15,-7 3-88-15</inkml:trace>
  <inkml:trace contextRef="#ctx0" brushRef="#br0" timeOffset="1564.9">4513 3405 81 0,'0'0'10'0,"0"0"5"0,0 0 1 0,0 0-3 0,0 0 2 16,0 0 5-16,0 0 1 16,0 0 0-16,0 0-15 15,0 0-9-15,0-9 6 16,5 13-4-16,3 4 2 0,3 3-2 15,1 1 1-15,1 1 1 16,1 2-1-16,-1-2 0 16,1-1 0-16,-2 0 3 15,-1 0-2-15,1-2 0 16,-3-1-1-16,-1 1 0 0,2-1 1 16,-3-1-1-16,-1 1 0 15,-1-5-20-15,-1-1-49 16,-2-3-66-16</inkml:trace>
  <inkml:trace contextRef="#ctx0" brushRef="#br0" timeOffset="1870.89">4685 3353 163 0,'0'0'-1'16,"0"0"7"-16,0 0-4 16,0 0-2-16,0 0 0 15,-31 47 2-15,26-26 3 0,-3 2 2 16,3 1 1-16,-4 0 5 16,2 0-4-16,0-4 2 15,-1 0-5-15,-2-3-1 16,1-1-1-16,3-1-2 15,-2-2-1-15,2 0 0 0,2-2-1 16,4-1 0-16,0 0-5 16,0-7-54-16,6-3-75 15</inkml:trace>
  <inkml:trace contextRef="#ctx0" brushRef="#br0" timeOffset="2326.94">4837 3569 129 0,'0'0'7'0,"0"0"17"16,0 0-1-16,0 0-4 15,0 0-7-15,0 0-4 16,0 0 1-16,0 0-1 15,-4-19-3-15,4 15-4 0,6-2 1 16,3 0-1-16,2 2-1 16,0-1 0-16,3 3-1 15,-1 2 3-15,-1 0-2 16,-1 0 1-16,-3 3-1 16,-1 7 0-16,0 0-1 15,-6 3 0-15,-1-2 0 0,0 3 2 16,-8 2 1-16,-1-2-1 15,-4 0-1-15,1-1 1 16,1 0-1-16,3-3 1 16,0-3 0-16,4 0-1 0,2-4 1 15,2 0-1-15,0-3 0 16,0 0-2-16,4 0 3 16,10 0 3-16,6-7 2 15,9-3-4-15,9-2-2 16,5-5 2-16,4-5-38 0,-2-7-175 15</inkml:trace>
  <inkml:trace contextRef="#ctx0" brushRef="#br0" timeOffset="3060.34">6748 2535 42 0,'0'0'0'0,"0"0"2"0,0 0-2 16,0 0 1-16,0 0 0 16,0 0 2-16,0 0 5 0,-36-37-3 15,31 32-3-15,1 1-2 16,2 0 0-16,0 4 0 15,0-1 0-15,2-1 0 16,-3 2 0-16,1 0 2 16,0 0 3-16,1-1 9 15,-1-2 5-15,2 3-6 0,-2-2-1 16,2 1 4-16,-2-2-1 16,2 3 0-16,0 0-2 15,0 0-15-15,0 0 2 16,4 4 2-16,6 5-2 15,-2 4 0-15,5 1 0 0,4 4 1 16,0 2 0-16,1 0-1 16,1-1 0-16,0-1 2 15,-1 0-2-15,-1-3 0 16,2-4 1-16,-4 0 1 16,-1-2-1-16,1-2 1 0,-1 0-2 15,-5-5-24-15,-3-2-48 16</inkml:trace>
  <inkml:trace contextRef="#ctx0" brushRef="#br0" timeOffset="3373.56">6899 2438 128 0,'0'0'5'0,"0"0"-4"0,0 0-2 15,0 0 3-15,0 0 1 16,0 0 5-16,-30 47 7 0,18-24 1 16,-3 2 5-16,1 5-10 15,-2 0-3-15,1 1-2 16,3-2-3-16,0-2-2 15,3-2 0-15,2-5 0 16,4 0-1-16,3-6-1 0,0-3-6 16,5-8-38-16,9-3-24 15</inkml:trace>
  <inkml:trace contextRef="#ctx0" brushRef="#br0" timeOffset="3877.94">7112 2457 97 0,'0'0'2'0,"0"0"-1"15,0 0 3-15,-35 38 2 16,28-21 0-16,0-1 0 0,4 0 2 16,3 2 2-16,0-3-1 15,0 1 0-15,6-3-2 16,3-2-1-16,1 0 1 16,-1-2 1-16,1-1-1 15,2-2-2-15,2 0-1 0,-1-5-1 16,1 1 1-16,2-2 0 15,2 0 0-15,-1-3 2 16,1-6-4-16,-1-2 2 16,2-3-2-16,-4-2 1 15,-1 0-1-15,-3-2 1 0,-2-2 1 16,-4 0 1-16,-5 3-1 16,0-4-1-16,-2 4-2 15,-8 3 1-15,-3 2-1 16,-3 4 2-16,-1 5 0 15,-2 3-3-15,2 0-1 16,-1 3 1-16,2 8-2 0,5 2-13 16,5 0-30-16,5-1-19 15,1-4-46-15</inkml:trace>
  <inkml:trace contextRef="#ctx0" brushRef="#br0" timeOffset="4246.24">7501 2384 115 0,'0'0'6'0,"0"0"0"0,0 0-4 16,0 0-2-16,0 0 1 16,0 0 4-16,0 0 1 15,0 41 3-15,0-22 0 16,0 5-2-16,0 0 0 16,4 2-1-16,1-1-1 0,0-2-2 15,-1-2-1-15,2-2-1 16,-3-5 0-16,0-1 0 15,-1-2 0-15,0-4 1 16,-2-2-2-16,0-3-5 16,0-2-20-16,-4 0 10 0,-2-3-39 15</inkml:trace>
  <inkml:trace contextRef="#ctx0" brushRef="#br0" timeOffset="4824.66">7487 2421 92 0,'0'0'4'0,"0"0"-3"15,28-40 2-15,-15 29-2 16,0-2-1-16,0 2 1 16,1 2-1-16,1 2 1 0,-1 0 3 15,-1 1-1-15,1 2 2 16,-1 3 0-16,-2 1-4 15,5 0 0-15,-5 0 0 16,1 3-1-16,-4 5 0 16,1 4 1-16,-5 1-1 0,-2 2 1 15,-2-1 1-15,0 0 3 16,-2-2-2-16,-6 2 1 16,-7-3-1-16,-1-1 2 15,0 0-1-15,0 0-2 16,1-1 0-16,1-3 0 0,3-1-4 15,0-1 4-15,4-1-2 16,3-2 0-16,-1 1 0 16,3-1 0-16,2-1 1 15,0 0-1-15,0 0-1 16,0 0-2-16,0 0 1 16,0 3 3-16,0-3-1 0,7 3 2 15,1 0-2-15,2 1 2 16,-2 0-1-16,4 2 0 15,1 0 1-15,1-1 2 16,2 2 2-16,1 0 0 0,-1-1 4 16,-1 0-2-16,-1 1-2 15,-1-3-2-15,1 2 0 16,-3 0-2-16,-1-2-1 16,2 1 0-16,-1-3-1 15,0 2 1-15,1 0 0 0,1-2-1 16,-1-2-17-16,-2 0-54 15</inkml:trace>
  <inkml:trace contextRef="#ctx0" brushRef="#br0" timeOffset="5948.86">7644 2100 57 0,'0'0'2'0,"-36"-20"-1"0,19 12 1 0,-2-1-1 0,3-1 2 16,-1 3 8-16,1-3 7 15,1 2-3-15,-3-2-1 16,2 0-5-16,-4 1-5 16,1 1 0-16,-2-1 0 15,-2 1 1-15,1-1 2 0,0 4-1 16,-3 0 3-16,-1-1 2 16,1 2-2-16,-3 1-3 15,-1 2-2-15,-1 1-2 16,-2 0 0-16,-3 0 2 15,-1 1-1-15,-4 8-2 0,-1 2-1 16,-1 1 0-16,-2 2 0 16,0-1 0-16,2 1 1 15,-1 1-1-15,2-3 0 16,1 2 1-16,2 0-1 0,-1 2 0 16,5 0 1-16,-1 2-1 15,2-1 0-15,5 3 1 16,1 1-1-16,3 2 0 15,4 1 1-15,0 2-1 16,2 1 0-16,3 1 0 16,1 3 0-16,2-1 2 0,2 1-2 15,3-1 0-15,0 0 0 16,2-3 1-16,3 0 0 16,2 0 2-16,0 1 2 15,0 1 3-15,0 0-4 0,7 3 1 16,2-1-4-16,0 3 0 15,4-1-1-15,1-2 0 16,1-3 1-16,3-1-2 16,1-4 1-16,2 1 0 15,2-4 0-15,0 0 1 16,2 0 1-16,1 0-1 0,3 0 1 16,-2-2-2-16,2 1 2 15,2-1-1-15,0-1 1 16,0 0-2-16,3 0 0 15,2-1 1-15,5-2 1 16,1-1-2-16,7-4 1 0,-2-1-1 16,4-4 1-16,-1-1 1 15,-2-2-1-15,0-1 0 16,-2 0 1-16,0 0 1 16,0-3-1-16,3-3 0 15,-2-1 0-15,3-2-1 0,1-1 0 16,-4-3-1-16,2 2 0 15,-5-3 1-15,2 0-1 16,0-1 1-16,-1-1 2 16,-7-1-1-16,2-1-1 15,-7 1-1-15,1-3 1 0,-5-1-1 16,-2-2 1-16,-4-2 0 16,1-4 2-16,-6-2-3 15,0-6 2-15,-5-3 1 16,-1-3-2-16,-4-2 0 15,-1-2 0-15,-7 3 0 0,0 0 3 16,0 3 4-16,-13-3 4 16,-5 2-6-16,-1-1-2 15,-5 0 1-15,-5 2-2 16,-4 1 0-16,-6 5-4 16,-3 3 0-16,-8 6 3 15,-10 4-3-15,-7 8-4 0,-10 7-28 16,-9 1-23-16,-8 3-91 15</inkml:trace>
  <inkml:trace contextRef="#ctx0" brushRef="#br0" timeOffset="10005.31">10395 1420 6 0,'3'5'9'0,"-1"1"2"0,0-2-4 0,0 2-2 16,1 0-1-16,1 2 1 15,0-1-3-15,-1 0 0 16,4 2-1-16,-3-2 0 0,1 3-1 16,1-1 1-16,-2-1 1 15,3 1 0-15,-2 0 1 16,0-3 0-16,1 4 0 15,0-1-1-15,1 1 0 16,0-2-1-16,0 3 0 0,-1 1 0 16,-3 1 0-16,3-2 0 15,-1 2-1-15,-2 2 2 16,1-3-1-16,0 3 1 16,-2 1-1-16,1 1 0 15,1 0 1-15,-2 0 0 0,0 3-1 16,1-2 1-16,-1 1 0 15,3 1 0-15,-3 1-1 16,2-1 0-16,-3 3 0 16,3 2 1-16,0 0-1 15,-2 0 0-15,2 2 0 0,-1 0 1 16,2 3 0-16,-3 0-1 16,0 1 0-16,0 3 0 15,0 0 0-15,-1 2 0 16,3 2 0-16,-4 2 0 15,2-2 0-15,-2-1-1 0,2-2 1 16,0 1-1-16,-1-3 1 16,0-2 0-16,0 4 1 15,1 1-1-15,0 1-1 16,-2 4 1-16,0 0-1 16,0 2 1-16,0 0 1 0,0-1-1 15,0-1 0-15,2 1 1 16,1-1 0-16,-1 3 2 15,0 1-3-15,1 2 1 16,-1-2 0-16,0 4 0 16,0 0 1-16,-2-3-1 0,0 1-1 15,0 0 1-15,0 4 0 16,0-1 1-16,0 1 1 16,0 0-1-16,2 1 1 15,-2 1 3-15,1 2-1 16,1 1 3-16,-2 1 3 15,0 2-1-15,1-1 1 0,2 2 0 16,-3 0-3-16,0 2-1 16,0 2-2-16,0-3 1 15,0 3 0-15,0-2-1 16,0 1-1-16,0-2-1 0,0 0 0 16,0 0 1-16,-4-1 2 15,1-1-3-15,-1-2-2 16,-3-3 0-16,0-1-1 15,0-5-1-15,1-4 1 16,-1-4-1-16,3-5 0 0,0-5 0 16,0-4-7-16,1-10-37 15,2-11-70-15</inkml:trace>
  <inkml:trace contextRef="#ctx0" brushRef="#br0" timeOffset="10845.11">9434 4635 135 0,'0'-1'3'0,"-4"-5"7"0,4 3 2 15,0-1-9-15,-1 4-1 0,1 0-1 16,0 0 0-16,0 0-1 16,0 0 1-16,0 0-2 15,0 0 0-15,0 0 0 16,2 0 2-16,8 0-2 16,3 4 1-16,4-1-4 0,7 0 6 15,7-2 5-15,8 1-3 16,3-2-1-16,9 0 0 15,2 0 0-15,5 0-3 16,7 0 1-16,7 0-1 16,3 1 2-16,8-1-2 15,7 0 1-15,4 0 2 0,4 0-1 16,3 0 1-16,11 0-2 16,6 0 1-16,5-3 2 15,6 1-2-15,8 0-1 16,6 2-1-16,3 0 1 15,5 0 1-15,1 1-2 16,5 4 1-16,0-2-1 0,3 1 1 16,3-3-1-16,-2-1 0 15,4 0 0-15,-1 0 1 16,0 0-1-16,-4 0 0 16,-6-4 0-16,-4 0 1 15,-7-3-2-15,-5-2 2 0,-6 1-1 16,-7-4 0-16,-6-2-4 15,-5-1-21-15,-11-4-29 16,-9-5-75-16</inkml:trace>
  <inkml:trace contextRef="#ctx0" brushRef="#br0" timeOffset="13142.7">9444 2448 71 0,'0'0'24'15,"0"0"-6"-15,0 0-5 0,0 0-6 0,0 0-1 0,0 0-4 16,0 0-2-16,0 0-2 16,0 0-10-16,0 0 8 15,0 0 3-15,0 0-5 16,0 0 3-16,0 0 2 15,0 0 0-15,0 0 2 16,0 0 0-16,0 0-1 0,0 0 1 16,0 0 0-16,0 0-1 15,0 3 0-15,1 0 0 16,0 0 1-16,-1 0-1 16,2 1 1-16,0 0-1 15,-2 0 0-15,4 2 0 0,-2-2 0 16,5 2 0-16,-2 1 0 15,2 0 2-15,-1 0-2 16,3 0 0-16,0 0 1 16,0 0-1-16,2-1 1 15,1 2 0-15,1 1 0 16,-4-2-1-16,4 3 1 0,-1 0-1 16,1 0 0-16,0 3 1 15,0 0-1-15,-1 1 0 16,1 2 0-16,-1 0 0 15,1 3 0-15,0 0 0 0,3 2 1 16,-3 1-1-16,3-2 0 16,-1 2 0-16,1-1 0 15,-1-1 0-15,2 2 0 16,3-3 1-16,-3 2-1 16,0 1 0-16,2 2 0 0,1 0 0 15,-2 2 0-15,0-1 0 16,1 3 0-16,0 1 1 15,1-1-1-15,-2-1 0 16,2 0 0-16,-2-1 1 16,0 0-1-16,2-1 0 0,-2-1 1 15,0 0-1-15,2-1 2 16,1 2-1-16,0 0 0 16,2 0 1-16,2 0-1 15,2 3 0-15,0-1 0 16,3 4-1-16,-1-1 0 15,5-2 0-15,-5 2 1 0,0 0-1 16,5-2 0-16,-6-1 0 16,1 2 0-16,1-1 1 15,-1 2-2-15,1 1 2 16,2 0-1-16,-1 2 0 16,1-2 1-16,4 0 1 0,-5 1-1 15,3-4 1-15,-3 2-1 16,0-2 2-16,1 4 1 15,-1 0 1-15,2 1-2 16,-1 5 0-16,1 1-2 0,0-1 0 16,1 1 2-16,-1-1-3 15,1 0 0-15,-1-1 1 16,-1-4 1-16,1 5 0 16,2-4 4-16,0 3 1 15,0-1 2-15,4-1-2 16,0 2 1-16,4-1 0 0,-3 0-1 15,4 1-1-15,-1 2 0 16,2 2-2-16,-2 3 1 16,1 1-3-16,1 4 0 15,-1-2 0-15,0-2-2 16,-2 2 2-16,-4-6-1 0,-1 2-1 16,0-2 1-16,-3-1-2 15,1-2 4-15,-3-1 0 16,3 0 2-16,-2-4 0 15,-1-2-1-15,3-2-2 16,-3-3-2-16,3 1 1 16,-4-1-1-16,-3-2 0 0,1-4-2 15,-5-6-27-15,-9-9-36 16,-5-5-54-16</inkml:trace>
  <inkml:trace contextRef="#ctx0" brushRef="#br0" timeOffset="15051.53">10067 1796 77 0,'0'0'10'0,"0"-1"2"0,2-3-2 0,-2 1 1 15,0-2-3-15,0 2-1 16,0 3 10-16,0-2-3 15,0 2-4-15,0-2 0 16,0 2-9-16,2 0-2 0,-2 0-1 16,3 0 1-16,1 4 0 15,3-1 2-15,-2 3-1 16,3 1 0-16,1-1 0 16,0 1 0-16,2 3 1 15,-2-1-1-15,1 2 0 0,1 1-1 16,1 1 2-16,2 3-1 15,-1-2 0-15,2 2 1 16,0-1-1-16,2 1 0 16,1 0 0-16,0 2 1 15,3-1-1-15,0 3 0 16,0-1 0-16,2 2 1 0,0 0-1 16,0 1 0-16,-1 0 0 15,3 5 0-15,-5-1 0 16,3-1 1-16,1 2-1 15,1 3 0-15,2-1 0 16,1 3 1-16,3-1-1 0,1 2 0 16,2-3 1-16,2 1-1 15,-1 0 0-15,3-2 0 16,-4 1 0-16,3 5 0 16,-2 0 0-16,2-2 1 15,1 6-1-15,-2-1 1 0,3 2 0 16,0-3-1-16,1 3 2 15,-2 1 1-15,1 0-3 16,-2 2 0-16,1 0 0 16,2 3 0-16,-1-2 1 15,1 0-1-15,2 0 1 0,-1-3 0 16,-1-2 0-16,2 0 0 16,-1 1 0-16,1-2 0 15,0 2 3-15,1 1-3 16,0 2 1-16,1-1-1 15,-1-2 0-15,3 3-1 0,-3-1 2 16,1 0-2-16,0 2 0 16,4-2 0-16,-2 1 0 15,2-2 0-15,-1-1 1 16,-4-3-1-16,2 0 0 16,-4-3 0-16,0 4 1 0,0-2-1 15,-1 2 0-15,-1 0 1 16,1 1 1-16,-3-1-2 15,-1 0 2-15,1-3-2 16,-5-1 1-16,1-3-1 16,-2-3 1-16,-1-1 0 0,0 0 0 15,0-5 0-15,-1 0 2 16,2 0 1-16,-2 0-3 16,-2-2 2-16,2 0-1 15,-4 0 0-15,-3 1-1 16,1-2 0-16,-4-2-1 15,1-1 2-15,-4 0-1 0,0-1-1 16,4-1 1-16,-2 1-1 16,-2-3 1-16,2-1-1 15,-1 1 1-15,-1-1-1 16,-1-4 1-16,-3 0-1 16,-1 0 0-16,-4-3 1 0,4 1 0 15,-5-1 2-15,1-1 1 16,0-1-1-16,-1 3 0 15,0-2-2-15,0 0 0 16,-1-1-1-16,-1 1 1 0,0 1-1 16,0-3 0-16,-2 1 1 15,1-2-1-15,0 2 0 16,1 1 1-16,-2-2-1 16,-2 2 2-16,3 0-1 15,-1 1 0-15,2-1 0 16,-2 2 0-16,0-2 0 0,-1 2 0 15,0-1-1-15,0-1 1 16,1 0 0-16,-1 0-1 16,3 1 1-16,-2 0-1 15,0 0 1-15,0 0-1 16,1 1-1-16,1-1 2 0,0 2-3 16,-1-2-12-16,-1 0-31 15,-2-4-39-15</inkml:trace>
  <inkml:trace contextRef="#ctx0" brushRef="#br0" timeOffset="16310.73">12388 5725 26 0,'-1'0'7'0,"-1"-3"14"0,1 1-9 0,-1 0-8 0,2 0-2 15,-2 2-2-15,0-3 1 16,-1 2-1-16,2-1 0 16,0 0 0-16,-1-1 0 15,2 0 3-15,-2 0 20 16,0 2 3-16,2-1-4 0,0 1-14 15,0-1 2-15,0 1-10 16,0 1 0-16,2-3 1 16,3 3 0-16,3 0-1 15,1 0 0-15,-1 0 0 16,2 0 0-16,-3 0 0 0,2 0 0 16,-2 0 0-16,1 0 1 15,-1 0-1-15,1 0 0 16,-2 0 0-16,1-3-1 15,1 2 2-15,-4-2-1 16,1 0 0-16,0 0-1 0,-3 0 2 16,0-4 6-16,-1 0 1 15,0-3-5-15,0 0-1 16,1-1 0-16,-1 1-2 16,2 0 1-16,1 0-2 15,0 0-1-15,2 3-21 0,-2 0-28 16</inkml:trace>
  <inkml:trace contextRef="#ctx0" brushRef="#br0" timeOffset="16488.91">12599 5529 140 0,'0'0'-31'0,"0"0"32"0,0 0-1 0,0 0-1 16,-46 53-8-16,32-32-18 16,-1-2-22-16</inkml:trace>
  <inkml:trace contextRef="#ctx0" brushRef="#br0" timeOffset="16687.77">12426 5673 159 0,'0'0'4'16,"0"0"18"-16,0 0-18 16,0 0-2-16,0 0-5 15,0 0 8-15,48-28-20 16,-37 18-47-16</inkml:trace>
  <inkml:trace contextRef="#ctx0" brushRef="#br0" timeOffset="16837.54">12436 5746 155 0,'0'0'0'0,"0"0"4"16,0 0-6-16,42-37-4 15,-17 10-15-15,4-1-96 16</inkml:trace>
  <inkml:trace contextRef="#ctx0" brushRef="#br0" timeOffset="17265.16">13236 5100 69 0,'0'0'25'0,"0"0"-20"0,0 0 10 16,45-37 6-16,-25 22-8 15,-2-1-10-15,4 1-2 16,-4 1-1-16,1 3 0 16,-4 1-1-16,-1 4-6 15,-1 1-15-15,-3 2-11 16,-7 1-50-16</inkml:trace>
  <inkml:trace contextRef="#ctx0" brushRef="#br0" timeOffset="17486.02">13259 5111 138 0,'0'0'8'15,"0"0"-1"-15,0 0-7 0,0 0 0 16,44-25 2-16,-19 9-2 15,4-2 2-15,-2-2-1 16,0 1-13-16,-5 3-23 16,-2 1-72-16</inkml:trace>
  <inkml:trace contextRef="#ctx0" brushRef="#br0" timeOffset="17699.04">13362 5047 23 0,'0'0'2'0,"0"0"-1"15,37-27 0-15,-21 17-1 16,-1-1 1-16,-3-2-2 15</inkml:trace>
  <inkml:trace contextRef="#ctx0" brushRef="#br0" timeOffset="18645.18">9352 2496 125 0,'0'0'0'0,"0"0"0"0,0 0 1 0,51-34-2 0,-31 20-16 16,-1-1-17-16</inkml:trace>
  <inkml:trace contextRef="#ctx0" brushRef="#br0" timeOffset="18958.72">9875 1849 163 0,'0'0'-4'0,"0"0"16"15,0 0 0-15,0 0-3 16,0 0-5-16,49-47 0 0,-27 30-1 15,-1-4-53-15</inkml:trace>
  <inkml:trace contextRef="#ctx0" brushRef="#br0" timeOffset="20797.5">7264 3199 46 0,'-2'-11'-13'0,"2"-2"15"0,0 0 0 0,0-1 0 16,2 1-2-16,1-1 1 0,-1 2-1 15,-1-1 1-15,-1 4-1 16,0 0 1-16,0 1-1 15,0 5 2-15,0-1-4 16,-1 3 0-16,0 1-1 16,0 0-14-16,1 1 18 0,-1 10 7 15,-1 5 10-15,2 5 8 16,-2 6-8-16,2 9-8 16,0 9-8-16,0 5-1 15,0 4-6-15</inkml:trace>
  <inkml:trace contextRef="#ctx0" brushRef="#br0" timeOffset="24025.9">12172 6183 15 0,'5'6'2'0,"-3"1"2"0,1 0 0 0,1 0 4 15,0 1 0-15,0-3 0 16,1 1-1-16,-1-3 0 16,3-2 2-16,2-1-5 0,0 0 4 15,7-6 3-15,-1-5-5 16,4-6-1-16,2 0 0 15,6-6 3-15,-2-3 2 16,2-3 3-16,2-1-1 16,0-1-4-16,-2-2-4 0,2 6-3 15,-2 0-1-15,-3 7-2 16,-4 2-21-16,-5 2-56 16</inkml:trace>
  <inkml:trace contextRef="#ctx0" brushRef="#br0" timeOffset="24730.93">13451 5226 3 0,'0'0'12'15,"0"0"-6"-15,0 0-3 0,0 0 2 0,0 0 3 16,0 0 0-16,0 0 0 16,0 0 10-16,0 0-3 15,0 0 1-15,0 0-1 0,0 0-5 16,39 3-2-16,-24-15-1 16,0-2-1-16,3-1 7 15,-2-1-1-15,2-1 2 16,4 4-1-16,-4-1-3 15,4 0-8-15,-4 5-2 0,4 1-2 16,-3-3-49-16,-2-2-108 16</inkml:trace>
  <inkml:trace contextRef="#ctx0" brushRef="#br0" timeOffset="27367.44">13283 8413 75 0,'0'-4'6'0,"0"1"5"0,0-1-1 0,0 2 3 16,0-2 6-16,0 4 1 15,0 0-4-15,0 0 0 16,-1 0-4-16,-1 0-12 0,0 6 2 16,-2 5-4-16,-2 2 4 15,3 0-1-15,1 1 1 16,0-1-1-16,2-3 0 15,0-2 0-15,0 0 1 16,4-3-1-16,3-2 0 0,0-3-1 16,4 0 1-16,0 0-1 15,-1 0 1-15,1-6 0 16,-1-1 1-16,-1-3-1 16,-1 0-1-16,-5 0 2 15,0 0-1-15,-3 0 2 16,0 2 0-16,0 1 3 0,-6 1-2 15,-2 2 2-15,-1 1-5 16,-1 2-1-16,2 1 0 16,-1 0-2-16,-1 4 3 15,3 4 0-15,-2 1 0 16,4 2-1-16,-1 3 0 0,1-2-1 16,3-1 2-16,0-1-1 15,2-2 0-15,0-2 0 16,0 0 0-16,2-3-2 15,4-2 0-15,3-1 1 16,-2 0 1-16,4-1 0 16,0-8 2-16,-2 1-1 0,-3-2 0 15,-1-2 0-15,-2-2 4 16,-3 3-1-16,0-2 1 16,-3 2 2-16,-3 2-1 15,-5 2 2-15,0 4-5 16,2 2-3-16,-5 1 1 0,3 0-3 15,-1 11 2-15,2 0 0 16,5 5 0-16,1 3-2 16,2-1-28-16,2 0-53 15</inkml:trace>
  <inkml:trace contextRef="#ctx0" brushRef="#br0" timeOffset="28350.94">13324 10167 95 0,'0'-7'13'0,"0"-1"18"0,0 2-5 0,0 0-11 0,0 2-4 15,0 1-4-15,0 3 0 16,-2-1 3-16,0 1-1 0,1 0-2 15,1 1-7-15,-2 6 4 16,2 3-5-16,0 3 2 16,0 0 0-16,0-2 0 15,2 2-1-15,2-5 1 16,3 1-1-16,-2-5 1 16,3-2-1-16,-3-2-2 15,0 0 2-15,-1 0 1 0,-2-2 0 16,-2-4 2-16,0-1 3 15,0-1 2-15,-4 1 2 16,-6 1-4-16,-1 2-4 16,0 2-2-16,-1 2-3 15,2 0 2-15,1 6 0 0,0 4 6 16,4 3-5-16,1 1 1 16,1 0-1-16,2-1-1 15,1 0 1-15,0-4 0 16,6-1-2-16,1-5-1 0,3-2-1 15,0-1 0-15,-3 0 2 16,3-4-2-16,-2-5 13 16,-1-5-11-16,-1 2 6 15,-2-3 0-15,-4 2 0 16,0 2 2-16,0 1 5 16,-4 3 1-16,-5 1-6 15,1 3-3-15,1 3 1 0,-2 0-4 16,4 2-3-16,-1 8 5 15,3 4-6-15,1 3-24 16,0-3-33-16,0-4-65 16</inkml:trace>
  <inkml:trace contextRef="#ctx0" brushRef="#br0" timeOffset="29368.63">11915 8524 101 0,'0'0'1'0,"0"0"1"0,0 0 0 0,-42-3 1 16,31-1 8-16,4-2 10 16,-2-2 10-16,5 0 5 0,-2-2-13 15,6-1-10-15,0 1-1 16,3 0-4-16,6-1-6 15,4 1-1-15,2 3 1 16,0 1-2-16,3 5 1 16,-1 1-1-16,1 0 0 15,-2 1 0-15,0 5-1 0,2 5 1 16,-5 1 0-16,-4 3-2 16,2-2 1-16,-4 5 0 15,-5-2 0-15,-2 3-1 16,0-1 4-16,0 1-2 15,-7-2 1-15,1-2-1 0,-3-4 1 16,4-3-1-16,-1-4 1 16,4-4 0-16,1 0 0 15,1 0 0-15,0-6-2 16,0-2 0-16,0-5 1 16,3-1-2-16,3-2 0 0,-1-1-3 15,4 0 0-15,-2-3 1 16,3-1 2-16,-1 2-2 15,-1 0 3-15,2 2 0 16,-5 1 1-16,-1 3 0 16,-2 3 1-16,-2 3-1 0,0 1 1 15,0 5-1-15,0 1 1 16,-2 0-2-16,-2 5 2 16,1 6-1-16,2 3 0 15,1 0 2-15,0 3-2 16,0 1 0-16,6 0 0 0,5-2 1 15,2 0-2-15,2-3 2 16,6-3-2-16,0-2-4 16,1-7-25-16,2-1-45 15</inkml:trace>
  <inkml:trace contextRef="#ctx0" brushRef="#br0" timeOffset="29540.28">12384 8376 248 0,'0'0'10'0,"0"0"-4"0,0 0-3 0,0 0-4 15,0 0 0-15,-4 56 0 16,4-21-2-16,0 9-18 16,0 9-34-16,0 4-41 15</inkml:trace>
  <inkml:trace contextRef="#ctx0" brushRef="#br0" timeOffset="30606.9">12290 10379 134 0,'0'0'4'16,"0"0"18"-16,0 0-11 16,0 0-8-16,-35 0-1 15,29 0 2-15,1 0 8 0,-4 0 7 16,6 0-4-16,-1 0-7 16,0 0-2-16,2-1-3 15,2-3-2-15,0-1 2 16,0-1-3-16,2-4-2 15,6 3 5-15,4-3-3 0,-1 0 1 16,0 2 0-16,2 2 1 16,-1 0-2-16,2 5 0 15,0 1 0-15,0 0-2 16,-1 3-1-16,0 8 1 16,0 2-1-16,-3 1-1 0,-1 5 4 15,-2-4 2-15,-3 2-2 16,1 0-2-16,-5-1 1 15,0-3 1-15,0-2 0 16,0-1 1-16,0-3 0 16,0 0-1-16,0-5 1 0,0-1-1 15,2-1 2-15,-2 0-1 16,0-1 3-16,0-8-1 16,0-4-2-16,0-2 4 15,0-4-3-15,0-1-1 16,0-1 2-16,0 3-1 0,0-1-2 15,0 2 0-15,0 2 0 16,0 2 1-16,0 4-1 16,0 2 0-16,0 3 0 15,2 1 0-15,-1 0 0 16,2 3-1-16,2 0-2 0,0 4 0 16,1 6 1-16,1 0 3 15,2 5 3-15,1 0-3 16,0-1-1-16,1 3 2 15,1-1-2-15,1 1-2 16,-3 0-1-16,2-3-16 0,-1 1-10 16,-2-3-7-16,-1 0 6 15,0-4 11-15,-5-1 2 16,2-4-1-16,0-3 11 16,0 0 8-16,0 0 4 15,-1-3 12-15,1-7 1 0,1 2 3 16,-1-1 6-16,1 1 0 15,1 2-8-15,-2 2-10 16,3 1-6-16,2 3-3 16,-4 0 0-16,3 1 0 15,-3 12-2-15,1 4 5 0,-4 3-3 16,-1 6-1-16,-2-4 1 16,0-2 0-16,0-4 0 15,0-6 7-15,0-5 2 16,0-5 5-16,5-1-3 15,10-18-8-15,11-11-2 16,12-13 1-16,10-16-1 0,8-17-68 16</inkml:trace>
  <inkml:trace contextRef="#ctx0" brushRef="#br0" timeOffset="31780.89">12430 5972 96 0,'0'0'13'0,"0"0"11"0,-1-2-3 0,-1-2 1 16,1 1-3-16,0 1-10 16,1 1-4-16,0 1-2 15,0 0-2-15,0 0-4 16,0 2-2-16,0 4 5 15,0 3 1-15,0 0 1 16,1-2-1-16,4 0 2 0,4-4-2 16,0-3-1-16,9 0 3 15,5-17 9-15,9-6 1 16,10-8-10-16,7-12 2 16,0-8-17-16</inkml:trace>
  <inkml:trace contextRef="#ctx0" brushRef="#br0" timeOffset="34245.08">16012 6916 33 0,'-6'0'8'0,"3"0"2"0,-3 0 12 16,1 0-6-16,3 0-6 0,-1 0-5 15,1-1-1-15,-2 1-2 16,2 0-1-16,0-2 1 15,0 2 2-15,1 0 2 16,-1 0-2-16,-2 0-1 16,-1 0-3-16,0 0 0 15,-3 0 0-15,3 2 0 0,-5 1 0 16,1 1 0-16,3 0 2 16,-3 0-2-16,0 1 0 15,1-1 1-15,1 0 1 16,-2 2-1-16,-1-2 0 15,4 2-1-15,-2-2 1 16,1 3-1-16,-2-1 0 0,2 1 0 16,0 0 1-16,0 0-1 15,-1 0 0-15,3 2 0 16,-3-1 0-16,3 2 0 16,-1-3 0-16,0 2 1 0,1-2-1 15,2 3 0-15,0-2 0 16,-1 1 1-16,0-2-1 15,1 2 0-15,1-2 1 16,-2 1 2-16,0 1-2 16,1-1 1-16,0 2 1 0,1-1 0 15,-2 1 2-15,0 0-2 16,2 1 0-16,-1 2-2 16,1-2 1-16,0 3 1 15,0-1 0-15,-1 0 2 16,3 0 0-16,-2 1 0 15,2-3-3-15,0 3 0 0,0-2 1 16,0 1-1-16,0-2-2 16,0-1 2-16,0 1 0 15,0 1 0-15,2-1 0 16,2 0 2-16,1 2 0 16,-2 0-2-16,3 0 0 0,0 1-1 15,-1-2 1-15,2 2 0 16,-1-2-2-16,1 1 1 15,-1-2 0-15,1-1 0 16,-1 0 0-16,2-3 1 16,-1 1 0-16,1 0 1 0,0 0 2 15,0-2-2-15,3 0-1 16,-2-1 2-16,1 0-2 16,0-1 1-16,4 2 1 15,-1-2-3-15,1 0 0 16,-1 3 1-16,0 0-1 15,3-4-2-15,-3 3 2 0,1 1-1 16,0-1 0-16,1-2 2 16,-2 0-2-16,1-1 0 15,-3 0 0-15,4 1 0 16,-1-2 1-16,-1-1 0 0,-1 2-1 16,1-2 0-16,1 0 0 15,-1 1 1-15,0-2 0 16,-1 0-1-16,1 0 2 15,2 0 4-15,-3-3-1 16,2-1-2-16,-2 1-1 0,-1-4 0 16,1 4-2-16,-3-2 0 15,0 0 1-15,2 1-1 16,0-2 0-16,-4 1 1 16,4 0-1-16,0-3 0 15,-2 0 1-15,1 0-1 0,1 0 0 16,1-1 0-16,0 0 0 15,-1-2 0-15,-1 2 0 16,1 1 0-16,-1-2 1 16,-3 1-1-16,1 0 0 15,-2-1 0-15,0 0 1 16,-1 0-1-16,1-1 0 16,-2-2 0-16,2 2 1 0,2-2-1 15,-4-1 1-15,1-2-2 16,0 3 1-16,1-2 1 15,-1 0-1-15,-2 1 0 16,-1-3 2-16,0 2-1 0,0 0 0 16,0-2 2-16,-2 0-2 15,0-1-1-15,0 2 1 16,0-1-1-16,0 0 0 16,0 2 0-16,-6-2 1 0,3 1-1 15,-4-1 1-15,0-2-1 16,0 2 1-16,1 0 0 15,-2 3-3-15,2 0 4 16,-3 1-2-16,3 0 1 16,-4 0 1-16,0 1-2 15,1-3 1-15,-2 1 2 0,-3 0-5 16,1-3 5-16,-3 1-1 16,1-1 2-16,-1 0 0 15,-1 0 1-15,-2 0-3 16,4 2-1-16,-5 0 2 15,2 4-3-15,2 1-1 0,-5 4 0 16,2 2 0-16,-4 4-3 16,-5 6-29-16,-6 6-48 15</inkml:trace>
  <inkml:trace contextRef="#ctx0" brushRef="#br0" timeOffset="35455.86">13343 8436 60 0,'0'0'9'0,"0"0"3"0,0 0-12 16,2 0-6-16,1 0 5 15,0 0 1-15,1 0 0 0,0 0 0 16,-1 0 1-16,2 0 2 15,0-3 2-15,-3 3-2 16,2-2-1-16,-2 1 0 16,-1 0 0-16,-1-1 0 15,1 2 1-15,-1-1 2 0,2 1-1 16,0-1-2-16,0-2 0 16,2 1 1-16,3-1 0 15,-2-1 1-15,4-1-1 16,0 0-1-16,-1-2-1 15,2 3-1-15,-2-1 1 0,1-1 0 16,2 0 0-16,-1 0 0 16,1-2 1-16,3-2 0 15,3-2-1-15,1 0 2 16,1-1-1-16,4-3 2 16,4 2-2-16,0-2 0 15,3-1 0-15,5 0 1 0,-1 0 1 16,5-4-1-16,0 0-1 15,3-2 1-15,3-1-3 16,6-3 1-16,1 0 3 16,6-3 0-16,-1-1 0 15,2-1 0-15,3-2-1 0,1 0-2 16,3-1 0-16,-2 2 0 16,2-2 1-16,4-1-2 15,1 0 2-15,4-1 1 16,0-2 2-16,0-2 4 15,0-2 0-15,1 0-3 0,-2 1-1 16,-3 2 0-16,-3 3 0 16,-3 3-2-16,-3 1-1 15,-7 4-1-15,-3 0-1 16,-5 5 0-16,-4 0 2 16,-4 3-2-16,-9 2 1 0,-3 6-1 15,-3 2 0-15,-9 7 0 16,-3 3-4-16,-10 1-9 15,-2 0-74-15</inkml:trace>
  <inkml:trace contextRef="#ctx0" brushRef="#br0" timeOffset="36993.83">13337 10174 83 0,'0'-1'27'0,"0"-1"-5"0,0 2-1 0,0 0-1 0,0 0-6 15,0 0-9-15,0 0-1 16,0 0-2-16,0 0-2 16,0 0 3-16,0-1 1 15,0 0-7-15,4-1 6 16,0-1-4-16,1 1 2 15,2-3-1-15,0 0 0 0,3-4-1 16,4-2 2-16,0-5-4 16,2-2 5-16,3-4-1 15,1-3 9-15,0-2-6 16,3-3-2-16,3-3-1 0,2-2-2 16,3-2 4-16,6-3-3 15,2-3-5-15,1-2 14 16,2-5-6-16,3-1 5 15,0-3 2-15,4-5-1 16,3-3 0-16,-2-1-6 16,5-1-2-16,-2-2 0 15,0 0-1-15,1 0 2 0,-2-1-4 16,2 1 4-16,-3-1-1 16,5-3 0-16,2-1 3 15,2 0 4-15,-1-1-2 16,5 0 1-16,-3-4-4 0,3 2-1 15,-3-1-2-15,-1 0 0 16,-4 2-7-16,-5 1-13 16,-3 5 3-16,-4 2 7 15,0 3 10-15,-3 4 2 16,-2 3-1-16,-1 2 5 0,-3 5-1 16,-2 0-1-16,-3 1-2 15,1 3 0-15,0 0-2 16,0 0 0-16,0 3 4 15,0 1 3-15,3 5 2 16,-4-1-2-16,0 5-2 0,-3 3-1 16,-2 3-1-16,-7 3 0 15,0 2-3-15,-7 4 1 16,-4 3 0-16,0 3 0 16,-3 2 4-16,0 1 3 15,-3 1-4-15,-1 3-1 0,1 0-2 16,-1 2-1-16,0 1-1 15,0 0-2-15,1 0-7 16,-1 0-26-16,0 7-1 16,0-1-48-16,-5-1-59 15</inkml:trace>
  <inkml:trace contextRef="#ctx0" brushRef="#br0" timeOffset="37805.83">15103 6649 19 0,'4'3'7'0,"0"-1"12"0,3 0-6 0,-2 2-8 0,3 1-2 16,-1-2 0-16,2 4-1 15,-2-3-1-15,4 3 2 16,0 2 3-16,2-1-2 0,3 4 0 15,-3 0-2-15,2 3 1 16,0 0-2-16,1 1 0 16,-2 1-1-16,1 0 1 15,0-3 1-15,1 3 1 16,-1-4 8-16,1 0-1 0,1-2-3 16,0 3 2-16,0-1-1 15,1-2-4-15,-4 1-2 16,1-1 0-16,-2-1 0 15,-1 0 0-15,-4-6 1 16,0 3 2-16,0-4 3 16,-2 1 2-16,-2-1-2 0,0-1-3 15,0 0-4-15,-3 1 0 16,1-1 0-16,0 1-1 16,2 2-1-16,-4 1 0 15,0-3-36-15,0-3-94 16</inkml:trace>
  <inkml:trace contextRef="#ctx0" brushRef="#br0" timeOffset="39043.67">12774 5983 203 0,'0'0'3'0,"0"0"19"0,0 0 4 15,0 0-2-15,0 0-9 0,0 0-6 16,0 0-5-16,0 0-4 15,0 0-1-15,0 0 0 16,0 0-4-16,24 33 7 16,-17-11-1-16,-1 0 0 15,-1 2 0-15,1-3 0 16,0-1-9-16,0-3-12 0,-4-3-25 16,0-4-25-16,-2-10-48 15</inkml:trace>
  <inkml:trace contextRef="#ctx0" brushRef="#br0" timeOffset="39576.25">12852 5735 35 0,'0'0'91'0,"0"0"-88"16,-38-10 2-16,23 10-3 15,-2 0-2-15,2 2 0 0,-5 3 0 16,1 5 1-16,2-2 0 16,-1 5 2-16,0 1 2 15,0 4-3-15,-4 4-1 16,4 2-1-16,-3 3 1 15,3 4-1-15,1 2 0 0,1 1 0 16,5 3 0-16,5 0 1 16,2 1-1-16,4 0 0 15,0 0 1-15,6 0-1 16,4-1 1-16,7 0 0 16,2-3-1-16,4 0 1 0,4-6 1 15,4-5-1-15,1-5 1 16,5-5 1-16,4-7 8 15,-1-6 5-15,5 0 0 16,4-13 3-16,3-7-5 16,-1-4-1-16,2-6-1 0,-4-5-4 15,-4-6 1-15,-2-5 2 16,-9-2-2-16,-3-5-4 16,-9-2-2-16,-6 2-3 15,-5 2 2-15,-7 3-3 16,-4 10-8-16,-2 6-34 0,-10 8-42 15</inkml:trace>
  <inkml:trace contextRef="#ctx0" brushRef="#br0" timeOffset="40646.03">16070 7294 72 0,'-4'1'58'0,"1"-1"-41"0,2 0 16 0,0 0-14 16,1 0-8-16,0 0-2 16,0 0 0-16,0 0-1 15,0-4-5-15,0-1-2 0,1-3 1 16,3-3 1-16,-2-3 2 16,1-3-2-16,-1 1 0 15,0-2-2-15,0-1-1 16,0 1 1-16,0 2-1 15,-2 5 0-15,0-2 1 0,0 6-1 16,0 1 0-16,0 3 3 16,0 0-3-16,0 3 2 15,0 0-5-15,0 3-4 16,0 6 4-16,0 6 4 0,0 1 1 16,0 6-1-16,2 0 0 15,0 2-1-15,-1-1 1 16,0 0 0-16,1-1-1 15,0 1 0-15,-1-3 0 16,-1 1 0-16,0-2-2 16,0-4-13-16,0 1-4 0,-5-3-3 15,-1-3-13-15,0-2-3 16,1-2-6-16</inkml:trace>
  <inkml:trace contextRef="#ctx0" brushRef="#br0" timeOffset="40830.16">16025 7453 79 0,'0'0'38'16,"0"0"12"-16,0 0-16 15,0 0-21-15,0 0 2 16,0 0-2-16,0 0-5 0,50-17-3 16,-34 13-1-16,1-1-2 15,-1 2-2-15,0-4 0 16,0 2-19-16,-4-3-22 15,-1-1-35-15</inkml:trace>
  <inkml:trace contextRef="#ctx0" brushRef="#br0" timeOffset="41826.51">16144 6953 41 0,'0'0'4'0,"0"0"10"0,0 0-2 15,0 0-6-15,-40-14 2 0,31 11-5 16,-3 3 1-16,0-1 1 15,0 1 7-15,-1 0 3 16,2 0 1-16,-1 0-3 16,1 0-3-16,-2 0-3 15,-1 4-5-15,3 0-1 0,-3 3 0 16,1 0 0-16,2 1 0 16,1 2 0-16,2 1 0 15,-1 4 0-15,2 1 0 16,-1 3-1-16,1 3 2 15,0 2-2-15,1 3 1 0,-3 0-1 16,6 0 2-16,-3-1-1 16,4 1 3-16,1-3-1 15,1 2 2-15,0-4-3 16,0-2 0-16,2 0 0 16,5-2 0-16,-3-1 2 15,4-1-2-15,-1-3 0 0,-1 1 2 16,1-2-1-16,1 0-1 15,0-1 0-15,0-1 2 16,3 1 4-16,-1-2-2 16,1 0-1-16,0 0-1 15,2-1 0-15,0 2-1 0,1-3 3 16,-1 0-3-16,1 0 0 16,-1-2 0-16,-2 0-1 15,3-2 0-15,-3 1 0 16,2-2-1-16,-1 1 0 0,-1-2 0 15,3 0 0-15,0 0 0 16,0-1 0-16,0 0-1 16,2 0 0-16,-3 0 2 15,1 0-2-15,1-1 1 16,-4-4-1-16,2-1 0 16,-2 1 0-16,1-1 1 0,-2-3-1 15,1-1 1-15,2-2 1 16,-2-1 0-16,1-2 0 15,-2 0-1-15,1-5 2 16,-2 4-2-16,0-5 2 16,-2 3 0-16,1-2 0 0,-5-3 1 15,0 2 1-15,-2-5 1 16,-1 2 2-16,0-1-3 16,0 0-2-16,-5 1-3 15,-4 6 0-15,1 2-2 16,-6 6-12-16,-11 6-35 0,-6 4-99 15</inkml:trace>
  <inkml:trace contextRef="#ctx0" brushRef="#br0" timeOffset="43144.25">13612 5172 129 0,'-2'0'4'0,"1"0"5"0,-1 0 3 0,0 0-5 16,-3 0-5-16,1 0 0 15,-3 0-1-15,1 0 4 16,1-1 4-16,1-2 1 15,2-1-4-15,0 1-4 16,2-3-2-16,0 3-3 16,0-2 1-16,1-1 5 0,8-1 1 15,0-2 1-15,5 2 1 16,-1 0-1-16,5 3-2 16,-3 1 0-16,0 3-3 15,0 0 1-15,0 0-1 16,-4 3 0-16,-2 4-2 0,-1 6-5 15,-4-1 5-15,-2 3 1 16,-2-1 1-16,0 0-1 16,-2 2 2-16,-3-3-1 15,1-1 1-15,-3-3-1 16,3-3 1-16,3-2 0 16,-1-3 0-16,2 1 3 0,0-2 9 15,0 0 7-15,6-5-1 16,7-5-10-16,3 0 0 15,6-5-4-15,2-1-2 16,3 2-3-16,-3 0 0 16,2 1 0-16,-1 2 0 0,-2-1-9 15,-8 4-30-15,-3-2-51 16,-10 0-69-16</inkml:trace>
  <inkml:trace contextRef="#ctx0" brushRef="#br0" timeOffset="43784.92">13567 4929 96 0,'0'0'3'0,"0"0"-2"0,-38 6 2 0,25 0 1 0,0-1-1 16,3 1 0-16,-1 2-1 15,2 2 2-15,2-1-2 16,-2 4 0-16,1 1-2 16,3 3 0-16,-2 2 0 15,0 2 1-15,1 1-1 0,0 2-1 16,5 1 2-16,1-1-1 15,0 0 0-15,0 2 3 16,4-2 0-16,5 1 1 16,1 2-1-16,3-2 0 15,0 0-1-15,1 2 1 0,1-3-1 16,3 0 0-16,2-4-1 16,0 0-1-16,5-6 1 15,0-2-1-15,2-5 3 16,4-4 4-16,0-3 4 15,3 0-4-15,1-1-1 0,-3-6-1 16,1-4-2-16,-2-2 2 16,-3-1-1-16,-4-4 8 15,-2-1 1-15,-2-5-1 16,-2 0 0-16,-4-3-2 16,1-3-2-16,-5-4 3 0,0 0-2 15,-5 0-4-15,-2-2-2 16,-3 2-3-16,0-1 1 15,-14 1 0-15,-4 1 1 16,-6 2 3-16,-4 2-5 16,-5 5 5-16,-3 5-1 0,-6 8-4 15,-1 7-4-15,-8 6 0 16,2 20-9-16,-9 9-25 16,-3 6-78-16</inkml:trace>
  <inkml:trace contextRef="#ctx0" brushRef="#br0" timeOffset="44325.05">13426 10190 86 0,'0'0'-16'0,"0"0"8"0,0 0-52 15</inkml:trace>
  <inkml:trace contextRef="#ctx0" brushRef="#br0" timeOffset="46978.91">16347 9460 46 0,'0'3'15'0,"0"-3"12"0,0 0 2 0,0 1-8 0,0-1-6 15,-4 2-6-15,-3-1-5 16,0-1-2-16,-1 1 0 16,1-1-1-16,-1 0 0 15,2 0 1-15,0 0 1 0,3-1 5 16,1-6 2-16,2 0-1 15,0-3-4-15,2 0 3 16,7-1-1-16,5 2-3 16,-1-1-1-16,3 2-2 15,-1 3 1-15,2 2-2 0,-1 3 0 16,-1 0 0-16,-2 0 0 16,-1 6-2-16,-2 3 1 15,-3 2-2-15,-1 4 2 16,-2 0 2-16,-1 2-2 15,-2 1 0-15,-1-2 0 0,0 1 0 16,0-3-1-16,-4 0 1 16,-2 2 1-16,-1-6 1 15,1 1-2-15,-1-2-1 16,0-2 4-16,1-3-1 16,1 0 0-16,3-1 0 0,0-3-1 15,-1 2 0-15,2-1 0 16,1-1 0-16,0 0 2 15,0 0-2-15,0 0-2 16,0 0-3-16,6 0 5 0,2-3 7 16,3-1-2-16,2-1 1 15,1 0-3-15,1 1 0 16,1-2-1-16,-2 2 2 16,0 1-1-16,1-1 0 15,-3 1-2-15,2 2 0 0,-3-1 0 16,-1 2-1-16,-2 0 0 15,-2 0 0-15,-4 0-15 16,-1 0-29-16,-1 0-38 16</inkml:trace>
  <inkml:trace contextRef="#ctx0" brushRef="#br0" timeOffset="48067.97">16526 9152 87 0,'0'0'2'0,"0"0"9"0,0 0-5 16,0 0-5-16,0 0 0 16,0 0-1-16,-43-33 5 15,35 27 8-15,1 1 2 16,-3-1 5-16,-1 2-6 15,1 1 0-15,-2 0-5 0,-1 3-6 16,-2 0-1-16,-3 0-1 16,0 0 0-16,0 0 2 15,-3 4 0-15,1 2-1 16,-1 0 0-16,2-1 1 16,-3 4 0-16,4 1-2 0,-6 1 0 15,5 4 0-15,-2 2-1 16,0 2 0-16,-1 3 1 15,2 2 0-15,-1 1-1 16,1 2 0-16,1 3 0 16,0-1 1-16,4 2-1 0,1 0 0 15,3 3 0-15,2-1 1 16,2-1 0-16,3 0 1 16,4 0-2-16,0-2 0 15,0-1 1-15,2-1-1 16,6 3 2-16,3-4-1 0,2 2 1 15,4-1-1-15,1-1 1 16,1-1 1-16,5-1-2 16,-2 1 2-16,2-1-2 15,2-1-1-15,2 0 0 16,0-1 1-16,3-2 1 0,2-1 0 16,-2 0-2-16,5-3 2 15,-3-2-2-15,-1-1 3 16,1-3-3-16,1-4 4 15,0-2-5-15,-1-3 6 16,1-2-3-16,0 0 0 0,-1 0-2 16,2-2 1-16,-3-4 0 15,1-3-1-15,-2-1 2 16,-1 0-1-16,-2-2-1 16,-2-2 2-16,-2 1 1 15,-5-3-1-15,2 2 1 16,-5-3 3-16,-1 0 0 0,-1-2 1 15,-3 1-2-15,-2-5-1 16,3-1 0-16,-2-4-3 16,1-2 0-16,-1-1 0 15,-1-1-1-15,-1-2 0 16,-1 4 1-16,-2 0 0 0,-1 2 0 16,-4 1 2-16,0 0 2 15,0 2-1-15,-7-2-1 16,0-2 3-16,-3 2-2 15,-3-3-1-15,-1-1-1 16,-3 0 0-16,-3-2 0 16,-2 2 0-16,-4 0 2 0,-2-2-2 15,-1 6-1-15,-2 0 2 16,-4 3-1-16,3 5-3 16,-5 4 0-16,1 5-2 15,-2 4-3-15,-7 6-24 16,-4 0-41-16,-7 0-94 0</inkml:trace>
  <inkml:trace contextRef="#ctx0" brushRef="#br0" timeOffset="49997.6">13296 8437 35 0,'0'0'18'0,"0"0"-15"0,0 0 0 15,0-2 4-15,0 0 0 16,0 2-4-16,0-1 0 15,0 0 1-15,0 0-3 16,0 1 2-16,0 0 0 0,0 0 2 16,0 0 4-16,0 0 1 15,-1 0 0-15,1 0 0 16,0 0-5-16,0 0-5 16,0 0 0-16,0 0 0 15,0 0 0-15,2 0 0 16,2 0 0-16,0 0 1 0,1 0-2 15,2 3 2-15,0 1-1 16,1-2 0-16,1 1 0 16,1 1 0-16,0-1 0 15,1 2 0-15,1-2 0 16,-3 0 0-16,3 1 1 0,1 1-1 16,0-2 0-16,0 1 1 15,0 0 1-15,1 0-2 16,-1 1 0-16,1 0 1 15,4 1-1-15,0 0-1 16,1-1 2-16,1 2-1 0,1 0 0 16,1-1 1-16,-2 1-1 15,-2 0 1-15,4 2-1 16,-3-1 0-16,0 1 1 16,0 1 0-16,3-2-1 15,-2 4 0-15,4-3 1 0,-3 1-1 16,2-1 2-16,0 1 0 15,0 0 1-15,0 1-2 16,3-1 0-16,1 0 2 16,-3 0 0-16,5 1-1 0,0 1-1 15,0-1 1-15,2 0-1 16,-1 2-1-16,-1-1 1 16,2-2 1-16,-2 1-2 15,0 0 2-15,-1-2-1 16,2 0 0-16,1 0 0 15,3 0 0-15,-2 1 2 0,3-3-1 16,0 2 1-16,-1 0 0 16,2 0 2-16,0 2-1 15,-2-1-2-15,1 3 0 16,3-2-1-16,-3 2-1 16,3 0 1-16,1 1-1 0,1 0 0 15,-2 2 0-15,0-2 0 16,1 2 2-16,-1-1-2 15,1 2 0-15,0-1 0 16,0 1 0-16,2 0 1 16,1 0-1-16,-2-1 0 0,-1-2 0 15,0 0 0-15,0 0 0 16,-3-1 1-16,0-3-1 16,1 3 1-16,-3-2 1 15,3 1 6-15,-2 1-3 16,-1-1-4-16,-3 2 0 0,-2 1 0 15,-2-3-2-15,-2 1 2 16,-2 0-1-16,0-2 2 16,-2-2-2-16,0 2 3 15,-1 1 0-15,-4-2-2 16,2-1 2-16,0 3 3 16,-3-1-2-16,1-2-1 0,-3 1-2 15,0-1-1-15,1 0 1 16,-3 4-1-16,-1-4 1 15,0 2-1-15,-1-1 1 16,-3 5-1-16,2-3-1 16,-6 2-4-16,-2-3-25 0,-4-1-60 15</inkml:trace>
  <inkml:trace contextRef="#ctx0" brushRef="#br0" timeOffset="51264.9">13242 10237 45 0,'5'0'6'0,"-1"-2"13"0,4-2-4 0,-2 1-6 16,-1-1-4-16,3-2-3 15,2 3 3-15,-1-1-1 0,2 1 0 16,2 0 3-16,2-2 6 16,2 1-2-16,2-2-4 15,1 2-1-15,5-3-3 16,0 1-2-16,1-4 0 16,3 3 1-16,2-3-2 0,4 1 1 15,1-2 0-15,2 2 2 16,3-2 2-16,1-1 3 15,2 0 4-15,3-2-1 16,-3 1 1-16,5-2-5 16,2-1-3-16,3-1-2 0,3 0 1 15,1-2-3-15,2 1 0 16,-2-2 1-16,2 0-1 16,0 0 1-16,1-1-1 15,4-1 0-15,-3 1 0 0,1 2 0 16,-2-2 0-16,2 0 1 15,-3 4-1-15,-5-1 0 16,1 1 0-16,-3 0 0 16,-2 1 0-16,-3 0 0 15,-1 1 1-15,0 0 2 16,2 0 3-16,-6 1-2 0,2-1 1 16,-3 1 0-16,0 0-2 15,-3 1-1-15,-1 0-2 16,-1-1 1-16,-6 2 0 15,1-1-1-15,-1 1 1 16,-2-2 0-16,0 3 0 16,-4 1 0-16,1 0 1 0,-1 1-1 15,-1 3-1-15,-3-2 0 16,0 3 0-16,-3 0 1 16,-1 1-1-16,-2 0 0 15,-5 1 0-15,-1-1 1 16,-1 2-1-16,-4 1 1 0,-1-1 2 15,-2 2 5-15,0-1-3 16,-1 1-2-16,0 0-1 16,0 0 0-16,0 0-6 15,0 0-9-15,-4 0-14 0,-7 0-69 16</inkml:trace>
  <inkml:trace contextRef="#ctx0" brushRef="#br0" timeOffset="55609.72">13191 4779 35 0,'3'0'3'0,"-3"0"-3"0,0 0 1 0,0 0 10 0,0 0 22 16,0 0-24-16,0-2-5 15,0 2 0-15,0-2 3 16,0 1 0-16,0 0-2 16,0 1-4-16,0 0 0 15,0 0-1-15,0 0-1 0,0 0-3 16,-3 0 4-16,3 0 3 16,0 0-5-16,0 0 5 15,-2 0-2-15,2 0 1 16,0 0 3-16,0 0 1 15,-1 0-4-15,0-1-1 16,1-1-1-16,0 2 0 0,-2 0 1 16,2-3-1-16,-1 2 1 15,1-2-1-15,-1 3 1 16,1-3 0-16,0 3 0 16,0-1 3-16,-1-1-3 0,1 1-1 15,0 1 1-15,0 0-1 16,0 0 0-16,-2 0 0 15,2 0-1-15,0 0-6 16,0 0 1-16,0 0-7 16,0 0-21-16</inkml:trace>
  <inkml:trace contextRef="#ctx0" brushRef="#br0" timeOffset="58492.17">13143 4810 22 0,'0'0'15'0,"0"0"-6"0,0 0-5 0,0-1-3 16,0-1 0-16,0 2 0 15,0 0 2-15,0-3 2 16,0 2 0-16,0-2 1 15,1 2-5-15,1-1 1 16,-1-1-2-16,1 2 1 0,-2 1 0 16,2-2 0-16,-2 1 0 15,0 0 3-15,0-1 0 16,0 1 3-16,0 0 0 16,0 0-1-16,0 1-3 15,0-2-4-15,0 2 1 16,-2 0 1-16,-1 0-1 0,0 0 0 15,1-1 2-15,1 1 1 16,-1-1 2-16,0 1-3 16,-2 0 2-16,0 0-1 15,2 0-2-15,0 0 1 16,0 0-2-16,-4 0 0 0,3 0 0 16,-1 0 0-16,-1 0 0 15,-2 0 0-15,1 2 0 16,-1 2-2-16,-4 0 1 15,0 3 0-15,-2-1 0 16,-2 2-4-16,-1 4 10 0,-1-1-4 16,-2 2-2-1,-1 0 2-15,3 1-1 0,0-1 1 16,0 0-1-16,3 1 0 16,1-3 0-16,1 3 1 15,1-1-2-15,-3-1 1 16,3 3 0-16,-3-1 0 0,1-1 0 15,0 1 0-15,0-2 0 16,4-1 0-16,0-1 0 16,0-3 1-16,4 0-1 15,-1-3 0-15,3-1 0 16,1 1 0-16,-2-2 0 0,4-1 0 16,-4 0 0-16,2 1 0 15,0-2 0-15,2 1 3 16,-2 0-1-16,2 0 1 15,-2-1 3-15,2 0 0 16,0 0-4-16,0 0 0 0,0 0-1 16,0 0-1-16,0 0 0 15,0 0 0-15,0 1 2 16,-2 2-2-16,2-3-2 16,0 0 2-16,0 0 2 15,-3 2-2-15,2-2 0 0,0 2 0 16,0 0 0-16,0-1 0 15,-1 1 0-15,2 0-6 16,-2 0-7-16,0 2-3 16,2-1-11-16,-3-3-9 15</inkml:trace>
  <inkml:trace contextRef="#ctx0" brushRef="#br0" timeOffset="58913.53">12626 5080 20 0,'0'0'9'0,"0"0"-3"0,0 0 1 0,0 0 0 16,0 0 1-16,-2 41-1 0,2-37 2 15,4-1-3-15,1 0 2 16,6-3 5-16,-2 0 6 16,4 0 3-16,3 0-5 15,4-3-13-15,0 0 2 16,3-1-3-16,-3 4-1 0,-5 0-4 16,-8 0-44-16</inkml:trace>
  <inkml:trace contextRef="#ctx0" brushRef="#br0" timeOffset="59582.18">12130 5499 70 0,'0'0'8'0,"0"0"6"0,0 0-3 16,0 0-5-16,0 0-1 16,0 0-3-16,0 0 1 15,0 0-2-15,2-40 0 0,0 31 0 16,0 0 0-16,0-1 0 15,1 0-1-15,4-2 1 16,-2-2-1-16,3 1 0 16,1-2 0-16,3-2 0 15,1 1 0-15,3-1 0 0,1 0 0 16,1 1 0-16,-3-1 0 16,2 3 2-16,0 1 1 15,-1 2 0-15,-1 2-2 16,-1 2-2-16,-1-1 2 15,-1 5-1-15,-3-2 0 16,1 1 0-16,0 2-1 0,-3-1 1 16,1 1 1-16,-2 0-1 15,1 0 1-15,-3 2 1 16,0 0-1-16,0 0 0 16,-2 0-2-16,-2 0 0 15,2 0-1-15,-2 0-3 0,0 3 0 16,0 1-1-16,-4 2-9 15,-2-2-17-15</inkml:trace>
  <inkml:trace contextRef="#ctx0" brushRef="#br0" timeOffset="59852.66">12412 5137 79 0,'0'0'5'0,"0"0"8"0,0 0 0 0,0 0-7 0,41-16-2 16,-33 16-3-16,-2 0-1 16,-2 9-5-16,-1-1 4 0,-3 3 2 15,0 2 0-15,0 0 2 16,-6 3-2-16,-3-2 3 15,-1 1-7-15,-1-3-4 16,-1-2-25-16,2-3-39 16</inkml:trace>
  <inkml:trace contextRef="#ctx0" brushRef="#br0" timeOffset="60827.4">12097 4736 13 0,'0'0'4'0,"0"0"1"0,0 0 0 0,0 0 3 16,0 0-3-16,0 0 6 16,0 0 0-16,0 0 0 0,0 0 1 15,0 0 2-15,0 0 0 16,0 0 8-16,0 0 25 15,28 16-27-15,-17-29-9 16,4-3-6-16,0-5 1 16,5-2-3-16,-1-4 2 0,1-1 3 15,2-2 2-15,-4 0-2 16,1 3-1-16,-6 3-4 16,-3 4-2-16,-1 4 0 15,-1 5 0-15,-3 4-2 16,1 4-17-16,-1 0-57 0,-3-1-50 15</inkml:trace>
  <inkml:trace contextRef="#ctx0" brushRef="#br0" timeOffset="61332.1">13130 3893 41 0,'0'0'6'0,"0"0"-5"0,0 0 1 0,0 0 4 16,0 0 4-16,0 0-4 15,-3-43-4-15,3 34 0 0,0-1 0 16,0-1-3-16,6-2-13 15,2-1-11-15</inkml:trace>
  <inkml:trace contextRef="#ctx0" brushRef="#br0" timeOffset="62259.75">16582 7209 11 0,'0'0'1'0,"0"0"-5"0</inkml:trace>
  <inkml:trace contextRef="#ctx0" brushRef="#br0" timeOffset="63092.14">16541 7109 86 0,'0'0'8'0,"0"0"1"16,0 0-6-16,0 0-2 0,0 0-1 16,0 0 1-16,0 0 1 15,0 0 17-15,-6-23 7 16,6 21-5-16,-2 0-7 15,1 1-4-15,1 0-7 16,-1-1-2-16,1 2-1 0,0 0 1 16,0 0-1-16,0 0 0 15,0 0 0-15,0 0 0 16,0 0-1-16,0 0-2 16,0 0 2-16,4 0 1 15,1 4-1-15,6 2 1 0,2-2 0 16,0 5 0-16,3-2 0 15,1 0 1-15,4 4-1 16,-1 1 0-16,0-1 0 16,1-1 0-16,1 5 0 15,1-3-1-15,1 2 1 0,1-1 0 16,4 1 0-16,2 2-1 16,4 0 2-16,4-1 0 15,-1 1-1-15,6-2 0 16,1 3 0-16,-2-3 1 15,1 3 0-15,0-1 1 0,1 1 0 16,1 1 2-16,0 3-2 16,5-2 1-16,3 4 0 15,-1-3 0-15,4 4-1 16,2-1 1-16,2 1-1 16,0-3 1-16,3 3-2 15,-4-1 1-15,1 0-1 0,-1-1 0 16,-1 3 0-16,1 0-1 15,0 2 0-15,-1 0 1 16,3 2-1-16,-4-1 1 16,1-1 0-16,-2-2-1 15,-3-2 1-15,-1-4 0 0,-3-1-1 16,-7-4 0-16,-2-1 1 16,-5-1 0-16,-4-4 3 15,-3 3-2-15,-5-4 0 16,-3 2-1-16,-4 1 0 0,-10 5-1 15,-7-3-49-15,-11-1-75 16</inkml:trace>
  <inkml:trace contextRef="#ctx0" brushRef="#br0" timeOffset="63482.69">17319 9386 66 0,'0'0'6'0,"0"0"7"0,0 0-10 0,-46 11-2 0,37-8-2 15,-1-1 2-15,2-1 4 16,3 2 12-16,1-2 0 15,0 0-3-15,2 1-10 16,-1 1-4-16,0 1-14 0,1 1-31 16</inkml:trace>
  <inkml:trace contextRef="#ctx0" brushRef="#br0" timeOffset="64087.96">17085 9518 69 0,'0'0'34'0,"0"0"-31"0,0 0-1 15,0 0-2-15,-38 6-1 16,27-2-17-16,1-1 2 15,0 0 15-15,0 1 2 16,2-3 9-16,4 0-1 0,1 1 0 16,1-2 2-16,2 0 6 15,0 0-7-15,0 0-3 16,5-2-2-16,5-6-2 16,4 0 5-16,2-5 0 15,4-4-5-15,4 1 0 0,1-5-1 16,3-2 3-16,3-1 2 15,1 0-1-15,4-2-3 16,0-3-1-16,4-1-1 16,5 0-1-16,3-1 3 15,3-2 1-15,2 1-1 0,4-3 1 16,4-3 1-16,1-2 1 16,3-1 4-16,1 1 2 15,-1-2 0-15,2 2-4 16,0 1-2-16,-1 0-2 15,-5 2-3-15,2 1 1 0,-2 1-2 16,-2 1 1-16,-3 1-1 16,-4 3 1-16,-4 3-1 15,-3 5 0-15,-5 2 0 16,-4 1 0-16,-9 5 0 16,-6 4 4-16,-5 1-4 0,-3 2 0 15,-5 3 1-15,-3 3-1 16,1-1 1-16,-3 2-3 15,-2 0-25-15,-1-7-61 16</inkml:trace>
  <inkml:trace contextRef="#ctx0" brushRef="#br0" timeOffset="65690.73">19374 7656 83 0,'0'0'16'0,"0"0"5"0,0 0-1 0,0 0-5 0,0 0-5 16,0 0-5-16,-39-18-4 16,29 16 0-16,0 1 0 15,-1 1 1-15,-1 0 1 16,-1 0 2-16,0 0-1 0,-3 0-3 16,1 1 0-16,-3 2-1 15,1 4 0-15,-1-1 1 16,1 0-1-16,-2 1 1 15,0 0-1-15,2 3 0 16,-7 0 0-16,2 1-1 16,0 1 2-16,-1 2-1 0,-2 1 1 15,2 2-2-15,-1 0 2 16,4 3-1-16,-2 1 0 16,3 0 0-16,1 1 0 15,1 1 0-15,3-2 0 0,-2 2 0 16,4-1 1-16,0-2 2 15,2 3-1-15,2-3 0 16,2 1 0-16,1-2 0 16,0 1-1-16,3-2 2 15,1-4-2-15,1 2 1 0,0 1 3 16,0 2 1-16,5 0-3 16,-1 3-1-16,1 1 0 15,2 0 0-15,-4 1-2 16,5-1 3-16,-4 0 0 15,6-3 1-15,-4 1 0 16,3 1 0-16,1-2-1 0,0 1 1 16,-1-3-1-16,3-1 2 15,-5 0-3-15,2-1 1 16,1-3 4-16,1 0 1 16,0-1-2-16,3-2-1 15,0 2-1-15,1-1 1 0,-1-2-2 16,1-1 0-16,3 2-1 15,-2-2 1-15,-2 0-1 16,2-1 0-16,-1-1 0 16,3 0-1-16,-1-1 2 15,0-1-1-15,3 0 1 0,1 0-1 16,4 1-2-16,-4-2 2 16,2 1-1-16,2-2-1 15,0 0 1-15,-3-2-1 16,0 0 1-16,0 0-2 15,0 0 0-15,-1 0 2 16,-2-4 0-16,1-3 2 0,-1-2 1 16,-1 1-2-16,1-1-2 15,0-1 1-15,-2 0 0 16,2-1 0-16,-1-2-1 16,-2 2 1-16,0-3-1 0,-3 2 1 15,3-1 0-15,-3 1 0 16,0-1 0-16,-1 1 0 15,1-1 0-15,-4 1-1 16,0-1 1-16,3-1-1 16,-2 0 2-16,1-4-1 0,-1 2-1 15,1-3 0-15,-1-1 1 16,2 1-1-16,-3-1 0 16,0 1 0-16,-1-1 0 15,-1 2 2-15,-2-1-2 16,-1 2 0-16,-1 2 0 0,-1-1 0 15,-2 3 1-15,1-3-1 16,0 2 1-16,-1 1-1 16,0 0 0-16,0 0 1 15,0 0-1-15,0 0 1 16,0 2-1-16,0-2 1 16,-4 0 0-16,1-1 0 15,-1 1-1-15,0 0 1 0,-1 1-1 16,-1 0 0-16,1-2 1 15,2 3-1-15,-3-2 0 16,0 1 2-16,3 1-2 0,-5 0 0 16,2 1-2-16,0-1 1 15,-1 1 0-15,-2 1 1 16,2 0 0-16,-2 1 0 16,0-1 1-16,0 1 3 15,0 1-3-15,2-2 1 16,0 1 0-16,1 2 2 0,-2 0-1 15,3-2 0-15,-3 2-2 16,-1-1 0-16,1 0 0 16,-2 0 0-16,-3 1-2 15,0-1 0-15,-3-1-1 16,-1 3 1-16,-5 0-2 0,-6 1 2 16,-7 4 1-16,-17 0-7 15,-19 7-16-15,-25 4-33 16,-34 0-106-16</inkml:trace>
  <inkml:trace contextRef="#ctx0" brushRef="#br0" timeOffset="69063.69">2057 7034 4 0,'0'0'22'0,"0"0"1"0,0 0-9 0,0 0-2 16,0 0-3-16,42 18-1 16,-33-16 4-16,-2 1-4 15,1 1-1-15,1-1-1 0,1 1-2 16,1 3-1-16,-1 0-2 15,4 1 1-15,-1 1 0 16,1 1 0-16,-1 3-1 16,3 0 0-16,-3-2 2 15,2 2-2-15,-2-1 0 0,-1-1 0 16,0-2 1-16,-3 0-1 16,-1 0 0-16,0 2 1 15,-4-1-7-15,-2-4-29 16,-2-2-17-16</inkml:trace>
  <inkml:trace contextRef="#ctx0" brushRef="#br0" timeOffset="69397.96">2253 6977 86 0,'0'0'8'0,"0"0"0"0,0 0 6 0,0 0-9 16,0 0-2-16,-44 19 3 15,30-9 3-15,-3 4-1 0,0 2-4 16,-2 5-2-16,-2 4-1 16,-1 2 2-16,0 3-1 15,2 5-1-15,-1-2 0 16,6-4-33-16,1-4-97 16</inkml:trace>
  <inkml:trace contextRef="#ctx0" brushRef="#br0" timeOffset="69761.3">2474 7246 101 0,'0'0'29'0,"0"0"-9"16,0 0-7-16,0 0-14 15,0 0 2-15,0 0 1 16,0 38 3-16,0-15-1 0,3 5-1 16,-1 8 2-16,-2 6-2 15,0 9-39-15,0 2-68 16</inkml:trace>
  <inkml:trace contextRef="#ctx0" brushRef="#br0" timeOffset="70298.49">2021 8424 114 0,'0'0'10'0,"0"0"-8"0,0 0-2 16,0 0 0-16,0 0 4 15,0 0 3-15,36 45 0 0,-26-33-4 16,2 4 0-16,1 0-2 16,-2-2 0-16,3 2 0 15,-1-1 0-15,-1-1-1 16,1 0 0-16,-4 1 0 16,2-1 1-16,-2-1-5 0,-5-2-43 15</inkml:trace>
  <inkml:trace contextRef="#ctx0" brushRef="#br0" timeOffset="70551.33">2238 8426 107 0,'0'0'-1'16,"0"0"14"-16,0 0 5 0,0 0-10 15,-36-6-5-15,20 19 0 16,1 4 0-16,-1 7 1 16,1 2-4-16,-3 5 3 15,4 3-2-15,-2 3 0 16,1 1 1-16,-1 3-2 16,1 0 0-16,3-2 0 0,-1-5-32 15,3-4-31-15</inkml:trace>
  <inkml:trace contextRef="#ctx0" brushRef="#br0" timeOffset="71021.03">2288 8811 46 0,'0'0'23'15,"0"0"5"-15,0 0-4 0,0 0-5 16,-6-43 0-16,6 32-2 16,4-1-7-16,2 2-5 15,0 2-1-15,1 3-3 16,1 1-1-16,-1 3 2 15,2 1-2-15,0 0-2 16,0 0 2-16,0 10 0 0,-2 3-3 16,-1 4 2-16,-1 1-2 15,-3 4-3-15,-2-1 1 16,0 0 2-16,0 1 2 16,-7-1-1-16,1-1 1 15,-3-3 2-15,2-2-1 0,2-2 0 16,1-6 0-16,0-1 1 15,4-3 1-15,0-3 2 16,0 0-1-16,8 0 2 16,7 0 7-16,2-6-6 15,5-1-5-15,5 4 1 0,0-1-4 16,-3 1-46-16</inkml:trace>
  <inkml:trace contextRef="#ctx0" brushRef="#br0" timeOffset="71491.21">2048 9653 160 0,'0'0'-1'0,"0"0"2"0,0 0-1 0,0 0 1 0,0 0 0 16,40 25-2-16,-31-16 1 16,2 5 1-16,0-1 0 0,0 1 1 15,3 1-2-15,-1-3 0 16,1 1 0-16,-1 0 1 15,0-2-1-15,1 3 1 16,-3-1 0-16,-2 4-1 0,0-2-38 16,-5-3-10-16</inkml:trace>
  <inkml:trace contextRef="#ctx0" brushRef="#br0" timeOffset="71724.91">2219 9679 148 0,'0'0'-4'16,"0"0"18"-16,0 0 14 15,-19-43-6-15,16 39-11 16,1 4-4-16,-3 0-2 0,1 4-10 16,-2 12 5-16,1 6-2 15,-5 8 2-15,2 6 3 16,2 5-2-16,-1 3 0 15,3 3-8-15,-2-2-31 16,2-1-17-16,0-4-45 0</inkml:trace>
  <inkml:trace contextRef="#ctx0" brushRef="#br0" timeOffset="72195.96">2343 9913 110 0,'0'0'3'0,"0"0"18"0,0 0 2 16,11-38-14-16,-7 32-8 15,3 5-1-15,-3 1 0 16,3 0-1-16,-1 0 0 15,0 2 1-15,0 8 0 0,-4 3-2 16,0 1 0-16,-2 3 1 16,0 5 2-16,-6-1 0 15,-6 0-1-15,2-1 1 16,1-4-2-16,2-4 1 16,-2-2 1-16,6-5-1 15,1-3 2-15,2-2-2 0,0 0 0 16,2 0 1-16,7 0 1 15,3-2 2-15,-1-2-1 16,5 3-3-16,1 1 0 16,1 0 0-16,-5 0 0 15,2 3 0-15,-3 4 0 0,-3 2 1 16,-4 1-2-16,-5 4 0 16,0 3 1-16,-9 6 2 15,-4 5 1-15,-8 5 0 16,-4 2-20-16,-2-2-65 0</inkml:trace>
  <inkml:trace contextRef="#ctx0" brushRef="#br0" timeOffset="72458.48">2192 10664 58 0,'0'0'178'0,"0"0"-176"0,0 0 0 0,0 0-3 0,0 0-2 16,-15 49-6-16,15-27-14 0,-2 1-37 15,0 1-12-15</inkml:trace>
  <inkml:trace contextRef="#ctx0" brushRef="#br0" timeOffset="72651.38">2195 11444 159 0,'0'0'11'0,"0"63"-7"15,0-38-1-15,0-1 4 16,0-1-3-16,0 0 0 0,2-2-1 16,3 0 0-16,-1 1-3 15,3-2 0-15,0 1-5 16,1-3-28-16,-2 1-42 16</inkml:trace>
  <inkml:trace contextRef="#ctx0" brushRef="#br0" timeOffset="73270.11">2012 12891 81 0,'0'0'2'0,"0"0"3"0,0 0 7 15,0 0-1-15,0 0-9 16,0 0-2-16,0 0 1 16,0 0 0-16,0 0 3 0,0 0 2 15,31 41 3-15,-17-25-2 16,1 1-2-16,3-2-1 15,0 0-2-15,0-2-1 16,2-2 1-16,-3 0 0 16,2-2-1-16,-1 0 0 15,-5 0 0-15,0 0-2 0,-1-2-20 16,-6 0-33-16</inkml:trace>
  <inkml:trace contextRef="#ctx0" brushRef="#br0" timeOffset="73583.42">2188 12842 97 0,'0'0'37'0,"0"0"-12"16,0 0 6-16,0 0-15 16,0 0-10-16,-40 22-7 0,32-6 2 15,-2 5 0-15,-1 1-1 16,0 3 0-16,-3 1 1 16,1 0-2-16,-1 3 2 15,4-1-1-15,-1 1-1 16,1-3-2-16,2-1-33 0,3-5-16 15,1-7-62-15</inkml:trace>
  <inkml:trace contextRef="#ctx0" brushRef="#br0" timeOffset="74358.72">2430 12957 85 0,'0'0'12'0,"0"0"13"16,0 0 2-16,0 0-8 15,0 0 6-15,0 0-7 0,0 0-6 16,0 0-4-16,0 0 1 16,-15-6-7-16,11 9-3 15,2 4 1-15,0 3 0 16,0 1 1-16,2 3-1 15,-2 1 0-15,0 1 0 16,0 0 0-16,-1 1 0 0,1 3 0 16,2-3-1-16,-2 4 0 15,2-3 2-15,0 0 0 16,0-1-1-16,0-3 0 16,0-1 0-16,0-2 0 15,4 1 0-15,-1-3 0 0,1 2 0 16,2-2 1-16,0 0-1 15,0 1 0-15,0 0 0 16,3-3 1-16,-2 0-1 16,0-2 0-16,2-1 0 15,-2-1 0-15,4-1-1 16,-2-1 2-16,-1-1-2 0,3 0 3 16,-3 0 0-16,0 0-2 15,1 0 1-15,-4-1-1 16,2-3-1-16,-3 1 3 15,-1 0-1-15,-2-2 2 0,2-1 2 16,-3 0 6-16,0-1-1 16,0 0-4-16,0-1-1 15,-2 0-2-15,-3 1-1 16,1-1 1-16,-4 2 1 16,4 1-1-16,-4 2 0 0,3 0 0 15,-2 3-2-15,0 0 2 16,-1 1-5-16,1 9-1 15,0 6 1-15,-2 4-5 16,0 4-9-16,0-1-21 16,1-2-52-16</inkml:trace>
  <inkml:trace contextRef="#ctx0" brushRef="#br0" timeOffset="76081.99">3429 6859 14 0,'20'6'13'0,"2"1"-2"0,-2 2-2 0,1 1-5 15,3 2 3-15,-1 1-1 16,-4 4-3-16,2-1 0 0,-1 2 3 15,-3 4 2-15,2 2-4 16,-2 1 0-16,2 5-1 16,-1 3-2-16,-3 2 2 15,-2 4 1-15,1 1-1 16,-4-1-1-16,2 4 0 0,-1-2-2 16,-4-1 2-16,1 2-1 15,0 2 1-15,-6 3-1 16,0 2 5-16,-2 3 0 15,0 3-1-15,-6 5-1 16,-6 3-1-16,-3 5 3 16,-2 3-1-16,0 3-1 0,-3 2 1 15,-1 4-3-15,-4 4 1 16,-1 0-2-16,0 6 3 16,-5 6-2-16,1-1 0 15,3 1-1-15,0-1 1 16,5 1 0-16,5-4 1 0,5-8-1 15,5-5 0-15,7-4 0 16,0-8-1-16,7-8 2 16,5-7-2-16,7-8-1 15,2-4 3-15,3-7-1 16,3-4-2-16,-2-3 0 0,-1-2 0 16,0 2 1-16,-3 1 0 15,-4 2-1-15,-3 3 0 16,-7 6-1-16,-3 3 1 15,-4 3-1-15,0 7 6 16,-9 6 2-16,-7 7-2 0,1 6 1 16,-1 2-2-16,1 8 0 15,1 2-2-15,1 3 2 16,2 3-2-16,1 0 0 16,4 6-1-16,0 4-1 15,3 1 1-15,1 1-1 0,0 1 1 16,2 1 0-16,0-1-1 15,0-2 0-15,0 2 0 16,2-1 1-16,2-4-1 16,-1 1 0-16,3-1 0 15,4-3 0-15,-1-2 3 16,4 2-1-16,5 3 0 0,-1 1 0 16,4-3-2-16,1 4 2 15,1 0-2-15,-2 0 1 16,2-1 0-16,2-2-1 15,-6 2 1-15,2-5-1 0,-1-4 1 16,-3-4 1-16,-5-2-2 16,-5-7 0-16,-7-8 1 15,0-4-2-15,-11-5 1 16,-9-6 3-16,-5-5 4 16,-7-6 3-16,-5-1-7 15,-8-6-1-15,-2 0 1 0,-7-4-3 16,-4-7-20-16,-7-10-27 15,-4-13-109-15</inkml:trace>
  <inkml:trace contextRef="#ctx0" brushRef="#br0" timeOffset="77406.37">4352 10664 27 0,'-5'5'6'0,"-3"-1"1"0,3-1 7 16,-1 1 6-16,0-1 0 15,2-2-2-15,0 0-3 0,0 0 3 16,1-1-9-16,1 0-4 15,0 0-3-15,-2 0 3 16,1 0 6-16,1 0-2 16,-3-5 3-16,3 0-7 15,0-4 1-15,0-1-6 0,2 0 2 16,0-4 0-16,0 1 0 16,2-2-1-16,4-4-1 15,4-1 0-15,-1 0 1 16,3-4 0-16,3-1 2 15,5 0-2-15,-1 0-1 0,4 2 0 16,2-1 0-16,0 4 1 16,0 0-2-16,2 0 1 15,0 3 0-15,0 0 0 16,0 3 0-16,2-3 0 16,1 2 0-16,3 1 0 0,2-2-1 15,3 0 1-15,5 2 0 16,-1 1 1-16,1 0-1 15,2 2 0-15,-1 1 0 16,-1 0 0-16,2 2 0 16,2 1 0-16,-1 1 3 15,-3 1-1-15,0 1-1 0,-2 3-1 16,0 1 1-16,-5 0-1 16,0 0 0-16,-3 0 0 15,-2 0 2-15,-4 0-2 16,-2 0 0-16,-5 0 0 15,0 0 0-15,-4 1 0 0,-3 5 0 16,-4 0 0-16,0 1 0 16,-6 0-3-16,1-2-15 15,-2 1-19-15,-2 1 4 16,0-2 7-16,-2 0-2 16,-4-3-31-16</inkml:trace>
  <inkml:trace contextRef="#ctx0" brushRef="#br0" timeOffset="77583.86">5562 10106 66 0,'0'0'6'0,"0"0"14"0,0 0 2 0,41-40-3 0,-30 36-5 16,3 4-4-16,-1 0-2 16,1 14-3-16,-5 13-4 15,-2 13-1-15,-1 14 3 16,-6 14 1-16,0 16-27 0,-13 7-26 15,-8 8-57-15</inkml:trace>
  <inkml:trace contextRef="#ctx0" brushRef="#br0" timeOffset="80726.42">5843 9507 33 0,'0'1'5'0,"2"2"11"0,0 0-1 16,1 1-1-16,1-1-6 0,2 1 3 15,4 0 1-15,-2 2-4 16,3 1-5-16,3 2-1 16,1 1 0-16,1 1 1 15,2 2-2-15,4 0 1 16,-1 0-1-16,-2 1 1 16,4-2 0-16,-3 1 2 0,0-3-3 15,-2 2 0-15,-1 0-1 16,-3-2 1-16,-1 2-1 15,-3-2 0-15,-3-2-3 16,-1-2-25-16,-4-5-37 16</inkml:trace>
  <inkml:trace contextRef="#ctx0" brushRef="#br0" timeOffset="81010.91">6104 9517 124 0,'0'0'6'0,"0"0"16"15,0 0-15-15,0 0-7 16,0 0-1-16,-32 48 0 15,24-25 1-15,1 4 0 16,-6 3 1-16,4 3-1 0,0 0 1 16,-2 1 0-16,2-1-3 15,0-1-22-15,2-7-25 16</inkml:trace>
  <inkml:trace contextRef="#ctx0" brushRef="#br0" timeOffset="81779.03">6383 9471 35 0,'0'0'2'0,"0"0"7"0,0 0 6 0,0 0-2 0,-44 34 1 16,33-25-1-16,-1 5-3 16,-3-2-4-16,3 6-1 15,-1 0-3-15,2 1 0 16,2 2-2-16,2 0 0 0,3 2 1 16,2-3 0-16,2 1 0 15,0-2 0-15,4-2 1 16,7 0-2-16,3-6 1 15,-1-1-1-15,3-4 3 16,1-3 1-16,2-3 3 0,-4 0-1 16,3-2-2-16,-2-6 0 15,2-4 1-15,-2-1 1 16,-3-3 4-16,-2-1-1 16,0-2-2-16,-2 0 0 15,-7 1 2-15,0-3 0 16,-2 1-3-16,0 1 2 0,-9 1-2 15,-1 2-1-15,-2 2-4 16,-1 2-1-16,1 4 0 16,-1 4-1-16,0 4 0 15,2 0-3-15,0 4-8 16,1 9-23-16,1 4-14 0,3-1-9 16</inkml:trace>
  <inkml:trace contextRef="#ctx0" brushRef="#br0" timeOffset="82128.95">6600 9440 119 0,'0'0'7'0,"0"0"14"0,0 0-5 16,0 0-3-16,0 0-3 15,0 0-6-15,0 0-5 16,0 0-3-16,0 0 3 0,0 0-1 16,-2 48 3-16,2-21 1 15,0 2-1-15,2 2-1 16,3 0 1-16,-2-2 0 15,1-1 0-15,-2-4 0 0,0 0 0 16,0-2-1-16,0-1 0 16,-2-4-18-16,0-6-31 15,0-3-46-15</inkml:trace>
  <inkml:trace contextRef="#ctx0" brushRef="#br0" timeOffset="82718.69">6593 9528 86 0,'0'0'15'0,"0"0"13"16,0 0-4-16,0-48-6 16,0 37-9-16,1 0-1 15,5 3-6-15,-1 2-2 16,0 0-1-16,1 1 3 15,0 1-2-15,6-1 1 0,-1 1-1 16,2 0 0-16,1 1 1 16,-1 2-1-16,1 1-1 15,-3 0 0-15,0 1 0 16,-1 6 0-16,0 4 0 16,-5 2-2-16,1 3 2 0,-4-1-1 15,-2 2-1-15,0 2 1 16,-4 1 1-16,-9 0-1 15,-1 0 3-15,-4-1-2 16,0 2 0-16,-1-4 1 16,1-2 0-16,3-2 1 0,1-6-1 15,5 0 1-15,4-5-1 16,1 0 1-16,-1-2 5 16,5 0-4-16,0 0-1 15,0 0 2-15,0 0-3 16,2-2 0-16,5 0 0 0,0 1 0 15,-1 1 0-15,3 0-1 16,0 0 1-16,2 1 1 16,2 7-1-16,-1-2 0 15,1 3 2-15,1 1-1 16,1-2 1-16,-1 2 3 0,-1 0-3 16,1 2 0-16,-3-1 0 15,-2 0 0-15,0-1 0 16,2 0-1-16,-6 0-1 15,1-2 0-15,-4-4-24 16,-2-4-41-16</inkml:trace>
  <inkml:trace contextRef="#ctx0" brushRef="#br0" timeOffset="84200.44">6549 9032 38 0,'0'0'11'0,"0"0"-8"0,-47-24 7 16,27 16 1-16,0 0-1 15,-3 0 1-15,0 0-2 0,2 3-1 16,-6 0-4-16,-2 3-3 15,-2 2 2-15,-1 0-2 16,-3 0-1-16,-1 3 0 16,-2 4 0-16,2 3 0 15,2 3 0-15,1 1 0 0,-1 2 0 16,1 2-1-16,-2 2-1 16,3 3 2-16,-1-1 0 15,-4 1 0-15,4 0 0 16,1 2 2-16,3 1-5 15,0 4 2-15,3 1 5 0,1 2-4 16,3 4 1-16,2 1-1 16,4 3 0-16,0 2 1 15,3-2-2-15,2 2 2 16,0 2-1-16,4 1 0 16,-1 1 0-16,3 2 0 0,0 2 0 15,5 2 1-15,0-2 0 16,0 0 1-16,2-2-1 15,6-3 3-15,4 1 0 16,2 0 0-16,2 0 0 16,4-5 1-16,-1-2 1 0,4-1-1 15,0-4-1-15,6-4 4 16,0 1-2-16,0-1 2 16,4-1-2-16,3 2 0 15,0 1-3-15,1 0-1 16,2 1-1-16,-1-2 0 0,0-2-1 15,0-1 0-15,3-4 1 16,0-4-1-16,1-1 0 16,4-5-1-16,0-3 1 15,-1-2 5-15,2-3-3 16,0-1 1-16,0-4 3 16,2-2 0-16,1 0-3 15,-2 0 0-15,0-8 2 0,-2-3 0 16,0-6-2-16,0 1 2 15,-1-4-1-15,-1-1-2 16,1-4 0-16,2-4-1 16,-3-3 2-16,-1-4-2 0,-1-1 1 15,-1-1-2-15,-5-3 0 16,-2 2 0-16,-1-2 0 16,-2 4 0-16,-4-4 1 15,-2-2 0-15,-4 1 0 0,0-4 8 16,-4 1-1-16,-1-2 2 15,-2 0-5-15,-1 2 0 16,-2-1-1-16,-6 1 0 16,2-1 1-16,-5 3-2 15,-2-3 1-15,0 2-1 16,-2 2 1-16,-6 1-2 0,0 3 0 16,-3-1 0-16,-1 0 0 15,-3 1 0-15,-1-2 2 16,1 0-3-16,-4 2 0 15,2 1 0-15,-5-1 0 16,1 5-1-16,-1 0 0 0,-4-1 0 16,1 4 0-16,-4-1-1 15,1 3 0-15,-2-1 1 16,2 4 0-16,-3-1 1 16,0 5-2-16,-2 2 2 15,3 2 1-15,1 3 0 0,0 4-2 16,2 1 0-16,1 2 1 15,-1 0 0-15,1 3 0 16,2-1 0-16,2 0-2 16,0 2 1-16,0 0 0 15,-1 1 1-15,1 0-1 0,2 2-1 16,-2 0 1-16,3 0-1 16,0 0 0-16,1 0 1 15,4 0 1-15,-2 0-1 16,1 0 1-16,3 0-1 15,0 0 1-15,1 0-1 16,-1 0 0-16,3 0 1 0,0 0-2 16,-4 0 2-16,4 0-1 15,2-1 0-15,-4 1 2 16,6 0-4-16,-1 0 2 16,1 0-1-16,1 0-2 15,2 1-23-15,0 6-12 0,2 0-3 16,-5-4-5-16,4-1-81 15</inkml:trace>
  <inkml:trace contextRef="#ctx0" brushRef="#br0" timeOffset="84761.24">6379 8404 71 0,'0'0'12'0,"0"0"-9"0,0 0-2 0,0 2 0 15,2-1 0-15,-2 1 4 16,2 1-2-16,0 0 0 0,-1 1-1 15,4-1 0-15,-1 1 0 16,0 0-1-16,1 1 0 16,1-1-1-16,-2 0 1 15,2 0-1-15,0-1 1 16,-2-1 0-16,1-1 2 0,1-1 7 16,2 0 4-16,-1-3 3 15,3-5 11-15,4-5-7 16,1-3-9-16,1-5-2 15,2-5 2-15,4-8 1 0,7-3 0 16,3-10-1-16,6-4-5 16,11-10-4-16,9-10-3 15,-2-12-2-15,2-17-130 16</inkml:trace>
  <inkml:trace contextRef="#ctx0" brushRef="#br0" timeOffset="95572.93">10312 12136 108 0,'-3'0'6'0,"-2"0"10"0,1 1-8 15,-2 2-6-15,2 0-2 0,-2 0 1 16,1 1 0-16,-1 0 4 16,1 2 6-16,0 1-2 15,1 1-5-15,0 2-3 16,3-1-1-16,1 4 1 16,0-3-1-16,0 0 0 0,2-2 0 15,5-4-1-15,0-1 2 16,2-3 1-16,-2 0 7 15,0 0 8-15,2-6-5 16,-3-2-7-16,1-3-1 16,-3-1 15-16,-2 1-16 0,-1 2 0 15,0-2-3-15,-1 1 2 16,0 4-2-16,-2 2 2 16,-2 3-2-16,-2 1 6 15,1 0-6-15,1 0 0 16,-3 3 0-16,5 2 1 15,1 2-2-15,-1 2 2 0,2-4-1 16,0 1 1-16,0 0-2 16,5-2 0-16,2-1 0 15,0-3-2-15,1 0 2 16,-1 0 3-16,2 0 0 0,0-7-3 16,-2-2 3-16,1 1-1 15,-3-4-1-15,-4 4 1 16,0-1 2-16,-1 2-3 15,0 3 0-15,-7 4-6 16,-4 0 6-16,0 0-8 16,-3 7 1-16,1 3 6 0,2 3 2 15,4 0-1-15,1 0 0 16,3-1 1-16,3 0-1 16,0-4 1-16,0 2-1 15,5-4-1-15,2-1 0 0,2-3 0 16,-2-1 0-16,1-1 1 15,-4 0-2-15,0-3 3 16,-1-5 0-16,0-2 1 16,-3-1-1-16,0-1 6 15,0 1-1-15,-9 4 3 16,4 0-3-16,-4 2-2 0,-2 3 1 16,4 2-6-16,-3 0 0 15,5 4-1-15,-4 6-17 16,4 1-10-16,-2 1-51 15</inkml:trace>
  <inkml:trace contextRef="#ctx0" brushRef="#br0" timeOffset="96731.08">9392 12178 165 0,'0'0'3'0,"0"-3"7"0,2-2-2 0,5-1-5 0,4 2-2 16,-2-2 0-16,1 5 0 16,4-1-1-16,-2 2 0 15,3 0 0-15,-1 2 0 16,2 6 1-16,-5 4-1 0,0 0 0 16,0 4-1-16,-8 4-4 15,-3-2 0-15,0 1-12 16,-1-1 4-16,-7-3 9 15,-2-3 3-15,-1-3 2 16,3-1-1-16,0-5 3 16,1-3 1-16,3 0 2 0,4-3 0 15,0-8-2-15,0-4-2 16,4-1-3-16,6-6 0 16,5 1 1-16,-1-4-1 15,4 0 2-15,0 0-2 16,-1-1 2-16,0-1-1 0,-3 3-1 15,1 1 2-15,-4 2-1 16,-1 3 0-16,-5 5 1 16,0 3 2-16,-3 4 6 15,-2 6 0-15,0 0 4 0,0 7-8 16,-8 9-3-16,2 4 1 16,-3 1 0-16,3 5 2 15,0-3-2-15,4 1 2 16,2-2 0-16,0-2-2 15,8 0 0-15,5 3-2 0,3-5 0 16,2-1-10-16,4-5-91 16</inkml:trace>
  <inkml:trace contextRef="#ctx0" brushRef="#br0" timeOffset="97585.89">10333 13250 112 0,'0'0'1'0,"0"0"0"0,0 0-1 0,0 0 0 16,0 0 1-16,-10 43-1 15,10-38 4-15,5 0 3 16,2-3 7-16,-4 0 8 15,5-2-1-15,-5 0-8 16,3 0-9-16,-1-2-1 16,-2-3-1-16,0-2 1 0,-2 0-1 15,-1 0 0-15,0 1 1 16,0 2 3-16,0 0 4 16,-1 1 4-16,-2 3-1 15,2 0-4-15,-1 0-7 0,-1 0-1 16,3 4-1-16,-2 5 1 15,2-2-1-15,0 0 1 16,0-3-1-16,7 1-2 16,-2-3 1-16,3-2-1 15,-3 0 3-15,3 0 1 16,-4-4 3-16,2-3 2 0,-4 0 0 16,0-2 1-16,-2 1 0 15,0-1-2-15,0 3-4 16,-4 2-2-16,-6 3-12 15,-2 1-55-15,-4 0-145 16</inkml:trace>
  <inkml:trace contextRef="#ctx0" brushRef="#br0" timeOffset="98318.89">9399 13364 122 0,'0'0'31'0,"0"0"-2"0,0 0-9 0,0 0-5 15,22-43-3-15,-15 36-2 16,2 1-5-16,2 1-4 16,-2 5-1-16,3 0 0 0,1 3 0 15,-1 9 2-15,0 0-1 16,-1 5-2-16,-1 4-4 16,0 1 2-16,-3-1-5 15,-5-2 4-15,0-1 2 16,-2-1 2-16,0-5 0 0,0-4 0 15,0 0 1-15,0-5-1 16,0-1 1-16,0-2 1 16,0 0 0-16,0-5 9 15,0-5-10-15,0-2 1 16,2-4 1-16,1-2 1 16,1-1-3-16,-1-4 0 0,-1 2-1 15,0-2 1-15,0 2-1 16,0 5 1-16,1 0-1 15,-3 4 2-15,2 6 5 16,-2 2 2-16,0 3-2 0,0 1-3 16,2 0-4-16,-2 4-2 15,3 6 3-15,1 3 1 16,2 3 1-16,1 0-3 16,2 2 1-16,0 0-8 15,1-1-10-15,0-3-17 0,-1-1-22 16,-3-5-21-16</inkml:trace>
  <inkml:trace contextRef="#ctx0" brushRef="#br0" timeOffset="98567.94">9716 13366 198 0,'0'0'14'0,"0"0"11"0,0 0-11 15,0 0-8-15,40-37-5 16,-31 37-1-16,-2 0-1 15,2 4-3-15,-4 7-5 0,-3 2-1 16,-1 4 4-16,-1-1 4 16,0-1 1-16,0-2 0 15,-3-3 1-15,2-3 5 16,1-2-2-16,0-3 2 16,0-2-1-16,13 0-1 15,6-10 5-15,7-4-1 0,8-9-2 16,1-2-58-16</inkml:trace>
  <inkml:trace contextRef="#ctx0" brushRef="#br0" timeOffset="99500">10427 14432 133 0,'0'0'41'0,"0"0"-12"0,0 0-5 0,0 0-13 16,0 0-10-16,0 0-1 0,0 0-1 15,0 0 2-15,0 0-1 16,0 0-1-16,0 0 2 16,0 0-2-16,-16 33 0 15,22-32-4-15,-1 1-2 16,2-2-1-16,-4 0-5 0,3-2 1 16,-4-3 7-16,-2-1 5 15,0-1 1-15,0 4 1 16,0 2 6-16,-2 1 6 15,-4 0-4-15,1 0-9 0,-2 4 1 16,2 6-1-16,3 0 0 16,0-2-1-16,2 2 1 15,0-3 0-15,0 0-1 16,7-2-1-16,2-3 1 16,-2-1 3-16,1-1-3 15,-1 0 0-15,2 0-3 0,-6-5 2 16,1-3 5-16,-2 1 7 15,0-2 1-15,-2 1-1 16,0 1-5-16,0 1-3 16,0 0-5-16,-8 2-18 15,-2 4-52-15</inkml:trace>
  <inkml:trace contextRef="#ctx0" brushRef="#br0" timeOffset="100247.93">9446 14394 250 0,'0'0'4'0,"0"0"1"0,0 0 6 0,0 0-3 0,0 0-8 16,0 0 0-16,0 0 2 16,0 0 0-16,0 0-2 15,0 0 3-15,11-40 1 16,1 33-1-16,0 0-1 16,2 1-2-16,2 5 0 0,0 1 0 15,1 0 0-15,1 1 0 16,-3 8-3-16,-1 1 0 15,-3 3-1-15,-3-1 3 16,-1 1-3-16,-2 0-1 16,-4 1-2-16,-1-3-3 0,0-1 10 15,0-1 0-15,0 1 0 16,-2-5 0-16,-2-2 1 16,2-1-1-16,2-2 1 15,0 0 4-15,0 0-5 16,0-10 0-16,0-3-2 0,6-3 4 15,0-2-2-15,1-2 0 16,1-1 0-16,-3-1 1 16,4 3 1-16,-5-1-1 15,0 3 3-15,1 2 0 16,-3 4 1-16,0 2-1 16,-2 4 2-16,1 3 0 0,-1 2 0 15,1 0-5-15,0 2-1 16,3 6 0-16,1 5 1 15,-1 3 1-15,3-2-1 16,0 3-5-16,4 0-15 0,0-3-14 16,-2 1-21-16,1-4-35 15</inkml:trace>
  <inkml:trace contextRef="#ctx0" brushRef="#br0" timeOffset="100611.41">9823 14346 184 0,'0'0'40'0,"0"0"-17"0,0 0-6 16,17-40-9-16,-11 31-1 15,0 5-4-15,-2 0 3 16,1 1-3-16,2 3-2 0,-3 0 0 16,1 4-3-16,-3 8 1 15,0 4-6-15,-2 0-1 16,0 1-5-16,0 2-5 15,-2-2 12-15,-2-3 4 16,0-3 2-16,2-3 1 0,2-3 0 16,0-3-1-16,0-2 0 15,2 0 1-15,8 0 9 16,1 0 5-16,1-2-8 16,1-1-2-16,1 2-2 15,-1-1-1-15,-6 2-1 0,-1 0 0 16,-1 0 0-16,-5 6 3 15,-7 8-2-15,-8 5-3 16,-4 6 1-16,-7 2-32 16,-4 0-71-16</inkml:trace>
  <inkml:trace contextRef="#ctx0" brushRef="#br0" timeOffset="101974.82">10378 15595 87 0,'0'0'3'0,"0"0"2"0,0 0 4 16,0 0 6-16,0 0-8 15,0 0 0-15,0 0-1 0,0 0 0 16,0 0 1-16,0 0 12 16,0 0 3-16,14 25 3 15,-10-29-4-15,-2-1-9 16,0-1-8-16,-2 0-1 16,0 1-2-16,0 1-1 0,-4 2-2 15,-4 2-5-15,-1 0 6 16,1 2-1-16,-3 6 2 15,2 1 0-15,4 2 0 16,1-2-2-16,0 0 1 16,4-1 1-16,0-1-1 15,1-3-1-15,8-4 0 0,-2 0 1 16,4 0 5-16,1-1 5 16,-2-8-4-16,0 0 3 15,-3-2-1-15,-1 1 1 16,-4 0 2-16,0 0-6 15,-2 3-3-15,0 3-2 0,-2 3-21 16,-7 1-63-16</inkml:trace>
  <inkml:trace contextRef="#ctx0" brushRef="#br0" timeOffset="102657.01">9415 15686 231 0,'0'0'3'0,"0"0"7"0,6-49 5 0,0 36-6 0,1 1-6 15,1 4-2-15,2 2-1 16,-1 3 2-16,1 3-1 0,1 0-1 16,-1 4 0-16,4 7 0 15,-3 2 0-15,-3 2 0 16,2 2 0-16,-5 0-1 16,1-1 1-16,-6-2-3 15,0-1 1-15,0-3 1 0,0-3-1 16,0-3 0-16,0-2-6 15,0-2 5-15,0 0 5 16,0-5-3-16,0-6-3 16,2-2 2-16,0-1 2 15,3-3 1-15,2 1 0 16,-3 2-1-16,1-2 2 0,-1 2-2 16,-1 3 1-16,1 1 0 15,0 2 1-15,-2 3 1 16,1 3 0-16,0 2-4 15,-1 0 1-15,2 2-2 16,0 8 4-16,0 3-1 0,3 0 1 16,0 1-2-16,2 3 0 15,2-3-12-15,3-3-25 16,-1-3-16-16,5-4 2 16,-1-3-32-16</inkml:trace>
  <inkml:trace contextRef="#ctx0" brushRef="#br0" timeOffset="102921.18">9825 15645 124 0,'0'0'54'0,"0"0"7"0,0 0-42 0,0 0-19 0,0 0-3 0,0 0 5 16,0 0 3-16,-38 50-3 16,23-29-2-16,1 0 0 15,2 1 0-15,2-4 0 16,1-2 1-16,2-3-2 15,3-5-2-15,4-2-1 0,0-4 0 16,0-2-1-16,11 0-3 16,4 0 10-16,2-7 1 15,7-1 2-15,-1-1-4 16,-1 2-1-16,2 0-13 16,-1 0-16-16,-4 3-21 15,-4-3-7-15</inkml:trace>
  <inkml:trace contextRef="#ctx0" brushRef="#br0" timeOffset="103098.61">9821 15695 231 0,'0'0'3'15,"0"0"-3"-15,0 0-3 16,-6 42 3-16,6-10 0 0,8 6 0 15,6 6 0-15,2 7-2 16,8 1-43-16</inkml:trace>
  <inkml:trace contextRef="#ctx0" brushRef="#br0" timeOffset="103959.65">10590 16525 145 0,'0'0'12'0,"0"0"-2"0,0 0-5 0,0 0-4 0,0 0 1 16,0 0-2-16,0 0 0 16,0 0 0-16,0 0-1 15,0 0 1-15,0 36 2 16,2-36 1-16,2 0 5 0,-3 0-2 16,-1 0-1-16,0-1-2 15,0-2 0-15,0 2 2 16,-5 0 3-16,-3 1-1 15,1 0-2-15,-3 0 0 16,3 5-1-16,2 3-4 0,4 2 0 16,-1 3 0-16,2 0-1 15,0-2 0-15,5-2-1 16,5-2 0-16,2-2 1 16,-1-3-3-16,-1-2 4 15,3 0-2-15,-2-2 1 0,-1-6 3 16,-2-1 4-16,-2-3 0 15,-4 0 3-15,-2 0 1 16,0 1 2-16,-6 2 0 16,-4 1-3-16,-3 3-1 0,0 2-7 15,-1 3 2-15,1 0-2 16,1 0-2-16,2 4 0 16,3 6-1-16,1-1 1 15,1 2 0-15,5 3-7 16,0 0-4-16,0-1-16 15,9-3-23-15,0-2-28 0</inkml:trace>
  <inkml:trace contextRef="#ctx0" brushRef="#br0" timeOffset="104663.91">9523 16568 91 0,'0'0'77'0,"0"0"-79"0,0 0 2 16,0 0 0-16,0 0 2 0,37-11-2 16,-26 11-1-16,-1 7 0 15,2 3 1-15,-1 8-4 16,0 2 7-16,-4 0-2 16,0 4-1-16,-3-1 0 15,-4 0-7-15,1-3-5 16,-1-2 4-16,0-4 2 15,0-5-1-15,0-2 2 0,0-7 4 16,0 0 3-16,0-1 3 16,0-11-4-16,0-5 0 15,0-1 3-15,4-5 2 16,2-1 4-16,-3-2 11 0,4 2-4 16,-5 1 1-16,0 2 4 15,0 5-4-15,-2 2-2 16,0 4-5-16,0 3-2 15,0 4-2-15,0 3-5 16,0 0-6-16,-2 3 9 0,0 10-8 16,2 3 3-16,0 2-3 15,0 2-1-15,0-1-5 16,2 1-8-16,7-1-14 16,-2-3-22-16,4-3-11 15</inkml:trace>
  <inkml:trace contextRef="#ctx0" brushRef="#br0" timeOffset="104905.93">9763 16673 147 0,'0'0'109'0,"0"0"-93"0,0 0 5 0,0 0-17 15,0 0-4-15,0 0-3 16,0 0 3-16,0 0 1 15,0 0-2-15,20 47 0 0,-13-34 0 16,1 1 0-16,2-2 2 16,-4-1-2-16,1 2 2 15,-3-3-2-15,-3-1-8 16,-1 0-28-16,0-3-31 16,-3-5-49-16</inkml:trace>
  <inkml:trace contextRef="#ctx0" brushRef="#br0" timeOffset="105033.7">9744 16693 267 0,'0'0'1'0,"0"0"-2"0,48-52-2 16,-17 33 3-16,4 2-7 16,6-1-66-16</inkml:trace>
  <inkml:trace contextRef="#ctx0" brushRef="#br0" timeOffset="105869.92">10592 17652 259 0,'0'0'-1'0,"0"0"0"0,0 0 0 16,0 0 0-16,0 0 1 16,0 0 0-16,0 0 0 15,-9 38 0-15,9-35 0 0,0 1-2 16,1-2 1-16,1-2-1 15,2 0 1-15,-2 0 0 16,0 0 5-16,-2-7 8 16,2-2-8-16,-2 2-1 15,0-1 1-15,0-1-2 0,0 3 1 16,-4 1-1-16,-3 2-2 16,1 3-3-16,-2 0 9 15,2 3-7-15,-2 5-2 16,3 2 2-16,3 2 0 15,0-2 1-15,2-1-1 0,0-1 0 16,0-4-1-16,4-2-6 16,3-2 5-16,1 0 0 15,2 0 3-15,-1-3 0 16,1-5 0-16,-1-2 5 16,-3 0 0-16,-2-1 2 0,-2-2-1 15,-2 3 1-15,0 0 0 16,0 0 1-16,-7 0-3 15,-4 6-3-15,4 0-4 16,-2 4-2-16,-1 0-20 16,2 0-42-16,-3 4-81 15</inkml:trace>
  <inkml:trace contextRef="#ctx0" brushRef="#br0" timeOffset="106408.07">9550 17693 177 0,'0'0'8'0,"0"0"31"0,0 0-13 0,0 0-17 15,0 0 0-15,0 0-3 16,0 0-1-16,-12-41 0 0,18 35-3 16,2 0-2-16,4 2 2 15,2 3-2-15,4-1 0 16,1 2 1-16,0 0-1 15,1 3-1-15,-3 6-5 16,1 2-1-16,-4 5-4 0,-1 2-1 16,-4 1 1-16,-4 2-6 15,-3 3 2-15,-2-1-6 16,0-2-23-16,-2 1-4 16,-5-1-17-16</inkml:trace>
  <inkml:trace contextRef="#ctx0" brushRef="#br0" timeOffset="106692.18">9667 17847 29 0,'0'0'70'0,"7"-42"-60"15,2 17 11-15,-2-1-6 0,1-4-6 16,-1 3-3-16,2 0-4 16,-2 2-1-16,-1 4 1 15,-2 2-2-15,1 4 1 16,-3 5 6-16,-2 3 7 15,0 4 4-15,0 1 0 0,0 2-10 16,0 0-8-16,0 4-3 16,0 5 11-16,0 2-9 15,0 5 4-15,0 0-2 16,0 2-1-16,2 3 1 16,0-1-1-16,4 2 0 15,0-1 0-15,3 0-14 0,-1-5-45 16,4-6 0-16</inkml:trace>
  <inkml:trace contextRef="#ctx0" brushRef="#br0" timeOffset="107246.96">9962 17553 59 0,'0'0'25'0,"0"0"-25"0,0 0 1 0,0 0-1 15,0 0 0-15,0 0 16 16,0 0 6-16,0 0-7 15,0 0 1-15,-11 35-4 16,6-21-5-16,1 1-5 16,-2 3-1-16,1 0 0 0,3 2-2 15,-3-1 2-15,3 0 0 16,1 1 0-16,-1 0-1 16,2-2 3-16,0-1-1 15,0-1-2-15,3-3 0 16,4-2 1-16,0-2-3 0,1-3-4 15,-1-3 7-15,4-2-2 16,-2-1 6-16,-3 0 0 16,3 0 3-16,-1-7 5 15,0 0 0-15,-5-1 4 16,1-1-3-16,-2-1-1 16,-2-1-1-16,0-1-3 0,-2 1 0 15,-5-1-1-15,-3 2-4 16,-2 3-2-16,0 0-1 15,-1 5-2-15,0 2 3 16,0 2-8-16,-1 12-14 0,1 5-27 16,-1 4-45-16,3-2-12 15</inkml:trace>
  <inkml:trace contextRef="#ctx0" brushRef="#br0" timeOffset="154234.89">16526 1340 14 0,'-2'-1'5'0,"0"1"7"0,2 0 8 16,0 0-10-16,0-1-5 15,0 1-5-15,0-1 3 0,0 1-2 16,0 0-1-16,0-1 1 15,0-1 2-15,0 1 10 16,0 0 2-16,0-1 2 16,0 2 0-16,0-4 4 15,0 4-3-15,0 0-7 16,0-2 1-16,0 2-7 0,0 0-3 16,0 0-4-16,0 0 0 15,0 2 3-15,2 4 0 16,1 1-1-16,1 3 0 15,4 1 0-15,-2 0-1 16,4 1 1-16,1-1 0 0,0 3 0 16,3-2 1-16,1-1-1 15,1-1 2-15,0 4 1 16,4-5-2-16,-2 2 0 16,-3-2 1-16,2 1 0 15,-2-2-2-15,-2-1 1 0,-3-2-1 16,0 0 1-16,-5 1-1 15,2-3 1-15,-5 1-2 16,0 0-6-16,-2-1-49 16,0-3-6-16</inkml:trace>
  <inkml:trace contextRef="#ctx0" brushRef="#br0" timeOffset="154654.54">16763 1306 101 0,'0'0'6'0,"0"0"1"0,0 0 0 0,0 0-4 16,0 0 7-16,0 0 4 0,0 0 0 15,0 0-10-15,0 0-4 16,0 0 0-16,-32 6 0 16,19 5 0-16,1 1 1 15,-2 4-1-15,3 2 1 16,-1-3-1-16,3 2 2 0,-2-1-2 15,-2 1 1-15,0-3 0 16,-1 2 5-16,-1-2-2 16,0 3-3-16,0-3-1 15,2 2 1-15,1-3-2 16,3 1 1-16,5-3-7 0,4-4-53 16</inkml:trace>
  <inkml:trace contextRef="#ctx0" brushRef="#br0" timeOffset="155038.54">16910 1496 108 0,'0'0'0'0,"0"0"11"0,0 0-10 0,0 0-1 16,0 0 1-16,0 0 1 0,0 0 1 16,0 46 1-16,0-26 2 15,0 3-2-15,0 7-2 16,-7 8 0-16,-7 10-1 16,-6 3 0-16,-3 5-48 15</inkml:trace>
  <inkml:trace contextRef="#ctx0" brushRef="#br0" timeOffset="155964.64">16515 2685 67 0,'0'0'6'0,"0"0"11"0,0 0-5 0,0 0-2 0,0 0 3 16,0 0 2-16,0 0 3 15,0 0-5-15,0 0-5 16,0 0-5-16,0 0-2 15,0 0-1-15,11 6 1 16,-4 2 0-16,0 3 0 0,4 1 0 16,0 1 0-16,-1 3 0 15,3-1 0-15,-2-1 0 16,2 0-1-16,1-2 1 16,-2 1-2-16,2-5 2 15,-3 2-1-15,0 1 1 0,-1-2-2 16,-2 1 1-16,-3 0-14 15,-2 0-29-15,0-4-1 16</inkml:trace>
  <inkml:trace contextRef="#ctx0" brushRef="#br0" timeOffset="156270.7">16746 2651 135 0,'0'0'12'15,"0"0"-6"-15,0 0-10 0,0 0 4 16,-37 40 1-16,20-15 2 15,1 2-1-15,-4 5 1 16,-1 2-2-16,1 1 0 16,0 1-1-16,2 0 1 15,-2 0-1-15,2 1-1 0,1-3-15 16,5-8-66-16</inkml:trace>
  <inkml:trace contextRef="#ctx0" brushRef="#br0" timeOffset="156882.28">16872 3039 124 0,'0'0'2'0,"0"0"-3"0,0 0-2 15,0 0 0-15,0 0 3 16,0 0 1-16,0 0 1 16,0 0 5-16,0 0 4 15,-18-9 2-15,18 4 5 16,0-1-10-16,5 3-2 0,2-3-4 16,1 4-1-16,2 0 2 15,3 2-3-15,-4 0 2 16,2 0-2-16,0 3 2 15,-2 7-2-15,-1 6-2 16,-1 2 1-16,-4 5-1 0,-3 1-2 16,0 3 5-16,-7-3-6 15,-4 0-1-15,-2-3 6 16,-3-5 0-16,1-2-1 16,1-4 4-16,3-1-1 15,3-5 2-15,3-1 0 0,4 0-1 16,-1-3 5-16,2 0 11 15,0 0 0-15,8 0-4 16,5-6-9-16,9 0-2 16,5-2-2-16,4-2-8 15,2 4-36-15,-1-4-52 0</inkml:trace>
  <inkml:trace contextRef="#ctx0" brushRef="#br0" timeOffset="157885.92">16573 4016 91 0,'-1'0'23'0,"0"0"11"0,1 0-5 0,0 0-20 0,0 0-10 15,0 0 4-15,0 0-1 16,4 3-1-16,3 5-1 0,2 0 0 16,0 0-2-16,3 3 3 15,1 2 1-15,2 0 2 16,3 0 2-16,0 0-3 15,-3 2 1-15,2-1-3 16,-1-1 0-16,-1 1-1 0,-2-1 1 16,-1 1-2-16,1-1-9 15,-4-6-30-15,-3 0-17 16</inkml:trace>
  <inkml:trace contextRef="#ctx0" brushRef="#br0" timeOffset="158214.19">16745 4009 139 0,'0'0'9'16,"0"0"8"-16,0 0 5 0,0 0-6 16,0 0-7-16,0 0-4 15,0 0-8-15,0 0 4 16,0 0 0-16,-40 51-1 16,22-20 1-16,-2 9-1 15,0 4 1-15,-5 4-1 0,1-2-1 16,1 4 0-16,-1-5-13 15,4-9-42-15,6-11-62 16</inkml:trace>
  <inkml:trace contextRef="#ctx0" brushRef="#br0" timeOffset="159095.88">16933 4259 71 0,'0'0'15'0,"0"0"7"0,0 0 0 0,0 0-6 15,0 0-1-15,0 0 1 16,0 0-6-16,2-40-6 16,2 32 1-16,3 0-5 15,1 0 3-15,0 2 1 16,-1 1-1-16,3 0 0 16,-2 1-3-16,1 3 1 0,1-1-1 15,-2 2 1-15,1 0 0 16,1 0-1-16,-4 2 0 15,2 6 1-15,-4 1-1 16,-1 2 0-16,-3 3-3 0,0 1 7 16,0 0-6-16,-1 2 0 15,-5 0 2-15,-2-4 1 16,2 1 0-16,-2 2-1 16,3-5 0-16,1-4-1 15,-1 0 0-15,2-1-10 0,2-3 2 16,1-2 1-1,0 1 4-15,0-2 0 0,0 0 0 16,4 0 9-16,5 0-1 16,-3-2 0-16,2 0-1 15,3 1-1-15,-4 0-1 16,3 1-1-16,-1 0 1 0,0 0-1 16,0 1 0-16,-3 5 0 15,1 1 1-15,0 2-1 16,0-1 0-16,-4 2-1 15,0 2 0-15,-1-2 3 16,1-2 2-16,-3 2-4 0,0-3 0 16,0 0 0-16,0 2 0 15,-7-3-2-15,1-1 4 16,-5 1 1-16,1 0 0 16,-3-1 2-16,-2-2 1 15,0 1 0-15,-2 0 2 0,2-1-5 16,-1 0 0-16,-3 3-3 15,1-2 0-15,-1 0-3 16,0-4-65-16</inkml:trace>
  <inkml:trace contextRef="#ctx0" brushRef="#br0" timeOffset="164578.95">14043 5584 10 0,'0'0'16'0,"-3"0"2"0,2 0 2 0,1 0-2 15,0 0-12-15,0 0-5 16,0 2 1-16,0 6 1 16,0 1-2-16,0-1 0 15,4 1-1-15,2-4 1 16,2-2-1-16,1-3-1 0,6-4 12 16,8-13 6-16,5-8-7 15,4-4-5-15,6-7-4 16,3-2-1-16,-1 1-7 15,-7-1-68-15</inkml:trace>
  <inkml:trace contextRef="#ctx0" brushRef="#br0" timeOffset="165354.91">13299 6378 97 0,'0'0'4'0,"0"0"9"0,0 0-4 0,0 0-7 15,0 0-1-15,0 0-1 16,0 0 1-16,0 0-1 0,0 0 0 16,0 0 0-16,0 0 1 15,-34 38-2-15,34-27 2 16,0 0-1-16,0 0 0 15,0 2 1-15,1-3-1 16,2-1-1-16,2-1 2 16,0-3-1-16,-1-2 0 0,3-1 0 15,-3-2 6-15,3 0 20 16,2-9-1-16,5-4-7 16,3-5-5-16,4-8-7 15,3-1-3-15,3-7-1 16,4 0-1-16,-1-1-1 0,3 2 0 15,0 3-2-15,-4 6-33 16,-1 3-25-16,-7 5-51 16</inkml:trace>
  <inkml:trace contextRef="#ctx0" brushRef="#br0" timeOffset="168662.17">14242 1433 54 0,'0'0'5'0,"0"0"8"0,0 0 3 16,0 0-5-16,-5-44 1 15,3 35 1-15,0 2-1 0,1-1-2 16,0 2 2-16,-1 0-2 16,1 2-3-16,1 1-4 15,0 1-1-15,0 2 0 16,0 0-5-16,0 2 0 0,0 11 3 16,0 2 0-16,0 5 0 15,0 6 1-15,0 1-1 16,0 4 0-16,0 3 1 15,0-4-1-15,0 5 0 16,0 1 0-16,-2 0 1 16,2 2-1-16,-2 3 0 0,2 3 1 15,0 4-1-15,0 3 0 16,0 3 2-16,-2 2-2 16,2-2 0-16,-3-2 0 15,2-6 0-15,-1-2 0 16,2-6 0-16,0-4 1 0,0-1-1 15,0-2 0-15,0-3 1 16,0-2-1-16,0-2 0 16,0-2 0-16,0-2 0 15,0-1 1-15,0 0-1 16,0-1-1-16,-5 2 0 0,-4-3-36 16,2-6-17-16</inkml:trace>
  <inkml:trace contextRef="#ctx0" brushRef="#br0" timeOffset="169132.17">14172 2460 73 0,'0'0'10'0,"0"0"-1"0,0 0 1 0,0 0-3 16,0 0-4-16,0 0-1 16,44-16-1-16,-32 13 1 15,3 3 2-15,2-3 3 16,5 3-2-16,1-1-2 15,1-1-1-15,5 2 0 16,2 0-2-16,2 0 1 0,4 0 0 16,-1 0 1-16,3 0 0 15,0 0 4-15,4 0 4 16,-3 0 1-16,3-1-6 16,3-2-1-16,-2 0-3 15,0 0 0-15,0-1 0 16,0-3 1-16,-1 1-1 0,-4 1 1 15,0 0-1-15,-5 0 0 16,-3 1-1-16,-4 2 0 16,-7 2-1-16,-4 0-6 15,-10 0-31-15,-6 0-27 0</inkml:trace>
  <inkml:trace contextRef="#ctx0" brushRef="#br0" timeOffset="170249.89">14126 2560 7 0,'0'0'18'0,"0"0"-3"0,-49 47-3 0,31-27-1 16,-4 1 0-16,1 2 1 15,0 1-6-15,2 2 1 16,3 1-3-16,0-3-1 0,6 0-2 15,-2 0 0-15,1 0-1 16,-1 0 0-16,0 2 1 16,0-1-1-16,-3 1 1 15,1-2-1-15,-1-1 0 16,1-3 1-16,0-2 3 16,0-2 1-16,1-2-1 0,1-4 4 15,3 1-1-15,-1-2 0 16,1-3-2-16,5 1 1 15,-2-3-4-15,2 0-1 16,2-2 0-16,-1-1 1 0,0-1 2 16,0 2 8-16,1-2 2 15,1 1-5-15,-1-1-6 16,1 0 0-16,1 3-2 16,0-2-1-16,-2-1 0 15,0 0 1-15,2 0 0 0,0 0-1 16,-2 0 1-16,2 0 0 15,0 2-1-15,0-1 0 16,0-1 0-16,0 2 0 16,-2-1 1-16,0-1-1 15,1 0 0-15,0 0 2 16,0 0 9-16,1 0 3 0,-2 0 2 16,0 0-5-16,0 0-2 15,-1 0-4-15,2 0-2 16,0 0-2-16,1 0 1 15,-1 0-4-15,1 0 2 0,-1 0 0 16,1 0-1-16,0 0 2 16,0 0-1-16,0 0-1 15,0 0 1-15,0 0 1 16,0 0-1-16,-1 0 0 16,0 0 0-16,1 0 2 0,0 0-2 15,-1 0 1-15,1 0 0 16,0 0-1-16,-4-1 1 15,4-1 1-15,-2-1-1 16,1 0 2-16,1 2-5 16,0-2 0-16,0-4-14 0,7-9-94 15</inkml:trace>
  <inkml:trace contextRef="#ctx0" brushRef="#br0" timeOffset="171849.14">9482 2351 48 0,'10'-14'9'0,"4"0"5"0,1-6 0 15,2 2-3-15,2-3 0 0,2-2-2 16,3-3-1-16,1-2 2 16,2-4-2-16,4 0 0 15,0-5-4-15,3-1-1 16,5-2-1-16,4-3-2 15,8 3 0-15,2-2-2 0,2 1-17 16,-2 2-62-16</inkml:trace>
  <inkml:trace contextRef="#ctx0" brushRef="#br0" timeOffset="172823.93">12422 5581 27 0,'0'0'63'0,"0"0"-49"0,0 0 1 0,0 0-5 15,0 0-2-15,16-43 1 0,-7 29-3 16,0-1-3-16,2-2-1 15,2 0-1-15,1-2 1 16,0 1-3-16,4 0 3 16,1-2-2-16,2 1 0 15,4-1 0-15,1 0 0 0,1-3-1 16,2 1 1-16,0-4 0 16,-3 1 0-16,3 0 1 15,-2-3-1-15,0 2 0 16,0 2 1-16,-4 3 0 15,-3 0-1-15,0 3-1 0,-2 3 2 16,-7 2-1-16,-3 2 0 16,2 2 0-16,-7 2 2 15,-1 3-2-15,2 1 6 16,-4 0-2-16,0 2-2 16,0-1 0-16,0 2-1 15,2 0-2-15,-2 0-7 0,2 0-23 16,-1 0 1-16,-1-1-27 15</inkml:trace>
  <inkml:trace contextRef="#ctx0" brushRef="#br0" timeOffset="174268.5">11786 3501 51 0,'-2'0'8'0,"2"0"-1"0,0 0-3 0,0 0-3 15,0 0 0-15,0 0-1 16,0 0 0-16,0 0 1 15,0 0-1-15,0 0 0 0,0 0 0 16,0 0 1-16,0 0 1 16,0 0-1-16,0 0 4 15,0 0 5-15,0 0 1 16,0-1-7-16,0-3-2 0,-4-1-1 16,1-1-1-16,-7-1 0 15,2 0-1-15,-3-2 0 16,-3 2 1-16,-4 0 0 15,0 0 1-15,0 1-1 16,-3 2 0-16,0 1-1 16,-1 3-3-16,2 0-8 0,-2 0-7 15,1 10-8-15,-1 2-4 16,-2 4 16-16</inkml:trace>
  <inkml:trace contextRef="#ctx0" brushRef="#br0" timeOffset="174610.61">11352 3628 7 0,'0'0'15'0,"0"0"1"16,-26 40-2-16,23-31-4 16,1-4-2-16,0-2-3 15,0 0 1-15,1-3-1 16,1 0 6-16,0 0 7 0,0 0-3 16,0 0-4-16,0 0-1 15,0 0 2-15,0 0-1 16,0 0 0-16,0 0-9 15,0-4-4-15,3 1 2 16,-1 1-3-16,0 1 1 0,-2-2 2 16,0 3 2-16,0 0-2 15,0 0-3-15,0 0-4 16,0 0-5-16,0 0-3 16,0 0 5-16,0 0-18 15,0 0 8-15,0 0 20 16,0 0 0-16,0 3-1 0,0-2 0 15,0 1-7-15,0 1-2 16,0-2-3-16,0-1-6 16,0 3-16-16</inkml:trace>
  <inkml:trace contextRef="#ctx0" brushRef="#br0" timeOffset="174774.96">11323 3688 3 0,'0'0'33'0,"0"0"-10"15,0 0-8-15,0 0-6 16,0 0-2-16,0 0-2 15,0 0-1-15,0 0 1 0,0 0 6 16,2-4-4-16,-2 4-7 16,0 0 2-16,0 0-3 15,0 0 0-15,0 0 3 16,0 0-20-16,0 0-21 16</inkml:trace>
  <inkml:trace contextRef="#ctx0" brushRef="#br0" timeOffset="177863.4">17647 1326 125 0,'0'0'-3'0,"0"0"15"0,0 0 6 0,0 0-4 16,0 0 2-16,0 0-5 16,0 0-5-16,0 0 0 15,0 0 2-15,0 0 2 16,0 0-2-16,0 0-2 0,-4-11-2 15,4 11-3-15,0 0-6 16,0 0-7-16,0 4-48 16,0-1-49-16</inkml:trace>
  <inkml:trace contextRef="#ctx0" brushRef="#br0" timeOffset="178133.78">17616 1542 133 0,'0'0'3'0,"0"0"-1"15,0 0 4-15,0 0 9 16,0 0 12-16,0 0 9 0,0 0-4 15,0 0-17-15,9 0-6 16,-9 0-6-16,4 0-3 16,0 0-2-16,2 0-2 15,-2 0-43-15,3-6-74 16</inkml:trace>
  <inkml:trace contextRef="#ctx0" brushRef="#br0" timeOffset="179035.92">18198 1302 117 0,'0'0'9'0,"0"0"-5"0,0 0-5 0,0 0 1 15,0 0 1-15,0 0-1 0,0 0 3 16,0 0-1-16,0 0 2 15,0 0 1-15,-30 20-1 16,24-19 0-16,-2-1-2 16,2 0 1-16,0 0 0 15,2 0-1-15,1 0 3 0,-1 0 7 16,1 0-1-16,1-2-3 16,1 0-5-16,1-4 0 15,0 3-1-15,0-1-2 16,0 0-1-16,2-2 2 15,7 1-2-15,1 0 0 16,2 2 2-16,3 0-1 0,1 1-1 16,-3 2 1-16,1 0-4 15,-1 0 8-15,-2 0-3 16,1 5-2-16,-4 1 1 16,1 4-1-16,-6 1 0 0,0 2-1 15,-3 1 1-15,0 2 0 16,-4 0-1-16,-4-1-1 15,-1-2 5-15,-3 4-4 16,1-4 1-16,1-2 1 16,-2 1 0-16,3 0 0 0,1-3 1 15,-1 1-1-15,2 0 0 16,2-3 0-16,2 0 0 16,1-3 0-16,2 0 2 15,0-2 1-15,0-2-3 16,1 0 0-16,7 0 1 15,4 0 1-15,1 0 3 0,5-3 2 16,-1-3-2-16,4 2-2 16,-2 1 0-16,-1-1-2 15,3 1-1-15,-3 3 0 16,2-1-1-16,-2-1-2 0,-2 1-38 16,1-2-29-16</inkml:trace>
  <inkml:trace contextRef="#ctx0" brushRef="#br0" timeOffset="179650.86">18519 1322 142 0,'0'0'-21'0,"0"0"34"0,0 0 0 0,0 0-7 15,0 0-2-15,42-34-1 16,-26 30-2-16,5 1 1 16,-3 2 1-16,-2 1 1 15,2 0-3-15,-4 5 0 16,0 5-2-16,-4 4-2 0,-4 0 2 16,-2 1 0-16,-4 0 2 15,0 2-1-15,-2-3-1 16,-7-1 1-16,-4 0-1 15,0-3 1-15,-2-2 0 16,0-2 2-16,2-2 1 16,1-2-1-16,4-2 1 0,3 0 8 15,4 0-1-15,1-7-2 16,0-2-6-16,10-3 1 16,2-3-4-16,3 2 3 15,-2-2-2-15,3-2-2 16,-2 0-1-16,0 1-1 0,-2-1 1 15,0 3 0-15,-5 0 3 16,1 2 0-16,-3-1 1 16,-1 5-1-16,1 2 0 15,-4 2 0-15,-1 1 2 0,1 3-1 16,-1 0-1-16,0 0-7 16,0 6 7-16,0 5-1 15,0 2 1-15,-2 0 1 16,0 1 2-16,-2 0-2 15,4-1 1-15,0-1-1 0,0 0 1 16,0-1 0-16,7 2-1 16,0-3 0-16,4 3 2 15,2-4-3-15,1 2-6 16,1-4-37-16,1-3-46 16</inkml:trace>
  <inkml:trace contextRef="#ctx0" brushRef="#br0" timeOffset="179855.91">18960 1363 186 0,'0'0'-4'0,"0"0"24"0,0 0-17 16,0 0-4-16,0 0 1 16,0 0 1-16,0 0-1 15,-9 51 0-15,7-35 0 16,0 1 0-16,1 0 1 15,1 0-1-15,-2-1 2 0,2 1-4 16,0-3-22-16,0-4-46 16</inkml:trace>
  <inkml:trace contextRef="#ctx0" brushRef="#br0" timeOffset="180163.11">19192 1349 167 0,'0'0'-23'15,"0"0"30"-15,0 0 4 16,0 0 1-16,50-7-1 0,-28 4 3 15,2-3 3-15,5 3-8 16,1-1-6-16,5-3-2 16,-2 0 1-16,-1 0-2 15,0 0 0-15,-3 1 0 16,-3 2-3-16,-5 1-16 16,-5 1-38-16,-5-1-45 0</inkml:trace>
  <inkml:trace contextRef="#ctx0" brushRef="#br0" timeOffset="180390.88">19483 1213 195 0,'0'0'27'16,"0"0"0"-16,0 0-14 15,0 0-10-15,0 0-4 0,0 0 1 16,0 0 1-16,0 0-1 15,-9 52 0-15,7-25 0 16,-3 1 0-16,-2 1-1 16,1 2-1-16,-5-2-15 15,2-1-28-15,3-5-31 0,3-5 15 16</inkml:trace>
  <inkml:trace contextRef="#ctx0" brushRef="#br0" timeOffset="180859.98">19742 1177 268 0,'0'0'-39'0,"44"-35"49"0,-19 20 0 16,-2 5-7-16,0 5-1 15,-5 3-3-15,-1 2 1 16,-6 0-1-16,-2 0-1 16,-5 12-6-16,-3 0 0 15,-1 5 3-15,-4 5-3 0,-10-1-5 16,-4 2 1-16,-4-5 3 16,-2-1 4-16,4-4 3 15,3-4-1-15,1-1 3 16,6-2 2-16,5-2-1 15,5 0 1-15,0-1-1 16,4 1 4-16,10 0-4 0,0 2 2 16,4-2 4-16,1 2-4 15,0-1 1-15,-2 0-2 16,-3 2-2-16,-2-1 1 16,-2 1-1-16,-7 0 0 0,-1-1-1 15,-2 1 1-15,0 0 2 16,-12 0-6-16,-4 2 4 15,-4 2 3-15,-5-1-2 16,1 0-2-16,1-3-28 16,6-7-41-16</inkml:trace>
  <inkml:trace contextRef="#ctx0" brushRef="#br0" timeOffset="181349.88">20031 1222 174 0,'0'0'-11'0,"55"-28"28"0,-28 18-4 0,-4 3-1 0,-1 3-11 16,-4 4-1-16,-1 0 2 0,-4 3-2 16,-1 9-2-16,-3 3 1 15,-2 3-1-15,-3 0 0 16,-3 1 4-16,-1-3-2 15,0-1-1-15,-1-2 0 16,-6-3-2-16,1-3 0 0,-2 0 1 16,2-3 2-16,-1-4 3 15,2 0-1-15,2 0-1 16,0 0 1-16,2-2 3 16,1-7 0-16,0 0-7 15,0-5-4-15,1 1-1 0,4-2 1 16,-2-2 3-16,0 0 3 15,-1 1-1-15,1 3 2 16,-1 2 1-16,-2 2 5 16,0 5 1-16,0 0 1 15,0 3 4-15,1-1-5 0,0 2-10 16,3 3 2-16,-2 4 0 16,2 3 2-16,1 4-2 15,-1 2 0-15,2 1-2 16,-1 0 4-16,2 1-2 15,-2-2 0-15,-1 0-19 16,2-1-23-16,-2-4-24 0</inkml:trace>
  <inkml:trace contextRef="#ctx0" brushRef="#br0" timeOffset="181635.15">20432 1346 108 0,'0'0'11'0,"48"-13"15"0,-27 10-3 0,-2 3-6 0,-1 0-12 16,-7 0-4-16,-3 7-2 16,-5 3-1-16,-2 6 4 15,-1-2-2-15,-3 1-2 0,-8 3 2 16,2-4 0-16,0-1-1 16,-3-4 3-16,6 0 2 15,-1-4 4-15,4-1-3 16,2-3 0-16,1 1 0 15,0-1 3-15,0-1 4 0,11 1-10 16,7 0 1-16,3-1-2 16,9 0 4-16,4 0-7 15,4 0-37-15,0-6-56 16</inkml:trace>
  <inkml:trace contextRef="#ctx0" brushRef="#br0" timeOffset="181854.88">20909 1239 200 0,'0'0'-5'16,"0"0"10"-16,47-9 1 15,-20 5 0-15,6 2-4 0,4-1-3 16,3-1-16-16,0-1-57 16</inkml:trace>
  <inkml:trace contextRef="#ctx0" brushRef="#br0" timeOffset="182183.34">21407 1110 165 0,'0'0'-11'0,"0"0"12"16,0 0-6-16,0 0 4 15,-42 41-1-15,22-25 0 16,0 5 2-16,-3-1 0 16,3-4 0-16,4 1 1 15,5-6 0-15,1-1 1 16,3-5-1-16,5-3 1 0,2 0 4 15,1-2 1-15,11 0 10 16,6 0 5-16,3 0-7 16,7 0-7-16,3-2-4 15,2 1-4-15,-1-2 4 16,-1 3-5-16,2-2 1 0,-6 2-3 16,-4-1-22-16,-2-2-15 15,-6-2-9-15,-4-2-16 16</inkml:trace>
  <inkml:trace contextRef="#ctx0" brushRef="#br0" timeOffset="182382.24">21503 1127 126 0,'0'0'14'16,"0"0"14"-16,0 0-20 15,0 0-7-15,0 0 0 0,0 0 3 16,-27 41-2-16,21-18 0 15,1 3-1-15,-1 1 0 16,2 1 0-16,2-1 0 16,-1 0-1-16,1-4 0 15,-1-2-14-15,3-4-45 0</inkml:trace>
  <inkml:trace contextRef="#ctx0" brushRef="#br0" timeOffset="182851.42">21660 1110 151 0,'0'0'10'0,"51"-14"-4"15,-22 10-1-15,-1 4-3 0,-2 0-1 16,-8 4-1-16,-3 9 0 15,-7 4-2-15,-6 1 0 16,-2 2 3-16,0 4-2 16,-11-4 1-16,-2 0-1 15,-1-6 1-15,-1-1 1 0,1-5 2 16,2-3 2-16,0-4-1 16,4-1-1-16,1 0-2 15,3 0 1-15,3-4 4 16,1-6 0-16,0-1-4 15,3-5-1-15,6 0-1 0,2-2 2 16,0-2-3-16,1 3 1 16,-1 0 0-16,0 7 1 15,-3-3-1-15,-2 9 2 16,-3 1-2-16,-1 3-2 16,-1 0 0-16,0 5 0 15,1 10 3-15,0-1-1 0,1 8 0 16,1 3 1-16,2-1-1 15,1 2 0-15,2-4-18 16,-1-2-41-16,0-7-37 16</inkml:trace>
  <inkml:trace contextRef="#ctx0" brushRef="#br0" timeOffset="183206.68">21936 1285 132 0,'0'0'-3'16,"0"0"33"-16,0 0 1 0,40-44-10 15,-29 37-8-15,1 1-6 16,2 2-6-16,-4 4 1 16,0 0-2-16,-1 2 0 15,-3 6-2-15,-1 3-1 16,-5 2-2-16,0 1 0 0,0-1 5 16,-10 1-3-16,-1 0 1 15,-2-4 1-15,3 0 1 16,1-3 2-16,4-1-1 15,2 1-1-15,2-1 2 16,1-2 2-16,0 2-2 16,8-1-1-16,6 1 1 0,-1 1 2 15,1-2-3-15,-3 0 1 16,-1 2-1-16,-2-1-1 16,-8-2-1-16,-4-1-6 15,-16 1 3-15,-5 0 3 16,-8 1-9-16,-5-1-29 0,0-1-7 15,5-3-4-15</inkml:trace>
  <inkml:trace contextRef="#ctx0" brushRef="#br0" timeOffset="183505.34">22306 1188 144 0,'0'0'4'0,"0"0"1"0,53-11 3 0,-30 5-3 15,3-1 0-15,2 3-2 16,0 1-1-16,2-1-1 16,-4 4-1-16,-1 0-1 15,-3 0-24-15,-6 0-53 0</inkml:trace>
  <inkml:trace contextRef="#ctx0" brushRef="#br0" timeOffset="183747.99">22509 1105 198 0,'0'0'10'0,"0"0"-16"16,0 0 8-16,0 0-2 0,0 0 1 15,-2 41 0-15,-1-27 1 16,2 3-1-16,-1 3-1 15,-1 0 0-15,1-2 1 16,-3-1-1-16,2 2 0 16,1-5-5-16,2-4-50 0,0-2-6 15</inkml:trace>
  <inkml:trace contextRef="#ctx0" brushRef="#br0" timeOffset="184103.71">22701 1082 92 0,'0'0'16'16,"0"0"-23"-16,0 0 8 0,0 0-1 15,0 0 1-15,0 0 2 16,0 0 2-16,27 38 3 15,-13-27 7-15,1 0 0 16,2 1 2-16,1-2 0 0,-1 3-9 16,-1-1-6-16,-3 0 0 15,-4 0-1-15,-2-1-1 16,-3-1 0-16,-4-2-3 16,0-2 2-16,0-2 1 15,-11 0 7-15,-6 2-7 16,-2-3 2-16,-5 1-1 0,1 0-1 15,1-1-1-15,0 1-13 16,6-4-51-16,7 0-57 16</inkml:trace>
  <inkml:trace contextRef="#ctx0" brushRef="#br0" timeOffset="184253.99">22836 1053 157 0,'0'0'-10'0,"49"-15"16"0,-21 9 1 16,0 2-6-16,-3 2-12 15,-1 0-111-15</inkml:trace>
  <inkml:trace contextRef="#ctx0" brushRef="#br0" timeOffset="185449.01">17860 2664 231 0,'-8'-2'-29'0,"4"-9"67"0,1 4-7 0,0 0-1 16,3 1-14-16,0 5-7 0,0 1-8 15,4 1-13-15,2 9-15 16,0 0-44-16,-3-4-98 15</inkml:trace>
  <inkml:trace contextRef="#ctx0" brushRef="#br0" timeOffset="185583.85">17793 2964 282 0,'0'0'30'0,"0"0"-20"16,0 0-15-16,0 0-3 0,0 0-18 15,45 0-70-15</inkml:trace>
  <inkml:trace contextRef="#ctx0" brushRef="#br0" timeOffset="185896.6">18202 2781 186 0,'0'0'19'16,"0"0"4"-16,0 0-3 0,0 0-7 15,0 0-9-15,0 0-3 16,0 0-6-16,0 0 8 16,32-22 1-16,-2 21-1 15,4 1-2-15,5 0-8 16,-4-2-53-16,1-2-81 0</inkml:trace>
  <inkml:trace contextRef="#ctx0" brushRef="#br0" timeOffset="186189.11">18610 2668 217 0,'0'0'12'16,"0"0"-7"-16,44-45 5 16,-25 32-2-16,4 5-3 15,-3 4-3-15,-3 2-2 0,-3 2-1 16,-5 7-6-16,-8 10-28 15,-1 4 4-15,-10 5 22 16,-5 2 7-16,-1-1 1 16,-1-1 0-16,4-4 4 15,4-3 4-15,3-5 0 0,2-1 2 16,4-5-1-16,0 0-3 16,4 0-3-16,8-2 0 15,3-2 0-15,4-4-3 16,3 0-77-16</inkml:trace>
  <inkml:trace contextRef="#ctx0" brushRef="#br0" timeOffset="186601.94">18871 2651 240 0,'0'0'19'15,"0"0"-10"-15,0 0-5 0,38-38 2 16,-18 35-5-16,-3 2 1 15,0 1-1-15,-2 4-2 16,-1 7 0-16,-6 4-9 16,-5 3-3-16,-2-1 4 15,-1-3 9-15,-1 2-5 0,-9-4 4 16,-2-3-3-16,-1-3 3 16,1-3 1-16,-2-2 2 15,5-1-2-15,2 0 2 16,3 0 1-16,4-10 4 15,0-1-5-15,7-5-2 0,6-2-1 16,1-2 2-16,-1 1 0 16,3 2 1-16,-6 3 3 15,-2 3 4-15,0 2 2 16,-5 6-6-16,-1-1 1 16,-1 4-4-16,0 0-2 0,0 4-1 15,2 9 2-15,2 1 0 16,-2 5-2-16,2 4-3 15,0 2-16-15,2 2-16 16,0-3-26-16,0-4-14 16</inkml:trace>
  <inkml:trace contextRef="#ctx0" brushRef="#br0" timeOffset="186758.79">19214 2746 148 0,'0'0'17'0,"0"0"22"16,0 0-12-16,0 0-20 15,0 0-7-15,0 0 2 0,0 0-2 16,0 0 10-16,25 37-9 16,-24-7-1-16,-1 3 0 15,0 1-29-15,0-4-68 16</inkml:trace>
  <inkml:trace contextRef="#ctx0" brushRef="#br0" timeOffset="186985.78">19540 2694 293 0,'0'0'-34'15,"0"0"31"-15,52-9 5 0,-22 6-1 16,5 1 2-16,6-1-1 15,-2 1-2-15,0 2 1 16,-4-1-4-16,-5-2-47 16,-6 0-48-16</inkml:trace>
  <inkml:trace contextRef="#ctx0" brushRef="#br0" timeOffset="187178.78">19798 2583 268 0,'0'0'-11'0,"0"0"19"0,0 0-8 16,0 0 2-16,-32 50-1 15,27-27 0-15,2 3 0 16,1 4 0-16,2 1 0 16,0-2-2-16,0-2-15 0,2-6-38 15,3-4-41-15</inkml:trace>
  <inkml:trace contextRef="#ctx0" brushRef="#br0" timeOffset="187526.95">20040 2569 225 0,'0'0'15'0,"0"0"-5"15,48-50-1-15,-27 39-3 16,3 2-3-16,-1 5-2 15,-5 2-1-15,-2 2 0 0,-5 0-11 16,-3 12-21-16,-8-1-8 16,0 5 19-16,-2 1 19 15,-7 0 0-15,-1 0 2 16,2-1 0-16,1-2 1 16,5-2 2-16,2-2-2 0,0 3 1 15,1-4 3-15,9 3-4 16,2 0 2-16,-2-1-1 15,0 1 1-15,-1-2-2 16,-4-2-1-16,-2-2 0 16,-3 1-4-16,0 1 5 0,-4-3-3 15,-7 2 4-15,-4-3-2 16,1-4-46-16,1 0-69 16</inkml:trace>
  <inkml:trace contextRef="#ctx0" brushRef="#br0" timeOffset="187946.95">20390 2512 223 0,'0'0'8'0,"0"0"-10"16,47-7 5-16,-33 7-1 15,-2 7-4-15,-2 4-5 16,-5 3-5-16,-3 2 0 15,-2 1 10-15,0-2-5 16,-4 0 4-16,-5-5 1 0,-3 0 1 16,-1-4-1-16,2-2 4 15,-2-3 3-15,4-1-4 16,2 0 0-16,0-1 2 16,6-9 6-16,1-1-2 15,1-2-7-15,9-3 3 16,2-1-3-16,2 0 0 15,-1 3 2-15,-2 2-1 0,1 2 2 16,-4 5 10-16,1 1 1 16,-3 2-11-16,4 2-1 15,-3 0-1-15,2 4 0 16,4 7 0-16,-2 2-1 0,0 3 0 16,1 4-3-16,-2-2-18 15,-1 3-13-15,-1-3-12 16,-1-1 0-16,-2-3-32 15</inkml:trace>
  <inkml:trace contextRef="#ctx0" brushRef="#br0" timeOffset="188176.1">20666 2673 116 0,'0'0'16'0,"0"0"17"16,0 0-10-16,0 0-13 15,39-13-9-15,-36 16-2 0,-3 5-1 16,0 3-1-16,0 2-3 15,-11-3 7-15,4 1-1 16,-1-2 2-16,3-2 0 16,-2-1 4-16,5-1-4 15,2-2 0-15,0-1 5 0,11-1 0 16,8-1-2-16,10 0-3 16,7 0 2-16,6 0-2 15,2-6-56-15</inkml:trace>
  <inkml:trace contextRef="#ctx0" brushRef="#br0" timeOffset="188423.94">21161 2566 254 0,'0'0'22'0,"0"0"-15"16,0 0 2-16,0 0-12 15,0 0-4-15,0 0 2 0,0 0 11 16,54-6-6-16,-22 3 3 16,6 2-8-16,4-2-27 15,-2 0-66-15</inkml:trace>
  <inkml:trace contextRef="#ctx0" brushRef="#br0" timeOffset="188886.88">21546 2471 198 0,'0'0'13'0,"0"0"-16"16,0 0 4-16,0 0-1 16,-2 38 1-16,2-25-1 15,0-2-1-15,6 1 2 16,3-1 0-16,-1-4-1 0,3-1 0 15,-1-2-3-15,1-4 3 16,3 0 1-16,-3 0 0 16,2-7 0-16,-1-3 1 15,2-3-2-15,-3 0 1 16,-1-1 0-16,-3 4 1 16,0 2 2-16,-6 3 2 0,1 1 16 15,-2 4-4-15,0 0-19 16,0 3 3-16,-1 8 0 15,-1 5-1-15,0 2 0 16,2 7-1-16,0 2 2 16,0 3-2-16,0-1-4 0,5 0-29 15,3-7-38-15,-1-5-35 16</inkml:trace>
  <inkml:trace contextRef="#ctx0" brushRef="#br0" timeOffset="189271.35">21866 2472 247 0,'0'0'-9'0,"0"0"22"16,0 0 0-16,51-31-9 16,-36 31-2-16,1 0-1 15,-3 3 0-15,0 8-2 16,-7 5-1-16,-2 2-3 15,-4 5-4-15,0-3 7 16,-4 1-9-16,-5-4 7 0,-2-4 1 16,2-2-1-16,2-5 1 15,0-4 2-15,3-2-4 16,1 0 9-16,3-8-1 16,0-6 3-16,0 0-3 15,1-3 6-15,6-1-3 0,2 3 5 16,1 0 0-16,-3 3-2 15,2 5 6-15,-5 2-8 16,3 4-3-16,-2 1-5 16,3 5 1-16,2 9-1 15,1 7-8-15,-1 2-24 0,0 1-25 16,-3 0-37-16</inkml:trace>
  <inkml:trace contextRef="#ctx0" brushRef="#br0" timeOffset="189641.23">22122 2660 138 0,'0'0'17'0,"0"0"28"16,39-37-18-16,-26 27-9 15,-1 1-8-15,-1 5-7 16,-2 2-2-16,0 2-1 16,-1 0 0-16,-1 0-3 0,-2 5-3 15,0 2-3-15,0 3 5 16,-2 0-1-16,-2 0 4 15,-1 1 5-15,0-2-8 16,0-1 1-16,0-1 6 16,0-1-2-16,0 1 1 0,0-1-1 15,0-1 1-15,0 1 2 16,4-1-3-16,-1 1 1 16,2 0-1-16,-3 0 1 15,2 1-1-15,-1 1-1 16,-1 0 0-16,0-1 1 0,-2 1-1 15,0-4-1-15,-5 2-3 16,-9 0-3-16,-6 1 11 16,-5-3-3-16,-4 1 0 15,1-3-9-15,3-2-54 16,6-1-32-16</inkml:trace>
  <inkml:trace contextRef="#ctx0" brushRef="#br0" timeOffset="189854.92">22456 2475 221 0,'0'0'-7'16,"66"0"10"-16,-25-3 2 0,1 2-4 0,-2-2 0 15,-2 1-1-15,-4-2-1 16,-6-1-40-16,-7-1-83 16</inkml:trace>
  <inkml:trace contextRef="#ctx0" brushRef="#br0" timeOffset="190039.12">22694 2424 229 0,'0'0'15'16,"0"0"-18"-16,0 0 6 0,0 0-2 16,-8 38 1-16,8-22-1 15,-2 1-1-15,1 4 0 16,1-1-6-16,0 0-19 16,0-3-39-16,0-4 5 15</inkml:trace>
  <inkml:trace contextRef="#ctx0" brushRef="#br0" timeOffset="190389.93">22865 2403 187 0,'0'0'-33'0,"0"0"62"16,0 0-6-16,0 0-14 15,0 0-6-15,0 0-6 0,0 0 3 16,0 0 3-16,-14 38 1 16,6-10-3-16,3 4-1 15,2-1 1-15,3 3 0 16,0-6 1-16,8-5-1 16,2-6-1-16,4-3 0 15,-1-7 0-15,0-6 14 0,3-1 8 16,-2-1-6-16,0-8-4 15,-2-3 2-15,-5 1-8 16,-5-2-1-16,-2 6-5 16,-16 5-6-16,-18 2-23 15,-20 12-27-15,-18 9-3 0,-21 5-7 16</inkml:trace>
  <inkml:trace contextRef="#ctx0" brushRef="#br0" timeOffset="190979.2">17928 4107 102 0,'0'0'10'0,"0"0"17"0,-51-4 13 0,35-1-1 0,4 1-4 16,2 1-8-16,5-1-2 15,3 3-8-15,2-1-6 0,0 2-13 16,14 0-9-16,5 0 13 15,5 0-6-15,6 3-25 16,1 1-22-16,-2-4-96 16</inkml:trace>
  <inkml:trace contextRef="#ctx0" brushRef="#br0" timeOffset="191128.68">17896 4311 231 0,'0'0'39'15,"0"0"-14"-15,0 0-11 16,0 0-18-16,0 0-9 0,0 0 14 16,0 0-11-16,0 0-34 15,48 6-119-15</inkml:trace>
  <inkml:trace contextRef="#ctx0" brushRef="#br0" timeOffset="191670.51">18648 4074 12 0,'0'0'112'16,"0"0"-97"-16,-39 0 25 0,32 0-26 15,-1-1-8-15,3-3-4 16,3 1 0-16,0 0 3 15,2-1-3-15,0-2-2 16,5-1-2-16,7 2-2 16,4-1 0-16,1 1 6 0,4 0-1 15,-3 3-3-15,2 2 4 16,-4 0-2-16,-1 2 1 16,-1 7-1-16,-5 2 0 15,-1 4-2-15,-5 3-2 16,-3 3-7-16,-4 1 12 15,-10-1-2-15,-2-1 0 0,-3 0 2 16,1-4 0-16,2-5 2 16,2 1-1-16,1-4 3 15,2-1-5-15,6-1 0 16,0-3 0-16,5-2 0 0,0-1-9 16,6 0-25-16,4-7-26 15</inkml:trace>
  <inkml:trace contextRef="#ctx0" brushRef="#br0" timeOffset="192004.89">18640 4246 177 0,'0'0'0'0,"0"0"28"16,0 0-18-16,0 0-6 0,0 0 14 15,0 0 1-15,0 0-11 16,0 0-8-16,48-12 1 16,-26 9 1-16,-4 3-1 15,4 0-1-15,-1 5 0 16,-4 5 1-16,-1 4-2 0,-6 3 0 16,-3-2-2-16,-7 0-2 15,0-1 1-15,-5-1 7 16,-11-2-5-16,-5 0 3 15,-6 1 0-15,-9 1-1 16,-4 1 1-16,-2 0-2 0,2-1-14 16,4-1-38-16,6-7 3 15,11-5-62-15</inkml:trace>
  <inkml:trace contextRef="#ctx0" brushRef="#br0" timeOffset="192397.12">18839 4076 281 0,'0'0'-1'15,"49"-23"0"-15,-24 16 5 16,0 7 1-16,-2 0-5 0,-4 4 1 16,-4 9-2-16,-6 5-3 15,-4 3 4-15,-5 4-3 16,0 0-3-16,-11 0 0 15,-7-3-1-15,-2 0 0 16,-4-7 3-16,0-5-5 0,3-3 10 16,2-4 0-16,7-3 0 15,2 0 1-15,10-10-1 16,0-4-6-16,5-2-7 16,10-5 9-16,3 0-4 15,2 2 11-15,1 1-5 0,-4 5 6 16,-3 3 1-16,-3 4 7 15,-2 5-4-15,1 1-4 16,0 0-2-16,1 7 0 16,3 8 1-16,-1 1-2 15,0 3-1-15,0 1-2 0,0-2-15 16,0-4-54-16</inkml:trace>
  <inkml:trace contextRef="#ctx0" brushRef="#br0" timeOffset="192573.91">19315 4153 290 0,'0'0'8'0,"0"0"-7"16,0 0-1-16,0 0 2 16,0 0-2-16,0 53 1 15,0-30-1-15,0 1-1 0,0 3-14 16,0-4-32-16,0-5-54 15</inkml:trace>
  <inkml:trace contextRef="#ctx0" brushRef="#br0" timeOffset="192780.73">19501 4219 264 0,'0'0'6'0,"0"0"-8"0,51-24 3 16,-24 16 7-16,4 0-2 16,7-2 0-16,-3 3-5 15,2 2 0-15,-1 0-1 16,-5 2-1-16,-5-1-18 0,-9-1-68 16</inkml:trace>
  <inkml:trace contextRef="#ctx0" brushRef="#br0" timeOffset="192959.04">19736 4077 261 0,'0'0'13'16,"0"0"-13"-16,0 0 2 16,0 0-1-16,-9 47 0 15,9-26-1-15,0 2 1 16,4 1-2-16,5 2-20 0,0-5-38 15,3-4-32-15</inkml:trace>
  <inkml:trace contextRef="#ctx0" brushRef="#br0" timeOffset="193300.61">20039 4093 270 0,'0'0'13'0,"0"0"6"16,0 0-9-16,0 0-9 0,0 0-3 16,0 0-1-16,0 0 4 15,0 0-1-15,2 11 0 16,4-1 0-16,0 3-2 16,4-3-2-16,1-5-9 15,1-2 5-15,4-3 2 0,-1 0 2 16,2-2 4-16,0-7 4 15,1-2-8-15,-5 0 7 16,-4 3-2-16,-2 2 0 16,-4 2 6-16,-2 1 7 15,-1 3-2-15,0 0-11 16,0 0-2-16,0 7 3 0,0 6-2 16,1 3-22-16,1-2-32 15,2 0-43-15</inkml:trace>
  <inkml:trace contextRef="#ctx0" brushRef="#br0" timeOffset="193671.26">20335 4064 242 0,'0'0'-14'0,"0"0"31"16,40-51 6-16,-24 40-7 15,4 2-10-15,3 4-4 0,2 2-2 16,2 3 0-16,-6 0 0 15,1 8 1-15,-7 5-2 16,-3 6-1-16,-7 2-4 16,-5 0 4-16,0 2-2 15,-5-5-7-15,-9 1-2 16,1-8-1-16,-3-1 10 0,3-8 4 16,0-2 0-16,6 0 3 15,3-5 0-15,3-6 6 16,1-3-9-16,9-2 3 15,3-1 1-15,3-1-1 0,3 2 2 16,-3 2 3-16,2 4 3 16,-3 0 1-16,2 7-3 15,0 3-5-15,2 0-4 16,-2 13-1-16,0 4-3 16,-4 10-20-16,-4-4-26 15,-6 2-70-15</inkml:trace>
  <inkml:trace contextRef="#ctx0" brushRef="#br0" timeOffset="193926.94">20679 4211 185 0,'0'0'13'16,"38"-16"2"-16,-18 12-4 16,2 2-7-16,-6 2-3 15,-3 2 1-15,-6 9-4 16,-5 5-6-16,-2 2 3 15,-4 1 1-15,-11 0 2 0,-1-1-2 16,0-4 12-16,-1-1 3 16,7-5 0-16,0-1-6 15,9-5-2-15,1-1 0 16,11 1 2-16,11-2-6 16,12 0 0-16,4-2 1 15,7-7-32-15,8-5-60 0</inkml:trace>
  <inkml:trace contextRef="#ctx0" brushRef="#br0" timeOffset="194162.39">21338 4087 221 0,'0'0'32'16,"0"0"-20"-16,0 0 2 16,49-10-7-16,-27 3-2 15,5 3-4-15,3 1 0 16,2 0 0-16,0 0-2 16,-2 2-26-16,-4-2-64 0</inkml:trace>
  <inkml:trace contextRef="#ctx0" brushRef="#br0" timeOffset="194339.96">21468 4029 213 0,'0'0'8'0,"0"0"-5"16,0 0 1-16,-32 37 0 15,26-19-4-15,3 1 2 16,3 2-2-16,0-1-3 0,1-2-23 15,7-3-37-15,6-7-27 16</inkml:trace>
  <inkml:trace contextRef="#ctx0" brushRef="#br0" timeOffset="194831.77">21968 3911 152 0,'0'0'15'0,"0"0"-10"15,0 0-10-15,0 0 5 16,0 0 0-16,-40 38 0 15,29-25 1-15,-2 0-1 16,3 1 0-16,4-4 2 0,0 0-2 16,4-3 1-16,2-1 1 15,0-1 2-15,1 0 2 16,9 0 0-16,3-1-2 16,4 1-1-16,6-1 3 15,-1 0-4-15,5-1-1 0,2 1 0 16,0-2-18-16,0-2-37 15,-6 0-72-15</inkml:trace>
  <inkml:trace contextRef="#ctx0" brushRef="#br0" timeOffset="195002.4">22014 4024 227 0,'0'0'8'0,"0"0"-5"15,0 0 0-15,-36 46 1 0,31-25-2 16,-1 2-1-16,3 4-1 16,2 0-7-16,-1-3-39 15,2-5-49-15</inkml:trace>
  <inkml:trace contextRef="#ctx0" brushRef="#br0" timeOffset="195323.09">22223 3969 256 0,'0'0'2'0,"0"0"4"16,38-17-3-16,-25 17-2 16,-2 0 1-16,-2 1-1 15,-2 10-3-15,-7 4-5 16,0 2-10-16,-3 3 3 0,-7-1-11 15,-3-4-11-15,2-1 8 16,2-4 16-16,2-7 10 16,4-3 1-16,3 0 15 15,0 0 17-15,6-8-8 16,4-1-15-16,3-1-2 0,1 3 1 16,-1 1-5-16,1 3-1 15,-1 3 2-15,-1 0-3 16,0 0-10-16,1 0-57 15</inkml:trace>
  <inkml:trace contextRef="#ctx0" brushRef="#br0" timeOffset="195657">22484 4059 195 0,'0'0'3'0,"0"0"14"16,0 0-10-16,42-22 2 0,-32 22-8 15,-2 0 1-15,-2 0-1 16,0 0-1-16,-3 0-1 16,-3 6-2-16,0 0 1 15,0 2-3-15,-9-1-3 16,0 3 7-16,-1 0 0 0,1-3 2 16,2 2 0-16,3-2-1 15,3 0 2-15,1 3 2 16,0-3 0-16,2 0-4 15,4 0 3-15,2 0-1 0,-3-1 2 16,0 0-3-16,-3 1 0 16,-2-3-4-16,0 0-3 15,-4-2-8-15,-8-1 12 16,-1 2-2-16,0-3-2 16,0 0-47-16</inkml:trace>
  <inkml:trace contextRef="#ctx0" brushRef="#br0" timeOffset="195856.67">22699 3993 244 0,'0'0'34'15,"0"0"-34"-15,59-8 3 16,-32 7-1-16,2 1-1 15,1 0-1-15,-2 0-3 0,-3 0-23 16,-2 0-31-16,-7 0-41 16</inkml:trace>
  <inkml:trace contextRef="#ctx0" brushRef="#br0" timeOffset="196056.32">22882 3918 198 0,'0'0'-8'16,"0"0"8"-16,0 0 1 0,-28 44 1 15,19-27 1-15,2 2 0 16,-2 1-1-16,4 2-1 16,1 1-1-16,3-2-1 15,1-5-35-15,0-5-32 16</inkml:trace>
  <inkml:trace contextRef="#ctx0" brushRef="#br0" timeOffset="196362.2">23174 3811 281 0,'0'0'-34'0,"0"0"27"16,0 0 5-16,-24 51 2 16,13-25 1-16,2 2 0 0,5 1-1 15,4-3 0-15,0-2 0 16,4-6-4-16,11-5-1 16,2-5 3-16,3-5 2 15,1-3 10-15,0 0 2 16,-2-7-2-16,-4-4-3 0,-3 2 6 15,-10-1-5-15,-4 5-7 16,-24 2-10-16,-23 3-44 16,-23 0-73-16</inkml:trace>
  <inkml:trace contextRef="#ctx0" brushRef="#br0" timeOffset="200682.13">16471 11262 210 0,'0'0'5'0,"0"0"-5"0,0 0-7 15,0 0 11-15,0 0-2 0,0 0-2 16,0 0 1-16,0 0 0 15,0 0 0-15,42 47 4 16,-31-33 4-16,0-1 1 16,2 0 3-16,1 0 2 15,-3-2-6-15,2 2-6 0,-1-2-2 16,0-1 0-16,0 0-2 16,-3-2-15-16,-2-2-14 15,0-2-20-15,-5-4-50 16</inkml:trace>
  <inkml:trace contextRef="#ctx0" brushRef="#br0" timeOffset="200907.6">16624 11288 272 0,'0'0'10'0,"0"0"14"15,0 0 0-15,0 0-13 16,0 0-5-16,0 0-5 16,-41 13 0-16,25 5-1 0,2 3 0 15,-2 6 1-15,3 3 0 16,0 6-5-16,2-1-42 16,4-1-37-16</inkml:trace>
  <inkml:trace contextRef="#ctx0" brushRef="#br0" timeOffset="201372.29">16794 11522 147 0,'0'0'139'0,"0"0"-112"0,0 0-16 0,0 0-11 16,0 0-2-16,5 45 2 0,-2-18-6 16,2 5-36-16,0 3-45 15</inkml:trace>
  <inkml:trace contextRef="#ctx0" brushRef="#br0" timeOffset="202224.91">16522 12560 256 0,'0'0'8'0,"0"0"9"0,0 0-7 0,0 0-9 16,0 0-1-16,0 0 2 0,0 0 1 16,8 44 2-16,1-27 1 15,5 0-4-15,-1 3 0 16,0-1-2-16,2-2 0 15,0-2-3-15,0-2-24 16,-1-5-18-16,-3-6-27 0</inkml:trace>
  <inkml:trace contextRef="#ctx0" brushRef="#br0" timeOffset="202425.65">16618 12589 295 0,'0'0'6'0,"0"0"9"16,0 0-12-16,0 0-4 15,0 0 0-15,-43 55 0 0,32-28 1 16,1 6-1-16,-1 2-12 16,5 1-12-16,0-2-21 15,2-3-32-15</inkml:trace>
  <inkml:trace contextRef="#ctx0" brushRef="#br0" timeOffset="202831.7">16818 12837 211 0,'0'0'4'0,"0"0"0"16,0 0-1-16,42-12-1 15,-31 12 0-15,1 0-2 16,-2 1-4-16,-6 8-7 15,-4 3 1-15,0 2 9 0,0 2-1 16,-8 2 2-16,-2-2 0 16,-1 0 5-16,-2-2 8 15,3-1-4-15,4-5 7 16,0-1 1-16,4-1-1 16,2-3-1-16,2-2-2 0,11-1 10 15,7 0-12-15,3 0-8 16,5-7-24-16,3-1-56 15,-2-4-139-15</inkml:trace>
  <inkml:trace contextRef="#ctx0" brushRef="#br0" timeOffset="203549.09">16527 13972 112 0,'0'0'49'0,"0"0"-35"0,0 0 1 0,0 0-1 0,0 0 5 16,0 0-5-16,0 0-7 15,0 0 1-15,0 0 8 16,0 0 4-16,0 0-3 16,43 28-3-16,-30-15-3 15,2 0-5-15,1 3-2 0,1-2-2 16,2-1-2-16,-1-2-1 16,1 2-20-16,-1-5-27 15,-5-5-26-15</inkml:trace>
  <inkml:trace contextRef="#ctx0" brushRef="#br0" timeOffset="203791.03">16707 13977 316 0,'0'0'0'16,"0"0"4"-16,0 0-3 15,0 0-2-15,-40 18-1 16,31 0 2-16,-4 5 1 16,-1 4-1-16,-1 1 1 0,0 4-1 15,3 0 1-15,-2 0-1 16,1 0-8-16,-1-1-16 16,5-4-30-16,-1-7-100 15</inkml:trace>
  <inkml:trace contextRef="#ctx0" brushRef="#br0" timeOffset="204232.22">16876 14128 292 0,'0'0'6'0,"0"0"7"0,0 0-11 15,46-17 0-15,-33 15-1 16,0 0-1-16,-1 2-1 16,-2 0-1-16,-1 0 0 15,-2 7-4-15,-2 3-1 0,-5 3-3 16,0 1-3-16,0 0 4 15,-6 1-4-15,-2 0 2 16,-2-4 10-16,5-1 1 16,-1-1 1-16,4-5 0 15,2 0-1-15,0-1 0 0,8-3 5 16,5 2 6-16,3-1 6 16,-1 1 0-16,3 0 0 15,-1 3 3-15,2 2-5 16,-3 0-6-16,-5 1-6 15,-4 1-3-15,-3 2-3 0,-4-1-12 16,-6 3-29-16,-10-3-29 16</inkml:trace>
  <inkml:trace contextRef="#ctx0" brushRef="#br0" timeOffset="206519.67">19067 876 41 0,'0'0'12'0,"0"0"12"0,0 0-7 15,0 0-3-15,-37-10-2 16,28 7-5-16,-1 0 3 0,-1 2 0 15,1-2 1-15,-1 0-6 16,1 0-1-16,-1 2-1 16,-1-1-2-16,-1 1-1 15,-5 1 0-15,1 0 0 16,-3 0 0-16,-2 0 1 0,-1 3-2 16,-2 5 1-16,-1-2 1 15,-1 4-1-15,0 2 0 16,0 0 0-16,0 1 0 15,-1 0-1-15,1 1 1 16,-2-1 0-16,-3 0 1 0,-1 2-1 16,1-1 0-16,-4 3 1 15,2 0-1-15,0 2 0 16,2 1 0-16,0 1 0 16,3 0 0-16,2 2 0 15,0 1 0-15,4 3 0 0,-1 2-1 16,4 0 1-16,-1 0 0 15,2-1-1-15,3 3 1 16,1-1 0-16,4 0-1 16,2 0 1-16,4-1-2 15,1 0 2-15,0 1-1 0,4-2 0 16,0 1 1-16,0-4 0 16,0 1-1-1,0-1 1-15,6 1-2 0,-1-2 4 16,6 0-5-16,-2-1 2 15,2 1 1-15,1 2 0 16,3-2-2-16,3-1 2 0,-1-2-2 16,1 1-1-16,5-3 1 15,-2-3-1-15,6 1 4 16,1-3 4-16,3-2 3 16,1-1-3-16,1 0 0 15,3-1-3-15,0 0 1 0,0 1-2 16,1-3 0-16,-2-1-1 15,2 0-1-15,0-3 2 16,2 0-1-16,-3-1-1 16,4 0 2-16,-1 0-1 15,2-2 2-15,0 2-2 0,0-2 1 16,2 2-1-16,-2-1 0 16,-1-1 0-16,1 0 0 15,0 1 1-15,-1 1-1 16,3-2 1-16,-3 1-1 15,4-1 0-15,-2 2 0 0,0-2 1 16,-1 2-1-16,0-3 0 16,-3 3 0-16,0-2 0 15,-1 2 0-15,2-3 0 16,0 2 0-16,1-2 0 16,3 1 0-16,2-1 1 0,3 3-1 15,-2-3 0-15,4 0 0 16,4 0 0-16,-3 0 0 15,3 0 0-15,2 0 1 16,1 0-2-16,0 0 2 16,1 0-1-16,-2 0 0 15,2 0-2-15,0 0-13 0,-2 0-12 16,-2 0-21-16</inkml:trace>
  <inkml:trace contextRef="#ctx0" brushRef="#br0" timeOffset="211678.26">16575 4152 52 0,'0'0'14'0,"0"0"19"0,0 0-12 0,0 0-15 16,0 0-5-16,0 0-1 16,0 0-20-16,0 0 9 15,0 0 5-15,-34 3 1 16,34 10 1-16,0 4 1 16,3-3 0-16,6-1-1 15,-3 1-7-15,1-4-20 0</inkml:trace>
  <inkml:trace contextRef="#ctx0" brushRef="#br0" timeOffset="211948.69">16606 4239 106 0,'0'0'10'0,"0"0"21"16,0 0-10-16,0 0-18 15,-22-37 4-15,15 37-6 16,1 0-3-16,1 0-4 15,-4 1-7-15,0 7 1 0,2-1 10 16,1 0 2-16,0-2 1 16,4-3 0-16,1 1-2 15,1-2 0-15,0-1-3 16,0 0 12-16,4-4 3 16,5-3-10-16,0-2-1 0,2-2 0 15,-1 1-3-15,-2 0-17 16,-4 2-11-16,-3-1-23 15</inkml:trace>
  <inkml:trace contextRef="#ctx0" brushRef="#br0" timeOffset="213364.87">17076 1194 106 0,'0'0'-4'0,"0"0"16"0,2-38 4 15,5 26 1-15,0 1-3 0,4-2-10 16,5 3-3-16,4 2-1 16,3 0 0-16,4 3 0 15,4 1 1-15,4 2-1 16,3 2 0-16,-2 0 0 15,2 4 0-15,-1 5 0 0,-3 5-1 16,-1 2 2-16,-2 2-2 16,-6 4 1-16,0 3 0 15,-4 4-1-15,-3 0 3 16,-1 3-4-16,-8 3 2 16,-1 0-6-16,-7 2 10 0,-1 3-2 15,-1 3 0-15,-10 3 1 16,-3 0-6-16,-3 4 8 15,-5 1-4-15,4 0 1 16,-3 3-1-16,4 0-1 16,1 0 0-16,3 3 0 15,2 0 1-15,6-2-1 0,3-1-1 16,2-3 1-16,0 0-1 16,11-4 0-16,7-3 0 15,0-4-2-15,4-6-2 16,3-6 6-16,-2-3-2 15,-2-7 2-15,1-1 0 0,-1-6 0 16,-7 1 1-16,0-4-2 16,-4 1 1-16,-5 1 0 15,-4 1-2-15,-1-1-9 16,-2 3 10-16,-12 4 0 16,-3 1 0-16,-4 6 4 0,0 2-4 15,-3 3 0-15,2 3 0 16,3 5 0-16,1 3 0 15,-1 4 1-15,4 3-1 16,2 4 0-16,4 4 0 16,2 5 0-16,5 1 0 0,2 3 0 15,0 1-1-15,1 1 2 16,7 2-1-16,2 0 0 16,1-1 0-16,2 1 0 15,1 2 1-15,0-4-1 16,-1-2 1-16,0-3-1 0,0-4 2 15,-6-3-1-15,0-3 0 16,-5-4-1-16,0-2 1 16,-2-2 0-16,0-2 0 15,-4-1-1-15,-5-2 1 16,-5-5 2-16,-3-3 1 0,-6-2 3 16,-3-2-1-16,-4-5 1 15,-1-2 3-15,-1-4-1 16,-2-2-2-16,3-3 2 15,2-1-4-15,0-1-4 16,2 3 0-16,-2-1-3 0,0-2-54 16,3-6-83-16</inkml:trace>
  <inkml:trace contextRef="#ctx0" brushRef="#br0" timeOffset="214602.9">12926 6193 26 0,'4'0'7'0,"-2"0"5"0,-2 0 4 16,0 0 17-16,0 0 2 15,0 0 7-15,0 0-21 16,0 0-14-16,0 0 4 15,0 0-8-15,2 0-2 16,-1 0-4-16,1 3 3 0,1 6-6 16,0 2 6-16,2 0 0 15,-2 2 1-15,3 0 6 16,-1-3-3-16,3-2 0 16,4-6-1-16,5-2 2 15,12-14 6-15,16-18 11 0,18-17-15 16,19-19-2-16,20-19-4 15,23-16 0-15,21-17-26 16,14-8-48-16,11-12-48 16</inkml:trace>
  <inkml:trace contextRef="#ctx0" brushRef="#br0" timeOffset="-211601.76">19811 2059 90 0,'0'0'10'0,"0"0"17"16,0 0-5-16,0 0-4 0,0 0-3 15,0 0-4-15,6-39-6 16,-6 37 1-16,1-1-2 0,0 1-3 16,1 2-2-16,0 0-11 15,0 0 2-15,0 2 4 16,1 3 1-16,5 1 2 16,0 0-4-16,5-2 2 15,5-1 4-15,3 0-1 16,6-3 3-16,6 0-1 0,5 0 0 15,6 0-3-15,4 0 9 16,4-3-6-16,4 0 2 16,1-2 0-16,7 0-1 15,5-1 0-15,4 1-1 16,5 0 1-16,3 1 1 0,2 1-2 16,0 1 0-16,2 0 0 15,-1-2-3-15,4 1 2 16,3-2 1-16,-2-1 1 15,4-4-1-15,3-1-1 16,0-1 2-16,1-1 0 0,1-1 3 16,3 0-1-16,0-2 1 15,-1 0 2-15,-2 0-2 16,-2-1 2-16,-4-2 0 16,-3 3 1-16,-5-3-3 15,1 0 0-15,-2 2-1 0,-6-3 0 16,0 3-2-16,-7 0-1 15,-6-1 1-15,-6-4 0 16,-7 2-1-16,-3-1 1 16,-5-4 0-16,1 2-1 15,-1-4 1-15,-1 4-1 0,-2-5 1 16,0 1-1-16,-6 0 0 16,-5 0 2-16,-11-2-2 15,-3 1 0-15,-7 1 3 16,-8 0 1-16,0 0 0 15,-4-3-2-15,-7 2 1 0,-4-1-3 16,-4 1 0-16,1 1 0 16,-3-1 5-16,-2 2-4 15,0 2 1-15,-2 0-1 16,-4-2 0-16,-1 4-1 16,-3-3 1-16,-5 1 0 0,-4 0 1 15,-4 3-2-15,-5-2 0 16,-8 2 1-16,-5-2-1 15,-7 3 2-15,-8-1-4 16,-6 3 2-16,-8 0 0 16,-8 3 2-16,-8 2-4 15,-18 6 2-15,-8 2-9 0,-19 5-35 16,-12 0-37-16</inkml:trace>
  <inkml:trace contextRef="#ctx0" brushRef="#br0" timeOffset="-209935.88">18987 2171 58 0,'0'-8'5'0,"-5"0"-1"0,1 1 5 16,-1-3 1-16,-4 2-4 15,-1-1-3-15,-2-2-3 16,-1 4 0-16,-1 0 1 0,-1 1 0 15,0-1 1-15,1 4-1 16,-2 0 1-16,0 2 0 16,-1 1 1-16,-2 0-1 15,-2 0 0-15,2 0 0 16,-5 1-1-16,0 5 0 0,-2 0-1 16,-2 1 0-16,1 1 0 15,-4 2 1-15,-1 3-2 16,-5-3 2-16,-1 3-1 15,-1 1 0-15,-2 0 3 16,-2 3-1-16,-3 0 0 0,2 3 2 16,-5 1 3-16,6 2 0 15,0 0 2-15,2 4-1 16,4-2-4-16,4 1 0 16,-2 4-2-16,3-2 1 15,-4 3-3-15,3-2 1 0,1 1 0 16,2-2-3-16,5 0 3 15,0-2-1-15,5-2 0 16,5 0 0-16,2-1-1 16,3 3 0-16,1-2-1 0,0 4 2 15,4-1-2-15,3 0 1 16,0-1 1-16,2-5-4 16,0-1 2-16,4 1-3 15,2-5 3-15,5 1 3 16,0 0 7-16,5 1-4 15,-1 1-4-15,5-1 1 0,-1 4-1 16,6-2 0-16,0 2 1 16,2 0 0-16,-1 0 1 15,-1-2-1-15,1-1 0 16,0-1-2-16,1-4 0 16,1-1 1-16,1-3-3 0,3-2 6 15,2 1-3-15,3-3 0 16,-1 0 1-16,5-1 2 15,0-1 1-15,2 2 0 16,2-2-3-16,-1 2 0 16,2 1 0-16,2-3-1 0,0 1 1 15,3 0-1-15,4 0-1 16,1-1 2-16,5 1 0 16,4 0 0-16,2-1 1 15,5 0-1-15,-1 2 0 16,2-3-1-16,2 0 3 0,-4-1-3 15,3 1 1-15,-3-3-1 16,1 1 2-16,3-1-2 16,0 0 0-16,7 0 0 15,0 0 0-15,5 0 0 16,1 0 0-16,-2 0 1 0,1 2 0 16,4 1 0-16,-6 1-1 15,2-1 1-15,3-1 0 16,0 0 0-16,0 1-1 15,-1-3 1-15,2 0-1 16,2 0 0-16,1 0 1 0,1 0-1 16,2-1 2-16,1-5-2 15,-1-3 1-15,-3-2 0 16,0 0-1-16,0-3 0 16,2-2 0-16,2-1-1 15,4 0 2-15,0-2-1 0,4-2 0 16,-5 1 0-16,0-1 1 15,-5-2 0-15,-6-1-1 16,-6-1 1-16,-3-3 0 16,-8 0-1-16,-2-3 1 15,-5 0 0-15,-4-2-1 16,-3-1 1-16,0-3-1 0,-4-2 1 16,-1 0-1-16,-2-4 0 15,-7-2 1-15,-3 1 2 16,-8 0 7-16,-9 0 8 15,-7 1-4-15,-6-1-3 16,-8 0 2-16,-4 0-7 0,-5-2-3 16,-11-3-1-16,-9 2 1 15,-8 0 0-15,-9 2-1 16,-8 5-4-16,-15 0 17 16,-16 6-18-16,-20 4-12 15,-23 9-5-15,-19 1-54 16,-21 2-98-16</inkml:trace>
  <inkml:trace contextRef="#ctx0" brushRef="#br0" timeOffset="-209195.01">18600 4253 134 0,'4'-11'5'0,"-1"1"8"0,-1 1 2 15,0 0 0-15,-2 3-9 0,0 0 5 16,0 0 3-16,0 2-2 16,-1 1-5-16,0-1-4 15,1 4-2-15,0 0 0 16,0 0-7-16,1 0-1 15,10 0 5-15,3 3-1 0,7 1 1 16,8-1 1-16,5 1 1 16,10-1 0-16,8 1 1 15,10-3 0-15,9 0 0 16,10-1 3-16,5 0-3 0,7 0-1 16,4 0 1-16,5-2 0 15,8-2-1-15,6 0 0 16,2 0 1-16,12-1 3 15,3 1-1-15,10 0 0 16,5 1-1-16,6 0-1 16,-3 2 1-16,5-1-1 0,5 1-1 15,-5-2 0-15,3-1 1 16,-5 2-1-16,4-2 0 16,-1 0 1-16,-2-2 4 15,-3 1 0-15,-5-1-1 16,-7 0 1-16,-5 2-3 0,-12-2 2 15,-9-1 0-15,-9 0-3 16,-9 2 1-16,-11-3 1 16,-14 1 2-16,-6 4-1 15,-11-1-2-15,-10 1-1 16,-5 2 0-16,-10 1 0 0,-11 0-1 16,-10 0-24-16,-8 0-53 15,-22 0-88-15</inkml:trace>
  <inkml:trace contextRef="#ctx0" brushRef="#br0" timeOffset="-208570.1">18884 4327 244 0,'0'0'-51'16,"0"0"70"-16,-34-3 5 0,32 2-20 0,2-2-5 0,5 0-2 16,10 0-6-16,8 0 6 15,4-4 2-15,15 3 2 16,1 0 1-16,11 1-10 16,5 0-23-16,6 0 1 15,4 1 14-15,6-3 10 0,7-2 5 16,8-2-4-16,6-2 5 15,13-3 10-15,6 1 0 16,9-2 2-16,8 2-5 16,6-1 5-16,4 1-8 0,6 0-1 15,-2 1-1-15,2 1 0 16,0 0-2-16,-1-2 0 16,1 2-1-16,-2 0 3 15,3 0 5-15,2 0-2 16,-1 4 1-16,-4 0-1 15,-9 0-4-15,-5 6 2 0,-13-1-1 16,-11 1 0-16,-12-1 0 16,-15 1-2-16,-11-2 0 15,-11-1 4-15,-12 1 12 16,-9-1-3-16,-14 2-7 16,-5 2-3-16,-11 0-1 0,-8 0-20 15,-15-9-106-15</inkml:trace>
  <inkml:trace contextRef="#ctx0" brushRef="#br0" timeOffset="-204784.2">19411 11099 140 0,'0'0'12'0,"0"0"25"0,0 0-9 0,0 0-18 16,0 0-9-16,0 0-1 15,0 0 7-15,0 0-7 16,0 0 0-16,-38 1-1 0,31 9 2 16,2 0-1-16,2 2 1 15,1 2-1-15,2-2 1 16,0 1-1-16,0-1 0 15,2-3 0-15,5-2-1 16,1-3-1-16,1-3 10 0,2-1 3 16,-1 0-5-16,2-7 0 15,0-3-6-15,-5-3 1 16,0 0 2-16,-5-1-1 16,-2 3-1-16,0-2 3 15,0 2 1-15,-9 2 3 0,-2 4-5 16,-3 3-2-16,-1 2 5 15,-4 0-6-15,2 6 2 16,-5 6-2-16,4 3 0 16,4 2 0-16,2 1 0 15,3-1 0-15,6 0 0 16,3 0-2-16,0-3 1 0,4-1 0 16,7-5-4-16,1-3 1 15,1-2 1-15,2-3 0 16,0 0 5-16,0-3-3 15,-2-5 3-15,-2-4-1 16,-2-1 2-16,-2-1-2 0,-5 0 1 16,-2 1-1-16,0 1 1 15,-1 3 0-15,-7 3-2 16,-5 3-3-16,-1 3 8 16,-1 0-2-16,-5 9-2 15,2 5-2-15,2 3 1 0,-2 3-1 16,3 3 1-16,1-2-2 15,7 0 2-15,2-4-1 16,5-1 1-16,0-3-1 16,8-6-5-16,6-4-2 15,2-3 5-15,3 0 6 0,-2-3-4 16,0-7 3-16,-1-1-1 16,-3-3 0-16,-3-1-1 15,-5 0 3-15,-5-1-1 16,0-1 1-16,-4 4 1 15,-8 0-1-15,-6 5-3 16,-1 4-4-16,-2 4 10 0,-4 0-5 16,2 5-1-16,2 8 1 15,1 4 0-15,5 3-2 16,2 3 1-16,6 0 0 16,4 0-2-16,3-1 1 0,0-1 0 15,10-5-2-15,7-5-4 16,0-2 5-16,4-4-1 15,4-5 2-15,0 0 0 16,0-2 3-16,0-8 0 16,-2-3 0-16,-3-1-2 0,-7-1 1 15,-5-2 0-15,-3 1 0 16,-5-2 1-16,0 1 0 16,-8 2 0-16,-5-1 2 15,-3 5-3-15,-2 2-2 16,-2 5-1-16,2 4 9 15,0 0-5-15,1 7-2 0,2 8 0 16,1 4-1-16,4 1 1 16,3 3-1-16,5-1 0 15,2-2 1-15,0 0-2 16,3-4 0-16,10-3-3 16,5-4 1-16,3-3 1 0,0-2 1 15,4-4 1-15,-1 0 3 16,-2-4-1-16,-3-7 0 15,-4-1 1-15,-4-3-1 16,-4 1 3-16,-3-2 1 16,-4-2 0-16,0 0-1 0,-3 0 0 15,-7 0-2-15,-6 2 1 16,-1 4-2-16,-2 1-2 16,-4 6-2-16,0 5 4 15,0 0 3-15,0 7-5 16,1 8-1-16,5 4 0 0,3 2 1 15,5 2-1-15,3-2-2 16,5 3 1-16,1-5 1 16,5-2 0-16,6-2-4 15,7-5 1-15,1-3 3 16,4-5-2-16,0-2 4 0,2 0 2 16,0-4-1-1,-4-5 0-15,-3-4-1 0,-3 0 1 16,-5-4 0-16,-4 0 0 15,-5 0 1-15,-1-3-1 16,0-1 2-16,-7 4-1 0,-7 0-2 16,-4 4 0-16,-2 3-2 15,-5 7-6-15,0 3 16 16,2 0-7-16,-2 12-1 16,1 3 0-16,8 4 1 15,0 1-3-15,8 0 2 0,5-2-2 16,3 1 2-16,0-5-2 15,9 0-3-15,4-5-1 16,5-4 3-16,0-1 1 16,4-4 2-16,-2 0 1 15,3-4 0-15,-1-6-1 0,-2-2 2 16,-5-3-2-16,-3-2 1 16,-5 0 2-16,-3-1-2 15,-4-1 2-15,0 2 1 16,-8 2 1-16,-3 1-2 15,-5 3-1-15,1 3-3 16,-4 3-1-16,0 5 7 0,0 0-4 16,-3 9 0-16,5 4-2 15,0 5-2-15,5 2 2 16,2-1 0-16,8-1 1 16,2-1-1-16,0-3-1 15,9-1-3-15,4-7-1 0,4 0 1 16,0-5 3-16,5-1 4 15,-1-1-2-15,0-9 3 16,0-3-2-16,-4-1 0 16,-1-3 0-16,-9-3 0 0,-1 2 0 15,-6 0 2-15,0 0-1 16,-9 4 2-16,-5 1-3 16,-5 4-1-16,-3 5-3 15,-1 4 9-15,1 0-4 16,-2 7-2-16,3 6 0 15,3 4-1-15,3 4 1 16,4-1-1-16,6 0 1 0,3-1-1 16,2-4 0-16,2 1-2 15,9-5-4-15,5-2 4 16,0-5 0-16,6-4 0 16,1 0 5-16,-1-3-1 0,2-8 1 15,-3-3-2-15,-5-1 1 16,-1-2 0-16,-6-2 0 15,-4 0-1-15,-5 0 3 16,0 1-3-16,-2 1 2 16,-10 4 1-16,-2 3-3 0,-2 5-1 15,-2 5-5-15,-2 0 13 16,1 9-6-16,0 9-1 16,4 2-1-16,-2 2 1 15,7 2-1-15,4-2-1 16,4-4 0-16,2-1-3 15,2-6-7-15,10-5 0 0,5-4 3 16,2-2 7-16,1-2 2 16,3-11-2-16,-3-1 11 15,2-4-6-15,-7-3 0 16,-2-1 2-16,-3 1-1 0,-6 1-1 16,-4-1 1-16,0 2 2 15,-6 3 1-15,-5 4 0 16,-2 3-3-16,-5 7-3 15,-2 2 3-15,0 2 0 16,0 9-3-16,1 5-1 0,4 1 0 16,1 3 0-16,4 0-1 15,7 0 0-15,3-3-1 16,0-3-4-16,2-1-7 16,9-6 2-16,0-1 3 15,1-5-2-15,0-1 9 16,-1-1 0-16,-1-8 3 0,-2-3 2 15,-2-1 1-15,-3-2-1 16,-3 0-1-16,0 1-2 16,-6 0 2-16,-5 2-8 15,-2 1 1-15,-1 2 4 16,2 6-1-16,-1 2-5 0,1 1 10 16,3 0-3-16,2 10-3 15,0 1-9-15,3 2-22 16,4 0-8-16,0 0-1 15,0-4 1-15,7-3-4 16</inkml:trace>
  <inkml:trace contextRef="#ctx0" brushRef="#br0" timeOffset="-204108.84">19379 10954 112 0,'-8'-3'2'0,"-1"3"11"0,1-2 21 0,0 2-15 0,1 0 0 15,0 0-1-15,0 0 0 16,-1 0-5-16,-2 0-5 15,0 0 1-15,-1 6-6 16,-2 6-1-16,-1 2-3 0,-2 6 1 16,1 2 1-16,0 4-1 15,1 4 1-15,1 1 0 16,1 5 1-16,3 2-1 16,0 2-1-16,5 1 0 15,2 3 1-15,2 0-1 16,0-1 0-16,7-3 0 0,7-1 0 15,7-3-1-15,4-3 0 16,6-2 1-16,4-6 2 16,2-1 0-16,3-4 0 15,0-3-1-15,-2-5-3 0,-2-5 4 16,1-5 0-16,2-2 4 16,-3 0 2-16,3-13-2 15,1-3 2-15,0-7 0 16,-3 0-3-16,-1-5-3 15,-3-2 2-15,-4-3-3 0,-4-2 0 16,-7-3 1-16,-4-4-2 16,-3-2 2-16,-6-1-1 15,-5-2 0-15,0 0 0 16,-5 3 0-16,-9 0 0 16,-6 3 2-16,-2 0-2 0,-5 4 0 15,-5 1 0-15,-2 8-1 16,-5 4 0-16,-1 5 3 15,0 11 8-15,-4 5-9 16,1 3 2-16,1 7-4 16,-2 14-4-16,-6 8-24 0,-1 5-14 15,-4 0-38-15,-3 1-99 16</inkml:trace>
  <inkml:trace contextRef="#ctx0" brushRef="#br0" timeOffset="-203224.68">16938 11323 89 0,'0'0'21'0,"0"0"10"15,0 0-7-15,0 0-9 16,0 0-13-16,0 0-1 0,0 0-2 15,0 0 1-15,39-3 0 16,-22 3 0-16,5 0 1 16,1 0 2-16,9 2-1 15,-1-1-1-15,3 1 0 0,3-1-1 16,2 2 0-16,3-1 0 16,2 0 1-16,9 1-1 15,2 0 2-15,8-2 3 16,7 1 0-16,3-2 3 15,8 0-2-15,-1 0-4 16,3 0 1-16,3 0-2 0,2 0 0 16,1 1 0-16,-3 2 0 15,5-2 0-15,-2-1 0 16,1 0 0-16,-5 0-1 16,0 0 0-16,-2-5 2 15,0-4-2-15,-3 1 0 0,-4-2 0 16,-1-2 0-16,-5 2 0 15,-8-1 0-15,-3 1 0 16,-8 0 1-16,-6 0-2 16,-8 4-1-16,-9-1-9 0,-7 1-6 15,-9 1-12-15,-8 2-24 16,-4-1-62-16</inkml:trace>
  <inkml:trace contextRef="#ctx0" brushRef="#br0" timeOffset="-202144.55">16951 12666 126 0,'-7'2'18'0,"3"0"12"0,2-2-11 0,2 0-13 16,0 0-6-16,0 0-8 15,1 0-3-15,8 0 10 16,5-2-1-16,3-5 3 16,4 0 7-16,8-7-1 15,4-2-1-15,7-4 1 0,4-4-2 16,4-3-5-16,8-7-6 16,0-3 10-16,6-4-5 15,4-2 1-15,2-2-4 16,6-3 12-16,4-4 11 15,3-3 0-15,2-2-1 0,0-1-5 16,5-2-4-16,2 1-6 16,-1-1-1-16,2 0 11 15,0 1-9-15,-1 0-1 16,-3 1-1-16,-5 2 0 16,-2-1-2-16,-4 6 1 15,-4 1 1-15,-5 3-3 0,-5 4 0 16,-3 5-3-16,-13 4-3 15,-5 7-5-15,-13 8-10 16,-11 8-29-16,-13 7-39 16</inkml:trace>
  <inkml:trace contextRef="#ctx0" brushRef="#br0" timeOffset="-200485.13">16852 14033 112 0,'-2'3'8'0,"-4"-3"11"0,3 0 2 0,1 0-10 16,0 0 2-16,0 0 2 16,1 0 2-16,1 0-9 15,0 0-8-15,0-3-2 16,0 0 5-16,0 0-2 16,1-1-1-16,3 1 1 0,0-2-2 15,3-1 1-15,-2 2 0 16,2-3 0-16,1 1-1 15,1-3 3-15,-1-1-2 16,5 0 1-16,0-5-2 16,2 1 2-16,1-2-1 0,4-5 1 15,3-2-1-15,1-3-1 16,3-2 0-16,6-5 1 16,-1-1 0-16,3-4 4 15,2-3-4-15,2-3 3 16,2-3-2-16,2-3 0 0,7-1-1 15,0-4 1-15,4-2-1 16,2-4 1-16,4-2-1 16,-2-1 0-16,7-4 2 15,0 0 6-15,0-6-4 16,3 2-2-16,1-5 0 16,2 4-1-16,0-6-1 0,-2 1 1 15,2 0-7-15,-1 1 12 16,-1 3-6-16,-6 2 3 15,1 2-2-15,-10 5 1 16,-4 2-1-16,-4 5 0 0,-6 4-1 16,-6 4 1-16,-4 2-2 15,-2 4 1-15,-2 0 0 16,-1 3 1-16,0 3-1 16,-5 1 0-16,0 3 1 15,-4 3 0-15,1 6 5 16,-4 4-2-16,-2 5 0 0,-3 2 3 15,0 3 0-15,3-1-2 16,-1 1-2-16,0 0-1 16,1 1 0-16,1 0-1 15,-1 3-1-15,-3 0 1 16,-2 4 0-16,-3 0-1 0,-1 0 1 16,-2 3 1-16,0 0 1 15,0 0-1-15,0 0 0 16,0 0 1-16,0-2-1 15,-1 1 2-15,0 1-3 16,1 0-2-16,0 0-4 0,0 0-16 16,-1 0-2-16,1 0-14 15,-1 1-34-15,-2 3-9 16</inkml:trace>
  <inkml:trace contextRef="#ctx0" brushRef="#br0" timeOffset="-198399.06">19688 13537 4 0,'1'0'11'0,"2"0"20"0,-3-2-1 0,0 0 5 16,0 1 4-16,0-2-17 16,0-3-4-16,0 3-7 15,0-1-3-15,0 0-5 16,0 1-3-16,0 2 0 0,0 1-4 16,-2 0-12-16,1 0-6 15,0 0 9-15,-1 0 11 16,2 0 10-16,-3 0-5 15,3-2-2-15,-1 2-2 16,1-1-6-16,-2-1-23 0,-1 1 11 16,1-1 18-16,-5 0 3 15,2 0 13-15,-1-1 13 16,-2 1 8-16,1 0-11 16,0-2-11-16,-1 2-8 15,1-1-4-15,0 2-2 0,1-2 1 16,-3 2 0-16,3-2 0 15,-3 3 2-15,0-1 3 16,0-1-2-16,-1 2 0 16,3 0 3-16,-3 0-5 15,0 0 1-15,3 0 2 0,-1 0-1 16,-1 0-1-16,3 0-1 16,0 0 0-16,0 0-1 15,1 0 1-15,0 3-4 16,-1 2 2-16,3 0 0 15,-3-1 0-15,0 3 2 0,1 0-1 16,-2 1 0-16,2 2-1 16,-1 1-1-16,-1 3 0 15,0 0 1-15,0 2 0 16,-1-2 1-16,3 2-1 0,-3-1 0 16,3-3 0-16,0 2 1 15,2 0-1-15,1-1 1 16,1 1-2-16,0 2 1 15,1-2 1-15,0 1-1 16,0 3 0-16,0-1 0 16,0 0 0-16,0 3 0 0,0-1 0 15,0 3 0-15,5-1 0 16,2 2 0-16,-2-2 0 16,3 3 2-16,0-2-1 15,2 0 2-15,-1 2-2 16,1-3-1-16,1 1 0 0,-2-2 1 15,1-3-1-15,1-1 0 16,-1-2-1-16,1-1 1 16,2-2 1-16,-2-1 2 15,2-2-3-15,3 1 0 16,-3-1 2-16,1-2-1 16,1-1 1-16,3 1-2 0,0-3 2 15,2-1-2-15,-1 1 3 16,2-2-2-16,-2-1 2 15,1 0-1-15,-2 0-1 16,-1 0 1-16,0 0-3 0,2-1 2 16,-4-4 0-16,1 0-1 15,-2 0 0-15,2-3 0 16,-1 1 0-16,-2-2 1 16,-1 1 1-16,2-1-1 15,-3-1-1-15,3 0-2 0,-1-4 8 16,0 3-6-16,1-2 1 15,0-1 0-15,0 0-2 16,-1-1 1-16,1-2 0 16,-1 0-1-16,-2 0 1 15,3-4 0-15,-4-2 1 0,2-1-2 16,-2 1 1-16,0-1 4 16,-6 1-3-16,2 1 0 15,-4-1 0-15,0 3-1 16,-2 2 1-16,0-1 0 15,0 0 1-15,-4 3-1 16,-3-3 2-16,0 1-3 0,-2-2 2 16,-3-1 0-16,0-1-1 15,-4-2 1-15,2 0 0 16,-5 0 7-16,1-3 0 16,1 6 1-16,-3-1 0 15,-1 1-6-15,-1 5-3 0,1 2-1 16,-3-1-1-16,0 5-14 15,-4 1-13-15,-1 2-10 16,-7 1-41-16</inkml:trace>
  <inkml:trace contextRef="#ctx0" brushRef="#br0" timeOffset="-197198.13">16869 11384 75 0,'0'0'31'0,"0"2"-21"0,1-1-9 15,0 2 2-15,1 1-2 16,1 1 0-16,2 3 0 0,-1-1 0 16,6 3-2-16,1 2 2 15,3 0-1-15,3 2 3 16,4 2-2-16,1 0 0 16,4 5-1-16,-1 0 0 15,4 4 1-15,0 0-1 0,1 4 0 16,3 0 0-16,0 2 0 15,3 1 2-15,3-3 5 16,3 3 2-16,4-1-6 16,4 2 11-16,2-1-7 15,0 1-4-15,2 4-2 0,-2 0 0 16,-1 3 0-16,-2 1 1 16,3 1 5-16,-4 3 4 15,2 1-3-15,-5 3 3 16,4 0-5-16,-1 4-2 15,2 0 0-15,4 1-3 0,2-1 3 16,2 1 2-16,2-1-1 16,1-2-2-16,-1 0 1 15,-1 0-2-15,0 0 0 16,-3-1 1-16,-2-2-2 16,-3 1 1-16,-3 0-1 0,0 1 1 15,-1 3 0-15,0-1 0 16,0 4 2-16,-2-1-1 15,-3-1 1-15,1 0 2 16,-3-1-2-16,1 0-2 16,-2-3 1-16,2-3-3 0,-1-2 1 15,0-5-1-15,-3-3 0 16,-1-4 0-16,-5-5-3 16,-4-6-12-16,-6-5-26 15,-10-10-57-15</inkml:trace>
  <inkml:trace contextRef="#ctx0" brushRef="#br0" timeOffset="-196166.08">16870 12647 6 0,'0'0'25'0,"0"0"-22"0,0 0 2 0,0 0 10 0,0 0 8 0,0 0 0 15,0 0-8-15,0 0-1 16,0 0-1-16,0 0-4 16,0 0 5-16,0 0-5 15,0 0-5-15,0 0-3 16,11-28-1-16,-5 28 1 0,5 0-1 16,-1 0 2-16,6 0 0 15,0 0-1-15,3 3 0 16,2 2-1-16,5 1 1 15,-1-2-1-15,4 3 0 16,1 2 3-16,2-2 8 0,4 1 1 16,0 2 0-16,7 3-2 15,-1 1-4-15,5 3-3 16,4 2-2-16,3 2 1 16,3 3-4-16,1 2 5 15,4-1-2-15,0 2-1 0,3-1 0 16,0 0 0-16,2-1 0 15,2 2 0-15,3 1-1 16,-1 1 2-16,-1 0 0 16,4 2 0-16,1 2 0 15,0-1 1-15,2 1-1 0,-4-1 0 16,-2-1 1-16,0 0 2 16,1-1-1-16,-3-1 0 15,-3 1 0-15,0-2 2 16,-1 1-3-16,1-1 0 15,-5 0 1-15,-1-1-1 16,-4-1-1-16,-2-2-1 0,-5-3 3 16,0-1-3-16,-7-3 1 15,-3-1-1-15,-8-5 0 16,-1 1 1-16,-5-3-2 16,-5 0 2-16,-1-3 0 0,-6 2-1 15,-3-1 2-15,-2 2-4 16,-7 1-18-16,-1-2-41 15,-14-1-66-15</inkml:trace>
  <inkml:trace contextRef="#ctx0" brushRef="#br0" timeOffset="-195134.02">16850 14012 161 0,'4'0'-3'0,"1"0"0"0,2 0 3 16,0 0-1-16,4 0 0 16,3 0-2-16,3 0 4 15,3 0 3-15,3-4 4 0,6-1-3 16,2 2-1-16,2-1-2 16,3 0-2-16,0 1 3 15,2 0-2-15,1 0 0 16,2 2 0-16,1-2 1 15,6 0 2-15,3 0 3 0,5-1 0 16,8 0 10-16,2-2-9 16,5-1-4-16,3 0 1 15,2-2-4-15,0 0 0 16,4-3 0-16,1 1 0 16,2-2-1-16,-2-1 0 0,4 1 1 15,0 0 0-15,0-1 0 16,-3 3 2-16,-3 1 2 15,0 3-2-15,-7 0-1 16,-2 1-1-16,-3 0 1 16,-3-1 2-16,-4 0 4 15,-6 0-1-15,-3 1-3 16,-9-2 0-16,-3-1 1 0,-8 2-2 16,-4 1-2-16,-9 1 0 15,-4 1 0-15,-4 2-1 16,-7-1 2-16,-3 3 2 15,0-1 19-15,0-1 0 0,0-1-16 16,-3-2-20-16,-7-3-24 16,-3-4-88-16</inkml:trace>
  <inkml:trace contextRef="#ctx0" brushRef="#br0" timeOffset="-194165.85">19861 11333 171 0,'0'0'5'0,"0"0"4"0,0 0 7 0,0 0-9 16,0 0-5-16,0 0-1 15,0 0 0-15,0 0-1 16,0 0 0-16,0 0 0 16,38-15 0-16,-27 22 0 15,-2 0 0-15,2 3 0 0,3 0 0 16,0 3 1-16,3-2-1 15,2 6 0-15,2 0 1 16,3-1-1-16,1 5 0 16,3 0 0-16,0 3 1 15,3 2-1-15,3 0 2 0,4 5 0 16,4-1 5-16,4 2 2 16,6 2-6-16,2 2 3 15,3-1 1-15,3 2-5 16,3 0 0-16,3 4-1 0,1-1-1 15,5 1 3-15,-1 3 3 16,1-5 1-16,6 0-1 16,-5-2-3-16,4-1 2 15,-5-2 2-15,-1 0-1 16,0 0-3-16,-5 0 0 16,-4 0-1-16,-6 2 0 0,-9 1-1 15,-5-2-1-15,-8 2-5 16,-10 0-9-16,-6-3-18 15,-12-1-62-15</inkml:trace>
  <inkml:trace contextRef="#ctx0" brushRef="#br0" timeOffset="-193433.36">20346 13495 99 0,'0'0'13'0,"69"-50"33"0,-29 21-1 0,6-3-14 16,4 1-11-16,2-3-7 16,6-3-3-16,2-2-2 15,-1-2 0-15,5 0-2 0,-3 1 1 16,4-1-2-16,-1 1-4 15,-1 1 2-15,1 0-5 16,-3 2 4-16,-1 3-2 16,-7 2 0-16,-5 2 2 15,-8 4-2-15,-7 5 1 0,-6 4-1 16,-9 3 2-16,-4 2-2 16,-6 3 0-16,-3 1-7 15,-3-2-11-15,-2 0-51 16,-6-2-138-16</inkml:trace>
  <inkml:trace contextRef="#ctx0" brushRef="#br0" timeOffset="-192215.83">22003 11873 133 0,'0'0'5'0,"-38"1"19"0,22 1-9 0,2-2 12 0,2 0-2 15,2 0-6-15,0 0-8 16,2 0-3-16,-2 0-1 0,1 0-5 16,-3 4 0-16,-1 3-2 15,-2 0 0-15,0 6 0 16,-5 1-1-16,1 2 1 15,2 4 0-15,-3-1 0 16,3 6 1-16,0 0-1 16,0 2-1-16,1 3 2 0,3 1-2 15,1 1 1-15,1 0 0 16,-1 2-1-16,5 0 1 16,2 2 1-16,0 1-2 15,1 1 1-15,2-1 0 0,2 3-1 16,0-2 1-16,0-1-1 15,0-2 1-15,0 0 0 16,0-2 0-16,6-1-2 16,-2-1 0-16,2-2-1 15,3-1 0-15,2-4 5 16,1 0 3-16,2 1 0 0,2-3-4 16,4 1-1-16,2-2 1 15,2-1 1-15,-1 0 1 16,4-1-2-16,1-1 1 15,0-4 0-15,-1 3 0 16,1-5 3-16,0-2 2 16,-3-2 2-16,3-1 1 0,-2-1-4 15,0-5 1-15,2 1-3 16,0-2 0-16,1 0 0 16,0-4-3-16,2-5 0 15,-6 1 0-15,2-3-2 16,-2 0 1-16,-3-2 1 0,-1-1-1 15,-3 0 1-15,-1-2 0 16,-2 1 1-16,-1-2-1 16,0-3 1-16,1-2-1 15,-2-2-1-15,-2 0 0 0,0-1 3 16,-4-1-7-16,-1 0 2 16,-4 2 2-16,-1 0 1 15,-1 1-1-15,0 0 1 16,0 0-1-16,0-1 1 15,0-1-1-15,0 0 2 16,0-2-4-16,-1-2 4 0,-1-2-4 16,-2 0 5-16,0 1-2 15,-1-2-1-15,-2 2 2 16,2-2-2-16,-3 5 0 16,1-1 2-16,-2 2-1 15,-2 1 0-15,2 2 0 0,-1 0-1 16,-2 3 1-16,-1-1 0 15,0 4 1-15,0 0 3 16,0 3 0-16,0 0-1 16,2 1-1-16,1 0-1 15,-2 0-2-15,1 1 1 0,-1 0 0 16,2-1 0-16,0 2 1 16,-4 1-2-16,3-1 0 15,-2 2 0-15,1-1-2 16,0 2 5-16,-1 1-3 15,1 1 3-15,-2-1 0 0,3 0 0 16,-2 4-2-16,-1-1 1 16,1-1-1-16,-5 1-3 15,-1 3 5-15,-3 1-13 16,-7 0-7-16,-10 0-28 16,-11 0-35-16</inkml:trace>
  <inkml:trace contextRef="#ctx0" brushRef="#br0" timeOffset="-188012.34">16683 5147 77 0,'-4'0'2'0,"1"0"18"0,3 0 4 0,0-2-6 0,0-1-9 16,7-2-6-16,2-1-1 16,4-1 3-16,0 0 1 15,-2 1 3-15,3-1 1 16,-3 3 4-16,-2-1-1 0,3 1-4 16,-2 0-6-16,2 1-3 15,-1 1 0-15,-1 2 1 16,1 0-1-16,-1 0 1 15,-1 2-2-15,-1 5 1 0,0 2-2 16,-3 1 0-16,-1 1-7 16,-1 2 5-16,-2 1 5 15,-1-1-1-15,0 1-3 16,-3 0 6-16,-5 0-2 16,-3-1 0-16,1-2 1 15,2-2-1-15,-1-2 0 0,4-3 0 16,0-2 0-16,4-2 3 15,1 0 6-15,0 0-2 16,0 0-4-16,0-6 0 16,6-1-6-16,1-3 5 15,2-3-2-15,2-2-1 0,0-1 0 16,1-2 1-16,2 1-1 16,3-2 1-16,1 1-1 15,-3-1 0-15,2 1-1 16,-2-1 0-16,1 5 0 15,-5 0 1-15,-1 1-1 0,-5 6 1 16,0 1 0-16,-3 5 1 16,0-1 1-16,-2 2 0 15,0 0-3-15,0 3-5 16,0 10 5-16,0 1 4 0,0 3-1 16,-4 3 2-16,1 0-4 15,0 0 1-15,2 1-1 16,1-1 0-16,0-1 1 15,0 3-5-15,0 1-30 16,0-2-18-16,0-2-6 16,1-5-47-16</inkml:trace>
  <inkml:trace contextRef="#ctx0" brushRef="#br0" timeOffset="-187642.42">17206 5179 125 0,'0'0'2'0,"0"0"6"0,0 0 3 0,0 0-7 0,0 0-3 16,0 0-4-16,0 0-1 15,0 0 4-15,0 0 4 16,0 0 1-16,0 0-3 16,-12 46 3-16,3-28-2 0,-2 2-3 15,0-1 2-15,2-1-2 16,1-1 0-16,1-5 0 15,1-1 0-15,4-3 0 16,2-3-3-16,0-3-1 16,2 1-2-16,8-1 6 0,1-2 9 15,3 0-4-15,1 0 6 16,3-5-1-16,0 0-5 16,4-3 1-16,-2 1-2 15,0 2-2-15,-1-1 0 0,0 0 0 16,-3 2-2-16,0 3 1 15,-5-2 0-15,-3 0-11 16,-1 3-44-16,-7-3-29 16</inkml:trace>
  <inkml:trace contextRef="#ctx0" brushRef="#br0" timeOffset="-187329.15">17281 5102 103 0,'0'0'0'0,"0"0"3"0,0 0 0 0,0 0 1 0,-2 43 7 16,2-25 0-16,0 4-1 16,0 2-3-16,0 2 4 15,0 5-1-15,0 2 4 0,0 6-3 16,-2 8-7-16,-2 7-3 16,-1 6 2-16,-6-1-21 15</inkml:trace>
  <inkml:trace contextRef="#ctx0" brushRef="#br0" timeOffset="-176176.38">10150 6071 150 0,'0'0'4'0,"0"0"8"0,0 0-1 16,-12-40-4-16,5 36-3 16,1-3 0-16,-4 1 0 0,2 1 0 15,1 0-1-15,-1 1-1 16,3 3 1-16,-2 1-2 16,1 0-1-16,1 1-1 15,-1 12 3-15,3 4-2 16,-1 3-1-16,4 4 1 15,0 4-3-15,0 4 1 0,7 2-1 16,4 3 1-16,4 5 1 16,3 2 1-16,2 5 0 15,1 0-2-15,3 0-1 16,4-1 2-16,4-3 0 16,2-2 0-16,8 0 0 0,-1-1 0 15,3 1 0-15,1 1 4 16,2 0-1-16,-4-2-1 15,2-2 1-15,3-2-2 16,-1-5-2-16,2-4-1 0,-4-4 2 16,2-5 2-16,-5-1-2 15,-1-4 1-15,-6-5 2 16,-5 0-2-16,1-3 1 16,-7 1 0-16,-2 0-1 15,-3-1 2-15,-1 0-6 16,-5-2-43-16,-4-3-27 15</inkml:trace>
  <inkml:trace contextRef="#ctx0" brushRef="#br0" timeOffset="-175288.49">9732 6199 83 0,'0'0'1'0,"0"0"3"0,0 0 0 0,0 0 1 0,0 0-3 16,0 0-2-16,0 0 1 16,-18 42 1-16,18-26 0 15,0 4 1-15,3 3 0 16,3 4-1-16,2 3-1 15,3 4 0-15,4 4-1 0,1 0 0 16,5 2 0-16,4 0 0 16,-2 1-1-16,6 0 2 15,2 0-1-15,2-1 0 16,5 1 0-16,0-1 0 0,0-1 0 16,5-4 2-16,1 1 3 15,-1-4 2-15,1 0 3 16,2-1-6-16,2 0 1 15,-3-2-2-15,-2-1-3 16,-3-3 1-16,2-3-1 16,-8-4 1-16,0-4 1 0,-3-2 7 15,2-4-1-15,-2-2-3 16,-2-4 1-16,0-1-2 16,1-1 0-16,-3 0-1 15,0-3-1-15,-2-6-1 16,0 0 1-16,-2-3-7 0,-1-2-43 15,-4-5-37-15</inkml:trace>
  <inkml:trace contextRef="#ctx0" brushRef="#br0" timeOffset="-174975.82">10982 6918 124 0,'0'0'-4'0,"0"0"4"0,0 0 0 16,31 52 1-16,-18-33-1 15,2 3 1-15,1 1 0 0,-4 0 0 16,-3 1 0-16,-5 1 1 15,-4 4 0-15,-5 2 2 16,-15 5 1-16,-5 2-3 16,-6 1-1-16,-2 0 0 15,3-1-2-15,4-3 1 0,8-6-7 16,2-6-42-16</inkml:trace>
  <inkml:trace contextRef="#ctx0" brushRef="#br0" timeOffset="-174654.94">11377 7243 148 0,'0'0'23'0,"0"0"4"16,0 0 3-16,0 0-23 15,0 0-6-15,0 0 0 0,0 0 0 16,7 47-1-16,1-26 0 16,1 1 1-16,-2 1-2 15,2 3 1-15,-3 0 0 16,1-2-1-16,-3 0-20 0,-2-4-21 15,2-7-13-15,0-8-1 16</inkml:trace>
  <inkml:trace contextRef="#ctx0" brushRef="#br0" timeOffset="-174241.72">11312 6940 126 0,'0'0'6'0,"-54"0"-2"0,26 13-1 15,0 6-2-15,1 6 0 16,0 9-1-16,0 5 0 16,3 8 3-16,4 8 5 15,2 6 5-15,3 8-4 16,5 7-4-16,8 4 1 0,2 0-2 15,6-2-2-15,15-4-1 16,4-10 0-16,8-10 1 16,5-13-4-16,3-11 2 15,5-7 3-15,4-14 2 16,6-9 9-16,4-5-3 0,9-19 6 16,1-12-5-16,6-9-3 15,-5-14-6-15,-2-9 1 16,-8-9-1-16,-10-6 2 15,-13-4-3-15,-11-2 1 16,-12 4-1-16,-11 7 1 0,-4 12-1 16,0 11-2-16,-11 12-25 15,-4 8-99-15</inkml:trace>
  <inkml:trace contextRef="#ctx0" brushRef="#br0" timeOffset="-172072.13">21236 4687 90 0,'1'-3'4'0,"0"0"1"0,-1 1 6 0,0 1 0 16,0 0-2-16,0-1 1 0,0 2-5 16,1 0-5-16,2 0-4 15,-1 0 4-15,2 0-1 16,3 0 1-16,2 0 0 16,1 4 1-16,3 1-1 15,3 0 0-15,-1 5 0 16,5 1 0-16,-1 2 0 0,2 3 0 15,0 1 0-15,3 4 0 16,-2 2 0-16,3 3 1 16,2 3-1-16,0 4 0 15,4 4 0-15,-4 6 0 16,4 1 0-16,-2 4 0 0,0 3 0 16,-1 6 0-16,1 4 2 15,1 7-2-15,-1 6 0 16,3 7 1-16,-3 10-1 15,-1 4 0-15,2 7 2 16,-2 8 1-16,0 6 1 0,-1 6 1 16,-2 6-4-16,-3 8 0 15,-3 8 3-15,-2 5 5 16,-4 8 6-16,-2 4-4 16,-2 2-3-16,-2 4-1 15,-1 0-1-15,1 1 7 0,-6-2-4 16,1 0-1-16,-2-2 0 15,0-1-2-15,0-6 1 16,-6-6-4-16,-3-4 0 16,-1-13 0-16,-2-9 2 15,1-13 1-15,-2-8-3 0,-1-14-1 16,3-12-2-16,2-14 0 16,2-13 0-16,0-19-12 15,3-22-81-15</inkml:trace>
  <inkml:trace contextRef="#ctx0" brushRef="#br0" timeOffset="-171039.83">21551 4539 99 0,'0'0'-2'0,"0"0"2"0,0 0 2 0,40 1-2 15,-24-1 1-15,-1 0 0 16,1 0 0-16,-3 2 0 0,0 0 0 16,-2 2-1-16,1 1 2 15,2 2 0-15,1 2-1 16,5 3 2-16,-1 5-2 15,4 2 1-15,2 5-2 16,4 3 2-16,-3 7 0 0,4 3-2 16,0 6 1-16,0 6 0 15,2 8 0-15,-1 4 0 16,0 6 1-16,0 5-2 16,-2 8 1-16,-1 5 0 15,-1 6 0-15,-3 7 0 0,-2 10 0 16,-2 4 1-16,-1 8 0 15,0 7 0-15,-5 8 1 16,0 6 0-16,0 5-1 16,-2 9 0-16,-3 0 4 15,-1 8 7-15,-2-2-8 0,0-1 3 16,-3 0 0-16,-1-4-2 16,-1 2 0-16,-1-4 7 15,0 0-5-15,-1 0 0 16,-3-1-1-16,-1-1-1 15,-1-5-2-15,2-4-1 16,0-4-1-16,1-5-1 0,0-8 1 16,1-7-1-16,1-8 1 15,-3-7 0-15,-1-10 0 16,1-8 1-16,1-5-1 16,-3-10-2-16,1-8 1 15,0-7-1-15,1-6-1 0,-1-8 1 16,1-11-19-16,-4-8-35 15,-1-12-33-15</inkml:trace>
  <inkml:trace contextRef="#ctx0" brushRef="#br0" timeOffset="-170177.45">21808 9611 73 0,'0'0'4'0,"0"0"2"0,0 0 6 0,0 0-7 0,0 0-1 16,0 0-1-16,0 0-1 15,-36-39 0-15,36 32-1 16,3 2 3-16,2 0 0 0,-1-1-1 15,0 2-1-15,-2 3-1 16,0-1 0-16,-2 2 0 16,0 0 0-16,0 0 2 15,0 0-1-15,2 0 0 16,1 0-2-16,1 0 1 16,3 9 2-16,4 1 2 15,-2 4-1-15,3 3-1 0,2 3-1 16,0 5-1-16,2 1 1 15,-1 4 0-15,1-1-1 16,-1 3 0-16,2-4-1 16,-2 2 1-16,4-2 0 0,0 1 6 15,0-1 1-15,2-1-2 16,-1 0-2-16,2 0 0 16,-3-1-3-16,-1-2 2 15,1-3-1-15,-4-1-1 16,-1-1 0-16,-3-5 1 0,-2-1 1 15,-1-3 0-15,-2-3-1 16,-1-2-1-16,-3-2 0 16,1 0-1-16,-2-3 1 15,1 0 2-15,1 0 16 16,1-3-5-16,1-7-13 16,3-1 0-16,-1-3 0 0,4-3-2 15,1-3 1-15,0-2 0 16,3-3-1-16,0-2 2 15,3-4 0-15,2-4 0 16,-2-3-1-16,5-6 0 16,3-1 5-16,3-5-2 0,-1 2 1 15,3 1 2-15,0 2-1 16,-1 5-3-16,-2 1 0 16,-6 8-1-16,-2 5-2 15,-5 6-8-15,-8 4-31 0,-7 6-29 16,0 5-36-16</inkml:trace>
  <inkml:trace contextRef="#ctx0" brushRef="#br0" timeOffset="-169686.83">22055 9626 102 0,'0'0'13'0,"-46"-7"14"0,27 0 1 0,5 1-10 0,0 0 0 15,7 1 1-15,1 2-4 16,5 0-6-16,1 3-1 16,1-1-12-16,12 0-2 15,7 0 3-15,5-2 6 0,8-1-3 16,3 1 2-16,5-2 2 15,7-1-2-15,-1 1 1 16,3-3-2-16,-1 1 1 16,-3 2-2-16,-4-1 0 15,-6 0 1-15,-4 0-1 0,-5-1-1 16,-7 3-3-16,-5 0-3 16,-7 2-6-16,-5 2-2 15,-3 0-14-15,-11 3 21 16,-9 7 8-16,-6 7-2 15,-6 8 1-15,-8 4 3 0,-3 10 2 16,0 7 7-16,2 5 0 16,2 5-5-16,3-1-4 15,6-1-1-15,4-7-1 16,6-9-1-16,4-8 1 16,8-11-1-16,3-11 0 0,5-8-25 15,0-4 13-15,6-16-39 16</inkml:trace>
  <inkml:trace contextRef="#ctx0" brushRef="#br0" timeOffset="-169508.17">22110 9743 165 0,'0'0'21'16,"0"0"3"-16,-37 15-13 16,27 8-9-16,0 7 0 15,2 2-1-15,5 0-2 16,1-1 0-16,2-4 0 0,0-4 1 15,0-5-5-15,0-5-20 16,0-6-20-16,-5-6-12 16,-4-1-14-16</inkml:trace>
  <inkml:trace contextRef="#ctx0" brushRef="#br0" timeOffset="-169323.67">21904 9789 86 0,'0'0'11'16,"-11"-38"21"-16,11 29 0 15,0 4-5-15,8 5-26 16,8 0 0-16,3 7-2 16,8 7 3-16,5 0-1 15,1 3 0-15,4 0 2 0,-3 0-1 16,3-1-2-16,-6-2 2 16,-3-4-10-16,-2-4-46 15,-8-2-11-15</inkml:trace>
  <inkml:trace contextRef="#ctx0" brushRef="#br0" timeOffset="-169230.66">22262 9839 57 0,'0'0'54'0,"-11"-40"-3"16,-2 22-13-16,3 4-14 16,1 5-1-16,-1 9-18 15,3 10-7-15,2 17-27 16,-2 4-45-16</inkml:trace>
  <inkml:trace contextRef="#ctx0" brushRef="#br0" timeOffset="-153495.78">17172 1028 63 0,'2'-7'4'0,"1"1"3"0,1-3 3 0,0 1-2 0,-1-1 0 15,-1-2 3-15,2 2 6 16,-4 0 2-16,0 0-1 0,3-1-1 15,-3 3-7-15,2 0-4 16,1 1-4-16,5 2-2 16,1 0-2-16,5 0 2 15,3 2 0-15,1 2 0 16,-2 0 0-16,2 0-5 16,-1 7-2-16,-1 6-2 0,0 6 5 15,-3 4-1-15,-2 6 2 16,-3 8 3-16,-2 5 0 15,-4 8-2-15,-2 7 1 16,0 4 1-16,-2 9 0 16,-5 2 0-16,0 5 0 0,1 1 0 15,4 4 1-15,2-2-1 16,0-1-1-16,6-2 1 16,6 0 0-16,7-5 1 15,2 1-1-15,2-4 0 16,2-5 0-16,4-3 0 0,-2-9-1 15,1-6 1-15,0-8-1 16,-1-9-5-16,-2-8-3 16,0-8-9-16,-5-6-11 15,-1-3-25-15</inkml:trace>
  <inkml:trace contextRef="#ctx0" brushRef="#br0" timeOffset="-153324.77">17724 2536 19 0,'-7'37'47'0,"-11"14"-16"15,-4 16 4-15,-7 17-6 16,-1 15 0-16,-3 16-11 15,-2 7-5-15,-1 6-3 16,-1 2-7-16,2-3-2 16,-2-7-4-16,1-10 2 0,4-9-2 15,-3-10-8-15,1-10 10 16,1-6 0-16,-3-4 0 16,-2-7-9-16,-2-4-35 15,-1-6-44-15</inkml:trace>
  <inkml:trace contextRef="#ctx0" brushRef="#br0" timeOffset="-152142.75">23463 1164 52 0,'1'0'0'0,"-1"0"1"0,0 0 0 0,0 0 6 0,0 0 8 15,0 0 4-15,0 0-11 16,0 0 0-16,0 0 3 15,0 0 3-15,0 0-5 16,0 0-9-16,0 0-3 0,0 0 5 16,2 3-2-16,2-2 4 15,0 1 2-15,3-2 1 16,1 0-1-16,5 0 15 16,6-13 5-16,6-4-13 15,9-8-6-15,4-4-4 0,6-5-3 16,3-1 0-16,3-1 2 15,-1-1 0-15,1 1-4 16,-4 1-48-16,-4 4-86 16</inkml:trace>
  <inkml:trace contextRef="#ctx0" brushRef="#br0" timeOffset="-151779.85">23466 2370 218 0,'0'0'17'0,"54"-40"-16"0,-16 9-2 0,9-9-3 0,2-11-114 16</inkml:trace>
  <inkml:trace contextRef="#ctx0" brushRef="#br0" timeOffset="-149889.83">10253 1675 34 0,'0'0'17'0,"0"0"-15"0,-38-2 1 15,26 2-3-15,-1 2 1 0,2 3-1 16,-1-2 0-16,3-1 1 16,3 1-1-16,0-3 1 15,0 3 6-15,4-2 3 16,-2 1-2-16,1-2 2 16,2 0 8-16,0 0 5 0,1 0 2 15,-2 0-9-15,2 0-4 16,0 0-9-16,0 1-4 15,0 2 1-15,0 2 0 16,0 1 0-16,0 2 0 16,3 1 0-16,3 2 0 0,0 1 0 15,4 4 0-15,1 2 0 16,-1 2 0-16,5 2 0 16,0 1 0-16,3-1 0 15,0 2 0-15,2-1 0 16,1 1-1-16,5-1-1 0,3 1 1 15,1-3 1-15,3 2-1 16,1 1 2-16,3 0 0 16,1 3 0-16,1 3-1 15,-1 1 1-15,2 2-1 16,2 4 1-16,1 1-1 0,-1 3 0 16,3-1 0-16,-3 1 1 15,2 1-1-15,-1-4 0 16,2 3 0-16,4-3 0 15,1 1 0-15,0-1 0 16,0 3-1-16,-3 2 2 0,2 1-1 16,-3 0 0-16,0 4 0 15,0 2 1-15,0 1-1 16,-1 3 0-16,1-1 0 16,-2-1 0-16,-1 1 1 15,0-3-1-15,4-1 0 0,1-2 0 16,4 0 0-16,0 0 2 15,-1 1-2-15,4 0 1 16,1-1-1-16,3 2 0 16,-4 0 0-16,3 2 2 15,-2 3-2-15,0-1 0 16,-2 2 1-16,-5-2 0 0,0 4 1 16,1-1 0-16,-6 1 0 15,-1-3 1-15,-1 3-1 16,-4-3 0-16,-7 0-1 15,-1-4-1-15,-6-1 0 16,-6-2 0-16,-6-10-15 0,-6-6-72 16</inkml:trace>
  <inkml:trace contextRef="#ctx0" brushRef="#br0" timeOffset="-148786.34">9488 2280 128 0,'0'0'5'0,"0"0"-1"0,0 0-3 16,0 0-4-16,0 3 3 15,0 6-1-15,4-1 1 16,-1 5-1-16,6 1 1 0,-3 2-1 16,3 1 1-16,3 1-2 15,-1 2 2-15,1 2 0 16,5 0 0-16,-2 4 0 15,3 1 0-15,5 4 0 16,-2 3 0-16,4 4 0 0,0 2 0 16,2 3 0-16,0 4 2 15,2 0-2-15,0 3 0 16,3-1 0-16,5 4 0 16,1-4 1-16,5 3-1 15,1 0 1-15,-1-2-1 16,6 1 1-16,0-1 0 0,2 3 0 15,3 0 1-15,2 2-1 16,0 3 0-16,-1 4-1 16,-1 1 0-16,2 3 1 15,0 0-1-15,-1 0 0 16,0 2 2-16,3-2-1 0,0 0 3 16,0 1-1-16,0-1 2 15,-1 2-2-15,2-3 0 16,0 0-1-16,0 2-1 15,0-4 1-15,1-2 0 16,-2 0-1-16,1-6 0 0,-1 0 2 16,2-3 0-16,-4 0 1 15,-2-5-1-15,-4 0-2 16,0 0 1-16,1-3-1 16,-1 0 0-16,-1-4 0 0,-5-3-1 15,-1-6 1 1,0-1-3-16,-5-3 5 0,-1-2-1 15,-3-1-1-15,-1 1-1 16,-4-3 0-16,0-2 2 16,-4-1-2-16,-4-1 1 15,-2-1 1-15,-3-3 0 0,-3-1 0 16,-3 0 2-16,-2-3 0 16,-2-2-1-16,-1-1 2 15,-3 1 1-15,2 0 1 16,0 2-6-16,-2 1 0 15,-2-4-2-15,-6-7-102 16</inkml:trace>
  <inkml:trace contextRef="#ctx0" brushRef="#br0" timeOffset="-132043.95">6280 8317 36 0,'0'0'3'0,"0"0"8"0,0 0 5 0,0 0-8 16,0 0 2-16,0 0-2 15,0 0-1-15,0 0-2 16,0 0 0-16,0 0 0 0,0 0 5 16,-20-9-6-16,18 9 3 15,2 0 2-15,0-1 1 16,0 1-1-16,-2 0-4 16,2 0-1-16,0 0-2 15,0 0 2-15,0 0-2 16,0 0-2-16,0 0-4 0,0 1 6 15,0 8-1-15,0-1-1 16,0 2 3-16,4 0-3 16,1-3-2-16,2 2 0 15,0-2-2-15,3-3-3 0,-2 0 2 16,0-1 6-16,1 1 1 16,-2 2-1-16,2 0-1 15,-4 2 1-15,3 1-1 16,-3 1 1-16,1 0-1 15,0 0-1-15,2-2 2 0,-3-1-2 16,1-3 0-16,0-1-4 16,0-3-5-16,2 0 8 15,1-4 11-15,1-6-2 16,2-3-1-16,2-5-5 16,6-5 1-16,0-1-1 0,-2-3 0 15,2-3 0-15,0 0-1 16,2-2 0-16,-1 0 1 15,3-3 4-15,2 2 2 16,1-4-1-16,0 2-3 16,1-4-1-16,-1 1-1 15,-3 3 2-15,-3 1 1 0,0 2 0 16,-3 5 0-16,-2 5 0 16,0 4-2-16,-1 3-1 15,-1 5 0-15,-5 3 0 16,2 5-13-16,-2 2-34 15,-7 0-26-15</inkml:trace>
  <inkml:trace contextRef="#ctx0" brushRef="#br0" timeOffset="-131538.78">6346 8308 60 0,'0'0'1'0,"0"0"-2"0,0 0 1 0,0 0 1 15,13 46-1-15,-6-31 0 16,0-5 1-16,3 0-1 0,2-1 1 16,-1-4-1-16,1-5 3 15,3 0 7-15,3-14 8 16,1-10 11-16,8-10-3 16,2-12-8-16,9-6-7 15,3-9-3-15,6-7-1 0,6-5 1 16,10-5-1-16,4-3-2 15,0-5-33-15</inkml:trace>
  <inkml:trace contextRef="#ctx0" brushRef="#br0" timeOffset="-118743.04">16698 881 40 0,'0'0'5'0,"0"0"0"0,0 0 9 0,-36-11-4 0,27 7 1 15,1 1-1-15,-2-1 4 16,0 1 0-16,3-1 1 15,-5 1-4-15,0-1-5 16,1 1-2-16,-3 1-1 16,-1 1 0-16,0 1 3 0,-2 0-2 15,1 0-3-15,-4 0-1 16,0 7 0-16,-2 3-1 16,-1 1 0-16,3 2 1 15,-6 1-1-15,4-1 1 16,1 1 1-16,3-1-1 0,-2 1 0 15,4 2 0-15,0 1 0 16,1-1 0-16,-1 3 0 16,1 4-1-16,-1 0 1 15,1 5-1-15,0 2 1 16,-1 3 0-16,1 3 0 0,0 3-1 16,-1 1 1-16,1-1 0 15,0 3 0-15,5-2 0 16,-2 1-1-16,1-2-1 15,3 1 1-15,1 0 0 16,2-2 0-16,-3 1 1 0,3 1 0 16,-2 2 0-16,1-1 0 15,-1-1 0-15,2 4 0 16,0 0 0-16,2 0 0 16,1 3 1-16,2 0 0 15,0 1-1-15,0 2 1 0,0-1-1 16,0 3 2-16,0 0-2 15,0 2 1-15,0-1-1 16,0-1 0-16,0-1 2 16,-1 1 0-16,-1 0 0 15,0 2 1-15,2 3-1 0,0 0-1 16,0 1 0-16,0 0 0 16,0 2-1-16,0 1 1 15,0-2-1-15,2 0 0 16,1-1 0-16,-1-2 1 15,1-1-1-15,2-1 0 0,-1 0 0 16,4 0 0-16,-3 0 0 16,3 1 0-16,-1-2 0 15,2 2 1-15,-1-1-1 16,2 0-1-16,0-1 1 16,0-2 0-16,1-2-1 0,1-2 1 15,0-1-1-15,0-2 0 16,1 0 1-16,0 1 0 15,-1 1 0-15,-1-1 1 16,0-1-1-16,2-3-1 16,-1 0 2-16,3-3-1 15,-1-2 1-15,4-2 0 0,-3 0 0 16,3-4 2-16,-2 0-1 16,4-1 0-16,-3-1 1 15,1-3 0-15,3 0-1 16,-4 0 1-16,0-1 2 15,0-1-5-15,1 3 1 0,-1-2 1 16,0 0-1-16,3 0-1 16,-3 0 0-16,4-3-1 15,3-2-4-15,-2-3 1 16,1-4 2-16,1 1 5 0,-1-4 1 16,-2-2-2-16,1 1-2 15,0-1 1-15,-2-1-1 16,2-2 5-16,-1-2 4 15,1 2-5-15,-2-4 1 16,4 0 1-16,-3 0-4 0,1 0 1 16,2-6-3-16,-3-1 4 15,1 0-3-15,-2-4 0 16,2 2 0-16,-4-2 2 16,2-4-3-16,-1 0 1 15,0-2 3-15,1-3-2 16,-3 0-2-16,0-1 0 0,3 0 1 15,-4-3 0-15,2 1 0 16,-1-4-1-16,1 3 1 16,-4-3 0-16,4 0-1 15,0-2 1-15,-1 2-1 16,0-4 0-16,1 0 1 0,1 1-1 16,-1-1-2-16,-1-2-5 15,1 1 0-15,0-1 5 16,-2-3 3-16,-2-1 0 15,1 1 2-15,-3-2 3 16,0 0-1-16,-4-2 0 0,1-1-3 16,-4-4-1-16,-4-5-10 15,-1-7-94-15</inkml:trace>
  <inkml:trace contextRef="#ctx0" brushRef="#br0" timeOffset="-112981.78">12979 4637 0 0,'1'0'2'0</inkml:trace>
  <inkml:trace contextRef="#ctx0" brushRef="#br0" timeOffset="-112592.83">12979 4637 23 0,'0'0'49'0,"0"0"-33"15,9 12-15-15,-9-12-4 16,0 0-1-16,0 0 6 16,0 0-1-16,2 0 2 15,-2 0 5-15,0-1 0 16,0-3 2-16,0 1 10 0,0 0-6 16,1 0 1-16,-1 3-1 15,1 0-5-15,1-1-12 16,1 1 4-16,1 0-1 15,-2 0-1-15,2 0 1 16,2 0 0-16,-2 1-1 0,-1 5 2 16,3 0-4-16,-2-1 7 15,0 2-5-15,4-2 2 16,-3 2-1-16,1-1-2 16,0-1 2-16,-1-1-2 15,-1-1 2-15,1 1-1 16,-2-1 0-16,1-3 0 0,-2 2 4 15,0-2 3-15,0 1 0 16,-2-1-2-16,1 3-2 16,-1-3 0-16,1 0-1 15,0 3 1-15,-1-2-12 0,0 2-16 16,0-3-28-16,0 0 10 16</inkml:trace>
  <inkml:trace contextRef="#ctx0" brushRef="#br0" timeOffset="-111993.93">13035 4706 163 0,'0'0'4'0,"0"0"32"0,0 0-5 0,0 0-8 0,0 0-13 16,0 0-10-16,0 0-3 15,0 0 1-15,0 0-5 16,0 0 9-16,-9 16-5 16,14-6 1-16,1 4 4 15,2 0-2-15,0 1-1 16,-2 0 1-16,3 2-8 0,-2-3 11 16,0-1-2-16,-2 0-1 15,-1-6-1-15,0-1 1 16,-4-3 0-16,0-2 2 15,0-1 0-15,0 0 10 0,0-1 14 16,-2-8-23-16,-4-4-6 16,1-5-1-16,-2-3-1 15,3-2-7-15,-1 0 4 16,1 2 2-16,2 2 4 16,2 5-2-16,0 0 7 0,0 5-7 15,0 5-3-15,0 1 6 16,2 3-3-16,2 0-17 15,3 0 8-15,-4 7 2 16,3 3 2-16,-1 3 0 16,1-2 6-16,-2 1-1 0,0-2 6 15,0-2 0-15,-2-1-1 16,0-2-1-16,-2-4 0 16,2 2 1-16,-2-3 0 15,0 0 17-15,2 0 8 16,-2-2-5-16,1-5-22 0,-1-1-4 15,2-2 5-15,1 1 7 16,0 2-15-16,1 2-2 16,0 3-5-16,2-1-45 15,-2 2-23-15</inkml:trace>
  <inkml:trace contextRef="#ctx0" brushRef="#br0" timeOffset="-111796.66">13239 4787 112 0,'0'0'-16'0,"0"0"-20"0</inkml:trace>
  <inkml:trace contextRef="#ctx0" brushRef="#br0" timeOffset="-110870.83">23457 1235 116 0,'0'0'-16'0,"0"0"16"0,0 0 1 0,0 0-1 0,0 0 0 15,0 0 1-15,36 16-1 16,-29-15 2-16,4-1 3 16,0 0 2-16,7 0 11 15,4-10 0-15,6-4-2 16,5-6 1-16,2-5-4 0,4-4 1 15,-2-1-1-15,0-2-1 16,-2 2 3-16,0-1-3 16,-3 1-9-16,-6-1-5 15,-9 2-124-15</inkml:trace>
  <inkml:trace contextRef="#ctx0" brushRef="#br0" timeOffset="-109776.18">12426 5623 95 0,'0'0'11'0,"0"0"9"0,0 0-8 0,0 0-9 15,0 0-4-15,0 0 3 16,0 0 9-16,0 0 4 0,0 0 5 16,0 0-2-16,0 0-14 15,0 0 1-15,0 0-4 16,0 0 0-16,-6 11-1 15,6-7-1-15,0-1-1 16,0 0-3-16,5-2 2 16,-3 0 3-16,1 1 4 0,3-2 1 15,-4 0-3-15,1 0 0 16,0 0 1-16,0 0-3 16,1 0 2-16,0 0-3 15,2 0 1-15,0 0 3 0,-1-3-2 16,3-1 1-16,-3 1-4 15,2 0-22-15,-1 0-32 16,-1 3-7-16</inkml:trace>
  <inkml:trace contextRef="#ctx0" brushRef="#br0" timeOffset="-109618.92">12519 5628 56 0,'0'0'72'15,"0"0"-35"-15,0 0-2 16,0 0-17-16,0 0 0 15,0 0-5-15,0 0-7 16,0 0-4-16,0 0-1 16,-27 11-4-16,27-5-18 0,2-3-36 15,2-3-37-15</inkml:trace>
  <inkml:trace contextRef="#ctx0" brushRef="#br0" timeOffset="-109462.16">12519 5628 249 0,'-14'7'6'16,"5"-7"3"-16,5 0-4 0,-1 3-4 15,4 3-2-15,-2-1-4 16,3 3-20-16,0-3-27 16,0-2-28-16</inkml:trace>
  <inkml:trace contextRef="#ctx0" brushRef="#br0" timeOffset="-109305.93">12490 5665 223 0,'0'0'-22'16,"0"0"43"-16,0 0-16 16,0 0-3-16,0 0-3 0,0 0-3 15,-29 38-6-15,26-28-22 16,2-6-41-16</inkml:trace>
  <inkml:trace contextRef="#ctx0" brushRef="#br0" timeOffset="-108857.78">12465 5697 160 0,'0'0'1'0,"0"0"-3"0,0 0-6 15,0 0-3-15,0 0 12 16,0 0 0-16,0 0 2 16,0 0-2-16,0-2 0 15,0 2-2-15,0 0 1 16,0 0-1-16,0-2 0 0,0 1 1 16,2-3-2-16,1 1-1 15,3-3 3-15,-2 2 0 16,-1 1 1-16,0-1-1 15,1 2 2-15,-4 1 6 16,0 1 7-16,0 0 4 16,0 0-4-16,0 0-3 0,0 0-1 15,0 0 3-15,0 0-3 16,0 0-8-16,0 0-1 16,0 0-1-16,0 0 0 15,0 0 0-15,-3 0 0 0,2 0 1 16,-2 0-1-16,2 0 4 15,0 0-2-15,1 0 0 16,0 0-2-16,0 0-2 16,0 6 1-16,0 1-1 15,11 4-7-15,-4-1-31 16,1-10-63-16</inkml:trace>
  <inkml:trace contextRef="#ctx0" brushRef="#br0" timeOffset="-107656.78">23540 2444 58 0,'0'0'15'0,"0"0"4"15,0 0-7-15,0 0 3 16,0 0-1-16,0 0 0 16,0 0 1-16,0 0-1 0,0 0 2 15,-36-34 0-15,34 32-6 16,1 1-3-16,0 0-5 16,1 1-2-16,-1 0-1 15,1 0-8-15,0 1-2 0,0 5 8 16,0 2 2-16,1-1-3 15,1 3-2-15,1 0 6 16,0-3 0-16,2 0-1 16,-2 0-2-16,1 0 0 15,2-1 0-15,-2-3-2 0,2 1 2 16,3-2 2-16,1-1-2 16,-1-1 8-16,4 0-3 15,3-3-1-15,0-5 1 16,1-4 3-16,3-2 2 15,4-6 5-15,3-2-1 16,5-4-1-16,3-4-4 0,2 0 0 16,1-2-1-16,1 1 1 15,0 2-1-15,-3 3-3 16,-2 4-1-16,-1 3 0 16,-4 2 0-16,-6 5-1 15,-2 4 1-15,-2 2-1 0,-6 4 0 16,-1 2-3-16,-6 0-29 15,-4 2-27-15,-2 7-14 16</inkml:trace>
  <inkml:trace contextRef="#ctx0" brushRef="#br0" timeOffset="-107465.15">23737 2373 126 0,'0'0'12'0,"0"0"17"0,0 0 6 0,0 0-15 16,0 0-11-16,0 0-3 15,0 0-2-15,0 0-5 16,60-43 4-16,-29 29-11 16,-1-6-97-16</inkml:trace>
  <inkml:trace contextRef="#ctx0" brushRef="#br0" timeOffset="-105243.61">13288 4800 26 0,'0'0'19'0,"0"0"2"0,0 0-3 16,0 0-8-16,0 0-4 0,0 0-2 16,0 0 1-16,0 0-3 15,0 0-1-15,0 0 0 16,5 21-2-16,-1-18 2 16,2-1 5-16,-2 0-2 15,3 4-3-15,-1 3 1 0,2 0 0 16,-1 2 0-16,1 1 0 15,-2 1-1-15,0 1 0 16,-2-5 1-16,1-2 0 16,1-1-1-16,0-5 2 15,6-1 1-15,-1 0 10 0,7-13 29 16,2-5-19-16,3-8-14 16,4-3-4-16,6-6 0 15,-2-2 0-15,1-1 5 16,5-3 3-16,-3 3-3 15,4 2-5-15,-6 6-4 16,1 6 0-16,-4 6-2 0,-4 10 1 16,-8 3-4-16,-5 3-35 15,-12 2-121-15</inkml:trace>
  <inkml:trace contextRef="#ctx0" brushRef="#br0" timeOffset="-103315.09">12401 5781 58 0,'2'-4'30'0,"-1"3"-29"0,0-2 0 15,1 3-1-15,-2 0 1 0,2 0-4 16,-2 0-4-16,0 4-7 16,0 1 9-16,0 2 3 15,0 1 4-15,2-2 0 16,-2 1 0-16,1 0-2 16,2-3 1-16,2 3 1 15,0-4-4-15,0 0 2 16,3-2 3-16,1-1 0 0,5 0 2 15,1-10 5-15,4-4 1 16,5-3-4-16,5-7 1 16,1-1 4-16,3-7 0 15,2-2 0-15,1 0 0 16,-3-3 0-16,3 3 0 0,-2 1-3 16,3 5-5-16,4-3-2 15,-9 3-26-15,-1-5-151 16</inkml:trace>
  <inkml:trace contextRef="#ctx0" brushRef="#br0" timeOffset="-101990.39">16339 9971 205 0,'0'3'-20'0,"0"-3"26"0,0 0 1 0,0 0 5 16,0-1-7-16,0-4 1 15,0 1 4-15,0 3-3 16,4-1-4-16,-2 1-7 16,3 1-8-16,5 0-17 15,-2 0-19-15,1 0-12 0</inkml:trace>
  <inkml:trace contextRef="#ctx0" brushRef="#br0" timeOffset="-99904.75">13283 4888 23 0,'0'0'2'0,"0"0"-1"0,0 0 1 0,0 0 1 16,0 0-1-16,0 0 4 15,0 0 3-15,0 0 2 16,0 0 2-16,0 0-4 0,0 0 2 16,0 0-2-16,0 0-6 15,7-20 1-15,-7 20-3 16,0 0-1-16,0 0-2 16,0 0 2-16,0 0 0 15,0 0 0-15,0 0 1 16,0 3-1-16,0-2 0 0,0 2 0 15,0-1-1-15,0 0 2 16,2 0-1-16,-1 1-1 16,1-2 0-16,2 1-1 15,0 2 2-15,-1-2 0 16,0 0 2-16,2 1-2 0,-2 1 0 16,0-2 0-16,-1-1-2 15,1-1 1-15,0 3 2 16,-1-2 1-16,0-1-1 15,0 0-1-15,0 2 1 0,-1 1 0 16,0-3-1-16,2 3 1 16,-3-2-1-16,2 2 0 15,-2-1 0-15,0 0 0 16,2-2 0-16,-2 3 0 16,0-2 1-16,0 1-1 15,0-2-1-15,0 0 2 0,0 1 12 16,0-1 3-16,0 0-4 15,0 0-3-15,3 0-3 16,-3 0-1-16,0 0-4 16,1 0-2-16,1 0-3 15,2 0 7-15,0 0-2 0,0-1 1 16,3-5 0-16,3-1 1 16,0-3 2-16,2-3-1 15,3-2 0-15,-1-2 0 16,0-2 0-16,-1-1 1 0,3-2 6 15,-2 0-3-15,3-2 0 16,-2 0-2-16,1 1-2 16,1-1-1-16,-2 3-1 15,0 1-1-15,1 1 0 16,-3 4 0-16,-2 2-1 16,0 3 0-16,-4 4 0 0,-3 2 0 15,0 3-1-15,-4 1 0 16,0 0 2-16,0 0-1 15,0 0 3-15,0 0-2 16,-4 0 0-16,1 0 1 16,0 0 1-16,1 0 2 0,1 0-4 15,1 0 1-15,0 0-2 16,-2 0 1-16,2 0 0 16,-2 0-1-16,2 0 0 15,0 0 2-15,0 0-1 16,-2 0-1-16,2 0-2 0,-2 1-32 15,0 0-49-15,-2-1-30 16</inkml:trace>
  <inkml:trace contextRef="#ctx0" brushRef="#br0" timeOffset="-98357.85">23518 1221 7 0,'0'0'24'0,"0"0"26"0,0 0-34 16,0 0-4-16,0 0 1 16,0 0 0-16,0 0-4 0,0 0-2 15,0 0-4-15,0 0-3 16,0 0 1-16,0 0-1 16,2-2 0-16,-2 2-1 15,0 0 0-15,0 0 0 16,1 0 0-16,0 1 1 0,1 3 0 15,0-1-1-15,1 1 0 16,-1 3 0-16,1-3 0 16,2 1 0-16,-1 0 0 15,0-2-3-15,2 1 1 16,-3-1 0-16,2-1 5 16,0-1 0-16,1-1-1 0,-1 0 1 15,3 0 4-15,0-3 0 16,4-4-1-16,1-1-3 15,3-1 0-15,1-3 0 0,4-2 0 16,1-1-2-16,2-1 3 16,3-5-3-16,2 1 1 15,0-3-1-15,3 2 1 16,-1-2 0-16,3-1 6 16,0 3 3-16,0 1-2 15,-1 1-4-15,0 1-1 0,-9 5 0 16,-2 2-1-16,-6 4-1 15,-6 1 0-15,-4 2-1 16,-2 1 1-16,-2 0 1 16,-2 3 0-16,0 0-2 15,0 0-8-15,-2 3-54 16,-6 4 15-16</inkml:trace>
  <inkml:trace contextRef="#ctx0" brushRef="#br0" timeOffset="-97107.85">12561 6067 67 0,'0'0'8'0,"0"0"5"0,0 0-4 0,0 0-5 16,0 0-1-16,0 0-4 15,0 0 5-15,0-39-2 0,0 34 2 16,0 2-1-16,0 3 0 16,0 0-3-16,0 0-2 15,0 0-2-15,0 4-1 16,2 6-4-16,1 3 2 15,3 1 4-15,-2 2 8 16,4-2-5-16,1-2-2 0,1-1 1 16,2-3 0-16,-1-2 0 15,3-6 3-15,-1 0 1 16,5 0 2-16,-2-10 5 16,6-4-2-16,-2-6-1 15,6-6 2-15,1-1-1 0,2-7 3 16,2 0 4-16,3-3 2 15,-2 3-3-15,5-3-2 16,-3 3 0-16,2 6-5 16,-4 1-4-16,3 4 0 15,-2 0-3-15,-4 2-49 0,-1-4-120 16</inkml:trace>
  <inkml:trace contextRef="#ctx0" brushRef="#br0" timeOffset="-96126.5">23430 2488 83 0,'0'0'13'0,"0"0"25"0,0 0-32 0,0 0-2 15,0 0-3-15,0 0 0 16,0 0-1-16,0 0 0 15,0 0 0-15,1-33 1 16,-1 29-1-16,-1 1-1 0,-2-1 3 16,1 1 5-16,-1 0 3 15,3 3-1-15,0 0-3 16,0 0-8-16,0 0-10 16,0 3 12-16,0 7 0 15,3-1-5-15,3 0-9 0,0 0 5 16,1 1 5-16,4-4 0 15,0-2 4-15,4-1-2 16,3-3 2-16,2 0 1 16,4-2 4-16,2-8 2 15,5-1 1-15,5-3 2 0,0-5 1 16,2-2-1-16,2-5-1 16,0-3 0-16,-2-3-3 15,-2 1 4-15,-2 1 1 16,-1 2-5-16,-4 4-1 15,0 3-4-15,2 6 0 0,-7 4-1 16,1 5 1-16,-3 6-3 16,-6 0-35-16,-9 0-56 15</inkml:trace>
  <inkml:trace contextRef="#ctx0" brushRef="#br0" timeOffset="-81261.03">6484 8788 88 0,'0'0'9'0,"0"0"18"0,0 0 0 0,0 0 0 15,0 0-7-15,-35-40-9 16,27 37-3-16,-2 0-1 16,3 1-4-16,-3 0-1 15,4 2-2-15,-3 0 0 0,-1 0-2 16,0 4-1-16,-1 1-2 16,-5 2 4-16,1 0 1 15,-6 0 0-15,-3 0 0 16,0 1 1-16,-7 1 1 15,1 1-2-15,-3-1 0 0,1 1-6 16,1 0 12-16,0 1-6 16,0-1 1-16,0 1 0 15,1 2-1-15,-1 3 1 16,0 2 0-16,-2-1-1 16,2 6 0-16,5-1 0 15,-1 4-1-15,2 1 1 0,3 0 0 16,-1 3-1-16,4-1 1 15,-2 2 0-15,4 1 0 16,1 1 0-16,1 2 0 16,1 4 0-16,1-1 0 15,1 4 0-15,3 1 0 0,3 0 0 16,2 0 0-16,3 2 0 16,1-1 0-16,0-1-1 15,0 0 1-15,3-1 0 16,3 2 0-16,-2-3 0 15,3 2 1-15,3-2-1 0,-2 2 0 16,3-1 1-16,3 2-2 16,-1 0 2-16,5 3-2 15,0-3 1-15,2 0 1 16,-1-4-2-16,4-6 1 16,2 0 1-16,0-3-17 0,2-4 31 15,4 1-16-15,1-1 2 16,1 2-1-16,3 2 0 15,3 0 0-15,0-2 0 16,3 0 0-16,0-4 0 16,4-1-2-16,2-4 2 0,-1-4-2 15,3-1 4-15,-1-3-2 16,2-4-3-16,1-1 2 16,-1-1 1-16,0-2 1 15,2-2-2-15,-1-2 1 16,0 0 1-16,0 0-2 0,-2-6 1 15,0-3-1-15,-2-6 0 16,2-2 2-16,-5-7-3 16,-2-5 3-16,-4-3-1 15,-1-4-1-15,-1-4 3 16,-4-1 3-16,1-3-4 0,1-3 1 16,-2-3-2-16,3-5 1 15,-2-3-1-15,-1-3 0 16,-2-2-2-16,-4 1 0 15,-2 2-1-15,-8 2 1 16,-5 3-1-16,-9 3-1 0,-3 4-10 16,-1 1 28-16,-11 2-12 15,-7 0-1-15,-5-2 4 16,-4-2 0-16,-5-4 1 16,-5-3 1-16,-4-2 0 15,-9-2 1-15,-3-1 1 0,-7-3-1 16,-8 0-1-16,-7 3-3 15,-6 3-3-15,-12 5-1 16,-14 11-5-16,-17 10-28 16,-18 10-54-16</inkml:trace>
  <inkml:trace contextRef="#ctx0" brushRef="#br0" timeOffset="-79726.77">4942 14057 108 0,'0'0'-54'0,"-29"-41"60"0,13 21 3 0,-1 1-5 16,-1 0-7-16</inkml:trace>
  <inkml:trace contextRef="#ctx0" brushRef="#br0" timeOffset="-77483.97">4817 13296 77 0,'-5'0'1'0,"1"-3"10"0,1 3 2 0,1 0-7 15,-2 0-5-15,2 0-1 16,-2 7-1-16,1 2 2 15,1 3-1-15,2 3 0 16,-2 2 1-16,-1 7 0 16,-1 4-1-16,2 9 0 0,1 7 1 15,-1 9-1-15,0 8 0 16,-2 10-1-16,1 10 2 16,1 7 0-16,-2 8 0 15,-3 11 0-15,0 7 3 16,-1 9 1-16,1 5 4 0,-5 8 4 15,1 6 0-15,-5 3 8 16,3 0-2-16,-2 4-5 16,1-8-6-16,1 4-5 15,-1-5 0-15,3-3-2 16,-3 0-1-16,2-8 1 16,0-6 1-16,1-8-2 0,-2-10 0 15,1-9 1-15,-1-10-1 16,0-6 2-16,-1-4-15 15,1-5 29-15,-1-4-15 16,3-5-1-16,0-7-1 16,2-9 1-16,0-10-12 0,3-8-33 15,-6-11-22-15,1-11-37 16</inkml:trace>
  <inkml:trace contextRef="#ctx0" brushRef="#br0" timeOffset="-76767.22">3049 16526 84 0,'0'0'12'0,"0"0"1"0,0 0-3 16,0 0-4-16,0 0-3 15,0 0-4-15,0 0 2 0,0 0 0 16,40-1-2-16,-20 1 1 16,5 0-2-16,8 0 1 15,7 2 0-15,8 4 1 16,8-1 0-16,8 1 0 16,10 4-1-16,7-1 1 0,10 1 0 15,12 1 0-15,11 5 1 16,13-1-1-16,11 1 2 15,10 2 1-15,13 1-21 16,7-2 43-16,7-2-16 16,7-2-5-16,7-3-3 0,2-3 1 15,6-4-1-15,0-2 1 16,2-1 0-16,-1 0-2 16,-3-5 1-16,-3-2 0 15,-4-2 1-15,-3 5-3 16,-6 0 4-16,-9 4-1 0,-9 0-4 15,-10 4-6-15,-13 9-9 16,-15 1-11-16,-16 0-33 16</inkml:trace>
  <inkml:trace contextRef="#ctx0" brushRef="#br0" timeOffset="-75804.71">3918 14221 78 0,'0'0'-9'0,"0"0"18"0,0 0-1 15,0 0-5-15,0 0-1 16,0 0-1-16,0 0-3 16,0 0 2-16,0 0 0 15,7 47 1-15,13-18-1 0,5 8 0 16,6 13 0-16,7 14 1 16,3 15-1-16,9 12 0 15,4 16 0-15,9 12 0 16,4 10 2-16,9 11 1 0,4 7 4 15,8 11 4-15,5 8 8 16,1 7-2-16,2 3 3 16,3-4-3-16,-1 0-9 15,-4-6-5-15,-2-7-1 16,-3-12-1-16,-4-12-1 16,-5-13 0-16,-6-10 0 0,-10-13 0 15,-7-15-4-15,-12-13-48 16,-16-18-22-16</inkml:trace>
  <inkml:trace contextRef="#ctx0" brushRef="#br0" timeOffset="-75221.59">3786 14103 74 0,'0'0'7'0,"0"0"9"0,0 0 10 0,0 0 0 15,0 0-8-15,0 0 1 16,0 0-10-16,0 0-6 0,0 0-1 16,0 0-1-16,0 0 0 15,1-35 0-15,17 22-1 16,-1-2 0-16,8-6-1 15,2-3-1-15,4-8 0 16,7-3 3-16,2-3-2 0,5-5 1 16,-1 2 0-16,3 0 0 15,0 0-32-15,0-1-5 16,-4 3-3-16,2-1-25 16</inkml:trace>
  <inkml:trace contextRef="#ctx0" brushRef="#br0" timeOffset="-74169.57">4386 13324 56 0,'0'0'0'0,"0"0"3"0,0 0 0 0,0 0 1 0,0 0-3 16,0 0 1-16,0 0-2 15,0 0 2-15,0 0 0 16,0 0 1-16,0 0-1 0,-7 35-1 16,16-25 2-16,-3 1-3 15,3 6 0-15,0 2 1 16,1 5 0-16,0 5 0 15,3 7 1-15,3 2 0 16,-2 9 1-16,6 4-1 16,0 9-1-16,2 5-1 0,1 5 1 15,4 2-1-15,4 6 1 16,2 2-2-16,3 5 2 16,7 3 1-16,-1 4-1 15,5 8 1-15,4 5 2 16,3 3 0-16,2 5 5 0,2 1-2 15,1 6 0-15,3-1-5 16,-2 1 0-16,1 0 0 16,1-4 4-16,1-1-1 15,-2-3 2-15,1-1 1 16,-1-3-3-16,1 0 0 0,-2-1-1 16,-3-5 1-16,-1-4-2 15,-2-6-1-15,-4-6 0 16,-6-7 0-16,-8-7 3 15,-7-8-2-15,-6-8 1 16,-6-8 2-16,-3-7 0 0,-7-8 0 16,1-8-2-16,-3-5-2 15,-4-9 0-15,0-3-2 16,-1-5 3-16,0-2 16 16,0-1-10-16,-1 0-6 15,-3 0-2-15,-2 0-2 16,-1 0-2-16,1 0-11 0,-3 0 3 15,0 0-8-15,2 0 11 16,0 1 7-16,-1 5 2 16,0 3 0-16,0 1 1 15,1 2-1-15,-1 2 1 0,-2 3-1 16,-3 2 3-16,-3 4-2 16,-4 2-2-16,-6 6 1 15,-4 5-1-15,-5 5-2 16,-4 7-14-16,-7 2-44 15,-2 0-8-15</inkml:trace>
  <inkml:trace contextRef="#ctx0" brushRef="#br0" timeOffset="-72716.31">5329 15308 106 0,'0'0'8'0,"0"0"7"0,0-1-3 0,-7-2-7 0,-1 1-4 15,-2 1-1-15,-3-1 0 16,-3 0 1-16,1 0 0 16,-2 1-1-16,0 0 1 0,-5 1-1 15,1 0 1-15,-1 0-1 16,-2 0-1-16,1 7 2 15,0 0-1-15,0 4 0 16,2 2 0-16,-2 1 0 16,4 5 0-16,-2 1 0 0,1 4 0 15,1 1 0-15,2 0-1 16,4-1 1-16,1-2 1 16,4-3-2-16,1-5 1 15,3 0 0-15,0-4 0 16,0-3-1-16,3-2 2 0,0-1-1 15,0-1 0-15,1-2 0 16,0-1-2-16,0 0 1 16,0 0 0-16,0 0 0 15,5 0-2-15,-1-3-1 16,0-2-11-16,0-4-14 16,1-1-50-16</inkml:trace>
  <inkml:trace contextRef="#ctx0" brushRef="#br0" timeOffset="-72261.56">4848 15402 57 0,'0'0'10'0,"0"0"8"0,0 0-4 16,0 0-1-16,0 0-2 15,0 0-5-15,0 0-3 0,0 0-2 16,0 0-1-16,0 0 1 16,-18 0-1-16,18 2 0 15,0 3 0-15,0 1 0 16,0 4 0-16,0-1-1 15,4 3 1-15,1 1 0 16,1 1 0-16,0 1 1 0,-2-1-2 16,1-1 2-16,1-1-1 15,-2-2 0-15,1 0 0 16,2-3 0-16,-1-1-1 16,3-2 1-16,0-2 16 15,5-2-11-15,-1 0 2 0,3 0-2 16,1-2 0-16,1-5-5 15,3 1 0-15,-2-1 2 16,0 2-2-16,-4 0-27 16,-5-2-75-16</inkml:trace>
  <inkml:trace contextRef="#ctx0" brushRef="#br0" timeOffset="-71521.49">5568 15087 48 0,'0'0'-1'0,"0"0"14"0,0 0 1 0,-21-43-5 15,13 28 0-15,-1-4 0 16,1 0-6-16,2-3 0 0,-1-3-1 16,5-3 0-16,0 0 3 15,2-5 0-15,0-4-3 16,9-5-1-16,5-2 0 16,3-6-1-16,4 0 0 15,2-3 4-15,4 0 0 16,8 0 0-16,1-1 3 0,8 0-1 15,5 2-2-15,5 1 0 16,1 3-4-16,-1 5 3 16,2 6-2-16,-2 6 2 15,-3 5-1-15,-2 5 5 16,-2 5-3-16,-2 2 2 0,-3 3-3 16,-3 3-1-16,-6 3-1 15,-7 3 1-15,-3 0-1 16,-5 2 1-16,-5 0 1 15,-3 0-5-15,-6 7-21 16,-4-3-23-16,0 3-4 0</inkml:trace>
  <inkml:trace contextRef="#ctx0" brushRef="#br0" timeOffset="-71351.63">6383 13853 175 0,'0'0'-29'0,"0"0"41"16,41-50-7-16,-21 39-1 16,5 2-1-16,3 6-2 15,-1 3 0-15,-4 13-5 0,-8 14-49 16,-11 10-8-16</inkml:trace>
  <inkml:trace contextRef="#ctx0" brushRef="#br0" timeOffset="-70503.83">4247 15405 21 0,'0'0'32'0,"0"0"-4"0,0 0-3 0,0 0-2 0,0 0 2 15,0 0-14-15,0 0-2 16,0 0-8-16,0 0 0 16,0 0-1-16,-25-33 0 15,17 31 2-15,1-2-1 16,-5 1 0-16,1 0 4 0,-5-2 2 15,1 4 3-15,-6 1-6 16,0 0-5-16,-8 0 4 16,-2 1-5-16,-3 8 2 15,-5 2 3-15,-1-2-3 16,1 6 2-16,0 1-2 0,1 1 1 16,0 1 0-16,0 2-1 15,3 2 0-15,-4 2 1 16,6 1-2-16,-1 2 1 15,3 0-1-15,2 1-3 16,2 1-6-16,5-2 0 0,0-1 4 16,3-2 4-16,4-1 2 15,-1-5 2-15,5 1-1 16,0-4-1-16,2-4 1 16,2-1-1-16,3-4 0 15,0 0 0-15,2-3 1 0,1-2-1 16,1-1 1-16,0 0-2 15,0 0-1-15,0 0-3 16,0 0-1-16,1 0-18 16,3 0-16-16,-2 0-15 15</inkml:trace>
  <inkml:trace contextRef="#ctx0" brushRef="#br0" timeOffset="-70033.29">3333 15608 27 0,'0'0'50'0,"0"0"-46"0,0 0-6 0,0 0 4 15,0 0-1-15,0 0 3 0,0 0-2 16,0 0-2-16,0 0 1 16,-1 37 0-16,-1-24 0 15,-2 1-1-15,-1 2 1 16,1 1-1-16,-2 0 0 15,0-2 2-15,2 2-1 16,2-5 3-16,0 2 5 0,2-1-2 16,0-2-1-16,0-2-4 15,6 0-1-15,8-3 0 16,4-3-1-16,8-3 1 16,10 0 0-16,10-13-3 0,10-11 0 15,10-9 0-15,1-10-118 16</inkml:trace>
  <inkml:trace contextRef="#ctx0" brushRef="#br0" timeOffset="-62828.84">4103 13253 76 0,'0'-3'-14'0</inkml:trace>
  <inkml:trace contextRef="#ctx0" brushRef="#br0" timeOffset="-60079.82">4158 13323 77 0,'0'0'4'0,"0"0"0"16,0 0-2-16,0 0-2 15,0 0 1-15,0 0 1 16,0 0 5-16,0 0-3 0,-5-11-2 16,5 11-3-16,0 0 2 15,0 0-1-15,0 0 0 16,2 0 1-16,1 6-1 16,3-3 0-16,-2 3 2 15,1 0-2-15,0 1 0 0,3 0 0 16,-1-1 0-16,-1 3 0 15,2-1 0-15,-1-1 0 16,1 0 1-16,-2-1-2 16,2 1 1-16,-3-1 0 15,3 1 0-15,-4-1 1 0,1 1-1 16,0-1 0-16,-1 2 0 16,-2-1 0-16,1 0 0 15,-1 0 1-15,2 0-1 16,-2 0 0-16,0 0 1 15,1 0-2-15,1 2 1 0,1-2 0 16,-3 2 0-16,3-1 0 16,-1 1 0-16,0-1 1 15,-3-1-1-15,3 2 0 16,-2-1 0-16,2 0 0 16,-2-3 0-16,2 2 0 15,0 0 1-15,2 2-2 0,-1-1 1 16,-1 2 0-16,2-1 1 15,0-2-1-15,-2 4-1 16,0-1 2-16,1 0-1 16,-1 1 0-16,0-1 1 15,-1 2-1-15,4-1 0 0,-2 2 0 16,3-2 0-16,-1 5 0 16,2-2 0-16,0 0 0 15,-1 2 0-15,1-2 0 16,1 2 1-16,-1-1-2 0,-1 1 2 15,2 0 0-15,-2 2-1 16,-1-1 1-16,-1 3 0 16,2 1-1-16,-2 0 0 15,-2-1 1-15,1 2 0 16,1-1 1-16,-1 0-2 16,4 0 1-16,-2-2-1 0,0 3 0 15,3-1 1-15,0 0-1 16,1-1 0-16,-2 3 0 15,4-3 0-15,-4 2 0 16,3-2 1-16,-4 1-1 16,3-1 1-16,1 3-1 15,-1-2 1-15,0 1 0 0,1-1-1 16,2 0 0-16,1 2 0 16,0-3 1-16,1 5-1 15,-1 0 0-15,3 0 0 16,-5 3 0-16,3 0 0 0,-2 1 0 15,-1 0 1-15,1 2-1 16,1-3 0-16,-1 2 0 16,0-1 1-16,3-1-1 15,-2-1 4-15,1 1-2 16,-1 0 0-16,3 1-1 16,-4 2 1-16,4 2-1 0,-2 0 1 15,1 0 0-15,-1-1-1 16,0 2 0-16,4-2 0 15,-3 0 0-15,4-1-1 16,1 1 1-16,0-1 0 0,-1 2 2 16,3 1 2-16,-4 0 2 15,0 0-4-15,1 4 1 16,1-1-2-16,-4 0 0 16,2 0 0-16,-1 0-1 15,2 0 0-15,-1 0 1 0,0 2-2 16,0 1 1-16,3 0-1 15,-4 1 1-15,4-1-1 16,-2 0 0-16,3 2 0 16,-2 1 0-16,-2 1 1 15,-1 0-1-15,0 1 0 16,0 0 1-16,-2-2 1 0,1-4 0 16,2-1 6-16,-2-4-4 15,2 2 0-15,-3-3-1 16,4-1-1-16,-1 4-1 15,0-2 0-15,0 3 0 16,1-2-1-16,0-1 1 0,2 1-1 16,-2-2 1-16,1 0 0 15,0-3 0-15,0-2 2 16,-1 2-2-16,-2-3 0 16,2 1 1-16,-1-2-1 15,-4-2 0-15,1 2 0 0,-3-5 0 16,0 2-1-16,-3-3 2 15,-1-2-2-15,-2-3 1 16,-4-2-1-16,0-3 2 16,-2-2-2-16,-1-4 1 15,-1-1 2-15,0-2 20 0,0-1 8 16,0 0-22-16,-3 0-5 16,-1 0-3-16,-4 0-1 15,4-1 1-15,-2-3 0 16,-1-1-1-16,1-1 0 15,-2 1 1-15,2 0-1 0,1-1 1 16,-1 1-1-16,0-2 1 16,3 1-1-16,-4-2-1 15,1 1 2-15,1-3-3 16,1 0 4-16,-3-1-1 16,-3-4-2-16,4 0 1 0,-3-3-2 15,1-3 3-15,-2 0-3 16,2-2 1-16,1-1 1 15,-3 2 0-15,2-1 1 16,-1 0 0-16,0-1 0 16,0 1-1-16,-2-1 0 0,0-3 0 15,-1 1-1-15,2-3 1 16,1 0-2-16,-1-2-1 16,-1 1 2-16,-2 2-3 15,2-1 2-15,0 1-1 16,-5 2 2-16,0 1 1 0,-2 1 1 15,1-2-1-15,-3 1 1 16,1-4 1-16,2 1-4 16,-4-4 4-16,3-1-2 15,-1 1 0-15,0-3 0 16,4 1 0-16,-5 0 0 0,1 1 0 16,2 2 0-16,-5-1 0 15,2 3 1-15,-2-3-2 16,1 4 1-16,-1-5 0 15,4 2 0-15,-3-3 0 16,4 1 0-16,1-1 0 0,-1 0-2 16,1 3 4-16,-3-1-2 15,0 1 0-15,-2-1 0 16,-1 0 0-16,0-3 0 16,-3 1 1-16,-1-4-2 15,1-1 1-15,-4 2 1 16,4-2-1-16,-1 0 0 0,-1-1 0 15,2-1 1-15,0 1-1 16,3-2 0-16,0-1 0 16,-1-1 0-16,1 0 0 15,2-1 0-15,-2-2 0 16,1-2 0-16,2-2 0 0,-4-1-1 16,1-3 1-16,-1-1 0 15,1 0 0-15,-4 1 0 16,0 3 1-16,-2-2-1 15,-1 3 0-15,1 2 2 16,-1 1-2-16,2 1 0 0,-2 4 1 16,3 2 0-16,-3 0-1 15,0 3 0-15,2-2 0 16,-2 0 0-16,2-1 1 16,0 3-1-16,2-1 1 15,6 4 0-15,-2 0 1 0,3 4 2 16,3 3-1-16,-1 0-1 15,3 4-1-15,2 2 0 16,-3 1 0-16,5 0 0 16,-1 2 1-16,2 1 2 15,0-1 0-15,3 3-1 0,1 2 0 16,0 3-1-16,3 1-1 16,-1 0-1-16,-1 4 0 15,3 1 1-15,-2 1-1 16,2 0 1-16,-2 2-1 15,2-1 0-15,-2 0 2 0,2 2-1 16,0-1-1-16,0 1 1 16,-2 0-1-16,2 1 0 15,-1 0 0-15,0 0-1 16,1 0 0-16,0 0-1 16,0 0 1-16,0 0 0 15,0 0 2-15,0 0 0 0,0 0-1 16,0-2 2-16,0 2-1 15,0 0-1-15,0-1 0 16,-1 1 0-16,1-2 1 16,0 2-2-16,0 0 2 15,0 0-2-15,0 0 1 0,0 0-1 16,0 0-11-16,5 3-12 16,1 7-17-16,-3 1-66 15</inkml:trace>
  <inkml:trace contextRef="#ctx0" brushRef="#br0" timeOffset="-59012.49">3751 13834 66 0,'0'-7'29'0,"0"2"-20"0,0 1 4 0,-3-1-3 0,2 2 0 16,0 0 3-16,1 2-3 16,-2 0-7-16,2 1-1 15,0 0-2-15,0 1-2 16,0 6 2-16,2 2 0 0,3 3 0 16,1 2 0-16,5 3 0 15,1 2-1-15,1 2 2 16,3 2-2-16,1 1 1 15,1 0 0-15,3 2 0 16,-1-1 0-16,2 1 0 0,-1 1 0 16,2 4 0-16,-2-1 0 15,2 4-1-15,3 0 2 16,-2 3-1-16,5 3-1 16,-2 0 1-16,5 2 1 15,-1 1-2-15,4 2 2 0,0 4-1 16,-2 2 0-16,5 1 0 15,0 2 0-15,-1 2 0 16,2-1 1-16,-1 1-1 16,0 2 0-16,-2 1 0 15,-1 3 0-15,2 3 2 0,-2 3-2 16,1 3 0-16,-1 4 1 16,1 0-2-16,-2 1 2 15,4 2-1-15,-4 4 1 16,-1-3 0-16,-1 1 3 15,1 4 1-15,-2 0 2 16,0 4-3-16,1-2 0 0,-1-2 2 16,-2 0-3-16,0-1 1 15,0-2-1-15,0-2-2 16,-2-1-1-16,-3 3 1 16,1 0-1-16,-4-1 0 15,3-4 0-15,-4-2 0 0,4-7 0 16,1-3 0-16,0-5 1 15,4-5-1-15,-1-1 2 16,1-3 1-16,0-2 2 16,0-5-2-16,-3-5-2 15,0-4 0-15,-5-4-1 0,-2-5 1 16,-3-2 0-16,-5-5-1 16,-2-5 1-16,-2-3-1 15,-2-3 2-15,-1-3-2 16,-4-2 0-16,2-2 0 15,-2 0 16-15,0 0 22 0,0 0-30 16,-4-2-7-16,-1-2 0 16,-1 0 1-16,-1 0-1 15,4-1 0-15,-1 3 2 16,2-4-2-16,-2 5 0 16,2-1 0-16,2 2-1 0,0 0 0 15,0 0-1-15,0 0 0 16,0 0-1-16,0 0-1 15,0 0-2-15,0 0-20 16,0 0-4-16,0 3-18 16,0 1-25-16</inkml:trace>
  <inkml:trace contextRef="#ctx0" brushRef="#br0" timeOffset="-58415.72">4376 13489 9 0,'-2'-6'10'0,"0"-1"-9"0,2-1-7 0</inkml:trace>
  <inkml:trace contextRef="#ctx0" brushRef="#br0" timeOffset="-57033.07">4227 13341 7 0,'0'0'20'15,"0"0"-10"-15,0 0-3 0,0 0-3 16,0 0-1-16,-39-2 3 16,37 2-4-16,-2 0 3 15,4 0-2-15,-2 0 5 16,2 0 1-16,0-2-1 0,0 2-1 15,-2-2-4-15,2 1 4 16,0 0-1-16,-4 0-4 16,4-1 0-16,-1 2-2 15,1-1 1-15,-2-1 2 16,-1 1 4-16,3-2 0 0,0 3-4 16,-2 0-1-16,2 0 0 15,0 0-2-15,0 0-2 16,0 0 0-16,0 0 1 15,0 0 1-15,0 0 0 16,5 0 0-16,-3 0 0 0,1 0-1 16,1 0 1-16,-2 3 0 15,-2-2 0-15,2 1 0 16,-2-1 1-16,0 2 0 16,0-2-1-16,0 1 1 15,0-1 0-15,0-1-1 16,0 2 0-16,0-1-1 0,0-1 1 15,2 0 0-15,-2 1 0 16,1 1 0-16,0-1 0 16,2 2 0-16,-3 0 0 15,2 1 1-15,0 1-1 16,0 0 0-16,0 1 0 0,2 1 0 16,2-1 0-16,-2 1 0 15,1 1 0-15,-1 4-1 16,0-1 2-16,2 3-1 15,0 2 0-15,1 2 0 16,1 2 0-16,2 3 0 0,1 0 0 16,-2 2-1-16,4-1 1 15,0 2 0-15,2-2 0 16,2 3 0-16,-1 0 0 16,5 1 0-16,0 4 0 15,1-1 0-15,2 1 0 0,1 3 0 16,0-1-1-16,2 4 1 15,-2-4 0-15,1 4 0 16,2-1 0-16,3 2 0 16,-3 2 0-16,6 3 0 15,0 3 0-15,1 3 1 0,-1-1-2 16,-1 5 1-16,3 3 0 16,-3 3 0-16,3 2 0 15,0 4 0-15,2 3 0 16,0 0 0-16,0 1 0 15,5 1 1-15,-7 0-1 16,3-1-2-16,-3 1 3 0,-3 0-1 16,1 1 0-16,0-1 0 15,0 0 1-15,1-2-1 16,1 2 1-16,0-2-1 16,3 2 0-16,0 0 2 15,-3 0-2-15,0 3 0 0,-1 1 1 16,-4-1-1-16,3-2 1 15,-3-2 1-15,2-2-1 16,1-5 3-16,-1-3 2 16,2-4 0-16,-2-2-1 15,-2-1-1-15,-1-3-1 0,-2-4-1 16,2-3 1-16,-4-3-2 16,-1-5 0-16,1-2 1 15,-3-5-2-15,0-3 1 16,-4-5 1-16,-3-2 1 15,0-4 3-15,-1-4-5 0,-3 1 2 16,-2-4-1-16,0-2-1 16,-4-1 0-16,-3-2-1 15,1-1 2-15,-2 0-2 16,-2-1 3-16,0 0 34 16,0 0 1-16,0 0-17 0,0 0-18 15,0 0-3-15,0 0 0 16,0 0-13-16,0 0-53 15,0-4-23-15,-2-4-40 16</inkml:trace>
  <inkml:trace contextRef="#ctx0" brushRef="#br0" timeOffset="-55886.7">3677 13861 67 0,'0'-8'5'0,"0"2"8"0,0-1 1 16,0 0 1-16,0 1-5 0,0 2-5 16,0 0 0-16,0 1-4 15,0 1-1-15,0 1 0 16,0 1 0-16,0 0-5 16,0 0 0-16,2 0 1 15,5 1-2-15,2 7 8 0,-1 3 0 16,2 4-2-16,-1 3 0 15,2 4 0-15,2 4 0 16,-2 1-3-16,5 1-4 16,-3 1 0-16,2 2 5 15,2-1 1-15,1 4 1 0,2 1 0 16,2 5 0-16,1 1 0 16,2 9 0-16,1 0 0 15,3 6 0-15,2 3 1 16,2 3-2-16,0 5 1 15,2 0 0-15,-1 4 0 16,3 2 1-16,3 4 0 0,3 0 0 16,1 2-1-16,4 4 1 15,-1 2 0-15,4 4 1 16,-2-3 0-16,2 0 0 16,-1 1 3-16,3-1 2 0,3-1-1 15,0-3 3-15,2 3 0 16,0-2-2-16,-3 0 3 15,1-1-5-15,0-3-2 16,-2-3-1-16,0 0 0 16,-7-7-1-16,-2-1 0 15,-3-5 2-15,-4-2 4 0,-5-4 5 16,2-3 1-16,-2-2-7 16,-4-4-1-16,0 0-3 15,-3-3-1-15,-3-2 0 16,0-8 0-16,-4 0-1 15,-3-7 0-15,-3-6 0 0,1-2 0 16,-3-6 0-16,-1-1 1 16,-2-2-1-16,-1-2 0 15,-3-1 0-15,-1-4-1 16,-1 0 1-16,-1-3 1 0,0-1-1 16,1 2 0-16,-2-2 2 15,0 0-2-15,0 0 1 16,0 0-2-16,3 0-4 15,-3 0 6-15,2 0-1 16,2 0-11-16,-1-2-33 16,1-3-13-16</inkml:trace>
  <inkml:trace contextRef="#ctx0" brushRef="#br0" timeOffset="-52985.79">4189 13307 42 0,'0'0'4'0,"0"0"-2"0,0 0-3 0,0 0 2 16,0 0 0-16,0 0-1 15,0 0 0-15,0 0 1 16,0 0 0-16,0 0 6 0,0 0-2 16,-5 39-2-16,5-34-2 15,0 1 1-15,0 3-2 16,4-4 0-16,5 1 0 15,-1 1 0-15,0 0-2 16,1 2 4-16,3-1-2 0,-4 2 0 16,3-1 1-1,1 3 0-15,-1 0-1 0,0 2 0 16,1 0 0-16,-1 3 0 16,3 2 0-16,-2-1 1 15,1 2-2-15,-1 0 2 16,1 0-1-16,-1 1 0 0,1-1 0 15,-2 4 0-15,3-3 0 16,-3 2 1-16,3 2-1 16,-2 1 0-16,1 1 0 15,-1 2 0-15,-1 2 1 0,-2 0-2 16,1 1 2-16,-2 1 0 16,1-3 0-16,2 0 5 15,-4 0 1-15,1-3-1 16,1 0-2-16,3 2-2 15,-1 0-1-15,1 2-1 0,3 1 1 16,1 3-1-16,1-2 0 16,1 0 0-16,2-1 0 15,3 2 0-15,1-1 0 16,-1 0 0-16,1-1 0 16,1 3 0-16,-1 1 0 15,1 1 1-15,-2 3-1 0,-1 0 0 16,2-1 0-16,-1-2 0 15,0-1 0-15,0 4 0 16,0-5 0-16,2 2 2 16,-1 0-1-16,0 3 0 15,3 0 0-15,2-1 0 0,-2 2 1 16,0-1 0-16,2 0 0 16,-4 4 1-16,2-1-2 15,-3 2 0-15,3 1 1 16,-3 0 1-16,2-3 1 0,0 1 1 15,-1-3 0-15,1-4 1 16,1 3-3-16,-2-2 2 16,0-1 1-16,0 3-4 15,1-1 1-15,-2 2-1 16,1 2-1-16,-2-2 1 16,1 2-1-16,-2 1 0 0,3 1 1 15,-2 1 2-15,3 1 1 16,-1 1 1-16,-1-1-3 15,3 0 1-15,-2-2-2 16,4 0-1-16,-4-3-1 16,2 1 0-16,0 1 1 0,-2-3-1 15,0 2 0-15,0-4 0 16,-2 1 1-16,1-3-1 16,-2-3 0-16,-1 0 0 15,1-2 0-15,-4-4 0 16,2 1 0-16,-3-4 0 0,-1-1 0 15,-1-2 0-15,0-1 1 16,-2-6-1-16,0 1 0 16,-2-4 1-16,-2-1 0 15,0-3 0-15,-2-1 0 16,-1-2 2-16,-1-1-2 0,-1 0 0 16,1-2-1-16,-5-1 2 15,1 0 0-15,0-1 0 16,-1 0 2-16,0 0 7 15,0 0 9-15,0 0-4 16,0 0-2-16,0 0-3 0,0 0-10 16,0 3-3-16,0 3-28 15,0 0-78-15,-1-1 46 16</inkml:trace>
  <inkml:trace contextRef="#ctx0" brushRef="#br0" timeOffset="-51212.72">3771 13875 59 0,'-7'0'14'0,"0"0"12"0,3 0-18 0,-1-1-6 15,1-2-2-15,0 2-1 16,1-1-7-16,-2-2 7 0,1 1 1 16,0-1 0-16,-3 0 10 15,3 2 3-15,-4 1-6 16,2-1-2-16,0 2-3 15,1 0-2-15,1 0 0 16,-1 0 0-16,3 0 1 16,2 0-2-16,0 2-1 0,0 1 1 15,0 2 1-15,5 1 0 16,3 1 0-16,-1 2 0 16,-1 2 0-16,4 3 0 15,-1-1 0-15,2 5 0 16,0 1 0-16,2 1 0 0,1 1 0 15,-3 2 0-15,2 0 0 16,-1-1-1-16,3 4 1 16,-1-1-2-16,1 4 4 15,3-1-2-15,2 5 0 16,2 1 0-16,-1 2 0 16,4 3 0-16,-1 0 0 0,0 2 0 15,1 3 0-15,-2 1 0 16,-4 3 0-16,0 2 1 15,3 1-1-15,-5 3 0 16,4-4 1-16,1 3-1 0,0-1 0 16,3-1 0-16,0 1 0 15,4-1 3-15,0 0 1 16,2-1-3-16,2-1 2 16,3 1-2-16,-3 0 1 15,3 2-2-15,1 5 0 0,-1-2 1 16,1 2-1-16,-1 0 1 15,-1 1-1-15,1-1 0 16,3 1 0-16,-3 2 1 16,1 0 1-16,-3 1 4 15,1 1 0-15,1 1-1 0,-2 0-3 16,2-1 0-16,-3-3-1 16,3-3 1-16,0-1 1 15,1-1 0-15,-1-3 1 16,0 2 0-16,-2-1-2 15,-1 1 3-15,-1-1-4 0,1-2 2 16,-4 0-2-16,2 0 0 16,-3-1 1-16,0 1-2 15,0-2 2-15,-2-1-1 16,2-4 0-16,-1-4 0 16,-2-3-1-16,0-2 1 15,0-6-1-15,-4-2 0 0,0-1 0 16,-3-2 0-16,-1-1 1 15,0-3-1-15,-4-3 1 16,0-2 0-16,-2-2 0 16,0-3 0-16,-6-1 1 15,4-3 0-15,-5 0-1 0,-1-3 0 16,-1 0 1-16,0-2-1 16,-2 1 1-16,0-1 1 15,0 0 16-15,0 0 3 16,0 0-8-16,0 0-6 0,0 0-5 15,0 0-1-15,0 0-2 16,2 0 2-16,-2 0-4 16,0 0 4-16,0 0-2 15,0 0 0-15,0 0 0 16,0 0 0-16,0 0 1 16,2 0-1-16,0 0 0 0,0 0-1 15,1 0 2-15,2 0-2 16,-3 0 2-16,1 2-1 15,1 0 0-15,-2-2 0 16,2 2 0-16,-2-2 0 16,3 1 0-16,-3 2-1 0,3 0-6 15,0 0-9-15,1 1-11 16,-2 5-18-16,-3 1-24 16,-1-2-47-16</inkml:trace>
  <inkml:trace contextRef="#ctx0" brushRef="#br0" timeOffset="-49732.88">4070 13157 88 0,'-4'-9'6'0,"-1"2"15"0,1 2 8 16,-2-1-6-16,3 4-2 15,-2-2-7-15,3 1-3 0,0 3-3 16,0 0-5-16,2 0-4 16,0 2-9-16,0 5 9 15,0 4 1-15,0 5 2 16,6-1-3-16,4 2 1 0,0 2-1 16,3 1 1-16,3 0 0 15,3 1-2-15,-2 2 0 16,2 1-4-16,2 3 2 15,-1 1-2-15,3 5 6 16,2 3 1-16,2 3-2 16,1 5 2-16,1 1-1 0,3 1 0 15,4 4 0-15,0 4 0 16,1 1 0-16,-1 8 0 16,4-1 0-16,1 5 0 15,1 4 0-15,3 1 0 16,2 6 2-16,2 0-2 0,0 5 0 15,0 6 0-15,1 4 0 16,-2-1 0-16,2 5 1 16,-1 3 1-16,2 0-2 15,3-2 0-15,-3 2 0 16,5 3 0-16,0-3 1 16,3-3 1-16,3 0-1 0,0 2 1 15,3-2 0-15,0-2 1 16,-1 3 0-16,3 2-3 15,-1-3 2-15,-3-3-1 16,-1 0 0-16,-3-6 0 0,-2-1 3 16,-1-6-2-16,0-2 2 15,-2-2 0-15,0-6-1 16,-1 0-2-16,1-6-1 16,-3-6 1-16,-2-6-1 15,-4-4 1-15,-1-8-2 0,-4-5 2 16,-3-5-1-16,-8-4 0 15,-3-3 0-15,-3-7 0 16,-3 0 1-16,-5-4-1 16,-3-5 0-16,-3-2-1 15,-1-5 1-15,-6-1-9 0,-2-11-66 16</inkml:trace>
  <inkml:trace contextRef="#ctx0" brushRef="#br0" timeOffset="-48642.71">3766 13932 41 0,'-6'-14'1'0,"3"1"2"0,-3 3-2 0,1 3-1 16,-1-1 1-16,-2 3 1 15,2 0 3-15,0 0 12 16,1 1-3-16,1 0 0 0,2 1-3 15,-2 0-2-15,3 3-4 16,1 0-4-16,0 0-5 16,0 0 2-16,7 10 0 15,-1 2 0-15,1 6 2 16,1 3 1-16,2 6-1 0,1 2-1 16,0 3 0-16,3 4-6 15,-1 4 2-15,1 0 3 16,3 5 1-16,1 2 1 15,5 4 1-15,-1 3-1 16,4-1 0-16,6 3 1 0,-1 4-1 16,4 1 1-16,5 3 0 15,-1 0 0-15,3 4 1 16,2 3 0-16,4 3-2 16,0 1 1-16,6 2 6 15,0 2-4-15,2 4-2 0,3 1 0 16,1-1-1-16,1 2 3 15,3 2-1-15,-1 5 0 16,1-1 0-16,-1 2 0 16,-2 2-1-16,1 1 0 15,-1-3 0-15,-1-4 1 16,0 0-1-16,-2-2 0 0,-2-4 0 16,-2-2 0-16,-1 0 0 15,1 0 1-15,-2-1 0 16,-3-3-1-16,2-5 0 15,-5-3 0-15,2-7-1 16,-4-2 0-16,-1-6 0 0,-3-3 0 16,-4-3-1-16,-5-1 1 15,-4-4 1-15,-4-3-2 16,-3-6 1-16,-7-4 1 16,-2-5-1-16,-3-6 1 15,-4-2 1-15,0-7 6 0,-2-5 3 16,-2 1-7-16,2-5-2 15,-2-1-2-15,2 0 0 16,-2-7-6-16,0-10-49 16</inkml:trace>
  <inkml:trace contextRef="#ctx0" brushRef="#br0" timeOffset="-42156.4">16908 12103 153 0,'-2'0'32'0,"-1"0"-5"0,2 0-17 0,1 0-4 0,0 0-3 15,-1 0-6-15,1 0 2 16,0 0 2-16,0 0-7 0,0 0-15 15,0 0-27-15,1 0-19 16</inkml:trace>
  <inkml:trace contextRef="#ctx0" brushRef="#br0" timeOffset="-37607.78">23201 12127 25 0,'0'0'8'0,"0"0"3"0,0 0-2 0,0 0 2 16,0 0 1-16,0 0-1 15,0 0 2-15,0 0-1 16,0 0 0-16,0 0-1 15,0 0-8-15,0 0-3 0,0 0-2 16,0 0-6-16,0 0-4 16,0 1 11-16,0 1 6 15,0 2-4-15,0-1 0 16,0 1 1-16,0-1 0 16,0 0 2-16,0 0 3 0,0 0 0 15,0-2-1-15,0-1 4 16,3 0 3-16,2 0 19 15,-1-1 8-15,5-9-18 16,1-4-9-16,9-8-7 16,4-5 0-16,10-7-3 15,8-9-1-15,3-9-2 0,2-13-130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14T06:53:10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12211 15682 144 0,'-6'0'3'0,"2"0"17"0,2-1-1 0,2-1-7 16,0 1-2-16,0-1-2 16,0 1-7-16,6-2 1 0,6 3 0 15,1 0-1-15,4-3 1 16,1 3-1-16,3 0-1 16,-1 0 0-16,2 7 1 15,-3 1-2-15,1 2 2 16,-5 0-1-16,-1-1 0 15,-3 3 0-15,-6-1 0 0,-5 3-1 16,0-1 1-16,-3 4-1 16,-8-1 1-16,-5-1-2 15,1-1-2-15,-1-2 1 16,3-4 1-16,-1-4 3 0,1-2-1 16,4-2 1-16,2 0 2 15,3-6 3-15,4-5-2 16,0-4-5-16,0-3 2 15,11-3-3-15,-2-2 1 16,4-1 2-16,3 0-1 0,-1-1 1 16,1 3-1-16,0 0 1 15,4 4-1-15,-5 0 1 16,-1 2-2-16,1 6 1 16,-3 2 0-16,-5 4 0 15,1 2 0-15,0 2-1 0,0 0-3 16,-5 6 4-16,3 5 0 15,-1 6 0-15,4 0 2 16,-4 4 0-16,5 2-1 16,-1-1 0-16,5-1 1 15,3 0-2-15,2-1 0 0,3-2 0 16,0-6-38-16,2-5-81 16</inkml:trace>
  <inkml:trace contextRef="#ctx0" brushRef="#br0" timeOffset="684.47">13236 15512 132 0,'0'0'16'0,"0"0"-12"0,0 0-4 0,0 0 0 15,0 0 0-15,0 0 1 0,0 0 0 16,23 40 0-16,-19-32 2 16,0-2-1-16,3 0 3 15,0-3-3-15,2 0 3 16,2-1-1-16,-2-2 3 16,3 0-2-16,1 0-1 0,0-3 0 15,0-4-2-15,-2 0-1 16,-3-2-1-16,1-1 2 15,-1 0-2-15,-3 0 1 16,-1-1-1-16,1 2 0 16,-3 0 0-16,-2 3 0 0,0 1 0 15,0 4-1-15,2 1 2 16,-2 0 0-16,2 0-3 16,3 6 1-16,1 5 1 15,-1 2 0-15,4 1 0 16,-1 0 1-16,2 2-1 0,1 2 0 15,-2-2 1-15,0 3-1 16,0-4 1-16,2 1-1 16,-4-2 0-16,-1 0 1 15,-2 0-1-15,-4-1 2 16,0 0 0-16,-2 1 3 16,-8 1 0-16,-5 1 1 0,0 0-3 15,-6 0-2-15,3-1 2 16,-1-2-3-16,4-3-2 15,1-6-37-15,6-4-68 16</inkml:trace>
  <inkml:trace contextRef="#ctx0" brushRef="#br0" timeOffset="1211.15">14191 15172 78 0,'0'0'21'0,"0"0"12"0,0 0-4 0,0 0 0 0,0 0-13 16,0 0-10-16,0 0-6 15,0 0 0-15,0 0-1 16,0 0 1-16,0 0 2 16,11 44-1-16,-9-24 1 15,0-2 0-15,3 0 1 0,-3-3-1 16,0 2 0-16,0-3 0 15,1-1 2-15,-1 0-1 16,2-3 2-16,-2 1-3 16,0-1 1-16,1-1 0 15,3 2-2-15,-2-2 0 0,1-1-1 16,2 2 1-16,-2-4 0 16,1-1 0-16,0-2-1 15,0 0 1-15,-2 0-1 16,1-2 1-16,1-1-1 15,-3 0 1-15,1 0-2 0,3 0-8 16,-2-1-28-16,-2-8-37 16,2-2-41-16</inkml:trace>
  <inkml:trace contextRef="#ctx0" brushRef="#br0" timeOffset="2171.41">12799 15701 132 0,'-8'8'35'0,"0"5"-29"0,1-2 6 0,2 8-5 16,3 2-3-16,2 3-2 15,0 1-1-15,0-2 1 0,5 1-5 16,4-5-8-16,2-6-41 15</inkml:trace>
  <inkml:trace contextRef="#ctx0" brushRef="#br0" timeOffset="2705.42">13032 15543 240 0,'0'0'-2'0,"0"0"2"15,50-30 1-15,-31 24-1 16,0 3 0-16,2 3 1 16,-2 0-2-16,1 2-1 15,-1 8 2-15,-4 3 0 0,1 2-1 16,-4 2 2-16,-2 0-1 15,-3 3 0-15,-5-3 0 16,-2 2 0-16,0-1-2 16,0-2 3-16,-9-3 1 15,4-3-2-15,-1-2 0 0,4-5 1 16,1-3-1-16,1 0 1 16,0-6-3-16,3-9-5 15,5-4 10-15,4-5-3 16,-2-3 0-16,1-3 0 15,0 1 0-15,-1 0 0 0,-3 2 0 16,0 4 2-16,-4 6 5 16,-1 3 4-16,-1 5 4 15,-1 5 2-15,0 4-6 16,0 0-10-16,1 12-4 16,3 5 1-16,0 1 2 0,1 5 4 15,3 0-4-15,2-1 0 16,1 3 1-16,4-3-1 15,1 2 0-15,-2-3-22 16,3 0-22-16,-5-6-23 16,1-6-21-16</inkml:trace>
  <inkml:trace contextRef="#ctx0" brushRef="#br0" timeOffset="2969.32">13509 15618 209 0,'0'0'8'0,"0"0"17"0,0 0-12 0,0 0-4 16,17-37-5-16,-9 34-3 16,-1 3-2-16,3 0 0 15,-3 4-2-15,2 9 3 16,-3 4 0-16,1 2-2 0,-4 2 1 16,-1-1-1-16,-2-4 4 15,1 0-2-15,2-5 1 16,2-4 1-16,1-3-1 15,8-4 1-15,9 0-2 16,8-6 4-16,11-9-1 16,7-9-1-16,3-6-27 0,3-6-122 15</inkml:trace>
  <inkml:trace contextRef="#ctx0" brushRef="#br0" timeOffset="4314.76">13999 15280 117 0,'-5'-6'3'0,"0"1"24"0,-1-1 8 16,4 3-18-16,1 2 0 0,-1-1-1 16,2 2 2-16,0 0-11 15,0 0-7-15,0 2-2 16,0 5 1-16,2 3 1 15,4 1 1-15,4-1-1 16,1 0 0-16,3-1 0 16,1-5-1-16,1-1 0 0,0-3 4 15,1 0-5-15,-1-3 5 16,-1-5-2-16,1-3 0 16,-3-1-2-16,-1 0 5 15,-4-2-2-15,0 1-2 0,-2 2 0 16,-1 1 1-16,-5 2 1 15,0 2 1-15,0 0 5 16,0 5 0-16,0 1-5 16,0 0-3-16,0 0-1 15,0 8 1-15,2 5-2 0,1 1 4 16,5 6-2-16,-3 4 0 16,4 0 0-16,-1 2 0 15,1 2 1-15,-4-1-2 16,-3 3-5-16,-2 0-14 15,-2 1-6-15,-15 2-11 0,-13-2-40 16</inkml:trace>
  <inkml:trace contextRef="#ctx0" brushRef="#br0" timeOffset="4720.49">12059 16352 190 0,'0'0'3'0,"0"0"10"0,0 0-10 0,50-15 0 16,-8 4 9-16,12-4 1 16,12-3-6-16,9-5 1 15,13-4 1-15,6-4-3 16,8-5 1-16,11-3-1 16,7-3 0-16,5-2 1 0,6 2-2 15,1-2 0-15,3 1-1 16,-4 2 0-16,-3 4-3 15,-11 4 0-15,-7 6-1 16,-10 9-1-16,-15 9-1 16,-22 9-19-16,-17 5-25 0,-19 13-52 15</inkml:trace>
  <inkml:trace contextRef="#ctx0" brushRef="#br0" timeOffset="6064.99">12588 16280 184 0,'0'-6'4'0,"0"2"19"0,0 3 2 0,0 1-8 16,0 0-5-16,0 0-10 0,0 4-2 16,0 7 0-16,0 6 0 15,4 4 1-15,7 2-1 16,1 4 0-16,5 0 1 15,-1 3-27-15,0-7-54 16,-1-5-69-16</inkml:trace>
  <inkml:trace contextRef="#ctx0" brushRef="#br0" timeOffset="6421.09">13236 16219 199 0,'0'0'-9'16,"0"0"8"-16,0 0 1 0,-16 48 0 16,12-31 1-16,4-3-1 15,0-1 0-15,2-2 2 16,8-6-2-16,2-1 1 15,5-4-1-15,0 0 2 0,2-4 8 16,2-6 1-16,0-6-3 16,-1-2-3-16,-5-4 1 15,-5 1 2-15,-4-6 6 16,-4 5-2-16,-2-1-3 16,-4 3-7-16,-8 4-1 0,-5 9-5 15,-3 7-9-15,-5 0-19 16,-4 16-34-16,0 2-41 15</inkml:trace>
  <inkml:trace contextRef="#ctx0" brushRef="#br0" timeOffset="6849.13">14251 15884 157 0,'0'0'-19'0,"0"0"17"0,-46 44 1 16,33-26-22-16,5-1 20 0,-1 0 3 15,6-4 1-15,3-4 0 16,0-4 1-16,12-2 6 16,-1-3 17-16,5-1 8 15,1-11-3-15,2-2-11 16,2-3-5-16,-4-1-3 0,-3-1-3 15,-4 2 0-15,-6 2 0 16,-4 2-1-16,-4 4-3 16,-18 7-16-16,-9 2-36 15,-12 8-90-15</inkml:trace>
  <inkml:trace contextRef="#ctx0" brushRef="#br0" timeOffset="7176.17">12715 16780 317 0,'0'0'5'15,"0"0"-3"-15,0 0-6 0,0 0-1 16,-9 45 6-16,9-20-1 16,5 4 0-16,4 4 1 15,4 1-2-15,5 0-6 16,0-3-12-16,2-1-22 15,0-9-53-15</inkml:trace>
  <inkml:trace contextRef="#ctx0" brushRef="#br0" timeOffset="7510.37">13165 16796 203 0,'0'0'-30'16,"0"0"28"-16,0 0 1 16,0 0 1-16,-12 37 0 15,8-19 1-15,4-1-1 0,0-4 1 16,0-1-1-16,9-6 1 16,5-4-1-16,1-2-2 15,3-5 5-15,2-10 11 16,0-2 0-16,0-3 3 15,-4-2-7-15,-1 1-3 0,-6 0-3 16,-5 2 1-16,-4 1 9 16,0 0-4-16,-8 3-7 15,-10 3-3-15,0 4-6 16,-8 8-1-16,-1 0-13 16,-2 9-47-16,1 5-35 15</inkml:trace>
  <inkml:trace contextRef="#ctx0" brushRef="#br0" timeOffset="7994.97">14289 16399 203 0,'0'0'35'0,"0"0"-25"0,0 0 3 16,0 0-2-16,0 0-9 16,0 0-5-16,0 0-1 0,0 0 2 15,0 0 1-15,0 0-1 16,27 33-2-16,-17-29 1 16,3-4-2-16,1 0 3 15,0 0 5-15,-2-6 0 0,0-2-3 16,-4-3 1-16,-4-1 0 15,-2-1 4-15,-2 1-1 16,-9 0 0-16,-8 1 4 16,-5 4-9-16,-5 3 0 15,-1 4-15-15,-2 3-7 16,1 11-13-16,-1 4-45 0</inkml:trace>
  <inkml:trace contextRef="#ctx0" brushRef="#br0" timeOffset="8363.94">12822 17412 142 0,'0'0'140'0,"0"0"-139"0,0 0-2 0,0 0 0 15,0 0 0-15,-19 48 2 0,19-29-1 16,4 3 1-16,4 4 0 16,6 1 0-16,2 1-1 15,2 2-14-15,-3 0-40 16,-3-3-50-16</inkml:trace>
  <inkml:trace contextRef="#ctx0" brushRef="#br0" timeOffset="9010.86">13543 17185 289 0,'0'0'9'0,"0"0"18"0,0 0 4 0,0 0-13 16,0 0-20-16,0 0-5 0,0 0 6 16,-11 62 3-16,11-26 0 15,6 1-2-15,5 1-7 16,3-1-10-16,1-3-23 16,1-5-11-16,-1-10-37 0</inkml:trace>
  <inkml:trace contextRef="#ctx0" brushRef="#br0" timeOffset="9325.84">14514 16917 291 0,'0'0'3'0,"0"0"1"16,0 0-3-16,0 0-3 0,-10 48 2 15,9-27 0-15,1 1 0 16,0 1-4-16,0-3-5 15,3 1-4-15,7-5-11 16,4 0-21-16,-3-5-45 16</inkml:trace>
  <inkml:trace contextRef="#ctx0" brushRef="#br0" timeOffset="9830.33">14516 17040 307 0,'0'0'-2'16,"0"0"6"-16,-42-7-4 16,32 7-5-16,-1 7-10 15,3 4 6-15,0 6 9 16,5 3 0-16,3 0 1 0,0 1-1 15,7-1-1-15,9-2-5 16,2-4-11-16,4-4 3 16,2-6 6-16,-2-4-2 15,-1 0 7-15,-1-5 8 16,-5-9 9-16,-1-3 1 0,-8 0 4 16,-1-3 3-16,-5-4-1 15,0 0-2-15,-11-2-9 16,-7 1-6-16,-7 4-4 15,-6 6-6-15,-7 10-15 16,-6 5-5-16,-8 14-51 0,-6 10-78 16</inkml:trace>
  <inkml:trace contextRef="#ctx0" brushRef="#br0" timeOffset="11461.02">14490 15588 86 0,'-7'-4'2'0,"1"2"14"0,3 0 8 15,1-1-3-15,0 0 3 16,2 2 4-16,0 0-12 16,0-1-8-16,0 1-6 15,4 1-1-15,2 0 0 0,4 0-1 16,-1 0-1-16,1 6-1 16,3 3-2-16,-1 4 0 15,0 2 4-15,1 5-1 16,0 5 1-16,-3 6 0 15,-1 6 0-15,-3 4-1 0,-3 6 1 16,-3 3 0-16,0 3-2 16,0 3 2-16,0 2 2 15,0 1 0-15,2-3-1 16,9 1-1-16,0-2 2 16,2-3-1-16,3-3 0 15,-1-5-1-15,2-1 1 0,3-6-1 16,-5-6 0-16,1-7 1 15,-1-4-2-15,-1-7 1 16,-3-5 0-16,-3 1 0 16,0-2 1-16,1 3 0 15,-3 3-1-15,1 5 0 0,-3 6 0 16,1 9 2-16,0 8-1 16,-1 9 2-16,-1 8-3 15,-1 0 2-15,2 3-2 16,-4-3-2-16,0-6 4 15,0-10-4-15,0-9 2 0,0-11-1 16,0-9-6-16,0-13-17 16,0-2-70-16</inkml:trace>
  <inkml:trace contextRef="#ctx0" brushRef="#br0" timeOffset="12109">15192 15773 90 0,'0'0'4'0,"0"0"4"0,0 0-3 0,0 0-1 16,0 0 7-16,0 0 6 15,0 0-1-15,24-40 3 16,-21 36-2-16,6 0-4 0,-4 1-8 16,3 3-4-16,0 0-1 15,2 0-1-15,-1 8-2 16,-1 6-5-16,1 5 1 16,-3 1 6-16,0 1 2 15,-4 0 1-15,1-2-2 0,0-5 3 16,-1-2-3-1,1-4 2-15,-1-4-2 0,0-2 0 16,-1-2-2-16,0 0 4 16,3-4 1-16,0-7-1 15,-2-3-1-15,0-3-2 16,-2-3 2-16,1-1 1 0,0 1 3 16,0 2-2-16,-1 3 0 15,2 3 1-15,-2 5-2 16,1 4 1-16,2 3-3 15,-1 0-5-15,1 8-4 16,1 6-1-16,3 3 9 0,-2 2-2 16,3 2-7-16,-1-3-23 15,4-6-8-15,-2-2-38 16</inkml:trace>
  <inkml:trace contextRef="#ctx0" brushRef="#br0" timeOffset="12286.48">15545 15754 210 0,'0'0'17'0,"0"0"-5"0,0 0-15 15,0 0-5-15,0 0 12 16,0 0 0-16,2 53-1 0,-2-30-1 16,2-2-2-16,-2-3 1 15,0-3-26-15,0-7-44 16,-6-6-79-16</inkml:trace>
  <inkml:trace contextRef="#ctx0" brushRef="#br0" timeOffset="12486.2">15221 15623 165 0,'0'0'47'15,"0"0"-46"-15,0 0 4 16,0 0 6-16,0 0-6 16,36-42-3-16,-10 34-1 15,5-1-1-15,-1-1-47 0,3 0-102 16</inkml:trace>
  <inkml:trace contextRef="#ctx0" brushRef="#br0" timeOffset="12940.95">15814 15672 107 0,'0'0'4'15,"0"0"29"-15,0 0 1 16,0 0-3-16,-16-41-9 15,16 30-6-15,0 2-4 16,2 2-6-16,6-3-4 16,2 4-1-16,1 2-1 0,2 4 0 15,-1 0 0-15,-1 0-2 16,2 9-6-16,-4 3-12 16,-5 1 9-16,1 1 7 15,-2-2 3-15,0-2 1 16,-3-3 1-16,3-3 0 0,-3-3-2 15,0-1 2-15,0 0 0 16,0 0 2-16,0-1 1 16,0-7-5-16,0-2 5 15,0-3-2-15,0 4 1 16,0 2 2-16,0 0 1 0,-3 3-3 16,3 4 4-16,0 0-6 15,0 0-7-15,6 9-1 16,2 6 2-16,2 1-5 15,3 2-21-15,-2-2-28 16,1-2-7-16</inkml:trace>
  <inkml:trace contextRef="#ctx0" brushRef="#br0" timeOffset="13170.57">16052 15666 86 0,'0'0'61'0,"0"0"-43"16,0 0 1-16,0 0-10 15,0 0-1-15,38-24-4 16,-29 26-4-16,-3 9 7 16,1 3-5-16,1 0 0 15,-2 3 0-15,-5-1-1 16,0-3 1-16,-1-3 0 0,0-2-2 16,0-5 1-16,0 1 2 15,0-4-2-15,0 0-1 16,0-8-66-16,0-6-86 15</inkml:trace>
  <inkml:trace contextRef="#ctx0" brushRef="#br0" timeOffset="13368.44">15833 15418 138 0,'0'0'-11'15,"0"0"6"-15,56-26-5 0,-25 18-18 16,1 1-29-16</inkml:trace>
  <inkml:trace contextRef="#ctx0" brushRef="#br0" timeOffset="14358.19">16064 16019 52 0,'0'0'4'0,"0"0"7"0,14 38 1 0,-7-18-6 16,-1 1 0-16,0 1 4 15,-1 2-3-15,3 1-1 16,-2-1 1-16,4 2 5 0,-3-3 1 16,2-1-5-16,0 1-3 15,-2-3-3-15,1 3-1 16,-3-3 0-16,1-1 1 15,-1 0-2-15,-1-2 0 16,-1 0 1-16,-1-1-1 0,0-2-1 16,-2-1-15-16,0-3-12 15,0-2-2-15,0-4 3 16</inkml:trace>
  <inkml:trace contextRef="#ctx0" brushRef="#br0" timeOffset="14555.7">16135 16462 8 0,'0'0'32'0,"0"0"2"16,0 0-5-16,0 0-8 15,0 0-1-15,0 0-7 16,0 0-9-16,0 0-3 15,18 22-1-15,-18-22-59 0</inkml:trace>
  <inkml:trace contextRef="#ctx0" brushRef="#br0" timeOffset="17904.81">6654 8983 130 0,'0'0'10'0,"0"0"4"0,0 0 0 0,0 0 0 16,0 0-8-16,-42-17-1 16,35 11 0-16,-2-1-3 15,0 0-1-15,0 0 0 16,-3-1 0-16,2 1-1 0,1-1 0 16,-3 2 1-16,1-2-1 15,-1-1 0-15,-1 3 0 16,1-2 0-16,-2 1 0 15,1 1 0-15,-2 0-1 16,1 0-1-16,-3 1 1 0,0-2-1 16,-3 3 2-16,0-3 0 15,-4 2 0-15,-1 1 0 16,-2 1 0-16,0 2 0 16,0 1-2-16,-4 0 2 15,7 0 0-15,-5 0 0 16,1 0 0-16,2 4 2 0,-1 3-2 15,0 2-2-15,-2 2 2 16,-2 0-1-16,1 4-1 16,-1 2 4-16,-2 1-2 15,3-1-2-15,1 5 1 0,-2 0 2 16,4 1-2-16,-2 4 2 16,2 0-1-16,3 0 0 15,1 0 0-15,3 0 2 16,-1 1-1-16,4-1-1 15,-1 3 0-15,3 4 2 0,-1 3-2 16,3 3 0-16,0 3 0 16,1 2 0-16,1-1 0 15,5-1 0-15,-1-1 0 16,6-2 0-16,1 0 0 16,0 0 0-16,0 3 0 15,5 1 0-15,2 2 0 0,2 1 0 16,0 0 0-16,4 1 0 15,0 2 0-15,2 0 0 16,0 2 0-16,5-1 0 16,-1-2 0-16,4-3 0 0,-1-3 0 15,4-5 0-15,0-1 0 16,2-4-2-16,-1 0 4 16,0-2-2-16,0 0 0 15,1-2-2-15,1-3 2 16,2-2 0-16,0-3 0 15,2-2 0-15,-1-2 0 0,3-4 0 16,4-2 0-16,1-2 0 16,2-2 0-16,1-2-4 15,1 0-6-15,-3-4-6 16,3 1 7-16,-1-2 3 16,2 0 3-16,-1-3 0 0,2-7-2 15,2-3 1-15,-1-6-3 16,2-5 4-16,-2-6 2 15,0-5-1-15,-4-3 1 16,-3-2 1-16,-2-1 6 16,-1 0 4-16,-7 0 3 0,-1-2 9 15,-2 0-5-15,-3 0-3 16,-3 0-2-16,-6-1-4 16,-1 1-4-16,-7 1-1 15,-4-2-3-15,-3 1 1 16,0-4-1-16,-3-2 0 15,-9-1 0-15,-1-1 0 0,-3-2 2 16,-6 1-1-16,-1-1-2 16,-4 0 17-16,-2 1-1 15,-2-1 2-15,-1 6-2 16,1-1-6-16,-2 9-6 0,0 6-4 16,1 6-5-16,-6 5-3 15,-2 3-37-15,-2 1-60 16</inkml:trace>
  <inkml:trace contextRef="#ctx0" brushRef="#br0" timeOffset="18324.86">6169 8381 89 0,'-2'0'2'0,"1"0"6"0,1-2 4 0,0-1-2 15,0 2-5-15,0 1-2 16,0-3 0-16,2 3-2 16,4-3-1-16,0-3 8 15,3-6 26-15,7-7-1 0,4-9-17 16,11-8-6-16,12-12-6 15,12-13-4-15,15-8 1 16,4-14-23-16,4-7-89 16</inkml:trace>
  <inkml:trace contextRef="#ctx0" brushRef="#br0" timeOffset="23833.21">6660 9031 99 0,'0'0'42'0,"0"0"-35"0,0 0 0 0,-29-44-3 15,21 28-3-15,1 5 0 0,-2-2-1 16,-3 3 2-16,2-2 0 16,-3 2-1-16,-4 1 0 15,0 0-1-15,-1 2-1 16,-5 0 0-16,-2 0 1 0,-2 0-3 15,-2 1 2-15,-1 1 1 16,1 0 0-16,-5 0 1 16,1-1-1-16,1 2 0 15,-3 0 0-15,1 2 0 16,-1 1 0-16,1 1 0 0,-1 0 0 16,1 0 0-16,1 11 0 15,0 0-1-15,-2 5-2 16,3 4 0-16,1 3 2 15,0 4-2-15,4 4-1 16,3 4 4-16,1 5-1 16,3 4 2-16,2 5-1 0,1 3 0 15,3 8 0-15,2 2 0 16,4 4 1-16,1 0-1 16,3 1 1-16,4-2-1 15,0-1 0-15,4 1 1 16,7-2-1-16,3-2 0 0,3 2 0 15,4-2 1-15,2-2-1 16,2 1 1-16,7-2 1 16,1-1 1-16,4-4-2 15,1-4 0-15,4-5 0 16,-1-3-1-16,3-5 1 0,0-6-1 16,3 1 0-16,1-5 1 15,-2-2-1-15,2-3 0 16,-2-1 1-16,-1-3-1 15,0-3 0-15,2-2 0 16,-5-5 0-16,3-2 2 0,0-3-2 16,-1-2 0-16,-3 0 3 15,-1-6 3-15,-4-5 2 16,-1-5-1-16,-1-2 3 16,-1-4-4-16,0-2 3 15,-6-1 0-15,0-1-1 0,-4-1 4 16,-3-3 2-16,-5-1-1 15,-1-2-3-15,-1-6-2 16,-2-4-4-16,3-5-2 16,-3-3-1-16,-2-3-1 15,-2 0 0-15,-3 1 2 0,-3-1-2 16,-1 0 0-16,0 0 0 16,-5 2 0-16,-7 0 0 15,-3 3 0-15,-5 1 0 16,-5 3 0-16,-2 2 1 15,-2 0-1-15,-3 1 1 0,1 2 8 16,0 0-4-16,0 1 1 16,5 4-3-16,-1 2 0 15,2 3-1-15,0 6 1 16,2 0-3-16,4 5-5 16,-3 3 6-16,5 2 3 15,-2 2-8-15,3 4 4 0,3-1 1 16,2 2-2-16,1 3-4 15,2 1-7-15,1 0-6 16,3 1-14-16,-3-3-17 16,4-5-38-16</inkml:trace>
  <inkml:trace contextRef="#ctx0" brushRef="#br0" timeOffset="24280.47">6184 8339 66 0,'-4'-11'-3'0,"2"1"7"0,0 0 3 0,0 3 2 0,2 4-5 0,0 0 0 16,0 3-1-16,0 0-3 0,0 0 0 15,0 6 0-15,2 1 0 16,2 4 1-16,3-5-1 16,1-3 0-16,5-3 1 15,4-6 2-15,7-18 8 16,6-13 11-16,14-17-5 0,9-21-11 16,20-21-4-16,11-16-4 15,12-20-27-15,12-15-46 16</inkml:trace>
  <inkml:trace contextRef="#ctx0" brushRef="#br0" timeOffset="27363.12">3704 13948 88 0,'0'0'7'0,"0"0"0"0,0 0 25 0,0 0-4 16,0 0-7-16,-26-37-11 15,22 33-2-15,2 1-4 0,0 1 0 16,0 1-3-16,2 1-1 15,0 0-5-15,0 0-2 16,2 9-4-16,2 4 8 16,4 5 1-16,0 5-1 15,-1 4 3-15,5 3 0 0,1 2 1 16,-1 5-1-16,7 1 0 16,-1 3 2-16,4 3-2 15,0 2 0-15,5 2 0 16,0 6 1-16,5 0-1 0,1 3-1 15,1 4-1-15,3 0-1 16,1 6 1-16,1-2 2 16,1 6-1-16,-2 0 1 15,4 2 3-15,1 2-1 16,3 3 2-16,4 6-3 16,2 1 0-16,3 3 0 0,-4 4 1 15,3 4-2-15,-4 2 1 16,0 2 0-16,0 0-3 15,-4 1 3-15,-2-2 1 16,-2-6-3-16,-1-5 2 16,-1-8 0-16,-3-6 0 0,1-8-1 15,-4-2 5-15,4 1-3 16,-2-3 1-16,-3 5 0 16,-1-1 1-16,-1 0 1 15,-5-1-1-15,-2-6 3 16,-1-5-4-16,-5-6 0 15,-2-7-1-15,-1-3-1 0,-3-4 1 16,-1-3-2-16,-2 0 1 16,0-2 1-16,1-2-1 15,-2-6-6-15,-4-7-43 16,-4-14-61-16</inkml:trace>
  <inkml:trace contextRef="#ctx0" brushRef="#br0" timeOffset="28325.18">3576 13748 2 0,'0'0'21'0,"0"0"0"0,0 0-3 0,0 0-2 0,-40-16 3 16,34 14-6-16,2 1-4 15,3-1-2-15,1 1 3 0,0 1-2 16,0 0-6-16,0 0-2 16,0 0 0-16,0 0 0 15,3 6 6-15,3 2 4 16,0 4 1-16,3 4-4 16,3 1 0-16,3 5-4 0,3 3-1 15,2 2 1-15,5 4-2 16,4 1-1-16,2 2 0 15,0 5 2-15,5 3-2 16,1 5 0-16,2 6 0 16,1 5-5-16,3 7 7 0,4 8-2 15,2 5 1-15,0 4-6 16,3 5 4-16,0 2 2 16,1 1-1-16,2 2-1 15,1 2 1-15,3 0 0 16,-1 3-1-16,-2 0 3 15,4 3 0-15,3-1 3 0,-1 2-2 16,5 2 4-16,3 4-2 16,3 1-1-16,1 4 0 15,-2 2-1-15,-1-1-3 16,-1-2 1-16,-4-4 1 16,-3-8-1-16,-3-5 0 0,-6-5-1 15,-5-9 0-15,-2-5 0 16,-5-9 2-16,-4-10-2 15,1-6 0-15,-8-9-13 16,-2-12-22-16,-9-14-32 0</inkml:trace>
  <inkml:trace contextRef="#ctx0" brushRef="#br0" timeOffset="29356.21">3880 12893 73 0,'0'0'40'0,"0"0"-34"0,0 0 16 0,0 0 9 15,-42 1-14-15,36 2-6 16,0 1-8-16,4 2-1 16,2 1-2-16,0 1 0 15,0 4 0-15,0 1 0 0,4 2 0 16,4 5 0-16,-1 1 0 16,5 4 0-16,0 3 0 15,3 3 0-15,2 5 0 16,4 1 0-16,6 1 0 15,4 5 0-15,3-1 1 0,5 5-1 16,2 0 0-16,4 8 0 16,2 4 0-16,3 3 2 15,3 6-4-15,3 1 4 16,2 4-2-16,4 1 0 16,5 1 1-16,6 5-2 0,2 2 2 15,8 8-1-15,1 5 0 16,8 11-6-16,3 11-10 15,3 8-9-15,2 4 4 16,3 6 6-16,0 2 1 16,0 0 5-16,-3-2 7 0,0-3 2 15,-3-1 1-15,-5-2 7 16,-8-1 2-16,-3-5 5 16,-7-2 7-16,-5-3 1 15,-4-6-7-15,-6-5-4 16,-5-8-3-16,-2-7 2 15,-6-8-3-15,-3-7-4 0,-3-6-2 16,-1-7-1-16,-5-6 1 16,-5-4-3-16,-7-7-18 15,-4-11-57-15,-14-14 0 16</inkml:trace>
  <inkml:trace contextRef="#ctx0" brushRef="#br0" timeOffset="30060.7">3732 14252 243 0,'0'0'-68'0,"-58"-50"72"0,34 27 3 0,2 2 7 15,4 3-9-15,3 3 1 16,2 1-4-16,5 6 2 16,-1 1 0-16,5 2-1 15,2 3-3-15,2 2 0 16,0 0-5-16,0 4-13 0,8 10 4 15,5 7 11-15,2 9 3 16,9 7-1-16,0 10 1 16,7 8 2-16,6 7-1 15,0 8-1-15,8 9 0 0,6 4 0 16,6 7 1-16,5 5 0 16,7 4-1-16,2 6 1 15,8 3-1-15,6 6 0 16,1 7 1-16,6 2-1 15,3 5 0-15,1 3 0 0,-2 2 0 16,0-2 0-16,2 1 1 16,-3-3-4-16,1 1 7 15,-2-4-4-15,-3-3 1 16,-3-3 1-16,-8-5-1 16,-4-12-1-16,-12-9 2 15,-11-10-2-15,-10-14 0 0,-8-11 0 16,-9-11 2-16,-7-8 0 15,-5-13-3-15,-9-15-52 16</inkml:trace>
  <inkml:trace contextRef="#ctx0" brushRef="#br0" timeOffset="40853.14">3527 14023 165 0,'0'0'-6'0,"0"0"12"0,0 0-6 0,0 0 0 15,0 0 0-15,0 0 0 16,0 0 1-16,40 43 4 0,-26-22 0 16,6 7 1-16,1 5-4 15,5 10-1-15,-2 6 0 16,7 5 1-16,-2 9-1 16,3 4 0-16,1 2 1 15,4 4-1-15,-1 0 1 0,6 1-1 16,7-3-1-16,-2 0 2 15,7-1-2-15,2 0 0 16,4 1 0-16,0 4 0 16,1 0 0-16,1 4 0 15,-1-2 1-15,-1 1-1 0,0 3 2 16,-4-4 10-16,2 1 0 16,0-1 1-16,-4 1-9 15,4 0 3-15,-2 0-1 16,-1 0 0-16,1-1-3 15,2 0-1-15,-1 0-1 0,0 1 0 16,2 4-1-16,-6-1 0 16,-1 3 1-16,-1 2-1 15,-7-4 1-15,-3-3-1 16,-5-8 0-16,-3-7 1 16,-6-9 4-16,-3-7 4 15,-4-8 0-15,-1-6-1 0,-4-7-5 16,-1-2 0-16,-5-6-2 15,0-2 0-15,-3-4-1 16,-1-3 0-16,-1-1-4 16,-4-1-9-16,0-1-14 15,0 0-29-15,-9-1-68 0</inkml:trace>
  <inkml:trace contextRef="#ctx0" brushRef="#br0" timeOffset="43130.2">20135 7420 1 0,'1'0'15'0,"-1"-2"-5"0,0 2-3 0,1 0-3 16,0 0-3-16,1 0-1 15,-2 0 0-15,2 0 1 16,-1 0 0-16,-1 0 1 0,2 0 5 15,-2 0 5-15,0 0 5 16,0 0 0-16,0-1-2 16,0 1-8-16,0-1-3 15,0 1-2-15,0-1 1 16,1-1-1-16,0 0 3 0,-1 0 1 16,1-1 1-16,0 0-3 15,1-1-2-15,1 1 0 16,-3 2-1-16,2-2-1 15,-1 3 2-15,0-1-2 16,1 1 0-16,0 0 0 16,0 0 0-16,3 0-2 0,-2 0 2 15,1 0 0-15,2 2 0 16,-2 3 2-16,2-1-2 16,0 0 0-16,-1 1 0 15,1-1 1-15,-2 1-1 16,2-1 1-16,0 0 0 15,-3 0-1-15,2-3 1 0,0 2-1 16,1 0 1-16,3-2 0 16,-3-1 1-16,3 0-2 15,0 0 5-15,0 0-2 16,-1-4 1-16,1 0 4 0,0-3 2 16,0-2-3-16,0-3 0 15,3-1-2-15,0-3 0 16,3-1-1-16,4-3-3 15,0-3 1-15,5-4 0 16,2-4 1-16,-2-2 4 0,4-2 2 16,0-1-3-16,2 1 0 15,-1 5-3-15,1 2-3 16,-1 6 0-16,-3 5-5 16,-10 0-51-16</inkml:trace>
  <inkml:trace contextRef="#ctx0" brushRef="#br0" timeOffset="44758.15">23148 12188 2 0,'0'0'4'0,"0"0"0"0,0 0 3 0,0 0 1 15,0 0 1-15,0 0 3 16,0 0-4-16,0 0 0 16,0 0-3-16,24 40 2 0,-18-38-2 15,0 0 1-15,1 1-1 16,0-3 1-16,0 0-3 15,0 0 0-15,3 0-1 16,-3 0 4-16,3-6 1 0,3-2 3 16,1-4 0-16,3-3-1 15,2 1-1-15,5-6 3 16,1-3 2-16,3-3 1 16,3-2-2-16,3-6-3 15,-1 0-1-15,5-2-3 0,-3 0-2 16,0 1 2-16,-3 1-1 15,0 6-2-15,-3 2 0 16,-6 4 3-16,-1 2-3 16,-2 1 0-16,-1 6-1 15,-2 1 0-15,1 3-1 16,1 2 0-16,0 4-1 0,1 2-13 16,-5-3-59-16</inkml:trace>
  <inkml:trace contextRef="#ctx0" brushRef="#br0" timeOffset="52142.3">12726 15165 91 0,'2'-11'8'0,"-2"-2"20"0,0 3-4 0,0 0-12 15,0 1-5-15,0 2-5 16,-2 0 0-16,-2 0-6 0,-3 0 4 16,3 3 1-16,-5-2-1 15,2 0 0-15,-2 1 0 16,-2 3 0-16,-4 1 1 16,-3 1 5-16,-4 0-8 15,-3 8-2-15,-3 3 0 0,-1 1 2 16,1 2 1-16,-1-1-2 15,1 2 3-15,3-1 0 16,-2-2-1-16,4 1 0 16,-2 1 0-16,1-4 2 15,-2 3-9-15,-1 3 11 16,-2 0-1-16,-1 3-2 0,-3 7-2 16,0 2 4-16,1 5-4 15,0 4 4-15,2 1-2 16,3 3 0-16,4 2 1 15,1 0-2-15,4-1 1 16,4 4 0-16,1 1 0 0,4 2 0 16,-2 2 0-16,2 3 0 15,2 3 1-15,-5 6-1 16,4 5 1-16,-1 1-1 16,-2 4 0-16,4 2 0 15,2 0 0-15,3 1 1 0,2 2 0 16,0 1 3-16,5 6-1 15,9 6 2-15,1 2-3 16,5 2 0-16,4 2 0 16,3 3-1-16,6-2 2 15,6 0-3-15,1-1 2 0,5-2-3 16,7-2 2-16,1-6-1 16,1-6 5-16,3-7-5 15,0-8 0-15,5-4 0 16,-2-8 1-16,7-4 14 15,5-5-3-15,8-4-4 0,6-4-3 16,5-7 1-16,7-6 0 16,2-5-2-16,6-8-1 15,4-5-1-15,5-6 0 16,7-6-2-16,6-15-5 16,3-10-15-16,-3-12-44 0,-2-14-42 15</inkml:trace>
  <inkml:trace contextRef="#ctx0" brushRef="#br0" timeOffset="53623.19">12642 14786 39 0,'11'-11'91'0,"0"-2"-87"0,3-2 1 16,5 0 2-16,-1 2-4 15,5-1-2-15,0 0 0 0,3 2-1 16,1 1 0-16,3 0 0 15,2 1 0-15,0-3 0 16,8 2 0-16,0-2 1 16,2-3-1-16,1 2 0 15,6-3 0-15,-1-2-1 16,0 2 1-16,5-1 0 0,0 1 1 16,-1 0-5-16,0 1 9 15,-3 1-4-15,0 2 2 16,-1 1-2-16,0 1 1 15,-2 1-2-15,5 2 1 0,-2 1-1 16,-2 1 1-16,2 0-1 16,-2 3 0-16,2 3 0 15,0 0 0-15,1 0 1 16,-2 0-1-16,0 6 0 16,-4 2 0-16,-4 3-1 15,1 1 1-15,-7 4 1 0,1 2-2 16,-1 2 1-16,-3 3 0 15,0 3-1-15,-4 2 1 16,0 4 1-16,-3 1 0 16,0 2 2-16,1 0-1 15,0 2 0-15,0 0 0 0,2 1-1 16,-2 0-1-16,1 5 3 16,0 1 0-16,0 2-2 15,0 2-1-15,-3 1 2 16,-3 1-2-16,2 1-2 15,-2 2 4-15,0 1-2 0,-2 1 0 16,-1 3 0-16,-1-2 1 16,3 2-1-16,-6 0 0 15,1 5-1-15,-3-1 3 16,0 2 0-16,2 7-3 0,-2 0 2 16,0 6-1-16,1-2 1 15,-3 0-1-15,0-4 1 16,2-4-1-16,-3-6-1 15,-1-5 2-15,-2-6-1 16,2-1 0-16,-5-1 0 16,0 2 4-16,-2 1 8 0,0 6-3 15,0 4-1-15,-6 7-4 16,-4 6-2-16,0 4 0 16,-1 2 0-16,-3 2-2 15,-1 3 4-15,-2-6-4 16,-1-3 0-16,-1-1 2 0,0-5-2 15,-2-6 1-15,-2-6 3 16,-2-2 2-16,-1-5-3 16,-4-3-2-16,-1 0-1 15,-4-4 1-15,-1-1 0 16,-2-5-1-16,-5-4 0 0,-5 0 1 16,-5-4-1-16,-5-3 0 15,-5-4 0-15,-3-2 0 16,-6-1 0-16,-1-1 1 15,-1-4-1-15,0-1 3 16,2-1 6-16,1-3 4 0,-5-1-4 16,3-2-4-16,1-3-2 15,2-4 0-15,3-1-7 16,9-19-27-16,4-16-68 16</inkml:trace>
  <inkml:trace contextRef="#ctx0" brushRef="#br0" timeOffset="54867.38">16406 16186 91 0,'0'0'6'0,"0"0"11"0,0 0-1 0,0 0 2 16,0 0-12-16,0-2-5 15,1 1-1-15,2-1-4 16,-3 2 0-16,0 0-15 16,2 0-1-16,-2 0 6 15,0 5 10-15,2 2 5 16,-2-2 2-16,1-1 0 0,-1-1 2 15,2-3 9-15,0 0-1 16,1 0 6-16,3-7 9 16,1-10-2-16,6-12-16 15,9-13-6-15,7-18-3 0,9-21-19 16,9-19-140-16</inkml:trace>
  <inkml:trace contextRef="#ctx0" brushRef="#br0" timeOffset="58411.59">16935 15516 67 0,'0'0'4'0,"0"0"3"0,0 0 1 0,0 0-6 15,47-29-1-15,-32 17-6 16,1-2-43-16</inkml:trace>
  <inkml:trace contextRef="#ctx0" brushRef="#br0" timeOffset="62526.24">17346 15456 161 0,'0'2'1'0,"0"1"13"0,0 2-8 15,0 2-5-15,0 6 2 16,0 1 3-16,2 6 0 15,2 0-2-15,0 3 0 0,2 1 1 16,-3 2-1-16,2-1-1 16,0 3-2-16,-3-1 1 15,1-1-1-15,0-3 0 16,-1-2-1-16,0-5 0 16,0-1-6-16,0-7-25 15,-2-6-31-15,0-2-59 0</inkml:trace>
  <inkml:trace contextRef="#ctx0" brushRef="#br0" timeOffset="62859.51">17351 15476 200 0,'0'0'1'16,"0"0"2"-16,0 0-4 0,0 0 2 15,33-40-2-15,-15 35 0 16,-2 3 1-16,-1 2 0 16,0 0-1-16,-2 4 0 15,-1 7-1-15,2 3 2 16,-3 0-6-16,-1 1 10 0,0 2-2 16,-3-2-2-16,-2-1 0 15,-3 0-3-15,-2-1-8 16,0-3 3-16,-1-2 4 15,-8 1 7-15,-1-5 9 16,-8 3-1-16,2-1-7 16,-2-3-1-16,0 1-2 0,3-4 1 15,2 0-27-15,1 0-55 16</inkml:trace>
  <inkml:trace contextRef="#ctx0" brushRef="#br0" timeOffset="63670.96">17742 15412 159 0,'0'0'20'16,"0"0"-29"-16,0 0 0 15,0 0-10-15,0 0-13 16,6 40 0-16,-16-23 24 16,-2 0 5-16,-1-1 8 0,0-2 22 15,4 0 3-15,-1-4 1 16,4 0-11-16,3-3-10 16,3 2-7-16,0-2-3 15,3-3 0-15,6 1 3 0,3-3-3 16,2-2-1-16,1 0-1 15,1 0 1-15,0 0 1 16,-3-3-1-16,1-4 0 16,-4-1 1-16,0-1 1 15,-5-1 0-15,2-1 0 16,-4-1 2-16,-3 0-1 0,0-3 0 16,0 0-1-16,-3-1-1 15,-8 2-3-15,0 1-4 16,0 3-2-16,-4 3 1 15,3 4 2-15,-1 3 3 16,3 0 3-16,3 0 0 0,3 3 0 16,4 1 0-16,0-1-3 15,1 0-4-15,9-3 6 16,3 0 2-16,3 0 2 16,2-7 0-16,4-6-1 15,0 0 0-15,2-5-1 0,1-2-1 16,-2-4 0-16,2-3-4 15,-4 0-12-15,-2-1 3 16,-5 2 6-16,-3-1 8 16,-1 6 0-16,-6 1 8 15,-2 4 14-15,-2 3-1 0,0 2 2 16,0 6-4-16,0 1-8 16,0 4-3-16,-1 0-8 15,-2 4 0-15,1 8-1 16,0 2 0-16,-2 3 0 15,3 3 0-15,1 1 0 0,0 2 1 16,0 1 3-16,1 1-2 16,5 0 3-16,1-1-2 15,1 2-1-15,0 0-1 16,2-1 0-16,0-1 0 16,-1 0-1-16,0-2 0 0,3-3-5 15,-1-2-12-15,2-8-26 16,-2-2-27-16,0-7-22 15</inkml:trace>
  <inkml:trace contextRef="#ctx0" brushRef="#br0" timeOffset="64219.48">18218 15378 108 0,'0'0'136'0,"0"0"-133"0,0 0-5 0,0 0 1 15,-9 38 1-15,9-26-1 16,0-1-5-16,9 0-3 16,-3-2 2-16,1-2 1 15,2-3 6-15,-1-2 0 16,2-2 1-16,-3 0 5 0,5 0 0 16,-2-7 2-16,1-3-4 15,-2-2-2-15,-2 1-1 16,-1-2 0-16,-1 2 0 15,-3 0-1-15,-2 2 0 16,1 3 2-16,-1 3-2 0,0 2 2 16,0 1 0-16,0 0-3 15,0 3-8-15,0 7 7 16,0 6 4-16,0 3-2 16,1 5 1-16,2 2 0 15,4 4-1-15,-4 0 1 0,3 0-1 16,0 4 1-16,-5 0 1 15,1 0-2-15,-2-1 0 16,0-4 1-16,-1-3-1 16,-6-6-1-16,0-5-1 15,2-6 2-15,-5-7 2 16,2-2 1-16,3 0 9 0,-3-8 5 16,1-6-5-16,4-4-6 15,-2-5-1-15,4-3 0 16,1-3-3-16,0 0-2 15,6-2 0-15,5 1 0 16,5 2-4-16,2 5-18 0,1 0-10 16,2 7 4-16,-2-2-59 15</inkml:trace>
  <inkml:trace contextRef="#ctx0" brushRef="#br0" timeOffset="64895.22">18681 15345 126 0,'0'0'18'0,"0"0"6"0,0 0-4 0,0 0-9 16,0 0-7-16,0 0-1 16,-39-29 2-16,28 29-3 15,-1 0-2-15,-1 0 0 16,-1 8 0-16,-1 4-1 15,2 2 1-15,1 4 0 16,1-2 0-16,5 4 0 0,4-2 0 16,2-2 0-16,0-3 0 15,3-2-1-15,5-4-4 16,6-3 9-16,-1-4-3 16,3 0 0-16,-1-1-1 0,1-9 1 15,0-2 0-15,1-2 1 16,-1 0 8-16,0 0 2 15,-3 0-9-15,-1 2-1 16,-1 2-2-16,-1 3 1 16,0 4-1-16,-3 2-1 15,-1 1 2-15,1 0-2 0,-1 5-1 16,-1 8 0-16,0 3 2 16,1 7 3-16,-3 0-1 15,1 4-1-15,2 0 1 16,-3 1-1-16,4 0-1 15,-2-1 1-15,-2-1 0 0,0-3-1 16,-3 1 0-16,0-3 0 16,0-5-2-16,-1 0-7 15,-5-7 8-15,-3-2 0 16,0-4 3-16,1-3 0 0,-1 0 5 16,-1-4-1-16,-1-6 4 15,2-1 1-15,-1-5-6 16,2-1-2-16,1-1-3 15,2-2 3-15,4 0 3 16,-1-1 0-16,2 1-3 16,0 1-2-16,6 1-1 0,5 1-1 15,2-2-1-15,3 2-9 16,3 0-12-16,1 2-3 16,2 0-21-16,1 0-10 15,2 0 8-15</inkml:trace>
  <inkml:trace contextRef="#ctx0" brushRef="#br0" timeOffset="65244.56">19005 15321 83 0,'0'0'34'0,"0"0"9"0,0 0-10 16,0 0-16-16,0 0-13 0,0 0-4 16,0 0 1-16,0 0-1 15,-34 47 1-15,28-33 0 16,2 2-1-16,3-2 1 15,1-4 0-15,0 0 1 16,0-3-4-16,4-4 2 0,6-3 3 16,3 0 0-16,2-1 1 15,4-8-1-15,0-4 0 16,-1-2-3-16,-2-2 1 16,-1 0 0-16,-4-2-1 15,-1 2 1-15,-8 3 10 0,-2-2 4 16,0 3 1-16,0 3-4 15,-11 2-7-15,0 1 1 16,-1 4-5-16,-1 3-2 16,-1 0 0-16,-1 3 0 15,1 7-15-15,1 0-22 0,2-2-38 16,1-1-68-16</inkml:trace>
  <inkml:trace contextRef="#ctx0" brushRef="#br0" timeOffset="65735.31">19184 15263 257 0,'0'0'0'0,"0"0"2"0,0 0-4 0,0 0-1 0,0 0-14 0,42 16-12 15,-33-8 4-15,-4 2 8 16,-2 0 14-16,0 2 0 16,-3 0 6-16,0-2 1 15,0 3 2-15,0-2 0 0,0-1-1 16,0-1-2-16,0-2 0 16,0 0-1-16,0-1-3 15,0-3-5-15,0-2-9 16,0-1 3-16,0 0 14 0,0-4-1 15,-4-6 3-15,4-2 6 16,0 0 3-16,0-4-3 16,0 0 0-16,0-1-5 15,6 0 1-15,1 2 1 16,3-1-1-16,0 3-2 16,3 3 0-16,1 1 1 0,1 4 1 15,2 2-4-15,2 3 0 16,-1 0-1-16,-1 5-1 15,-2 9 0-15,-1 4 0 16,-4 3-3-16,-3 4 3 16,-3 2-10-16,-4 2 7 0,0-2-23 15,-3-4-22-15,-5-4-27 16</inkml:trace>
  <inkml:trace contextRef="#ctx0" brushRef="#br0" timeOffset="66595.64">19490 15083 306 0,'0'0'-34'0,"0"0"34"0,0 0 2 15,-21-40-18-15,13 31-19 16,-1-2-21-16,-5 1 40 0,-3 1 15 16,-3-2 8-16,-4 0 10 15,-3-2 12-15,-3 0-10 16,0 1-10-16,-4 0-2 16,0-2 2-16,0 1-4 15,-2-2-2-15,-3 0-1 0,-4-2-2 16,0 2 0-16,-9-1 1 15,-3 2-1-15,-1 1 0 16,-7 2-1-16,-6 2 1 16,-2 2-2-16,-3 5 2 15,-4 2-1-15,0 0 1 16,-1 0 0-16,-1 8 0 0,4 5-1 16,3 2 0-16,-2 5 1 15,1 4-1-15,1 2 1 16,3 5-4-16,2 0-2 15,1 2 5-15,6 2-1 16,2 0 2-16,4 0 0 0,7 1 0 16,6 2-1-16,3 2 1 15,7 2 1-15,7 6-1 16,4 2 0-16,7 6 1 16,7 2-1-16,5 6 0 15,2 1 1-15,2 3 0 0,11 2-1 16,5-2 1-16,9 2-1 15,7-4 0-15,10-5-2 16,4-4 1-16,11-4 3 16,9-8-1-16,10-4 1 15,7-8 3-15,9-2 1 16,8-8-2-16,10-6 2 0,6-3-2 16,6-5-1-16,5-7 0 15,5-2-1-15,2-1-1 16,0-13 0-16,0-6-1 15,-5-10 0-15,-2-7 0 16,-8-7 1-16,-5-5-1 0,-9-7 0 16,-9-2 0-16,-10-7 0 15,-11-3 1-15,-16-3 2 16,-14-2 4-16,-15-6 7 16,-16-2 4-16,-16-5-7 0,-7-2 0 15,-26-3-2-15,-17-1 1 16,-23 1-2-16,-19 6-6 15,-25 7 2-15,-25 8-6 16,-28 11-4-16,-31 13-9 16,-33 18-18-16,-35 12-34 0,-37 12-73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5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7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7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7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7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8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8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8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9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9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4d658b016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44d658b016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– generative adversarial networks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 is explained in the subsequent slides.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is out of scope of this course.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44d658b016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44d658b016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7272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03932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7260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3310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5613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77924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8210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20625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32469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9922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6696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99094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58186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66916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861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50959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07292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33586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8202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7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2601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7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34654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56177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7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21196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7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5542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0715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8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04464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9760855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2104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6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03861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9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99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28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43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>
              <a:buClrTx/>
            </a:pPr>
            <a:fld id="{00000000-1234-1234-1234-123412341234}" type="slidenum">
              <a:rPr lang="en" sz="1350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 algn="r" defTabSz="685800">
                <a:buClrTx/>
              </a:pPr>
              <a:t>‹#›</a:t>
            </a:fld>
            <a:endParaRPr lang="en" sz="135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3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998406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24105202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850467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89933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67733"/>
            <a:ext cx="8520600" cy="52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6361032"/>
            <a:ext cx="5487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algn="r"/>
            <a:fld id="{00000000-1234-1234-1234-123412341234}" type="slidenum">
              <a:rPr lang="en" smtClean="0"/>
              <a:pPr marL="0"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18645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01"/>
          <p:cNvPicPr preferRelativeResize="0"/>
          <p:nvPr/>
        </p:nvPicPr>
        <p:blipFill rotWithShape="1">
          <a:blip r:embed="rId2">
            <a:alphaModFix amt="50000"/>
          </a:blip>
          <a:srcRect l="177" t="-542" r="176" b="-541"/>
          <a:stretch/>
        </p:blipFill>
        <p:spPr>
          <a:xfrm>
            <a:off x="3563109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1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70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01"/>
          <p:cNvSpPr txBox="1">
            <a:spLocks noGrp="1"/>
          </p:cNvSpPr>
          <p:nvPr>
            <p:ph type="title"/>
          </p:nvPr>
        </p:nvSpPr>
        <p:spPr>
          <a:xfrm>
            <a:off x="628650" y="160570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1"/>
          <p:cNvSpPr txBox="1">
            <a:spLocks noGrp="1"/>
          </p:cNvSpPr>
          <p:nvPr>
            <p:ph type="body" idx="1"/>
          </p:nvPr>
        </p:nvSpPr>
        <p:spPr>
          <a:xfrm>
            <a:off x="643304" y="1600205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92881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76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85738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675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1785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59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01"/>
          <p:cNvSpPr txBox="1">
            <a:spLocks noGrp="1"/>
          </p:cNvSpPr>
          <p:nvPr>
            <p:ph type="body" idx="2"/>
          </p:nvPr>
        </p:nvSpPr>
        <p:spPr>
          <a:xfrm>
            <a:off x="246937" y="1143006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28588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2000"/>
              <a:buNone/>
              <a:defRPr sz="844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214313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200025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2173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2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107543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5552378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16729874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550775" y="1373073"/>
            <a:ext cx="7967767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6587940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7"/>
          <p:cNvSpPr txBox="1">
            <a:spLocks noGrp="1"/>
          </p:cNvSpPr>
          <p:nvPr>
            <p:ph type="ctrTitle"/>
          </p:nvPr>
        </p:nvSpPr>
        <p:spPr>
          <a:xfrm>
            <a:off x="151137" y="231524"/>
            <a:ext cx="613393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7"/>
          <p:cNvSpPr txBox="1">
            <a:spLocks noGrp="1"/>
          </p:cNvSpPr>
          <p:nvPr>
            <p:ph type="subTitle" idx="1"/>
          </p:nvPr>
        </p:nvSpPr>
        <p:spPr>
          <a:xfrm>
            <a:off x="1022315" y="5202307"/>
            <a:ext cx="6283982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7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2448925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2368951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</a:p>
        </p:txBody>
      </p:sp>
    </p:spTree>
    <p:extLst>
      <p:ext uri="{BB962C8B-B14F-4D97-AF65-F5344CB8AC3E}">
        <p14:creationId xmlns:p14="http://schemas.microsoft.com/office/powerpoint/2010/main" val="38452915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4C52FF-101A-462E-800F-022BB52CE63F}"/>
              </a:ext>
            </a:extLst>
          </p:cNvPr>
          <p:cNvGrpSpPr/>
          <p:nvPr userDrawn="1"/>
        </p:nvGrpSpPr>
        <p:grpSpPr>
          <a:xfrm>
            <a:off x="-211365" y="-654316"/>
            <a:ext cx="9517142" cy="8232476"/>
            <a:chOff x="-211367" y="-654317"/>
            <a:chExt cx="9517143" cy="8232476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8CEEAD4-131A-420F-BC4F-B8D910811F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3942759-5305-46F1-9EA5-AB1F17BAF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104A8E-51B2-42E7-B651-568B9D1D3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2F3D4CE-0862-4E00-B299-11A67A590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5A1F24-1ABA-4385-8DF2-98C8D03B2CCD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15355"/>
              <a:chOff x="0" y="0"/>
              <a:chExt cx="9144001" cy="6815355"/>
            </a:xfrm>
          </p:grpSpPr>
          <p:grpSp>
            <p:nvGrpSpPr>
              <p:cNvPr id="330" name="Group 6"/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327" name="Rectangle 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050"/>
                </a:p>
              </p:txBody>
            </p:sp>
            <p:sp>
              <p:nvSpPr>
                <p:cNvPr id="328" name="Rectangle 7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050"/>
                </a:p>
              </p:txBody>
            </p:sp>
            <p:sp>
              <p:nvSpPr>
                <p:cNvPr id="329" name="Rectangle 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050"/>
                </a:p>
              </p:txBody>
            </p:sp>
          </p:grpSp>
          <p:grpSp>
            <p:nvGrpSpPr>
              <p:cNvPr id="334" name="Group 10"/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31" name="Rectangle 1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050"/>
                </a:p>
              </p:txBody>
            </p:sp>
            <p:sp>
              <p:nvSpPr>
                <p:cNvPr id="332" name="Rectangle 1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050"/>
                </a:p>
              </p:txBody>
            </p:sp>
            <p:sp>
              <p:nvSpPr>
                <p:cNvPr id="333" name="Rectangle 1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050"/>
                </a:p>
              </p:txBody>
            </p:sp>
          </p:grpSp>
          <p:pic>
            <p:nvPicPr>
              <p:cNvPr id="335" name="Picture 14" descr="Picture 14"/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36" name="TextBox 14"/>
              <p:cNvSpPr txBox="1"/>
              <p:nvPr userDrawn="1"/>
            </p:nvSpPr>
            <p:spPr>
              <a:xfrm>
                <a:off x="3322318" y="6596064"/>
                <a:ext cx="5775963" cy="21929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825" dirty="0"/>
                  <a:t>BITS </a:t>
                </a:r>
                <a:r>
                  <a:rPr lang="en-IN" sz="825" b="0" dirty="0" err="1"/>
                  <a:t>Pilani</a:t>
                </a:r>
                <a:r>
                  <a:rPr lang="en-IN" sz="825" b="0" dirty="0"/>
                  <a:t>, Deemed to be University under Section 3 of UGC Act, 1956</a:t>
                </a: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778ADC1-BEF0-4061-926A-4839BEC48F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8C4D830-E082-446B-B643-5F87F72600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4285727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36009492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685800" y="2125979"/>
            <a:ext cx="7772400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8432775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6023201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3756365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89933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67733"/>
            <a:ext cx="8520600" cy="52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6361032"/>
            <a:ext cx="5487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algn="r"/>
            <a:fld id="{00000000-1234-1234-1234-123412341234}" type="slidenum">
              <a:rPr lang="en" smtClean="0"/>
              <a:pPr marL="0"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24564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01"/>
          <p:cNvPicPr preferRelativeResize="0"/>
          <p:nvPr/>
        </p:nvPicPr>
        <p:blipFill rotWithShape="1">
          <a:blip r:embed="rId2">
            <a:alphaModFix amt="50000"/>
          </a:blip>
          <a:srcRect l="177" t="-542" r="176" b="-541"/>
          <a:stretch/>
        </p:blipFill>
        <p:spPr>
          <a:xfrm>
            <a:off x="3563109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1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70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01"/>
          <p:cNvSpPr txBox="1">
            <a:spLocks noGrp="1"/>
          </p:cNvSpPr>
          <p:nvPr>
            <p:ph type="title"/>
          </p:nvPr>
        </p:nvSpPr>
        <p:spPr>
          <a:xfrm>
            <a:off x="628650" y="160570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1"/>
          <p:cNvSpPr txBox="1">
            <a:spLocks noGrp="1"/>
          </p:cNvSpPr>
          <p:nvPr>
            <p:ph type="body" idx="1"/>
          </p:nvPr>
        </p:nvSpPr>
        <p:spPr>
          <a:xfrm>
            <a:off x="643304" y="1600205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92881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76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85738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675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1785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59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01"/>
          <p:cNvSpPr txBox="1">
            <a:spLocks noGrp="1"/>
          </p:cNvSpPr>
          <p:nvPr>
            <p:ph type="body" idx="2"/>
          </p:nvPr>
        </p:nvSpPr>
        <p:spPr>
          <a:xfrm>
            <a:off x="246937" y="1143006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28588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2000"/>
              <a:buNone/>
              <a:defRPr sz="844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214313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200025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64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15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8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8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3991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5" r:id="rId1"/>
    <p:sldLayoutId id="2147483887" r:id="rId2"/>
    <p:sldLayoutId id="2147483888" r:id="rId3"/>
    <p:sldLayoutId id="2147483902" r:id="rId4"/>
    <p:sldLayoutId id="214748390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8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68"/>
          <p:cNvSpPr txBox="1">
            <a:spLocks noGrp="1"/>
          </p:cNvSpPr>
          <p:nvPr>
            <p:ph type="body" idx="1"/>
          </p:nvPr>
        </p:nvSpPr>
        <p:spPr>
          <a:xfrm>
            <a:off x="982032" y="1512782"/>
            <a:ext cx="717993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8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6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9685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3" r:id="rId1"/>
    <p:sldLayoutId id="214748389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35447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550775" y="1373073"/>
            <a:ext cx="796776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7306387" y="6631480"/>
            <a:ext cx="637460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5881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5881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5881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5881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5881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5881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5881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5881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5881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153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13916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1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47788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7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9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9.png"/><Relationship Id="rId4" Type="http://schemas.openxmlformats.org/officeDocument/2006/relationships/customXml" Target="../ink/ink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2.png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5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5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7.png"/><Relationship Id="rId4" Type="http://schemas.openxmlformats.org/officeDocument/2006/relationships/customXml" Target="../ink/ink2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9.png"/><Relationship Id="rId4" Type="http://schemas.openxmlformats.org/officeDocument/2006/relationships/customXml" Target="../ink/ink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2.png"/><Relationship Id="rId4" Type="http://schemas.openxmlformats.org/officeDocument/2006/relationships/customXml" Target="../ink/ink3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7.png"/><Relationship Id="rId4" Type="http://schemas.openxmlformats.org/officeDocument/2006/relationships/customXml" Target="../ink/ink3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9.png"/><Relationship Id="rId4" Type="http://schemas.openxmlformats.org/officeDocument/2006/relationships/customXml" Target="../ink/ink3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42.png"/><Relationship Id="rId4" Type="http://schemas.openxmlformats.org/officeDocument/2006/relationships/customXml" Target="../ink/ink3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1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1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emf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1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1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6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1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1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1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1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emf"/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70.png"/><Relationship Id="rId4" Type="http://schemas.openxmlformats.org/officeDocument/2006/relationships/customXml" Target="../ink/ink3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emf"/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33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0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340.png"/><Relationship Id="rId5" Type="http://schemas.openxmlformats.org/officeDocument/2006/relationships/customXml" Target="../ink/ink39.xml"/><Relationship Id="rId10" Type="http://schemas.openxmlformats.org/officeDocument/2006/relationships/image" Target="../media/image1360.png"/><Relationship Id="rId4" Type="http://schemas.openxmlformats.org/officeDocument/2006/relationships/image" Target="../media/image1330.png"/><Relationship Id="rId9" Type="http://schemas.openxmlformats.org/officeDocument/2006/relationships/customXml" Target="../ink/ink4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slideLayout" Target="../slideLayouts/slideLayout1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1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emf"/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1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emf"/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2" Type="http://schemas.openxmlformats.org/officeDocument/2006/relationships/image" Target="../media/image181.em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49.png"/><Relationship Id="rId4" Type="http://schemas.openxmlformats.org/officeDocument/2006/relationships/customXml" Target="../ink/ink4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emf"/><Relationship Id="rId2" Type="http://schemas.openxmlformats.org/officeDocument/2006/relationships/image" Target="../media/image183.emf"/><Relationship Id="rId1" Type="http://schemas.openxmlformats.org/officeDocument/2006/relationships/slideLayout" Target="../slideLayouts/slideLayout1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emf"/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19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1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emf"/><Relationship Id="rId2" Type="http://schemas.openxmlformats.org/officeDocument/2006/relationships/image" Target="../media/image189.emf"/><Relationship Id="rId1" Type="http://schemas.openxmlformats.org/officeDocument/2006/relationships/slideLayout" Target="../slideLayouts/slideLayout1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emf"/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19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19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2" Type="http://schemas.openxmlformats.org/officeDocument/2006/relationships/image" Target="../media/image195.emf"/><Relationship Id="rId1" Type="http://schemas.openxmlformats.org/officeDocument/2006/relationships/slideLayout" Target="../slideLayouts/slideLayout1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emf"/><Relationship Id="rId2" Type="http://schemas.openxmlformats.org/officeDocument/2006/relationships/image" Target="../media/image197.emf"/><Relationship Id="rId1" Type="http://schemas.openxmlformats.org/officeDocument/2006/relationships/slideLayout" Target="../slideLayouts/slideLayout19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19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2" Type="http://schemas.openxmlformats.org/officeDocument/2006/relationships/image" Target="../media/image201.emf"/><Relationship Id="rId1" Type="http://schemas.openxmlformats.org/officeDocument/2006/relationships/slideLayout" Target="../slideLayouts/slideLayout1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emf"/><Relationship Id="rId2" Type="http://schemas.openxmlformats.org/officeDocument/2006/relationships/image" Target="../media/image203.emf"/><Relationship Id="rId1" Type="http://schemas.openxmlformats.org/officeDocument/2006/relationships/slideLayout" Target="../slideLayouts/slideLayout19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9.xml"/><Relationship Id="rId6" Type="http://schemas.openxmlformats.org/officeDocument/2006/relationships/customXml" Target="../ink/ink44.xml"/><Relationship Id="rId5" Type="http://schemas.openxmlformats.org/officeDocument/2006/relationships/image" Target="../media/image206.png"/><Relationship Id="rId4" Type="http://schemas.openxmlformats.org/officeDocument/2006/relationships/customXml" Target="../ink/ink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8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679004"/>
            <a:ext cx="7886700" cy="852488"/>
          </a:xfr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8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(14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June,2026)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52E8C-CBFD-4C3A-8871-27DD4200CF79}"/>
              </a:ext>
            </a:extLst>
          </p:cNvPr>
          <p:cNvSpPr/>
          <p:nvPr/>
        </p:nvSpPr>
        <p:spPr>
          <a:xfrm>
            <a:off x="953311" y="3173546"/>
            <a:ext cx="765566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MODULE # 6 :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 CNN &amp; Rewind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801A0-2F9E-4339-AE0C-2CB13B81C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87" y="316958"/>
            <a:ext cx="7858425" cy="7742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A5532E-A98C-48A2-8D56-1AA6C6F7CCED}"/>
              </a:ext>
            </a:extLst>
          </p:cNvPr>
          <p:cNvSpPr/>
          <p:nvPr/>
        </p:nvSpPr>
        <p:spPr>
          <a:xfrm>
            <a:off x="1105711" y="1606874"/>
            <a:ext cx="7655668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18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For queries related to Assignment communicate with Dr Sameera K M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nn-NO" sz="1800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km.sameera@wilp.bits-pilani.ac.in</a:t>
            </a:r>
            <a:endParaRPr lang="en-US" sz="1800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7A04-84B4-4908-A6C3-EB10496C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7" y="231524"/>
            <a:ext cx="8409862" cy="430887"/>
          </a:xfrm>
        </p:spPr>
        <p:txBody>
          <a:bodyPr/>
          <a:lstStyle/>
          <a:p>
            <a:pPr marL="12700" lvl="0"/>
            <a:r>
              <a:rPr lang="en-US" sz="2800" b="1" dirty="0">
                <a:solidFill>
                  <a:srgbClr val="FFFFFF"/>
                </a:solidFill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</a:rPr>
              <a:t>mage</a:t>
            </a:r>
            <a:r>
              <a:rPr lang="en-US" sz="2800" b="1" dirty="0">
                <a:solidFill>
                  <a:srgbClr val="FFFFFF"/>
                </a:solidFill>
              </a:rPr>
              <a:t> C</a:t>
            </a:r>
            <a:r>
              <a:rPr lang="en-US" sz="2800" b="1" cap="small" dirty="0">
                <a:solidFill>
                  <a:srgbClr val="FFFFFF"/>
                </a:solidFill>
              </a:rPr>
              <a:t>lassification</a:t>
            </a:r>
            <a:r>
              <a:rPr lang="en-US" sz="2800" b="1" dirty="0">
                <a:solidFill>
                  <a:srgbClr val="FFFFFF"/>
                </a:solidFill>
              </a:rPr>
              <a:t> - S</a:t>
            </a:r>
            <a:r>
              <a:rPr lang="en-US" sz="2800" b="1" cap="small" dirty="0">
                <a:solidFill>
                  <a:srgbClr val="FFFFFF"/>
                </a:solidFill>
              </a:rPr>
              <a:t>olution</a:t>
            </a:r>
            <a:endParaRPr lang="en-US" sz="2800" b="1" dirty="0"/>
          </a:p>
        </p:txBody>
      </p:sp>
      <p:pic>
        <p:nvPicPr>
          <p:cNvPr id="3" name="Google Shape;260;p16">
            <a:extLst>
              <a:ext uri="{FF2B5EF4-FFF2-40B4-BE49-F238E27FC236}">
                <a16:creationId xmlns:a16="http://schemas.microsoft.com/office/drawing/2014/main" id="{5C892D1B-BD3B-4A59-BE9C-E9906A150C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570" y="1342417"/>
            <a:ext cx="7938429" cy="422180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59549D-A14B-4491-B3A0-754559CD4430}"/>
                  </a:ext>
                </a:extLst>
              </p14:cNvPr>
              <p14:cNvContentPartPr/>
              <p14:nvPr/>
            </p14:nvContentPartPr>
            <p14:xfrm>
              <a:off x="164160" y="793080"/>
              <a:ext cx="8935200" cy="593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59549D-A14B-4491-B3A0-754559CD44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800" y="783720"/>
                <a:ext cx="8953920" cy="594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954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 txBox="1"/>
          <p:nvPr/>
        </p:nvSpPr>
        <p:spPr>
          <a:xfrm>
            <a:off x="151136" y="377964"/>
            <a:ext cx="300704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2696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269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2696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574" y="1031135"/>
            <a:ext cx="8122595" cy="53599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84AB43-E0BD-41F4-93B2-E829A2A2BA24}"/>
                  </a:ext>
                </a:extLst>
              </p14:cNvPr>
              <p14:cNvContentPartPr/>
              <p14:nvPr/>
            </p14:nvContentPartPr>
            <p14:xfrm>
              <a:off x="317160" y="1446840"/>
              <a:ext cx="8584920" cy="516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84AB43-E0BD-41F4-93B2-E829A2A2B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800" y="1437480"/>
                <a:ext cx="8603640" cy="518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>
            <a:spLocks noGrp="1"/>
          </p:cNvSpPr>
          <p:nvPr>
            <p:ph type="title"/>
          </p:nvPr>
        </p:nvSpPr>
        <p:spPr>
          <a:xfrm>
            <a:off x="151137" y="387693"/>
            <a:ext cx="742671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H</a:t>
            </a:r>
            <a:r>
              <a:rPr lang="en-US" b="1" cap="small" dirty="0">
                <a:solidFill>
                  <a:srgbClr val="FFFFFF"/>
                </a:solidFill>
              </a:rPr>
              <a:t>ierarchical</a:t>
            </a:r>
            <a:r>
              <a:rPr lang="en-US" b="1" dirty="0">
                <a:solidFill>
                  <a:srgbClr val="FFFFFF"/>
                </a:solidFill>
              </a:rPr>
              <a:t> F</a:t>
            </a:r>
            <a:r>
              <a:rPr lang="en-US" b="1" cap="small" dirty="0">
                <a:solidFill>
                  <a:srgbClr val="FFFFFF"/>
                </a:solidFill>
              </a:rPr>
              <a:t>eature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earning</a:t>
            </a:r>
            <a:endParaRPr b="1" dirty="0"/>
          </a:p>
        </p:txBody>
      </p:sp>
      <p:sp>
        <p:nvSpPr>
          <p:cNvPr id="558" name="Google Shape;558;p31"/>
          <p:cNvSpPr txBox="1"/>
          <p:nvPr/>
        </p:nvSpPr>
        <p:spPr>
          <a:xfrm>
            <a:off x="774513" y="1203366"/>
            <a:ext cx="6527515" cy="33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363041" indent="-342900" defTabSz="1450147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learn increasingly complex features: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9" name="Google Shape;569;p31"/>
          <p:cNvSpPr txBox="1"/>
          <p:nvPr/>
        </p:nvSpPr>
        <p:spPr>
          <a:xfrm>
            <a:off x="865762" y="4818757"/>
            <a:ext cx="7558393" cy="144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449" rIns="0" bIns="0" anchor="t" anchorCtr="0">
            <a:spAutoFit/>
          </a:bodyPr>
          <a:lstStyle/>
          <a:p>
            <a:pPr marL="20141" defTabSz="1450147"/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Face Detection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363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1: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edges at various orientations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14599"/>
              </a:lnSpc>
              <a:spcBef>
                <a:spcPts val="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2: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edges into facial features (eyes, nose, mouth) </a:t>
            </a:r>
          </a:p>
          <a:p>
            <a:pPr marL="777189" marR="8056" indent="-285750" defTabSz="1450147">
              <a:lnSpc>
                <a:spcPct val="114599"/>
              </a:lnSpc>
              <a:spcBef>
                <a:spcPts val="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3: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features into complete face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560;p31">
            <a:extLst>
              <a:ext uri="{FF2B5EF4-FFF2-40B4-BE49-F238E27FC236}">
                <a16:creationId xmlns:a16="http://schemas.microsoft.com/office/drawing/2014/main" id="{14FC7E64-2EE9-4640-AE42-C55E97FB798F}"/>
              </a:ext>
            </a:extLst>
          </p:cNvPr>
          <p:cNvSpPr txBox="1"/>
          <p:nvPr/>
        </p:nvSpPr>
        <p:spPr>
          <a:xfrm>
            <a:off x="2959125" y="2005786"/>
            <a:ext cx="351790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ctr" rtl="0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latin typeface="Arial"/>
                <a:ea typeface="Arial"/>
                <a:cs typeface="Arial"/>
                <a:sym typeface="Arial"/>
              </a:rPr>
              <a:t>Edges Corners Colors</a:t>
            </a:r>
            <a:endParaRPr sz="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61;p31">
            <a:extLst>
              <a:ext uri="{FF2B5EF4-FFF2-40B4-BE49-F238E27FC236}">
                <a16:creationId xmlns:a16="http://schemas.microsoft.com/office/drawing/2014/main" id="{4F4CF5DE-8D1C-4E24-9B2E-EDE6D0B01FF8}"/>
              </a:ext>
            </a:extLst>
          </p:cNvPr>
          <p:cNvSpPr txBox="1"/>
          <p:nvPr/>
        </p:nvSpPr>
        <p:spPr>
          <a:xfrm>
            <a:off x="3639312" y="3405898"/>
            <a:ext cx="1051560" cy="44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4925" marR="5080" lvl="0" indent="-22860" algn="ctr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Mid-level features</a:t>
            </a: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563;p31">
            <a:extLst>
              <a:ext uri="{FF2B5EF4-FFF2-40B4-BE49-F238E27FC236}">
                <a16:creationId xmlns:a16="http://schemas.microsoft.com/office/drawing/2014/main" id="{816488FA-A3A0-46F8-BC34-73CF5ECD6A16}"/>
              </a:ext>
            </a:extLst>
          </p:cNvPr>
          <p:cNvSpPr txBox="1"/>
          <p:nvPr/>
        </p:nvSpPr>
        <p:spPr>
          <a:xfrm>
            <a:off x="5367528" y="3360178"/>
            <a:ext cx="1051560" cy="48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62864" marR="5080" lvl="0" indent="-50799" algn="ctr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High-level features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" name="Google Shape;564;p31">
            <a:extLst>
              <a:ext uri="{FF2B5EF4-FFF2-40B4-BE49-F238E27FC236}">
                <a16:creationId xmlns:a16="http://schemas.microsoft.com/office/drawing/2014/main" id="{08CBC07D-230B-4163-BADA-6B7CC7906F7D}"/>
              </a:ext>
            </a:extLst>
          </p:cNvPr>
          <p:cNvSpPr txBox="1"/>
          <p:nvPr/>
        </p:nvSpPr>
        <p:spPr>
          <a:xfrm>
            <a:off x="6805548" y="2409650"/>
            <a:ext cx="930275" cy="76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Objects</a:t>
            </a: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9525" lvl="0" indent="0" algn="ctr" rtl="0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Faces </a:t>
            </a:r>
          </a:p>
          <a:p>
            <a:pPr marL="12700" marR="9525" lvl="0" indent="0" algn="ctr" rtl="0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Scenes</a:t>
            </a: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2AF5A2-E90F-4BFF-BE51-77763CBD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065" y="2020594"/>
            <a:ext cx="4751900" cy="1343600"/>
          </a:xfrm>
          <a:prstGeom prst="rect">
            <a:avLst/>
          </a:prstGeom>
        </p:spPr>
      </p:pic>
      <p:sp>
        <p:nvSpPr>
          <p:cNvPr id="13" name="Google Shape;559;p31">
            <a:extLst>
              <a:ext uri="{FF2B5EF4-FFF2-40B4-BE49-F238E27FC236}">
                <a16:creationId xmlns:a16="http://schemas.microsoft.com/office/drawing/2014/main" id="{169BFFAC-F85E-44D1-B456-2A7CBD3EE41D}"/>
              </a:ext>
            </a:extLst>
          </p:cNvPr>
          <p:cNvSpPr txBox="1"/>
          <p:nvPr/>
        </p:nvSpPr>
        <p:spPr>
          <a:xfrm>
            <a:off x="1784065" y="3411994"/>
            <a:ext cx="1175060" cy="4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7625" marR="5080" lvl="0" indent="-3556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Low-level features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4AC47-D41D-4C0C-8792-9A0D6512ECC5}"/>
              </a:ext>
            </a:extLst>
          </p:cNvPr>
          <p:cNvSpPr txBox="1"/>
          <p:nvPr/>
        </p:nvSpPr>
        <p:spPr>
          <a:xfrm>
            <a:off x="4690872" y="2022830"/>
            <a:ext cx="841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19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none" strike="noStrike" cap="none" dirty="0">
                <a:latin typeface="Arial"/>
                <a:ea typeface="Arial"/>
                <a:cs typeface="Arial"/>
                <a:sym typeface="Arial"/>
              </a:rPr>
              <a:t>Textures</a:t>
            </a:r>
          </a:p>
          <a:p>
            <a:pPr marL="1219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Patterns</a:t>
            </a:r>
          </a:p>
          <a:p>
            <a:pPr marL="1219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none" strike="noStrike" cap="none" dirty="0">
                <a:latin typeface="Arial"/>
                <a:ea typeface="Arial"/>
                <a:cs typeface="Arial"/>
                <a:sym typeface="Arial"/>
              </a:rPr>
              <a:t>parts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466E5E-7E4C-4D87-AEBE-FBC023DAE471}"/>
                  </a:ext>
                </a:extLst>
              </p14:cNvPr>
              <p14:cNvContentPartPr/>
              <p14:nvPr/>
            </p14:nvContentPartPr>
            <p14:xfrm>
              <a:off x="1152360" y="5252400"/>
              <a:ext cx="4722480" cy="98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466E5E-7E4C-4D87-AEBE-FBC023DAE4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3000" y="5243040"/>
                <a:ext cx="4741200" cy="100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2"/>
          <p:cNvSpPr txBox="1">
            <a:spLocks noGrp="1"/>
          </p:cNvSpPr>
          <p:nvPr>
            <p:ph type="title"/>
          </p:nvPr>
        </p:nvSpPr>
        <p:spPr>
          <a:xfrm>
            <a:off x="151137" y="33905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CNN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sp>
        <p:nvSpPr>
          <p:cNvPr id="581" name="Google Shape;581;p32"/>
          <p:cNvSpPr/>
          <p:nvPr/>
        </p:nvSpPr>
        <p:spPr>
          <a:xfrm>
            <a:off x="490350" y="2065233"/>
            <a:ext cx="8155078" cy="328298"/>
          </a:xfrm>
          <a:custGeom>
            <a:avLst/>
            <a:gdLst/>
            <a:ahLst/>
            <a:cxnLst/>
            <a:rect l="l" t="t" r="r" b="b"/>
            <a:pathLst>
              <a:path w="5142230" h="207009" extrusionOk="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887"/>
                </a:lnTo>
                <a:lnTo>
                  <a:pt x="5141666" y="206887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FF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582" name="Google Shape;582;p32"/>
          <p:cNvSpPr txBox="1"/>
          <p:nvPr/>
        </p:nvSpPr>
        <p:spPr>
          <a:xfrm>
            <a:off x="550775" y="2014011"/>
            <a:ext cx="3375626" cy="3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 defTabSz="1450147"/>
            <a:r>
              <a:rPr lang="en-US" sz="222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2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r>
              <a:rPr lang="en-US" sz="222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22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attern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3" name="Google Shape;583;p32"/>
          <p:cNvGrpSpPr/>
          <p:nvPr/>
        </p:nvGrpSpPr>
        <p:grpSpPr>
          <a:xfrm>
            <a:off x="490350" y="2105174"/>
            <a:ext cx="8234748" cy="716758"/>
            <a:chOff x="309193" y="787679"/>
            <a:chExt cx="5192466" cy="451956"/>
          </a:xfrm>
        </p:grpSpPr>
        <p:pic>
          <p:nvPicPr>
            <p:cNvPr id="584" name="Google Shape;58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113803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9193" y="956729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6" name="Google Shape;586;p3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2533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p3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806729"/>
              <a:ext cx="50800" cy="3313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32"/>
            <p:cNvSpPr/>
            <p:nvPr/>
          </p:nvSpPr>
          <p:spPr>
            <a:xfrm>
              <a:off x="309193" y="1001011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37023"/>
                  </a:lnTo>
                  <a:lnTo>
                    <a:pt x="4008" y="156747"/>
                  </a:lnTo>
                  <a:lnTo>
                    <a:pt x="14922" y="172900"/>
                  </a:lnTo>
                  <a:lnTo>
                    <a:pt x="31075" y="183814"/>
                  </a:lnTo>
                  <a:lnTo>
                    <a:pt x="50800" y="187823"/>
                  </a:lnTo>
                  <a:lnTo>
                    <a:pt x="5090865" y="187823"/>
                  </a:lnTo>
                  <a:lnTo>
                    <a:pt x="5110590" y="183814"/>
                  </a:lnTo>
                  <a:lnTo>
                    <a:pt x="5126743" y="172900"/>
                  </a:lnTo>
                  <a:lnTo>
                    <a:pt x="5137657" y="156747"/>
                  </a:lnTo>
                  <a:lnTo>
                    <a:pt x="5141666" y="1370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5450859" y="844829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w="120000" h="312419" extrusionOk="0">
                  <a:moveTo>
                    <a:pt x="0" y="31225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5450859" y="8321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5450859" y="8194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5450859" y="8067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5450859" y="78767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594" name="Google Shape;594;p32"/>
          <p:cNvSpPr txBox="1"/>
          <p:nvPr/>
        </p:nvSpPr>
        <p:spPr>
          <a:xfrm>
            <a:off x="550786" y="2389917"/>
            <a:ext cx="7808828" cy="336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Tahoma"/>
                <a:ea typeface="Tahoma"/>
                <a:cs typeface="Tahoma"/>
                <a:sym typeface="Tahoma"/>
              </a:rPr>
              <a:t>INPUT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[CONV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ACTIVATION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POOL]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744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FC </a:t>
            </a:r>
            <a:r>
              <a:rPr lang="en-US" sz="2062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634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OUTPUT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95" name="Google Shape;595;p32"/>
          <p:cNvGrpSpPr/>
          <p:nvPr/>
        </p:nvGrpSpPr>
        <p:grpSpPr>
          <a:xfrm>
            <a:off x="1614177" y="3693579"/>
            <a:ext cx="457200" cy="914400"/>
            <a:chOff x="1017828" y="1789257"/>
            <a:chExt cx="288290" cy="576580"/>
          </a:xfrm>
        </p:grpSpPr>
        <p:sp>
          <p:nvSpPr>
            <p:cNvPr id="596" name="Google Shape;596;p32"/>
            <p:cNvSpPr/>
            <p:nvPr/>
          </p:nvSpPr>
          <p:spPr>
            <a:xfrm>
              <a:off x="1017828" y="1789257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1017828" y="1789257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598" name="Google Shape;598;p32"/>
          <p:cNvSpPr txBox="1"/>
          <p:nvPr/>
        </p:nvSpPr>
        <p:spPr>
          <a:xfrm>
            <a:off x="1581429" y="4654283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599" name="Google Shape;599;p32"/>
          <p:cNvSpPr txBox="1"/>
          <p:nvPr/>
        </p:nvSpPr>
        <p:spPr>
          <a:xfrm>
            <a:off x="1465939" y="3326617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32×32×3</a:t>
            </a:r>
            <a:endParaRPr sz="1427"/>
          </a:p>
        </p:txBody>
      </p:sp>
      <p:grpSp>
        <p:nvGrpSpPr>
          <p:cNvPr id="600" name="Google Shape;600;p32"/>
          <p:cNvGrpSpPr/>
          <p:nvPr/>
        </p:nvGrpSpPr>
        <p:grpSpPr>
          <a:xfrm>
            <a:off x="2070926" y="3784928"/>
            <a:ext cx="5481423" cy="731116"/>
            <a:chOff x="1305833" y="1846857"/>
            <a:chExt cx="3456342" cy="461009"/>
          </a:xfrm>
        </p:grpSpPr>
        <p:sp>
          <p:nvSpPr>
            <p:cNvPr id="601" name="Google Shape;601;p32"/>
            <p:cNvSpPr/>
            <p:nvPr/>
          </p:nvSpPr>
          <p:spPr>
            <a:xfrm>
              <a:off x="1593838" y="1846857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1593838" y="1846857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2169847" y="1904457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2169847" y="1904457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2745856" y="193325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2745856" y="193325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3321866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3321866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3897875" y="1990859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3897875" y="1990859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4473885" y="2019661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1305833" y="2019661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1507389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1881842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2083399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2457852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2659408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3033861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3235418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3609871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3811427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4185880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387436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627" name="Google Shape;627;p32"/>
          <p:cNvSpPr txBox="1"/>
          <p:nvPr/>
        </p:nvSpPr>
        <p:spPr>
          <a:xfrm>
            <a:off x="2424911" y="4676660"/>
            <a:ext cx="66263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Conv1</a:t>
            </a:r>
            <a:endParaRPr sz="1665"/>
          </a:p>
        </p:txBody>
      </p:sp>
      <p:sp>
        <p:nvSpPr>
          <p:cNvPr id="630" name="Google Shape;630;p32"/>
          <p:cNvSpPr txBox="1"/>
          <p:nvPr/>
        </p:nvSpPr>
        <p:spPr>
          <a:xfrm>
            <a:off x="2379413" y="3326617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28×28×6</a:t>
            </a:r>
            <a:endParaRPr sz="1427"/>
          </a:p>
        </p:txBody>
      </p:sp>
      <p:sp>
        <p:nvSpPr>
          <p:cNvPr id="631" name="Google Shape;631;p32"/>
          <p:cNvSpPr txBox="1"/>
          <p:nvPr/>
        </p:nvSpPr>
        <p:spPr>
          <a:xfrm>
            <a:off x="3377740" y="4675088"/>
            <a:ext cx="58408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Pool1</a:t>
            </a:r>
            <a:endParaRPr sz="1665"/>
          </a:p>
        </p:txBody>
      </p:sp>
      <p:sp>
        <p:nvSpPr>
          <p:cNvPr id="632" name="Google Shape;632;p32"/>
          <p:cNvSpPr txBox="1"/>
          <p:nvPr/>
        </p:nvSpPr>
        <p:spPr>
          <a:xfrm>
            <a:off x="3292907" y="3326617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14×14×6</a:t>
            </a:r>
            <a:endParaRPr sz="1427"/>
          </a:p>
        </p:txBody>
      </p:sp>
      <p:sp>
        <p:nvSpPr>
          <p:cNvPr id="633" name="Google Shape;633;p32"/>
          <p:cNvSpPr txBox="1"/>
          <p:nvPr/>
        </p:nvSpPr>
        <p:spPr>
          <a:xfrm>
            <a:off x="4251879" y="4676660"/>
            <a:ext cx="66263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Conv2</a:t>
            </a:r>
            <a:endParaRPr sz="1665"/>
          </a:p>
        </p:txBody>
      </p:sp>
      <p:sp>
        <p:nvSpPr>
          <p:cNvPr id="634" name="Google Shape;634;p32"/>
          <p:cNvSpPr txBox="1"/>
          <p:nvPr/>
        </p:nvSpPr>
        <p:spPr>
          <a:xfrm>
            <a:off x="4156168" y="3326617"/>
            <a:ext cx="853977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10×10×16</a:t>
            </a:r>
            <a:endParaRPr sz="1427"/>
          </a:p>
        </p:txBody>
      </p:sp>
      <p:sp>
        <p:nvSpPr>
          <p:cNvPr id="635" name="Google Shape;635;p32"/>
          <p:cNvSpPr txBox="1"/>
          <p:nvPr/>
        </p:nvSpPr>
        <p:spPr>
          <a:xfrm>
            <a:off x="5204707" y="4675088"/>
            <a:ext cx="58408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Pool2</a:t>
            </a:r>
            <a:endParaRPr sz="1665"/>
          </a:p>
        </p:txBody>
      </p:sp>
      <p:sp>
        <p:nvSpPr>
          <p:cNvPr id="636" name="Google Shape;636;p32"/>
          <p:cNvSpPr txBox="1"/>
          <p:nvPr/>
        </p:nvSpPr>
        <p:spPr>
          <a:xfrm>
            <a:off x="5170066" y="3326617"/>
            <a:ext cx="653574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5×5×16</a:t>
            </a:r>
            <a:endParaRPr sz="1427"/>
          </a:p>
        </p:txBody>
      </p:sp>
      <p:sp>
        <p:nvSpPr>
          <p:cNvPr id="637" name="Google Shape;637;p32"/>
          <p:cNvSpPr txBox="1"/>
          <p:nvPr/>
        </p:nvSpPr>
        <p:spPr>
          <a:xfrm>
            <a:off x="6245392" y="4676660"/>
            <a:ext cx="329305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FC</a:t>
            </a:r>
            <a:endParaRPr sz="1665"/>
          </a:p>
        </p:txBody>
      </p:sp>
      <p:sp>
        <p:nvSpPr>
          <p:cNvPr id="638" name="Google Shape;638;p32"/>
          <p:cNvSpPr txBox="1"/>
          <p:nvPr/>
        </p:nvSpPr>
        <p:spPr>
          <a:xfrm>
            <a:off x="6239209" y="3326617"/>
            <a:ext cx="342396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120</a:t>
            </a:r>
            <a:endParaRPr sz="1427"/>
          </a:p>
        </p:txBody>
      </p:sp>
      <p:sp>
        <p:nvSpPr>
          <p:cNvPr id="639" name="Google Shape;639;p32"/>
          <p:cNvSpPr txBox="1"/>
          <p:nvPr/>
        </p:nvSpPr>
        <p:spPr>
          <a:xfrm>
            <a:off x="6978039" y="4655855"/>
            <a:ext cx="69083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Output</a:t>
            </a:r>
            <a:endParaRPr sz="1665"/>
          </a:p>
        </p:txBody>
      </p:sp>
      <p:sp>
        <p:nvSpPr>
          <p:cNvPr id="640" name="Google Shape;640;p32"/>
          <p:cNvSpPr txBox="1"/>
          <p:nvPr/>
        </p:nvSpPr>
        <p:spPr>
          <a:xfrm>
            <a:off x="7202913" y="3326617"/>
            <a:ext cx="24169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</a:t>
            </a:r>
            <a:endParaRPr sz="1427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1EFDFA-0125-4ADD-B573-A652A059CD49}"/>
                  </a:ext>
                </a:extLst>
              </p14:cNvPr>
              <p14:cNvContentPartPr/>
              <p14:nvPr/>
            </p14:nvContentPartPr>
            <p14:xfrm>
              <a:off x="1362240" y="2845080"/>
              <a:ext cx="6830640" cy="340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1EFDFA-0125-4ADD-B573-A652A059CD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2880" y="2835720"/>
                <a:ext cx="6849360" cy="342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3"/>
          <p:cNvSpPr txBox="1">
            <a:spLocks noGrp="1"/>
          </p:cNvSpPr>
          <p:nvPr>
            <p:ph type="title"/>
          </p:nvPr>
        </p:nvSpPr>
        <p:spPr>
          <a:xfrm>
            <a:off x="151137" y="359153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CNN - 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-</a:t>
            </a:r>
            <a:r>
              <a:rPr lang="en-US" b="1" cap="small" dirty="0">
                <a:solidFill>
                  <a:srgbClr val="FFFFFF"/>
                </a:solidFill>
              </a:rPr>
              <a:t>by</a:t>
            </a:r>
            <a:r>
              <a:rPr lang="en-US" b="1" dirty="0">
                <a:solidFill>
                  <a:srgbClr val="FFFFFF"/>
                </a:solidFill>
              </a:rPr>
              <a:t>-L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 B</a:t>
            </a:r>
            <a:r>
              <a:rPr lang="en-US" b="1" cap="small" dirty="0">
                <a:solidFill>
                  <a:srgbClr val="FFFFFF"/>
                </a:solidFill>
              </a:rPr>
              <a:t>reakdown</a:t>
            </a:r>
            <a:endParaRPr b="1" dirty="0"/>
          </a:p>
        </p:txBody>
      </p:sp>
      <p:sp>
        <p:nvSpPr>
          <p:cNvPr id="655" name="Google Shape;655;p33"/>
          <p:cNvSpPr txBox="1"/>
          <p:nvPr/>
        </p:nvSpPr>
        <p:spPr>
          <a:xfrm>
            <a:off x="853439" y="1251442"/>
            <a:ext cx="7471955" cy="441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363041" indent="-342900" defTabSz="1450147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Layers (1-2)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marR="745214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low-level features </a:t>
            </a:r>
          </a:p>
          <a:p>
            <a:pPr marL="834339" marR="745214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Edges, corners, lines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(3×3, 5×5)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Local, small regions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1094"/>
              </a:spcBef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3041" indent="-342900" defTabSz="1450147">
              <a:spcBef>
                <a:spcPts val="8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 Layers (3-4)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low-level features </a:t>
            </a: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Shapes, textures, patterns </a:t>
            </a: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Medium-level abstractions </a:t>
            </a:r>
          </a:p>
          <a:p>
            <a:pPr marL="834339" marR="8056" indent="-34290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textcolorBitsRedr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67E3DA-F8E9-479C-B603-FA290CEE87ED}"/>
                  </a:ext>
                </a:extLst>
              </p14:cNvPr>
              <p14:cNvContentPartPr/>
              <p14:nvPr/>
            </p14:nvContentPartPr>
            <p14:xfrm>
              <a:off x="662400" y="1422720"/>
              <a:ext cx="384480" cy="413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67E3DA-F8E9-479C-B603-FA290CEE87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040" y="1413360"/>
                <a:ext cx="403200" cy="415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"/>
          <p:cNvSpPr txBox="1">
            <a:spLocks noGrp="1"/>
          </p:cNvSpPr>
          <p:nvPr>
            <p:ph type="title"/>
          </p:nvPr>
        </p:nvSpPr>
        <p:spPr>
          <a:xfrm>
            <a:off x="132475" y="329921"/>
            <a:ext cx="7387998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CNN - 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-</a:t>
            </a:r>
            <a:r>
              <a:rPr lang="en-US" b="1" cap="small" dirty="0">
                <a:solidFill>
                  <a:srgbClr val="FFFFFF"/>
                </a:solidFill>
              </a:rPr>
              <a:t>by</a:t>
            </a:r>
            <a:r>
              <a:rPr lang="en-US" b="1" dirty="0">
                <a:solidFill>
                  <a:srgbClr val="FFFFFF"/>
                </a:solidFill>
              </a:rPr>
              <a:t>-L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 B</a:t>
            </a:r>
            <a:r>
              <a:rPr lang="en-US" b="1" cap="small" dirty="0">
                <a:solidFill>
                  <a:srgbClr val="FFFFFF"/>
                </a:solidFill>
              </a:rPr>
              <a:t>reakdown</a:t>
            </a:r>
            <a:endParaRPr b="1" dirty="0"/>
          </a:p>
        </p:txBody>
      </p:sp>
      <p:sp>
        <p:nvSpPr>
          <p:cNvPr id="675" name="Google Shape;675;p34"/>
          <p:cNvSpPr txBox="1"/>
          <p:nvPr/>
        </p:nvSpPr>
        <p:spPr>
          <a:xfrm>
            <a:off x="877344" y="1128689"/>
            <a:ext cx="7016353" cy="49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Layers (5+)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1183280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object parts</a:t>
            </a:r>
          </a:p>
          <a:p>
            <a:pPr marL="777189" marR="1183280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Wheels, faces, eyes, ears</a:t>
            </a:r>
          </a:p>
          <a:p>
            <a:pPr marL="777189" marR="1183280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High-level semantics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Receptive Field: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textcolor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Bits Red image regions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450147">
              <a:spcBef>
                <a:spcPts val="1094"/>
              </a:spcBef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defTabSz="1450147">
              <a:spcBef>
                <a:spcPts val="8"/>
              </a:spcBef>
            </a:pPr>
            <a:r>
              <a:rPr lang="en-US" sz="20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Connected Layers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classification decision </a:t>
            </a: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vector from conv layers</a:t>
            </a: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probability scores</a:t>
            </a:r>
          </a:p>
          <a:p>
            <a:pPr marL="777189" marR="985899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all learned features</a:t>
            </a:r>
          </a:p>
          <a:p>
            <a:pPr marL="491439" marR="985899" defTabSz="1450147">
              <a:lnSpc>
                <a:spcPct val="138400"/>
              </a:lnSpc>
            </a:pPr>
            <a:endParaRPr sz="166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4"/>
          <p:cNvSpPr txBox="1">
            <a:spLocks noGrp="1"/>
          </p:cNvSpPr>
          <p:nvPr>
            <p:ph type="title"/>
          </p:nvPr>
        </p:nvSpPr>
        <p:spPr>
          <a:xfrm>
            <a:off x="151137" y="367246"/>
            <a:ext cx="674418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 O</a:t>
            </a:r>
            <a:r>
              <a:rPr lang="en-US" b="1" cap="small" dirty="0">
                <a:solidFill>
                  <a:srgbClr val="FFFFFF"/>
                </a:solidFill>
              </a:rPr>
              <a:t>peration</a:t>
            </a:r>
            <a:endParaRPr b="1" dirty="0"/>
          </a:p>
        </p:txBody>
      </p:sp>
      <p:sp>
        <p:nvSpPr>
          <p:cNvPr id="961" name="Google Shape;961;p44"/>
          <p:cNvSpPr txBox="1"/>
          <p:nvPr/>
        </p:nvSpPr>
        <p:spPr>
          <a:xfrm>
            <a:off x="1180259" y="1888695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</a:t>
            </a:r>
            <a:endParaRPr sz="1665"/>
          </a:p>
        </p:txBody>
      </p:sp>
      <p:graphicFrame>
        <p:nvGraphicFramePr>
          <p:cNvPr id="962" name="Google Shape;962;p44"/>
          <p:cNvGraphicFramePr/>
          <p:nvPr/>
        </p:nvGraphicFramePr>
        <p:xfrm>
          <a:off x="570935" y="2280560"/>
          <a:ext cx="2398839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3" name="Google Shape;963;p44"/>
          <p:cNvSpPr txBox="1"/>
          <p:nvPr/>
        </p:nvSpPr>
        <p:spPr>
          <a:xfrm>
            <a:off x="883100" y="4999890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964" name="Google Shape;964;p44"/>
          <p:cNvGraphicFramePr/>
          <p:nvPr/>
        </p:nvGraphicFramePr>
        <p:xfrm>
          <a:off x="3780701" y="3008235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65" name="Google Shape;965;p44"/>
          <p:cNvSpPr txBox="1"/>
          <p:nvPr/>
        </p:nvSpPr>
        <p:spPr>
          <a:xfrm>
            <a:off x="4186018" y="3967154"/>
            <a:ext cx="70292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 1</a:t>
            </a:r>
            <a:endParaRPr sz="1665"/>
          </a:p>
        </p:txBody>
      </p:sp>
      <p:grpSp>
        <p:nvGrpSpPr>
          <p:cNvPr id="966" name="Google Shape;966;p44"/>
          <p:cNvGrpSpPr/>
          <p:nvPr/>
        </p:nvGrpSpPr>
        <p:grpSpPr>
          <a:xfrm>
            <a:off x="6025149" y="1904550"/>
            <a:ext cx="2639636" cy="3093385"/>
            <a:chOff x="3799191" y="661174"/>
            <a:chExt cx="1664437" cy="1950551"/>
          </a:xfrm>
        </p:grpSpPr>
        <p:sp>
          <p:nvSpPr>
            <p:cNvPr id="967" name="Google Shape;967;p44"/>
            <p:cNvSpPr/>
            <p:nvPr/>
          </p:nvSpPr>
          <p:spPr>
            <a:xfrm>
              <a:off x="3799191" y="661174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968" name="Google Shape;968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03822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025524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711746"/>
              <a:ext cx="50800" cy="326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44"/>
            <p:cNvSpPr/>
            <p:nvPr/>
          </p:nvSpPr>
          <p:spPr>
            <a:xfrm>
              <a:off x="3799191" y="705604"/>
              <a:ext cx="1614170" cy="383540"/>
            </a:xfrm>
            <a:custGeom>
              <a:avLst/>
              <a:gdLst/>
              <a:ahLst/>
              <a:cxnLst/>
              <a:rect l="l" t="t" r="r" b="b"/>
              <a:pathLst>
                <a:path w="1614170" h="38354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1562835" y="383420"/>
                  </a:lnTo>
                  <a:lnTo>
                    <a:pt x="1582560" y="379412"/>
                  </a:lnTo>
                  <a:lnTo>
                    <a:pt x="1598713" y="368498"/>
                  </a:lnTo>
                  <a:lnTo>
                    <a:pt x="1609627" y="352345"/>
                  </a:lnTo>
                  <a:lnTo>
                    <a:pt x="1613635" y="332620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2" name="Google Shape;972;p44"/>
            <p:cNvSpPr/>
            <p:nvPr/>
          </p:nvSpPr>
          <p:spPr>
            <a:xfrm>
              <a:off x="5412827" y="749841"/>
              <a:ext cx="0" cy="307975"/>
            </a:xfrm>
            <a:custGeom>
              <a:avLst/>
              <a:gdLst/>
              <a:ahLst/>
              <a:cxnLst/>
              <a:rect l="l" t="t" r="r" b="b"/>
              <a:pathLst>
                <a:path w="120000" h="307975" extrusionOk="0">
                  <a:moveTo>
                    <a:pt x="0" y="30743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3" name="Google Shape;973;p44"/>
            <p:cNvSpPr/>
            <p:nvPr/>
          </p:nvSpPr>
          <p:spPr>
            <a:xfrm>
              <a:off x="5412827" y="7371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4" name="Google Shape;974;p44"/>
            <p:cNvSpPr/>
            <p:nvPr/>
          </p:nvSpPr>
          <p:spPr>
            <a:xfrm>
              <a:off x="5412827" y="7244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5" name="Google Shape;975;p44"/>
            <p:cNvSpPr/>
            <p:nvPr/>
          </p:nvSpPr>
          <p:spPr>
            <a:xfrm>
              <a:off x="5412827" y="7117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6" name="Google Shape;976;p44"/>
            <p:cNvSpPr/>
            <p:nvPr/>
          </p:nvSpPr>
          <p:spPr>
            <a:xfrm>
              <a:off x="5412827" y="69269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7" name="Google Shape;977;p44"/>
            <p:cNvSpPr/>
            <p:nvPr/>
          </p:nvSpPr>
          <p:spPr>
            <a:xfrm>
              <a:off x="3922004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8" name="Google Shape;978;p44"/>
            <p:cNvSpPr/>
            <p:nvPr/>
          </p:nvSpPr>
          <p:spPr>
            <a:xfrm>
              <a:off x="3922004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79" name="Google Shape;979;p44"/>
            <p:cNvSpPr/>
            <p:nvPr/>
          </p:nvSpPr>
          <p:spPr>
            <a:xfrm>
              <a:off x="4282008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4282008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1" name="Google Shape;981;p44"/>
            <p:cNvSpPr/>
            <p:nvPr/>
          </p:nvSpPr>
          <p:spPr>
            <a:xfrm>
              <a:off x="4642013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2" name="Google Shape;982;p44"/>
            <p:cNvSpPr/>
            <p:nvPr/>
          </p:nvSpPr>
          <p:spPr>
            <a:xfrm>
              <a:off x="4642013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3" name="Google Shape;983;p44"/>
            <p:cNvSpPr/>
            <p:nvPr/>
          </p:nvSpPr>
          <p:spPr>
            <a:xfrm>
              <a:off x="5002017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4" name="Google Shape;984;p44"/>
            <p:cNvSpPr/>
            <p:nvPr/>
          </p:nvSpPr>
          <p:spPr>
            <a:xfrm>
              <a:off x="5002017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3922004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3922004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4282008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8" name="Google Shape;988;p44"/>
            <p:cNvSpPr/>
            <p:nvPr/>
          </p:nvSpPr>
          <p:spPr>
            <a:xfrm>
              <a:off x="4282008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4642013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4642013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5002017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2" name="Google Shape;992;p44"/>
            <p:cNvSpPr/>
            <p:nvPr/>
          </p:nvSpPr>
          <p:spPr>
            <a:xfrm>
              <a:off x="5002017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3" name="Google Shape;993;p44"/>
            <p:cNvSpPr/>
            <p:nvPr/>
          </p:nvSpPr>
          <p:spPr>
            <a:xfrm>
              <a:off x="3922004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4" name="Google Shape;994;p44"/>
            <p:cNvSpPr/>
            <p:nvPr/>
          </p:nvSpPr>
          <p:spPr>
            <a:xfrm>
              <a:off x="3922004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5" name="Google Shape;995;p44"/>
            <p:cNvSpPr/>
            <p:nvPr/>
          </p:nvSpPr>
          <p:spPr>
            <a:xfrm>
              <a:off x="4282008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4282008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7" name="Google Shape;997;p44"/>
            <p:cNvSpPr/>
            <p:nvPr/>
          </p:nvSpPr>
          <p:spPr>
            <a:xfrm>
              <a:off x="4642013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4642013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5002017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5002017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3922004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3922004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4282008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4282008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4642013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4642013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5002017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5002017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009" name="Google Shape;1009;p44"/>
          <p:cNvSpPr txBox="1"/>
          <p:nvPr/>
        </p:nvSpPr>
        <p:spPr>
          <a:xfrm>
            <a:off x="6188210" y="1896365"/>
            <a:ext cx="2329374" cy="3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665" dirty="0"/>
              <a:t>After sliding through the entire image.</a:t>
            </a:r>
            <a:endParaRPr sz="1665" dirty="0"/>
          </a:p>
          <a:p>
            <a:pPr defTabSz="1450147">
              <a:spcBef>
                <a:spcPts val="1338"/>
              </a:spcBef>
            </a:pPr>
            <a:endParaRPr sz="1665" dirty="0"/>
          </a:p>
          <a:p>
            <a:pPr marL="302114" defTabSz="1450147">
              <a:spcBef>
                <a:spcPts val="8"/>
              </a:spcBef>
            </a:pPr>
            <a:r>
              <a:rPr lang="en-US" sz="1665" dirty="0"/>
              <a:t>3     -1       -3      -1</a:t>
            </a:r>
            <a:endParaRPr sz="1665" dirty="0"/>
          </a:p>
          <a:p>
            <a:pPr defTabSz="1450147">
              <a:spcBef>
                <a:spcPts val="579"/>
              </a:spcBef>
            </a:pPr>
            <a:endParaRPr sz="1665" dirty="0"/>
          </a:p>
          <a:p>
            <a:pPr marL="265860" defTabSz="1450147"/>
            <a:r>
              <a:rPr lang="en-US" sz="1665" dirty="0"/>
              <a:t>-3     -1       0      -3</a:t>
            </a:r>
            <a:endParaRPr sz="1665" dirty="0"/>
          </a:p>
          <a:p>
            <a:pPr defTabSz="1450147">
              <a:spcBef>
                <a:spcPts val="579"/>
              </a:spcBef>
            </a:pPr>
            <a:endParaRPr sz="1665" dirty="0"/>
          </a:p>
          <a:p>
            <a:pPr marL="265860" defTabSz="1450147">
              <a:spcBef>
                <a:spcPts val="8"/>
              </a:spcBef>
            </a:pPr>
            <a:r>
              <a:rPr lang="en-US" sz="1665" dirty="0"/>
              <a:t>-3     -2	0       1</a:t>
            </a:r>
            <a:endParaRPr sz="1665" dirty="0"/>
          </a:p>
          <a:p>
            <a:pPr defTabSz="1450147">
              <a:spcBef>
                <a:spcPts val="579"/>
              </a:spcBef>
            </a:pPr>
            <a:endParaRPr sz="1665" dirty="0"/>
          </a:p>
          <a:p>
            <a:pPr marL="302114" defTabSz="1450147"/>
            <a:r>
              <a:rPr lang="en-US" sz="1665" dirty="0"/>
              <a:t>3      -2        -2     -1</a:t>
            </a:r>
            <a:endParaRPr sz="1665" dirty="0"/>
          </a:p>
          <a:p>
            <a:pPr defTabSz="1450147">
              <a:spcBef>
                <a:spcPts val="507"/>
              </a:spcBef>
            </a:pPr>
            <a:endParaRPr sz="1665" dirty="0"/>
          </a:p>
          <a:p>
            <a:pPr marL="251762" defTabSz="1450147"/>
            <a:r>
              <a:rPr lang="en-US" sz="1665" dirty="0"/>
              <a:t>Output Feature Map</a:t>
            </a:r>
            <a:endParaRPr sz="16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EE8F1F-74B0-48DB-AFA5-0C4C71D91B52}"/>
                  </a:ext>
                </a:extLst>
              </p14:cNvPr>
              <p14:cNvContentPartPr/>
              <p14:nvPr/>
            </p14:nvContentPartPr>
            <p14:xfrm>
              <a:off x="175680" y="2053800"/>
              <a:ext cx="5815080" cy="3742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EE8F1F-74B0-48DB-AFA5-0C4C71D91B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320" y="2044440"/>
                <a:ext cx="5833800" cy="376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54"/>
          <p:cNvSpPr txBox="1">
            <a:spLocks noGrp="1"/>
          </p:cNvSpPr>
          <p:nvPr>
            <p:ph type="title"/>
          </p:nvPr>
        </p:nvSpPr>
        <p:spPr>
          <a:xfrm>
            <a:off x="151137" y="395237"/>
            <a:ext cx="720138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K</a:t>
            </a:r>
            <a:r>
              <a:rPr lang="en-US" b="1" cap="small" dirty="0">
                <a:solidFill>
                  <a:srgbClr val="FFFFFF"/>
                </a:solidFill>
              </a:rPr>
              <a:t>ernels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as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arameters</a:t>
            </a:r>
            <a:endParaRPr b="1" dirty="0"/>
          </a:p>
        </p:txBody>
      </p:sp>
      <p:pic>
        <p:nvPicPr>
          <p:cNvPr id="1266" name="Google Shape;12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40" y="1073020"/>
            <a:ext cx="8118537" cy="501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55"/>
          <p:cNvSpPr txBox="1">
            <a:spLocks noGrp="1"/>
          </p:cNvSpPr>
          <p:nvPr>
            <p:ph type="title"/>
          </p:nvPr>
        </p:nvSpPr>
        <p:spPr>
          <a:xfrm>
            <a:off x="151137" y="348584"/>
            <a:ext cx="725736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hat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o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earned</a:t>
            </a:r>
            <a:r>
              <a:rPr lang="en-US" b="1" dirty="0">
                <a:solidFill>
                  <a:srgbClr val="FFFFFF"/>
                </a:solidFill>
              </a:rPr>
              <a:t> K</a:t>
            </a:r>
            <a:r>
              <a:rPr lang="en-US" b="1" cap="small" dirty="0">
                <a:solidFill>
                  <a:srgbClr val="FFFFFF"/>
                </a:solidFill>
              </a:rPr>
              <a:t>ernels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ook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ike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pic>
        <p:nvPicPr>
          <p:cNvPr id="1278" name="Google Shape;127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68" y="1101012"/>
            <a:ext cx="8360229" cy="5206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57"/>
          <p:cNvSpPr txBox="1">
            <a:spLocks noGrp="1"/>
          </p:cNvSpPr>
          <p:nvPr>
            <p:ph type="title"/>
          </p:nvPr>
        </p:nvSpPr>
        <p:spPr>
          <a:xfrm>
            <a:off x="151137" y="292599"/>
            <a:ext cx="7350675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b="1" cap="small" dirty="0">
                <a:solidFill>
                  <a:srgbClr val="FFFFFF"/>
                </a:solidFill>
              </a:rPr>
              <a:t>adding</a:t>
            </a:r>
            <a:endParaRPr b="1" dirty="0"/>
          </a:p>
        </p:txBody>
      </p:sp>
      <p:grpSp>
        <p:nvGrpSpPr>
          <p:cNvPr id="1292" name="Google Shape;1292;p57"/>
          <p:cNvGrpSpPr/>
          <p:nvPr/>
        </p:nvGrpSpPr>
        <p:grpSpPr>
          <a:xfrm>
            <a:off x="564998" y="5031277"/>
            <a:ext cx="8234748" cy="810213"/>
            <a:chOff x="309193" y="2497429"/>
            <a:chExt cx="5192466" cy="510884"/>
          </a:xfrm>
        </p:grpSpPr>
        <p:sp>
          <p:nvSpPr>
            <p:cNvPr id="1299" name="Google Shape;1299;p57"/>
            <p:cNvSpPr/>
            <p:nvPr/>
          </p:nvSpPr>
          <p:spPr>
            <a:xfrm>
              <a:off x="309193" y="249742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300" name="Google Shape;1300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269166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29067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5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289401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5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2541663"/>
              <a:ext cx="50800" cy="365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57"/>
            <p:cNvSpPr/>
            <p:nvPr/>
          </p:nvSpPr>
          <p:spPr>
            <a:xfrm>
              <a:off x="309193" y="2735948"/>
              <a:ext cx="5142230" cy="221615"/>
            </a:xfrm>
            <a:custGeom>
              <a:avLst/>
              <a:gdLst/>
              <a:ahLst/>
              <a:cxnLst/>
              <a:rect l="l" t="t" r="r" b="b"/>
              <a:pathLst>
                <a:path w="5142230" h="22161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70764"/>
                  </a:lnTo>
                  <a:lnTo>
                    <a:pt x="4008" y="190489"/>
                  </a:lnTo>
                  <a:lnTo>
                    <a:pt x="14922" y="206642"/>
                  </a:lnTo>
                  <a:lnTo>
                    <a:pt x="31075" y="217556"/>
                  </a:lnTo>
                  <a:lnTo>
                    <a:pt x="50800" y="221564"/>
                  </a:lnTo>
                  <a:lnTo>
                    <a:pt x="5090865" y="221564"/>
                  </a:lnTo>
                  <a:lnTo>
                    <a:pt x="5110590" y="217556"/>
                  </a:lnTo>
                  <a:lnTo>
                    <a:pt x="5126743" y="206642"/>
                  </a:lnTo>
                  <a:lnTo>
                    <a:pt x="5137657" y="190489"/>
                  </a:lnTo>
                  <a:lnTo>
                    <a:pt x="5141666" y="17076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5" name="Google Shape;1305;p57"/>
            <p:cNvSpPr/>
            <p:nvPr/>
          </p:nvSpPr>
          <p:spPr>
            <a:xfrm>
              <a:off x="5450859" y="2579766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w="120000" h="346075" extrusionOk="0">
                  <a:moveTo>
                    <a:pt x="0" y="345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6" name="Google Shape;1306;p57"/>
            <p:cNvSpPr/>
            <p:nvPr/>
          </p:nvSpPr>
          <p:spPr>
            <a:xfrm>
              <a:off x="5450859" y="2567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7" name="Google Shape;1307;p57"/>
            <p:cNvSpPr/>
            <p:nvPr/>
          </p:nvSpPr>
          <p:spPr>
            <a:xfrm>
              <a:off x="5450859" y="2554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8" name="Google Shape;1308;p57"/>
            <p:cNvSpPr/>
            <p:nvPr/>
          </p:nvSpPr>
          <p:spPr>
            <a:xfrm>
              <a:off x="5450859" y="2541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09" name="Google Shape;1309;p57"/>
            <p:cNvSpPr/>
            <p:nvPr/>
          </p:nvSpPr>
          <p:spPr>
            <a:xfrm>
              <a:off x="5450859" y="252261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310" name="Google Shape;1310;p57"/>
          <p:cNvSpPr txBox="1"/>
          <p:nvPr/>
        </p:nvSpPr>
        <p:spPr>
          <a:xfrm>
            <a:off x="564997" y="1133176"/>
            <a:ext cx="7645941" cy="361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algn="just" defTabSz="1450147"/>
            <a:r>
              <a:rPr lang="en-US" sz="2000" b="1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Padding?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padding: Output size = Input size - Kernel size + 1 </a:t>
            </a:r>
          </a:p>
          <a:p>
            <a:pPr marL="777189" marR="8056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at borders gets less attention</a:t>
            </a:r>
          </a:p>
          <a:p>
            <a:pPr marL="777189" marR="8056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would shrink feature maps rapidly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1450147">
              <a:spcBef>
                <a:spcPts val="198"/>
              </a:spcBef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algn="just" defTabSz="1450147"/>
            <a:r>
              <a:rPr lang="en-US" sz="2000" b="1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Padding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464248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 Padding: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padding (output smaller than input) </a:t>
            </a:r>
          </a:p>
          <a:p>
            <a:pPr marL="777189" marR="464248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Padding: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 to keep output size = input size </a:t>
            </a:r>
          </a:p>
          <a:p>
            <a:pPr marL="777189" marR="464248" indent="-285750" algn="just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Padding: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 padding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9D400B-10FC-4870-83B1-52A140E9B1A1}"/>
              </a:ext>
            </a:extLst>
          </p:cNvPr>
          <p:cNvSpPr/>
          <p:nvPr/>
        </p:nvSpPr>
        <p:spPr>
          <a:xfrm>
            <a:off x="653145" y="5059601"/>
            <a:ext cx="8065135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141" defTabSz="1450147">
              <a:spcBef>
                <a:spcPts val="1594"/>
              </a:spcBef>
            </a:pPr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ame</a:t>
            </a:r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alculation</a:t>
            </a:r>
            <a:endParaRPr lang="en-US"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20141" defTabSz="1450147">
              <a:spcBef>
                <a:spcPts val="341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kernel size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stride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Padding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/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768159-1D96-4418-81A5-55509E197002}"/>
                  </a:ext>
                </a:extLst>
              </p14:cNvPr>
              <p14:cNvContentPartPr/>
              <p14:nvPr/>
            </p14:nvContentPartPr>
            <p14:xfrm>
              <a:off x="831240" y="582840"/>
              <a:ext cx="6737760" cy="543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768159-1D96-4418-81A5-55509E1970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1880" y="573480"/>
                <a:ext cx="6756480" cy="545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8"/>
          <p:cNvSpPr txBox="1"/>
          <p:nvPr/>
        </p:nvSpPr>
        <p:spPr>
          <a:xfrm>
            <a:off x="151137" y="329922"/>
            <a:ext cx="479053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sz="2696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8"/>
          <p:cNvSpPr txBox="1"/>
          <p:nvPr/>
        </p:nvSpPr>
        <p:spPr>
          <a:xfrm>
            <a:off x="2330760" y="1877313"/>
            <a:ext cx="2756292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507"/>
              <a:t>Input Image with padding 8 </a:t>
            </a:r>
            <a:r>
              <a:rPr lang="en-US" sz="1665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507"/>
              <a:t>8</a:t>
            </a:r>
            <a:endParaRPr sz="1507"/>
          </a:p>
        </p:txBody>
      </p:sp>
      <p:graphicFrame>
        <p:nvGraphicFramePr>
          <p:cNvPr id="1323" name="Google Shape;1323;p58"/>
          <p:cNvGraphicFramePr/>
          <p:nvPr/>
        </p:nvGraphicFramePr>
        <p:xfrm>
          <a:off x="2158465" y="2232008"/>
          <a:ext cx="3093776" cy="319844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86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806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9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24" name="Google Shape;1324;p58"/>
          <p:cNvSpPr txBox="1"/>
          <p:nvPr/>
        </p:nvSpPr>
        <p:spPr>
          <a:xfrm>
            <a:off x="5352724" y="2812975"/>
            <a:ext cx="1242698" cy="94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19334" defTabSz="1450147"/>
            <a:r>
              <a:rPr lang="en-US" sz="1665"/>
              <a:t>Filter1</a:t>
            </a:r>
            <a:endParaRPr sz="1665"/>
          </a:p>
          <a:p>
            <a:pPr defTabSz="1450147">
              <a:spcBef>
                <a:spcPts val="1150"/>
              </a:spcBef>
            </a:pPr>
            <a:endParaRPr sz="1665"/>
          </a:p>
          <a:p>
            <a:pPr marL="20141" defTabSz="1450147">
              <a:spcBef>
                <a:spcPts val="8"/>
              </a:spcBef>
            </a:pPr>
            <a:r>
              <a:rPr lang="en-US" sz="1665"/>
              <a:t>*</a:t>
            </a:r>
            <a:endParaRPr sz="1665"/>
          </a:p>
        </p:txBody>
      </p:sp>
      <p:graphicFrame>
        <p:nvGraphicFramePr>
          <p:cNvPr id="1325" name="Google Shape;1325;p58"/>
          <p:cNvGraphicFramePr/>
          <p:nvPr/>
        </p:nvGraphicFramePr>
        <p:xfrm>
          <a:off x="5517397" y="3180762"/>
          <a:ext cx="1504506" cy="133227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CEC13E-79DF-42B5-AEE5-60EC59EC07AA}"/>
                  </a:ext>
                </a:extLst>
              </p14:cNvPr>
              <p14:cNvContentPartPr/>
              <p14:nvPr/>
            </p14:nvContentPartPr>
            <p14:xfrm>
              <a:off x="1437120" y="611280"/>
              <a:ext cx="5760360" cy="456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CEC13E-79DF-42B5-AEE5-60EC59EC07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7760" y="601920"/>
                <a:ext cx="5779080" cy="458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9"/>
          <p:cNvSpPr txBox="1">
            <a:spLocks noGrp="1"/>
          </p:cNvSpPr>
          <p:nvPr>
            <p:ph type="title"/>
          </p:nvPr>
        </p:nvSpPr>
        <p:spPr>
          <a:xfrm>
            <a:off x="151137" y="255279"/>
            <a:ext cx="761193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S</a:t>
            </a:r>
            <a:r>
              <a:rPr lang="en-US" b="1" cap="small" dirty="0">
                <a:solidFill>
                  <a:srgbClr val="FFFFFF"/>
                </a:solidFill>
              </a:rPr>
              <a:t>tride</a:t>
            </a:r>
            <a:endParaRPr b="1" dirty="0"/>
          </a:p>
        </p:txBody>
      </p:sp>
      <p:pic>
        <p:nvPicPr>
          <p:cNvPr id="1343" name="Google Shape;134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16" y="1212981"/>
            <a:ext cx="8420724" cy="493589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EA1379-C6D9-400A-9838-18CB3BD88BEB}"/>
                  </a:ext>
                </a:extLst>
              </p14:cNvPr>
              <p14:cNvContentPartPr/>
              <p14:nvPr/>
            </p14:nvContentPartPr>
            <p14:xfrm>
              <a:off x="642240" y="370080"/>
              <a:ext cx="8316000" cy="596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EA1379-C6D9-400A-9838-18CB3BD88B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880" y="360720"/>
                <a:ext cx="8334720" cy="598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/>
          <p:nvPr/>
        </p:nvSpPr>
        <p:spPr>
          <a:xfrm>
            <a:off x="151138" y="385905"/>
            <a:ext cx="647230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/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peration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696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en-US" sz="2696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tride</a:t>
            </a:r>
            <a:endParaRPr sz="2696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60"/>
          <p:cNvSpPr txBox="1"/>
          <p:nvPr/>
        </p:nvSpPr>
        <p:spPr>
          <a:xfrm>
            <a:off x="1270632" y="1876692"/>
            <a:ext cx="1186303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stride </a:t>
            </a: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3</a:t>
            </a:r>
            <a:endParaRPr sz="1665"/>
          </a:p>
        </p:txBody>
      </p:sp>
      <p:graphicFrame>
        <p:nvGraphicFramePr>
          <p:cNvPr id="1350" name="Google Shape;1350;p60"/>
          <p:cNvGraphicFramePr/>
          <p:nvPr/>
        </p:nvGraphicFramePr>
        <p:xfrm>
          <a:off x="570934" y="2268557"/>
          <a:ext cx="2580108" cy="26645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1" name="Google Shape;1351;p60"/>
          <p:cNvSpPr txBox="1"/>
          <p:nvPr/>
        </p:nvSpPr>
        <p:spPr>
          <a:xfrm>
            <a:off x="973473" y="4987868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1352" name="Google Shape;1352;p60"/>
          <p:cNvGraphicFramePr/>
          <p:nvPr/>
        </p:nvGraphicFramePr>
        <p:xfrm>
          <a:off x="3780702" y="2997942"/>
          <a:ext cx="1504506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3" name="Google Shape;1353;p60"/>
          <p:cNvSpPr txBox="1"/>
          <p:nvPr/>
        </p:nvSpPr>
        <p:spPr>
          <a:xfrm>
            <a:off x="4216128" y="3869711"/>
            <a:ext cx="642497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Filter1</a:t>
            </a:r>
            <a:endParaRPr sz="1665"/>
          </a:p>
        </p:txBody>
      </p:sp>
      <p:grpSp>
        <p:nvGrpSpPr>
          <p:cNvPr id="1354" name="Google Shape;1354;p60"/>
          <p:cNvGrpSpPr/>
          <p:nvPr/>
        </p:nvGrpSpPr>
        <p:grpSpPr>
          <a:xfrm>
            <a:off x="6790834" y="2856900"/>
            <a:ext cx="1028131" cy="457200"/>
            <a:chOff x="4281998" y="1261684"/>
            <a:chExt cx="648294" cy="288290"/>
          </a:xfrm>
        </p:grpSpPr>
        <p:sp>
          <p:nvSpPr>
            <p:cNvPr id="1355" name="Google Shape;1355;p60"/>
            <p:cNvSpPr/>
            <p:nvPr/>
          </p:nvSpPr>
          <p:spPr>
            <a:xfrm>
              <a:off x="4281998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56" name="Google Shape;1356;p60"/>
            <p:cNvSpPr/>
            <p:nvPr/>
          </p:nvSpPr>
          <p:spPr>
            <a:xfrm>
              <a:off x="4281998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57" name="Google Shape;1357;p60"/>
            <p:cNvSpPr/>
            <p:nvPr/>
          </p:nvSpPr>
          <p:spPr>
            <a:xfrm>
              <a:off x="4642002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58" name="Google Shape;1358;p60"/>
            <p:cNvSpPr/>
            <p:nvPr/>
          </p:nvSpPr>
          <p:spPr>
            <a:xfrm>
              <a:off x="4642002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359" name="Google Shape;1359;p60"/>
          <p:cNvSpPr txBox="1"/>
          <p:nvPr/>
        </p:nvSpPr>
        <p:spPr>
          <a:xfrm>
            <a:off x="6938826" y="2924757"/>
            <a:ext cx="76837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3       -1</a:t>
            </a:r>
            <a:endParaRPr sz="1665"/>
          </a:p>
        </p:txBody>
      </p:sp>
      <p:grpSp>
        <p:nvGrpSpPr>
          <p:cNvPr id="1360" name="Google Shape;1360;p60"/>
          <p:cNvGrpSpPr/>
          <p:nvPr/>
        </p:nvGrpSpPr>
        <p:grpSpPr>
          <a:xfrm>
            <a:off x="6790834" y="3427831"/>
            <a:ext cx="1028131" cy="457200"/>
            <a:chOff x="4281998" y="1621688"/>
            <a:chExt cx="648294" cy="288290"/>
          </a:xfrm>
        </p:grpSpPr>
        <p:sp>
          <p:nvSpPr>
            <p:cNvPr id="1361" name="Google Shape;1361;p60"/>
            <p:cNvSpPr/>
            <p:nvPr/>
          </p:nvSpPr>
          <p:spPr>
            <a:xfrm>
              <a:off x="4281998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62" name="Google Shape;1362;p60"/>
            <p:cNvSpPr/>
            <p:nvPr/>
          </p:nvSpPr>
          <p:spPr>
            <a:xfrm>
              <a:off x="4281998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63" name="Google Shape;1363;p60"/>
            <p:cNvSpPr/>
            <p:nvPr/>
          </p:nvSpPr>
          <p:spPr>
            <a:xfrm>
              <a:off x="4642002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364" name="Google Shape;1364;p60"/>
            <p:cNvSpPr/>
            <p:nvPr/>
          </p:nvSpPr>
          <p:spPr>
            <a:xfrm>
              <a:off x="4642002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365" name="Google Shape;1365;p60"/>
          <p:cNvSpPr txBox="1"/>
          <p:nvPr/>
        </p:nvSpPr>
        <p:spPr>
          <a:xfrm>
            <a:off x="6468754" y="3495674"/>
            <a:ext cx="1672811" cy="85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489425" defTabSz="1450147"/>
            <a:r>
              <a:rPr lang="en-US" sz="1665" dirty="0"/>
              <a:t>3        -1</a:t>
            </a:r>
            <a:endParaRPr sz="1665" dirty="0"/>
          </a:p>
          <a:p>
            <a:pPr defTabSz="1450147">
              <a:spcBef>
                <a:spcPts val="500"/>
              </a:spcBef>
            </a:pPr>
            <a:endParaRPr sz="1665" dirty="0"/>
          </a:p>
          <a:p>
            <a:pPr marL="20141" defTabSz="1450147">
              <a:spcBef>
                <a:spcPts val="8"/>
              </a:spcBef>
            </a:pPr>
            <a:r>
              <a:rPr lang="en-US" sz="1665" dirty="0"/>
              <a:t>Feature Map 2x2</a:t>
            </a:r>
            <a:endParaRPr sz="16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5AE185-15FA-4AC2-84A8-322705FA32D4}"/>
                  </a:ext>
                </a:extLst>
              </p14:cNvPr>
              <p14:cNvContentPartPr/>
              <p14:nvPr/>
            </p14:nvContentPartPr>
            <p14:xfrm>
              <a:off x="1937880" y="1582200"/>
              <a:ext cx="6680520" cy="463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5AE185-15FA-4AC2-84A8-322705FA32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8520" y="1572840"/>
                <a:ext cx="6699240" cy="465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1"/>
          <p:cNvSpPr txBox="1">
            <a:spLocks noGrp="1"/>
          </p:cNvSpPr>
          <p:nvPr>
            <p:ph type="title"/>
          </p:nvPr>
        </p:nvSpPr>
        <p:spPr>
          <a:xfrm>
            <a:off x="151137" y="35791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 err="1">
                <a:solidFill>
                  <a:srgbClr val="FFFFFF"/>
                </a:solidFill>
              </a:rPr>
              <a:t>S</a:t>
            </a:r>
            <a:r>
              <a:rPr lang="en-US" b="1" cap="small" dirty="0" err="1">
                <a:solidFill>
                  <a:srgbClr val="FFFFFF"/>
                </a:solidFill>
              </a:rPr>
              <a:t>trided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endParaRPr b="1" dirty="0"/>
          </a:p>
        </p:txBody>
      </p:sp>
      <p:pic>
        <p:nvPicPr>
          <p:cNvPr id="1383" name="Google Shape;13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837" y="1101013"/>
            <a:ext cx="8089641" cy="530911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51576B-248C-4802-A32E-7D29CF7781B1}"/>
                  </a:ext>
                </a:extLst>
              </p14:cNvPr>
              <p14:cNvContentPartPr/>
              <p14:nvPr/>
            </p14:nvContentPartPr>
            <p14:xfrm>
              <a:off x="4885920" y="1670760"/>
              <a:ext cx="3979080" cy="1921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51576B-248C-4802-A32E-7D29CF7781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6560" y="1661400"/>
                <a:ext cx="3997800" cy="194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3"/>
          <p:cNvSpPr txBox="1">
            <a:spLocks noGrp="1"/>
          </p:cNvSpPr>
          <p:nvPr>
            <p:ph type="title"/>
          </p:nvPr>
        </p:nvSpPr>
        <p:spPr>
          <a:xfrm>
            <a:off x="151137" y="23661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D</a:t>
            </a:r>
            <a:r>
              <a:rPr lang="en-US" b="1" cap="small" dirty="0">
                <a:solidFill>
                  <a:srgbClr val="FFFFFF"/>
                </a:solidFill>
              </a:rPr>
              <a:t>ilated</a:t>
            </a:r>
            <a:r>
              <a:rPr lang="en-US" b="1" dirty="0">
                <a:solidFill>
                  <a:srgbClr val="FFFFFF"/>
                </a:solidFill>
              </a:rPr>
              <a:t> (</a:t>
            </a:r>
            <a:r>
              <a:rPr lang="en-US" b="1" dirty="0" err="1">
                <a:solidFill>
                  <a:srgbClr val="FFFFFF"/>
                </a:solidFill>
              </a:rPr>
              <a:t>A</a:t>
            </a:r>
            <a:r>
              <a:rPr lang="en-US" b="1" cap="small" dirty="0" err="1">
                <a:solidFill>
                  <a:srgbClr val="FFFFFF"/>
                </a:solidFill>
              </a:rPr>
              <a:t>trous</a:t>
            </a:r>
            <a:r>
              <a:rPr lang="en-US" b="1" dirty="0">
                <a:solidFill>
                  <a:srgbClr val="FFFFFF"/>
                </a:solidFill>
              </a:rPr>
              <a:t>)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endParaRPr b="1" dirty="0"/>
          </a:p>
        </p:txBody>
      </p:sp>
      <p:grpSp>
        <p:nvGrpSpPr>
          <p:cNvPr id="1417" name="Google Shape;1417;p63"/>
          <p:cNvGrpSpPr/>
          <p:nvPr/>
        </p:nvGrpSpPr>
        <p:grpSpPr>
          <a:xfrm>
            <a:off x="490350" y="1036633"/>
            <a:ext cx="8234748" cy="1066889"/>
            <a:chOff x="309193" y="537514"/>
            <a:chExt cx="5192466" cy="672733"/>
          </a:xfrm>
        </p:grpSpPr>
        <p:sp>
          <p:nvSpPr>
            <p:cNvPr id="1418" name="Google Shape;1418;p63"/>
            <p:cNvSpPr/>
            <p:nvPr/>
          </p:nvSpPr>
          <p:spPr>
            <a:xfrm>
              <a:off x="309193" y="537514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419" name="Google Shape;1419;p6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1748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0" name="Google Shape;1420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086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1" name="Google Shape;1421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9594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2" name="Google Shape;1422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1748"/>
              <a:ext cx="50800" cy="526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3" name="Google Shape;1423;p63"/>
            <p:cNvSpPr/>
            <p:nvPr/>
          </p:nvSpPr>
          <p:spPr>
            <a:xfrm>
              <a:off x="309193" y="776026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5090865" y="383420"/>
                  </a:lnTo>
                  <a:lnTo>
                    <a:pt x="5110590" y="379412"/>
                  </a:lnTo>
                  <a:lnTo>
                    <a:pt x="5126743" y="368498"/>
                  </a:lnTo>
                  <a:lnTo>
                    <a:pt x="5137657" y="352345"/>
                  </a:lnTo>
                  <a:lnTo>
                    <a:pt x="5141666" y="33262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4" name="Google Shape;1424;p63"/>
            <p:cNvSpPr/>
            <p:nvPr/>
          </p:nvSpPr>
          <p:spPr>
            <a:xfrm>
              <a:off x="5450859" y="619844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w="120000" h="508000" extrusionOk="0">
                  <a:moveTo>
                    <a:pt x="0" y="50785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5" name="Google Shape;1425;p63"/>
            <p:cNvSpPr/>
            <p:nvPr/>
          </p:nvSpPr>
          <p:spPr>
            <a:xfrm>
              <a:off x="5450859" y="6071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6" name="Google Shape;1426;p63"/>
            <p:cNvSpPr/>
            <p:nvPr/>
          </p:nvSpPr>
          <p:spPr>
            <a:xfrm>
              <a:off x="5450859" y="5944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7" name="Google Shape;1427;p63"/>
            <p:cNvSpPr/>
            <p:nvPr/>
          </p:nvSpPr>
          <p:spPr>
            <a:xfrm>
              <a:off x="5450859" y="5817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28" name="Google Shape;1428;p63"/>
            <p:cNvSpPr/>
            <p:nvPr/>
          </p:nvSpPr>
          <p:spPr>
            <a:xfrm>
              <a:off x="5450859" y="56269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1432" name="Google Shape;1432;p63"/>
          <p:cNvSpPr txBox="1"/>
          <p:nvPr/>
        </p:nvSpPr>
        <p:spPr>
          <a:xfrm>
            <a:off x="546336" y="2325887"/>
            <a:ext cx="8033226" cy="313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80564" defTabSz="1450147"/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Dilation rate </a:t>
            </a:r>
            <a:r>
              <a:rPr lang="en-US" sz="2000" i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pixels between kernel elements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1861" defTabSz="1450147">
              <a:spcBef>
                <a:spcPts val="530"/>
              </a:spcBef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Standard convolution (no dilation)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1861" defTabSz="1450147">
              <a:spcBef>
                <a:spcPts val="476"/>
              </a:spcBef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One pixel gap between kernel elements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1861" defTabSz="1450147">
              <a:spcBef>
                <a:spcPts val="476"/>
              </a:spcBef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3: Two pixel gaps between elements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564" defTabSz="1450147">
              <a:spcBef>
                <a:spcPts val="1616"/>
              </a:spcBef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receptive field: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846" algn="ctr" defTabSz="1450147">
              <a:spcBef>
                <a:spcPts val="56"/>
              </a:spcBef>
            </a:pPr>
            <a:r>
              <a:rPr 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2000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</a:t>
            </a:r>
            <a:r>
              <a:rPr lang="en-US" sz="20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 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80564" defTabSz="1450147">
              <a:spcBef>
                <a:spcPts val="1269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kernel size,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dilation rate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564" defTabSz="1450147">
              <a:spcBef>
                <a:spcPts val="56"/>
              </a:spcBef>
            </a:pPr>
            <a:r>
              <a:rPr lang="en-US" sz="20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kernel with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5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receptive field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B23CCC-8228-4A10-968A-62FBCDBECB68}"/>
              </a:ext>
            </a:extLst>
          </p:cNvPr>
          <p:cNvSpPr/>
          <p:nvPr/>
        </p:nvSpPr>
        <p:spPr>
          <a:xfrm>
            <a:off x="606488" y="973385"/>
            <a:ext cx="8047161" cy="1000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564" defTabSz="1450147"/>
            <a:r>
              <a:rPr lang="en-US" sz="1800" b="1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 b="1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lang="en-US"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80564" marR="28197" defTabSz="1450147">
              <a:lnSpc>
                <a:spcPct val="114700"/>
              </a:lnSpc>
              <a:spcBef>
                <a:spcPts val="111"/>
              </a:spcBef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Dilated convolution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(also called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atrous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convolution) inserts spaces (holes) between kernel elements to increase receptive field without increasing parameters.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4E0E95-6C31-46BC-A3CE-A3BCC13E1B99}"/>
                  </a:ext>
                </a:extLst>
              </p14:cNvPr>
              <p14:cNvContentPartPr/>
              <p14:nvPr/>
            </p14:nvContentPartPr>
            <p14:xfrm>
              <a:off x="489240" y="2159640"/>
              <a:ext cx="6739920" cy="1678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4E0E95-6C31-46BC-A3CE-A3BCC13E1B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880" y="2150280"/>
                <a:ext cx="6758640" cy="169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64"/>
          <p:cNvSpPr txBox="1">
            <a:spLocks noGrp="1"/>
          </p:cNvSpPr>
          <p:nvPr>
            <p:ph type="title"/>
          </p:nvPr>
        </p:nvSpPr>
        <p:spPr>
          <a:xfrm>
            <a:off x="141806" y="2272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b="1" dirty="0">
                <a:solidFill>
                  <a:srgbClr val="FFFFFF"/>
                </a:solidFill>
              </a:rPr>
              <a:t>D</a:t>
            </a:r>
            <a:r>
              <a:rPr lang="en-US" b="1" cap="small" dirty="0">
                <a:solidFill>
                  <a:srgbClr val="FFFFFF"/>
                </a:solidFill>
              </a:rPr>
              <a:t>ilated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onvolution</a:t>
            </a:r>
            <a:r>
              <a:rPr lang="en-US" b="1" dirty="0">
                <a:solidFill>
                  <a:srgbClr val="FFFFFF"/>
                </a:solidFill>
              </a:rPr>
              <a:t>: V</a:t>
            </a:r>
            <a:r>
              <a:rPr lang="en-US" b="1" cap="small" dirty="0">
                <a:solidFill>
                  <a:srgbClr val="FFFFFF"/>
                </a:solidFill>
              </a:rPr>
              <a:t>isual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sp>
        <p:nvSpPr>
          <p:cNvPr id="1444" name="Google Shape;1444;p64"/>
          <p:cNvSpPr txBox="1"/>
          <p:nvPr/>
        </p:nvSpPr>
        <p:spPr>
          <a:xfrm>
            <a:off x="2968778" y="2088726"/>
            <a:ext cx="319737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Standard vs. Dilated Convolution</a:t>
            </a:r>
            <a:endParaRPr sz="1665"/>
          </a:p>
        </p:txBody>
      </p:sp>
      <p:grpSp>
        <p:nvGrpSpPr>
          <p:cNvPr id="1445" name="Google Shape;1445;p64"/>
          <p:cNvGrpSpPr/>
          <p:nvPr/>
        </p:nvGrpSpPr>
        <p:grpSpPr>
          <a:xfrm>
            <a:off x="2488316" y="2514040"/>
            <a:ext cx="1644510" cy="1644510"/>
            <a:chOff x="1569021" y="1016074"/>
            <a:chExt cx="1036955" cy="1036955"/>
          </a:xfrm>
        </p:grpSpPr>
        <p:sp>
          <p:nvSpPr>
            <p:cNvPr id="1446" name="Google Shape;1446;p64"/>
            <p:cNvSpPr/>
            <p:nvPr/>
          </p:nvSpPr>
          <p:spPr>
            <a:xfrm>
              <a:off x="1569021" y="1016074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5" h="1036955" extrusionOk="0">
                  <a:moveTo>
                    <a:pt x="0" y="1036804"/>
                  </a:moveTo>
                  <a:lnTo>
                    <a:pt x="1036804" y="1036804"/>
                  </a:lnTo>
                </a:path>
                <a:path w="1036955" h="1036955" extrusionOk="0">
                  <a:moveTo>
                    <a:pt x="0" y="907206"/>
                  </a:moveTo>
                  <a:lnTo>
                    <a:pt x="1036804" y="907206"/>
                  </a:lnTo>
                </a:path>
                <a:path w="1036955" h="1036955" extrusionOk="0">
                  <a:moveTo>
                    <a:pt x="0" y="777607"/>
                  </a:moveTo>
                  <a:lnTo>
                    <a:pt x="1036804" y="777607"/>
                  </a:lnTo>
                </a:path>
                <a:path w="1036955" h="1036955" extrusionOk="0">
                  <a:moveTo>
                    <a:pt x="0" y="648008"/>
                  </a:moveTo>
                  <a:lnTo>
                    <a:pt x="1036804" y="648008"/>
                  </a:lnTo>
                </a:path>
                <a:path w="1036955" h="1036955" extrusionOk="0">
                  <a:moveTo>
                    <a:pt x="0" y="518409"/>
                  </a:moveTo>
                  <a:lnTo>
                    <a:pt x="1036804" y="518409"/>
                  </a:lnTo>
                </a:path>
                <a:path w="1036955" h="1036955" extrusionOk="0">
                  <a:moveTo>
                    <a:pt x="0" y="388811"/>
                  </a:moveTo>
                  <a:lnTo>
                    <a:pt x="1036804" y="388811"/>
                  </a:lnTo>
                </a:path>
                <a:path w="1036955" h="1036955" extrusionOk="0">
                  <a:moveTo>
                    <a:pt x="0" y="259212"/>
                  </a:moveTo>
                  <a:lnTo>
                    <a:pt x="1036804" y="259212"/>
                  </a:lnTo>
                </a:path>
                <a:path w="1036955" h="1036955" extrusionOk="0">
                  <a:moveTo>
                    <a:pt x="0" y="129613"/>
                  </a:moveTo>
                  <a:lnTo>
                    <a:pt x="1036804" y="129613"/>
                  </a:lnTo>
                </a:path>
                <a:path w="1036955" h="1036955" extrusionOk="0">
                  <a:moveTo>
                    <a:pt x="0" y="14"/>
                  </a:moveTo>
                  <a:lnTo>
                    <a:pt x="1036804" y="14"/>
                  </a:lnTo>
                </a:path>
                <a:path w="1036955" h="1036955" extrusionOk="0">
                  <a:moveTo>
                    <a:pt x="0" y="1036804"/>
                  </a:moveTo>
                  <a:lnTo>
                    <a:pt x="0" y="0"/>
                  </a:lnTo>
                </a:path>
                <a:path w="1036955" h="1036955" extrusionOk="0">
                  <a:moveTo>
                    <a:pt x="129598" y="1036804"/>
                  </a:moveTo>
                  <a:lnTo>
                    <a:pt x="129598" y="0"/>
                  </a:lnTo>
                </a:path>
                <a:path w="1036955" h="1036955" extrusionOk="0">
                  <a:moveTo>
                    <a:pt x="259197" y="1036804"/>
                  </a:moveTo>
                  <a:lnTo>
                    <a:pt x="259197" y="0"/>
                  </a:lnTo>
                </a:path>
                <a:path w="1036955" h="1036955" extrusionOk="0">
                  <a:moveTo>
                    <a:pt x="388796" y="1036804"/>
                  </a:moveTo>
                  <a:lnTo>
                    <a:pt x="388796" y="0"/>
                  </a:lnTo>
                </a:path>
                <a:path w="1036955" h="1036955" extrusionOk="0">
                  <a:moveTo>
                    <a:pt x="518394" y="1036804"/>
                  </a:moveTo>
                  <a:lnTo>
                    <a:pt x="518394" y="0"/>
                  </a:lnTo>
                </a:path>
                <a:path w="1036955" h="1036955" extrusionOk="0">
                  <a:moveTo>
                    <a:pt x="647993" y="1036804"/>
                  </a:moveTo>
                  <a:lnTo>
                    <a:pt x="647993" y="0"/>
                  </a:lnTo>
                </a:path>
                <a:path w="1036955" h="1036955" extrusionOk="0">
                  <a:moveTo>
                    <a:pt x="777592" y="1036804"/>
                  </a:moveTo>
                  <a:lnTo>
                    <a:pt x="777592" y="0"/>
                  </a:lnTo>
                </a:path>
                <a:path w="1036955" h="1036955" extrusionOk="0">
                  <a:moveTo>
                    <a:pt x="907190" y="1036804"/>
                  </a:moveTo>
                  <a:lnTo>
                    <a:pt x="907190" y="0"/>
                  </a:lnTo>
                </a:path>
                <a:path w="1036955" h="1036955" extrusionOk="0">
                  <a:moveTo>
                    <a:pt x="1036789" y="1036804"/>
                  </a:moveTo>
                  <a:lnTo>
                    <a:pt x="1036789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47" name="Google Shape;1447;p64"/>
            <p:cNvSpPr/>
            <p:nvPr/>
          </p:nvSpPr>
          <p:spPr>
            <a:xfrm>
              <a:off x="1698619" y="1145672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5" h="389255" extrusionOk="0">
                  <a:moveTo>
                    <a:pt x="0" y="388801"/>
                  </a:moveTo>
                  <a:lnTo>
                    <a:pt x="0" y="0"/>
                  </a:lnTo>
                  <a:lnTo>
                    <a:pt x="388806" y="0"/>
                  </a:lnTo>
                  <a:lnTo>
                    <a:pt x="388806" y="388801"/>
                  </a:lnTo>
                  <a:lnTo>
                    <a:pt x="0" y="388801"/>
                  </a:lnTo>
                  <a:close/>
                </a:path>
              </a:pathLst>
            </a:custGeom>
            <a:noFill/>
            <a:ln w="20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448" name="Google Shape;1448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6218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6218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0" name="Google Shape;1450;p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6218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1" name="Google Shape;1451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816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2" name="Google Shape;1452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816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3" name="Google Shape;1453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95816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4" name="Google Shape;1454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25415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5" name="Google Shape;1455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25415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6" name="Google Shape;1456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25415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7" name="Google Shape;1457;p64"/>
          <p:cNvSpPr txBox="1"/>
          <p:nvPr/>
        </p:nvSpPr>
        <p:spPr>
          <a:xfrm>
            <a:off x="2481166" y="4211560"/>
            <a:ext cx="165860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Standard (</a:t>
            </a:r>
            <a:r>
              <a:rPr lang="en-US" sz="1665" i="1"/>
              <a:t>r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1)</a:t>
            </a:r>
            <a:endParaRPr sz="1665"/>
          </a:p>
        </p:txBody>
      </p:sp>
      <p:sp>
        <p:nvSpPr>
          <p:cNvPr id="1458" name="Google Shape;1458;p64"/>
          <p:cNvSpPr txBox="1"/>
          <p:nvPr/>
        </p:nvSpPr>
        <p:spPr>
          <a:xfrm>
            <a:off x="2588901" y="4426405"/>
            <a:ext cx="1443100" cy="2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110"/>
              <a:t>Receptive field: 3 </a:t>
            </a:r>
            <a:r>
              <a:rPr lang="en-US" sz="1269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110"/>
              <a:t>3</a:t>
            </a:r>
            <a:endParaRPr sz="1110"/>
          </a:p>
        </p:txBody>
      </p:sp>
      <p:grpSp>
        <p:nvGrpSpPr>
          <p:cNvPr id="1459" name="Google Shape;1459;p64"/>
          <p:cNvGrpSpPr/>
          <p:nvPr/>
        </p:nvGrpSpPr>
        <p:grpSpPr>
          <a:xfrm>
            <a:off x="5057493" y="2514040"/>
            <a:ext cx="1644510" cy="1644510"/>
            <a:chOff x="3189030" y="1016074"/>
            <a:chExt cx="1036955" cy="1036955"/>
          </a:xfrm>
        </p:grpSpPr>
        <p:sp>
          <p:nvSpPr>
            <p:cNvPr id="1460" name="Google Shape;1460;p64"/>
            <p:cNvSpPr/>
            <p:nvPr/>
          </p:nvSpPr>
          <p:spPr>
            <a:xfrm>
              <a:off x="3189030" y="1016074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4" h="1036955" extrusionOk="0">
                  <a:moveTo>
                    <a:pt x="0" y="1036804"/>
                  </a:moveTo>
                  <a:lnTo>
                    <a:pt x="1036804" y="1036804"/>
                  </a:lnTo>
                </a:path>
                <a:path w="1036954" h="1036955" extrusionOk="0">
                  <a:moveTo>
                    <a:pt x="0" y="907206"/>
                  </a:moveTo>
                  <a:lnTo>
                    <a:pt x="1036804" y="907206"/>
                  </a:lnTo>
                </a:path>
                <a:path w="1036954" h="1036955" extrusionOk="0">
                  <a:moveTo>
                    <a:pt x="0" y="777607"/>
                  </a:moveTo>
                  <a:lnTo>
                    <a:pt x="1036804" y="777607"/>
                  </a:lnTo>
                </a:path>
                <a:path w="1036954" h="1036955" extrusionOk="0">
                  <a:moveTo>
                    <a:pt x="0" y="648008"/>
                  </a:moveTo>
                  <a:lnTo>
                    <a:pt x="1036804" y="648008"/>
                  </a:lnTo>
                </a:path>
                <a:path w="1036954" h="1036955" extrusionOk="0">
                  <a:moveTo>
                    <a:pt x="0" y="518409"/>
                  </a:moveTo>
                  <a:lnTo>
                    <a:pt x="1036804" y="518409"/>
                  </a:lnTo>
                </a:path>
                <a:path w="1036954" h="1036955" extrusionOk="0">
                  <a:moveTo>
                    <a:pt x="0" y="388811"/>
                  </a:moveTo>
                  <a:lnTo>
                    <a:pt x="1036804" y="388811"/>
                  </a:lnTo>
                </a:path>
                <a:path w="1036954" h="1036955" extrusionOk="0">
                  <a:moveTo>
                    <a:pt x="0" y="259212"/>
                  </a:moveTo>
                  <a:lnTo>
                    <a:pt x="1036804" y="259212"/>
                  </a:lnTo>
                </a:path>
                <a:path w="1036954" h="1036955" extrusionOk="0">
                  <a:moveTo>
                    <a:pt x="0" y="129613"/>
                  </a:moveTo>
                  <a:lnTo>
                    <a:pt x="1036804" y="129613"/>
                  </a:lnTo>
                </a:path>
                <a:path w="1036954" h="1036955" extrusionOk="0">
                  <a:moveTo>
                    <a:pt x="0" y="14"/>
                  </a:moveTo>
                  <a:lnTo>
                    <a:pt x="1036804" y="14"/>
                  </a:lnTo>
                </a:path>
                <a:path w="1036954" h="1036955" extrusionOk="0">
                  <a:moveTo>
                    <a:pt x="64773" y="1036804"/>
                  </a:moveTo>
                  <a:lnTo>
                    <a:pt x="64773" y="0"/>
                  </a:lnTo>
                </a:path>
                <a:path w="1036954" h="1036955" extrusionOk="0">
                  <a:moveTo>
                    <a:pt x="194372" y="1036804"/>
                  </a:moveTo>
                  <a:lnTo>
                    <a:pt x="194372" y="0"/>
                  </a:lnTo>
                </a:path>
                <a:path w="1036954" h="1036955" extrusionOk="0">
                  <a:moveTo>
                    <a:pt x="323971" y="1036804"/>
                  </a:moveTo>
                  <a:lnTo>
                    <a:pt x="323971" y="0"/>
                  </a:lnTo>
                </a:path>
                <a:path w="1036954" h="1036955" extrusionOk="0">
                  <a:moveTo>
                    <a:pt x="453570" y="1036804"/>
                  </a:moveTo>
                  <a:lnTo>
                    <a:pt x="453570" y="0"/>
                  </a:lnTo>
                </a:path>
                <a:path w="1036954" h="1036955" extrusionOk="0">
                  <a:moveTo>
                    <a:pt x="583169" y="1036804"/>
                  </a:moveTo>
                  <a:lnTo>
                    <a:pt x="583169" y="0"/>
                  </a:lnTo>
                </a:path>
                <a:path w="1036954" h="1036955" extrusionOk="0">
                  <a:moveTo>
                    <a:pt x="712767" y="1036804"/>
                  </a:moveTo>
                  <a:lnTo>
                    <a:pt x="712767" y="0"/>
                  </a:lnTo>
                </a:path>
                <a:path w="1036954" h="1036955" extrusionOk="0">
                  <a:moveTo>
                    <a:pt x="842366" y="1036804"/>
                  </a:moveTo>
                  <a:lnTo>
                    <a:pt x="842366" y="0"/>
                  </a:lnTo>
                </a:path>
                <a:path w="1036954" h="1036955" extrusionOk="0">
                  <a:moveTo>
                    <a:pt x="971965" y="1036804"/>
                  </a:moveTo>
                  <a:lnTo>
                    <a:pt x="971965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3318629" y="1080873"/>
              <a:ext cx="842644" cy="842644"/>
            </a:xfrm>
            <a:custGeom>
              <a:avLst/>
              <a:gdLst/>
              <a:ahLst/>
              <a:cxnLst/>
              <a:rect l="l" t="t" r="r" b="b"/>
              <a:pathLst>
                <a:path w="842645" h="842644" extrusionOk="0">
                  <a:moveTo>
                    <a:pt x="0" y="842407"/>
                  </a:moveTo>
                  <a:lnTo>
                    <a:pt x="0" y="0"/>
                  </a:lnTo>
                  <a:lnTo>
                    <a:pt x="842406" y="0"/>
                  </a:lnTo>
                  <a:lnTo>
                    <a:pt x="842406" y="842407"/>
                  </a:lnTo>
                  <a:lnTo>
                    <a:pt x="0" y="842407"/>
                  </a:lnTo>
                  <a:close/>
                </a:path>
              </a:pathLst>
            </a:custGeom>
            <a:noFill/>
            <a:ln w="202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462" name="Google Shape;1462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4" name="Google Shape;1464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5" name="Google Shape;1465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0" name="Google Shape;1470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1" name="Google Shape;1471;p64"/>
          <p:cNvSpPr txBox="1"/>
          <p:nvPr/>
        </p:nvSpPr>
        <p:spPr>
          <a:xfrm>
            <a:off x="5152824" y="4210855"/>
            <a:ext cx="1454178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Dilated (</a:t>
            </a:r>
            <a:r>
              <a:rPr lang="en-US" sz="1665" i="1"/>
              <a:t>r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2)</a:t>
            </a:r>
            <a:endParaRPr sz="1665"/>
          </a:p>
        </p:txBody>
      </p:sp>
      <p:sp>
        <p:nvSpPr>
          <p:cNvPr id="1472" name="Google Shape;1472;p64"/>
          <p:cNvSpPr txBox="1"/>
          <p:nvPr/>
        </p:nvSpPr>
        <p:spPr>
          <a:xfrm>
            <a:off x="5158041" y="4426405"/>
            <a:ext cx="1443100" cy="2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110"/>
              <a:t>Receptive field: 5 </a:t>
            </a:r>
            <a:r>
              <a:rPr lang="en-US" sz="1269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1110"/>
              <a:t>5</a:t>
            </a:r>
            <a:endParaRPr sz="1110"/>
          </a:p>
        </p:txBody>
      </p:sp>
      <p:sp>
        <p:nvSpPr>
          <p:cNvPr id="1473" name="Google Shape;1473;p64"/>
          <p:cNvSpPr txBox="1"/>
          <p:nvPr/>
        </p:nvSpPr>
        <p:spPr>
          <a:xfrm>
            <a:off x="550775" y="5031725"/>
            <a:ext cx="7189319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Key Advantage: </a:t>
            </a:r>
            <a:r>
              <a:rPr lang="en-US" sz="1665"/>
              <a:t>Same number of parameters (9), but larger receptive field!</a:t>
            </a:r>
            <a:endParaRPr sz="1665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71F939-BAFA-4FB4-A9EA-E789FCD74FF7}"/>
                  </a:ext>
                </a:extLst>
              </p14:cNvPr>
              <p14:cNvContentPartPr/>
              <p14:nvPr/>
            </p14:nvContentPartPr>
            <p14:xfrm>
              <a:off x="2713320" y="2683080"/>
              <a:ext cx="3805200" cy="79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71F939-BAFA-4FB4-A9EA-E789FCD74FF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03960" y="2673720"/>
                <a:ext cx="3823920" cy="81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70"/>
          <p:cNvSpPr txBox="1">
            <a:spLocks noGrp="1"/>
          </p:cNvSpPr>
          <p:nvPr>
            <p:ph type="title"/>
          </p:nvPr>
        </p:nvSpPr>
        <p:spPr>
          <a:xfrm>
            <a:off x="151137" y="389640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nput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endParaRPr/>
          </a:p>
        </p:txBody>
      </p:sp>
      <p:pic>
        <p:nvPicPr>
          <p:cNvPr id="1572" name="Google Shape;15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69" y="1463435"/>
            <a:ext cx="7731875" cy="419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71"/>
          <p:cNvSpPr txBox="1">
            <a:spLocks noGrp="1"/>
          </p:cNvSpPr>
          <p:nvPr>
            <p:ph type="title"/>
          </p:nvPr>
        </p:nvSpPr>
        <p:spPr>
          <a:xfrm>
            <a:off x="151137" y="444504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M</a:t>
            </a:r>
            <a:r>
              <a:rPr lang="en-US" cap="small" dirty="0">
                <a:solidFill>
                  <a:srgbClr val="FFFFFF"/>
                </a:solidFill>
              </a:rPr>
              <a:t>ulti</a:t>
            </a:r>
            <a:r>
              <a:rPr lang="en-US" dirty="0">
                <a:solidFill>
                  <a:srgbClr val="FFFFFF"/>
                </a:solidFill>
              </a:rPr>
              <a:t>-C</a:t>
            </a:r>
            <a:r>
              <a:rPr lang="en-US" cap="small" dirty="0">
                <a:solidFill>
                  <a:srgbClr val="FFFFFF"/>
                </a:solidFill>
              </a:rPr>
              <a:t>hannel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r>
              <a:rPr lang="en-US" dirty="0">
                <a:solidFill>
                  <a:srgbClr val="FFFFFF"/>
                </a:solidFill>
              </a:rPr>
              <a:t>: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endParaRPr dirty="0"/>
          </a:p>
        </p:txBody>
      </p:sp>
      <p:pic>
        <p:nvPicPr>
          <p:cNvPr id="1579" name="Google Shape;157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60" y="1110996"/>
            <a:ext cx="8307806" cy="463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74"/>
          <p:cNvSpPr txBox="1">
            <a:spLocks noGrp="1"/>
          </p:cNvSpPr>
          <p:nvPr>
            <p:ph type="title"/>
          </p:nvPr>
        </p:nvSpPr>
        <p:spPr>
          <a:xfrm>
            <a:off x="151137" y="252480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r>
              <a:rPr lang="en-US" dirty="0">
                <a:solidFill>
                  <a:srgbClr val="FFFFFF"/>
                </a:solidFill>
              </a:rPr>
              <a:t> O</a:t>
            </a:r>
            <a:r>
              <a:rPr lang="en-US" cap="small" dirty="0">
                <a:solidFill>
                  <a:srgbClr val="FFFFFF"/>
                </a:solidFill>
              </a:rPr>
              <a:t>perations</a:t>
            </a:r>
            <a:endParaRPr dirty="0"/>
          </a:p>
        </p:txBody>
      </p:sp>
      <p:sp>
        <p:nvSpPr>
          <p:cNvPr id="1663" name="Google Shape;1663;p74"/>
          <p:cNvSpPr txBox="1"/>
          <p:nvPr/>
        </p:nvSpPr>
        <p:spPr>
          <a:xfrm>
            <a:off x="468488" y="1025354"/>
            <a:ext cx="8181736" cy="483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 dirty="0">
                <a:solidFill>
                  <a:srgbClr val="1B1472"/>
                </a:solidFill>
              </a:rPr>
              <a:t>What Pooling Layers Do</a:t>
            </a:r>
            <a:endParaRPr sz="1665" dirty="0"/>
          </a:p>
          <a:p>
            <a:pPr marL="777189" marR="237663" indent="-285750" defTabSz="1450147">
              <a:lnSpc>
                <a:spcPct val="114700"/>
              </a:lnSpc>
              <a:spcBef>
                <a:spcPts val="476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</a:t>
            </a:r>
            <a:r>
              <a:rPr lang="en-US" sz="1665" dirty="0" err="1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Downsampling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height and width dimensions but preserve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channel depth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Translation Invariance: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features less sensitive to small shifts.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257804" indent="-285750" defTabSz="1450147">
              <a:lnSpc>
                <a:spcPct val="114700"/>
              </a:lnSpc>
              <a:spcBef>
                <a:spcPts val="4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Efficiency: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number of computations in subsequent layers.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indent="-285750" defTabSz="1450147">
              <a:spcBef>
                <a:spcPts val="768"/>
              </a:spcBef>
              <a:buFont typeface="Courier New" panose="02070309020205020404" pitchFamily="49" charset="0"/>
              <a:buChar char="o"/>
            </a:pP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 Reduction: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 as a form of regularization.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7189" marR="8056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 layers are </a:t>
            </a:r>
            <a:r>
              <a:rPr lang="en-US" sz="1665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parameter-free 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still important for network performance</a:t>
            </a:r>
          </a:p>
          <a:p>
            <a:pPr marL="777189" marR="8056" indent="-285750" defTabSz="1450147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Average Pooling (GAP) is used to replace fully connected layers.</a:t>
            </a:r>
            <a:endParaRPr lang="en-IN"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439" defTabSz="1450147">
              <a:spcBef>
                <a:spcPts val="1094"/>
              </a:spcBef>
            </a:pPr>
            <a:endParaRPr lang="en-IN"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439" defTabSz="1450147">
              <a:spcBef>
                <a:spcPts val="1094"/>
              </a:spcBef>
            </a:pPr>
            <a:r>
              <a:rPr lang="en-IN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types</a:t>
            </a:r>
          </a:p>
          <a:p>
            <a:pPr marL="777189" indent="-28575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pooling </a:t>
            </a:r>
          </a:p>
          <a:p>
            <a:pPr marL="777189" indent="-285750" defTabSz="14501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pooling</a:t>
            </a:r>
          </a:p>
          <a:p>
            <a:pPr marL="491439" defTabSz="1450147">
              <a:spcBef>
                <a:spcPts val="1094"/>
              </a:spcBef>
            </a:pPr>
            <a:endParaRPr lang="en-IN"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659CCE-2CAD-4AD7-8626-C9CAA9AE7C31}"/>
                  </a:ext>
                </a:extLst>
              </p14:cNvPr>
              <p14:cNvContentPartPr/>
              <p14:nvPr/>
            </p14:nvContentPartPr>
            <p14:xfrm>
              <a:off x="4997520" y="3830760"/>
              <a:ext cx="3875040" cy="153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659CCE-2CAD-4AD7-8626-C9CAA9AE7C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8160" y="3821400"/>
                <a:ext cx="3893760" cy="155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75"/>
          <p:cNvSpPr txBox="1">
            <a:spLocks noGrp="1"/>
          </p:cNvSpPr>
          <p:nvPr>
            <p:ph type="title"/>
          </p:nvPr>
        </p:nvSpPr>
        <p:spPr>
          <a:xfrm>
            <a:off x="151137" y="37135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M</a:t>
            </a:r>
            <a:r>
              <a:rPr lang="en-US" cap="small" dirty="0">
                <a:solidFill>
                  <a:srgbClr val="FFFFFF"/>
                </a:solidFill>
              </a:rPr>
              <a:t>ax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endParaRPr dirty="0"/>
          </a:p>
        </p:txBody>
      </p:sp>
      <p:sp>
        <p:nvSpPr>
          <p:cNvPr id="1687" name="Google Shape;1687;p75"/>
          <p:cNvSpPr txBox="1"/>
          <p:nvPr/>
        </p:nvSpPr>
        <p:spPr>
          <a:xfrm>
            <a:off x="1022314" y="1606925"/>
            <a:ext cx="5123863" cy="143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1539773" defTabSz="1450147">
              <a:lnSpc>
                <a:spcPct val="138400"/>
              </a:lnSpc>
            </a:pP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maximum value in each region Most common pooling operation Preserves strongest activations</a:t>
            </a:r>
            <a:endParaRPr sz="166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986903" defTabSz="1450147">
              <a:spcBef>
                <a:spcPts val="523"/>
              </a:spcBef>
            </a:pPr>
            <a:r>
              <a:rPr lang="en-US" sz="1665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max(</a:t>
            </a:r>
            <a:r>
              <a:rPr lang="en-US" sz="16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in window</a:t>
            </a:r>
            <a:r>
              <a:rPr lang="en-US" sz="190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90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1690" name="Google Shape;1690;p75"/>
          <p:cNvSpPr txBox="1"/>
          <p:nvPr/>
        </p:nvSpPr>
        <p:spPr>
          <a:xfrm>
            <a:off x="2436815" y="3313790"/>
            <a:ext cx="1117824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4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4</a:t>
            </a:r>
            <a:endParaRPr sz="1665"/>
          </a:p>
        </p:txBody>
      </p:sp>
      <p:graphicFrame>
        <p:nvGraphicFramePr>
          <p:cNvPr id="1691" name="Google Shape;1691;p75"/>
          <p:cNvGraphicFramePr/>
          <p:nvPr/>
        </p:nvGraphicFramePr>
        <p:xfrm>
          <a:off x="2132586" y="3705656"/>
          <a:ext cx="1720072" cy="17763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2" name="Google Shape;1692;p75"/>
          <p:cNvSpPr txBox="1"/>
          <p:nvPr/>
        </p:nvSpPr>
        <p:spPr>
          <a:xfrm>
            <a:off x="3898889" y="4179630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3" name="Google Shape;1693;p75"/>
          <p:cNvSpPr txBox="1"/>
          <p:nvPr/>
        </p:nvSpPr>
        <p:spPr>
          <a:xfrm>
            <a:off x="4380560" y="3910760"/>
            <a:ext cx="1209465" cy="88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/>
            <a:r>
              <a:rPr lang="en-US" sz="1665"/>
              <a:t>Max pooling</a:t>
            </a:r>
            <a:endParaRPr sz="1665"/>
          </a:p>
          <a:p>
            <a:pPr algn="ctr" defTabSz="1450147">
              <a:spcBef>
                <a:spcPts val="56"/>
              </a:spcBef>
            </a:pPr>
            <a:r>
              <a:rPr lang="en-US" sz="1665" i="1"/>
              <a:t>k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</a:t>
            </a:r>
            <a:endParaRPr sz="1665"/>
          </a:p>
          <a:p>
            <a:pPr algn="ctr" defTabSz="1450147">
              <a:spcBef>
                <a:spcPts val="8"/>
              </a:spcBef>
            </a:pPr>
            <a:r>
              <a:rPr lang="en-US" sz="1665" i="1"/>
              <a:t>s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/>
              <a:t>2</a:t>
            </a:r>
            <a:endParaRPr sz="1665"/>
          </a:p>
        </p:txBody>
      </p:sp>
      <p:sp>
        <p:nvSpPr>
          <p:cNvPr id="1694" name="Google Shape;1694;p75"/>
          <p:cNvSpPr txBox="1"/>
          <p:nvPr/>
        </p:nvSpPr>
        <p:spPr>
          <a:xfrm>
            <a:off x="5729461" y="4179630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5" name="Google Shape;1695;p75"/>
          <p:cNvSpPr txBox="1"/>
          <p:nvPr/>
        </p:nvSpPr>
        <p:spPr>
          <a:xfrm>
            <a:off x="6211133" y="3427040"/>
            <a:ext cx="690834" cy="88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" rIns="0" bIns="0" anchor="t" anchorCtr="0">
            <a:spAutoFit/>
          </a:bodyPr>
          <a:lstStyle/>
          <a:p>
            <a:pPr marL="77543" marR="8056" indent="-58409" defTabSz="1450147">
              <a:lnSpc>
                <a:spcPct val="160100"/>
              </a:lnSpc>
            </a:pPr>
            <a:r>
              <a:rPr lang="en-US" sz="1665"/>
              <a:t>Output 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</a:t>
            </a:r>
            <a:endParaRPr sz="1665"/>
          </a:p>
        </p:txBody>
      </p:sp>
      <p:graphicFrame>
        <p:nvGraphicFramePr>
          <p:cNvPr id="1696" name="Google Shape;1696;p75"/>
          <p:cNvGraphicFramePr/>
          <p:nvPr/>
        </p:nvGraphicFramePr>
        <p:xfrm>
          <a:off x="6110891" y="4368334"/>
          <a:ext cx="884181" cy="8881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AD5CA4-DAF2-4B93-87AE-131684200CDA}"/>
                  </a:ext>
                </a:extLst>
              </p14:cNvPr>
              <p14:cNvContentPartPr/>
              <p14:nvPr/>
            </p14:nvContentPartPr>
            <p14:xfrm>
              <a:off x="1580400" y="3046680"/>
              <a:ext cx="6337440" cy="332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AD5CA4-DAF2-4B93-87AE-131684200C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1040" y="3037320"/>
                <a:ext cx="6356160" cy="334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76"/>
          <p:cNvSpPr txBox="1">
            <a:spLocks noGrp="1"/>
          </p:cNvSpPr>
          <p:nvPr>
            <p:ph type="title"/>
          </p:nvPr>
        </p:nvSpPr>
        <p:spPr>
          <a:xfrm>
            <a:off x="151137" y="371352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A</a:t>
            </a:r>
            <a:r>
              <a:rPr lang="en-US" cap="small" dirty="0">
                <a:solidFill>
                  <a:srgbClr val="FFFFFF"/>
                </a:solidFill>
              </a:rPr>
              <a:t>verage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endParaRPr dirty="0"/>
          </a:p>
        </p:txBody>
      </p:sp>
      <p:sp>
        <p:nvSpPr>
          <p:cNvPr id="1706" name="Google Shape;1706;p76"/>
          <p:cNvSpPr/>
          <p:nvPr/>
        </p:nvSpPr>
        <p:spPr>
          <a:xfrm>
            <a:off x="4041809" y="2932383"/>
            <a:ext cx="220544" cy="0"/>
          </a:xfrm>
          <a:custGeom>
            <a:avLst/>
            <a:gdLst/>
            <a:ahLst/>
            <a:cxnLst/>
            <a:rect l="l" t="t" r="r" b="b"/>
            <a:pathLst>
              <a:path w="139064" h="120000" extrusionOk="0">
                <a:moveTo>
                  <a:pt x="0" y="0"/>
                </a:moveTo>
                <a:lnTo>
                  <a:pt x="138963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 sz="2220"/>
          </a:p>
        </p:txBody>
      </p:sp>
      <p:sp>
        <p:nvSpPr>
          <p:cNvPr id="1707" name="Google Shape;1707;p76"/>
          <p:cNvSpPr txBox="1"/>
          <p:nvPr/>
        </p:nvSpPr>
        <p:spPr>
          <a:xfrm>
            <a:off x="1022315" y="1345013"/>
            <a:ext cx="3778285" cy="111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305891" marR="8056" indent="-285750" defTabSz="1450147">
              <a:lnSpc>
                <a:spcPct val="1329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average of values in region</a:t>
            </a:r>
          </a:p>
          <a:p>
            <a:pPr marL="305891" marR="8056" indent="-285750" defTabSz="1450147">
              <a:lnSpc>
                <a:spcPct val="1329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Smoother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downsampling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891" indent="-285750" defTabSz="1450147">
              <a:spcBef>
                <a:spcPts val="649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final layers sometimes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8" name="Google Shape;1708;p76"/>
          <p:cNvSpPr txBox="1"/>
          <p:nvPr/>
        </p:nvSpPr>
        <p:spPr>
          <a:xfrm>
            <a:off x="3981387" y="2851345"/>
            <a:ext cx="331319" cy="28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 defTabSz="1450147"/>
            <a:r>
              <a:rPr lang="en-US" sz="2498" i="1" baseline="-25000"/>
              <a:t>k </a:t>
            </a:r>
            <a:r>
              <a:rPr lang="en-US" sz="1110"/>
              <a:t>2</a:t>
            </a:r>
            <a:endParaRPr sz="1110"/>
          </a:p>
        </p:txBody>
      </p:sp>
      <p:sp>
        <p:nvSpPr>
          <p:cNvPr id="1709" name="Google Shape;1709;p76"/>
          <p:cNvSpPr txBox="1"/>
          <p:nvPr/>
        </p:nvSpPr>
        <p:spPr>
          <a:xfrm>
            <a:off x="3018212" y="2731640"/>
            <a:ext cx="407450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defTabSz="1450147"/>
            <a:r>
              <a:rPr lang="en-US" sz="1665" i="1"/>
              <a:t>output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  </a:t>
            </a:r>
            <a:r>
              <a:rPr lang="en-US" sz="2498" baseline="30000"/>
              <a:t>1     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/>
              <a:t>inputs in window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0" name="Google Shape;1710;p76"/>
          <p:cNvSpPr txBox="1"/>
          <p:nvPr/>
        </p:nvSpPr>
        <p:spPr>
          <a:xfrm>
            <a:off x="2107611" y="3395138"/>
            <a:ext cx="1117824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4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4</a:t>
            </a:r>
            <a:endParaRPr sz="1665"/>
          </a:p>
        </p:txBody>
      </p:sp>
      <p:graphicFrame>
        <p:nvGraphicFramePr>
          <p:cNvPr id="1711" name="Google Shape;1711;p76"/>
          <p:cNvGraphicFramePr/>
          <p:nvPr/>
        </p:nvGraphicFramePr>
        <p:xfrm>
          <a:off x="1803381" y="3786984"/>
          <a:ext cx="1720072" cy="17763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12" name="Google Shape;1712;p76"/>
          <p:cNvSpPr txBox="1"/>
          <p:nvPr/>
        </p:nvSpPr>
        <p:spPr>
          <a:xfrm>
            <a:off x="3569705" y="4260959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3" name="Google Shape;1713;p76"/>
          <p:cNvSpPr txBox="1"/>
          <p:nvPr/>
        </p:nvSpPr>
        <p:spPr>
          <a:xfrm>
            <a:off x="4051355" y="3992088"/>
            <a:ext cx="1590130" cy="880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algn="ctr" defTabSz="1450147"/>
            <a:r>
              <a:rPr lang="en-US" sz="1665" dirty="0"/>
              <a:t>Average pooling</a:t>
            </a:r>
            <a:endParaRPr sz="1665" dirty="0"/>
          </a:p>
          <a:p>
            <a:pPr algn="ctr" defTabSz="1450147">
              <a:spcBef>
                <a:spcPts val="56"/>
              </a:spcBef>
            </a:pPr>
            <a:r>
              <a:rPr lang="en-US" sz="1665" i="1" dirty="0"/>
              <a:t>k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dirty="0"/>
              <a:t>2</a:t>
            </a:r>
            <a:endParaRPr sz="1665" dirty="0"/>
          </a:p>
          <a:p>
            <a:pPr algn="ctr" defTabSz="1450147">
              <a:spcBef>
                <a:spcPts val="8"/>
              </a:spcBef>
            </a:pPr>
            <a:r>
              <a:rPr lang="en-US" sz="1665" i="1" dirty="0"/>
              <a:t>s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dirty="0"/>
              <a:t>2</a:t>
            </a:r>
            <a:endParaRPr sz="1665" dirty="0"/>
          </a:p>
        </p:txBody>
      </p:sp>
      <p:sp>
        <p:nvSpPr>
          <p:cNvPr id="1714" name="Google Shape;1714;p76"/>
          <p:cNvSpPr txBox="1"/>
          <p:nvPr/>
        </p:nvSpPr>
        <p:spPr>
          <a:xfrm>
            <a:off x="5781666" y="4260959"/>
            <a:ext cx="28096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903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5" name="Google Shape;1715;p76"/>
          <p:cNvSpPr txBox="1"/>
          <p:nvPr/>
        </p:nvSpPr>
        <p:spPr>
          <a:xfrm>
            <a:off x="6401827" y="3508370"/>
            <a:ext cx="690834" cy="88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0" rIns="0" bIns="0" anchor="t" anchorCtr="0">
            <a:spAutoFit/>
          </a:bodyPr>
          <a:lstStyle/>
          <a:p>
            <a:pPr marL="77543" marR="8056" indent="-58409" defTabSz="1450147">
              <a:lnSpc>
                <a:spcPct val="160100"/>
              </a:lnSpc>
            </a:pPr>
            <a:r>
              <a:rPr lang="en-US" sz="1665"/>
              <a:t>Output 2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2</a:t>
            </a:r>
            <a:endParaRPr sz="1665"/>
          </a:p>
        </p:txBody>
      </p:sp>
      <p:graphicFrame>
        <p:nvGraphicFramePr>
          <p:cNvPr id="1716" name="Google Shape;1716;p76"/>
          <p:cNvGraphicFramePr/>
          <p:nvPr/>
        </p:nvGraphicFramePr>
        <p:xfrm>
          <a:off x="6163076" y="4449664"/>
          <a:ext cx="1161119" cy="8881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31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093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4.75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7692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ABCED6-00D1-4366-972F-CEEF26505038}"/>
                  </a:ext>
                </a:extLst>
              </p14:cNvPr>
              <p14:cNvContentPartPr/>
              <p14:nvPr/>
            </p14:nvContentPartPr>
            <p14:xfrm>
              <a:off x="1405800" y="2634480"/>
              <a:ext cx="6688440" cy="363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ABCED6-00D1-4366-972F-CEEF265050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6440" y="2625120"/>
                <a:ext cx="6707160" cy="365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84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C</a:t>
            </a:r>
            <a:r>
              <a:rPr lang="en-US" cap="small" dirty="0">
                <a:solidFill>
                  <a:srgbClr val="FFFFFF"/>
                </a:solidFill>
              </a:rPr>
              <a:t>onvolution</a:t>
            </a:r>
            <a:r>
              <a:rPr lang="en-US" dirty="0">
                <a:solidFill>
                  <a:srgbClr val="FFFFFF"/>
                </a:solidFill>
              </a:rPr>
              <a:t> + </a:t>
            </a:r>
            <a:r>
              <a:rPr lang="en-US" dirty="0" err="1">
                <a:solidFill>
                  <a:srgbClr val="FFFFFF"/>
                </a:solidFill>
              </a:rPr>
              <a:t>R</a:t>
            </a:r>
            <a:r>
              <a:rPr lang="en-US" cap="small" dirty="0" err="1">
                <a:solidFill>
                  <a:srgbClr val="FFFFFF"/>
                </a:solidFill>
              </a:rPr>
              <a:t>e</a:t>
            </a:r>
            <a:r>
              <a:rPr lang="en-US" dirty="0" err="1">
                <a:solidFill>
                  <a:srgbClr val="FFFFFF"/>
                </a:solidFill>
              </a:rPr>
              <a:t>L</a:t>
            </a:r>
            <a:r>
              <a:rPr lang="en-US" cap="small" dirty="0" err="1">
                <a:solidFill>
                  <a:srgbClr val="FFFFFF"/>
                </a:solidFill>
              </a:rPr>
              <a:t>u</a:t>
            </a:r>
            <a:r>
              <a:rPr lang="en-US" dirty="0">
                <a:solidFill>
                  <a:srgbClr val="FFFFFF"/>
                </a:solidFill>
              </a:rPr>
              <a:t> + M</a:t>
            </a:r>
            <a:r>
              <a:rPr lang="en-US" cap="small" dirty="0">
                <a:solidFill>
                  <a:srgbClr val="FFFFFF"/>
                </a:solidFill>
              </a:rPr>
              <a:t>ax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endParaRPr dirty="0"/>
          </a:p>
        </p:txBody>
      </p:sp>
      <p:sp>
        <p:nvSpPr>
          <p:cNvPr id="1855" name="Google Shape;1855;p84"/>
          <p:cNvSpPr txBox="1"/>
          <p:nvPr/>
        </p:nvSpPr>
        <p:spPr>
          <a:xfrm>
            <a:off x="1279373" y="1789823"/>
            <a:ext cx="1780462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665"/>
              <a:t>Input Image 6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/>
              <a:t>6</a:t>
            </a:r>
            <a:endParaRPr sz="1665"/>
          </a:p>
        </p:txBody>
      </p:sp>
      <p:graphicFrame>
        <p:nvGraphicFramePr>
          <p:cNvPr id="1856" name="Google Shape;1856;p84"/>
          <p:cNvGraphicFramePr/>
          <p:nvPr/>
        </p:nvGraphicFramePr>
        <p:xfrm>
          <a:off x="1057582" y="2138043"/>
          <a:ext cx="2217570" cy="17884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57" name="Google Shape;1857;p84"/>
          <p:cNvSpPr txBox="1"/>
          <p:nvPr/>
        </p:nvSpPr>
        <p:spPr>
          <a:xfrm>
            <a:off x="1908599" y="4098091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Filter</a:t>
            </a:r>
            <a:endParaRPr sz="1665"/>
          </a:p>
        </p:txBody>
      </p:sp>
      <p:graphicFrame>
        <p:nvGraphicFramePr>
          <p:cNvPr id="1858" name="Google Shape;1858;p84"/>
          <p:cNvGraphicFramePr/>
          <p:nvPr/>
        </p:nvGraphicFramePr>
        <p:xfrm>
          <a:off x="1449002" y="4422231"/>
          <a:ext cx="1431991" cy="894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59" name="Google Shape;1859;p84"/>
          <p:cNvSpPr txBox="1"/>
          <p:nvPr/>
        </p:nvSpPr>
        <p:spPr>
          <a:xfrm>
            <a:off x="5605071" y="1963389"/>
            <a:ext cx="140181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Convolve, s=1</a:t>
            </a:r>
            <a:endParaRPr sz="1665"/>
          </a:p>
        </p:txBody>
      </p:sp>
      <p:graphicFrame>
        <p:nvGraphicFramePr>
          <p:cNvPr id="1860" name="Google Shape;1860;p84"/>
          <p:cNvGraphicFramePr/>
          <p:nvPr/>
        </p:nvGraphicFramePr>
        <p:xfrm>
          <a:off x="5298142" y="2287530"/>
          <a:ext cx="2006008" cy="1192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-4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1" name="Google Shape;1861;p84"/>
          <p:cNvSpPr txBox="1"/>
          <p:nvPr/>
        </p:nvSpPr>
        <p:spPr>
          <a:xfrm>
            <a:off x="4968354" y="3649631"/>
            <a:ext cx="119738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Apply ReLU</a:t>
            </a:r>
            <a:endParaRPr sz="1665"/>
          </a:p>
        </p:txBody>
      </p:sp>
      <p:graphicFrame>
        <p:nvGraphicFramePr>
          <p:cNvPr id="1862" name="Google Shape;1862;p84"/>
          <p:cNvGraphicFramePr/>
          <p:nvPr/>
        </p:nvGraphicFramePr>
        <p:xfrm>
          <a:off x="4703440" y="3973772"/>
          <a:ext cx="1720072" cy="1192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3" name="Google Shape;1863;p84"/>
          <p:cNvSpPr txBox="1"/>
          <p:nvPr/>
        </p:nvSpPr>
        <p:spPr>
          <a:xfrm>
            <a:off x="6935865" y="3772220"/>
            <a:ext cx="872104" cy="6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indent="6041" defTabSz="1450147">
              <a:lnSpc>
                <a:spcPct val="114700"/>
              </a:lnSpc>
            </a:pPr>
            <a:r>
              <a:rPr lang="en-US" sz="1665"/>
              <a:t>Maxpool k=2, s=2</a:t>
            </a:r>
            <a:endParaRPr sz="1665"/>
          </a:p>
        </p:txBody>
      </p:sp>
      <p:graphicFrame>
        <p:nvGraphicFramePr>
          <p:cNvPr id="1864" name="Google Shape;1864;p84"/>
          <p:cNvGraphicFramePr/>
          <p:nvPr/>
        </p:nvGraphicFramePr>
        <p:xfrm>
          <a:off x="6835603" y="4418223"/>
          <a:ext cx="1065450" cy="5961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7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AF31A6-1A49-4CFD-93C9-A226DABC55A8}"/>
                  </a:ext>
                </a:extLst>
              </p14:cNvPr>
              <p14:cNvContentPartPr/>
              <p14:nvPr/>
            </p14:nvContentPartPr>
            <p14:xfrm>
              <a:off x="1374480" y="1529640"/>
              <a:ext cx="6923880" cy="493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AF31A6-1A49-4CFD-93C9-A226DABC55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5120" y="1520280"/>
                <a:ext cx="6942600" cy="495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85"/>
          <p:cNvSpPr txBox="1">
            <a:spLocks noGrp="1"/>
          </p:cNvSpPr>
          <p:nvPr>
            <p:ph type="title"/>
          </p:nvPr>
        </p:nvSpPr>
        <p:spPr>
          <a:xfrm>
            <a:off x="151137" y="380496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F</a:t>
            </a:r>
            <a:r>
              <a:rPr lang="en-US" cap="small" dirty="0">
                <a:solidFill>
                  <a:srgbClr val="FFFFFF"/>
                </a:solidFill>
              </a:rPr>
              <a:t>ully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onnected</a:t>
            </a:r>
            <a:r>
              <a:rPr lang="en-US" dirty="0">
                <a:solidFill>
                  <a:srgbClr val="FFFFFF"/>
                </a:solidFill>
              </a:rPr>
              <a:t> (D</a:t>
            </a:r>
            <a:r>
              <a:rPr lang="en-US" cap="small" dirty="0">
                <a:solidFill>
                  <a:srgbClr val="FFFFFF"/>
                </a:solidFill>
              </a:rPr>
              <a:t>ense</a:t>
            </a:r>
            <a:r>
              <a:rPr lang="en-US" dirty="0">
                <a:solidFill>
                  <a:srgbClr val="FFFFFF"/>
                </a:solidFill>
              </a:rPr>
              <a:t>) L</a:t>
            </a:r>
            <a:r>
              <a:rPr lang="en-US" cap="small" dirty="0">
                <a:solidFill>
                  <a:srgbClr val="FFFFFF"/>
                </a:solidFill>
              </a:rPr>
              <a:t>ayer</a:t>
            </a:r>
            <a:endParaRPr dirty="0"/>
          </a:p>
        </p:txBody>
      </p:sp>
      <p:grpSp>
        <p:nvGrpSpPr>
          <p:cNvPr id="1876" name="Google Shape;1876;p85"/>
          <p:cNvGrpSpPr/>
          <p:nvPr/>
        </p:nvGrpSpPr>
        <p:grpSpPr>
          <a:xfrm>
            <a:off x="490350" y="1671176"/>
            <a:ext cx="8234748" cy="3514176"/>
            <a:chOff x="309193" y="514019"/>
            <a:chExt cx="5192466" cy="2215883"/>
          </a:xfrm>
        </p:grpSpPr>
        <p:sp>
          <p:nvSpPr>
            <p:cNvPr id="1877" name="Google Shape;1877;p85"/>
            <p:cNvSpPr/>
            <p:nvPr/>
          </p:nvSpPr>
          <p:spPr>
            <a:xfrm>
              <a:off x="309193" y="51401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878" name="Google Shape;1878;p8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0825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9" name="Google Shape;1879;p8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6833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0" name="Google Shape;1880;p8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563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1" name="Google Shape;1881;p8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58253"/>
              <a:ext cx="50800" cy="710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2" name="Google Shape;1882;p85"/>
            <p:cNvSpPr/>
            <p:nvPr/>
          </p:nvSpPr>
          <p:spPr>
            <a:xfrm>
              <a:off x="309193" y="752524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5811"/>
                  </a:lnTo>
                  <a:lnTo>
                    <a:pt x="4008" y="535536"/>
                  </a:lnTo>
                  <a:lnTo>
                    <a:pt x="14922" y="551689"/>
                  </a:lnTo>
                  <a:lnTo>
                    <a:pt x="31075" y="562603"/>
                  </a:lnTo>
                  <a:lnTo>
                    <a:pt x="50800" y="566611"/>
                  </a:lnTo>
                  <a:lnTo>
                    <a:pt x="5090865" y="566611"/>
                  </a:lnTo>
                  <a:lnTo>
                    <a:pt x="5110590" y="562603"/>
                  </a:lnTo>
                  <a:lnTo>
                    <a:pt x="5126743" y="551689"/>
                  </a:lnTo>
                  <a:lnTo>
                    <a:pt x="5137657" y="535536"/>
                  </a:lnTo>
                  <a:lnTo>
                    <a:pt x="5141666" y="51581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3" name="Google Shape;1883;p85"/>
            <p:cNvSpPr/>
            <p:nvPr/>
          </p:nvSpPr>
          <p:spPr>
            <a:xfrm>
              <a:off x="5450859" y="596342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w="120000" h="691515" extrusionOk="0">
                  <a:moveTo>
                    <a:pt x="0" y="69104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4" name="Google Shape;1884;p85"/>
            <p:cNvSpPr/>
            <p:nvPr/>
          </p:nvSpPr>
          <p:spPr>
            <a:xfrm>
              <a:off x="5450859" y="583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5" name="Google Shape;1885;p85"/>
            <p:cNvSpPr/>
            <p:nvPr/>
          </p:nvSpPr>
          <p:spPr>
            <a:xfrm>
              <a:off x="5450859" y="570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6" name="Google Shape;1886;p85"/>
            <p:cNvSpPr/>
            <p:nvPr/>
          </p:nvSpPr>
          <p:spPr>
            <a:xfrm>
              <a:off x="5450859" y="5582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1887" name="Google Shape;1887;p85"/>
            <p:cNvSpPr/>
            <p:nvPr/>
          </p:nvSpPr>
          <p:spPr>
            <a:xfrm>
              <a:off x="5450859" y="53919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1888" name="Google Shape;1888;p8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7334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9" name="Google Shape;1889;p8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028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0" name="Google Shape;1890;p8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2887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1" name="Google Shape;1891;p8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4746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2" name="Google Shape;1892;p8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6606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3" name="Google Shape;1893;p85"/>
          <p:cNvSpPr txBox="1"/>
          <p:nvPr/>
        </p:nvSpPr>
        <p:spPr>
          <a:xfrm>
            <a:off x="550775" y="1558963"/>
            <a:ext cx="7940577" cy="43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81" rIns="0" bIns="0" anchor="t" anchorCtr="0">
            <a:spAutoFit/>
          </a:bodyPr>
          <a:lstStyle/>
          <a:p>
            <a:pPr marL="20141" defTabSz="1450147"/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  <a:p>
            <a:pPr marL="20141" marR="8056" defTabSz="1450147">
              <a:lnSpc>
                <a:spcPct val="114599"/>
              </a:lnSpc>
              <a:spcBef>
                <a:spcPts val="119"/>
              </a:spcBef>
            </a:pPr>
            <a:r>
              <a:rPr lang="en-US" sz="1665"/>
              <a:t>A </a:t>
            </a:r>
            <a:r>
              <a:rPr lang="en-US" sz="1665">
                <a:solidFill>
                  <a:srgbClr val="1B1472"/>
                </a:solidFill>
              </a:rPr>
              <a:t>Fully Connected (FC) Layer </a:t>
            </a:r>
            <a:r>
              <a:rPr lang="en-US" sz="1665"/>
              <a:t>or </a:t>
            </a:r>
            <a:r>
              <a:rPr lang="en-US" sz="1665">
                <a:solidFill>
                  <a:srgbClr val="1B1472"/>
                </a:solidFill>
              </a:rPr>
              <a:t>Dense Layer </a:t>
            </a:r>
            <a:r>
              <a:rPr lang="en-US" sz="1665"/>
              <a:t>is a layer where every neuron is connected to every neuron in the previous layer, performing a linear transformation followed by an activation function.</a:t>
            </a:r>
            <a:endParaRPr sz="1665"/>
          </a:p>
          <a:p>
            <a:pPr defTabSz="1450147">
              <a:spcBef>
                <a:spcPts val="682"/>
              </a:spcBef>
            </a:pPr>
            <a:endParaRPr sz="1665"/>
          </a:p>
          <a:p>
            <a:pPr marL="20141" defTabSz="1450147"/>
            <a:r>
              <a:rPr lang="en-US" sz="1665">
                <a:solidFill>
                  <a:srgbClr val="EC2027"/>
                </a:solidFill>
              </a:rPr>
              <a:t>Role in CNN Architecture</a:t>
            </a:r>
            <a:endParaRPr sz="1665"/>
          </a:p>
          <a:p>
            <a:pPr marL="491439" defTabSz="1450147">
              <a:spcBef>
                <a:spcPts val="396"/>
              </a:spcBef>
            </a:pPr>
            <a:r>
              <a:rPr lang="en-US" sz="1665">
                <a:solidFill>
                  <a:srgbClr val="1B1472"/>
                </a:solidFill>
              </a:rPr>
              <a:t>Feature Flattening: </a:t>
            </a:r>
            <a:r>
              <a:rPr lang="en-US" sz="1665"/>
              <a:t>Convert spatial features to vector:</a:t>
            </a:r>
            <a:endParaRPr sz="1665"/>
          </a:p>
          <a:p>
            <a:pPr marL="491439" defTabSz="1450147">
              <a:spcBef>
                <a:spcPts val="56"/>
              </a:spcBef>
            </a:pP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H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W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665" i="1"/>
              <a:t>C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H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665" i="1"/>
              <a:t>W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665" i="1"/>
              <a:t>C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491439" marR="2694856" defTabSz="1450147">
              <a:lnSpc>
                <a:spcPct val="139047"/>
              </a:lnSpc>
              <a:spcBef>
                <a:spcPts val="95"/>
              </a:spcBef>
            </a:pPr>
            <a:r>
              <a:rPr lang="en-US" sz="1665">
                <a:solidFill>
                  <a:srgbClr val="1B1472"/>
                </a:solidFill>
              </a:rPr>
              <a:t>Classification Head: </a:t>
            </a:r>
            <a:r>
              <a:rPr lang="en-US" sz="1665"/>
              <a:t>Map features to class scores </a:t>
            </a:r>
            <a:r>
              <a:rPr lang="en-US" sz="1665">
                <a:solidFill>
                  <a:srgbClr val="1B1472"/>
                </a:solidFill>
              </a:rPr>
              <a:t>Dimensionality Control: </a:t>
            </a:r>
            <a:r>
              <a:rPr lang="en-US" sz="1665"/>
              <a:t>Adjust feature vector size</a:t>
            </a:r>
            <a:endParaRPr sz="1665"/>
          </a:p>
          <a:p>
            <a:pPr marL="491439" marR="1998987" defTabSz="1450147">
              <a:lnSpc>
                <a:spcPct val="139047"/>
              </a:lnSpc>
              <a:spcBef>
                <a:spcPts val="8"/>
              </a:spcBef>
            </a:pPr>
            <a:r>
              <a:rPr lang="en-US" sz="1665">
                <a:solidFill>
                  <a:srgbClr val="1B1472"/>
                </a:solidFill>
              </a:rPr>
              <a:t>Non-linear Mapping: </a:t>
            </a:r>
            <a:r>
              <a:rPr lang="en-US" sz="1665"/>
              <a:t>Learn complex decision boundaries </a:t>
            </a:r>
            <a:r>
              <a:rPr lang="en-US" sz="1665">
                <a:solidFill>
                  <a:srgbClr val="1B1472"/>
                </a:solidFill>
              </a:rPr>
              <a:t>Typical CNN Flow:</a:t>
            </a:r>
            <a:endParaRPr sz="1665"/>
          </a:p>
          <a:p>
            <a:pPr marL="1866057" defTabSz="1450147">
              <a:spcBef>
                <a:spcPts val="793"/>
              </a:spcBef>
            </a:pPr>
            <a:r>
              <a:rPr lang="en-US" sz="1665"/>
              <a:t>Conv Layers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Flatten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FC Layer(s)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665"/>
              <a:t>Output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87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FC L</a:t>
            </a:r>
            <a:r>
              <a:rPr lang="en-US" cap="small" dirty="0">
                <a:solidFill>
                  <a:srgbClr val="FFFFFF"/>
                </a:solidFill>
              </a:rPr>
              <a:t>ayer</a:t>
            </a:r>
            <a:r>
              <a:rPr lang="en-US" dirty="0">
                <a:solidFill>
                  <a:srgbClr val="FFFFFF"/>
                </a:solidFill>
              </a:rPr>
              <a:t> - N</a:t>
            </a:r>
            <a:r>
              <a:rPr lang="en-US" cap="small" dirty="0">
                <a:solidFill>
                  <a:srgbClr val="FFFFFF"/>
                </a:solidFill>
              </a:rPr>
              <a:t>umerical</a:t>
            </a:r>
            <a:r>
              <a:rPr lang="en-US" dirty="0">
                <a:solidFill>
                  <a:srgbClr val="FFFFFF"/>
                </a:solidFill>
              </a:rPr>
              <a:t> E</a:t>
            </a:r>
            <a:r>
              <a:rPr lang="en-US" cap="small" dirty="0">
                <a:solidFill>
                  <a:srgbClr val="FFFFFF"/>
                </a:solidFill>
              </a:rPr>
              <a:t>xample</a:t>
            </a:r>
            <a:endParaRPr dirty="0"/>
          </a:p>
        </p:txBody>
      </p:sp>
      <p:pic>
        <p:nvPicPr>
          <p:cNvPr id="1962" name="Google Shape;196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92" y="1728611"/>
            <a:ext cx="8117261" cy="386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93"/>
          <p:cNvSpPr txBox="1">
            <a:spLocks noGrp="1"/>
          </p:cNvSpPr>
          <p:nvPr>
            <p:ph type="title"/>
          </p:nvPr>
        </p:nvSpPr>
        <p:spPr>
          <a:xfrm>
            <a:off x="151137" y="316488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ypical</a:t>
            </a:r>
            <a:r>
              <a:rPr lang="en-US" dirty="0">
                <a:solidFill>
                  <a:srgbClr val="FFFFFF"/>
                </a:solidFill>
              </a:rPr>
              <a:t> CNN A</a:t>
            </a:r>
            <a:r>
              <a:rPr lang="en-US" cap="small" dirty="0">
                <a:solidFill>
                  <a:srgbClr val="FFFFFF"/>
                </a:solidFill>
              </a:rPr>
              <a:t>rchitecture</a:t>
            </a:r>
            <a:endParaRPr dirty="0"/>
          </a:p>
        </p:txBody>
      </p:sp>
      <p:grpSp>
        <p:nvGrpSpPr>
          <p:cNvPr id="2060" name="Google Shape;2060;p93"/>
          <p:cNvGrpSpPr/>
          <p:nvPr/>
        </p:nvGrpSpPr>
        <p:grpSpPr>
          <a:xfrm>
            <a:off x="1614177" y="2251667"/>
            <a:ext cx="457200" cy="914400"/>
            <a:chOff x="1017828" y="880051"/>
            <a:chExt cx="288290" cy="576580"/>
          </a:xfrm>
        </p:grpSpPr>
        <p:sp>
          <p:nvSpPr>
            <p:cNvPr id="2061" name="Google Shape;2061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2" name="Google Shape;2062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2063" name="Google Shape;2063;p93"/>
          <p:cNvSpPr txBox="1"/>
          <p:nvPr/>
        </p:nvSpPr>
        <p:spPr>
          <a:xfrm>
            <a:off x="1581429" y="3212391"/>
            <a:ext cx="522658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Input</a:t>
            </a:r>
            <a:endParaRPr sz="1665"/>
          </a:p>
        </p:txBody>
      </p:sp>
      <p:sp>
        <p:nvSpPr>
          <p:cNvPr id="2064" name="Google Shape;2064;p93"/>
          <p:cNvSpPr txBox="1"/>
          <p:nvPr/>
        </p:nvSpPr>
        <p:spPr>
          <a:xfrm>
            <a:off x="1465939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32×32×3</a:t>
            </a:r>
            <a:endParaRPr sz="1427"/>
          </a:p>
        </p:txBody>
      </p:sp>
      <p:grpSp>
        <p:nvGrpSpPr>
          <p:cNvPr id="2065" name="Google Shape;2065;p93"/>
          <p:cNvGrpSpPr/>
          <p:nvPr/>
        </p:nvGrpSpPr>
        <p:grpSpPr>
          <a:xfrm>
            <a:off x="814682" y="2343016"/>
            <a:ext cx="6737665" cy="3117400"/>
            <a:chOff x="513702" y="937652"/>
            <a:chExt cx="4248472" cy="1965694"/>
          </a:xfrm>
        </p:grpSpPr>
        <p:sp>
          <p:nvSpPr>
            <p:cNvPr id="2066" name="Google Shape;2066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7" name="Google Shape;2067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8" name="Google Shape;2068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69" name="Google Shape;2069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0" name="Google Shape;2070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1" name="Google Shape;2071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2" name="Google Shape;2072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3" name="Google Shape;2073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4" name="Google Shape;2074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5" name="Google Shape;2075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6" name="Google Shape;2076;p93"/>
            <p:cNvSpPr/>
            <p:nvPr/>
          </p:nvSpPr>
          <p:spPr>
            <a:xfrm>
              <a:off x="4473884" y="1110456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7" name="Google Shape;2077;p93"/>
            <p:cNvSpPr/>
            <p:nvPr/>
          </p:nvSpPr>
          <p:spPr>
            <a:xfrm>
              <a:off x="1305833" y="1110456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8" name="Google Shape;2078;p93"/>
            <p:cNvSpPr/>
            <p:nvPr/>
          </p:nvSpPr>
          <p:spPr>
            <a:xfrm>
              <a:off x="150738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79" name="Google Shape;2079;p93"/>
            <p:cNvSpPr/>
            <p:nvPr/>
          </p:nvSpPr>
          <p:spPr>
            <a:xfrm>
              <a:off x="188184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0" name="Google Shape;2080;p93"/>
            <p:cNvSpPr/>
            <p:nvPr/>
          </p:nvSpPr>
          <p:spPr>
            <a:xfrm>
              <a:off x="208339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1" name="Google Shape;2081;p93"/>
            <p:cNvSpPr/>
            <p:nvPr/>
          </p:nvSpPr>
          <p:spPr>
            <a:xfrm>
              <a:off x="245785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2" name="Google Shape;2082;p93"/>
            <p:cNvSpPr/>
            <p:nvPr/>
          </p:nvSpPr>
          <p:spPr>
            <a:xfrm>
              <a:off x="2659408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3" name="Google Shape;2083;p93"/>
            <p:cNvSpPr/>
            <p:nvPr/>
          </p:nvSpPr>
          <p:spPr>
            <a:xfrm>
              <a:off x="303386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4" name="Google Shape;2084;p93"/>
            <p:cNvSpPr/>
            <p:nvPr/>
          </p:nvSpPr>
          <p:spPr>
            <a:xfrm>
              <a:off x="323541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5" name="Google Shape;2085;p93"/>
            <p:cNvSpPr/>
            <p:nvPr/>
          </p:nvSpPr>
          <p:spPr>
            <a:xfrm>
              <a:off x="360987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6" name="Google Shape;2086;p93"/>
            <p:cNvSpPr/>
            <p:nvPr/>
          </p:nvSpPr>
          <p:spPr>
            <a:xfrm>
              <a:off x="381142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7" name="Google Shape;2087;p93"/>
            <p:cNvSpPr/>
            <p:nvPr/>
          </p:nvSpPr>
          <p:spPr>
            <a:xfrm>
              <a:off x="4185880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088" name="Google Shape;2088;p93"/>
            <p:cNvSpPr/>
            <p:nvPr/>
          </p:nvSpPr>
          <p:spPr>
            <a:xfrm>
              <a:off x="4387436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089" name="Google Shape;2089;p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169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0" name="Google Shape;2090;p9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391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1" name="Google Shape;2091;p9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126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2" name="Google Shape;2092;p9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340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3" name="Google Shape;2093;p93"/>
          <p:cNvSpPr txBox="1"/>
          <p:nvPr/>
        </p:nvSpPr>
        <p:spPr>
          <a:xfrm>
            <a:off x="2379413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28×28×6</a:t>
            </a:r>
            <a:endParaRPr sz="1427"/>
          </a:p>
        </p:txBody>
      </p:sp>
      <p:sp>
        <p:nvSpPr>
          <p:cNvPr id="2094" name="Google Shape;2094;p93"/>
          <p:cNvSpPr txBox="1"/>
          <p:nvPr/>
        </p:nvSpPr>
        <p:spPr>
          <a:xfrm>
            <a:off x="3292907" y="1884725"/>
            <a:ext cx="75327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14×14×6</a:t>
            </a:r>
            <a:endParaRPr sz="1427"/>
          </a:p>
        </p:txBody>
      </p:sp>
      <p:sp>
        <p:nvSpPr>
          <p:cNvPr id="2095" name="Google Shape;2095;p93"/>
          <p:cNvSpPr txBox="1"/>
          <p:nvPr/>
        </p:nvSpPr>
        <p:spPr>
          <a:xfrm>
            <a:off x="4156168" y="1884725"/>
            <a:ext cx="853977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10×10×16</a:t>
            </a:r>
            <a:endParaRPr sz="1427"/>
          </a:p>
        </p:txBody>
      </p:sp>
      <p:sp>
        <p:nvSpPr>
          <p:cNvPr id="2096" name="Google Shape;2096;p93"/>
          <p:cNvSpPr txBox="1"/>
          <p:nvPr/>
        </p:nvSpPr>
        <p:spPr>
          <a:xfrm>
            <a:off x="5170066" y="1884725"/>
            <a:ext cx="653574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5×5×16</a:t>
            </a:r>
            <a:endParaRPr sz="1427"/>
          </a:p>
        </p:txBody>
      </p:sp>
      <p:sp>
        <p:nvSpPr>
          <p:cNvPr id="2097" name="Google Shape;2097;p93"/>
          <p:cNvSpPr txBox="1"/>
          <p:nvPr/>
        </p:nvSpPr>
        <p:spPr>
          <a:xfrm>
            <a:off x="2424931" y="3234768"/>
            <a:ext cx="4150150" cy="5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Conv1	    Pool1      Conv2	Pool2	    FC</a:t>
            </a:r>
            <a:endParaRPr sz="1665"/>
          </a:p>
        </p:txBody>
      </p:sp>
      <p:sp>
        <p:nvSpPr>
          <p:cNvPr id="2098" name="Google Shape;2098;p93"/>
          <p:cNvSpPr txBox="1"/>
          <p:nvPr/>
        </p:nvSpPr>
        <p:spPr>
          <a:xfrm>
            <a:off x="6239209" y="1884725"/>
            <a:ext cx="342396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120</a:t>
            </a:r>
            <a:endParaRPr sz="1427"/>
          </a:p>
        </p:txBody>
      </p:sp>
      <p:sp>
        <p:nvSpPr>
          <p:cNvPr id="2099" name="Google Shape;2099;p93"/>
          <p:cNvSpPr txBox="1"/>
          <p:nvPr/>
        </p:nvSpPr>
        <p:spPr>
          <a:xfrm>
            <a:off x="6978039" y="3213963"/>
            <a:ext cx="690834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Output</a:t>
            </a:r>
            <a:endParaRPr sz="1665"/>
          </a:p>
        </p:txBody>
      </p:sp>
      <p:sp>
        <p:nvSpPr>
          <p:cNvPr id="2100" name="Google Shape;2100;p93"/>
          <p:cNvSpPr txBox="1"/>
          <p:nvPr/>
        </p:nvSpPr>
        <p:spPr>
          <a:xfrm>
            <a:off x="7202913" y="1884725"/>
            <a:ext cx="241692" cy="2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 sz="1427"/>
              <a:t>10</a:t>
            </a:r>
            <a:endParaRPr sz="1427"/>
          </a:p>
        </p:txBody>
      </p:sp>
      <p:sp>
        <p:nvSpPr>
          <p:cNvPr id="2101" name="Google Shape;2101;p93"/>
          <p:cNvSpPr txBox="1"/>
          <p:nvPr/>
        </p:nvSpPr>
        <p:spPr>
          <a:xfrm>
            <a:off x="550774" y="3835165"/>
            <a:ext cx="6287789" cy="178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/>
            <a:r>
              <a:rPr lang="en-US" sz="1665">
                <a:solidFill>
                  <a:srgbClr val="1B1472"/>
                </a:solidFill>
              </a:rPr>
              <a:t>Pattern: </a:t>
            </a:r>
            <a:r>
              <a:rPr lang="en-US" sz="1665"/>
              <a:t>CONV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665"/>
              <a:t>POOL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CONV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POOL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FC</a:t>
            </a:r>
            <a:r>
              <a:rPr lang="en-US" sz="1427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665"/>
              <a:t>OUTPUT</a:t>
            </a:r>
            <a:endParaRPr sz="1665"/>
          </a:p>
          <a:p>
            <a:pPr marL="491439" marR="533735" defTabSz="1450147">
              <a:lnSpc>
                <a:spcPct val="138400"/>
              </a:lnSpc>
            </a:pPr>
            <a:r>
              <a:rPr lang="en-US" sz="1665"/>
              <a:t>Early layers: Detect low-level features (edges, corners) Middle layers: Combine features (shapes, textures) Later layers: High-level concepts (objects, faces) Spatial size decreases, depth increases</a:t>
            </a:r>
            <a:endParaRPr sz="1665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96"/>
          <p:cNvSpPr txBox="1">
            <a:spLocks noGrp="1"/>
          </p:cNvSpPr>
          <p:nvPr>
            <p:ph type="title"/>
          </p:nvPr>
        </p:nvSpPr>
        <p:spPr>
          <a:xfrm>
            <a:off x="151137" y="362207"/>
            <a:ext cx="835447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dirty="0">
                <a:solidFill>
                  <a:srgbClr val="FFFFFF"/>
                </a:solidFill>
              </a:rPr>
              <a:t>N</a:t>
            </a:r>
            <a:r>
              <a:rPr lang="en-US" cap="small" dirty="0">
                <a:solidFill>
                  <a:srgbClr val="FFFFFF"/>
                </a:solidFill>
              </a:rPr>
              <a:t>umber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of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arameters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in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ooling</a:t>
            </a:r>
            <a:r>
              <a:rPr lang="en-US" dirty="0">
                <a:solidFill>
                  <a:srgbClr val="FFFFFF"/>
                </a:solidFill>
              </a:rPr>
              <a:t> L</a:t>
            </a:r>
            <a:r>
              <a:rPr lang="en-US" cap="small" dirty="0">
                <a:solidFill>
                  <a:srgbClr val="FFFFFF"/>
                </a:solidFill>
              </a:rPr>
              <a:t>ayers</a:t>
            </a:r>
            <a:endParaRPr dirty="0"/>
          </a:p>
        </p:txBody>
      </p:sp>
      <p:grpSp>
        <p:nvGrpSpPr>
          <p:cNvPr id="2153" name="Google Shape;2153;p96"/>
          <p:cNvGrpSpPr/>
          <p:nvPr/>
        </p:nvGrpSpPr>
        <p:grpSpPr>
          <a:xfrm>
            <a:off x="490350" y="2456291"/>
            <a:ext cx="8234748" cy="2057319"/>
            <a:chOff x="309193" y="1009078"/>
            <a:chExt cx="5192466" cy="1297254"/>
          </a:xfrm>
        </p:grpSpPr>
        <p:sp>
          <p:nvSpPr>
            <p:cNvPr id="2154" name="Google Shape;2154;p96"/>
            <p:cNvSpPr/>
            <p:nvPr/>
          </p:nvSpPr>
          <p:spPr>
            <a:xfrm>
              <a:off x="309193" y="100907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155" name="Google Shape;2155;p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20331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6" name="Google Shape;2156;p9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39763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7" name="Google Shape;2157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38493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8" name="Google Shape;2158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053312"/>
              <a:ext cx="50800" cy="344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96"/>
            <p:cNvSpPr/>
            <p:nvPr/>
          </p:nvSpPr>
          <p:spPr>
            <a:xfrm>
              <a:off x="309193" y="1247589"/>
              <a:ext cx="5142230" cy="201295"/>
            </a:xfrm>
            <a:custGeom>
              <a:avLst/>
              <a:gdLst/>
              <a:ahLst/>
              <a:cxnLst/>
              <a:rect l="l" t="t" r="r" b="b"/>
              <a:pathLst>
                <a:path w="5142230" h="20129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50045"/>
                  </a:lnTo>
                  <a:lnTo>
                    <a:pt x="4008" y="169770"/>
                  </a:lnTo>
                  <a:lnTo>
                    <a:pt x="14922" y="185923"/>
                  </a:lnTo>
                  <a:lnTo>
                    <a:pt x="31075" y="196837"/>
                  </a:lnTo>
                  <a:lnTo>
                    <a:pt x="50800" y="200845"/>
                  </a:lnTo>
                  <a:lnTo>
                    <a:pt x="5090865" y="200845"/>
                  </a:lnTo>
                  <a:lnTo>
                    <a:pt x="5110590" y="196837"/>
                  </a:lnTo>
                  <a:lnTo>
                    <a:pt x="5126743" y="185923"/>
                  </a:lnTo>
                  <a:lnTo>
                    <a:pt x="5137657" y="169770"/>
                  </a:lnTo>
                  <a:lnTo>
                    <a:pt x="5141666" y="15004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0" name="Google Shape;2160;p96"/>
            <p:cNvSpPr/>
            <p:nvPr/>
          </p:nvSpPr>
          <p:spPr>
            <a:xfrm>
              <a:off x="5450859" y="1091407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w="120000" h="325755" extrusionOk="0">
                  <a:moveTo>
                    <a:pt x="0" y="32527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1" name="Google Shape;2161;p96"/>
            <p:cNvSpPr/>
            <p:nvPr/>
          </p:nvSpPr>
          <p:spPr>
            <a:xfrm>
              <a:off x="5450859" y="10787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2" name="Google Shape;2162;p96"/>
            <p:cNvSpPr/>
            <p:nvPr/>
          </p:nvSpPr>
          <p:spPr>
            <a:xfrm>
              <a:off x="5450859" y="10660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3" name="Google Shape;2163;p96"/>
            <p:cNvSpPr/>
            <p:nvPr/>
          </p:nvSpPr>
          <p:spPr>
            <a:xfrm>
              <a:off x="5450859" y="10533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2164" name="Google Shape;2164;p96"/>
            <p:cNvSpPr/>
            <p:nvPr/>
          </p:nvSpPr>
          <p:spPr>
            <a:xfrm>
              <a:off x="5450859" y="103425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2165" name="Google Shape;2165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156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6" name="Google Shape;2166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370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7" name="Google Shape;2167;p96"/>
          <p:cNvSpPr txBox="1">
            <a:spLocks noGrp="1"/>
          </p:cNvSpPr>
          <p:nvPr>
            <p:ph type="body" idx="1"/>
          </p:nvPr>
        </p:nvSpPr>
        <p:spPr>
          <a:xfrm>
            <a:off x="550775" y="1886301"/>
            <a:ext cx="7967767" cy="271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5352" rIns="0" bIns="0" anchor="t" anchorCtr="0">
            <a:spAutoFit/>
          </a:bodyPr>
          <a:lstStyle/>
          <a:p>
            <a:pPr marL="20141" indent="0"/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  <a:p>
            <a:pPr marL="20141" indent="0">
              <a:spcBef>
                <a:spcPts val="412"/>
              </a:spcBef>
            </a:pPr>
            <a:r>
              <a:rPr lang="en-US"/>
              <a:t>Pooling layers have ZERO learnable parameters!</a:t>
            </a:r>
            <a:endParaRPr/>
          </a:p>
          <a:p>
            <a:pPr marL="20141" indent="0">
              <a:spcBef>
                <a:spcPts val="1863"/>
              </a:spcBef>
            </a:pPr>
            <a:r>
              <a:rPr lang="en-US"/>
              <a:t>Why Zero Parameters?</a:t>
            </a:r>
            <a:endParaRPr/>
          </a:p>
          <a:p>
            <a:pPr marL="20141" indent="0">
              <a:spcBef>
                <a:spcPts val="56"/>
              </a:spcBef>
            </a:pPr>
            <a:r>
              <a:rPr lang="en-US">
                <a:solidFill>
                  <a:srgbClr val="000000"/>
                </a:solidFill>
              </a:rPr>
              <a:t>Pooling operations are </a:t>
            </a:r>
            <a:r>
              <a:rPr lang="en-US"/>
              <a:t>fixed mathematical functions</a:t>
            </a:r>
            <a:r>
              <a:rPr lang="en-US">
                <a:solidFill>
                  <a:srgbClr val="000000"/>
                </a:solidFill>
              </a:rPr>
              <a:t>: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 </a:t>
            </a:r>
            <a:r>
              <a:rPr lang="en-US">
                <a:solidFill>
                  <a:srgbClr val="000000"/>
                </a:solidFill>
              </a:rPr>
              <a:t>or average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  <a:p>
            <a:pPr marL="491439" indent="0">
              <a:spcBef>
                <a:spcPts val="714"/>
              </a:spcBef>
            </a:pPr>
            <a:r>
              <a:rPr lang="en-US">
                <a:solidFill>
                  <a:srgbClr val="000000"/>
                </a:solidFill>
              </a:rPr>
              <a:t>No weights or biases to learn</a:t>
            </a:r>
            <a:endParaRPr/>
          </a:p>
          <a:p>
            <a:pPr marL="491439" indent="0">
              <a:spcBef>
                <a:spcPts val="768"/>
              </a:spcBef>
            </a:pPr>
            <a:r>
              <a:rPr lang="en-US">
                <a:solidFill>
                  <a:srgbClr val="000000"/>
                </a:solidFill>
              </a:rPr>
              <a:t>Only hyperparameters: pool size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>
                <a:solidFill>
                  <a:srgbClr val="000000"/>
                </a:solidFill>
              </a:rPr>
              <a:t>and stride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E573B1-8F90-432C-BE0E-1190F3FD50E8}"/>
              </a:ext>
            </a:extLst>
          </p:cNvPr>
          <p:cNvSpPr/>
          <p:nvPr/>
        </p:nvSpPr>
        <p:spPr>
          <a:xfrm>
            <a:off x="541896" y="1218329"/>
            <a:ext cx="319379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63">
              <a:defRPr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Given an input matrix of size 8×8 and a kernel size of 3×3 with a stride of 1 and no padding, determine the output shape after applying the convolution operation. 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(b) If there are 5 such filters applied, what will be the output shape?		                                                                                 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(c) Apply a 4×4 max-pooling filter with a stride of 2 to the output from part (b). What will be the final output shape?	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	                    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42CCDB-0365-4AF7-ACCE-1C890AD22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92" y="4686731"/>
            <a:ext cx="2138183" cy="7493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38F28A-2D9A-4A68-91BD-8C23EBA683CE}"/>
              </a:ext>
            </a:extLst>
          </p:cNvPr>
          <p:cNvSpPr/>
          <p:nvPr/>
        </p:nvSpPr>
        <p:spPr>
          <a:xfrm>
            <a:off x="4513969" y="2042671"/>
            <a:ext cx="3488203" cy="2616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63">
              <a:defRPr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n = 8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f = 3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s = 1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dimension = { (8 + 2.0 – 3)/1} + 1 </a:t>
            </a:r>
          </a:p>
          <a:p>
            <a:pPr algn="just" defTabSz="914463">
              <a:defRPr/>
            </a:pPr>
            <a:r>
              <a:rPr lang="en-IN" sz="12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= 6 x 6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Since there are 5 such filters , the number of output channels will be 5.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 put dimension =  6 x 6 x 5</a:t>
            </a:r>
          </a:p>
          <a:p>
            <a:pPr algn="just" defTabSz="914463">
              <a:defRPr/>
            </a:pPr>
            <a:endParaRPr lang="en-IN" sz="120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Output dimension = {(6 – 4) / 2} + 1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= 2</a:t>
            </a:r>
          </a:p>
          <a:p>
            <a:pPr algn="just" defTabSz="914463"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= 2 x 2 x 5</a:t>
            </a:r>
          </a:p>
        </p:txBody>
      </p:sp>
    </p:spTree>
    <p:extLst>
      <p:ext uri="{BB962C8B-B14F-4D97-AF65-F5344CB8AC3E}">
        <p14:creationId xmlns:p14="http://schemas.microsoft.com/office/powerpoint/2010/main" val="3449204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2BE8C0-9955-40EE-918B-172C2165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1033272"/>
            <a:ext cx="8275320" cy="42976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E11BE3-2E28-4E48-8023-27FDEF1E0068}"/>
                  </a:ext>
                </a:extLst>
              </p14:cNvPr>
              <p14:cNvContentPartPr/>
              <p14:nvPr/>
            </p14:nvContentPartPr>
            <p14:xfrm>
              <a:off x="54720" y="1700280"/>
              <a:ext cx="8729640" cy="479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E11BE3-2E28-4E48-8023-27FDEF1E00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60" y="1690920"/>
                <a:ext cx="8748360" cy="481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9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368BD-5479-4D84-B548-8F11B2AF2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tx1"/>
                </a:solidFill>
                <a:latin typeface="+mn-lt"/>
              </a:rPr>
              <a:t>Revision</a:t>
            </a:r>
            <a:endParaRPr lang="en-IN" sz="6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3734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48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/>
              <a:t>Learning Problems</a:t>
            </a:r>
            <a:endParaRPr dirty="0"/>
          </a:p>
        </p:txBody>
      </p:sp>
      <p:sp>
        <p:nvSpPr>
          <p:cNvPr id="325" name="Google Shape;325;p51"/>
          <p:cNvSpPr txBox="1">
            <a:spLocks noGrp="1"/>
          </p:cNvSpPr>
          <p:nvPr>
            <p:ph type="body" idx="1"/>
          </p:nvPr>
        </p:nvSpPr>
        <p:spPr>
          <a:xfrm>
            <a:off x="311700" y="1097280"/>
            <a:ext cx="8520600" cy="5532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AutoNum type="arabicPeriod"/>
            </a:pPr>
            <a:r>
              <a:rPr lang="en" dirty="0"/>
              <a:t>Supervised Learning</a:t>
            </a:r>
            <a:endParaRPr dirty="0"/>
          </a:p>
          <a:p>
            <a:pPr lvl="1" algn="just"/>
            <a:r>
              <a:rPr lang="en" sz="2000" dirty="0"/>
              <a:t>Training by examples</a:t>
            </a:r>
            <a:endParaRPr sz="2000" dirty="0"/>
          </a:p>
          <a:p>
            <a:pPr lvl="1" algn="just"/>
            <a:r>
              <a:rPr lang="en" sz="2000" dirty="0"/>
              <a:t>The model is given a dataset which has the data and its labels</a:t>
            </a:r>
            <a:endParaRPr sz="2000" dirty="0"/>
          </a:p>
          <a:p>
            <a:pPr lvl="1" algn="just"/>
            <a:r>
              <a:rPr lang="en" sz="2000" dirty="0"/>
              <a:t>Eg: Classification, Regression</a:t>
            </a:r>
            <a:endParaRPr sz="2000" dirty="0"/>
          </a:p>
          <a:p>
            <a:pPr lvl="1" algn="just"/>
            <a:r>
              <a:rPr lang="en" sz="2000" dirty="0"/>
              <a:t>You will learn this in this course and Machine Learning Course</a:t>
            </a:r>
            <a:endParaRPr sz="2000" dirty="0"/>
          </a:p>
          <a:p>
            <a:pPr algn="just">
              <a:buAutoNum type="arabicPeriod"/>
            </a:pPr>
            <a:r>
              <a:rPr lang="en" dirty="0"/>
              <a:t>Unsupervised Learning</a:t>
            </a:r>
            <a:endParaRPr dirty="0"/>
          </a:p>
          <a:p>
            <a:pPr lvl="1" algn="just"/>
            <a:r>
              <a:rPr lang="en" sz="2000" dirty="0"/>
              <a:t>Situations where we feed the model a giant dataset containing only the features</a:t>
            </a:r>
            <a:endParaRPr sz="2000" dirty="0"/>
          </a:p>
          <a:p>
            <a:pPr lvl="1" algn="just"/>
            <a:r>
              <a:rPr lang="en" sz="2000" dirty="0"/>
              <a:t>Eg: Clustering, Generate synthetic data (uses GAN)</a:t>
            </a:r>
            <a:endParaRPr sz="2000" dirty="0"/>
          </a:p>
          <a:p>
            <a:pPr lvl="1" algn="just"/>
            <a:r>
              <a:rPr lang="en" sz="2000" dirty="0"/>
              <a:t>You will learn this in Advanced Deep Learning Course and Machine Learning Course</a:t>
            </a:r>
            <a:endParaRPr sz="2000" dirty="0"/>
          </a:p>
          <a:p>
            <a:pPr algn="just">
              <a:buAutoNum type="arabicPeriod"/>
            </a:pPr>
            <a:r>
              <a:rPr lang="en" dirty="0"/>
              <a:t>Reinforcement Learning</a:t>
            </a:r>
            <a:endParaRPr dirty="0"/>
          </a:p>
          <a:p>
            <a:pPr lvl="1" algn="just"/>
            <a:r>
              <a:rPr lang="en" sz="2000" dirty="0"/>
              <a:t>Develop an agent that interacts with an environment and takes actions over a series of time steps.</a:t>
            </a:r>
            <a:endParaRPr sz="2000" dirty="0"/>
          </a:p>
          <a:p>
            <a:pPr lvl="1" algn="just"/>
            <a:r>
              <a:rPr lang="en" sz="2000" dirty="0"/>
              <a:t>You will learn this in Deep Reinforcement Learning Course</a:t>
            </a:r>
            <a:endParaRPr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rmAutofit/>
          </a:bodyPr>
          <a:lstStyle/>
          <a:p>
            <a:r>
              <a:rPr lang="en" sz="2100" dirty="0">
                <a:latin typeface="+mn-lt"/>
              </a:rPr>
              <a:t>Supervised Learning Tasks</a:t>
            </a:r>
            <a:endParaRPr sz="2100" dirty="0">
              <a:latin typeface="+mn-lt"/>
            </a:endParaRPr>
          </a:p>
        </p:txBody>
      </p:sp>
      <p:sp>
        <p:nvSpPr>
          <p:cNvPr id="339" name="Google Shape;339;p53"/>
          <p:cNvSpPr txBox="1">
            <a:spLocks noGrp="1"/>
          </p:cNvSpPr>
          <p:nvPr>
            <p:ph type="body" idx="1"/>
          </p:nvPr>
        </p:nvSpPr>
        <p:spPr>
          <a:xfrm>
            <a:off x="791803" y="1016374"/>
            <a:ext cx="6991350" cy="5681056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or how many question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classification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Multi-class classification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Multi-label classification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Recommender systems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 Learning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Tagging and Parsing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speech recognition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to speech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translation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endParaRPr sz="1200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F7F3E8-2D73-4987-9AC1-B41C4910A677}"/>
                  </a:ext>
                </a:extLst>
              </p14:cNvPr>
              <p14:cNvContentPartPr/>
              <p14:nvPr/>
            </p14:nvContentPartPr>
            <p14:xfrm>
              <a:off x="533520" y="1023480"/>
              <a:ext cx="8421480" cy="5471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F7F3E8-2D73-4987-9AC1-B41C4910A6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160" y="1014120"/>
                <a:ext cx="8440200" cy="54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931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0AE9-AC89-4CAE-B093-46B1734FA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1800" dirty="0">
                <a:latin typeface="+mn-lt"/>
              </a:rPr>
              <a:t>Artificial Neuron – Mathematical Computation</a:t>
            </a:r>
            <a:endParaRPr lang="en-IN" sz="1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1845E-5F7F-4428-8F40-5310485C5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5478" y="1436773"/>
            <a:ext cx="5715000" cy="739376"/>
          </a:xfrm>
        </p:spPr>
        <p:txBody>
          <a:bodyPr>
            <a:normAutofit/>
          </a:bodyPr>
          <a:lstStyle/>
          <a:p>
            <a:pPr marL="342900" indent="-2667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350" dirty="0">
                <a:latin typeface="+mn-lt"/>
              </a:rPr>
              <a:t>Sum of weights </a:t>
            </a:r>
            <a:r>
              <a:rPr lang="en-US" sz="1350" dirty="0" err="1">
                <a:latin typeface="+mn-lt"/>
              </a:rPr>
              <a:t>w</a:t>
            </a:r>
            <a:r>
              <a:rPr lang="en-US" sz="1350" baseline="-25000" dirty="0" err="1">
                <a:latin typeface="+mn-lt"/>
              </a:rPr>
              <a:t>i</a:t>
            </a:r>
            <a:r>
              <a:rPr lang="en-US" sz="1350" dirty="0">
                <a:latin typeface="+mn-lt"/>
              </a:rPr>
              <a:t> times corresponding features x</a:t>
            </a:r>
            <a:r>
              <a:rPr lang="en-US" sz="1350" baseline="-25000" dirty="0">
                <a:latin typeface="+mn-lt"/>
              </a:rPr>
              <a:t>i</a:t>
            </a:r>
          </a:p>
          <a:p>
            <a:pPr marL="342900" indent="-2667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350" dirty="0">
                <a:latin typeface="+mn-lt"/>
              </a:rPr>
              <a:t>Apply activation function f () on the sum.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sz="1350" dirty="0">
              <a:latin typeface="+mn-lt"/>
            </a:endParaRPr>
          </a:p>
        </p:txBody>
      </p:sp>
      <p:pic>
        <p:nvPicPr>
          <p:cNvPr id="5" name="Google Shape;131;p23" title="Screenshot from 2025-10-15 12-10-30.png">
            <a:extLst>
              <a:ext uri="{FF2B5EF4-FFF2-40B4-BE49-F238E27FC236}">
                <a16:creationId xmlns:a16="http://schemas.microsoft.com/office/drawing/2014/main" id="{D8AF2C0A-2191-4C1F-8B01-D0F30AC2C15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25478" y="2542568"/>
            <a:ext cx="6311513" cy="34558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4941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600C-967C-4AF6-A753-CACB2B508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90510"/>
            <a:ext cx="5715000" cy="429955"/>
          </a:xfrm>
        </p:spPr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Perceptron</a:t>
            </a:r>
            <a:endParaRPr lang="en-IN" sz="2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8D051-FACE-470A-B0D0-94BB808C414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marL="310753" indent="-214313">
              <a:buFont typeface="Courier New" panose="02070309020205020404" pitchFamily="49" charset="0"/>
              <a:buChar char="o"/>
            </a:pPr>
            <a:r>
              <a:rPr lang="en-IN" sz="1350" dirty="0">
                <a:highlight>
                  <a:schemeClr val="lt1"/>
                </a:highlight>
                <a:latin typeface="+mn-lt"/>
              </a:rPr>
              <a:t>Perceptron = Simplest form of artificial neuron</a:t>
            </a:r>
          </a:p>
          <a:p>
            <a:pPr marL="310753" indent="-214313">
              <a:buFont typeface="Courier New" panose="02070309020205020404" pitchFamily="49" charset="0"/>
              <a:buChar char="o"/>
            </a:pPr>
            <a:endParaRPr lang="en-IN" sz="1350" dirty="0">
              <a:latin typeface="+mn-lt"/>
            </a:endParaRPr>
          </a:p>
        </p:txBody>
      </p:sp>
      <p:pic>
        <p:nvPicPr>
          <p:cNvPr id="5" name="Google Shape;205;p33" title="Screenshot from 2025-10-15 12-10-42.png">
            <a:extLst>
              <a:ext uri="{FF2B5EF4-FFF2-40B4-BE49-F238E27FC236}">
                <a16:creationId xmlns:a16="http://schemas.microsoft.com/office/drawing/2014/main" id="{E7E10B90-8965-4F90-8420-4A549A7E0A4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1669" y="2338288"/>
            <a:ext cx="5486400" cy="2714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5759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49AC-6657-4510-B4B5-49233222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44" y="403149"/>
            <a:ext cx="5715000" cy="429955"/>
          </a:xfrm>
        </p:spPr>
        <p:txBody>
          <a:bodyPr>
            <a:normAutofit/>
          </a:bodyPr>
          <a:lstStyle/>
          <a:p>
            <a:r>
              <a:rPr lang="en" sz="1500" dirty="0">
                <a:latin typeface="+mn-lt"/>
              </a:rPr>
              <a:t>Perceptron for AND gate</a:t>
            </a:r>
            <a:endParaRPr lang="en-IN" sz="1500" dirty="0">
              <a:latin typeface="+mn-lt"/>
            </a:endParaRPr>
          </a:p>
        </p:txBody>
      </p:sp>
      <p:pic>
        <p:nvPicPr>
          <p:cNvPr id="5" name="Google Shape;233;p37" title="Screenshot from 2025-10-15 13-15-52.png">
            <a:extLst>
              <a:ext uri="{FF2B5EF4-FFF2-40B4-BE49-F238E27FC236}">
                <a16:creationId xmlns:a16="http://schemas.microsoft.com/office/drawing/2014/main" id="{8ABDF9DC-FFF7-4C03-B75F-D2F328F5A6C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5216" y="1408176"/>
            <a:ext cx="7790687" cy="48188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866408-C6D7-4A61-BCA2-4B1629500A9D}"/>
                  </a:ext>
                </a:extLst>
              </p14:cNvPr>
              <p14:cNvContentPartPr/>
              <p14:nvPr/>
            </p14:nvContentPartPr>
            <p14:xfrm>
              <a:off x="1594800" y="456840"/>
              <a:ext cx="7346880" cy="607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866408-C6D7-4A61-BCA2-4B1629500A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5440" y="447480"/>
                <a:ext cx="7365600" cy="609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001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2AB5-F485-438F-9D9D-9EC37020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1800" dirty="0">
                <a:latin typeface="+mn-lt"/>
              </a:rPr>
              <a:t>The XOR Problem</a:t>
            </a:r>
            <a:endParaRPr lang="en-IN" sz="1800" dirty="0">
              <a:latin typeface="+mn-lt"/>
            </a:endParaRPr>
          </a:p>
        </p:txBody>
      </p:sp>
      <p:pic>
        <p:nvPicPr>
          <p:cNvPr id="5" name="Google Shape;310;p48" title="Screenshot from 2025-10-15 12-11-09.png">
            <a:extLst>
              <a:ext uri="{FF2B5EF4-FFF2-40B4-BE49-F238E27FC236}">
                <a16:creationId xmlns:a16="http://schemas.microsoft.com/office/drawing/2014/main" id="{8739DEBD-BC5B-4329-9BE8-5084305DB1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6938" y="1184148"/>
            <a:ext cx="7708391" cy="4489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0701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E590-E2D7-4DCE-AD69-2732E108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1800" dirty="0">
                <a:latin typeface="+mn-lt"/>
              </a:rPr>
              <a:t>Why Single Perceptron Fails on XOR</a:t>
            </a:r>
            <a:endParaRPr lang="en-IN" sz="1800" dirty="0">
              <a:latin typeface="+mn-lt"/>
            </a:endParaRPr>
          </a:p>
        </p:txBody>
      </p:sp>
      <p:pic>
        <p:nvPicPr>
          <p:cNvPr id="5" name="Google Shape;317;p49" title="Screenshot from 2025-10-15 12-11-11.png">
            <a:extLst>
              <a:ext uri="{FF2B5EF4-FFF2-40B4-BE49-F238E27FC236}">
                <a16:creationId xmlns:a16="http://schemas.microsoft.com/office/drawing/2014/main" id="{68BEC70E-27A3-4072-B575-AB7B3653001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4945" y="1246722"/>
            <a:ext cx="7726680" cy="436455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839E98-4694-41B8-8618-5B3ADAD557EF}"/>
                  </a:ext>
                </a:extLst>
              </p14:cNvPr>
              <p14:cNvContentPartPr/>
              <p14:nvPr/>
            </p14:nvContentPartPr>
            <p14:xfrm>
              <a:off x="6035760" y="2347560"/>
              <a:ext cx="2934360" cy="264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839E98-4694-41B8-8618-5B3ADAD557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6400" y="2338200"/>
                <a:ext cx="2953080" cy="266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5574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50064-5567-4DB6-BF4F-D0F1322CC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353" y="1004755"/>
            <a:ext cx="3908355" cy="256224"/>
          </a:xfrm>
        </p:spPr>
        <p:txBody>
          <a:bodyPr/>
          <a:lstStyle/>
          <a:p>
            <a:r>
              <a:rPr lang="en-US" dirty="0"/>
              <a:t>XOR 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75A9D58-D97B-40A4-A88A-62FA374F6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272096"/>
              </p:ext>
            </p:extLst>
          </p:nvPr>
        </p:nvGraphicFramePr>
        <p:xfrm>
          <a:off x="1427362" y="908304"/>
          <a:ext cx="1262873" cy="139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757">
                  <a:extLst>
                    <a:ext uri="{9D8B030D-6E8A-4147-A177-3AD203B41FA5}">
                      <a16:colId xmlns:a16="http://schemas.microsoft.com/office/drawing/2014/main" val="2209879242"/>
                    </a:ext>
                  </a:extLst>
                </a:gridCol>
                <a:gridCol w="438149">
                  <a:extLst>
                    <a:ext uri="{9D8B030D-6E8A-4147-A177-3AD203B41FA5}">
                      <a16:colId xmlns:a16="http://schemas.microsoft.com/office/drawing/2014/main" val="826888110"/>
                    </a:ext>
                  </a:extLst>
                </a:gridCol>
                <a:gridCol w="516967">
                  <a:extLst>
                    <a:ext uri="{9D8B030D-6E8A-4147-A177-3AD203B41FA5}">
                      <a16:colId xmlns:a16="http://schemas.microsoft.com/office/drawing/2014/main" val="87245446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x1</a:t>
                      </a:r>
                      <a:endParaRPr lang="en-IN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x2</a:t>
                      </a:r>
                      <a:endParaRPr lang="en-IN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y</a:t>
                      </a:r>
                      <a:endParaRPr lang="en-IN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4316812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23717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989173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0332417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467908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F8C07B-2768-4101-95C0-5AAD170682BC}"/>
                  </a:ext>
                </a:extLst>
              </p14:cNvPr>
              <p14:cNvContentPartPr/>
              <p14:nvPr/>
            </p14:nvContentPartPr>
            <p14:xfrm>
              <a:off x="1764792" y="2067462"/>
              <a:ext cx="7003314" cy="4717386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F8C07B-2768-4101-95C0-5AAD170682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5432" y="2058102"/>
                <a:ext cx="7022034" cy="47361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7660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01023"/>
            <a:ext cx="5715000" cy="57327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n-lt"/>
              </a:rPr>
              <a:t>W</a:t>
            </a:r>
            <a:r>
              <a:rPr lang="en-US" sz="2400" cap="small" dirty="0">
                <a:solidFill>
                  <a:srgbClr val="FFFFFF"/>
                </a:solidFill>
                <a:latin typeface="+mn-lt"/>
              </a:rPr>
              <a:t>hat</a:t>
            </a:r>
            <a:r>
              <a:rPr lang="en-US" sz="24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2400" cap="small" dirty="0">
                <a:solidFill>
                  <a:srgbClr val="FFFFFF"/>
                </a:solidFill>
                <a:latin typeface="+mn-lt"/>
              </a:rPr>
              <a:t>is</a:t>
            </a:r>
            <a:r>
              <a:rPr lang="en-US" sz="2400" dirty="0">
                <a:solidFill>
                  <a:srgbClr val="FFFFFF"/>
                </a:solidFill>
                <a:latin typeface="+mn-lt"/>
              </a:rPr>
              <a:t> L</a:t>
            </a:r>
            <a:r>
              <a:rPr lang="en-US" sz="2400" cap="small" dirty="0">
                <a:solidFill>
                  <a:srgbClr val="FFFFFF"/>
                </a:solidFill>
                <a:latin typeface="+mn-lt"/>
              </a:rPr>
              <a:t>inear</a:t>
            </a:r>
            <a:r>
              <a:rPr lang="en-US" sz="2400" dirty="0">
                <a:solidFill>
                  <a:srgbClr val="FFFFFF"/>
                </a:solidFill>
                <a:latin typeface="+mn-lt"/>
              </a:rPr>
              <a:t> R</a:t>
            </a:r>
            <a:r>
              <a:rPr lang="en-US" sz="2400" cap="small" dirty="0">
                <a:solidFill>
                  <a:srgbClr val="FFFFFF"/>
                </a:solidFill>
                <a:latin typeface="+mn-lt"/>
              </a:rPr>
              <a:t>egression</a:t>
            </a:r>
            <a:r>
              <a:rPr lang="en-US" sz="2400" dirty="0">
                <a:solidFill>
                  <a:srgbClr val="FFFFFF"/>
                </a:solidFill>
                <a:latin typeface="+mn-lt"/>
              </a:rPr>
              <a:t>?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0160" y="2454644"/>
            <a:ext cx="6244264" cy="3379228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Mathematical Form:</a:t>
            </a:r>
            <a:endParaRPr lang="en-US" sz="1500" b="1" dirty="0">
              <a:latin typeface="+mn-lt"/>
              <a:ea typeface="Arial"/>
              <a:cs typeface="Arial"/>
              <a:sym typeface="Arial"/>
            </a:endParaRP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48640" y="1065281"/>
            <a:ext cx="7991856" cy="799530"/>
          </a:xfrm>
        </p:spPr>
        <p:txBody>
          <a:bodyPr>
            <a:noAutofit/>
          </a:bodyPr>
          <a:lstStyle/>
          <a:p>
            <a:pPr marL="9525" indent="0" algn="just">
              <a:lnSpc>
                <a:spcPct val="100000"/>
              </a:lnSpc>
              <a:spcBef>
                <a:spcPts val="0"/>
              </a:spcBef>
            </a:pPr>
            <a:r>
              <a:rPr lang="en-US" sz="1500" dirty="0">
                <a:solidFill>
                  <a:srgbClr val="3333B2"/>
                </a:solidFill>
                <a:latin typeface="+mn-lt"/>
                <a:ea typeface="Calibri"/>
                <a:cs typeface="Calibri"/>
                <a:sym typeface="Calibri"/>
              </a:rPr>
              <a:t>D</a:t>
            </a:r>
            <a:r>
              <a:rPr lang="en-US" sz="1500" cap="small" dirty="0">
                <a:solidFill>
                  <a:srgbClr val="3333B2"/>
                </a:solidFill>
                <a:latin typeface="+mn-lt"/>
                <a:ea typeface="Calibri"/>
                <a:cs typeface="Calibri"/>
                <a:sym typeface="Calibri"/>
              </a:rPr>
              <a:t>efinition</a:t>
            </a:r>
            <a:endParaRPr lang="en-US" sz="1500" dirty="0">
              <a:latin typeface="+mn-lt"/>
              <a:ea typeface="Calibri"/>
              <a:cs typeface="Calibri"/>
              <a:sym typeface="Calibri"/>
            </a:endParaRPr>
          </a:p>
          <a:p>
            <a:pPr marL="266700" indent="-257175" algn="just">
              <a:lnSpc>
                <a:spcPct val="100000"/>
              </a:lnSpc>
              <a:spcBef>
                <a:spcPts val="191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+mn-lt"/>
                <a:ea typeface="Arial"/>
                <a:cs typeface="Arial"/>
                <a:sym typeface="Arial"/>
              </a:rPr>
              <a:t>Linear regression assumes the output is a linear combination of the input features.</a:t>
            </a:r>
          </a:p>
          <a:p>
            <a:endParaRPr lang="en-IN" sz="1500" dirty="0">
              <a:latin typeface="+mn-lt"/>
            </a:endParaRPr>
          </a:p>
        </p:txBody>
      </p:sp>
      <p:sp>
        <p:nvSpPr>
          <p:cNvPr id="5" name="Google Shape;184;p13"/>
          <p:cNvSpPr txBox="1"/>
          <p:nvPr/>
        </p:nvSpPr>
        <p:spPr>
          <a:xfrm>
            <a:off x="2446632" y="3181742"/>
            <a:ext cx="3625980" cy="23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38" rIns="0" bIns="0" anchor="t" anchorCtr="0">
            <a:spAutoFit/>
          </a:bodyPr>
          <a:lstStyle/>
          <a:p>
            <a:pPr marL="28575" defTabSz="685800"/>
            <a:r>
              <a:rPr lang="en-US" sz="1500" i="1" dirty="0">
                <a:latin typeface="Calibri"/>
              </a:rPr>
              <a:t>y </a:t>
            </a:r>
            <a:r>
              <a:rPr lang="en-US" sz="1500" dirty="0">
                <a:latin typeface="Calibri"/>
                <a:ea typeface="Tahoma"/>
                <a:cs typeface="Tahoma"/>
                <a:sym typeface="Tahoma"/>
              </a:rPr>
              <a:t>= </a:t>
            </a:r>
            <a:r>
              <a:rPr lang="en-US" sz="1500" i="1" dirty="0">
                <a:latin typeface="Calibri"/>
              </a:rPr>
              <a:t>w</a:t>
            </a:r>
            <a:r>
              <a:rPr lang="en-US" sz="1500" baseline="-25000" dirty="0">
                <a:latin typeface="Calibri"/>
              </a:rPr>
              <a:t>0 </a:t>
            </a:r>
            <a:r>
              <a:rPr lang="en-US" sz="1500" dirty="0">
                <a:latin typeface="Calibri"/>
                <a:ea typeface="Tahoma"/>
                <a:cs typeface="Tahoma"/>
                <a:sym typeface="Tahoma"/>
              </a:rPr>
              <a:t>+ </a:t>
            </a:r>
            <a:r>
              <a:rPr lang="en-US" sz="1500" i="1" dirty="0">
                <a:latin typeface="Calibri"/>
              </a:rPr>
              <a:t>w</a:t>
            </a:r>
            <a:r>
              <a:rPr lang="en-US" sz="1500" baseline="-25000" dirty="0">
                <a:latin typeface="Calibri"/>
              </a:rPr>
              <a:t>1</a:t>
            </a:r>
            <a:r>
              <a:rPr lang="en-US" sz="1500" i="1" dirty="0">
                <a:latin typeface="Calibri"/>
              </a:rPr>
              <a:t>x</a:t>
            </a:r>
            <a:r>
              <a:rPr lang="en-US" sz="1500" baseline="-25000" dirty="0">
                <a:latin typeface="Calibri"/>
              </a:rPr>
              <a:t>1 </a:t>
            </a:r>
            <a:r>
              <a:rPr lang="en-US" sz="1500" dirty="0">
                <a:latin typeface="Calibri"/>
                <a:ea typeface="Tahoma"/>
                <a:cs typeface="Tahoma"/>
                <a:sym typeface="Tahoma"/>
              </a:rPr>
              <a:t>+ </a:t>
            </a:r>
            <a:r>
              <a:rPr lang="en-US" sz="1500" i="1" dirty="0">
                <a:latin typeface="Calibri"/>
              </a:rPr>
              <a:t>w</a:t>
            </a:r>
            <a:r>
              <a:rPr lang="en-US" sz="1500" baseline="-25000" dirty="0">
                <a:latin typeface="Calibri"/>
              </a:rPr>
              <a:t>2</a:t>
            </a:r>
            <a:r>
              <a:rPr lang="en-US" sz="1500" i="1" dirty="0">
                <a:latin typeface="Calibri"/>
              </a:rPr>
              <a:t>x</a:t>
            </a:r>
            <a:r>
              <a:rPr lang="en-US" sz="1500" baseline="-25000" dirty="0">
                <a:latin typeface="Calibri"/>
              </a:rPr>
              <a:t>2 </a:t>
            </a:r>
            <a:r>
              <a:rPr lang="en-US" sz="1500" dirty="0">
                <a:latin typeface="Calibri"/>
                <a:ea typeface="Tahoma"/>
                <a:cs typeface="Tahoma"/>
                <a:sym typeface="Tahoma"/>
              </a:rPr>
              <a:t>+ </a:t>
            </a:r>
            <a:r>
              <a:rPr lang="en-US" sz="1500" dirty="0">
                <a:latin typeface="Calibri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500" dirty="0">
                <a:latin typeface="Calibri"/>
                <a:ea typeface="Tahoma"/>
                <a:cs typeface="Tahoma"/>
                <a:sym typeface="Tahoma"/>
              </a:rPr>
              <a:t>+ </a:t>
            </a:r>
            <a:r>
              <a:rPr lang="en-US" sz="1500" i="1" dirty="0" err="1">
                <a:latin typeface="Calibri"/>
              </a:rPr>
              <a:t>w</a:t>
            </a:r>
            <a:r>
              <a:rPr lang="en-US" sz="1500" i="1" baseline="-25000" dirty="0" err="1">
                <a:latin typeface="Calibri"/>
              </a:rPr>
              <a:t>d</a:t>
            </a:r>
            <a:r>
              <a:rPr lang="en-US" sz="1500" i="1" dirty="0" err="1">
                <a:latin typeface="Calibri"/>
              </a:rPr>
              <a:t>x</a:t>
            </a:r>
            <a:r>
              <a:rPr lang="en-US" sz="1500" i="1" baseline="-25000" dirty="0" err="1">
                <a:latin typeface="Calibri"/>
              </a:rPr>
              <a:t>d</a:t>
            </a:r>
            <a:endParaRPr sz="1500" baseline="-25000" dirty="0">
              <a:latin typeface="Calibri"/>
            </a:endParaRPr>
          </a:p>
        </p:txBody>
      </p:sp>
      <p:sp>
        <p:nvSpPr>
          <p:cNvPr id="6" name="Google Shape;190;p13"/>
          <p:cNvSpPr txBox="1"/>
          <p:nvPr/>
        </p:nvSpPr>
        <p:spPr>
          <a:xfrm>
            <a:off x="2015898" y="3653724"/>
            <a:ext cx="3914121" cy="961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481" rIns="0" bIns="0" anchor="t" anchorCtr="0">
            <a:spAutoFit/>
          </a:bodyPr>
          <a:lstStyle/>
          <a:p>
            <a:pPr marL="28575" defTabSz="685800"/>
            <a:r>
              <a:rPr lang="en-US" sz="1350" dirty="0">
                <a:latin typeface="Calibri"/>
              </a:rPr>
              <a:t>where:</a:t>
            </a:r>
            <a:endParaRPr sz="1350" dirty="0">
              <a:latin typeface="Calibri"/>
            </a:endParaRPr>
          </a:p>
          <a:p>
            <a:pPr marL="251460" defTabSz="685800">
              <a:spcBef>
                <a:spcPts val="248"/>
              </a:spcBef>
            </a:pPr>
            <a:r>
              <a:rPr lang="en-US" sz="1350" b="1" dirty="0">
                <a:latin typeface="Calibri"/>
              </a:rPr>
              <a:t>x </a:t>
            </a:r>
            <a:r>
              <a:rPr lang="en-US" sz="1350" dirty="0">
                <a:latin typeface="Calibri"/>
                <a:ea typeface="Tahoma"/>
                <a:cs typeface="Tahoma"/>
                <a:sym typeface="Tahoma"/>
              </a:rPr>
              <a:t>= [</a:t>
            </a:r>
            <a:r>
              <a:rPr lang="en-US" sz="1350" i="1" dirty="0">
                <a:latin typeface="Calibri"/>
              </a:rPr>
              <a:t>x</a:t>
            </a:r>
            <a:r>
              <a:rPr lang="en-US" sz="1350" baseline="-25000" dirty="0">
                <a:latin typeface="Calibri"/>
              </a:rPr>
              <a:t>1</a:t>
            </a:r>
            <a:r>
              <a:rPr lang="en-US" sz="1350" i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50" i="1" dirty="0">
                <a:latin typeface="Calibri"/>
              </a:rPr>
              <a:t>x</a:t>
            </a:r>
            <a:r>
              <a:rPr lang="en-US" sz="1350" baseline="-25000" dirty="0">
                <a:latin typeface="Calibri"/>
              </a:rPr>
              <a:t>2</a:t>
            </a:r>
            <a:r>
              <a:rPr lang="en-US" sz="1350" i="1" dirty="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350" i="1" dirty="0" err="1">
                <a:latin typeface="Calibri"/>
              </a:rPr>
              <a:t>x</a:t>
            </a:r>
            <a:r>
              <a:rPr lang="en-US" sz="1350" i="1" baseline="-25000" dirty="0" err="1">
                <a:latin typeface="Calibri"/>
              </a:rPr>
              <a:t>d</a:t>
            </a:r>
            <a:r>
              <a:rPr lang="en-US" sz="1350" i="1" baseline="-25000" dirty="0">
                <a:latin typeface="Calibri"/>
              </a:rPr>
              <a:t> </a:t>
            </a:r>
            <a:r>
              <a:rPr lang="en-US" sz="1350" dirty="0">
                <a:latin typeface="Calibri"/>
                <a:ea typeface="Tahoma"/>
                <a:cs typeface="Tahoma"/>
                <a:sym typeface="Tahoma"/>
              </a:rPr>
              <a:t>]</a:t>
            </a:r>
            <a:r>
              <a:rPr lang="en-US" sz="1350" i="1" baseline="30000" dirty="0">
                <a:latin typeface="Calibri"/>
              </a:rPr>
              <a:t>T </a:t>
            </a:r>
            <a:r>
              <a:rPr lang="en-US" sz="1350" dirty="0">
                <a:latin typeface="Calibri"/>
              </a:rPr>
              <a:t>are the input features</a:t>
            </a:r>
            <a:endParaRPr sz="1350" dirty="0">
              <a:latin typeface="Calibri"/>
            </a:endParaRPr>
          </a:p>
          <a:p>
            <a:pPr marL="251460" defTabSz="685800">
              <a:spcBef>
                <a:spcPts val="229"/>
              </a:spcBef>
            </a:pPr>
            <a:r>
              <a:rPr lang="en-US" sz="1350" b="1" dirty="0">
                <a:latin typeface="Calibri"/>
              </a:rPr>
              <a:t>w </a:t>
            </a:r>
            <a:r>
              <a:rPr lang="en-US" sz="1350" dirty="0">
                <a:latin typeface="Calibri"/>
                <a:ea typeface="Tahoma"/>
                <a:cs typeface="Tahoma"/>
                <a:sym typeface="Tahoma"/>
              </a:rPr>
              <a:t>= [</a:t>
            </a:r>
            <a:r>
              <a:rPr lang="en-US" sz="1350" i="1" dirty="0">
                <a:latin typeface="Calibri"/>
              </a:rPr>
              <a:t>w</a:t>
            </a:r>
            <a:r>
              <a:rPr lang="en-US" sz="1350" baseline="-25000" dirty="0">
                <a:latin typeface="Calibri"/>
              </a:rPr>
              <a:t>1</a:t>
            </a:r>
            <a:r>
              <a:rPr lang="en-US" sz="1350" i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50" i="1" dirty="0">
                <a:latin typeface="Calibri"/>
              </a:rPr>
              <a:t>w</a:t>
            </a:r>
            <a:r>
              <a:rPr lang="en-US" sz="1350" baseline="-25000" dirty="0">
                <a:latin typeface="Calibri"/>
              </a:rPr>
              <a:t>2</a:t>
            </a:r>
            <a:r>
              <a:rPr lang="en-US" sz="1350" i="1" dirty="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350" i="1" dirty="0" err="1">
                <a:latin typeface="Calibri"/>
              </a:rPr>
              <a:t>w</a:t>
            </a:r>
            <a:r>
              <a:rPr lang="en-US" sz="1350" i="1" baseline="-25000" dirty="0" err="1">
                <a:latin typeface="Calibri"/>
              </a:rPr>
              <a:t>d</a:t>
            </a:r>
            <a:r>
              <a:rPr lang="en-US" sz="1350" i="1" baseline="-25000" dirty="0">
                <a:latin typeface="Calibri"/>
              </a:rPr>
              <a:t> </a:t>
            </a:r>
            <a:r>
              <a:rPr lang="en-US" sz="1350" dirty="0">
                <a:latin typeface="Calibri"/>
                <a:ea typeface="Tahoma"/>
                <a:cs typeface="Tahoma"/>
                <a:sym typeface="Tahoma"/>
              </a:rPr>
              <a:t>]</a:t>
            </a:r>
            <a:r>
              <a:rPr lang="en-US" sz="1350" i="1" baseline="30000" dirty="0">
                <a:latin typeface="Calibri"/>
              </a:rPr>
              <a:t>T </a:t>
            </a:r>
            <a:r>
              <a:rPr lang="en-US" sz="1350" dirty="0">
                <a:latin typeface="Calibri"/>
              </a:rPr>
              <a:t>are the weights</a:t>
            </a:r>
            <a:endParaRPr sz="1350" dirty="0">
              <a:latin typeface="Calibri"/>
            </a:endParaRPr>
          </a:p>
          <a:p>
            <a:pPr marL="251460" defTabSz="685800">
              <a:spcBef>
                <a:spcPts val="341"/>
              </a:spcBef>
            </a:pPr>
            <a:r>
              <a:rPr lang="en-US" sz="1350" i="1" dirty="0">
                <a:latin typeface="Calibri"/>
              </a:rPr>
              <a:t>w</a:t>
            </a:r>
            <a:r>
              <a:rPr lang="en-US" sz="1350" baseline="-25000" dirty="0">
                <a:latin typeface="Calibri"/>
              </a:rPr>
              <a:t>0 </a:t>
            </a:r>
            <a:r>
              <a:rPr lang="en-US" sz="1350" dirty="0">
                <a:latin typeface="Calibri"/>
              </a:rPr>
              <a:t>is the bias term</a:t>
            </a:r>
            <a:endParaRPr sz="135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30733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title"/>
          </p:nvPr>
        </p:nvSpPr>
        <p:spPr>
          <a:xfrm>
            <a:off x="1241248" y="1629541"/>
            <a:ext cx="5879904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30212"/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dentity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722376" y="1236349"/>
            <a:ext cx="7680960" cy="442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89" rIns="0" bIns="0" anchor="t" anchorCtr="0">
            <a:spAutoFit/>
          </a:bodyPr>
          <a:lstStyle/>
          <a:p>
            <a:pPr marL="429002" marR="1888967" indent="-354229" defTabSz="1087610">
              <a:lnSpc>
                <a:spcPct val="126499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 of Identity Function </a:t>
            </a:r>
          </a:p>
          <a:p>
            <a:pPr marL="429002" marR="1888967" indent="-354229" defTabSz="1087610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Continuous,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−∞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∞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</a:p>
          <a:p>
            <a:pPr marL="429002" marR="1888967" indent="-354229" defTabSz="1087610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Differentiable everywhere: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 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'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=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</a:p>
          <a:p>
            <a:pPr marL="429002" marR="1888967" indent="-354229" defTabSz="1087610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output to take any real value</a:t>
            </a:r>
          </a:p>
          <a:p>
            <a:pPr marL="429002" marR="1888967" indent="-354229" defTabSz="1087610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flows unchanged through the neuron </a:t>
            </a:r>
          </a:p>
          <a:p>
            <a:pPr marL="429002" marR="1888967" indent="-354229" defTabSz="1087610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for predicting continuous targets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32704" indent="-257175" defTabSz="1087610">
              <a:spcBef>
                <a:spcPts val="1088"/>
              </a:spcBef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identity for regression?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43314" marR="51359" indent="-214313" defTabSz="1087610">
              <a:lnSpc>
                <a:spcPct val="129000"/>
              </a:lnSpc>
              <a:spcBef>
                <a:spcPts val="13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values are continuous (prices, temperatures, etc.) </a:t>
            </a:r>
          </a:p>
          <a:p>
            <a:pPr marL="643314" marR="51359" indent="-214313" defTabSz="1087610">
              <a:lnSpc>
                <a:spcPct val="129000"/>
              </a:lnSpc>
              <a:spcBef>
                <a:spcPts val="13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predict any real number, not just binary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{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0,1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 </a:t>
            </a:r>
          </a:p>
          <a:p>
            <a:pPr marL="643314" marR="51359" indent="-214313" defTabSz="1087610">
              <a:lnSpc>
                <a:spcPct val="129000"/>
              </a:lnSpc>
              <a:spcBef>
                <a:spcPts val="13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Differentiability enables gradient-based optimization</a:t>
            </a:r>
          </a:p>
          <a:p>
            <a:pPr marL="643314" marR="51359" indent="-214313" defTabSz="1087610">
              <a:lnSpc>
                <a:spcPct val="129000"/>
              </a:lnSpc>
              <a:spcBef>
                <a:spcPts val="136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information loss from input to output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6072" y="426668"/>
            <a:ext cx="327525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sz="2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1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dentity</a:t>
            </a:r>
            <a:r>
              <a:rPr lang="en-US" sz="2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21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ctivation</a:t>
            </a:r>
            <a:r>
              <a:rPr lang="en-US" sz="2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21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unction</a:t>
            </a:r>
            <a:endParaRPr lang="en-IN" sz="2100" b="1" dirty="0"/>
          </a:p>
        </p:txBody>
      </p:sp>
    </p:spTree>
    <p:extLst>
      <p:ext uri="{BB962C8B-B14F-4D97-AF65-F5344CB8AC3E}">
        <p14:creationId xmlns:p14="http://schemas.microsoft.com/office/powerpoint/2010/main" val="767832073"/>
      </p:ext>
    </p:extLst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612" y="399236"/>
            <a:ext cx="448392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1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bjective</a:t>
            </a: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</a:t>
            </a:r>
            <a:r>
              <a:rPr lang="en-US" sz="21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unction</a:t>
            </a: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</a:t>
            </a:r>
            <a:r>
              <a:rPr lang="en-US" sz="21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quared</a:t>
            </a: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</a:t>
            </a:r>
            <a:r>
              <a:rPr lang="en-US" sz="21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rror</a:t>
            </a: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</a:t>
            </a:r>
            <a:r>
              <a:rPr lang="en-US" sz="21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</a:t>
            </a:r>
            <a:endParaRPr lang="en-IN"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033272"/>
            <a:ext cx="7882128" cy="501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76146"/>
      </p:ext>
    </p:extLst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02" y="159314"/>
            <a:ext cx="5509206" cy="829714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S</a:t>
            </a:r>
            <a:r>
              <a:rPr lang="en-US" b="1" cap="small" dirty="0">
                <a:solidFill>
                  <a:srgbClr val="FFFFFF"/>
                </a:solidFill>
              </a:rPr>
              <a:t>etup</a:t>
            </a:r>
            <a:endParaRPr lang="en-IN" b="1" dirty="0"/>
          </a:p>
        </p:txBody>
      </p:sp>
      <p:pic>
        <p:nvPicPr>
          <p:cNvPr id="4" name="Google Shape;56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6384" y="1060704"/>
            <a:ext cx="7662672" cy="53675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87994D-9818-43C5-9749-93739A584162}"/>
                  </a:ext>
                </a:extLst>
              </p14:cNvPr>
              <p14:cNvContentPartPr/>
              <p14:nvPr/>
            </p14:nvContentPartPr>
            <p14:xfrm>
              <a:off x="7595640" y="3826800"/>
              <a:ext cx="1034280" cy="97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87994D-9818-43C5-9749-93739A5841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6280" y="3817440"/>
                <a:ext cx="1053000" cy="9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82543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53070"/>
            <a:ext cx="7836408" cy="829714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I</a:t>
            </a:r>
            <a:r>
              <a:rPr lang="en-US" b="1" cap="small" dirty="0">
                <a:solidFill>
                  <a:srgbClr val="FFFFFF"/>
                </a:solidFill>
              </a:rPr>
              <a:t>nitialization</a:t>
            </a:r>
            <a:endParaRPr lang="en-IN" b="1" dirty="0"/>
          </a:p>
        </p:txBody>
      </p:sp>
      <p:pic>
        <p:nvPicPr>
          <p:cNvPr id="4" name="Google Shape;57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6968" y="1060704"/>
            <a:ext cx="7754112" cy="544982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5CB191-B32A-43F5-ABAC-CB68228EA025}"/>
                  </a:ext>
                </a:extLst>
              </p14:cNvPr>
              <p14:cNvContentPartPr/>
              <p14:nvPr/>
            </p14:nvContentPartPr>
            <p14:xfrm>
              <a:off x="4028040" y="2051640"/>
              <a:ext cx="3897000" cy="400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5CB191-B32A-43F5-ABAC-CB68228EA0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8680" y="2042280"/>
                <a:ext cx="3915720" cy="402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7348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9646"/>
            <a:ext cx="7662672" cy="829714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C</a:t>
            </a:r>
            <a:r>
              <a:rPr lang="en-US" b="1" cap="small" dirty="0">
                <a:solidFill>
                  <a:srgbClr val="FFFFFF"/>
                </a:solidFill>
              </a:rPr>
              <a:t>omputing</a:t>
            </a:r>
            <a:r>
              <a:rPr lang="en-US" b="1" dirty="0">
                <a:solidFill>
                  <a:srgbClr val="FFFFFF"/>
                </a:solidFill>
              </a:rPr>
              <a:t> G</a:t>
            </a:r>
            <a:r>
              <a:rPr lang="en-US" b="1" cap="small" dirty="0">
                <a:solidFill>
                  <a:srgbClr val="FFFFFF"/>
                </a:solidFill>
              </a:rPr>
              <a:t>radient</a:t>
            </a:r>
            <a:endParaRPr lang="en-IN" b="1" dirty="0"/>
          </a:p>
        </p:txBody>
      </p:sp>
      <p:pic>
        <p:nvPicPr>
          <p:cNvPr id="4" name="Google Shape;59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520" y="1133856"/>
            <a:ext cx="7580376" cy="529437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0AA649-27DF-481C-AF92-DF02ED1AEFF7}"/>
                  </a:ext>
                </a:extLst>
              </p14:cNvPr>
              <p14:cNvContentPartPr/>
              <p14:nvPr/>
            </p14:nvContentPartPr>
            <p14:xfrm>
              <a:off x="4687560" y="2933640"/>
              <a:ext cx="2877120" cy="201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0AA649-27DF-481C-AF92-DF02ED1AEF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8200" y="2924280"/>
                <a:ext cx="2895840" cy="203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85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3070"/>
            <a:ext cx="7936992" cy="829714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  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W</a:t>
            </a:r>
            <a:r>
              <a:rPr lang="en-US" b="1" cap="small" dirty="0">
                <a:solidFill>
                  <a:srgbClr val="FFFFFF"/>
                </a:solidFill>
              </a:rPr>
              <a:t>eight</a:t>
            </a:r>
            <a:r>
              <a:rPr lang="en-US" b="1" dirty="0">
                <a:solidFill>
                  <a:srgbClr val="FFFFFF"/>
                </a:solidFill>
              </a:rPr>
              <a:t> U</a:t>
            </a:r>
            <a:r>
              <a:rPr lang="en-US" b="1" cap="small" dirty="0">
                <a:solidFill>
                  <a:srgbClr val="FFFFFF"/>
                </a:solidFill>
              </a:rPr>
              <a:t>pdate</a:t>
            </a:r>
            <a:endParaRPr lang="en-IN" b="1" dirty="0"/>
          </a:p>
        </p:txBody>
      </p:sp>
      <p:pic>
        <p:nvPicPr>
          <p:cNvPr id="4" name="Google Shape;60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2648" y="1065080"/>
            <a:ext cx="7534656" cy="5280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BD749D-FC3D-4BD7-813B-E66DB6E629E4}"/>
                  </a:ext>
                </a:extLst>
              </p14:cNvPr>
              <p14:cNvContentPartPr/>
              <p14:nvPr/>
            </p14:nvContentPartPr>
            <p14:xfrm>
              <a:off x="4529160" y="2186640"/>
              <a:ext cx="1542240" cy="1628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BD749D-FC3D-4BD7-813B-E66DB6E629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9800" y="2177280"/>
                <a:ext cx="1560960" cy="164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993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281086"/>
            <a:ext cx="5978152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N</a:t>
            </a:r>
            <a:r>
              <a:rPr lang="en-US" b="1" cap="small" dirty="0">
                <a:solidFill>
                  <a:srgbClr val="FFFFFF"/>
                </a:solidFill>
              </a:rPr>
              <a:t>ew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oss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07" y="1060704"/>
            <a:ext cx="7200581" cy="5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97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56" y="427390"/>
            <a:ext cx="5879904" cy="323165"/>
          </a:xfrm>
        </p:spPr>
        <p:txBody>
          <a:bodyPr/>
          <a:lstStyle/>
          <a:p>
            <a:r>
              <a:rPr lang="en-US" sz="1800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aseline="30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100" dirty="0">
                <a:solidFill>
                  <a:srgbClr val="FFFFFF"/>
                </a:solidFill>
              </a:rPr>
              <a:t>S</a:t>
            </a:r>
            <a:r>
              <a:rPr lang="en-US" sz="2100" cap="small" dirty="0">
                <a:solidFill>
                  <a:srgbClr val="FFFFFF"/>
                </a:solidFill>
              </a:rPr>
              <a:t>core</a:t>
            </a:r>
            <a:r>
              <a:rPr lang="en-US" sz="2100" dirty="0">
                <a:solidFill>
                  <a:srgbClr val="FFFFFF"/>
                </a:solidFill>
              </a:rPr>
              <a:t> (C</a:t>
            </a:r>
            <a:r>
              <a:rPr lang="en-US" sz="2100" cap="small" dirty="0">
                <a:solidFill>
                  <a:srgbClr val="FFFFFF"/>
                </a:solidFill>
              </a:rPr>
              <a:t>oefficient</a:t>
            </a:r>
            <a:r>
              <a:rPr lang="en-US" sz="2100" dirty="0">
                <a:solidFill>
                  <a:srgbClr val="FFFFFF"/>
                </a:solidFill>
              </a:rPr>
              <a:t> </a:t>
            </a:r>
            <a:r>
              <a:rPr lang="en-US" sz="2100" cap="small" dirty="0">
                <a:solidFill>
                  <a:srgbClr val="FFFFFF"/>
                </a:solidFill>
              </a:rPr>
              <a:t>of</a:t>
            </a:r>
            <a:r>
              <a:rPr lang="en-US" sz="2100" dirty="0">
                <a:solidFill>
                  <a:srgbClr val="FFFFFF"/>
                </a:solidFill>
              </a:rPr>
              <a:t> D</a:t>
            </a:r>
            <a:r>
              <a:rPr lang="en-US" sz="2100" cap="small" dirty="0">
                <a:solidFill>
                  <a:srgbClr val="FFFFFF"/>
                </a:solidFill>
              </a:rPr>
              <a:t>etermination</a:t>
            </a:r>
            <a:r>
              <a:rPr lang="en-US" sz="2100" dirty="0">
                <a:solidFill>
                  <a:srgbClr val="FFFFFF"/>
                </a:solidFill>
              </a:rPr>
              <a:t>)</a:t>
            </a:r>
            <a:endParaRPr lang="en-IN" dirty="0"/>
          </a:p>
        </p:txBody>
      </p:sp>
      <p:pic>
        <p:nvPicPr>
          <p:cNvPr id="3" name="Google Shape;75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6384" y="1069848"/>
            <a:ext cx="7918704" cy="52852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39762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195650" y="397638"/>
            <a:ext cx="654606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hat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is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lassification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sp>
        <p:nvSpPr>
          <p:cNvPr id="120" name="Google Shape;120;p10"/>
          <p:cNvSpPr txBox="1"/>
          <p:nvPr/>
        </p:nvSpPr>
        <p:spPr>
          <a:xfrm>
            <a:off x="603504" y="2769629"/>
            <a:ext cx="8220456" cy="25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686" rIns="0" bIns="0" anchor="t" anchorCtr="0">
            <a:spAutoFit/>
          </a:bodyPr>
          <a:lstStyle/>
          <a:p>
            <a:pPr marL="413896" defTabSz="1087610">
              <a:spcBef>
                <a:spcPts val="392"/>
              </a:spcBef>
            </a:pPr>
            <a:r>
              <a:rPr lang="en-US" sz="18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Characteristics: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1071" indent="-257175" defTabSz="1087610">
              <a:spcBef>
                <a:spcPts val="392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Feature vector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R</a:t>
            </a:r>
            <a:r>
              <a:rPr lang="en-US" sz="18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sz="18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1071" indent="-257175" defTabSz="1087610">
              <a:spcBef>
                <a:spcPts val="363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Class label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{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. . . ,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(discrete)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1071" indent="-257175" defTabSz="1087610">
              <a:spcBef>
                <a:spcPts val="363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 Learn a function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R</a:t>
            </a:r>
            <a:r>
              <a:rPr lang="en-US" sz="18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→ {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. . . ,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assigns inputs to classes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0423" defTabSz="1087610">
              <a:spcBef>
                <a:spcPts val="1212"/>
              </a:spcBef>
            </a:pPr>
            <a:r>
              <a:rPr lang="en-US" sz="18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Difference from Regressi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1071" marR="239426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Regression: Predicts </a:t>
            </a:r>
            <a:r>
              <a:rPr lang="en-US" sz="18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 (e.g., price, temperature) </a:t>
            </a:r>
          </a:p>
          <a:p>
            <a:pPr marL="671071" marR="239426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Predicts </a:t>
            </a:r>
            <a:r>
              <a:rPr lang="en-US" sz="18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(e.g., spam/not spam, cat/dog)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6656" y="1214920"/>
            <a:ext cx="7781544" cy="110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423" defTabSz="1087610"/>
            <a:r>
              <a:rPr lang="en-US" sz="2000" dirty="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</a:t>
            </a:r>
            <a:r>
              <a:rPr lang="en-US" sz="2000" cap="small" dirty="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efinition</a:t>
            </a:r>
            <a:endParaRPr lang="en-US" sz="20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60423" marR="292295" algn="just" defTabSz="1087610">
              <a:lnSpc>
                <a:spcPct val="114700"/>
              </a:lnSpc>
              <a:spcBef>
                <a:spcPts val="89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is a supervised learning task that predicts a discrete category or class label based on input features.</a:t>
            </a:r>
          </a:p>
        </p:txBody>
      </p:sp>
    </p:spTree>
    <p:extLst>
      <p:ext uri="{BB962C8B-B14F-4D97-AF65-F5344CB8AC3E}">
        <p14:creationId xmlns:p14="http://schemas.microsoft.com/office/powerpoint/2010/main" val="1992898640"/>
      </p:ext>
    </p:extLst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287090" y="249524"/>
            <a:ext cx="5115023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T</a:t>
            </a:r>
            <a:r>
              <a:rPr lang="en-US" b="1" cap="small" dirty="0">
                <a:solidFill>
                  <a:srgbClr val="FFFFFF"/>
                </a:solidFill>
              </a:rPr>
              <a:t>ypes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of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lassification</a:t>
            </a:r>
            <a:endParaRPr b="1" dirty="0"/>
          </a:p>
        </p:txBody>
      </p:sp>
      <p:sp>
        <p:nvSpPr>
          <p:cNvPr id="165" name="Google Shape;165;p12"/>
          <p:cNvSpPr txBox="1"/>
          <p:nvPr/>
        </p:nvSpPr>
        <p:spPr>
          <a:xfrm>
            <a:off x="940382" y="1060768"/>
            <a:ext cx="7600113" cy="421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199" rIns="0" bIns="0" anchor="t" anchorCtr="0">
            <a:spAutoFit/>
          </a:bodyPr>
          <a:lstStyle/>
          <a:p>
            <a:pPr marL="15106" defTabSz="1087610">
              <a:lnSpc>
                <a:spcPct val="150000"/>
              </a:lnSpc>
              <a:buClr>
                <a:srgbClr val="1B1472"/>
              </a:buClr>
              <a:buSzPts val="1050"/>
            </a:pPr>
            <a:r>
              <a:rPr lang="en-US" sz="18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1.Binary Classification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classes: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{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{−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Lucida Sans"/>
            </a:endParaRPr>
          </a:p>
          <a:p>
            <a:pPr marL="582892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Spam detection, disease diagnosis, fraud detection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106" defTabSz="1087610">
              <a:lnSpc>
                <a:spcPct val="150000"/>
              </a:lnSpc>
              <a:buClr>
                <a:srgbClr val="1B1472"/>
              </a:buClr>
              <a:buSzPts val="1050"/>
            </a:pPr>
            <a:r>
              <a:rPr lang="en-US" sz="18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2.Multi-class Classification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marR="613290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classes: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{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. . . ,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&gt;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</a:p>
          <a:p>
            <a:pPr marL="582892" marR="613290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Digit recognition (0-9), animal classification </a:t>
            </a:r>
          </a:p>
          <a:p>
            <a:pPr marL="582892" marR="613290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example belongs to exactly one class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106" defTabSz="1087610">
              <a:lnSpc>
                <a:spcPct val="150000"/>
              </a:lnSpc>
              <a:buClr>
                <a:srgbClr val="1B1472"/>
              </a:buClr>
              <a:buSzPts val="1050"/>
            </a:pPr>
            <a:r>
              <a:rPr lang="en-US" sz="18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3.Multi-label Classification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marR="6042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example can belong to multiple classes simultaneously </a:t>
            </a:r>
          </a:p>
          <a:p>
            <a:pPr marL="582892" marR="6042" indent="-214313" defTabSz="108761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Movie genres (action + comedy), document tagging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1D2880-4810-46D7-9527-53EF8108185D}"/>
                  </a:ext>
                </a:extLst>
              </p14:cNvPr>
              <p14:cNvContentPartPr/>
              <p14:nvPr/>
            </p14:nvContentPartPr>
            <p14:xfrm>
              <a:off x="445680" y="1138320"/>
              <a:ext cx="7612200" cy="538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1D2880-4810-46D7-9527-53EF810818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320" y="1128960"/>
                <a:ext cx="7630920" cy="540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4561784"/>
      </p:ext>
    </p:extLst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>
            <a:spLocks noGrp="1"/>
          </p:cNvSpPr>
          <p:nvPr>
            <p:ph type="title"/>
          </p:nvPr>
        </p:nvSpPr>
        <p:spPr>
          <a:xfrm>
            <a:off x="453554" y="350111"/>
            <a:ext cx="5635988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hat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is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ogistic</a:t>
            </a:r>
            <a:r>
              <a:rPr lang="en-US" b="1" dirty="0">
                <a:solidFill>
                  <a:srgbClr val="FFFFFF"/>
                </a:solidFill>
              </a:rPr>
              <a:t> R</a:t>
            </a:r>
            <a:r>
              <a:rPr lang="en-US" b="1" cap="small" dirty="0">
                <a:solidFill>
                  <a:srgbClr val="FFFFFF"/>
                </a:solidFill>
              </a:rPr>
              <a:t>egression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pic>
        <p:nvPicPr>
          <p:cNvPr id="318" name="Google Shape;3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171" y="956748"/>
            <a:ext cx="7602309" cy="5114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3001544"/>
      </p:ext>
    </p:extLst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4"/>
          <p:cNvSpPr txBox="1">
            <a:spLocks noGrp="1"/>
          </p:cNvSpPr>
          <p:nvPr>
            <p:ph type="title"/>
          </p:nvPr>
        </p:nvSpPr>
        <p:spPr>
          <a:xfrm>
            <a:off x="0" y="214759"/>
            <a:ext cx="8302752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L</a:t>
            </a:r>
            <a:r>
              <a:rPr lang="en-US" b="1" cap="small" dirty="0">
                <a:solidFill>
                  <a:srgbClr val="FFFFFF"/>
                </a:solidFill>
              </a:rPr>
              <a:t>ogistic</a:t>
            </a:r>
            <a:r>
              <a:rPr lang="en-US" b="1" dirty="0">
                <a:solidFill>
                  <a:srgbClr val="FFFFFF"/>
                </a:solidFill>
              </a:rPr>
              <a:t> R</a:t>
            </a:r>
            <a:r>
              <a:rPr lang="en-US" b="1" cap="small" dirty="0">
                <a:solidFill>
                  <a:srgbClr val="FFFFFF"/>
                </a:solidFill>
              </a:rPr>
              <a:t>egression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</a:t>
            </a:r>
            <a:r>
              <a:rPr lang="en-US" b="1" dirty="0">
                <a:solidFill>
                  <a:srgbClr val="FFFFFF"/>
                </a:solidFill>
              </a:rPr>
              <a:t> S</a:t>
            </a:r>
            <a:r>
              <a:rPr lang="en-US" b="1" cap="small" dirty="0">
                <a:solidFill>
                  <a:srgbClr val="FFFFFF"/>
                </a:solidFill>
              </a:rPr>
              <a:t>ingle</a:t>
            </a:r>
            <a:r>
              <a:rPr lang="en-US" b="1" dirty="0">
                <a:solidFill>
                  <a:srgbClr val="FFFFFF"/>
                </a:solidFill>
              </a:rPr>
              <a:t> N</a:t>
            </a:r>
            <a:r>
              <a:rPr lang="en-US" b="1" cap="small" dirty="0">
                <a:solidFill>
                  <a:srgbClr val="FFFFFF"/>
                </a:solidFill>
              </a:rPr>
              <a:t>euron</a:t>
            </a:r>
            <a:endParaRPr b="1" dirty="0"/>
          </a:p>
        </p:txBody>
      </p:sp>
      <p:pic>
        <p:nvPicPr>
          <p:cNvPr id="482" name="Google Shape;4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64" y="1170432"/>
            <a:ext cx="7562088" cy="4892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264111"/>
      </p:ext>
    </p:extLst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 txBox="1">
            <a:spLocks noGrp="1"/>
          </p:cNvSpPr>
          <p:nvPr>
            <p:ph type="title"/>
          </p:nvPr>
        </p:nvSpPr>
        <p:spPr>
          <a:xfrm>
            <a:off x="351643" y="388764"/>
            <a:ext cx="5732920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aking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redictions</a:t>
            </a:r>
            <a:endParaRPr b="1" dirty="0"/>
          </a:p>
        </p:txBody>
      </p:sp>
      <p:pic>
        <p:nvPicPr>
          <p:cNvPr id="508" name="Google Shape;5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20" y="1161288"/>
            <a:ext cx="7589520" cy="49286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3390356"/>
      </p:ext>
    </p:extLst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"/>
          <p:cNvSpPr txBox="1">
            <a:spLocks noGrp="1"/>
          </p:cNvSpPr>
          <p:nvPr>
            <p:ph type="title"/>
          </p:nvPr>
        </p:nvSpPr>
        <p:spPr>
          <a:xfrm>
            <a:off x="460827" y="297054"/>
            <a:ext cx="537983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B</a:t>
            </a:r>
            <a:r>
              <a:rPr lang="en-US" b="1" cap="small" dirty="0">
                <a:solidFill>
                  <a:srgbClr val="FFFFFF"/>
                </a:solidFill>
              </a:rPr>
              <a:t>inary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ross</a:t>
            </a:r>
            <a:r>
              <a:rPr lang="en-US" b="1" dirty="0">
                <a:solidFill>
                  <a:srgbClr val="FFFFFF"/>
                </a:solidFill>
              </a:rPr>
              <a:t>-E</a:t>
            </a:r>
            <a:r>
              <a:rPr lang="en-US" b="1" cap="small" dirty="0">
                <a:solidFill>
                  <a:srgbClr val="FFFFFF"/>
                </a:solidFill>
              </a:rPr>
              <a:t>ntropy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oss</a:t>
            </a:r>
            <a:endParaRPr b="1" dirty="0"/>
          </a:p>
        </p:txBody>
      </p:sp>
      <p:pic>
        <p:nvPicPr>
          <p:cNvPr id="522" name="Google Shape;5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12" y="1143000"/>
            <a:ext cx="7863840" cy="384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3984256"/>
      </p:ext>
    </p:extLst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7"/>
          <p:cNvSpPr txBox="1">
            <a:spLocks noGrp="1"/>
          </p:cNvSpPr>
          <p:nvPr>
            <p:ph type="title"/>
          </p:nvPr>
        </p:nvSpPr>
        <p:spPr>
          <a:xfrm>
            <a:off x="104210" y="384873"/>
            <a:ext cx="654606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S</a:t>
            </a:r>
            <a:r>
              <a:rPr lang="en-US" b="1" cap="small" dirty="0">
                <a:solidFill>
                  <a:srgbClr val="FFFFFF"/>
                </a:solidFill>
              </a:rPr>
              <a:t>etup</a:t>
            </a:r>
            <a:endParaRPr b="1" dirty="0"/>
          </a:p>
        </p:txBody>
      </p:sp>
      <p:pic>
        <p:nvPicPr>
          <p:cNvPr id="726" name="Google Shape;7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704" y="1273132"/>
            <a:ext cx="6995159" cy="415840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7B3B15-DAE2-40E6-B682-9CA8F2E2AB13}"/>
                  </a:ext>
                </a:extLst>
              </p14:cNvPr>
              <p14:cNvContentPartPr/>
              <p14:nvPr/>
            </p14:nvContentPartPr>
            <p14:xfrm>
              <a:off x="3507120" y="2755440"/>
              <a:ext cx="3893400" cy="232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7B3B15-DAE2-40E6-B682-9CA8F2E2A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97760" y="2746080"/>
                <a:ext cx="3912120" cy="234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7257188"/>
      </p:ext>
    </p:extLst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/>
          <p:cNvSpPr txBox="1">
            <a:spLocks noGrp="1"/>
          </p:cNvSpPr>
          <p:nvPr>
            <p:ph type="title"/>
          </p:nvPr>
        </p:nvSpPr>
        <p:spPr>
          <a:xfrm>
            <a:off x="113355" y="161982"/>
            <a:ext cx="745787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I</a:t>
            </a:r>
            <a:r>
              <a:rPr lang="en-US" b="1" cap="small" dirty="0">
                <a:solidFill>
                  <a:srgbClr val="FFFFFF"/>
                </a:solidFill>
              </a:rPr>
              <a:t>nitialization</a:t>
            </a:r>
            <a:endParaRPr b="1" dirty="0"/>
          </a:p>
        </p:txBody>
      </p:sp>
      <p:pic>
        <p:nvPicPr>
          <p:cNvPr id="739" name="Google Shape;7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147" y="950977"/>
            <a:ext cx="7732197" cy="42885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B14F58-4FED-4494-91B7-27A662269FF4}"/>
                  </a:ext>
                </a:extLst>
              </p14:cNvPr>
              <p14:cNvContentPartPr/>
              <p14:nvPr/>
            </p14:nvContentPartPr>
            <p14:xfrm>
              <a:off x="1846800" y="1370160"/>
              <a:ext cx="5658480" cy="1943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B14F58-4FED-4494-91B7-27A662269F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7440" y="1360800"/>
                <a:ext cx="5677200" cy="19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00506"/>
      </p:ext>
    </p:extLst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"/>
          <p:cNvSpPr txBox="1">
            <a:spLocks noGrp="1"/>
          </p:cNvSpPr>
          <p:nvPr>
            <p:ph type="title"/>
          </p:nvPr>
        </p:nvSpPr>
        <p:spPr>
          <a:xfrm>
            <a:off x="0" y="217922"/>
            <a:ext cx="7509479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F</a:t>
            </a:r>
            <a:r>
              <a:rPr lang="en-US" b="1" cap="small" dirty="0">
                <a:solidFill>
                  <a:srgbClr val="FFFFFF"/>
                </a:solidFill>
              </a:rPr>
              <a:t>irst</a:t>
            </a:r>
            <a:r>
              <a:rPr lang="en-US" b="1" dirty="0">
                <a:solidFill>
                  <a:srgbClr val="FFFFFF"/>
                </a:solidFill>
              </a:rPr>
              <a:t> SGD I</a:t>
            </a:r>
            <a:r>
              <a:rPr lang="en-US" b="1" cap="small" dirty="0">
                <a:solidFill>
                  <a:srgbClr val="FFFFFF"/>
                </a:solidFill>
              </a:rPr>
              <a:t>teration</a:t>
            </a:r>
            <a:endParaRPr b="1" dirty="0"/>
          </a:p>
        </p:txBody>
      </p:sp>
      <p:pic>
        <p:nvPicPr>
          <p:cNvPr id="752" name="Google Shape;7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944" y="1202733"/>
            <a:ext cx="7690103" cy="3625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2987128"/>
      </p:ext>
    </p:extLst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0"/>
          <p:cNvSpPr txBox="1">
            <a:spLocks noGrp="1"/>
          </p:cNvSpPr>
          <p:nvPr>
            <p:ph type="title"/>
          </p:nvPr>
        </p:nvSpPr>
        <p:spPr>
          <a:xfrm>
            <a:off x="0" y="141339"/>
            <a:ext cx="7982712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S</a:t>
            </a:r>
            <a:r>
              <a:rPr lang="en-US" b="1" cap="small" dirty="0">
                <a:solidFill>
                  <a:srgbClr val="FFFFFF"/>
                </a:solidFill>
              </a:rPr>
              <a:t>econd</a:t>
            </a:r>
            <a:r>
              <a:rPr lang="en-US" b="1" dirty="0">
                <a:solidFill>
                  <a:srgbClr val="FFFFFF"/>
                </a:solidFill>
              </a:rPr>
              <a:t> SGD I</a:t>
            </a:r>
            <a:r>
              <a:rPr lang="en-US" b="1" cap="small" dirty="0">
                <a:solidFill>
                  <a:srgbClr val="FFFFFF"/>
                </a:solidFill>
              </a:rPr>
              <a:t>teration</a:t>
            </a:r>
            <a:endParaRPr b="1" dirty="0"/>
          </a:p>
        </p:txBody>
      </p:sp>
      <p:pic>
        <p:nvPicPr>
          <p:cNvPr id="765" name="Google Shape;7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8" y="926146"/>
            <a:ext cx="8092439" cy="42493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E520F7-292D-43FE-AFF7-01F2499ED74D}"/>
                  </a:ext>
                </a:extLst>
              </p14:cNvPr>
              <p14:cNvContentPartPr/>
              <p14:nvPr/>
            </p14:nvContentPartPr>
            <p14:xfrm>
              <a:off x="3422160" y="2350080"/>
              <a:ext cx="1641240" cy="64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E520F7-292D-43FE-AFF7-01F2499ED7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2800" y="2340720"/>
                <a:ext cx="1659960" cy="6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9910024"/>
      </p:ext>
    </p:extLst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1"/>
          <p:cNvSpPr txBox="1">
            <a:spLocks noGrp="1"/>
          </p:cNvSpPr>
          <p:nvPr>
            <p:ph type="title"/>
          </p:nvPr>
        </p:nvSpPr>
        <p:spPr>
          <a:xfrm>
            <a:off x="93252" y="215030"/>
            <a:ext cx="7907748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C</a:t>
            </a:r>
            <a:r>
              <a:rPr lang="en-US" b="1" cap="small" dirty="0">
                <a:solidFill>
                  <a:srgbClr val="FFFFFF"/>
                </a:solidFill>
              </a:rPr>
              <a:t>hecking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rogress</a:t>
            </a:r>
            <a:endParaRPr b="1" dirty="0"/>
          </a:p>
        </p:txBody>
      </p:sp>
      <p:pic>
        <p:nvPicPr>
          <p:cNvPr id="778" name="Google Shape;7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256" y="1066476"/>
            <a:ext cx="7461504" cy="4173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0593587"/>
      </p:ext>
    </p:extLst>
  </p:cSld>
  <p:clrMapOvr>
    <a:masterClrMapping/>
  </p:clrMapOvr>
  <p:transition>
    <p:fade thruBlk="1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5"/>
          <p:cNvSpPr txBox="1">
            <a:spLocks noGrp="1"/>
          </p:cNvSpPr>
          <p:nvPr>
            <p:ph type="title"/>
          </p:nvPr>
        </p:nvSpPr>
        <p:spPr>
          <a:xfrm>
            <a:off x="333358" y="299409"/>
            <a:ext cx="654606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onfusion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atrix</a:t>
            </a:r>
            <a:endParaRPr b="1" dirty="0"/>
          </a:p>
        </p:txBody>
      </p:sp>
      <p:sp>
        <p:nvSpPr>
          <p:cNvPr id="851" name="Google Shape;851;p45"/>
          <p:cNvSpPr txBox="1"/>
          <p:nvPr/>
        </p:nvSpPr>
        <p:spPr>
          <a:xfrm>
            <a:off x="1556082" y="1629100"/>
            <a:ext cx="4058153" cy="75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35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confusion matrix shows all prediction outcomes: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087610">
              <a:spcBef>
                <a:spcPts val="851"/>
              </a:spcBef>
            </a:pP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6042" algn="r" defTabSz="1087610"/>
            <a:r>
              <a:rPr lang="en-US" sz="135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2" name="Google Shape;852;p45"/>
          <p:cNvSpPr txBox="1"/>
          <p:nvPr/>
        </p:nvSpPr>
        <p:spPr>
          <a:xfrm rot="-5400000">
            <a:off x="2164799" y="2695432"/>
            <a:ext cx="482628" cy="20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30" rIns="0" bIns="0" anchor="t" anchorCtr="0">
            <a:spAutoFit/>
          </a:bodyPr>
          <a:lstStyle/>
          <a:p>
            <a:pPr marL="15106" defTabSz="1087610"/>
            <a:r>
              <a:rPr lang="en-US" sz="1249" dirty="0">
                <a:solidFill>
                  <a:srgbClr val="1B1472"/>
                </a:solidFill>
              </a:rPr>
              <a:t>Actual</a:t>
            </a:r>
            <a:endParaRPr sz="1249" dirty="0"/>
          </a:p>
        </p:txBody>
      </p:sp>
      <p:graphicFrame>
        <p:nvGraphicFramePr>
          <p:cNvPr id="853" name="Google Shape;853;p45"/>
          <p:cNvGraphicFramePr/>
          <p:nvPr/>
        </p:nvGraphicFramePr>
        <p:xfrm>
          <a:off x="2553150" y="2352857"/>
          <a:ext cx="4326275" cy="65255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6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51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 (1)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 (0)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5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Positive (1)</a:t>
                      </a:r>
                      <a:endParaRPr sz="13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True Positive (TP)</a:t>
                      </a:r>
                      <a:endParaRPr sz="13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2FFB2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False Negative (FN)</a:t>
                      </a:r>
                      <a:endParaRPr sz="13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9B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5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Negative (0)</a:t>
                      </a:r>
                      <a:endParaRPr sz="13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False Positive (FP)</a:t>
                      </a:r>
                      <a:endParaRPr sz="13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CBE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True Negative (TN)</a:t>
                      </a:r>
                      <a:endParaRPr sz="13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9" name="Google Shape;859;p45"/>
          <p:cNvSpPr txBox="1"/>
          <p:nvPr/>
        </p:nvSpPr>
        <p:spPr>
          <a:xfrm>
            <a:off x="1679420" y="3058818"/>
            <a:ext cx="5635781" cy="159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858" rIns="0" bIns="0" anchor="t" anchorCtr="0">
            <a:spAutoFit/>
          </a:bodyPr>
          <a:lstStyle/>
          <a:p>
            <a:pPr marL="15106" defTabSz="1087610"/>
            <a:r>
              <a:rPr lang="en-US" sz="15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Definitions:</a:t>
            </a:r>
            <a:endParaRPr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5754" marR="1123864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00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Correctly predicted positive </a:t>
            </a:r>
          </a:p>
          <a:p>
            <a:pPr marL="625754" marR="1123864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00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TN: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Correctly predicted negative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BD1A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Incorrectly predicted positive (Type I error) </a:t>
            </a: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BD1A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Incorrectly predicted negative (Type II error)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CD16EE-62B4-435A-9083-39B26C7E3365}"/>
                  </a:ext>
                </a:extLst>
              </p14:cNvPr>
              <p14:cNvContentPartPr/>
              <p14:nvPr/>
            </p14:nvContentPartPr>
            <p14:xfrm>
              <a:off x="3231360" y="2504520"/>
              <a:ext cx="4287960" cy="335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CD16EE-62B4-435A-9083-39B26C7E33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2000" y="2495160"/>
                <a:ext cx="4306680" cy="337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8376461"/>
      </p:ext>
    </p:extLst>
  </p:cSld>
  <p:clrMapOvr>
    <a:masterClrMapping/>
  </p:clrMapOvr>
  <p:transition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6"/>
          <p:cNvSpPr txBox="1">
            <a:spLocks noGrp="1"/>
          </p:cNvSpPr>
          <p:nvPr>
            <p:ph type="title"/>
          </p:nvPr>
        </p:nvSpPr>
        <p:spPr>
          <a:xfrm>
            <a:off x="268802" y="315072"/>
            <a:ext cx="654606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lassification</a:t>
            </a:r>
            <a:r>
              <a:rPr lang="en-US" b="1" dirty="0">
                <a:solidFill>
                  <a:srgbClr val="FFFFFF"/>
                </a:solidFill>
              </a:rPr>
              <a:t>  M</a:t>
            </a:r>
            <a:r>
              <a:rPr lang="en-US" b="1" cap="small" dirty="0">
                <a:solidFill>
                  <a:srgbClr val="FFFFFF"/>
                </a:solidFill>
              </a:rPr>
              <a:t>etrics</a:t>
            </a:r>
            <a:r>
              <a:rPr lang="en-US" b="1" dirty="0">
                <a:solidFill>
                  <a:srgbClr val="FFFFFF"/>
                </a:solidFill>
              </a:rPr>
              <a:t>  I</a:t>
            </a:r>
            <a:endParaRPr b="1" dirty="0"/>
          </a:p>
        </p:txBody>
      </p:sp>
      <p:sp>
        <p:nvSpPr>
          <p:cNvPr id="872" name="Google Shape;872;p46"/>
          <p:cNvSpPr txBox="1"/>
          <p:nvPr/>
        </p:nvSpPr>
        <p:spPr>
          <a:xfrm>
            <a:off x="906858" y="1048887"/>
            <a:ext cx="2383684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 dirty="0">
                <a:solidFill>
                  <a:srgbClr val="1B1472"/>
                </a:solidFill>
              </a:rPr>
              <a:t>1. Accuracy: </a:t>
            </a:r>
            <a:r>
              <a:rPr lang="en-US" sz="1249" dirty="0"/>
              <a:t>Overall correctness</a:t>
            </a:r>
            <a:endParaRPr sz="1249" dirty="0"/>
          </a:p>
        </p:txBody>
      </p:sp>
      <p:sp>
        <p:nvSpPr>
          <p:cNvPr id="873" name="Google Shape;873;p46"/>
          <p:cNvSpPr txBox="1"/>
          <p:nvPr/>
        </p:nvSpPr>
        <p:spPr>
          <a:xfrm>
            <a:off x="2658939" y="1509830"/>
            <a:ext cx="885196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 dirty="0"/>
              <a:t>Accuracy </a:t>
            </a:r>
            <a:r>
              <a:rPr lang="en-US" sz="1427" dirty="0">
                <a:latin typeface="Tahoma"/>
                <a:ea typeface="Tahoma"/>
                <a:cs typeface="Tahoma"/>
                <a:sym typeface="Tahoma"/>
              </a:rPr>
              <a:t>=</a:t>
            </a:r>
            <a:endParaRPr sz="1427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4" name="Google Shape;874;p46"/>
          <p:cNvSpPr txBox="1"/>
          <p:nvPr/>
        </p:nvSpPr>
        <p:spPr>
          <a:xfrm>
            <a:off x="4023470" y="1387656"/>
            <a:ext cx="684290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 i="1"/>
              <a:t>TP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 i="1"/>
              <a:t>TN</a:t>
            </a:r>
            <a:endParaRPr sz="1249"/>
          </a:p>
        </p:txBody>
      </p:sp>
      <p:sp>
        <p:nvSpPr>
          <p:cNvPr id="875" name="Google Shape;875;p46"/>
          <p:cNvSpPr/>
          <p:nvPr/>
        </p:nvSpPr>
        <p:spPr>
          <a:xfrm>
            <a:off x="3596660" y="1660376"/>
            <a:ext cx="1550603" cy="0"/>
          </a:xfrm>
          <a:custGeom>
            <a:avLst/>
            <a:gdLst/>
            <a:ahLst/>
            <a:cxnLst/>
            <a:rect l="l" t="t" r="r" b="b"/>
            <a:pathLst>
              <a:path w="1303654" h="120000" extrusionOk="0">
                <a:moveTo>
                  <a:pt x="0" y="0"/>
                </a:moveTo>
                <a:lnTo>
                  <a:pt x="1303058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087610"/>
            <a:endParaRPr sz="1665"/>
          </a:p>
        </p:txBody>
      </p:sp>
      <p:sp>
        <p:nvSpPr>
          <p:cNvPr id="876" name="Google Shape;876;p46"/>
          <p:cNvSpPr txBox="1"/>
          <p:nvPr/>
        </p:nvSpPr>
        <p:spPr>
          <a:xfrm>
            <a:off x="3581553" y="1633713"/>
            <a:ext cx="1567975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 i="1"/>
              <a:t>TP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 i="1"/>
              <a:t>TN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 i="1"/>
              <a:t>FP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 i="1"/>
              <a:t>FN</a:t>
            </a:r>
            <a:endParaRPr sz="1249"/>
          </a:p>
        </p:txBody>
      </p:sp>
      <p:sp>
        <p:nvSpPr>
          <p:cNvPr id="877" name="Google Shape;877;p46"/>
          <p:cNvSpPr txBox="1"/>
          <p:nvPr/>
        </p:nvSpPr>
        <p:spPr>
          <a:xfrm>
            <a:off x="6612608" y="1527890"/>
            <a:ext cx="319486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/>
              <a:t>(11)</a:t>
            </a:r>
            <a:endParaRPr sz="1249"/>
          </a:p>
        </p:txBody>
      </p:sp>
      <p:sp>
        <p:nvSpPr>
          <p:cNvPr id="878" name="Google Shape;878;p46"/>
          <p:cNvSpPr txBox="1"/>
          <p:nvPr/>
        </p:nvSpPr>
        <p:spPr>
          <a:xfrm>
            <a:off x="906857" y="2239536"/>
            <a:ext cx="4286250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>
                <a:solidFill>
                  <a:srgbClr val="1B1472"/>
                </a:solidFill>
              </a:rPr>
              <a:t>2. Precision: </a:t>
            </a:r>
            <a:r>
              <a:rPr lang="en-US" sz="1249"/>
              <a:t>Of predicted positives, how many are correct?</a:t>
            </a:r>
            <a:endParaRPr sz="1249"/>
          </a:p>
        </p:txBody>
      </p:sp>
      <p:sp>
        <p:nvSpPr>
          <p:cNvPr id="879" name="Google Shape;879;p46"/>
          <p:cNvSpPr txBox="1"/>
          <p:nvPr/>
        </p:nvSpPr>
        <p:spPr>
          <a:xfrm>
            <a:off x="3105088" y="2700479"/>
            <a:ext cx="886706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/>
              <a:t>Precision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=</a:t>
            </a:r>
            <a:endParaRPr sz="1427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0" name="Google Shape;880;p46"/>
          <p:cNvSpPr txBox="1"/>
          <p:nvPr/>
        </p:nvSpPr>
        <p:spPr>
          <a:xfrm>
            <a:off x="4247761" y="2596363"/>
            <a:ext cx="238670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 i="1"/>
              <a:t>TP</a:t>
            </a:r>
            <a:endParaRPr sz="1249"/>
          </a:p>
        </p:txBody>
      </p:sp>
      <p:sp>
        <p:nvSpPr>
          <p:cNvPr id="881" name="Google Shape;881;p46"/>
          <p:cNvSpPr/>
          <p:nvPr/>
        </p:nvSpPr>
        <p:spPr>
          <a:xfrm>
            <a:off x="4044438" y="2851025"/>
            <a:ext cx="656344" cy="0"/>
          </a:xfrm>
          <a:custGeom>
            <a:avLst/>
            <a:gdLst/>
            <a:ahLst/>
            <a:cxnLst/>
            <a:rect l="l" t="t" r="r" b="b"/>
            <a:pathLst>
              <a:path w="551814" h="120000" extrusionOk="0">
                <a:moveTo>
                  <a:pt x="0" y="0"/>
                </a:moveTo>
                <a:lnTo>
                  <a:pt x="551497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087610"/>
            <a:endParaRPr sz="1665"/>
          </a:p>
        </p:txBody>
      </p:sp>
      <p:sp>
        <p:nvSpPr>
          <p:cNvPr id="882" name="Google Shape;882;p46"/>
          <p:cNvSpPr txBox="1"/>
          <p:nvPr/>
        </p:nvSpPr>
        <p:spPr>
          <a:xfrm>
            <a:off x="4029331" y="2824362"/>
            <a:ext cx="675226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 i="1"/>
              <a:t>TP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 i="1"/>
              <a:t>FP</a:t>
            </a:r>
            <a:endParaRPr sz="1249"/>
          </a:p>
        </p:txBody>
      </p:sp>
      <p:sp>
        <p:nvSpPr>
          <p:cNvPr id="883" name="Google Shape;883;p46"/>
          <p:cNvSpPr txBox="1"/>
          <p:nvPr/>
        </p:nvSpPr>
        <p:spPr>
          <a:xfrm>
            <a:off x="6612608" y="2718539"/>
            <a:ext cx="319486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/>
              <a:t>(12)</a:t>
            </a:r>
            <a:endParaRPr sz="1249"/>
          </a:p>
        </p:txBody>
      </p:sp>
      <p:sp>
        <p:nvSpPr>
          <p:cNvPr id="15" name="Google Shape;896;p47">
            <a:extLst>
              <a:ext uri="{FF2B5EF4-FFF2-40B4-BE49-F238E27FC236}">
                <a16:creationId xmlns:a16="http://schemas.microsoft.com/office/drawing/2014/main" id="{02D832C9-0DF5-4419-B165-A2EFB5C44622}"/>
              </a:ext>
            </a:extLst>
          </p:cNvPr>
          <p:cNvSpPr txBox="1"/>
          <p:nvPr/>
        </p:nvSpPr>
        <p:spPr>
          <a:xfrm>
            <a:off x="970865" y="3406489"/>
            <a:ext cx="4718274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 dirty="0">
                <a:solidFill>
                  <a:srgbClr val="1B1472"/>
                </a:solidFill>
              </a:rPr>
              <a:t>3. Recall (Sensitivity): </a:t>
            </a:r>
            <a:r>
              <a:rPr lang="en-US" sz="1249" dirty="0"/>
              <a:t>Of actual positives, how many did we find?</a:t>
            </a:r>
            <a:endParaRPr sz="1249" dirty="0"/>
          </a:p>
        </p:txBody>
      </p:sp>
      <p:sp>
        <p:nvSpPr>
          <p:cNvPr id="16" name="Google Shape;897;p47">
            <a:extLst>
              <a:ext uri="{FF2B5EF4-FFF2-40B4-BE49-F238E27FC236}">
                <a16:creationId xmlns:a16="http://schemas.microsoft.com/office/drawing/2014/main" id="{5E8359E3-21CA-44B7-990B-AF682364E781}"/>
              </a:ext>
            </a:extLst>
          </p:cNvPr>
          <p:cNvSpPr txBox="1"/>
          <p:nvPr/>
        </p:nvSpPr>
        <p:spPr>
          <a:xfrm>
            <a:off x="3272466" y="3871148"/>
            <a:ext cx="669939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/>
              <a:t>Recall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=</a:t>
            </a:r>
            <a:endParaRPr sz="1427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898;p47">
            <a:extLst>
              <a:ext uri="{FF2B5EF4-FFF2-40B4-BE49-F238E27FC236}">
                <a16:creationId xmlns:a16="http://schemas.microsoft.com/office/drawing/2014/main" id="{B0D02197-792E-49BF-A1EC-D75379FF9999}"/>
              </a:ext>
            </a:extLst>
          </p:cNvPr>
          <p:cNvSpPr txBox="1"/>
          <p:nvPr/>
        </p:nvSpPr>
        <p:spPr>
          <a:xfrm>
            <a:off x="4203370" y="3767032"/>
            <a:ext cx="238670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 i="1"/>
              <a:t>TP</a:t>
            </a:r>
            <a:endParaRPr sz="1249"/>
          </a:p>
        </p:txBody>
      </p:sp>
      <p:sp>
        <p:nvSpPr>
          <p:cNvPr id="18" name="Google Shape;899;p47">
            <a:extLst>
              <a:ext uri="{FF2B5EF4-FFF2-40B4-BE49-F238E27FC236}">
                <a16:creationId xmlns:a16="http://schemas.microsoft.com/office/drawing/2014/main" id="{65A041EA-CEC0-4021-B228-B1BA1FA86616}"/>
              </a:ext>
            </a:extLst>
          </p:cNvPr>
          <p:cNvSpPr/>
          <p:nvPr/>
        </p:nvSpPr>
        <p:spPr>
          <a:xfrm>
            <a:off x="3994987" y="4021694"/>
            <a:ext cx="666163" cy="0"/>
          </a:xfrm>
          <a:custGeom>
            <a:avLst/>
            <a:gdLst/>
            <a:ahLst/>
            <a:cxnLst/>
            <a:rect l="l" t="t" r="r" b="b"/>
            <a:pathLst>
              <a:path w="560070" h="120000" extrusionOk="0">
                <a:moveTo>
                  <a:pt x="0" y="0"/>
                </a:moveTo>
                <a:lnTo>
                  <a:pt x="559981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087610"/>
            <a:endParaRPr sz="1665"/>
          </a:p>
        </p:txBody>
      </p:sp>
      <p:sp>
        <p:nvSpPr>
          <p:cNvPr id="19" name="Google Shape;900;p47">
            <a:extLst>
              <a:ext uri="{FF2B5EF4-FFF2-40B4-BE49-F238E27FC236}">
                <a16:creationId xmlns:a16="http://schemas.microsoft.com/office/drawing/2014/main" id="{02AC5365-B2AF-41EA-A527-8AFFD65C415E}"/>
              </a:ext>
            </a:extLst>
          </p:cNvPr>
          <p:cNvSpPr txBox="1"/>
          <p:nvPr/>
        </p:nvSpPr>
        <p:spPr>
          <a:xfrm>
            <a:off x="3979880" y="3995015"/>
            <a:ext cx="684290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 i="1"/>
              <a:t>TP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 i="1"/>
              <a:t>FN</a:t>
            </a:r>
            <a:endParaRPr sz="1249"/>
          </a:p>
        </p:txBody>
      </p:sp>
      <p:sp>
        <p:nvSpPr>
          <p:cNvPr id="20" name="Google Shape;901;p47">
            <a:extLst>
              <a:ext uri="{FF2B5EF4-FFF2-40B4-BE49-F238E27FC236}">
                <a16:creationId xmlns:a16="http://schemas.microsoft.com/office/drawing/2014/main" id="{AD0FDFD3-EF80-4B20-9A59-00A563CEDDEE}"/>
              </a:ext>
            </a:extLst>
          </p:cNvPr>
          <p:cNvSpPr txBox="1"/>
          <p:nvPr/>
        </p:nvSpPr>
        <p:spPr>
          <a:xfrm>
            <a:off x="6676616" y="3889208"/>
            <a:ext cx="319486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/>
              <a:t>(13)</a:t>
            </a:r>
            <a:endParaRPr sz="1249"/>
          </a:p>
        </p:txBody>
      </p:sp>
      <p:sp>
        <p:nvSpPr>
          <p:cNvPr id="21" name="Google Shape;902;p47">
            <a:extLst>
              <a:ext uri="{FF2B5EF4-FFF2-40B4-BE49-F238E27FC236}">
                <a16:creationId xmlns:a16="http://schemas.microsoft.com/office/drawing/2014/main" id="{4C49E296-B22D-4E1A-A0BC-549384EFC344}"/>
              </a:ext>
            </a:extLst>
          </p:cNvPr>
          <p:cNvSpPr txBox="1"/>
          <p:nvPr/>
        </p:nvSpPr>
        <p:spPr>
          <a:xfrm>
            <a:off x="970867" y="4440627"/>
            <a:ext cx="3759815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>
                <a:solidFill>
                  <a:srgbClr val="1B1472"/>
                </a:solidFill>
              </a:rPr>
              <a:t>4. F1 Score: </a:t>
            </a:r>
            <a:r>
              <a:rPr lang="en-US" sz="1249"/>
              <a:t>Harmonic mean of precision and recall</a:t>
            </a:r>
            <a:endParaRPr sz="1249"/>
          </a:p>
        </p:txBody>
      </p:sp>
      <p:sp>
        <p:nvSpPr>
          <p:cNvPr id="22" name="Google Shape;903;p47">
            <a:extLst>
              <a:ext uri="{FF2B5EF4-FFF2-40B4-BE49-F238E27FC236}">
                <a16:creationId xmlns:a16="http://schemas.microsoft.com/office/drawing/2014/main" id="{65906023-9ADF-4992-A2C5-84F9A3C3A019}"/>
              </a:ext>
            </a:extLst>
          </p:cNvPr>
          <p:cNvSpPr txBox="1"/>
          <p:nvPr/>
        </p:nvSpPr>
        <p:spPr>
          <a:xfrm>
            <a:off x="2915365" y="4782203"/>
            <a:ext cx="2118578" cy="23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45317" defTabSz="1087610"/>
            <a:r>
              <a:rPr lang="en-US" sz="1874" i="1" baseline="-25000"/>
              <a:t>F </a:t>
            </a:r>
            <a:r>
              <a:rPr lang="en-US" sz="1874" baseline="-25000"/>
              <a:t>1 </a:t>
            </a:r>
            <a:r>
              <a:rPr lang="en-US" sz="2141" baseline="-250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874" baseline="-25000"/>
              <a:t>2 </a:t>
            </a:r>
            <a:r>
              <a:rPr lang="en-US" sz="2141" baseline="-25000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249"/>
              <a:t>Precision </a:t>
            </a:r>
            <a:r>
              <a:rPr lang="en-US" sz="1427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249"/>
              <a:t>Recall</a:t>
            </a:r>
            <a:endParaRPr sz="1249"/>
          </a:p>
        </p:txBody>
      </p:sp>
      <p:sp>
        <p:nvSpPr>
          <p:cNvPr id="23" name="Google Shape;904;p47">
            <a:extLst>
              <a:ext uri="{FF2B5EF4-FFF2-40B4-BE49-F238E27FC236}">
                <a16:creationId xmlns:a16="http://schemas.microsoft.com/office/drawing/2014/main" id="{34679B87-E523-49D2-A030-99892B784237}"/>
              </a:ext>
            </a:extLst>
          </p:cNvPr>
          <p:cNvSpPr/>
          <p:nvPr/>
        </p:nvSpPr>
        <p:spPr>
          <a:xfrm>
            <a:off x="3647375" y="5054925"/>
            <a:ext cx="1340633" cy="0"/>
          </a:xfrm>
          <a:custGeom>
            <a:avLst/>
            <a:gdLst/>
            <a:ahLst/>
            <a:cxnLst/>
            <a:rect l="l" t="t" r="r" b="b"/>
            <a:pathLst>
              <a:path w="1127125" h="120000" extrusionOk="0">
                <a:moveTo>
                  <a:pt x="0" y="0"/>
                </a:moveTo>
                <a:lnTo>
                  <a:pt x="1127061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087610"/>
            <a:endParaRPr sz="1665"/>
          </a:p>
        </p:txBody>
      </p:sp>
      <p:sp>
        <p:nvSpPr>
          <p:cNvPr id="24" name="Google Shape;905;p47">
            <a:extLst>
              <a:ext uri="{FF2B5EF4-FFF2-40B4-BE49-F238E27FC236}">
                <a16:creationId xmlns:a16="http://schemas.microsoft.com/office/drawing/2014/main" id="{5B5E6851-C7A9-4311-A41B-5C8D2C663C07}"/>
              </a:ext>
            </a:extLst>
          </p:cNvPr>
          <p:cNvSpPr txBox="1"/>
          <p:nvPr/>
        </p:nvSpPr>
        <p:spPr>
          <a:xfrm>
            <a:off x="3633733" y="5028262"/>
            <a:ext cx="1368579" cy="2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1249"/>
              <a:t>Precision </a:t>
            </a:r>
            <a:r>
              <a:rPr lang="en-US" sz="1427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49"/>
              <a:t>Recall</a:t>
            </a:r>
            <a:endParaRPr sz="1249"/>
          </a:p>
        </p:txBody>
      </p:sp>
      <p:sp>
        <p:nvSpPr>
          <p:cNvPr id="25" name="Google Shape;906;p47">
            <a:extLst>
              <a:ext uri="{FF2B5EF4-FFF2-40B4-BE49-F238E27FC236}">
                <a16:creationId xmlns:a16="http://schemas.microsoft.com/office/drawing/2014/main" id="{CEE49CF9-F2D5-46AA-8594-F777F2AE36C7}"/>
              </a:ext>
            </a:extLst>
          </p:cNvPr>
          <p:cNvSpPr txBox="1"/>
          <p:nvPr/>
        </p:nvSpPr>
        <p:spPr>
          <a:xfrm>
            <a:off x="6676616" y="4922439"/>
            <a:ext cx="319486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/>
              <a:t>(14)</a:t>
            </a:r>
            <a:endParaRPr sz="1249"/>
          </a:p>
        </p:txBody>
      </p:sp>
    </p:spTree>
    <p:extLst>
      <p:ext uri="{BB962C8B-B14F-4D97-AF65-F5344CB8AC3E}">
        <p14:creationId xmlns:p14="http://schemas.microsoft.com/office/powerpoint/2010/main" val="2843365467"/>
      </p:ext>
    </p:extLst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9"/>
          <p:cNvSpPr txBox="1">
            <a:spLocks noGrp="1"/>
          </p:cNvSpPr>
          <p:nvPr>
            <p:ph type="title"/>
          </p:nvPr>
        </p:nvSpPr>
        <p:spPr>
          <a:xfrm>
            <a:off x="76776" y="209780"/>
            <a:ext cx="5043863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O</a:t>
            </a:r>
            <a:r>
              <a:rPr lang="en-US" b="1" cap="small" dirty="0">
                <a:solidFill>
                  <a:srgbClr val="FFFFFF"/>
                </a:solidFill>
              </a:rPr>
              <a:t>ne</a:t>
            </a:r>
            <a:r>
              <a:rPr lang="en-US" b="1" dirty="0">
                <a:solidFill>
                  <a:srgbClr val="FFFFFF"/>
                </a:solidFill>
              </a:rPr>
              <a:t>-H</a:t>
            </a:r>
            <a:r>
              <a:rPr lang="en-US" b="1" cap="small" dirty="0">
                <a:solidFill>
                  <a:srgbClr val="FFFFFF"/>
                </a:solidFill>
              </a:rPr>
              <a:t>ot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ncoding</a:t>
            </a:r>
            <a:endParaRPr b="1" dirty="0"/>
          </a:p>
        </p:txBody>
      </p:sp>
      <p:sp>
        <p:nvSpPr>
          <p:cNvPr id="1191" name="Google Shape;1191;p59"/>
          <p:cNvSpPr txBox="1"/>
          <p:nvPr/>
        </p:nvSpPr>
        <p:spPr>
          <a:xfrm>
            <a:off x="493776" y="1050181"/>
            <a:ext cx="7699248" cy="361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625" rIns="0" bIns="0" anchor="t" anchorCtr="0">
            <a:spAutoFit/>
          </a:bodyPr>
          <a:lstStyle/>
          <a:p>
            <a:pPr marL="30212" defTabSz="1087610"/>
            <a:r>
              <a:rPr lang="en-US" sz="1500" dirty="0">
                <a:solidFill>
                  <a:srgbClr val="BF00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class label to binary vector of length 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212" defTabSz="1087610">
              <a:spcBef>
                <a:spcPts val="892"/>
              </a:spcBef>
            </a:pPr>
            <a:r>
              <a:rPr lang="en-US" sz="1500" dirty="0">
                <a:solidFill>
                  <a:srgbClr val="BF00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class </a:t>
            </a:r>
            <a:r>
              <a:rPr lang="en-US" sz="1500" i="1" dirty="0">
                <a:solidFill>
                  <a:srgbClr val="BF00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500" dirty="0">
                <a:solidFill>
                  <a:srgbClr val="BF00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zeros except 1 at position 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212" defTabSz="1087610">
              <a:spcBef>
                <a:spcPts val="42"/>
              </a:spcBef>
            </a:pPr>
            <a:r>
              <a:rPr lang="en-US" sz="15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with </a:t>
            </a:r>
            <a:r>
              <a:rPr lang="en-US" sz="1500" i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sz="15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</a:t>
            </a:r>
            <a:r>
              <a:rPr lang="en-US" sz="15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classes: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92895" defTabSz="1087610">
              <a:spcBef>
                <a:spcPts val="719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1:	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[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]</a:t>
            </a:r>
            <a:r>
              <a:rPr lang="en-US" sz="15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sz="15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92895" defTabSz="1087610">
              <a:spcBef>
                <a:spcPts val="482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2:	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[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]</a:t>
            </a:r>
            <a:r>
              <a:rPr lang="en-US" sz="15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sz="15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92895" defTabSz="1087610">
              <a:spcBef>
                <a:spcPts val="482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3:	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[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]</a:t>
            </a:r>
            <a:r>
              <a:rPr lang="en-US" sz="15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sz="15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92895" defTabSz="1087610">
              <a:spcBef>
                <a:spcPts val="476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4:	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= [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ookman Old Style"/>
              </a:rPr>
              <a:t>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]</a:t>
            </a:r>
            <a:r>
              <a:rPr lang="en-US" sz="15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sz="15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212" defTabSz="1087610">
              <a:spcBef>
                <a:spcPts val="898"/>
              </a:spcBef>
            </a:pPr>
            <a:r>
              <a:rPr lang="en-US" sz="1500" dirty="0">
                <a:solidFill>
                  <a:srgbClr val="BF00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one-hot?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40860" marR="202416" indent="-257175" defTabSz="1087610">
              <a:lnSpc>
                <a:spcPct val="118100"/>
              </a:lnSpc>
              <a:spcBef>
                <a:spcPts val="53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Treats all classes equally (no implicit ordering) </a:t>
            </a:r>
          </a:p>
          <a:p>
            <a:pPr marL="640860" marR="202416" indent="-257175" defTabSz="1087610">
              <a:lnSpc>
                <a:spcPct val="118100"/>
              </a:lnSpc>
              <a:spcBef>
                <a:spcPts val="53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Matches the format of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 probabilities </a:t>
            </a:r>
          </a:p>
          <a:p>
            <a:pPr marL="640860" marR="202416" indent="-257175" defTabSz="1087610">
              <a:lnSpc>
                <a:spcPct val="118100"/>
              </a:lnSpc>
              <a:spcBef>
                <a:spcPts val="53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Simplifies loss computation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40860" indent="-257175" defTabSz="1087610">
              <a:spcBef>
                <a:spcPts val="268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in deep learning frameworks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44983"/>
      </p:ext>
    </p:extLst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1"/>
          <p:cNvSpPr txBox="1">
            <a:spLocks noGrp="1"/>
          </p:cNvSpPr>
          <p:nvPr>
            <p:ph type="title"/>
          </p:nvPr>
        </p:nvSpPr>
        <p:spPr>
          <a:xfrm>
            <a:off x="-1" y="222090"/>
            <a:ext cx="7647915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ulti</a:t>
            </a:r>
            <a:r>
              <a:rPr lang="en-US" b="1" dirty="0">
                <a:solidFill>
                  <a:srgbClr val="FFFFFF"/>
                </a:solidFill>
              </a:rPr>
              <a:t>-</a:t>
            </a:r>
            <a:r>
              <a:rPr lang="en-US" b="1" cap="small" dirty="0">
                <a:solidFill>
                  <a:srgbClr val="FFFFFF"/>
                </a:solidFill>
              </a:rPr>
              <a:t>class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odel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rchitecture</a:t>
            </a:r>
            <a:endParaRPr b="1" dirty="0"/>
          </a:p>
        </p:txBody>
      </p:sp>
      <p:pic>
        <p:nvPicPr>
          <p:cNvPr id="1221" name="Google Shape;122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80" y="1307592"/>
            <a:ext cx="7562087" cy="4416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5497495"/>
      </p:ext>
    </p:extLst>
  </p:cSld>
  <p:clrMapOvr>
    <a:masterClrMapping/>
  </p:clrMapOvr>
  <p:transition>
    <p:fade thruBlk="1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5"/>
          <p:cNvSpPr txBox="1">
            <a:spLocks noGrp="1"/>
          </p:cNvSpPr>
          <p:nvPr>
            <p:ph type="title"/>
          </p:nvPr>
        </p:nvSpPr>
        <p:spPr>
          <a:xfrm>
            <a:off x="0" y="194658"/>
            <a:ext cx="7845552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S</a:t>
            </a:r>
            <a:r>
              <a:rPr lang="en-US" b="1" cap="small" dirty="0">
                <a:solidFill>
                  <a:srgbClr val="FFFFFF"/>
                </a:solidFill>
              </a:rPr>
              <a:t>oftmax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omputation</a:t>
            </a:r>
            <a:endParaRPr b="1" dirty="0"/>
          </a:p>
        </p:txBody>
      </p:sp>
      <p:pic>
        <p:nvPicPr>
          <p:cNvPr id="1274" name="Google Shape;127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24" y="932689"/>
            <a:ext cx="8074152" cy="39136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FD06B3-37E0-4C93-9CA4-D5CEF6705D82}"/>
                  </a:ext>
                </a:extLst>
              </p14:cNvPr>
              <p14:cNvContentPartPr/>
              <p14:nvPr/>
            </p14:nvContentPartPr>
            <p14:xfrm>
              <a:off x="1579680" y="1461600"/>
              <a:ext cx="7074000" cy="502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FD06B3-37E0-4C93-9CA4-D5CEF6705D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0320" y="1452240"/>
                <a:ext cx="7092720" cy="504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3558423"/>
      </p:ext>
    </p:extLst>
  </p:cSld>
  <p:clrMapOvr>
    <a:masterClrMapping/>
  </p:clrMapOvr>
  <p:transition>
    <p:fade thruBlk="1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79"/>
          <p:cNvSpPr txBox="1">
            <a:spLocks noGrp="1"/>
          </p:cNvSpPr>
          <p:nvPr>
            <p:ph type="title"/>
          </p:nvPr>
        </p:nvSpPr>
        <p:spPr>
          <a:xfrm>
            <a:off x="1181665" y="1052385"/>
            <a:ext cx="5610699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S</a:t>
            </a:r>
            <a:r>
              <a:rPr lang="en-US" b="1" cap="small" dirty="0">
                <a:solidFill>
                  <a:srgbClr val="FFFFFF"/>
                </a:solidFill>
              </a:rPr>
              <a:t>etup</a:t>
            </a:r>
            <a:endParaRPr b="1" dirty="0"/>
          </a:p>
        </p:txBody>
      </p:sp>
      <p:pic>
        <p:nvPicPr>
          <p:cNvPr id="1535" name="Google Shape;153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285" y="1052384"/>
            <a:ext cx="7135307" cy="42602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376844"/>
      </p:ext>
    </p:extLst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80"/>
          <p:cNvSpPr txBox="1">
            <a:spLocks noGrp="1"/>
          </p:cNvSpPr>
          <p:nvPr>
            <p:ph type="title"/>
          </p:nvPr>
        </p:nvSpPr>
        <p:spPr>
          <a:xfrm>
            <a:off x="0" y="246899"/>
            <a:ext cx="7598664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D</a:t>
            </a:r>
            <a:r>
              <a:rPr lang="en-US" b="1" cap="small" dirty="0">
                <a:solidFill>
                  <a:srgbClr val="FFFFFF"/>
                </a:solidFill>
              </a:rPr>
              <a:t>ata</a:t>
            </a:r>
            <a:r>
              <a:rPr lang="en-US" b="1" dirty="0">
                <a:solidFill>
                  <a:srgbClr val="FFFFFF"/>
                </a:solidFill>
              </a:rPr>
              <a:t> R</a:t>
            </a:r>
            <a:r>
              <a:rPr lang="en-US" b="1" cap="small" dirty="0">
                <a:solidFill>
                  <a:srgbClr val="FFFFFF"/>
                </a:solidFill>
              </a:rPr>
              <a:t>epresentation</a:t>
            </a:r>
            <a:endParaRPr b="1" dirty="0"/>
          </a:p>
        </p:txBody>
      </p:sp>
      <p:pic>
        <p:nvPicPr>
          <p:cNvPr id="1548" name="Google Shape;154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72" y="1024129"/>
            <a:ext cx="7790688" cy="3648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2567134"/>
      </p:ext>
    </p:extLst>
  </p:cSld>
  <p:clrMapOvr>
    <a:masterClrMapping/>
  </p:clrMapOvr>
  <p:transition>
    <p:fade thruBlk="1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81"/>
          <p:cNvSpPr txBox="1">
            <a:spLocks noGrp="1"/>
          </p:cNvSpPr>
          <p:nvPr>
            <p:ph type="title"/>
          </p:nvPr>
        </p:nvSpPr>
        <p:spPr>
          <a:xfrm>
            <a:off x="369387" y="443358"/>
            <a:ext cx="5787243" cy="29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sz="1800" b="1" dirty="0">
                <a:solidFill>
                  <a:srgbClr val="FFFFFF"/>
                </a:solidFill>
              </a:rPr>
              <a:t>N</a:t>
            </a:r>
            <a:r>
              <a:rPr lang="en-US" sz="1800" b="1" cap="small" dirty="0">
                <a:solidFill>
                  <a:srgbClr val="FFFFFF"/>
                </a:solidFill>
              </a:rPr>
              <a:t>umerical</a:t>
            </a:r>
            <a:r>
              <a:rPr lang="en-US" sz="1800" b="1" dirty="0">
                <a:solidFill>
                  <a:srgbClr val="FFFFFF"/>
                </a:solidFill>
              </a:rPr>
              <a:t> E</a:t>
            </a:r>
            <a:r>
              <a:rPr lang="en-US" sz="1800" b="1" cap="small" dirty="0">
                <a:solidFill>
                  <a:srgbClr val="FFFFFF"/>
                </a:solidFill>
              </a:rPr>
              <a:t>xample</a:t>
            </a:r>
            <a:r>
              <a:rPr lang="en-US" sz="1800" b="1" dirty="0">
                <a:solidFill>
                  <a:srgbClr val="FFFFFF"/>
                </a:solidFill>
              </a:rPr>
              <a:t>: F</a:t>
            </a:r>
            <a:r>
              <a:rPr lang="en-US" sz="1800" b="1" cap="small" dirty="0">
                <a:solidFill>
                  <a:srgbClr val="FFFFFF"/>
                </a:solidFill>
              </a:rPr>
              <a:t>irst</a:t>
            </a:r>
            <a:r>
              <a:rPr lang="en-US" sz="1800" b="1" dirty="0">
                <a:solidFill>
                  <a:srgbClr val="FFFFFF"/>
                </a:solidFill>
              </a:rPr>
              <a:t> M</a:t>
            </a:r>
            <a:r>
              <a:rPr lang="en-US" sz="1800" b="1" cap="small" dirty="0">
                <a:solidFill>
                  <a:srgbClr val="FFFFFF"/>
                </a:solidFill>
              </a:rPr>
              <a:t>ini</a:t>
            </a:r>
            <a:r>
              <a:rPr lang="en-US" sz="1800" b="1" dirty="0">
                <a:solidFill>
                  <a:srgbClr val="FFFFFF"/>
                </a:solidFill>
              </a:rPr>
              <a:t>-</a:t>
            </a:r>
            <a:r>
              <a:rPr lang="en-US" sz="1800" b="1" cap="small" dirty="0">
                <a:solidFill>
                  <a:srgbClr val="FFFFFF"/>
                </a:solidFill>
              </a:rPr>
              <a:t>batch</a:t>
            </a:r>
            <a:r>
              <a:rPr lang="en-US" sz="1800" b="1" dirty="0">
                <a:solidFill>
                  <a:srgbClr val="FFFFFF"/>
                </a:solidFill>
              </a:rPr>
              <a:t> (E</a:t>
            </a:r>
            <a:r>
              <a:rPr lang="en-US" sz="1800" b="1" cap="small" dirty="0">
                <a:solidFill>
                  <a:srgbClr val="FFFFFF"/>
                </a:solidFill>
              </a:rPr>
              <a:t>xamples</a:t>
            </a:r>
            <a:endParaRPr sz="1800" b="1" dirty="0"/>
          </a:p>
        </p:txBody>
      </p:sp>
      <p:pic>
        <p:nvPicPr>
          <p:cNvPr id="1561" name="Google Shape;156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32" y="1097077"/>
            <a:ext cx="7927847" cy="3858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560703"/>
      </p:ext>
    </p:extLst>
  </p:cSld>
  <p:clrMapOvr>
    <a:masterClrMapping/>
  </p:clrMapOvr>
  <p:transition>
    <p:fade thruBlk="1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82"/>
          <p:cNvSpPr txBox="1">
            <a:spLocks noGrp="1"/>
          </p:cNvSpPr>
          <p:nvPr>
            <p:ph type="title"/>
          </p:nvPr>
        </p:nvSpPr>
        <p:spPr>
          <a:xfrm>
            <a:off x="0" y="196745"/>
            <a:ext cx="7744968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S</a:t>
            </a:r>
            <a:r>
              <a:rPr lang="en-US" b="1" cap="small" dirty="0">
                <a:solidFill>
                  <a:srgbClr val="FFFFFF"/>
                </a:solidFill>
              </a:rPr>
              <a:t>oftmax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omputation</a:t>
            </a:r>
            <a:endParaRPr b="1" dirty="0"/>
          </a:p>
        </p:txBody>
      </p:sp>
      <p:pic>
        <p:nvPicPr>
          <p:cNvPr id="1574" name="Google Shape;157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656" y="1101512"/>
            <a:ext cx="7598664" cy="3625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396240"/>
      </p:ext>
    </p:extLst>
  </p:cSld>
  <p:clrMapOvr>
    <a:masterClrMapping/>
  </p:clrMapOvr>
  <p:transition>
    <p:fade thruBlk="1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83"/>
          <p:cNvSpPr txBox="1">
            <a:spLocks noGrp="1"/>
          </p:cNvSpPr>
          <p:nvPr>
            <p:ph type="title"/>
          </p:nvPr>
        </p:nvSpPr>
        <p:spPr>
          <a:xfrm>
            <a:off x="84386" y="112362"/>
            <a:ext cx="7880038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G</a:t>
            </a:r>
            <a:r>
              <a:rPr lang="en-US" b="1" cap="small" dirty="0">
                <a:solidFill>
                  <a:srgbClr val="FFFFFF"/>
                </a:solidFill>
              </a:rPr>
              <a:t>radient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and</a:t>
            </a:r>
            <a:r>
              <a:rPr lang="en-US" b="1" dirty="0">
                <a:solidFill>
                  <a:srgbClr val="FFFFFF"/>
                </a:solidFill>
              </a:rPr>
              <a:t> U</a:t>
            </a:r>
            <a:r>
              <a:rPr lang="en-US" b="1" cap="small" dirty="0">
                <a:solidFill>
                  <a:srgbClr val="FFFFFF"/>
                </a:solidFill>
              </a:rPr>
              <a:t>pdate</a:t>
            </a:r>
            <a:endParaRPr b="1" dirty="0"/>
          </a:p>
        </p:txBody>
      </p:sp>
      <p:pic>
        <p:nvPicPr>
          <p:cNvPr id="1587" name="Google Shape;158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08" y="1021029"/>
            <a:ext cx="7662672" cy="3898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5016188"/>
      </p:ext>
    </p:extLst>
  </p:cSld>
  <p:clrMapOvr>
    <a:masterClrMapping/>
  </p:clrMapOvr>
  <p:transition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84"/>
          <p:cNvSpPr txBox="1">
            <a:spLocks noGrp="1"/>
          </p:cNvSpPr>
          <p:nvPr>
            <p:ph type="title"/>
          </p:nvPr>
        </p:nvSpPr>
        <p:spPr>
          <a:xfrm>
            <a:off x="76776" y="205886"/>
            <a:ext cx="7787063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W</a:t>
            </a:r>
            <a:r>
              <a:rPr lang="en-US" b="1" cap="small" dirty="0">
                <a:solidFill>
                  <a:srgbClr val="FFFFFF"/>
                </a:solidFill>
              </a:rPr>
              <a:t>eight</a:t>
            </a:r>
            <a:r>
              <a:rPr lang="en-US" b="1" dirty="0">
                <a:solidFill>
                  <a:srgbClr val="FFFFFF"/>
                </a:solidFill>
              </a:rPr>
              <a:t> U</a:t>
            </a:r>
            <a:r>
              <a:rPr lang="en-US" b="1" cap="small" dirty="0">
                <a:solidFill>
                  <a:srgbClr val="FFFFFF"/>
                </a:solidFill>
              </a:rPr>
              <a:t>pdate</a:t>
            </a:r>
            <a:endParaRPr b="1" dirty="0"/>
          </a:p>
        </p:txBody>
      </p:sp>
      <p:pic>
        <p:nvPicPr>
          <p:cNvPr id="1600" name="Google Shape;160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1037582"/>
            <a:ext cx="7562087" cy="4439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712430"/>
      </p:ext>
    </p:extLst>
  </p:cSld>
  <p:clrMapOvr>
    <a:masterClrMapping/>
  </p:clrMapOvr>
  <p:transition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88"/>
          <p:cNvSpPr txBox="1">
            <a:spLocks noGrp="1"/>
          </p:cNvSpPr>
          <p:nvPr>
            <p:ph type="title"/>
          </p:nvPr>
        </p:nvSpPr>
        <p:spPr>
          <a:xfrm>
            <a:off x="277947" y="276956"/>
            <a:ext cx="5468109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I</a:t>
            </a:r>
            <a:r>
              <a:rPr lang="en-US" b="1" cap="small" dirty="0">
                <a:solidFill>
                  <a:srgbClr val="FFFFFF"/>
                </a:solidFill>
              </a:rPr>
              <a:t>nference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endParaRPr b="1" dirty="0"/>
          </a:p>
        </p:txBody>
      </p:sp>
      <p:pic>
        <p:nvPicPr>
          <p:cNvPr id="1673" name="Google Shape;167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651" y="1024921"/>
            <a:ext cx="6711061" cy="5348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144748"/>
      </p:ext>
    </p:extLst>
  </p:cSld>
  <p:clrMapOvr>
    <a:masterClrMapping/>
  </p:clrMapOvr>
  <p:transition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"/>
          <p:cNvSpPr txBox="1">
            <a:spLocks noGrp="1"/>
          </p:cNvSpPr>
          <p:nvPr>
            <p:ph type="title"/>
          </p:nvPr>
        </p:nvSpPr>
        <p:spPr>
          <a:xfrm>
            <a:off x="0" y="181391"/>
            <a:ext cx="7836407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cap="small" dirty="0">
                <a:solidFill>
                  <a:schemeClr val="bg1"/>
                </a:solidFill>
              </a:rPr>
              <a:t>eep</a:t>
            </a:r>
            <a:r>
              <a:rPr lang="en-US" dirty="0">
                <a:solidFill>
                  <a:schemeClr val="bg1"/>
                </a:solidFill>
              </a:rPr>
              <a:t> F</a:t>
            </a:r>
            <a:r>
              <a:rPr lang="en-US" cap="small" dirty="0">
                <a:solidFill>
                  <a:schemeClr val="bg1"/>
                </a:solidFill>
              </a:rPr>
              <a:t>eed</a:t>
            </a:r>
            <a:r>
              <a:rPr lang="en-US" dirty="0">
                <a:solidFill>
                  <a:schemeClr val="bg1"/>
                </a:solidFill>
              </a:rPr>
              <a:t>-F</a:t>
            </a:r>
            <a:r>
              <a:rPr lang="en-US" cap="small" dirty="0">
                <a:solidFill>
                  <a:schemeClr val="bg1"/>
                </a:solidFill>
              </a:rPr>
              <a:t>orward</a:t>
            </a:r>
            <a:r>
              <a:rPr lang="en-US" dirty="0">
                <a:solidFill>
                  <a:schemeClr val="bg1"/>
                </a:solidFill>
              </a:rPr>
              <a:t> N</a:t>
            </a:r>
            <a:r>
              <a:rPr lang="en-US" cap="small" dirty="0">
                <a:solidFill>
                  <a:schemeClr val="bg1"/>
                </a:solidFill>
              </a:rPr>
              <a:t>eural</a:t>
            </a:r>
            <a:r>
              <a:rPr lang="en-US" dirty="0">
                <a:solidFill>
                  <a:schemeClr val="bg1"/>
                </a:solidFill>
              </a:rPr>
              <a:t> N</a:t>
            </a:r>
            <a:r>
              <a:rPr lang="en-US" cap="small" dirty="0">
                <a:solidFill>
                  <a:schemeClr val="bg1"/>
                </a:solidFill>
              </a:rPr>
              <a:t>etwork</a:t>
            </a:r>
            <a:r>
              <a:rPr lang="en-US" dirty="0">
                <a:solidFill>
                  <a:schemeClr val="bg1"/>
                </a:solidFill>
              </a:rPr>
              <a:t> (DFNN)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417" name="Google Shape;417;p15"/>
          <p:cNvGrpSpPr/>
          <p:nvPr/>
        </p:nvGrpSpPr>
        <p:grpSpPr>
          <a:xfrm>
            <a:off x="1510764" y="2333925"/>
            <a:ext cx="6176061" cy="798869"/>
            <a:chOff x="309193" y="701750"/>
            <a:chExt cx="5192466" cy="671641"/>
          </a:xfrm>
        </p:grpSpPr>
        <p:sp>
          <p:nvSpPr>
            <p:cNvPr id="418" name="Google Shape;418;p15"/>
            <p:cNvSpPr/>
            <p:nvPr/>
          </p:nvSpPr>
          <p:spPr>
            <a:xfrm>
              <a:off x="309193" y="70175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pic>
          <p:nvPicPr>
            <p:cNvPr id="419" name="Google Shape;41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9598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7179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9090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745985"/>
              <a:ext cx="50800" cy="525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15"/>
            <p:cNvSpPr/>
            <p:nvPr/>
          </p:nvSpPr>
          <p:spPr>
            <a:xfrm>
              <a:off x="309193" y="940263"/>
              <a:ext cx="5142230" cy="382905"/>
            </a:xfrm>
            <a:custGeom>
              <a:avLst/>
              <a:gdLst/>
              <a:ahLst/>
              <a:cxnLst/>
              <a:rect l="l" t="t" r="r" b="b"/>
              <a:pathLst>
                <a:path w="5142230" h="38290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527"/>
                  </a:lnTo>
                  <a:lnTo>
                    <a:pt x="4008" y="351251"/>
                  </a:lnTo>
                  <a:lnTo>
                    <a:pt x="14922" y="367404"/>
                  </a:lnTo>
                  <a:lnTo>
                    <a:pt x="31075" y="378318"/>
                  </a:lnTo>
                  <a:lnTo>
                    <a:pt x="50800" y="382327"/>
                  </a:lnTo>
                  <a:lnTo>
                    <a:pt x="5090865" y="382327"/>
                  </a:lnTo>
                  <a:lnTo>
                    <a:pt x="5110590" y="378318"/>
                  </a:lnTo>
                  <a:lnTo>
                    <a:pt x="5126743" y="367404"/>
                  </a:lnTo>
                  <a:lnTo>
                    <a:pt x="5137657" y="351251"/>
                  </a:lnTo>
                  <a:lnTo>
                    <a:pt x="5141666" y="33152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5450859" y="784082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w="120000" h="507365" extrusionOk="0">
                  <a:moveTo>
                    <a:pt x="0" y="50675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5450859" y="7713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5450859" y="7586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5450859" y="7459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5450859" y="72693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</p:grpSp>
      <p:sp>
        <p:nvSpPr>
          <p:cNvPr id="429" name="Google Shape;429;p15"/>
          <p:cNvSpPr txBox="1"/>
          <p:nvPr/>
        </p:nvSpPr>
        <p:spPr>
          <a:xfrm>
            <a:off x="1556082" y="2252907"/>
            <a:ext cx="5894255" cy="123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683" rIns="0" bIns="0" anchor="t" anchorCtr="0">
            <a:spAutoFit/>
          </a:bodyPr>
          <a:lstStyle/>
          <a:p>
            <a:pPr marL="15106" defTabSz="1087610"/>
            <a:r>
              <a:rPr lang="en-US" sz="1665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665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665" dirty="0">
              <a:latin typeface="Calibri"/>
              <a:ea typeface="Calibri"/>
              <a:cs typeface="Calibri"/>
              <a:sym typeface="Calibri"/>
            </a:endParaRPr>
          </a:p>
          <a:p>
            <a:pPr marL="15106" marR="6042" defTabSz="1087610">
              <a:lnSpc>
                <a:spcPct val="114700"/>
              </a:lnSpc>
              <a:spcBef>
                <a:spcPts val="71"/>
              </a:spcBef>
            </a:pPr>
            <a:r>
              <a:rPr lang="en-US" sz="1249" dirty="0"/>
              <a:t>A DFNN is a neural network with one or more </a:t>
            </a:r>
            <a:r>
              <a:rPr lang="en-US" sz="1249" dirty="0">
                <a:solidFill>
                  <a:srgbClr val="1B1472"/>
                </a:solidFill>
              </a:rPr>
              <a:t>hidden layers </a:t>
            </a:r>
            <a:r>
              <a:rPr lang="en-US" sz="1249" dirty="0"/>
              <a:t>between input and output layers, where information flows forward through non-linear transformations.</a:t>
            </a:r>
            <a:endParaRPr sz="1249" dirty="0"/>
          </a:p>
          <a:p>
            <a:pPr defTabSz="1087610">
              <a:spcBef>
                <a:spcPts val="631"/>
              </a:spcBef>
            </a:pPr>
            <a:endParaRPr sz="1249" dirty="0"/>
          </a:p>
          <a:p>
            <a:pPr marL="15106" defTabSz="1087610"/>
            <a:r>
              <a:rPr lang="en-US" sz="1249" dirty="0">
                <a:solidFill>
                  <a:srgbClr val="1B1472"/>
                </a:solidFill>
              </a:rPr>
              <a:t>Complete system requires four components:</a:t>
            </a:r>
            <a:endParaRPr sz="1249" dirty="0"/>
          </a:p>
        </p:txBody>
      </p:sp>
      <p:sp>
        <p:nvSpPr>
          <p:cNvPr id="435" name="Google Shape;435;p15"/>
          <p:cNvSpPr txBox="1"/>
          <p:nvPr/>
        </p:nvSpPr>
        <p:spPr>
          <a:xfrm>
            <a:off x="1718620" y="4092194"/>
            <a:ext cx="80060" cy="1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7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1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 txBox="1"/>
          <p:nvPr/>
        </p:nvSpPr>
        <p:spPr>
          <a:xfrm>
            <a:off x="1718620" y="4355562"/>
            <a:ext cx="80060" cy="1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7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1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 txBox="1"/>
          <p:nvPr/>
        </p:nvSpPr>
        <p:spPr>
          <a:xfrm>
            <a:off x="1909736" y="3453862"/>
            <a:ext cx="5540600" cy="107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858" rIns="0" bIns="0" anchor="t" anchorCtr="0">
            <a:spAutoFit/>
          </a:bodyPr>
          <a:lstStyle/>
          <a:p>
            <a:pPr marL="229418" indent="-214313" defTabSz="1087610">
              <a:buFont typeface="Courier New" panose="02070309020205020404" pitchFamily="49" charset="0"/>
              <a:buChar char="o"/>
            </a:pPr>
            <a:r>
              <a:rPr lang="en-US" sz="1249" dirty="0">
                <a:solidFill>
                  <a:srgbClr val="1B1472"/>
                </a:solidFill>
              </a:rPr>
              <a:t>Data: </a:t>
            </a:r>
            <a:r>
              <a:rPr lang="en-US" sz="1249" dirty="0"/>
              <a:t>Input features and target outputs</a:t>
            </a:r>
            <a:endParaRPr sz="1249" dirty="0"/>
          </a:p>
          <a:p>
            <a:pPr marL="229418" marR="181268" indent="-214313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249" dirty="0">
                <a:solidFill>
                  <a:srgbClr val="1B1472"/>
                </a:solidFill>
              </a:rPr>
              <a:t>Model: </a:t>
            </a:r>
            <a:r>
              <a:rPr lang="en-US" sz="1249" dirty="0"/>
              <a:t>Multi-layer architecture with non-linear activations </a:t>
            </a:r>
          </a:p>
          <a:p>
            <a:pPr marL="229418" marR="181268" indent="-214313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249" dirty="0">
                <a:solidFill>
                  <a:srgbClr val="1B1472"/>
                </a:solidFill>
              </a:rPr>
              <a:t>Objective Function: </a:t>
            </a:r>
            <a:r>
              <a:rPr lang="en-US" sz="1249" dirty="0"/>
              <a:t>Loss function to minimize</a:t>
            </a:r>
            <a:endParaRPr sz="1249" dirty="0"/>
          </a:p>
          <a:p>
            <a:pPr marL="229418" indent="-214313" defTabSz="1087610">
              <a:spcBef>
                <a:spcPts val="576"/>
              </a:spcBef>
              <a:buFont typeface="Courier New" panose="02070309020205020404" pitchFamily="49" charset="0"/>
              <a:buChar char="o"/>
            </a:pPr>
            <a:r>
              <a:rPr lang="en-US" sz="1249" dirty="0">
                <a:solidFill>
                  <a:srgbClr val="1B1472"/>
                </a:solidFill>
              </a:rPr>
              <a:t>Learning Algorithm: </a:t>
            </a:r>
            <a:r>
              <a:rPr lang="en-US" sz="1249" dirty="0"/>
              <a:t>Backpropagation with gradient descent</a:t>
            </a:r>
            <a:endParaRPr sz="1249" dirty="0"/>
          </a:p>
        </p:txBody>
      </p:sp>
      <p:sp>
        <p:nvSpPr>
          <p:cNvPr id="446" name="Google Shape;446;p15"/>
          <p:cNvSpPr txBox="1"/>
          <p:nvPr/>
        </p:nvSpPr>
        <p:spPr>
          <a:xfrm>
            <a:off x="1556082" y="4661285"/>
            <a:ext cx="6025675" cy="2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249">
                <a:solidFill>
                  <a:srgbClr val="EC2027"/>
                </a:solidFill>
              </a:rPr>
              <a:t>This is the same framework as linear models, but with added depth and non-linearity!</a:t>
            </a:r>
            <a:endParaRPr sz="1249"/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>
            <a:spLocks noGrp="1"/>
          </p:cNvSpPr>
          <p:nvPr>
            <p:ph type="title"/>
          </p:nvPr>
        </p:nvSpPr>
        <p:spPr>
          <a:xfrm>
            <a:off x="533977" y="361635"/>
            <a:ext cx="5416114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DFNN A</a:t>
            </a:r>
            <a:r>
              <a:rPr lang="en-US" b="1" cap="small" dirty="0">
                <a:solidFill>
                  <a:srgbClr val="FFFFFF"/>
                </a:solidFill>
              </a:rPr>
              <a:t>rchitecture</a:t>
            </a:r>
            <a:endParaRPr b="1" dirty="0"/>
          </a:p>
        </p:txBody>
      </p:sp>
      <p:pic>
        <p:nvPicPr>
          <p:cNvPr id="490" name="Google Shape;4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096" y="1161488"/>
            <a:ext cx="7306056" cy="42334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6F3225-53AC-4940-9483-E618BB727631}"/>
                  </a:ext>
                </a:extLst>
              </p14:cNvPr>
              <p14:cNvContentPartPr/>
              <p14:nvPr/>
            </p14:nvContentPartPr>
            <p14:xfrm>
              <a:off x="476280" y="1114560"/>
              <a:ext cx="8466120" cy="539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6F3225-53AC-4940-9483-E618BB7276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6920" y="1105200"/>
                <a:ext cx="8484840" cy="54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"/>
          <p:cNvSpPr txBox="1">
            <a:spLocks noGrp="1"/>
          </p:cNvSpPr>
          <p:nvPr>
            <p:ph type="title"/>
          </p:nvPr>
        </p:nvSpPr>
        <p:spPr>
          <a:xfrm>
            <a:off x="186506" y="294128"/>
            <a:ext cx="5394935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L</a:t>
            </a:r>
            <a:r>
              <a:rPr lang="en-US" b="1" cap="small" dirty="0">
                <a:solidFill>
                  <a:srgbClr val="FFFFFF"/>
                </a:solidFill>
              </a:rPr>
              <a:t>ayer</a:t>
            </a:r>
            <a:r>
              <a:rPr lang="en-US" b="1" dirty="0">
                <a:solidFill>
                  <a:srgbClr val="FFFFFF"/>
                </a:solidFill>
              </a:rPr>
              <a:t>-</a:t>
            </a:r>
            <a:r>
              <a:rPr lang="en-US" b="1" cap="small" dirty="0">
                <a:solidFill>
                  <a:srgbClr val="FFFFFF"/>
                </a:solidFill>
              </a:rPr>
              <a:t>wise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omputation</a:t>
            </a:r>
            <a:endParaRPr b="1" dirty="0"/>
          </a:p>
        </p:txBody>
      </p:sp>
      <p:pic>
        <p:nvPicPr>
          <p:cNvPr id="503" name="Google Shape;5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16" y="1243584"/>
            <a:ext cx="7242047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 txBox="1">
            <a:spLocks noGrp="1"/>
          </p:cNvSpPr>
          <p:nvPr>
            <p:ph type="title"/>
          </p:nvPr>
        </p:nvSpPr>
        <p:spPr>
          <a:xfrm>
            <a:off x="0" y="193640"/>
            <a:ext cx="7351776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T</a:t>
            </a:r>
            <a:r>
              <a:rPr lang="en-US" b="1" cap="small" dirty="0">
                <a:solidFill>
                  <a:srgbClr val="FFFFFF"/>
                </a:solidFill>
              </a:rPr>
              <a:t>otal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arameters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in</a:t>
            </a:r>
            <a:r>
              <a:rPr lang="en-US" b="1" dirty="0">
                <a:solidFill>
                  <a:srgbClr val="FFFFFF"/>
                </a:solidFill>
              </a:rPr>
              <a:t> N</a:t>
            </a:r>
            <a:r>
              <a:rPr lang="en-US" b="1" cap="small" dirty="0">
                <a:solidFill>
                  <a:srgbClr val="FFFFFF"/>
                </a:solidFill>
              </a:rPr>
              <a:t>etwork</a:t>
            </a:r>
            <a:endParaRPr b="1" dirty="0"/>
          </a:p>
        </p:txBody>
      </p:sp>
      <p:pic>
        <p:nvPicPr>
          <p:cNvPr id="529" name="Google Shape;5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075" y="1032348"/>
            <a:ext cx="6215975" cy="382297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C21EB7-2A6F-4B7A-821D-640CCDA74BA4}"/>
                  </a:ext>
                </a:extLst>
              </p14:cNvPr>
              <p14:cNvContentPartPr/>
              <p14:nvPr/>
            </p14:nvContentPartPr>
            <p14:xfrm>
              <a:off x="350280" y="2577240"/>
              <a:ext cx="7422840" cy="403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C21EB7-2A6F-4B7A-821D-640CCDA74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920" y="2567880"/>
                <a:ext cx="7441560" cy="405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4"/>
          <p:cNvSpPr txBox="1">
            <a:spLocks noGrp="1"/>
          </p:cNvSpPr>
          <p:nvPr>
            <p:ph type="title"/>
          </p:nvPr>
        </p:nvSpPr>
        <p:spPr>
          <a:xfrm>
            <a:off x="362779" y="350838"/>
            <a:ext cx="6307397" cy="38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sz="2400" b="1" dirty="0">
                <a:solidFill>
                  <a:srgbClr val="FFFFFF"/>
                </a:solidFill>
              </a:rPr>
              <a:t>N</a:t>
            </a:r>
            <a:r>
              <a:rPr lang="en-US" sz="2400" b="1" cap="small" dirty="0">
                <a:solidFill>
                  <a:srgbClr val="FFFFFF"/>
                </a:solidFill>
              </a:rPr>
              <a:t>etwork</a:t>
            </a:r>
            <a:r>
              <a:rPr lang="en-US" sz="2400" b="1" dirty="0">
                <a:solidFill>
                  <a:srgbClr val="FFFFFF"/>
                </a:solidFill>
              </a:rPr>
              <a:t> D</a:t>
            </a:r>
            <a:r>
              <a:rPr lang="en-US" sz="2400" b="1" cap="small" dirty="0">
                <a:solidFill>
                  <a:srgbClr val="FFFFFF"/>
                </a:solidFill>
              </a:rPr>
              <a:t>epth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cap="small" dirty="0">
                <a:solidFill>
                  <a:srgbClr val="FFFFFF"/>
                </a:solidFill>
              </a:rPr>
              <a:t>vs</a:t>
            </a:r>
            <a:r>
              <a:rPr lang="en-US" sz="2400" b="1" dirty="0">
                <a:solidFill>
                  <a:srgbClr val="FFFFFF"/>
                </a:solidFill>
              </a:rPr>
              <a:t> W</a:t>
            </a:r>
            <a:r>
              <a:rPr lang="en-US" sz="2400" b="1" cap="small" dirty="0">
                <a:solidFill>
                  <a:srgbClr val="FFFFFF"/>
                </a:solidFill>
              </a:rPr>
              <a:t>idth</a:t>
            </a:r>
            <a:endParaRPr sz="2400" b="1" dirty="0"/>
          </a:p>
        </p:txBody>
      </p:sp>
      <p:grpSp>
        <p:nvGrpSpPr>
          <p:cNvPr id="893" name="Google Shape;893;p44"/>
          <p:cNvGrpSpPr/>
          <p:nvPr/>
        </p:nvGrpSpPr>
        <p:grpSpPr>
          <a:xfrm>
            <a:off x="2283256" y="3044469"/>
            <a:ext cx="1453340" cy="337322"/>
            <a:chOff x="958660" y="1299134"/>
            <a:chExt cx="1221882" cy="283600"/>
          </a:xfrm>
        </p:grpSpPr>
        <p:pic>
          <p:nvPicPr>
            <p:cNvPr id="894" name="Google Shape;894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866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5" name="Google Shape;895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7865" y="1299134"/>
              <a:ext cx="185063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7707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36275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8" name="Google Shape;898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9548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44"/>
            <p:cNvSpPr/>
            <p:nvPr/>
          </p:nvSpPr>
          <p:spPr>
            <a:xfrm>
              <a:off x="986389" y="1542868"/>
              <a:ext cx="1134745" cy="0"/>
            </a:xfrm>
            <a:custGeom>
              <a:avLst/>
              <a:gdLst/>
              <a:ahLst/>
              <a:cxnLst/>
              <a:rect l="l" t="t" r="r" b="b"/>
              <a:pathLst>
                <a:path w="1134745" h="120000" extrusionOk="0">
                  <a:moveTo>
                    <a:pt x="0" y="0"/>
                  </a:moveTo>
                  <a:lnTo>
                    <a:pt x="113470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2093763" y="150335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</p:grpSp>
      <p:sp>
        <p:nvSpPr>
          <p:cNvPr id="901" name="Google Shape;901;p44"/>
          <p:cNvSpPr txBox="1"/>
          <p:nvPr/>
        </p:nvSpPr>
        <p:spPr>
          <a:xfrm>
            <a:off x="2852484" y="3349391"/>
            <a:ext cx="289274" cy="145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66" rIns="0" bIns="0" anchor="t" anchorCtr="0">
            <a:spAutoFit/>
          </a:bodyPr>
          <a:lstStyle/>
          <a:p>
            <a:pPr marL="15106" defTabSz="1087610"/>
            <a:r>
              <a:rPr lang="en-US" sz="832"/>
              <a:t>Deep</a:t>
            </a:r>
            <a:endParaRPr sz="832"/>
          </a:p>
        </p:txBody>
      </p:sp>
      <p:sp>
        <p:nvSpPr>
          <p:cNvPr id="906" name="Google Shape;906;p44"/>
          <p:cNvSpPr txBox="1"/>
          <p:nvPr/>
        </p:nvSpPr>
        <p:spPr>
          <a:xfrm>
            <a:off x="2088672" y="3956889"/>
            <a:ext cx="2336317" cy="127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858" rIns="0" bIns="0" anchor="t" anchorCtr="0">
            <a:spAutoFit/>
          </a:bodyPr>
          <a:lstStyle/>
          <a:p>
            <a:pPr marL="15106" defTabSz="1087610"/>
            <a:r>
              <a:rPr lang="en-US" sz="15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Properties: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features</a:t>
            </a: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expressive</a:t>
            </a: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generalization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" name="Google Shape;907;p44"/>
          <p:cNvSpPr txBox="1"/>
          <p:nvPr/>
        </p:nvSpPr>
        <p:spPr>
          <a:xfrm>
            <a:off x="1556082" y="2136644"/>
            <a:ext cx="5189573" cy="791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89" rIns="0" bIns="0" anchor="t" anchorCtr="0">
            <a:spAutoFit/>
          </a:bodyPr>
          <a:lstStyle/>
          <a:p>
            <a:pPr marL="15106" defTabSz="1087610"/>
            <a:r>
              <a:rPr lang="en-US" sz="135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ways to increase model capacity: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132167" defTabSz="1087610">
              <a:spcBef>
                <a:spcPts val="506"/>
              </a:spcBef>
            </a:pPr>
            <a:r>
              <a:rPr lang="en-US" sz="135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Width (more units per layer):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106" defTabSz="1087610">
              <a:spcBef>
                <a:spcPts val="203"/>
              </a:spcBef>
            </a:pPr>
            <a:r>
              <a:rPr lang="en-US" sz="135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(more layers):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08" name="Google Shape;908;p44"/>
          <p:cNvGrpSpPr/>
          <p:nvPr/>
        </p:nvGrpSpPr>
        <p:grpSpPr>
          <a:xfrm>
            <a:off x="6115841" y="2830938"/>
            <a:ext cx="334290" cy="923172"/>
            <a:chOff x="4180869" y="1119610"/>
            <a:chExt cx="281051" cy="776148"/>
          </a:xfrm>
        </p:grpSpPr>
        <p:sp>
          <p:nvSpPr>
            <p:cNvPr id="909" name="Google Shape;909;p44"/>
            <p:cNvSpPr/>
            <p:nvPr/>
          </p:nvSpPr>
          <p:spPr>
            <a:xfrm>
              <a:off x="4281580" y="111961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0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0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0" name="Google Shape;910;p44"/>
            <p:cNvSpPr/>
            <p:nvPr/>
          </p:nvSpPr>
          <p:spPr>
            <a:xfrm>
              <a:off x="4281580" y="111961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180001" y="90000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0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1" name="Google Shape;911;p44"/>
            <p:cNvSpPr/>
            <p:nvPr/>
          </p:nvSpPr>
          <p:spPr>
            <a:xfrm>
              <a:off x="4281580" y="131401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2" name="Google Shape;912;p44"/>
            <p:cNvSpPr/>
            <p:nvPr/>
          </p:nvSpPr>
          <p:spPr>
            <a:xfrm>
              <a:off x="4281580" y="131401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3" name="Google Shape;913;p44"/>
            <p:cNvSpPr/>
            <p:nvPr/>
          </p:nvSpPr>
          <p:spPr>
            <a:xfrm>
              <a:off x="4281580" y="150841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4" name="Google Shape;914;p44"/>
            <p:cNvSpPr/>
            <p:nvPr/>
          </p:nvSpPr>
          <p:spPr>
            <a:xfrm>
              <a:off x="4281580" y="150841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5" name="Google Shape;915;p44"/>
            <p:cNvSpPr/>
            <p:nvPr/>
          </p:nvSpPr>
          <p:spPr>
            <a:xfrm>
              <a:off x="4281580" y="170281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6" name="Google Shape;916;p44"/>
            <p:cNvSpPr/>
            <p:nvPr/>
          </p:nvSpPr>
          <p:spPr>
            <a:xfrm>
              <a:off x="4281580" y="170281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7" name="Google Shape;917;p44"/>
            <p:cNvSpPr/>
            <p:nvPr/>
          </p:nvSpPr>
          <p:spPr>
            <a:xfrm>
              <a:off x="4220378" y="1144809"/>
              <a:ext cx="0" cy="746125"/>
            </a:xfrm>
            <a:custGeom>
              <a:avLst/>
              <a:gdLst/>
              <a:ahLst/>
              <a:cxnLst/>
              <a:rect l="l" t="t" r="r" b="b"/>
              <a:pathLst>
                <a:path w="120000" h="746125" extrusionOk="0">
                  <a:moveTo>
                    <a:pt x="0" y="0"/>
                  </a:moveTo>
                  <a:lnTo>
                    <a:pt x="0" y="74589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18" name="Google Shape;918;p44"/>
            <p:cNvSpPr/>
            <p:nvPr/>
          </p:nvSpPr>
          <p:spPr>
            <a:xfrm>
              <a:off x="4180869" y="186337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</p:grpSp>
      <p:sp>
        <p:nvSpPr>
          <p:cNvPr id="919" name="Google Shape;919;p44"/>
          <p:cNvSpPr txBox="1"/>
          <p:nvPr/>
        </p:nvSpPr>
        <p:spPr>
          <a:xfrm>
            <a:off x="5840716" y="3225313"/>
            <a:ext cx="277190" cy="145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66" rIns="0" bIns="0" anchor="t" anchorCtr="0">
            <a:spAutoFit/>
          </a:bodyPr>
          <a:lstStyle/>
          <a:p>
            <a:pPr marL="15106" defTabSz="1087610"/>
            <a:r>
              <a:rPr lang="en-US" sz="832"/>
              <a:t>Wide</a:t>
            </a:r>
            <a:endParaRPr sz="832"/>
          </a:p>
        </p:txBody>
      </p:sp>
      <p:sp>
        <p:nvSpPr>
          <p:cNvPr id="924" name="Google Shape;924;p44"/>
          <p:cNvSpPr txBox="1"/>
          <p:nvPr/>
        </p:nvSpPr>
        <p:spPr>
          <a:xfrm>
            <a:off x="4719014" y="3903376"/>
            <a:ext cx="2665558" cy="126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858" rIns="0" bIns="0" anchor="t" anchorCtr="0">
            <a:spAutoFit/>
          </a:bodyPr>
          <a:lstStyle/>
          <a:p>
            <a:pPr marL="15106" defTabSz="1087610"/>
            <a:r>
              <a:rPr lang="en-US" sz="15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Properties: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parallel features</a:t>
            </a:r>
          </a:p>
          <a:p>
            <a:pPr marL="625754" marR="6042" indent="-257175" defTabSz="1087610">
              <a:lnSpc>
                <a:spcPct val="1384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capacity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5754" indent="-257175" defTabSz="1087610">
              <a:spcBef>
                <a:spcPts val="576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of overfitting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5"/>
          <p:cNvSpPr txBox="1">
            <a:spLocks noGrp="1"/>
          </p:cNvSpPr>
          <p:nvPr>
            <p:ph type="title"/>
          </p:nvPr>
        </p:nvSpPr>
        <p:spPr>
          <a:xfrm>
            <a:off x="259658" y="290635"/>
            <a:ext cx="5794599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W</a:t>
            </a:r>
            <a:r>
              <a:rPr lang="en-US" b="1" cap="small" dirty="0">
                <a:solidFill>
                  <a:srgbClr val="FFFFFF"/>
                </a:solidFill>
              </a:rPr>
              <a:t>hy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epth</a:t>
            </a:r>
            <a:r>
              <a:rPr lang="en-US" b="1" dirty="0">
                <a:solidFill>
                  <a:srgbClr val="FFFFFF"/>
                </a:solidFill>
              </a:rPr>
              <a:t> M</a:t>
            </a:r>
            <a:r>
              <a:rPr lang="en-US" b="1" cap="small" dirty="0">
                <a:solidFill>
                  <a:srgbClr val="FFFFFF"/>
                </a:solidFill>
              </a:rPr>
              <a:t>atters</a:t>
            </a:r>
            <a:r>
              <a:rPr lang="en-US" b="1" dirty="0">
                <a:solidFill>
                  <a:srgbClr val="FFFFFF"/>
                </a:solidFill>
              </a:rPr>
              <a:t>?</a:t>
            </a:r>
            <a:endParaRPr b="1" dirty="0"/>
          </a:p>
        </p:txBody>
      </p:sp>
      <p:sp>
        <p:nvSpPr>
          <p:cNvPr id="937" name="Google Shape;937;p45"/>
          <p:cNvSpPr txBox="1"/>
          <p:nvPr/>
        </p:nvSpPr>
        <p:spPr>
          <a:xfrm>
            <a:off x="1556082" y="2058901"/>
            <a:ext cx="3611024" cy="22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35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learn hierarchical representations:</a:t>
            </a:r>
            <a:endParaRPr sz="13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8" name="Google Shape;938;p45"/>
          <p:cNvSpPr txBox="1"/>
          <p:nvPr/>
        </p:nvSpPr>
        <p:spPr>
          <a:xfrm>
            <a:off x="2445807" y="2448340"/>
            <a:ext cx="2668427" cy="24637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3614" rIns="0" bIns="0" anchor="t" anchorCtr="0">
            <a:spAutoFit/>
          </a:bodyPr>
          <a:lstStyle/>
          <a:p>
            <a:pPr marL="53625" defTabSz="1087610"/>
            <a:r>
              <a:rPr lang="en-US" sz="1249" dirty="0"/>
              <a:t>Low-level features (edges, textures)</a:t>
            </a:r>
            <a:endParaRPr sz="1249" dirty="0"/>
          </a:p>
        </p:txBody>
      </p:sp>
      <p:sp>
        <p:nvSpPr>
          <p:cNvPr id="939" name="Google Shape;939;p45"/>
          <p:cNvSpPr txBox="1"/>
          <p:nvPr/>
        </p:nvSpPr>
        <p:spPr>
          <a:xfrm>
            <a:off x="2524799" y="3011029"/>
            <a:ext cx="2510572" cy="24790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5130" rIns="0" bIns="0" anchor="t" anchorCtr="0">
            <a:spAutoFit/>
          </a:bodyPr>
          <a:lstStyle/>
          <a:p>
            <a:pPr marL="53625" defTabSz="1087610"/>
            <a:r>
              <a:rPr lang="en-US" sz="1249"/>
              <a:t>Mid-level features (parts, shapes)</a:t>
            </a:r>
            <a:endParaRPr sz="1249"/>
          </a:p>
        </p:txBody>
      </p:sp>
      <p:sp>
        <p:nvSpPr>
          <p:cNvPr id="940" name="Google Shape;940;p45"/>
          <p:cNvSpPr txBox="1"/>
          <p:nvPr/>
        </p:nvSpPr>
        <p:spPr>
          <a:xfrm>
            <a:off x="2351864" y="3573748"/>
            <a:ext cx="2856493" cy="24637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3614" rIns="0" bIns="0" anchor="t" anchorCtr="0">
            <a:spAutoFit/>
          </a:bodyPr>
          <a:lstStyle/>
          <a:p>
            <a:pPr marL="53625" defTabSz="1087610"/>
            <a:r>
              <a:rPr lang="en-US" sz="1249"/>
              <a:t>High-level features (objects, concepts)</a:t>
            </a:r>
            <a:endParaRPr sz="1249"/>
          </a:p>
        </p:txBody>
      </p:sp>
      <p:grpSp>
        <p:nvGrpSpPr>
          <p:cNvPr id="941" name="Google Shape;941;p45"/>
          <p:cNvGrpSpPr/>
          <p:nvPr/>
        </p:nvGrpSpPr>
        <p:grpSpPr>
          <a:xfrm>
            <a:off x="3722048" y="2601454"/>
            <a:ext cx="3923679" cy="1132930"/>
            <a:chOff x="2168309" y="926673"/>
            <a:chExt cx="3298797" cy="952500"/>
          </a:xfrm>
        </p:grpSpPr>
        <p:sp>
          <p:nvSpPr>
            <p:cNvPr id="942" name="Google Shape;942;p45"/>
            <p:cNvSpPr/>
            <p:nvPr/>
          </p:nvSpPr>
          <p:spPr>
            <a:xfrm>
              <a:off x="2216961" y="108848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120000" h="165100" extrusionOk="0">
                  <a:moveTo>
                    <a:pt x="0" y="0"/>
                  </a:moveTo>
                  <a:lnTo>
                    <a:pt x="0" y="164836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2168309" y="1222449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4" extrusionOk="0">
                  <a:moveTo>
                    <a:pt x="97302" y="0"/>
                  </a:moveTo>
                  <a:lnTo>
                    <a:pt x="78183" y="6755"/>
                  </a:lnTo>
                  <a:lnTo>
                    <a:pt x="64158" y="15950"/>
                  </a:lnTo>
                  <a:lnTo>
                    <a:pt x="54542" y="26786"/>
                  </a:lnTo>
                  <a:lnTo>
                    <a:pt x="48651" y="38464"/>
                  </a:lnTo>
                  <a:lnTo>
                    <a:pt x="42760" y="26786"/>
                  </a:lnTo>
                  <a:lnTo>
                    <a:pt x="33143" y="15950"/>
                  </a:lnTo>
                  <a:lnTo>
                    <a:pt x="19118" y="6755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2216961" y="156158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120000" h="165100" extrusionOk="0">
                  <a:moveTo>
                    <a:pt x="0" y="0"/>
                  </a:moveTo>
                  <a:lnTo>
                    <a:pt x="0" y="164861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2168309" y="1695574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5" extrusionOk="0">
                  <a:moveTo>
                    <a:pt x="97302" y="0"/>
                  </a:moveTo>
                  <a:lnTo>
                    <a:pt x="78183" y="6755"/>
                  </a:lnTo>
                  <a:lnTo>
                    <a:pt x="64158" y="15950"/>
                  </a:lnTo>
                  <a:lnTo>
                    <a:pt x="54542" y="26786"/>
                  </a:lnTo>
                  <a:lnTo>
                    <a:pt x="48651" y="38464"/>
                  </a:lnTo>
                  <a:lnTo>
                    <a:pt x="42760" y="26786"/>
                  </a:lnTo>
                  <a:lnTo>
                    <a:pt x="33143" y="15950"/>
                  </a:lnTo>
                  <a:lnTo>
                    <a:pt x="19118" y="6755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3575442" y="926673"/>
              <a:ext cx="1891664" cy="952500"/>
            </a:xfrm>
            <a:custGeom>
              <a:avLst/>
              <a:gdLst/>
              <a:ahLst/>
              <a:cxnLst/>
              <a:rect l="l" t="t" r="r" b="b"/>
              <a:pathLst>
                <a:path w="1891664" h="952500" extrusionOk="0">
                  <a:moveTo>
                    <a:pt x="1840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901552"/>
                  </a:lnTo>
                  <a:lnTo>
                    <a:pt x="3977" y="921253"/>
                  </a:lnTo>
                  <a:lnTo>
                    <a:pt x="14823" y="937340"/>
                  </a:lnTo>
                  <a:lnTo>
                    <a:pt x="30910" y="948186"/>
                  </a:lnTo>
                  <a:lnTo>
                    <a:pt x="50610" y="952163"/>
                  </a:lnTo>
                  <a:lnTo>
                    <a:pt x="1840501" y="952163"/>
                  </a:lnTo>
                  <a:lnTo>
                    <a:pt x="1860201" y="948186"/>
                  </a:lnTo>
                  <a:lnTo>
                    <a:pt x="1876288" y="937340"/>
                  </a:lnTo>
                  <a:lnTo>
                    <a:pt x="1887134" y="921253"/>
                  </a:lnTo>
                  <a:lnTo>
                    <a:pt x="1891111" y="901552"/>
                  </a:lnTo>
                  <a:lnTo>
                    <a:pt x="1891111" y="50610"/>
                  </a:lnTo>
                  <a:lnTo>
                    <a:pt x="1887134" y="30910"/>
                  </a:lnTo>
                  <a:lnTo>
                    <a:pt x="1876288" y="14823"/>
                  </a:lnTo>
                  <a:lnTo>
                    <a:pt x="1860201" y="3977"/>
                  </a:lnTo>
                  <a:lnTo>
                    <a:pt x="1840501" y="0"/>
                  </a:lnTo>
                  <a:close/>
                </a:path>
              </a:pathLst>
            </a:custGeom>
            <a:solidFill>
              <a:srgbClr val="FEF4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3575442" y="926673"/>
              <a:ext cx="1891664" cy="952500"/>
            </a:xfrm>
            <a:custGeom>
              <a:avLst/>
              <a:gdLst/>
              <a:ahLst/>
              <a:cxnLst/>
              <a:rect l="l" t="t" r="r" b="b"/>
              <a:pathLst>
                <a:path w="1891664" h="952500" extrusionOk="0">
                  <a:moveTo>
                    <a:pt x="1840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901552"/>
                  </a:lnTo>
                  <a:lnTo>
                    <a:pt x="3977" y="921253"/>
                  </a:lnTo>
                  <a:lnTo>
                    <a:pt x="14823" y="937340"/>
                  </a:lnTo>
                  <a:lnTo>
                    <a:pt x="30910" y="948186"/>
                  </a:lnTo>
                  <a:lnTo>
                    <a:pt x="50610" y="952163"/>
                  </a:lnTo>
                  <a:lnTo>
                    <a:pt x="1840501" y="952163"/>
                  </a:lnTo>
                  <a:lnTo>
                    <a:pt x="1860201" y="948186"/>
                  </a:lnTo>
                  <a:lnTo>
                    <a:pt x="1876288" y="937340"/>
                  </a:lnTo>
                  <a:lnTo>
                    <a:pt x="1887134" y="921253"/>
                  </a:lnTo>
                  <a:lnTo>
                    <a:pt x="1891111" y="901552"/>
                  </a:lnTo>
                  <a:lnTo>
                    <a:pt x="1891111" y="50610"/>
                  </a:lnTo>
                  <a:lnTo>
                    <a:pt x="1887134" y="30910"/>
                  </a:lnTo>
                  <a:lnTo>
                    <a:pt x="1876288" y="14823"/>
                  </a:lnTo>
                  <a:lnTo>
                    <a:pt x="1860201" y="3977"/>
                  </a:lnTo>
                  <a:lnTo>
                    <a:pt x="184050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87610"/>
              <a:endParaRPr sz="1665"/>
            </a:p>
          </p:txBody>
        </p:sp>
      </p:grpSp>
      <p:sp>
        <p:nvSpPr>
          <p:cNvPr id="948" name="Google Shape;948;p45"/>
          <p:cNvSpPr txBox="1"/>
          <p:nvPr/>
        </p:nvSpPr>
        <p:spPr>
          <a:xfrm>
            <a:off x="1788786" y="2495389"/>
            <a:ext cx="484137" cy="19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25" rIns="0" bIns="0" anchor="t" anchorCtr="0">
            <a:spAutoFit/>
          </a:bodyPr>
          <a:lstStyle/>
          <a:p>
            <a:pPr marL="15106" defTabSz="1087610"/>
            <a:r>
              <a:rPr lang="en-US" sz="1130"/>
              <a:t>Simple</a:t>
            </a:r>
            <a:endParaRPr sz="1130"/>
          </a:p>
        </p:txBody>
      </p:sp>
      <p:sp>
        <p:nvSpPr>
          <p:cNvPr id="949" name="Google Shape;949;p45"/>
          <p:cNvSpPr txBox="1"/>
          <p:nvPr/>
        </p:nvSpPr>
        <p:spPr>
          <a:xfrm>
            <a:off x="1610267" y="3620840"/>
            <a:ext cx="611027" cy="19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25" rIns="0" bIns="0" anchor="t" anchorCtr="0">
            <a:spAutoFit/>
          </a:bodyPr>
          <a:lstStyle/>
          <a:p>
            <a:pPr marL="15106" defTabSz="1087610"/>
            <a:r>
              <a:rPr lang="en-US" sz="1130"/>
              <a:t>Complex</a:t>
            </a:r>
            <a:endParaRPr sz="1130"/>
          </a:p>
        </p:txBody>
      </p:sp>
      <p:sp>
        <p:nvSpPr>
          <p:cNvPr id="950" name="Google Shape;950;p45"/>
          <p:cNvSpPr txBox="1"/>
          <p:nvPr/>
        </p:nvSpPr>
        <p:spPr>
          <a:xfrm>
            <a:off x="5494884" y="2572234"/>
            <a:ext cx="2051358" cy="120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marR="6042" indent="-755" algn="just" defTabSz="1087610">
              <a:lnSpc>
                <a:spcPct val="114599"/>
              </a:lnSpc>
            </a:pPr>
            <a:r>
              <a:rPr lang="en-US" sz="135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networks can represent exponentially more functions than shallow ones with the same number of parameters</a:t>
            </a:r>
            <a:r>
              <a:rPr lang="en-US" sz="1249" dirty="0">
                <a:solidFill>
                  <a:srgbClr val="EC2027"/>
                </a:solidFill>
              </a:rPr>
              <a:t>!</a:t>
            </a:r>
            <a:endParaRPr sz="1249" dirty="0"/>
          </a:p>
        </p:txBody>
      </p:sp>
      <p:sp>
        <p:nvSpPr>
          <p:cNvPr id="956" name="Google Shape;956;p45"/>
          <p:cNvSpPr txBox="1"/>
          <p:nvPr/>
        </p:nvSpPr>
        <p:spPr>
          <a:xfrm>
            <a:off x="1993827" y="4091111"/>
            <a:ext cx="5343261" cy="134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9837" rIns="0" bIns="0" anchor="t" anchorCtr="0">
            <a:spAutoFit/>
          </a:bodyPr>
          <a:lstStyle/>
          <a:p>
            <a:pPr marL="15106" defTabSz="1087610"/>
            <a:r>
              <a:rPr lang="en-US" sz="15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Image classification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8579" defTabSz="1087610">
              <a:spcBef>
                <a:spcPts val="286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1: Detect edges and colors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8579" marR="6042" defTabSz="1087610">
              <a:lnSpc>
                <a:spcPct val="1149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2: Combine into textures and simple shapes </a:t>
            </a:r>
          </a:p>
          <a:p>
            <a:pPr marL="368579" marR="6042" defTabSz="1087610">
              <a:lnSpc>
                <a:spcPct val="1149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3: Recognize object parts (eyes, wheels) </a:t>
            </a:r>
          </a:p>
          <a:p>
            <a:pPr marL="368579" marR="6042" defTabSz="1087610">
              <a:lnSpc>
                <a:spcPct val="1149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 4+: Identify complete objects (faces, cars)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7"/>
          <p:cNvSpPr txBox="1">
            <a:spLocks noGrp="1"/>
          </p:cNvSpPr>
          <p:nvPr>
            <p:ph type="title"/>
          </p:nvPr>
        </p:nvSpPr>
        <p:spPr>
          <a:xfrm>
            <a:off x="91562" y="255701"/>
            <a:ext cx="7397374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C</a:t>
            </a:r>
            <a:r>
              <a:rPr lang="en-US" b="1" cap="small" dirty="0">
                <a:solidFill>
                  <a:srgbClr val="FFFFFF"/>
                </a:solidFill>
              </a:rPr>
              <a:t>hallenges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with</a:t>
            </a:r>
            <a:r>
              <a:rPr lang="en-US" b="1" dirty="0">
                <a:solidFill>
                  <a:srgbClr val="FFFFFF"/>
                </a:solidFill>
              </a:rPr>
              <a:t> V</a:t>
            </a:r>
            <a:r>
              <a:rPr lang="en-US" b="1" cap="small" dirty="0">
                <a:solidFill>
                  <a:srgbClr val="FFFFFF"/>
                </a:solidFill>
              </a:rPr>
              <a:t>ery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eep</a:t>
            </a:r>
            <a:r>
              <a:rPr lang="en-US" b="1" dirty="0">
                <a:solidFill>
                  <a:srgbClr val="FFFFFF"/>
                </a:solidFill>
              </a:rPr>
              <a:t> N</a:t>
            </a:r>
            <a:r>
              <a:rPr lang="en-US" b="1" cap="small" dirty="0">
                <a:solidFill>
                  <a:srgbClr val="FFFFFF"/>
                </a:solidFill>
              </a:rPr>
              <a:t>etworks</a:t>
            </a:r>
            <a:endParaRPr b="1" dirty="0"/>
          </a:p>
        </p:txBody>
      </p:sp>
      <p:sp>
        <p:nvSpPr>
          <p:cNvPr id="1016" name="Google Shape;1016;p47"/>
          <p:cNvSpPr txBox="1"/>
          <p:nvPr/>
        </p:nvSpPr>
        <p:spPr>
          <a:xfrm>
            <a:off x="740664" y="1109714"/>
            <a:ext cx="7470648" cy="4064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625" rIns="0" bIns="0" anchor="t" anchorCtr="0">
            <a:spAutoFit/>
          </a:bodyPr>
          <a:lstStyle/>
          <a:p>
            <a:pPr marL="15106" defTabSz="1087610"/>
            <a:r>
              <a:rPr lang="en-US" sz="16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that arise with increasing depth: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4683" indent="-189577" defTabSz="1087610">
              <a:spcBef>
                <a:spcPts val="892"/>
              </a:spcBef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6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Vanishing Gradients: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marR="658609" indent="-214313" defTabSz="1087610">
              <a:lnSpc>
                <a:spcPct val="114700"/>
              </a:lnSpc>
              <a:spcBef>
                <a:spcPts val="59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Gradients become exponentially small in early layers </a:t>
            </a:r>
          </a:p>
          <a:p>
            <a:pPr marL="582892" marR="658609" indent="-214313" defTabSz="1087610">
              <a:lnSpc>
                <a:spcPct val="114700"/>
              </a:lnSpc>
              <a:spcBef>
                <a:spcPts val="59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fails to learn useful features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indent="-214313" defTabSz="1087610">
              <a:spcBef>
                <a:spcPts val="22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activations, careful initialization, normalization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4683" indent="-189577" defTabSz="1087610">
              <a:spcBef>
                <a:spcPts val="952"/>
              </a:spcBef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6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Exploding Gradients: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marR="1209965" indent="-214313" defTabSz="1087610">
              <a:lnSpc>
                <a:spcPct val="114599"/>
              </a:lnSpc>
              <a:spcBef>
                <a:spcPts val="59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Gradients become exponentially large Causes numerical instability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/Inf values)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indent="-214313" defTabSz="1087610">
              <a:spcBef>
                <a:spcPts val="22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Gradient clipping, proper initialization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4683" indent="-189577" defTabSz="1087610">
              <a:spcBef>
                <a:spcPts val="958"/>
              </a:spcBef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6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Degradation Problem: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2892" marR="1667669" indent="-214313" defTabSz="1087610">
              <a:lnSpc>
                <a:spcPct val="114700"/>
              </a:lnSpc>
              <a:spcBef>
                <a:spcPts val="53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deep networks harder to optimize </a:t>
            </a:r>
          </a:p>
          <a:p>
            <a:pPr marL="582892" marR="1667669" indent="-214313" defTabSz="1087610">
              <a:lnSpc>
                <a:spcPct val="114700"/>
              </a:lnSpc>
              <a:spcBef>
                <a:spcPts val="53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error may increase with depth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8579" defTabSz="1087610">
              <a:spcBef>
                <a:spcPts val="220"/>
              </a:spcBef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Residual connections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skip connections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11D597-6BC1-44B5-9842-FE601C0345A9}"/>
                  </a:ext>
                </a:extLst>
              </p14:cNvPr>
              <p14:cNvContentPartPr/>
              <p14:nvPr/>
            </p14:nvContentPartPr>
            <p14:xfrm>
              <a:off x="294840" y="1571040"/>
              <a:ext cx="8366760" cy="436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11D597-6BC1-44B5-9842-FE601C0345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480" y="1561680"/>
                <a:ext cx="8385480" cy="438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9"/>
          <p:cNvSpPr txBox="1">
            <a:spLocks noGrp="1"/>
          </p:cNvSpPr>
          <p:nvPr>
            <p:ph type="title"/>
          </p:nvPr>
        </p:nvSpPr>
        <p:spPr>
          <a:xfrm>
            <a:off x="415105" y="397317"/>
            <a:ext cx="5416114" cy="43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09" rIns="0" bIns="0" anchor="t" anchorCtr="0">
            <a:spAutoFit/>
          </a:bodyPr>
          <a:lstStyle/>
          <a:p>
            <a:pPr marL="15106"/>
            <a:r>
              <a:rPr lang="en-US" b="1" dirty="0">
                <a:solidFill>
                  <a:srgbClr val="FFFFFF"/>
                </a:solidFill>
              </a:rPr>
              <a:t>D</a:t>
            </a:r>
            <a:r>
              <a:rPr lang="en-US" b="1" cap="small" dirty="0">
                <a:solidFill>
                  <a:srgbClr val="FFFFFF"/>
                </a:solidFill>
              </a:rPr>
              <a:t>esign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onsiderations</a:t>
            </a:r>
            <a:endParaRPr b="1" dirty="0"/>
          </a:p>
        </p:txBody>
      </p:sp>
      <p:sp>
        <p:nvSpPr>
          <p:cNvPr id="1060" name="Google Shape;1060;p49"/>
          <p:cNvSpPr txBox="1"/>
          <p:nvPr/>
        </p:nvSpPr>
        <p:spPr>
          <a:xfrm>
            <a:off x="1556083" y="1636532"/>
            <a:ext cx="3563099" cy="249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500" b="1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decisions when designing a DFNN:</a:t>
            </a:r>
            <a:endParaRPr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2" name="Google Shape;1062;p49"/>
          <p:cNvSpPr txBox="1"/>
          <p:nvPr/>
        </p:nvSpPr>
        <p:spPr>
          <a:xfrm>
            <a:off x="1718620" y="2452996"/>
            <a:ext cx="80060" cy="1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7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71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9"/>
          <p:cNvSpPr txBox="1"/>
          <p:nvPr/>
        </p:nvSpPr>
        <p:spPr>
          <a:xfrm>
            <a:off x="1718620" y="3422180"/>
            <a:ext cx="80060" cy="1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33" rIns="0" bIns="0" anchor="t" anchorCtr="0">
            <a:spAutoFit/>
          </a:bodyPr>
          <a:lstStyle/>
          <a:p>
            <a:pPr marL="15106" defTabSz="1087610"/>
            <a:r>
              <a:rPr lang="en-US" sz="71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1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9"/>
          <p:cNvSpPr txBox="1">
            <a:spLocks noGrp="1"/>
          </p:cNvSpPr>
          <p:nvPr>
            <p:ph type="body" idx="1"/>
          </p:nvPr>
        </p:nvSpPr>
        <p:spPr>
          <a:xfrm>
            <a:off x="1777383" y="2044176"/>
            <a:ext cx="5384894" cy="288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89" rIns="0" bIns="0" anchor="t" anchorCtr="0">
            <a:spAutoFit/>
          </a:bodyPr>
          <a:lstStyle/>
          <a:p>
            <a:pPr marL="45317" indent="0" algn="just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1.Number of layers 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3919" indent="-214313" algn="just">
              <a:spcBef>
                <a:spcPts val="47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deep should the network be?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317" indent="0" algn="just">
              <a:spcBef>
                <a:spcPts val="315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2.Units per layer 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5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5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. . . , </a:t>
            </a:r>
            <a:r>
              <a:rPr lang="en-US" sz="15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500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sz="1500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3919" indent="-214313" algn="just">
              <a:spcBef>
                <a:spcPts val="434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wide should each layer be?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317" indent="0" algn="just">
              <a:spcBef>
                <a:spcPts val="309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3.Activation functions </a:t>
            </a:r>
            <a:r>
              <a:rPr lang="en-US" sz="1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σ</a:t>
            </a:r>
            <a:r>
              <a:rPr lang="en-US" sz="15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5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</a:t>
            </a:r>
            <a:r>
              <a:rPr lang="en-US" sz="15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  <a:endParaRPr sz="15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443919" indent="-214313" algn="just">
              <a:spcBef>
                <a:spcPts val="434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non-linearity for each layer?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317" indent="0" algn="just">
              <a:spcBef>
                <a:spcPts val="493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4.Output layer design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3919" indent="-214313" algn="just">
              <a:spcBef>
                <a:spcPts val="47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Depends on task (regression vs classification)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317" indent="0" algn="just">
              <a:spcBef>
                <a:spcPts val="493"/>
              </a:spcBef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5.Regularization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3919" indent="-214313" algn="just">
              <a:spcBef>
                <a:spcPts val="464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prevent overfitting?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3" name="Google Shape;1073;p49"/>
          <p:cNvSpPr txBox="1"/>
          <p:nvPr/>
        </p:nvSpPr>
        <p:spPr>
          <a:xfrm>
            <a:off x="1556082" y="5004803"/>
            <a:ext cx="5743953" cy="22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82" rIns="0" bIns="0" anchor="t" anchorCtr="0">
            <a:spAutoFit/>
          </a:bodyPr>
          <a:lstStyle/>
          <a:p>
            <a:pPr marL="15106" defTabSz="1087610"/>
            <a:r>
              <a:rPr lang="en-US" sz="135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universal answer - depends on problem, data, and computational resources!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F2B6-CF55-4819-9D5B-D6226D53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8790"/>
            <a:ext cx="7900416" cy="82971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Numerical Problem : Forward Propagation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0C618-5723-48EF-A08B-752EBD29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962490"/>
            <a:ext cx="7900416" cy="380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6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1B1CF2-50F7-4F8D-B44D-537A577B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48" y="447311"/>
            <a:ext cx="4972951" cy="25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805535-3792-49E2-A577-8658709B5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48" y="1275636"/>
            <a:ext cx="8204879" cy="45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586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E434E-91ED-4699-A86A-96A6F9B71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4" y="327878"/>
            <a:ext cx="4257001" cy="386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EF5B47-C009-46AD-B534-86561B505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145332"/>
            <a:ext cx="7662672" cy="445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671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B04139-28E9-4A40-87D1-F4D4A681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6" y="385545"/>
            <a:ext cx="4992301" cy="323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9EB173-1C34-440D-84D9-C9210585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70" y="1111238"/>
            <a:ext cx="7467826" cy="418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526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0C8B1-AE9D-463C-8353-864DF6CA1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32" y="271646"/>
            <a:ext cx="5321251" cy="532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6AF676-C989-4BC3-B4E2-4359FE36A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162026"/>
            <a:ext cx="7232904" cy="351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883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911AD1-62AE-4C8C-BF7B-2A3852AE0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86" y="339721"/>
            <a:ext cx="4760101" cy="492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6804C-2BD2-4B2A-9549-8F2F7CBB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00961"/>
            <a:ext cx="7562088" cy="388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718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0BAF45-3A0D-4E47-9202-8A82BD8EF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8" y="323598"/>
            <a:ext cx="4489943" cy="456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CE9BE1-DB97-42EB-9B1C-8BD00FE2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083904"/>
            <a:ext cx="7680960" cy="346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84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685B41-A185-4B73-9516-5200FB6C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6" y="235168"/>
            <a:ext cx="5033163" cy="539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1E27F9-035A-4EC3-B8C2-23BE1E21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155110"/>
            <a:ext cx="7403331" cy="36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115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F230F4-F21E-4E1A-B4CD-788CAFCDE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87599"/>
            <a:ext cx="5103268" cy="569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88841-C3FF-4D90-BE5B-52AB26B4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91190"/>
            <a:ext cx="7315200" cy="287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477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B1F6A-D90F-4B77-A2AD-821EAEC22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26" y="246159"/>
            <a:ext cx="5089051" cy="583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F38F77-CB43-45D9-BF09-57F6820B2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221674"/>
            <a:ext cx="7607808" cy="433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515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98088A-7A8C-48B0-803F-E258CF656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62" y="297139"/>
            <a:ext cx="5263201" cy="32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98615-95A8-4B1F-AC7F-FBB0EAF04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5" y="947768"/>
            <a:ext cx="7799832" cy="44380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05C007-97F4-4518-AA90-507A457CFBBA}"/>
                  </a:ext>
                </a:extLst>
              </p14:cNvPr>
              <p14:cNvContentPartPr/>
              <p14:nvPr/>
            </p14:nvContentPartPr>
            <p14:xfrm>
              <a:off x="1873890" y="3755700"/>
              <a:ext cx="162810" cy="1298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05C007-97F4-4518-AA90-507A457CFB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4545" y="3746346"/>
                <a:ext cx="181140" cy="1485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6289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7805B0-2304-477D-89BD-2534229A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7" y="268047"/>
            <a:ext cx="5469487" cy="554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EEEBC-974D-4105-B122-0A51BAA93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981277"/>
            <a:ext cx="7589519" cy="26308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5B58EC-DB5D-4EB1-A415-84403E1C5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5" y="3770921"/>
            <a:ext cx="7114032" cy="268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287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656BB1-6B8F-4F35-B9F6-15F08FBFC86A}"/>
                  </a:ext>
                </a:extLst>
              </p14:cNvPr>
              <p14:cNvContentPartPr/>
              <p14:nvPr/>
            </p14:nvContentPartPr>
            <p14:xfrm>
              <a:off x="393192" y="1024128"/>
              <a:ext cx="8449056" cy="5376672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656BB1-6B8F-4F35-B9F6-15F08FBFC8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832" y="1014768"/>
                <a:ext cx="8467776" cy="53953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96217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02DD67-2B5D-444A-8139-094148CB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146775"/>
            <a:ext cx="3600558" cy="32294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93C526-EF38-42E0-A146-A75BE4C990E8}"/>
                  </a:ext>
                </a:extLst>
              </p14:cNvPr>
              <p14:cNvContentPartPr/>
              <p14:nvPr/>
            </p14:nvContentPartPr>
            <p14:xfrm>
              <a:off x="784440" y="4253175"/>
              <a:ext cx="3673620" cy="200367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93C526-EF38-42E0-A146-A75BE4C990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080" y="4243815"/>
                <a:ext cx="3692339" cy="2022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500925-4570-4845-BBCD-92D038143515}"/>
                  </a:ext>
                </a:extLst>
              </p14:cNvPr>
              <p14:cNvContentPartPr/>
              <p14:nvPr/>
            </p14:nvContentPartPr>
            <p14:xfrm>
              <a:off x="4293090" y="1602990"/>
              <a:ext cx="2744820" cy="790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500925-4570-4845-BBCD-92D0381435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83731" y="1593630"/>
                <a:ext cx="2763539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5660C68-E0D2-4067-9E26-173C34565D6C}"/>
                  </a:ext>
                </a:extLst>
              </p14:cNvPr>
              <p14:cNvContentPartPr/>
              <p14:nvPr/>
            </p14:nvContentPartPr>
            <p14:xfrm>
              <a:off x="4665960" y="2370060"/>
              <a:ext cx="3044790" cy="23895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5660C68-E0D2-4067-9E26-173C34565D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6600" y="2360701"/>
                <a:ext cx="3063509" cy="2408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2F3E42-B150-4EAC-BD57-D5A69A5BFBD0}"/>
                  </a:ext>
                </a:extLst>
              </p14:cNvPr>
              <p14:cNvContentPartPr/>
              <p14:nvPr/>
            </p14:nvContentPartPr>
            <p14:xfrm>
              <a:off x="5306940" y="4539240"/>
              <a:ext cx="2072520" cy="12771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2F3E42-B150-4EAC-BD57-D5A69A5BFB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97580" y="4529881"/>
                <a:ext cx="2091240" cy="12958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70816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E69552-936D-4D7F-813D-A1980937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8" y="253358"/>
            <a:ext cx="5139905" cy="503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86FFA0-3104-4E24-8F01-B0336F9B5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9" y="1105891"/>
            <a:ext cx="7854696" cy="491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726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5A1F6-4D47-4682-A969-D9393561C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06472"/>
            <a:ext cx="2436166" cy="539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94002C-E47A-46DC-AFC8-C800F3B9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9" y="1299664"/>
            <a:ext cx="8220456" cy="37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167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686655-BBB4-4056-B27C-B3EC2FC1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48" y="325758"/>
            <a:ext cx="5224501" cy="332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0E439-C12F-4EC9-8E14-1389ACF4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208" y="994408"/>
            <a:ext cx="5676089" cy="21311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D2EFDA-F854-429B-955C-C358BC450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7936992" cy="302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548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572B1A-7BDA-4AF2-B4EC-C8584BB44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9" y="183902"/>
            <a:ext cx="5334194" cy="547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1DFEF7-896D-4DE1-9D07-DFBD09832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026450"/>
            <a:ext cx="7507224" cy="422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803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70C0DD-71A4-405B-85C2-B9F434D8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3962"/>
            <a:ext cx="4526279" cy="4819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1CF1D0-CCC7-4D79-9C6C-23F75D9C5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96" y="469391"/>
            <a:ext cx="5127751" cy="3232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466626-AED1-4C99-B6C9-8B1E01E7E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348" y="2002536"/>
            <a:ext cx="3868247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1275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CDD78F-2002-4401-A6D7-9AB3C445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2" y="295382"/>
            <a:ext cx="5481699" cy="488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F9B66-907D-4BFC-BB4C-2E81CC0F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4" y="1186336"/>
            <a:ext cx="7741580" cy="47664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795AF0-4466-4641-9DBA-3AA7E043B922}"/>
                  </a:ext>
                </a:extLst>
              </p14:cNvPr>
              <p14:cNvContentPartPr/>
              <p14:nvPr/>
            </p14:nvContentPartPr>
            <p14:xfrm>
              <a:off x="5091480" y="4992030"/>
              <a:ext cx="114210" cy="9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795AF0-4466-4641-9DBA-3AA7E043B9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2142" y="4982670"/>
                <a:ext cx="132527" cy="1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87770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A3B396-D369-47BF-9312-685610BDE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1" y="253889"/>
            <a:ext cx="5185801" cy="337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E4A41-31F2-4CCC-9A3C-8995082D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56" y="1136724"/>
            <a:ext cx="7826924" cy="485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294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41DAA7-AAE7-471F-83BC-2DD5D44E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357899"/>
            <a:ext cx="5829300" cy="29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8E2DF0-D397-4F1C-AD48-58AECEFE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04529"/>
            <a:ext cx="8284464" cy="496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817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79B1E3-2D82-41FB-81C4-7A0C9CF9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73" y="285875"/>
            <a:ext cx="5166451" cy="284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AD988-92A4-4ED5-959B-48E4491DF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106424"/>
            <a:ext cx="8037576" cy="501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800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93435-64DE-4CDD-9E62-AD8E7EA71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" y="373364"/>
            <a:ext cx="5758164" cy="318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766146-204C-4244-B146-3FC84C993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70" y="965034"/>
            <a:ext cx="8261334" cy="510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283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36B4B3-B441-4E7C-809D-DACBF3AE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3" y="447135"/>
            <a:ext cx="5282551" cy="289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BEA6A-B4DE-49F9-A160-E8EB2DDF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28" y="1197864"/>
            <a:ext cx="7586133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953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B2A104-54D4-417D-BF63-108B4748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8" y="425563"/>
            <a:ext cx="5321251" cy="30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24E82E-C591-49ED-A394-5EB24779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14" y="1033272"/>
            <a:ext cx="7267787" cy="539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00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C9FC70-BE47-48E2-AA72-89CDD493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7" y="234972"/>
            <a:ext cx="5433324" cy="459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AA6A4-8B48-4867-80A7-DD45B2338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47" y="1188720"/>
            <a:ext cx="7335520" cy="52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47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60C65D-C145-41F3-80C2-19399B64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308190"/>
            <a:ext cx="4682701" cy="430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5E7F09-48AF-47F9-B42C-0EB682EC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060704"/>
            <a:ext cx="8055863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8925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8707F0-002D-46C0-A0D9-97DF8D834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9" y="215031"/>
            <a:ext cx="3961154" cy="554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A7EDF4-9E4F-46B6-ACB0-CB14DF54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14" y="1088136"/>
            <a:ext cx="7991178" cy="52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2082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0C25FB-AF79-45BE-AD56-B77D187A1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8" y="293656"/>
            <a:ext cx="5166451" cy="357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E1DB59-E005-43A1-9EE4-F344824C5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61288"/>
            <a:ext cx="7927848" cy="476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6079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8888F1-3577-4185-B937-8B32D0B61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1" y="202191"/>
            <a:ext cx="3983516" cy="5398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BEFD50-AE31-4DC0-8B3A-52DC52A4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1" y="1078992"/>
            <a:ext cx="7728373" cy="51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0738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D66B45-E9D5-49E9-A952-FB80CEF8A22E}"/>
                  </a:ext>
                </a:extLst>
              </p14:cNvPr>
              <p14:cNvContentPartPr/>
              <p14:nvPr/>
            </p14:nvContentPartPr>
            <p14:xfrm>
              <a:off x="722520" y="252720"/>
              <a:ext cx="7970040" cy="617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D66B45-E9D5-49E9-A952-FB80CEF8A2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160" y="243360"/>
                <a:ext cx="7988760" cy="61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5BB45E-88D7-475B-B393-A3E813A5B609}"/>
                  </a:ext>
                </a:extLst>
              </p14:cNvPr>
              <p14:cNvContentPartPr/>
              <p14:nvPr/>
            </p14:nvContentPartPr>
            <p14:xfrm>
              <a:off x="1269000" y="2521440"/>
              <a:ext cx="7324560" cy="405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5BB45E-88D7-475B-B393-A3E813A5B6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9640" y="2512080"/>
                <a:ext cx="7343280" cy="407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515781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5d03a25-cda5-4943-9684-7d18d97bb3bc" xsi:nil="true"/>
    <CultureName xmlns="15d03a25-cda5-4943-9684-7d18d97bb3bc" xsi:nil="true"/>
    <LMS_Mappings xmlns="15d03a25-cda5-4943-9684-7d18d97bb3bc" xsi:nil="true"/>
    <Invited_Students xmlns="15d03a25-cda5-4943-9684-7d18d97bb3bc" xsi:nil="true"/>
    <IsNotebookLocked xmlns="15d03a25-cda5-4943-9684-7d18d97bb3bc" xsi:nil="true"/>
    <Math_Settings xmlns="15d03a25-cda5-4943-9684-7d18d97bb3bc" xsi:nil="true"/>
    <Self_Registration_Enabl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Templates xmlns="15d03a25-cda5-4943-9684-7d18d97bb3bc" xsi:nil="true"/>
    <Has_Teacher_Only_SectionGroup xmlns="15d03a25-cda5-4943-9684-7d18d97bb3bc" xsi:nil="true"/>
    <NotebookType xmlns="15d03a25-cda5-4943-9684-7d18d97bb3bc" xsi:nil="true"/>
    <Distribution_Groups xmlns="15d03a25-cda5-4943-9684-7d18d97bb3bc" xsi:nil="true"/>
    <AppVersion xmlns="15d03a25-cda5-4943-9684-7d18d97bb3bc" xsi:nil="true"/>
    <Invited_Teachers xmlns="15d03a25-cda5-4943-9684-7d18d97bb3bc" xsi:nil="true"/>
    <Teams_Channel_Section_Location xmlns="15d03a25-cda5-4943-9684-7d18d97bb3bc" xsi:nil="true"/>
    <Owner xmlns="15d03a25-cda5-4943-9684-7d18d97bb3bc">
      <UserInfo>
        <DisplayName/>
        <AccountId xsi:nil="true"/>
        <AccountType/>
      </UserInfo>
    </Owner>
    <DefaultSectionNames xmlns="15d03a25-cda5-4943-9684-7d18d97bb3bc" xsi:nil="true"/>
    <TeamsChannelId xmlns="15d03a25-cda5-4943-9684-7d18d97bb3bc" xsi:nil="true"/>
    <Is_Collaboration_Space_Locked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CFDA2-9C03-4E11-9744-4D82F1A7A0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487F77-925E-462E-97BA-46FEA9353875}">
  <ds:schemaRefs>
    <ds:schemaRef ds:uri="http://schemas.microsoft.com/office/2006/metadata/properties"/>
    <ds:schemaRef ds:uri="http://www.w3.org/2000/xmlns/"/>
    <ds:schemaRef ds:uri="0a2451e9-b2b7-43a3-aada-52e3e0c35c47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FBBA9E2-CE5A-4754-BCC6-FBA935ACD981}"/>
</file>

<file path=docProps/app.xml><?xml version="1.0" encoding="utf-8"?>
<Properties xmlns="http://schemas.openxmlformats.org/officeDocument/2006/extended-properties" xmlns:vt="http://schemas.openxmlformats.org/officeDocument/2006/docPropsVTypes">
  <TotalTime>5137</TotalTime>
  <Words>2971</Words>
  <Application>Microsoft Office PowerPoint</Application>
  <PresentationFormat>On-screen Show (4:3)</PresentationFormat>
  <Paragraphs>745</Paragraphs>
  <Slides>111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111</vt:i4>
      </vt:variant>
    </vt:vector>
  </HeadingPairs>
  <TitlesOfParts>
    <vt:vector size="131" baseType="lpstr">
      <vt:lpstr>Courier New</vt:lpstr>
      <vt:lpstr>Wingdings</vt:lpstr>
      <vt:lpstr>Calibri</vt:lpstr>
      <vt:lpstr>Cambria</vt:lpstr>
      <vt:lpstr>Helvetica Light</vt:lpstr>
      <vt:lpstr>Helvetica</vt:lpstr>
      <vt:lpstr>Times New Roman</vt:lpstr>
      <vt:lpstr>Arial</vt:lpstr>
      <vt:lpstr>Helvetica Neue</vt:lpstr>
      <vt:lpstr>Bookman Old Style</vt:lpstr>
      <vt:lpstr>Tahoma</vt:lpstr>
      <vt:lpstr>Lucida Sans</vt:lpstr>
      <vt:lpstr>Verdana</vt:lpstr>
      <vt:lpstr>Calibri Light</vt:lpstr>
      <vt:lpstr>11_Office Theme</vt:lpstr>
      <vt:lpstr>Office Theme</vt:lpstr>
      <vt:lpstr>6_Office Theme</vt:lpstr>
      <vt:lpstr>1_Office Theme</vt:lpstr>
      <vt:lpstr>2_Office Theme</vt:lpstr>
      <vt:lpstr>7_Office Theme</vt:lpstr>
      <vt:lpstr>Deep Neural Networks (AIML ZG511)</vt:lpstr>
      <vt:lpstr>PowerPoint Presentation</vt:lpstr>
      <vt:lpstr>Image Classification - Solution</vt:lpstr>
      <vt:lpstr>PowerPoint Presentation</vt:lpstr>
      <vt:lpstr>Hierarchical Feature Learning</vt:lpstr>
      <vt:lpstr>CNN Architecture</vt:lpstr>
      <vt:lpstr>CNN - Layer-by-Layer Breakdown</vt:lpstr>
      <vt:lpstr>CNN - Layer-by-Layer Breakdown</vt:lpstr>
      <vt:lpstr>Convolution Operation</vt:lpstr>
      <vt:lpstr>Kernels as Parameters</vt:lpstr>
      <vt:lpstr>What Do Learned Kernels Look Like?</vt:lpstr>
      <vt:lpstr>Padding</vt:lpstr>
      <vt:lpstr>PowerPoint Presentation</vt:lpstr>
      <vt:lpstr>Stride</vt:lpstr>
      <vt:lpstr>PowerPoint Presentation</vt:lpstr>
      <vt:lpstr>Strided Convolution</vt:lpstr>
      <vt:lpstr>Dilated (Atrous) Convolution</vt:lpstr>
      <vt:lpstr>Dilated Convolution: Visual Example</vt:lpstr>
      <vt:lpstr>Multi-Channel Input and Output</vt:lpstr>
      <vt:lpstr>Multi-Channel Example: Numerical</vt:lpstr>
      <vt:lpstr>Pooling Operations</vt:lpstr>
      <vt:lpstr>Max Pooling</vt:lpstr>
      <vt:lpstr>Average Pooling</vt:lpstr>
      <vt:lpstr>Convolution + ReLu + Max Pooling</vt:lpstr>
      <vt:lpstr>Fully Connected (Dense) Layer</vt:lpstr>
      <vt:lpstr>FC Layer - Numerical Example</vt:lpstr>
      <vt:lpstr>Typical CNN Architecture</vt:lpstr>
      <vt:lpstr>Number of Parameters in Pooling Layers</vt:lpstr>
      <vt:lpstr>PowerPoint Presentation</vt:lpstr>
      <vt:lpstr>PowerPoint Presentation</vt:lpstr>
      <vt:lpstr>PowerPoint Presentation</vt:lpstr>
      <vt:lpstr>Learning Problems</vt:lpstr>
      <vt:lpstr>Supervised Learning Tasks</vt:lpstr>
      <vt:lpstr>Artificial Neuron – Mathematical Computation</vt:lpstr>
      <vt:lpstr>Perceptron</vt:lpstr>
      <vt:lpstr>Perceptron for AND gate</vt:lpstr>
      <vt:lpstr>The XOR Problem</vt:lpstr>
      <vt:lpstr>Why Single Perceptron Fails on XOR</vt:lpstr>
      <vt:lpstr>PowerPoint Presentation</vt:lpstr>
      <vt:lpstr>What is Linear Regression?</vt:lpstr>
      <vt:lpstr>Identity Activation Function</vt:lpstr>
      <vt:lpstr>PowerPoint Presentation</vt:lpstr>
      <vt:lpstr>Numerical Example: Setup</vt:lpstr>
      <vt:lpstr>  Numerical Example: Initialization</vt:lpstr>
      <vt:lpstr>Numerical Example: Computing Gradient</vt:lpstr>
      <vt:lpstr>  Numerical Example: Weight Update</vt:lpstr>
      <vt:lpstr>Numerical Example: New Loss</vt:lpstr>
      <vt:lpstr>R2 Score (Coefficient of Determination)</vt:lpstr>
      <vt:lpstr>What is Classification?</vt:lpstr>
      <vt:lpstr>Types of Classification</vt:lpstr>
      <vt:lpstr>What is Logistic Regression?</vt:lpstr>
      <vt:lpstr>Logistic Regression as a Single Neuron</vt:lpstr>
      <vt:lpstr>Making Predictions</vt:lpstr>
      <vt:lpstr>Binary Cross-Entropy Loss</vt:lpstr>
      <vt:lpstr>Numerical Example: Setup</vt:lpstr>
      <vt:lpstr>Numerical Example: Initialization</vt:lpstr>
      <vt:lpstr>Numerical Example: First SGD Iteration</vt:lpstr>
      <vt:lpstr>Numerical Example: Second SGD Iteration</vt:lpstr>
      <vt:lpstr>Numerical Example: Checking Progress</vt:lpstr>
      <vt:lpstr>Confusion Matrix</vt:lpstr>
      <vt:lpstr>Classification  Metrics  I</vt:lpstr>
      <vt:lpstr>One-Hot Encoding</vt:lpstr>
      <vt:lpstr>Multi-class Model Architecture</vt:lpstr>
      <vt:lpstr>Softmax Example: Numerical Computation</vt:lpstr>
      <vt:lpstr>Numerical Example: Setup</vt:lpstr>
      <vt:lpstr>Numerical Example: Data Representation</vt:lpstr>
      <vt:lpstr>Numerical Example: First Mini-batch (Examples</vt:lpstr>
      <vt:lpstr>Numerical Example: Softmax Computation</vt:lpstr>
      <vt:lpstr>Numerical Example: Gradient and Update</vt:lpstr>
      <vt:lpstr>Numerical Example: Weight Update</vt:lpstr>
      <vt:lpstr>Inference Example</vt:lpstr>
      <vt:lpstr>Deep Feed-Forward Neural Network (DFNN)</vt:lpstr>
      <vt:lpstr>DFNN Architecture</vt:lpstr>
      <vt:lpstr>Layer-wise Computation</vt:lpstr>
      <vt:lpstr>Total Parameters in Network</vt:lpstr>
      <vt:lpstr>Network Depth vs Width</vt:lpstr>
      <vt:lpstr>Why Depth Matters?</vt:lpstr>
      <vt:lpstr>Challenges with Very Deep Networks</vt:lpstr>
      <vt:lpstr>Design Considerations</vt:lpstr>
      <vt:lpstr>Numerical Problem : Forward 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BITS</cp:lastModifiedBy>
  <cp:revision>239</cp:revision>
  <dcterms:created xsi:type="dcterms:W3CDTF">2021-11-12T07:04:08Z</dcterms:created>
  <dcterms:modified xsi:type="dcterms:W3CDTF">2026-06-14T06:56:31Z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