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ink/ink3.xml" ContentType="application/inkml+xml"/>
  <Override PartName="/ppt/notesSlides/notesSlide7.xml" ContentType="application/vnd.openxmlformats-officedocument.presentationml.notesSlide+xml"/>
  <Override PartName="/ppt/ink/ink4.xml" ContentType="application/inkml+xml"/>
  <Override PartName="/ppt/notesSlides/notesSlide8.xml" ContentType="application/vnd.openxmlformats-officedocument.presentationml.notesSlide+xml"/>
  <Override PartName="/ppt/ink/ink5.xml" ContentType="application/inkml+xml"/>
  <Override PartName="/ppt/notesSlides/notesSlide9.xml" ContentType="application/vnd.openxmlformats-officedocument.presentationml.notesSlide+xml"/>
  <Override PartName="/ppt/ink/ink6.xml" ContentType="application/inkml+xml"/>
  <Override PartName="/ppt/notesSlides/notesSlide10.xml" ContentType="application/vnd.openxmlformats-officedocument.presentationml.notesSlide+xml"/>
  <Override PartName="/ppt/ink/ink7.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8.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9.xml" ContentType="application/inkml+xml"/>
  <Override PartName="/ppt/notesSlides/notesSlide21.xml" ContentType="application/vnd.openxmlformats-officedocument.presentationml.notesSlide+xml"/>
  <Override PartName="/ppt/ink/ink10.xml" ContentType="application/inkml+xml"/>
  <Override PartName="/ppt/notesSlides/notesSlide22.xml" ContentType="application/vnd.openxmlformats-officedocument.presentationml.notesSlide+xml"/>
  <Override PartName="/ppt/ink/ink11.xml" ContentType="application/inkml+xml"/>
  <Override PartName="/ppt/notesSlides/notesSlide23.xml" ContentType="application/vnd.openxmlformats-officedocument.presentationml.notesSlide+xml"/>
  <Override PartName="/ppt/ink/ink12.xml" ContentType="application/inkml+xml"/>
  <Override PartName="/ppt/notesSlides/notesSlide24.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notesSlides/notesSlide25.xml" ContentType="application/vnd.openxmlformats-officedocument.presentationml.notesSlide+xml"/>
  <Override PartName="/ppt/ink/ink16.xml" ContentType="application/inkml+xml"/>
  <Override PartName="/ppt/notesSlides/notesSlide26.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notesSlides/notesSlide27.xml" ContentType="application/vnd.openxmlformats-officedocument.presentationml.notesSlide+xml"/>
  <Override PartName="/ppt/ink/ink20.xml" ContentType="application/inkml+xml"/>
  <Override PartName="/ppt/ink/ink21.xml" ContentType="application/inkml+xml"/>
  <Override PartName="/ppt/ink/ink22.xml" ContentType="application/inkml+xml"/>
  <Override PartName="/ppt/notesSlides/notesSlide28.xml" ContentType="application/vnd.openxmlformats-officedocument.presentationml.notesSlide+xml"/>
  <Override PartName="/ppt/ink/ink23.xml" ContentType="application/inkml+xml"/>
  <Override PartName="/ppt/ink/ink24.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notesSlides/notesSlide34.xml" ContentType="application/vnd.openxmlformats-officedocument.presentationml.notesSlide+xml"/>
  <Override PartName="/ppt/ink/ink54.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731" r:id="rId5"/>
    <p:sldMasterId id="2147483817" r:id="rId6"/>
    <p:sldMasterId id="2147483829" r:id="rId7"/>
    <p:sldMasterId id="2147483841" r:id="rId8"/>
    <p:sldMasterId id="2147483849" r:id="rId9"/>
  </p:sldMasterIdLst>
  <p:notesMasterIdLst>
    <p:notesMasterId r:id="rId120"/>
  </p:notesMasterIdLst>
  <p:sldIdLst>
    <p:sldId id="880" r:id="rId10"/>
    <p:sldId id="347" r:id="rId11"/>
    <p:sldId id="268" r:id="rId12"/>
    <p:sldId id="269" r:id="rId13"/>
    <p:sldId id="270" r:id="rId14"/>
    <p:sldId id="279" r:id="rId15"/>
    <p:sldId id="280" r:id="rId16"/>
    <p:sldId id="281" r:id="rId17"/>
    <p:sldId id="282" r:id="rId18"/>
    <p:sldId id="283" r:id="rId19"/>
    <p:sldId id="288" r:id="rId20"/>
    <p:sldId id="289" r:id="rId21"/>
    <p:sldId id="290" r:id="rId22"/>
    <p:sldId id="291" r:id="rId23"/>
    <p:sldId id="292" r:id="rId24"/>
    <p:sldId id="293" r:id="rId25"/>
    <p:sldId id="294" r:id="rId26"/>
    <p:sldId id="295" r:id="rId27"/>
    <p:sldId id="296" r:id="rId28"/>
    <p:sldId id="298" r:id="rId29"/>
    <p:sldId id="299" r:id="rId30"/>
    <p:sldId id="300" r:id="rId31"/>
    <p:sldId id="304" r:id="rId32"/>
    <p:sldId id="306" r:id="rId33"/>
    <p:sldId id="313" r:id="rId34"/>
    <p:sldId id="579" r:id="rId35"/>
    <p:sldId id="849" r:id="rId36"/>
    <p:sldId id="850" r:id="rId37"/>
    <p:sldId id="851" r:id="rId38"/>
    <p:sldId id="852" r:id="rId39"/>
    <p:sldId id="853" r:id="rId40"/>
    <p:sldId id="854" r:id="rId41"/>
    <p:sldId id="855" r:id="rId42"/>
    <p:sldId id="856" r:id="rId43"/>
    <p:sldId id="857" r:id="rId44"/>
    <p:sldId id="858" r:id="rId45"/>
    <p:sldId id="860" r:id="rId46"/>
    <p:sldId id="861" r:id="rId47"/>
    <p:sldId id="862" r:id="rId48"/>
    <p:sldId id="863" r:id="rId49"/>
    <p:sldId id="864" r:id="rId50"/>
    <p:sldId id="865" r:id="rId51"/>
    <p:sldId id="866" r:id="rId52"/>
    <p:sldId id="867" r:id="rId53"/>
    <p:sldId id="868" r:id="rId54"/>
    <p:sldId id="869" r:id="rId55"/>
    <p:sldId id="870" r:id="rId56"/>
    <p:sldId id="871" r:id="rId57"/>
    <p:sldId id="872" r:id="rId58"/>
    <p:sldId id="873" r:id="rId59"/>
    <p:sldId id="874" r:id="rId60"/>
    <p:sldId id="875" r:id="rId61"/>
    <p:sldId id="876" r:id="rId62"/>
    <p:sldId id="882" r:id="rId63"/>
    <p:sldId id="883" r:id="rId64"/>
    <p:sldId id="884" r:id="rId65"/>
    <p:sldId id="885" r:id="rId66"/>
    <p:sldId id="886" r:id="rId67"/>
    <p:sldId id="925" r:id="rId68"/>
    <p:sldId id="887" r:id="rId69"/>
    <p:sldId id="888" r:id="rId70"/>
    <p:sldId id="926" r:id="rId71"/>
    <p:sldId id="889" r:id="rId72"/>
    <p:sldId id="890" r:id="rId73"/>
    <p:sldId id="927" r:id="rId74"/>
    <p:sldId id="891" r:id="rId75"/>
    <p:sldId id="892" r:id="rId76"/>
    <p:sldId id="893" r:id="rId77"/>
    <p:sldId id="894" r:id="rId78"/>
    <p:sldId id="895" r:id="rId79"/>
    <p:sldId id="896" r:id="rId80"/>
    <p:sldId id="897" r:id="rId81"/>
    <p:sldId id="898" r:id="rId82"/>
    <p:sldId id="899" r:id="rId83"/>
    <p:sldId id="900" r:id="rId84"/>
    <p:sldId id="901" r:id="rId85"/>
    <p:sldId id="902" r:id="rId86"/>
    <p:sldId id="903" r:id="rId87"/>
    <p:sldId id="904" r:id="rId88"/>
    <p:sldId id="928" r:id="rId89"/>
    <p:sldId id="905" r:id="rId90"/>
    <p:sldId id="906" r:id="rId91"/>
    <p:sldId id="929" r:id="rId92"/>
    <p:sldId id="930" r:id="rId93"/>
    <p:sldId id="907" r:id="rId94"/>
    <p:sldId id="908" r:id="rId95"/>
    <p:sldId id="931" r:id="rId96"/>
    <p:sldId id="909" r:id="rId97"/>
    <p:sldId id="932" r:id="rId98"/>
    <p:sldId id="910" r:id="rId99"/>
    <p:sldId id="911" r:id="rId100"/>
    <p:sldId id="912" r:id="rId101"/>
    <p:sldId id="933" r:id="rId102"/>
    <p:sldId id="913" r:id="rId103"/>
    <p:sldId id="914" r:id="rId104"/>
    <p:sldId id="915" r:id="rId105"/>
    <p:sldId id="916" r:id="rId106"/>
    <p:sldId id="917" r:id="rId107"/>
    <p:sldId id="918" r:id="rId108"/>
    <p:sldId id="919" r:id="rId109"/>
    <p:sldId id="920" r:id="rId110"/>
    <p:sldId id="934" r:id="rId111"/>
    <p:sldId id="935" r:id="rId112"/>
    <p:sldId id="936" r:id="rId113"/>
    <p:sldId id="921" r:id="rId114"/>
    <p:sldId id="922" r:id="rId115"/>
    <p:sldId id="937" r:id="rId116"/>
    <p:sldId id="923" r:id="rId117"/>
    <p:sldId id="924" r:id="rId118"/>
    <p:sldId id="573" r:id="rId119"/>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94667"/>
  </p:normalViewPr>
  <p:slideViewPr>
    <p:cSldViewPr snapToGrid="0">
      <p:cViewPr varScale="1">
        <p:scale>
          <a:sx n="107" d="100"/>
          <a:sy n="107" d="100"/>
        </p:scale>
        <p:origin x="186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117" Type="http://schemas.openxmlformats.org/officeDocument/2006/relationships/slide" Target="slides/slide108.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slide" Target="slides/slide80.xml"/><Relationship Id="rId112" Type="http://schemas.openxmlformats.org/officeDocument/2006/relationships/slide" Target="slides/slide103.xml"/><Relationship Id="rId16" Type="http://schemas.openxmlformats.org/officeDocument/2006/relationships/slide" Target="slides/slide7.xml"/><Relationship Id="rId107" Type="http://schemas.openxmlformats.org/officeDocument/2006/relationships/slide" Target="slides/slide98.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102" Type="http://schemas.openxmlformats.org/officeDocument/2006/relationships/slide" Target="slides/slide93.xml"/><Relationship Id="rId123" Type="http://schemas.openxmlformats.org/officeDocument/2006/relationships/theme" Target="theme/theme1.xml"/><Relationship Id="rId5" Type="http://schemas.openxmlformats.org/officeDocument/2006/relationships/slideMaster" Target="slideMasters/slideMaster2.xml"/><Relationship Id="rId90" Type="http://schemas.openxmlformats.org/officeDocument/2006/relationships/slide" Target="slides/slide81.xml"/><Relationship Id="rId95" Type="http://schemas.openxmlformats.org/officeDocument/2006/relationships/slide" Target="slides/slide86.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113" Type="http://schemas.openxmlformats.org/officeDocument/2006/relationships/slide" Target="slides/slide104.xml"/><Relationship Id="rId118" Type="http://schemas.openxmlformats.org/officeDocument/2006/relationships/slide" Target="slides/slide109.xml"/><Relationship Id="rId80" Type="http://schemas.openxmlformats.org/officeDocument/2006/relationships/slide" Target="slides/slide71.xml"/><Relationship Id="rId85" Type="http://schemas.openxmlformats.org/officeDocument/2006/relationships/slide" Target="slides/slide76.xml"/><Relationship Id="rId12" Type="http://schemas.openxmlformats.org/officeDocument/2006/relationships/slide" Target="slides/slide3.xml"/><Relationship Id="rId17" Type="http://schemas.openxmlformats.org/officeDocument/2006/relationships/slide" Target="slides/slide8.xml"/><Relationship Id="rId33" Type="http://schemas.openxmlformats.org/officeDocument/2006/relationships/slide" Target="slides/slide24.xml"/><Relationship Id="rId38" Type="http://schemas.openxmlformats.org/officeDocument/2006/relationships/slide" Target="slides/slide29.xml"/><Relationship Id="rId59" Type="http://schemas.openxmlformats.org/officeDocument/2006/relationships/slide" Target="slides/slide50.xml"/><Relationship Id="rId103" Type="http://schemas.openxmlformats.org/officeDocument/2006/relationships/slide" Target="slides/slide94.xml"/><Relationship Id="rId108" Type="http://schemas.openxmlformats.org/officeDocument/2006/relationships/slide" Target="slides/slide99.xml"/><Relationship Id="rId124" Type="http://schemas.openxmlformats.org/officeDocument/2006/relationships/tableStyles" Target="tableStyles.xml"/><Relationship Id="rId54" Type="http://schemas.openxmlformats.org/officeDocument/2006/relationships/slide" Target="slides/slide45.xml"/><Relationship Id="rId70" Type="http://schemas.openxmlformats.org/officeDocument/2006/relationships/slide" Target="slides/slide61.xml"/><Relationship Id="rId75" Type="http://schemas.openxmlformats.org/officeDocument/2006/relationships/slide" Target="slides/slide66.xml"/><Relationship Id="rId91" Type="http://schemas.openxmlformats.org/officeDocument/2006/relationships/slide" Target="slides/slide82.xml"/><Relationship Id="rId96" Type="http://schemas.openxmlformats.org/officeDocument/2006/relationships/slide" Target="slides/slide87.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4.xml"/><Relationship Id="rId28" Type="http://schemas.openxmlformats.org/officeDocument/2006/relationships/slide" Target="slides/slide19.xml"/><Relationship Id="rId49" Type="http://schemas.openxmlformats.org/officeDocument/2006/relationships/slide" Target="slides/slide40.xml"/><Relationship Id="rId114" Type="http://schemas.openxmlformats.org/officeDocument/2006/relationships/slide" Target="slides/slide105.xml"/><Relationship Id="rId119" Type="http://schemas.openxmlformats.org/officeDocument/2006/relationships/slide" Target="slides/slide110.xml"/><Relationship Id="rId44" Type="http://schemas.openxmlformats.org/officeDocument/2006/relationships/slide" Target="slides/slide35.xml"/><Relationship Id="rId60" Type="http://schemas.openxmlformats.org/officeDocument/2006/relationships/slide" Target="slides/slide51.xml"/><Relationship Id="rId65" Type="http://schemas.openxmlformats.org/officeDocument/2006/relationships/slide" Target="slides/slide56.xml"/><Relationship Id="rId81" Type="http://schemas.openxmlformats.org/officeDocument/2006/relationships/slide" Target="slides/slide72.xml"/><Relationship Id="rId86" Type="http://schemas.openxmlformats.org/officeDocument/2006/relationships/slide" Target="slides/slide77.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109" Type="http://schemas.openxmlformats.org/officeDocument/2006/relationships/slide" Target="slides/slide10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104" Type="http://schemas.openxmlformats.org/officeDocument/2006/relationships/slide" Target="slides/slide95.xml"/><Relationship Id="rId120" Type="http://schemas.openxmlformats.org/officeDocument/2006/relationships/notesMaster" Target="notesMasters/notesMaster1.xml"/><Relationship Id="rId7" Type="http://schemas.openxmlformats.org/officeDocument/2006/relationships/slideMaster" Target="slideMasters/slideMaster4.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110" Type="http://schemas.openxmlformats.org/officeDocument/2006/relationships/slide" Target="slides/slide101.xml"/><Relationship Id="rId115" Type="http://schemas.openxmlformats.org/officeDocument/2006/relationships/slide" Target="slides/slide106.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slide" Target="slides/slide91.xml"/><Relationship Id="rId105" Type="http://schemas.openxmlformats.org/officeDocument/2006/relationships/slide" Target="slides/slide96.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121" Type="http://schemas.openxmlformats.org/officeDocument/2006/relationships/presProps" Target="presProps.xml"/><Relationship Id="rId3" Type="http://schemas.openxmlformats.org/officeDocument/2006/relationships/customXml" Target="../customXml/item3.xml"/><Relationship Id="rId25" Type="http://schemas.openxmlformats.org/officeDocument/2006/relationships/slide" Target="slides/slide16.xml"/><Relationship Id="rId46" Type="http://schemas.openxmlformats.org/officeDocument/2006/relationships/slide" Target="slides/slide37.xml"/><Relationship Id="rId67" Type="http://schemas.openxmlformats.org/officeDocument/2006/relationships/slide" Target="slides/slide58.xml"/><Relationship Id="rId116" Type="http://schemas.openxmlformats.org/officeDocument/2006/relationships/slide" Target="slides/slide107.xml"/><Relationship Id="rId20" Type="http://schemas.openxmlformats.org/officeDocument/2006/relationships/slide" Target="slides/slide11.xml"/><Relationship Id="rId41" Type="http://schemas.openxmlformats.org/officeDocument/2006/relationships/slide" Target="slides/slide32.xml"/><Relationship Id="rId62" Type="http://schemas.openxmlformats.org/officeDocument/2006/relationships/slide" Target="slides/slide53.xml"/><Relationship Id="rId83" Type="http://schemas.openxmlformats.org/officeDocument/2006/relationships/slide" Target="slides/slide74.xml"/><Relationship Id="rId88" Type="http://schemas.openxmlformats.org/officeDocument/2006/relationships/slide" Target="slides/slide79.xml"/><Relationship Id="rId111" Type="http://schemas.openxmlformats.org/officeDocument/2006/relationships/slide" Target="slides/slide102.xml"/><Relationship Id="rId15" Type="http://schemas.openxmlformats.org/officeDocument/2006/relationships/slide" Target="slides/slide6.xml"/><Relationship Id="rId36" Type="http://schemas.openxmlformats.org/officeDocument/2006/relationships/slide" Target="slides/slide27.xml"/><Relationship Id="rId57" Type="http://schemas.openxmlformats.org/officeDocument/2006/relationships/slide" Target="slides/slide48.xml"/><Relationship Id="rId106" Type="http://schemas.openxmlformats.org/officeDocument/2006/relationships/slide" Target="slides/slide97.xml"/><Relationship Id="rId10" Type="http://schemas.openxmlformats.org/officeDocument/2006/relationships/slide" Target="slides/slide1.xml"/><Relationship Id="rId31" Type="http://schemas.openxmlformats.org/officeDocument/2006/relationships/slide" Target="slides/slide22.xml"/><Relationship Id="rId52" Type="http://schemas.openxmlformats.org/officeDocument/2006/relationships/slide" Target="slides/slide43.xml"/><Relationship Id="rId73" Type="http://schemas.openxmlformats.org/officeDocument/2006/relationships/slide" Target="slides/slide64.xml"/><Relationship Id="rId78" Type="http://schemas.openxmlformats.org/officeDocument/2006/relationships/slide" Target="slides/slide69.xml"/><Relationship Id="rId94" Type="http://schemas.openxmlformats.org/officeDocument/2006/relationships/slide" Target="slides/slide85.xml"/><Relationship Id="rId99" Type="http://schemas.openxmlformats.org/officeDocument/2006/relationships/slide" Target="slides/slide90.xml"/><Relationship Id="rId101" Type="http://schemas.openxmlformats.org/officeDocument/2006/relationships/slide" Target="slides/slide92.xml"/><Relationship Id="rId1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03:04.519"/>
    </inkml:context>
    <inkml:brush xml:id="br0">
      <inkml:brushProperty name="width" value="0.05292" units="cm"/>
      <inkml:brushProperty name="height" value="0.05292" units="cm"/>
      <inkml:brushProperty name="color" value="#FF0000"/>
    </inkml:brush>
  </inkml:definitions>
  <inkml:trace contextRef="#ctx0" brushRef="#br0">7818 4767 8 0,'0'0'2'0,"0"0"-1"0,0 0 0 0,5-1-2 0,-3-1 1 0,0 1 1 16,0 0-1-16,-2-1 1 15,0 2-1-15,0 0-6 16</inkml:trace>
  <inkml:trace contextRef="#ctx0" brushRef="#br0" timeOffset="4341.31">7818 4767 17 0,'0'0'28'16,"0"0"-6"-16,7-8-4 15,-9 8-4-15,0-2-4 16,1 2 2-16,0-1-5 0,1 1-2 16,0 0-3-16,0 0-2 15,0 0 0-15,0 0 0 16,0 0 0-16,0 0 0 15,0 0 1-15,0 0 0 16,0 0 0-16,0 0 0 16,4 0-1-16,-2 0 1 0,0 0-1 15,2 0 1-15,2 0 0 16,-2 0 1-16,1 0 0 16,3 0-1-16,-3 0 1 15,4 0-1-15,-2 0 0 16,1 1-1-16,-2 1 1 0,4-2-1 15,-3 1 0-15,1 1 1 16,1-1-1-16,-1-1 0 16,3 3 1-16,-1-2-2 15,2 0 2-15,-1 1-1 16,3 0 0-16,-1-1 1 0,0 0-1 16,3 1-1-16,-3-2 1 15,3 0 1-15,-1 0 1 16,1 0-1-16,-1 0 1 15,0 0 0-15,-2 0 1 16,3 0 0-16,-3-1 1 0,5-1-1 16,-5 1-1-16,3-1 0 15,-3 2-1-15,1 0 1 16,-1 0-2-16,0 0 1 16,1 0-1-16,-3 0 0 15,3 0 0-15,-1 0 0 0,2 0 1 16,1 0-1-16,0 0 0 15,-1 0 1-15,3 0-1 16,-4 0 0-16,6 0 0 16,-5 0 0-16,3 0 0 15,-3 0 1-15,0 0-2 0,2 0 2 16,1 0-1-16,-2 0-1 16,-1 0 1-16,1 0 0 15,-2 0-1-15,3 2 2 16,-1-1-1-16,2 1 1 15,-3 0-2-15,4-2 1 0,0 0 1 16,1 2-1-16,-1-1 0 16,0-1 0-16,4 2 1 15,-3 0-2-15,2 0 1 16,-1 1 1-16,3-2-1 16,1 0 0-16,-3 1 0 0,2-1 0 15,1 2 0-15,-4-1 0 16,0-1 0-16,0 2 0 15,-1 0-1-15,-2-2 2 16,4 2-1-16,-3-2 0 16,2 1 0-16,-1-1 0 15,3 2 0-15,-2-2 0 0,3 1 0 16,0-1 1-16,-1 1-2 16,-1-1 2-16,2-1-1 15,-1 0 0-15,-4 0-1 16,2 0 2-16,-1 0-1 0,-2 0 0 15,2 0 0-15,-2 0 0 16,-2 0 0-16,4 0 1 16,-3 0-1-16,2 0 0 15,3 0 0-15,-3 0 0 16,4 0 0-16,-3 0 0 0,4 0 0 16,-1 0 0-16,0 0 0 15,1 0 0-15,1 0 0 16,-1 0 0-16,1 0 1 15,0-1-1-15,0-2 1 16,2 1-1-16,1 1 0 0,-2 0 0 16,1-1 0-16,0 2 1 15,2-1-1-15,-2-1-1 16,0 1 2-16,2-2-1 16,-4 2 0-16,1-1 0 15,-1 1 0-15,2 0 0 16,0-1 0-16,-2 2 0 0,3-1 0 15,2-1 0-15,-1 2 0 16,0-3 0-16,0 2 0 16,-3 0 0-16,1-1 1 15,-2 1-2-15,-3-1 1 16,0 2 1-16,-3 0-1 0,3 0 0 16,-3 0 0-16,2 0 0 15,0 0-1-15,0 3 1 16,2 0 0-16,0 2 0 15,-1 0 0-15,0-2 0 16,2 0 1-16,-1-2-2 0,-3 2 2 16,2-3-1-16,-2 0 0 15,3 0 0-15,-3 0 0 16,4 0 0-16,1 0 2 16,0-2-4-16,4-2 4 15,0 1-2-15,0 2 0 16,-1-2 0-16,0 3 0 0,1-1 0 15,-3 0 0-15,1 0 0 16,-2 1 0-16,-2-1 0 16,-1-2 0-16,4 2 0 15,-3-1 0-15,2-1 1 0,0 1-1 16,1-1 2-16,1 1-2 16,2 1 0-16,-1-1 0 15,0 2 0-15,3-1 0 16,-2 0 0-16,-2 1 1 15,2 0-1-15,0 0 0 0,-2 0 0 16,2 0 0-16,-1 0 1 16,2 0-1-16,1 2-1 15,3 1 1-15,-3 1 0 16,3-1 0-16,-1 1 0 16,-3-1 0-16,1 2 0 15,0-2 0-15,-2-1 0 0,-2 0 0 16,1-2 1-16,3 0-1 15,-2 0 0-15,1 0 0 16,6 0 1-16,-4-2 0 16,5 1-1-16,-5-2 1 0,3 3-1 15,-1 0 1-15,1 0 0 16,-3 0-1-16,1 0 0 16,1 0 0-16,2 4 0 15,-2-1 1-15,3 0-1 16,-2 0 0-16,2 0 2 0,0-2-1 15,2 0 0-15,-3-1 0 16,3 0 0-16,-1 0 0 16,3 0 1-16,-1 0-1 15,-2 0 1-15,3 0 2 16,-3 0-2-16,1 0 1 0,1 0-1 16,1 0 0-16,1 0-2 15,1 0 0-15,3-1 0 16,1-2 1-16,-1-1-1 15,0 1 0-15,-1-2 0 16,-1-1 0-16,-1-1 2 0,0-1-1 16,4 1-1-16,-3 1 1 15,2 1 0-15,-2 1 0 16,-2 1 0-16,3-1 0 16,-5 2 0-16,2-1 0 15,1 1 0-15,-3 0 0 16,3 1 0-16,-3-2-1 0,0 2 2 15,-2-1-2-15,1 2 0 16,-2 0-2-16,-1 0 4 16,-2 0-2-16,1 0 0 15,-4 0 0-15,1 0 1 0,-2 0-1 16,-2-1 1-16,-1-2 2 16,-1 2 0-16,-1-3 1 15,0 2 1-15,-3-2-4 16,-1 1 1-16,0-2 1 15,-1 1 3-15,-1 0-2 16,-2-2 0-16,1-1 0 0,-2 0-1 16,-3 1-1-16,0-1 0 15,-1-3 0-15,-4 0 3 16,2-5 3-16,1-1 0 16,-4-2-3-16,1-4-3 15,2-3-1-15,-5-2-1 16,-1-2 0-16,2 0-1 0,-4-3 2 15,0 2-2-15,-1-1 1 16,2-3 1-16,0 1-2 16,-1-2 1-16,-2-2 0 15,0 0-1-15,0 3-1 0,0 1 1 16,0 2-1-16,-7 4 0 16,1 2 0-16,-4 3 0 15,-2 2 0-15,1 2 1 16,0 0-1-16,-3 2 2 15,3 0 4-15,-3-1-4 0,-1 1-1 16,1 0 1-16,1-2 2 16,0 1-2-16,-1 2 2 15,-1-1-2-15,-2 2 0 16,3 1-4-16,-2 4-2 16,1 0 5-16,-2 3 1 0,-1-1-2 15,-1 4 1-15,0 0-1 16,-2 2 0-16,2-2 2 15,-6 3 0-15,3-1 0 16,-2-1 0-16,-3 2 0 16,0 0 0-16,0 0 0 0,-2 0 0 15,0 0-2-15,-3 0 0 16,0 2-3-16,0 2 1 16,-3 0 4-16,1-1 0 15,-3 3 0-15,-2-2 0 16,3-3 0-16,-2 1 0 0,0-2 1 15,-2 0-1-15,2 0 1 16,2-3-1-16,-4-6 0 16,2 2 2-16,-2 0-4 15,1-1 4-15,2 1-2 16,-2 0 0-16,2-1 0 16,1 3 0-16,2 0 1 0,-5 1-1 15,2-1 0-15,-3 2 0 16,0 0 0-16,-3 1 0 15,-1 2 0-15,2 0 0 16,-1 0 0-16,2 0 0 16,0 0 0-16,-1 0 0 0,3 0 0 15,-2 0 0-15,3 2 0 16,-2-1-1-16,3-1 1 16,-1 0 1-16,1 0 0 15,-1 0-2-15,0 0 1 16,-2 0 0-16,-2 0 0 0,3 0 0 15,-2 0 0-15,-1 3 0 16,0-3 0-16,2 1 0 16,-2 0 0-16,0 0 0 15,0-1 0-15,-2 0 1 16,2 0-1-16,-3 0 0 0,3 0 0 16,-2 0 0-16,1 0 0 15,2 0 0-15,-3 0 0 16,3 0 0-16,-3 0 0 15,-3 0 0-15,0 0 0 16,0 0 0-16,-2 0 0 0,2 0 0 16,-3 0 0-16,1 0 0 15,0 0 0-15,0 0 0 16,0 0 0-16,0 0 0 16,2 0 0-16,-3 0 0 15,2 0 0-15,-4 0 0 16,-1 1 0-16,2 2 0 0,-1-1 0 15,0 0 0-15,1 1 0 16,0 0 0-16,1-1 1 16,1-1-1-16,0 2-1 15,2-2 2-15,0-1-1 16,5 0 0-16,-5 0 0 0,4 0 0 16,-2 0 0-16,1 0 0 15,-3 0 0-15,2 0 0 16,-2 0 0-16,1 0-1 15,2 0 2-15,0 0-1 16,0 0 0-16,-3 0 0 0,4 0 0 16,-2-5 1-16,1 0-1 15,1 2 0-15,0-1 0 16,0-1 0-16,-1 2 0 16,0-2 0-16,-4 1 1 15,2 1-1-15,-3-1 0 0,2 0 0 16,0 1 0-16,-2 1 0 15,2 1 0-15,-2 0 0 16,2-1 0-16,-3 2 0 16,4 0 0-16,-2 0 0 15,4 0 0-15,-3 0 0 0,2 0 0 16,0 0 1-16,-1 0-2 16,-2 0 1-16,4 0 0 15,-3 0 0-15,2 0 0 16,0 0 0-16,1 0 0 15,-3 2 0-15,2-1 0 0,3 0 0 16,-3 1 0-16,5-1 1 16,-1-1-1-16,2 2-1 15,3-1 2-15,-2 1-2 16,0-1 1-16,-3 3 1 16,2-2-2-16,1 0 1 0,-1 1 0 15,3-1 0-15,1-1 1 16,1 2-1-16,1-1 0 15,-1 0 0-15,3 1 0 16,-2-3 0-16,2 0 0 16,-1 1 0-16,3 0 0 0,0 1 0 15,0-2 0-15,2 2 0 16,4-1 0-16,-2 1 0 16,6 0 0-16,0 0 0 15,3 1 0-15,-1 0 0 16,2 1 0-16,1 0-1 0,1 2 1 15,1-2 1-15,0 2-2 16,5 1 1-16,-3-2 0 16,4 3-1-16,1 1 1 15,1 0 0-15,0 2 0 16,0 2 1-16,3 4-1 16,-1-1 0-16,0 1 0 0,2 3 1 15,0-2-1-15,0 2 0 16,0 0 1-16,0 1-1 15,0 2 0-15,2-2 0 16,0 3 0-16,3-1 0 16,-3 1 0-16,2 1 0 0,-1 0 0 15,3 2 0-15,-2 0 0 16,3-3 0-16,0 3-1 16,-2-3 2-16,3 0-1 15,-2-4 0-15,2 3 0 16,-3-5 0-16,1 1 0 15,0-1 0-15,0 2 2 0,-2-3-4 16,0 1 2-16,-2 1 0 16,3-2 0-16,-3-1 0 15,0 1 0-15,1 0 2 16,-1-1-2-16,2 1 0 16,-4-3 0-16,3 0 0 0,-1 0 0 15,0-1 0-15,-1-3 0 16,1 3 0-16,2-2 0 15,-2-1 0-15,2 1 0 16,-3 1 0-16,2-1 0 0,0 2 0 16,1-3 0-16,-1 1 0 15,0-2 0-15,1 2 0 16,2 1 0-16,-3-3 0 16,5 1-2-16,-2 1 4 15,4 0-4-15,1-1 2 0,1-2-1 16,1 2 0-16,3 0 1 15,4-1 0-15,6-2-2 16,8 0 1-16,9 0 2 16,10-1-1-16,14-1 2 15,14 0-3-15,12-4 1 16,6-1-43-16,13-17-121 0</inkml:trace>
  <inkml:trace contextRef="#ctx0" brushRef="#br0" timeOffset="4849.88">14703 4402 73 0</inkml:trace>
  <inkml:trace contextRef="#ctx0" brushRef="#br0" timeOffset="5546.11">14985 4253 107 0,'0'0'-1'0,"0"0"20"16,0 0 3-16,0 0-7 15,0 0-5-15,0 0-4 0,0 0-4 16,0 0-2-16,0-4 0 16,0 4 0-16,2 0 0 15,1 0 2-15,0 0-4 16,1 6 2-16,-2-1 0 16,1 2 0-16,-1-1 0 0,0 1 0 15,0-1 2-15,1 1-2 16,-1-4 1-16,0 1 0 15,0-1 0-15,1 1-1 16,1-2 1-16,-2 0 0 16,0-2 0-16,0 2 1 0,1-2-1 15,1 0 1-15,1 0 4 16,2-6 9-16,1-1-2 16,2-4-6-16,4-3-2 15,1-2-2-15,5-4 0 16,1 0-1-16,2-4 1 0,2 0 3 15,1-2 0 1,4-2 0-16,1 0 1 0,3-2-2 16,2 1 3-16,2-1-3 15,0 1-1-15,-1 2 0 16,1-1-1-16,-4 3-1 16,-1 0 1-16,-3 2 3 0,-4 3-2 15,-1 1-2-15,-7 6-1 16,-4 4 0-16,-2 3-2 15,-2 5 0-15,-3 1-9 16,-7 0-42-16,0-9-128 16</inkml:trace>
  <inkml:trace contextRef="#ctx0" brushRef="#br0" timeOffset="9743.54">15064 4336 42 0,'0'0'16'0,"0"0"4"0,0 0-7 0,0 0-1 16,0 0-5-16,0 1-5 15,0 1-2-15,0 0 0 16,0 1 0-16,2 1 0 15,-2 1 1-15,2-3-1 0,2 3 0 16,0-4 0-16,-2 2 1 16,1-3 1-16,-1 3 2 15,1-3 1-15,0 1-2 16,1-1 1-16,-1 0-3 16,4 0 1-16,-1 0 0 0,3-1 2 15,2-6 3-15,5-5 0 16,2-2 0-16,6-6 7 15,3-5-3-15,2-4 1 16,2-5 2-16,1-3-4 16,3 0-2-16,0-4-2 0,3 3-3 15,1 2-3-15,1 1-2 16,-2 6 2-16,-1 4-17 16,-4 6-27-16,-6 4-9 15,-9 6-43-15</inkml:trace>
  <inkml:trace contextRef="#ctx0" brushRef="#br0" timeOffset="11635.9">7131 2942 47 0,'0'0'17'0,"0"0"0"0,0 0-16 0,0 0-1 16,0 2 1-16,1-1 0 15,2-1-1-15,-1 3 0 16,-2-1 1-16,4-1-1 16,-2 3 0-16,-2 0 0 15,2-1 0-15,0 3 0 16,1-1 0-16,1 3 1 0,0 0-1 16,-1-1 0-16,2 2 0 15,-1-1 1-15,1 0-2 16,1-1 2-16,-3 0-1 15,4-3 1-15,-3-1 1 0,0-2 2 16,1-1 4-16,1 0 14 16,4-1 12-16,1-11 1 15,6-2-10-15,6-9-12 16,8-4 5-16,12-7-13 16,3-4 0-16,15-7-3 15,10-5 1-15,12-6-5 0,4-10-22 16,3-8-176-16</inkml:trace>
  <inkml:trace contextRef="#ctx0" brushRef="#br0" timeOffset="14425.06">13355 3026 24 0,'2'0'13'0,"2"-1"-6"0,-3-2-1 15,2 1-2-15,-1 1-2 16,1 1-1-16,-3-1-1 16,2 1 1-16,-2 0 0 15,2 0 0-15,-2 0 1 0,0 0 2 16,1 0 2-16,-1 0 0 16,0 2-1-16,3 4-1 15,-3 0-2-15,2 0-1 16,0 0 0-16,2 0 0 15,-2 0 1-15,1-2-1 0,0-1 0 16,2 1 0-16,-2-1 1 16,1-3 0-16,3 3 0 15,-2-3 1-15,3 0 0 16,-3 0 1-16,4 0 3 16,-2-3 0-16,1-1 4 0,-2-3-3 15,4-2-1-15,-1-1 3 16,-1 0-1-16,3-4-1 15,3 0 0-15,-1 0 2 16,1-3-5-16,0 1 1 16,2-1-2-16,3 0 0 0,1-1 1 15,-1 0-3-15,2 0 0 16,0 1-1-16,2-1-1 16,-2 2 0-16,-1 1 0 15,-2 2 0-15,0 1 0 16,-6 4-1-16,-2 2-1 0,-1 4-10 15,-6 2-23-15,-1 0-13 16,-2 4 19-16,0 4-19 16</inkml:trace>
  <inkml:trace contextRef="#ctx0" brushRef="#br0" timeOffset="15030.97">13415 2999 35 0,'0'0'13'0,"0"0"-7"0,0 0 1 0,0 0-1 0,0 0-2 15,0 0-3-15,0 0-2 16,0 0 1-16,0 0 0 16,0 0 3-16,0 0-1 15,0 0-1-15,-10 37 1 0,9-29 2 16,1 1-3-16,0-1 0 15,0-2 0-15,0 0 0 16,0-2 1-16,0-1-1 16,3-3 0-16,5 0 5 15,-2 0 5-15,3-3 1 0,3-7-3 16,-1-1 1-16,4-3-1 16,1-5-5-16,7-1 4 15,4-2-5-15,9-4-1 16,8-4-4-16,7-4 0 15,5-7-26-15,5-6-91 16</inkml:trace>
  <inkml:trace contextRef="#ctx0" brushRef="#br0" timeOffset="25301.91">15197 4249 25 0,'0'0'6'0,"0"0"7"0,0 0 5 0,0 0-10 16,0 0 6-16,0 0-10 16,0 0 0-16,0 0-2 15,0 0-2-15,0 0-4 16,0 0 2-16,0 0 1 0,0 0 0 15,-3 14 1-15,6-7 0 16,1 3 1-16,-2-4-1 16,1 1 0-16,1 0 1 15,2-3-1-15,-2 1 1 16,4-3-1-16,-3 0 1 0,1-2-1 16,1 0 2-16,4-10 9 15,2-6 5-15,2-3-9 16,5-6-3-16,5-4 1 15,5-3-1-15,5-1-3 0,1-2-2 16,2-2-21-16,0-3-95 16</inkml:trace>
  <inkml:trace contextRef="#ctx0" brushRef="#br0" timeOffset="32203.11">12935 6303 8 0,'-1'-3'18'0,"1"3"3"0,-2-2-5 15,2 1-2-15,0 0-5 0,0-1-4 16,-2 1-1-16,2-1-2 16,0 2 0-16,0-1-2 15,0 0 2-15,0 0-1 16,0 1 0-16,0 0 0 15,0 0 1-15,0-2 0 0,0 2-3 16,0 0 1-16,0 0 0 16,0 0 0-16,0 0-1 15,0 0 1-15,2 0 0 16,0 2 0-16,-1 3 0 16,2 0 1-16,-1 1-1 15,1 3 1-15,2-4-1 0,-4 4 1 16,1-4-1-16,0 1 1 15,2 1-1-15,0-2 0 16,-2 2 1-16,1-2-1 16,3-1 0-16,-2-2 1 15,2-2-1-15,0 0 2 0,3 0-1 16,1-2 7-16,3-10 4 16,2-2-6-16,3-5-1 15,2-5-1-15,2-2 0 16,3-5 4-16,1-3 4 15,4-1 1-15,1-4 2 16,0-2-1-16,2 0-4 0,1 4-4 16,-2 1-3-16,1 4-1 15,-4 2-1-15,-2 4-1 16,-5 2 1-16,1 0-1 16,-5 4 0-16,0 2 1 0,-3 3-1 15,-3 0 0-15,-3 6 0 16,-1 2 0-16,-3 3 0 15,-2 1 0-15,1 2 0 16,-4-1 1-16,2 2-1 16,-2 0 2-16,0 0 3 0,0 0 2 15,0 0-3-15,0 0 1 16,0 0-2-16,0 0-4 16,0 0-1-16,-2 0 2 15,2 3-3-15,-5 0-1 16,4 1-1-16,0 2-3 15,-1-2-4-15,1 2-7 0,-1 2 4 16,2 1-5-16,-2 0 0 16,-2 2-1-16,2-1-2 15,0-2-5-15,-1 2-36 16</inkml:trace>
  <inkml:trace contextRef="#ctx0" brushRef="#br0" timeOffset="35035.03">11417 7082 103 0,'2'0'7'0,"-2"-4"3"0,2 1 0 0,-2-1 1 15,0 1 2-15,0 2-4 16,0-1-7-16,-6 2-1 16,-4 0-6-16,0 0 4 15,-4 0-2-15,-1 6-8 16,-1 1 7-16,-2 0 4 0,-3-1-1 16,2 1 1-16,-4-1 1 15,3-1 1-15,0 1 2 16,-3 0-2-16,1-1 0 15,-1 2 0-15,-2-1-1 16,-3 0-1-16,-1-2 0 16,-2 1 0-16,0 0 2 0,0-1-2 15,0-2 1-15,1 1-1 16,1 1 2-16,-2 0-1 16,-1-1 0-16,2 4-1 15,0 0 1-15,-1 0-1 0,2 2 0 16,-1-1 0-16,4 1 0 15,1-1 0-15,3 1 0 16,2 1 2-16,0-2-2 16,5 2 1-16,0 0 1 15,3 2 0-15,1-1-1 16,3 3-1-16,1 0 1 0,1 1 0 16,2 3 1-16,1 2-1 15,1 3 1-15,2 2-2 16,-2 7 1-16,2 3-1 15,0 3 0-15,0 2 1 16,-3 4-1-16,1 0 2 0,2-1-2 16,-4 1 0-16,4-2 1 15,-2 1-1-15,2-2 1 16,0 2 0-16,0-1 0 16,0-3 0-16,0 0 1 0,0-2-1 15,4-1 0-15,3-1 1 16,-1 0 1-16,3 1-1 15,0-1-1-15,3-1 0 16,-2-2 0-16,4-3 0 16,0-4-2-16,-1-1 2 15,3-4 3-15,-1-3 2 0,1-4-2 16,1 1-1-16,-2-2 0 16,0-1-3-16,5-2-3 15,-2-1 2-15,2-1 6 16,2-1-7-16,1-1 3 15,0 0-1-15,0-1 1 0,2 0 1 16,0-1-2-16,2 1 0 16,2-4 0-16,2 1-1 15,1 0 1-15,5 0 1 16,-1-1-1-16,0 0 0 0,2 3 1 16,0 0-1-16,-3-2 1 15,3 1-1-15,-2-2 0 16,5 0-1-16,-3 0-1 15,6 0 0-15,-1-6 7 16,3 0 3-16,-1-3-4 16,2 1 1-16,-1 1-2 0,2 0-2 15,1 0 1-15,0 0 0 16,3 0 0-16,0 0 0 16,1 0-1-16,1 2 1 15,1-2-2-15,1 2 2 16,1 0-1-16,3 1-1 0,0 0 2 15,-1-2-1-15,3 3 0 16,1-3 0-16,1 1 0 16,-2-1 0-16,1-1 1 15,2 0-1-15,-2 0 4 16,3-2-1-16,1 1 1 0,2 0 0 16,2-1-2-16,-1 0 0 15,1 2-3-15,2 0 0 16,-4 0 0-16,-2 1 1 15,2 2-1-15,-3 0 0 16,3 2 0-16,-3-2 0 16,3 3 0-16,1-1 0 15,0-2 0-15,-3 4 0 0,-2-4 1 16,-3 1-1-16,-2 0 0 16,-6-3 0-16,-4 1 0 15,-1-1 0-15,-5-1 0 16,-2 1 0-16,-6-1-1 0,-5 2-7 15,-8-6-42-15,-12-5-57 16</inkml:trace>
  <inkml:trace contextRef="#ctx0" brushRef="#br0" timeOffset="36302.56">11274 7088 81 0,'-3'-3'4'0,"1"2"2"0,-2-1-1 0,0 2-2 0,2 0-3 15,-1-1 1-15,1 1 2 16,-1 0 3-16,1 0 5 15,0 0 6-15,1 0-7 16,1 0-3-16,0 0-9 16,0 0 1-16,10 0 3 15,-1 0-1-15,4 5-1 0,7 3 1 16,3-1 1-16,4 1-4 16,4-2 2-16,5 1 0 15,3-1 4-15,7-2-3 16,1-1 1-16,6-2-2 15,4 1 3-15,5-2-2 0,4 1 1 16,4-1 1-16,6 0 1 16,6 0-1-16,3 0 1 15,5 0-2-15,6-4-1 16,4 0-1-16,2-2 1 16,3 2 0-16,1-5-1 0,2 3 1 15,-3-3 0-15,2 0 1 16,-2 2 8-16,-1-3 0 15,-4 3 1-15,-2-1-2 16,-6 0-3-16,1 3-2 16,-7 0-2-16,-4 1-1 0,1 1 2 15,-4 3-3-15,-7-1 1 16,-4 1-1-16,-2 0 0 16,-7 0 1-16,-3 0-1 15,-3 0 0-15,-1 0 0 16,-7 0 1-16,4 0-1 0,-7 1 0 15,-2 2 0-15,-6 1 0 16,-3 1 0-16,-2 0 0 16,-6 0 2-16,-1 1-3 15,-2 0 1-15,0 3 1 16,-4-1-1-16,0 1 0 16,-2 2 0-16,-1 2 0 0,-3 5 0 15,-2 1 0-15,-2 4-1 16,-3 2-1-16,-1 5 3 15,-2 1 4-15,0 5-4 16,0 1 0-16,0 1-1 16,0 5 1-16,0 0-1 0,0 3 0 15,2 0 0-15,4-1 1 16,0-1-1-16,4 0 0 16,-1 0 2-16,-2-1-2 15,2 1 0-15,-1 1 0 16,-1-1 0-16,-4 2 0 0,0-2 1 15,-2-3-2-15,-1-4 2 16,0-2-1-16,0-5 0 16,0-3 0-16,0-1 0 15,0-6 0-15,-3 0 0 16,-1-2 0-16,-4-1 0 0,-4-3-1 16,1 2-1-16,-7-2 0 15,0 0 2-15,-8-1 0 16,-6 1 1-16,-6 3-1 15,-11 2 1-15,-9 2-2 16,-10 2-4-16,-13 1-56 0,-10-5-43 16</inkml:trace>
  <inkml:trace contextRef="#ctx0" brushRef="#br0" timeOffset="38597.58">14949 7842 42 0,'2'0'3'16,"0"0"-2"-16,2 2-1 0,-3-1 0 0,3 1-1 15,0 0-2-15,-2 1 1 16,0-1 1-16,0 0 2 16,1-1-1-16,-2 0 1 15,3 2 5-15,-2-2 0 0,0 2-1 16,0 1-1-16,0-1 0 15,-1 3-4-15,3-1 3 16,-4 0-2-16,2 0 0 16,0-2 2-16,-1 3-1 15,2-2 0-15,2-2 1 0,-3 1 2 16,4-1-1-16,0-2 2 16,2 0 0-16,3 0 0 15,1-5-1-15,3-7 3 16,4-5-5-16,5-3-1 15,4-4 4-15,4-7-1 16,5-2 4-16,3-2 6 0,5-5 6 16,3-4-5-16,1-4 2 15,3 1-10-15,4 0-5 16,0 1 1-16,-2 2-3 16,0 5 1-16,-4 3 0 0,-2 2-2 15,-4 2 0-15,-2 4 0 16,-2 2 1-16,-4 4-2 15,-4 4 2-15,-4 4-2 16,-5 2-1-16,-6 6 2 16,-3 2-2-16,-5 4-3 0,-3 0-8 15,-1 0-16-15,-5 0 2 16,0 7 6-16,0-2-15 16</inkml:trace>
  <inkml:trace contextRef="#ctx0" brushRef="#br0" timeOffset="40234.26">11090 8327 26 0,'0'-3'5'0,"0"1"-1"0,0 1-3 0,0-1-1 0,0 2-1 16,0 0 1-16,0 0-2 15,0 0 0-15,0 0 6 16,0 0-3-16,0 0 0 16,0 0 0-16,0 0 0 0,0 0 0 15,0 0 0-15,-2 0 0 16,0 2-1-16,-1-1 0 16,0 2 0-16,1-1 2 15,1-1 0-15,-3 0 4 16,2 1 8-16,-3-1-2 0,3-1 2 15,1 2-4-15,1-2-4 16,0 1-2-16,0-1-2 16,-2 0-1-16,2 0-1 15,0 0 0-15,0 0 2 16,0 0 0-16,2 0 0 0,2 0 0 16,6 0 1-16,1 0 1 15,1-3-1-15,3-4 0 16,1 1-1-16,0-2-1 15,2-2 0-15,1 1 0 16,-1 0 0-16,-2 0-1 0,4 0 2 16,-2 1-2-16,-2 1 0 15,0 1 0-15,-1 2-2 16,-2 2 1-16,-2 2-7 16,-4 0-19-16,-3 0-28 15</inkml:trace>
  <inkml:trace contextRef="#ctx0" brushRef="#br0" timeOffset="40555.28">11173 8388 88 0,'0'0'2'0,"0"0"5"0,0 0-5 0,0 0-2 16,0 0 0-16,0 0 1 16,0 0 1-16,0 0 4 0,0 0-1 15,0 0-1-15,42-6 0 16,-30 0-1-16,-1 1-2 15,0 0 0-15,1 1 0 16,0 0-2-16,0-2-12 16,-3 3-36-16</inkml:trace>
  <inkml:trace contextRef="#ctx0" brushRef="#br0" timeOffset="40782.69">11188 8422 110 0,'0'0'-6'16,"0"0"21"-16,0 0-17 15,0 0 4-15,0 0-1 0,44-20 1 16,-16 7 0-16,4-2 0 15,5-5-3-15,1-2-54 16</inkml:trace>
  <inkml:trace contextRef="#ctx0" brushRef="#br0" timeOffset="42569.92">12372 8200 42 0,'8'-7'6'0,"-2"0"13"15,2 1-1-15,-4 0-3 0,-1-1-4 16,0 2-6-16,0 0-1 16,-1 2-3-16,-2 2-1 15,0-1 0-15,0 1-1 0,2 1-5 16,-2 0-8-16,0 0 1 15,0 0 5-15,0 0 7 16,1 0 1-16,0 0 1 16,1 0-1-16,0 3-3 15,1-3-31-15</inkml:trace>
  <inkml:trace contextRef="#ctx0" brushRef="#br0" timeOffset="43331.79">13249 8325 56 0,'0'0'10'0,"0"0"15"0,0 0-1 15,0 0-10-15,0 0-2 16,0 0-2-16,0 0 1 16,0 0-11-16,0 0 3 0,0 0-3 15,0 0 0-15,0 0 0 16,44-23 0-16,-32 20 0 15,0-1 0-15,1 1 0 16,2-2 0-16,1-1 0 0,-2 1 0 16,3 0-19-16,-2 1-5 15,0-2-14-15,-5 2-38 16</inkml:trace>
  <inkml:trace contextRef="#ctx0" brushRef="#br0" timeOffset="43502.72">13363 8332 11 0,'0'0'42'0,"0"0"-31"16,0 0 2-16,0 0-4 15,0 0-8-15,0 0 3 16,0 0 11-16,0 0-1 0,32 6 1 16,3-22-11-16,3-5-3 15,5 0-2-15,-1-2-39 16</inkml:trace>
  <inkml:trace contextRef="#ctx0" brushRef="#br0" timeOffset="44050.61">14177 8146 84 0,'0'0'1'0,"0"0"5"0,0 0 5 0,0 0-4 15,0 0-1-15,0 0 2 0,0 0 5 16,0 0-5-16,0 0-5 16,39-24-1-16,-27 17-1 15,3 3-1-15,0-3 0 16,0 2 0-16,-2 1-3 15,0 1-4-15,0-1 0 16,-3 1-4-16,-2 0-5 0,0 2-17 16</inkml:trace>
  <inkml:trace contextRef="#ctx0" brushRef="#br0" timeOffset="44336.01">14173 8196 77 0,'0'0'15'0,"0"0"-3"15,0 0 1-15,0 0-1 16,0 0-3-16,45-24-1 15,-31 15 3-15,5-1-3 0,-1 0-1 16,4 0-4-16,-1 2-2 16,3-2-1-16,-3 1-1 15,1 2-7-15,-3 0-27 16,-1 0-23-16</inkml:trace>
  <inkml:trace contextRef="#ctx0" brushRef="#br0" timeOffset="45445.9">14324 7472 62 0,'0'0'11'0,"0"0"5"0,0 0-11 15,0 0-4-15,0 0-2 16,0 0-1-16,0 0-2 0,-39-18 2 16,32 16 3-16,-3-1-1 15,1 0 2-15,1 2 3 16,-4-1 0-16,2 2 0 15,0 0-1-15,-1 0-3 0,-2 0-1 16,-2 4 0-16,0 5 0 16,-1-1 0-16,-3 2-1 15,1-1 1-15,-1 2 1 16,0 2-1-16,2 0 0 16,0 0 0-16,3 5 0 15,-2-1 0-15,5 3 1 0,-1 0-1 16,3 1 0-16,1 2 0 15,0 0 0-15,3-1 0 16,2 2 0-16,2 2 0 16,-1 1 0-16,2 0 0 15,0 0 0-15,0 1 1 0,3-2-1 16,5 0 0-16,0-1 0 16,3-1 0-16,3 1 0 15,-2-3 1-15,2 1-1 16,1-2 0-16,-2-1 0 15,2-3 0-15,-2-1 0 0,1-2 1 16,1 0 2-16,1 0 4 16,1-1-3-16,-1-2-2 15,-1 1-1-15,1-1 1 16,-2-2-1-16,2-1-1 16,-1-1 1-16,2-4 0 15,3 0 1-15,-1-3 0 0,3 0 3 16,3-6 0-16,-1-4 0 15,2-2 1-15,0-1-1 16,1-3 1-16,-2-1 1 16,1 0 2-16,-7-1-4 0,2-1 3 15,-5-4-3-15,0-2 2 16,-3-5 6-16,0-2-4 16,-4-4-6-16,-1-4-1 15,0-1-1-15,-6 1 1 16,-2 0-1-16,0 2-2 0,-2 4 2 15,-10 0-2-15,-1 4 2 16,-1 3-2-16,-5 3-10 16,-6 1-24-16,-6 2-26 15,-4-2-74-15</inkml:trace>
  <inkml:trace contextRef="#ctx0" brushRef="#br0" timeOffset="49778.69">9649 10160 67 0,'-5'0'8'0,"-5"0"18"0,3 0 1 16,-3-3 2-16,-1-1-10 16,2-2-6-16,0 2-2 15,-1 1-6-15,0 0-1 0,-1 2-2 16,0 0-2-16,2 1 1 16,-5 0-1-16,1 0-1 15,-3 4 1-15,1 3 0 16,-1 0 0-16,-2-2 0 15,-2 4 1-15,3-2-1 0,-3 2 0 16,1-2 0-16,-2 4 1 16,0-1-1-16,-1 3 0 15,0-2-1-15,-3 1 2 16,-2 1-1-16,0 0 0 16,2 0 0-16,-2 2 0 0,0 0 1 15,2 2-2-15,2 2 1 16,-2 2 0-16,3-1 1 15,2 3-1-15,0-2 0 16,1 3 0-16,2 0-1 16,-2 1 1-16,2 0 0 0,-1 2 0 15,1 1 0-15,-1 5 0 16,2 1-1-16,2 3 1 16,2 0-1-16,1 4 1 15,3-1 0-15,0 0 0 16,3-1 0-16,0-2 0 0,2-1 0 15,2-2-1-15,1-3 1 16,0 1 0-16,0-3 0 16,4 0 0-16,3-1-1 15,0-1 1-15,1-2 0 16,1 1-1-16,1-4 1 16,2 0-2-16,5-2 1 0,-2-3 1 15,3 3-2-15,0-3 1 16,2 0 1-16,-1-1 0 15,2-1 0-15,-3 1 0 16,0-2 0-16,4 0-1 16,-1-1 1-16,1 0-1 15,0-3 0-15,5-2 0 0,-2 0-1 16,2-3 1-16,4 1 1 16,-2 0-3-16,-2-1 4 15,2-2-1-15,0 3 2 16,-3-3-2-16,1 1-2 0,2 0 2 15,0-1 0-15,4 1 0 16,1-1 0-16,1 1 2 16,3-1-1-16,-1-1-1 15,-2-1 0-15,1-1-3 16,-3 0 5-16,1 0-1 0,-1 0 1 16,4 0 0-16,1 0 0 15,2 0 0-15,3 0-2 16,-1 0 1-16,2 0-1 15,0 0 0-15,0 0 0 16,1-3 1-16,-1 0-1 0,1-4 0 16,0 0-1-16,2-1 0 15,-1-2 1-15,2 0-1 16,-4 0 3-16,2-1-2 16,-2 1 0-16,2-1-1 15,2-1-1-15,1 0 5 0,-3-2-3 16,4-3 0-16,-4-1 3 15,-1-2-6-15,0-4 4 16,0-3 1-16,-3-5 4 16,0 0-1-16,-1-1 7 15,-3-2-3-15,-3-1-6 0,-1 1-1 16,-3-1 0-16,-3-1-4 16,0-1 5-16,-5-2-2 15,-3-3 0-15,0-1 0 16,-4-1 0-16,-5 1 0 15,-2 0-1-15,-3 1 1 0,-4 2 0 16,-2 0-1-16,0 1 2 16,-6 2-1-16,-5 1 0 15,-3 3 1-15,-2-2-1 16,-2 2 1-16,-1 4 1 16,-3-2 18-16,1-2-19 0,-1 1 0 15,-5-1-1-15,0 0 3 16,-1-2 0-16,-2 5-3 15,-1 0 1-15,-4 2-1 16,-2 3 0-16,-1 3 0 16,-4 0 0-16,-2 4-2 0,-4 1 0 15,-5 5 0-15,-6 2-2 16,-4 4 2-16,-1 2-2 16,-9 5-2-16,-4 0 9 15,-1 5-4-15,-2 9-6 16,1 9-9-16,-3 7-19 15,1 7-30-15,1 2-20 0</inkml:trace>
  <inkml:trace contextRef="#ctx0" brushRef="#br0" timeOffset="52050.5">14928 10071 116 0,'-8'-5'14'0,"0"0"17"0,-1 0-19 0,3 1-7 15,-3 0-4-15,-2 0-1 0,2 0 1 16,-2 0 4-16,-1 0 1 16,-1 3 5-16,0-1-3 15,0 1-6-15,-1 1-2 16,0 0 0-16,1 0 0 16,-3 0-2-16,3 0 1 0,-3 1 0 15,1 2 1-15,-5 3 0 16,3 0 1-16,-2 1-1 15,-4 0 0-15,0 3-1 16,2 1 1-16,-6-1 0 16,0 1 0-16,0-1 1 0,-2 3-1 15,0 0 1-15,-1 0 0 16,2 1 0-16,0 4 0 16,-1-2-1-16,1 4 0 15,3 0 1-15,-1 0 0 16,1 2 0-16,-2 1-1 15,0 3 0-15,0-1 0 0,0 4 0 16,2 1-1-16,1 1 1 16,2 1 0-16,2 3 0 15,2-2 0-15,2 3 0 16,1-2 0-16,4-1 0 0,0-1 0 16,6 1 0-16,1-2 0 15,3 2-1-15,1 0 1 16,0 1-1-16,3 0 1 15,3-2 0-15,1 0-1 16,3-4 1-16,2 0-1 0,3-5 0 16,4 1 0-16,1-3 0 15,3 0-1-15,0-2 0 16,7 0 0-16,-3 1 0 16,2-2 2-16,0 1 1 15,0-1 2-15,1 1-2 16,1-5-1-16,4 3 4 0,-1-3-4 15,3 0 2-15,2-1-2 16,-1-1 3-16,0 2 1 16,3-3-3-16,-1 3 3 15,2-1-1-15,1 3-1 0,3-2 1 16,2 0-2-16,0 3 1 16,2-6-2-16,-1 1 1 15,2 0 0-15,-1-1-1 16,0-3 1-16,2 0-1 15,-1 0 1-15,1-3-1 16,-1 0 1-16,1-1-1 0,-6 0 0 16,0-1 1-16,0-1 0 15,-1-2-3-15,-1 0 4 16,-1 0 1-16,1-5 1 16,-1-3-2-16,-2 1 2 15,-3-2 1-15,1 1 0 0,-1-1-3 16,3-2 1-16,-5 2 3 15,0-2-2-15,1-2-2 16,-5-1 0-16,3-2-1 16,-4-1 0-16,1-3 2 15,-1-1-1-15,0-2-1 16,-1-1 0-16,-1 0-1 0,-2 3 1 16,-3 1 0-16,1-1 0 15,-7 1 1-15,2 0 3 16,-2 1-1-16,-1-2-1 15,-1 1-2-15,-3-4 0 0,1-2 0 16,-3-1-1-16,0-1-3 16,-3-5-1-16,0 1-2 15,-2 0 4-15,-1 2 0 16,-3 2 2-16,-2 0 0 16,0 6 2-16,0 0-1 0,-2 0 3 15,-4 1 0-15,1-3 1 16,-3-3-3-16,2-3 0 15,-2-3-2-15,1-2-2 16,-1-2-1-16,-3 0-3 16,1 4 4-16,-3 3 1 0,-3 5 2 15,1 2-1-15,-1 5 1 16,-2 0 0-16,4 2-1 16,-4 0-2-16,1 2 1 15,0-2-1-15,1 2 2 16,1-1-2-16,0 1 2 15,-4-1 0-15,3 2 0 0,-2-2-2 16,2-1 2-16,-5 3 2 16,3-1-2-16,-2 0 1 15,1 1-2-15,2 0 1 16,-3 1 1-16,2 3 2 16,1-2-2-16,-3 1 1 15,0-2-5-15,2 4 9 0,-2-2-4 16,2-1-1-16,-4 2 1 15,1-4 2-15,-1 3-1 16,0-1-1-16,-1 0 1 16,-3-1 0-16,1 1 0 15,0 1-2-15,-5-3-1 0,0 4 1 16,-6-2-1-16,0 1 2 16,-6 2-1-16,-3 1-1 15,-1 1-1-15,-2 3 0 16,-3 2 0-16,-5 1-1 0,-5 3-8 15,-1 11-4-15,-4 6-9 16,-7 7-28-16,-5 2-78 16</inkml:trace>
  <inkml:trace contextRef="#ctx0" brushRef="#br0" timeOffset="55590.98">17939 6544 89 0,'-3'0'10'0,"0"0"-8"0,0-3 16 0,1-2-2 15,1 0 4-15,-1 0 4 16,-1-1 0-16,2 2-3 16,-1-1-2-16,2 4-5 0,-1 0-6 15,1 1-7-15,0 0-3 16,0 11-3-16,0 3 4 15,0 6 0-15,0 3 3 16,1 2-2-16,1 1 0 0,0-1 0 16,-2 1-6-16,0 1-9 15,0 0-17-15,0-4-20 16,-5-6-8-16</inkml:trace>
  <inkml:trace contextRef="#ctx0" brushRef="#br0" timeOffset="56102.02">17887 6538 144 0,'0'0'-8'0,"0"0"11"15,0 0 2-15,0 0-3 16,16-41-1-16,-5 34 1 0,0 2 0 16,-4 1-1-16,3 3 0 15,0 1-1-15,-1 0 0 16,2 1 0-16,0 8 1 16,2 1-2-16,-1 3 1 15,-3 1 0-15,-2-1-2 0,-1 4 1 16,-5-3 1-16,-1 0-1 15,0 3 0-15,-5-4-2 16,-4 3 2-16,-2-2-1 16,-1-3 2-16,-1-1 2 15,3 0-2-15,0-3 1 0,5-2 0 16,1 0-2-16,0-2 2 16,2-3-1-16,2 1 0 15,0-1 2-15,0 0 5 16,0 0 1-16,0 0-6 15,8 2 0-15,0 1-1 16,5 1 2-16,1 0-2 0,3 3 0 16,0 1-1-16,0 1 1 15,0 0-1-15,1-1 0 16,-2 2-1-16,-3-1-23 16,-3-2-42-16</inkml:trace>
  <inkml:trace contextRef="#ctx0" brushRef="#br0" timeOffset="56499.58">18320 6689 152 0,'0'0'2'0,"0"0"-8"0,0 0 6 15,0 0 1-15,0 0 1 0,0 0-2 16,0 0 2-16,0 0 0 16,0 0 0-16,0 0-1 15,35-19 0-15,-32 12 1 16,-1 0 2-16,-1-3-2 16,-1 3 1-16,0 0 0 0,0 0-1 15,-1 3 3-15,-5 1 4 16,-2 3-3-16,1 0-1 15,-5 0-1-15,1 3 1 16,2 7-4-16,0 0-1 16,2 3 1-16,2-1-1 15,4 1 0-15,1 1 0 0,0-1 0 16,0-3 0-16,5 0-1 16,6 0-9-16,3-3-15 15,2-3-18-15,2-4-35 16</inkml:trace>
  <inkml:trace contextRef="#ctx0" brushRef="#br0" timeOffset="57012.54">18638 6611 140 0,'0'0'6'0,"0"0"1"0,0 0 19 15,0 0-10-15,2-38-7 16,-12 36-7-16,-2 2-2 15,-3 0-1-15,-1 7 4 16,0 3-3-16,-1 2 1 16,4 3-1-16,5-1 1 0,0 2-2 15,3-2 1-15,5-1-1 16,0-3-1-16,0-3-1 16,8 0-1-16,2-7-5 15,2 0 5-15,2 0 4 16,1-4 0-16,4-5 0 0,-1-3 1 15,-4 0 0-15,-1 0 0 16,0 0-1-16,-6 1 1 16,1 2 2-16,-6 2 3 15,2 1 3-15,-2 2-2 16,0 3 0-16,-2 1-3 16,0 0-3-16,0 1-3 0,0 8 4 15,0 2-1-15,0 6 0 16,0 0 1-16,2 3-2 15,0 1 0-15,1 3 0 16,-1-1 0-16,-1 1 0 0,0 0 0 16,-1-2 0-16,0-2 0 15,0-3 0-15,0-3 1 16,-4-3-2-16,1 0 1 16,-5-2 0-16,-2 0 0 15,1-1 0-15,-4-2-15 0,0-1-30 16,0-5-17-16</inkml:trace>
  <inkml:trace contextRef="#ctx0" brushRef="#br0" timeOffset="57396.87">18763 6618 114 0,'0'0'20'0,"0"0"-17"0,47-27 14 0,-32 21-4 0,0 5-8 16,-2 1-4-16,-1 0 0 15,0 4 0-15,-3 6 0 16,1 2-1-16,0 3 1 16,-1-1 0-16,-1 3-1 15,0-5 1-15,-3-1 0 0,-2-4-1 16,0-1 2-16,-1-3-2 15,-2-2 2-15,0-1 19 16,0 0 23-16,0-1-23 16,0-8-12-16,-2-1-3 15,-2-3 0-15,2-2-3 0,0-4 1 16,1 1-3-16,1-2-1 16,0 0-1-16,5 1-2 15,4 1-10-15,2 5-21 16,-1 2-25-16,0 4-9 15,2 3-53-15</inkml:trace>
  <inkml:trace contextRef="#ctx0" brushRef="#br0" timeOffset="57711.6">19061 6577 71 0,'0'0'5'0,"0"0"14"0,0 0-4 15,0 0-3-15,0 0-4 16,0 0 3-16,0 0-1 15,39 27 1-15,-35-27-2 16,2 0-2-16,-4-2-2 16,1-5-2-16,-3 0 4 15,1-1 0-15,-1-1-3 0,0-1 1 16,0 3-3-16,-3 0-3 16,-2 3 4-16,-2 2 2 15,2 2-4-15,-4 0-1 16,3 6 0-16,-5 7 0 0,4 2 0 15,1 1 0-15,3 3 2 16,-1-1-2-16,4 0-2 16,0-1 2-16,0-1-1 15,6-2-11-15,2-1-24 16,0-6-20-16</inkml:trace>
  <inkml:trace contextRef="#ctx0" brushRef="#br0" timeOffset="58095.94">19296 6564 162 0,'0'0'4'15,"0"0"5"-15,0 0 2 16,4-41-5-16,-12 35-3 16,-2 3 3-16,-2 3-5 15,-2 0-1-15,1 0 1 16,-2 7 0-16,1 3-1 0,2 0 0 15,0 3 0-15,4 0 0 16,5-2 0-16,1-1-1 16,2 1 1-16,0-1 0 15,7-4-1-15,3 1 1 16,4-1 0-16,-1-2 0 0,2-1 1 16,1 0 0-16,0-2-1 15,-2 2 1-15,-1 1-1 16,-4-1 0-16,-2 0 0 15,-3-1 1-15,-2 2-1 16,-2-2 2-16,0 3 1 16,0 0-3-16,-6 0 1 0,-1 1-1 15,1-1-1-15,1 0-2 16,2-3-29-16,3-2-33 16</inkml:trace>
  <inkml:trace contextRef="#ctx0" brushRef="#br0" timeOffset="58771.2">19502 6527 128 0,'0'0'2'16,"0"0"4"-16,0 0 7 16,19-39-3-16,-19 32 4 15,0 3 0-15,0 0-3 16,-8 3-4-16,3 1 2 15,-6 0-9-15,2 0 2 0,0 1-1 16,-3 9-1-16,1-1 1 16,1 5-1-16,-1-3 0 15,3 3 0-15,2 0 0 16,2-1 0-16,4-1 0 16,0-4-1-16,0 2-2 15,2-3 4-15,6 0-2 0,3-1 0 16,1-2 1-16,1-1 0 15,3 3 1-15,-1-3 0 16,-1 1-1-16,-1 1 1 16,-2-2-1-16,-2 3 1 15,-2 0-1-15,-5 0 0 0,0 0 0 16,-2 2-1-16,0-1-2 16,-4 1 6-16,-6-2-4 15,1 1 2-15,1-3 0 16,0 2 1-16,3-6-2 15,-2 3 2-15,5-3-2 0,1 0 1 16,1 0-1-16,0 0-6 16,0-6 2-16,1-2 0 15,5-2 2-15,3-3 2 16,2 1 0-16,0 1 0 16,3-3 0-16,-3 4 0 15,1 0-1-15,1 4 1 0,-1 1 0 16,1 1 1-16,-1 3-1 15,1 1 2-15,-3 0-1 16,1 1-1-16,-2 7 1 16,0 1 0-16,-2 1 0 15,-1 1 0-15,0 0 0 0,-2-1-1 16,0-3 0-16,-1 0 2 16,0-1-2-16,-1-2 0 15,3-2 1-15,-2-1-2 16,3-1-2-16,-1 0-23 0,0-7-60 15</inkml:trace>
  <inkml:trace contextRef="#ctx0" brushRef="#br0" timeOffset="58941.87">19731 6438 222 0,'0'0'6'0,"0"0"7"0,0 0-9 0,0 0-5 16,0 0-2-16,0 0-21 16,0 0-15-16,0 0-9 0,-38 11-20 15</inkml:trace>
  <inkml:trace contextRef="#ctx0" brushRef="#br0" timeOffset="59696.71">19816 6561 79 0,'0'0'7'0,"0"0"7"15,0 0 14-15,0 0 1 0,0 0 4 16,0 0-9-16,0 0-9 16,11-17-8-16,-11 16 0 15,-4 1-7-15,-3 0-2 16,2 0 0-16,-1 0 2 15,1 1 0-15,1 5-1 16,0 2 1-16,1 1-1 0,2-1 1 16,1 2-1-16,0 0-1 15,0 1-1-15,0-5-2 16,4 3 1-16,2-3-2 16,-2-2 3-16,1 0 1 15,1-1 0-15,-2-2 2 0,2-1 0 16,-2 0 0-16,-3 0 0 15,1 0 2-15,0-1 0 16,-1-4 2-16,0-3 2 16,-1 1-4-16,4-1-1 15,-2 0 0-15,-2-3 0 0,3 4 0 16,1-2-1-16,1 2 2 16,-1 0-2-16,1 0 1 15,2 3-1-15,-1-2-1 16,2 3 2-16,0 2-2 15,-1 1 1-15,1 0 0 0,0 0 0 16,0 1-3-16,-3 6 3 16,3 1 0-16,-2 1-1 15,-1 0 1-15,0 1-1 16,-4-3 0-16,1 4 0 16,0-4 0-16,-2-1 1 0,0-3 0 15,0 1 1-15,0-4-1 16,0 2 0-16,0-2 1 15,0 0 0-15,0 0 2 16,1-3-1-16,0-4-2 16,3-1 3-16,-2-1-2 15,2 0 0-15,4-1-2 0,-3 2 2 16,3-1 1-16,1 2 0 16,2-1 6-16,1 1-3 15,4 2-2-15,-1 2-2 16,3 1-1-16,-1 2 0 15,0 0 1-15,-2 4-1 0,-2 6-1 16,-2 4-9-16,-7 2-11 16,-2 2-19-16,-2 3-23 15,-1 2-9-15</inkml:trace>
  <inkml:trace contextRef="#ctx0" brushRef="#br0" timeOffset="60451.9">18424 7218 92 0,'0'0'0'0,"0"0"7"0,0 0 8 0,0 0-5 16,-38-2-4-16,33 1 3 15,1 1 5-15,0-2 3 0,3 2-5 16,1 0 2-16,0 0-8 15,0 0-12-15,2 0-16 16,8 0 14-16,5 0 7 16,5 0-1-16,3 0 4 15,8 0-6-15,4-1 8 16,4-5-4-16,4-1 0 0,3-3 1 16,6 0 1-16,3-3 1 15,8 0 0-15,2-1 3 16,8-1-1-16,4-1-3 15,3-1-1-15,5 3 0 16,-2-2-1-16,1 1 0 0,-2 2 1 16,1-2-1-16,-4 3 0 15,-1 0 0-15,-3-1 3 16,0 2 4-16,-5-2-1 16,-4 1 1-16,-5 0 2 15,-6 1 0-15,-5 1 1 0,-10 1 0 16,-8 1 3-16,-6 1-5 15,-7 2-1-15,-4 0-2 16,-4 2 0-16,-2 0-3 16,-5 3 0-16,-3 0-2 15,-1 0-1-15,-10-4-69 16</inkml:trace>
  <inkml:trace contextRef="#ctx0" brushRef="#br0" timeOffset="80925.11">12420 3927 16 0,'-4'0'5'0,"2"0"0"0,-1 0 3 0,-1 0-2 0,0 0 1 16,0 0-5-16,1 0 3 15,-2-2 0-15,1 2-2 16,1 0 1-16,1 0 3 15,0 0-4-15,-2 0-1 16,2 0-2-16,0 0 1 0,-1 0-1 16,1 0 0-16,-2 0 2 15,-1 0-1-15,2-1 0 16,1 1 0-16,-4 0 0 16,2-2 0-16,1 2 1 15,-3-1-1-15,0 1 1 0,0-1 1 16,-1-1-1-16,0 2 1 15,1 0-3-15,-5 0 0 16,4 0 1-16,-2 0-1 16,-3 0 1-16,4 0 2 15,-3 0 2-15,-1 0-3 16,2 4 0-16,1-1-2 0,-3 1 0 16,3 2 0-16,-3-2 0 15,0-1 1-15,3 3-2 16,0-2 1-16,-2-1 1 15,4 1-3-15,-2 0 7 16,0 1-3-16,2 1-1 0,-1 1-1 16,1-1 0-16,-2 2-1 15,2 0-3-15,-2 2 5 16,-1 0-2-16,2 1 1 16,0 0 4-16,1 0-4 15,0 0 0-15,3 2 1 0,-3-2-1 16,4 0 0-16,-1-1-1 15,2 2 1-15,-2-2 0 16,2 0-2-16,1-1 2 16,1 0 0-16,-2 0 0 15,0-1 0-15,0 2 0 0,-3-1 0 16,3-1 0-16,0 2 2 16,1-1-2-16,-1 1 0 15,2-2 0-15,-2 1-2 16,-1-1 4-16,2 2-2 15,0 0 1-15,0 0-1 0,0 0 0 16,0 1 0-16,1-2 1 16,0 2-1-16,-1-1 1 15,1 2-1-15,0-1 0 16,0-1 0-16,0 1 0 16,0 0-1-16,0 2 1 0,0-4 0 15,1 2-1-15,1-1 1 16,1 0 0-16,2 0 1 15,-3 0-1-15,2 1 0 16,2-2 0-16,-4 1 0 16,2 0 0-16,-1-2-1 0,1 2 1 15,0-1 0-15,0-1 0 16,1 1 0-16,0-1 0 16,0 1 0-16,3-1 1 15,-3 0-1-15,3 0 0 0,1 1 0 16,0-1 1-16,0-1-1 15,1 0 0-15,-1-1 1 16,1 1-1-16,2 0 0 16,-1 0 0-16,0 0 0 15,5-2 0-15,-1 2 0 16,1-3 0-16,1 3 1 0,0-3 1 16,1 2-1-16,-1-2 0 15,-1 2 0-15,0-3-1 16,1 1 1-16,-1-1 1 15,2 1-1-15,-1 0 0 16,0-1 0-16,3 0 1 0,0 0-1 16,2-2 0-16,0 1 1 15,0-2-2-15,3 0 3 16,-2 0-2-16,1 0 0 16,2 0 0-16,-1 0-1 15,-2 0 2-15,4 0-1 16,-4-6-1-16,3 2 1 0,-2-2 0 15,3 0 0-15,0 1 0 16,0-1 0-16,2 0-1 16,0-1 2-16,-2 2-2 15,2-1 1-15,-5-2-1 16,1 0 1-16,-2-3-1 0,1-2 1 16,-5 1-1-16,2-3 0 15,-2 1 0-15,0 0 1 16,-3-2 0-16,-1 2-1 15,-1-2 3-15,1 0-3 16,-1 0 0-16,-1-1 1 0,-1 0 0 16,-1-2 0-16,-2 1 2 15,-1-1-2-15,-2 1 0 16,-2-2 1-16,-2 1 9 16,0-2 3-16,-2 0-4 0,0-2-3 15,0 0-1 1,0-1-2-16,0 0 3 0,0 1-1 15,0-1 2-15,-2 0-1 16,-3 0-1-16,0-2 0 16,-3 2-2-16,1-1 0 15,-4-1-2-15,-2 2 0 0,0 3 0 16,-4-1 1-16,0 3-1 16,-4 0-2-16,-1 6 0 15,-5 1 2-15,-6 3-1 16,1 4-2-16,-6 4-1 15,-1 1-10-15,-4 6-6 0,0 3-19 16,-1 3-27-16,1-3-38 16</inkml:trace>
  <inkml:trace contextRef="#ctx0" brushRef="#br0" timeOffset="82355.64">11080 3901 44 0,'-5'0'2'0,"-4"0"1"0,2-3-1 0,-2 0 3 16,0 1 0-16,2 0 0 16,-2-1 1-16,3 0 1 15,-4-1 1-15,0 1-1 0,3-1-4 16,-4 4 0-16,-3-1-3 15,-1 1 1-15,-1 0 0 16,1 0-1-16,-1 1 1 16,-2 5-1-16,0 1 0 15,0-3 1-15,-2 3-2 16,2 0 1-16,-6-1 1 0,6 1-1 16,-5 0 3-16,3 3-2 15,-1-1 0-15,2 0 0 16,1 2-1-16,1 3 0 15,2 0 0-15,-2 0 0 16,4 3 0-16,-3 0 0 0,3 2 0 16,-1 2 0-16,3-1-1 15,-1 4 0-15,4 0 1 16,-1 2-14-16,2-1 19 16,3 5-2-16,-1-4-3 0,1 1 0 15,2-2 0-15,2 2 0 16,0-4-1-16,0 1 1 15,6 2-1-15,1-2 0 16,4 1 1-16,0 0 0 16,5 0 0-16,-1-1-2 15,2-1 2-15,5-2 0 0,0 2-1 16,1-6 2-16,3 1-1 16,1 0 0-16,0-2 0 15,-1-1 0-15,3 2 2 16,-2-2-2-16,2-1 0 15,0 2 1-15,3-4-1 0,1-1 0 16,1-3 0-16,3-2 1 16,0-2-1-16,-2-4 1 15,1 0 0-15,-2 0 0 16,-1-4-1-16,-2-3 2 16,1-3-1-16,-1 0 1 0,2 0 0 15,0-2 0-15,2-1-1 16,1 1 1-16,-2-2 1 15,1-1-2-15,-2-1 0 16,-4 0-1-16,0-2 1 16,-3-2 0-16,0-2-1 0,-4 0 0 15,0-1 0-15,-1-1 1 16,-3 0-1-16,0 0 1 16,-5 0 0-16,-1-1 1 15,-4 1 0-15,-3-3 4 16,-3-1-2-16,-2-3 3 0,0-3 0 15,-3-2 0-15,-7-4-1 16,-4 2 1-16,0-2 2 16,-4 0-5-16,1 2 0 15,-5 1 0-15,1 4-1 16,-5 2-5-16,-8 5-10 0,-6 5-37 16,-7 1-20-16</inkml:trace>
  <inkml:trace contextRef="#ctx0" brushRef="#br0" timeOffset="83380.83">9548 3793 91 0,'-17'-6'4'0,"-2"-1"0"0,1 3-1 0,1 1-1 0,-4-1 0 0,2 1 0 16,-3 3-1-16,3-3 0 16,-4 3 1-16,2 0-2 15,-4 0 1-15,0 4-1 16,-2 6 0-16,0 2 0 15,0 1 0-15,-1 2-1 0,2 2 1 16,3-1 0-16,0 1-1 16,1 3 1-16,4-2 0 15,0 2-1-15,1 1 1 16,1 2 0-16,2 1 0 16,1 2-1-16,2 1 1 15,2 1-1-15,1 0 0 0,2 1 0 16,0 2-1-16,3 1 1 15,2 0 0-15,1 1 0 16,0-2 0-16,0 0 1 16,6 0-1-16,3-1-1 0,0-1 0 15,2 2 1-15,0 0-1 16,5-1 0-16,0 1 3 16,1-1 2-16,2-3-3 15,6-1 0-15,2-4 5 16,5 0-4-16,5-4 1 0,2-1-2 15,1-2 1-15,4 0 0 16,1-1 1-16,3-1 0 16,1 0-1-16,3-4 0 15,2-2 0-15,0 0 0 16,0-6 0-16,2-1-1 0,0-1 0 16,0-11 2-16,1-2 0 15,-3-4-3-15,0-4 4 16,-2-2-3-16,-7-3 1 15,-2-3 3-15,-5-2 6 16,-1-4 0-16,-6-2 3 16,-3-1 0-16,-4-2-3 0,-6-1 1 15,-5-1-4-15,-6-1-5 16,-7-1 0-16,0-2-1 16,-18 0-6-16,-4 0-23 15,-11 4-9-15,-4 4 8 16,-10 4-8-16</inkml:trace>
  <inkml:trace contextRef="#ctx0" brushRef="#br0" timeOffset="84412.81">8229 3811 69 0,'0'0'8'0,"0"0"7"0,-53-48 0 0,33 33-8 16,0 1 0-16,0 3-4 0,-3 4 0 16,-2 0-1-16,1 3-1 15,-3 4 2-15,-1 0-4 16,-1 0 2-16,0 2-2 16,0 7 2-16,-1-1 0 0,-3 4-1 15,-1 3-1-15,0 1 1 16,-2 4 0-16,1 0-1 15,1 3 2-15,1 1 0 16,2-1-1-16,4 1 0 16,0 3 0-16,2 0 0 15,1-1 0-15,-1 2 0 0,0 2-1 16,3-2 1-16,1 5-1 16,2-2-1-16,3 2 2 15,3 1-1-15,2 0 0 16,1 0 0-16,4-4 0 15,4 5 0-15,-2-5 1 0,4 1-1 16,0-2 0-16,1-1-1 16,6 0 0-16,3 1-1 15,3 1 1-15,-2-2 1 16,5 1 1-16,1-1 1 0,3-4-1 16,3-1 0-16,0-2 1 15,3-2-1-15,0-2 1 16,4 0 0-16,3-3 1 15,0 0-1-15,6-3 0 16,2 1 0-16,0-3 0 16,3-4 1-16,0 1 0 0,-1-5 0 15,-1-1 1-15,2 0-1 16,-1-4 0-16,4-6 0 16,0-1 1-16,-1-5 0 15,4-1-1-15,-5-3-2 16,4-2 1-16,-5-3 1 0,3-3-1 15,0-2 0-15,-2-3 0 16,-5-2 1-16,-4-4-1 16,-5 0 15-16,-2-1-12 15,-9-1 0-15,-4-2-1 16,-5-1 0-16,-4-1 1 0,-7-1 5 16,0 2-3-16,-7 3 4 15,-6 2-6-15,-3 4-1 16,-4 8-2-16,-5 6 0 15,-3 7-19-15,-8 4-36 16,-3 1-89-16</inkml:trace>
  <inkml:trace contextRef="#ctx0" brushRef="#br0" timeOffset="87178.36">13265 8189 73 0,'0'-7'6'0,"0"1"-1"0,1 0-2 0,0 1-2 0,0-1-1 16,-1 1-1-16,0 1-9 16,-2-1-19-16</inkml:trace>
  <inkml:trace contextRef="#ctx0" brushRef="#br0" timeOffset="89849.47">12582 7507 56 0,'0'0'5'0,"-4"-1"0"0,0-1-4 16,-1 1 1-16,2-1-1 0,0-2-1 16,-1 3 1-16,-1-1-1 15,1-1 2-15,-1 1 6 16,-1-1 0-16,3 1 2 15,-3 1-6-15,0-1 3 16,1 0-4-16,-4 2 0 0,4-2 0 16,-3 2-2-16,1 0 0 15,-2 0-1-15,2 0 0 16,0 0 0-16,1 0 1 16,-2 0-1-16,0 0 1 15,1 0-1-15,-3 0 2 16,2 0-2-16,-1 0 1 0,-3 0 0 15,2 3-1-15,1 1 0 16,0 2 1-16,-2 1-1 16,4 2 0-16,-4-1 0 15,2 3 0-15,0 0 0 16,-2 3 0-16,1-3 0 0,-2 3 0 16,3-1 0-16,0-2 0 15,-3 1-1-15,3-1 1 16,3-1-1-16,-3-1 0 15,4 2 1-15,-3-1 0 16,3 0 0-16,1 1 0 0,-2-1 0 16,2 3 0-16,0-2 0 15,-2 1-1-15,3-1 0 16,1 2-1-16,0-2 1 16,0 2-2-16,-1 2 3 15,2-3-1-15,-1 3 2 0,1 1-1 16,1-2 0-16,0 2 0 15,0-2 0-15,0 3 0 16,0-4 0-16,0 2-1 16,0 0 1-16,0-3-1 15,0 1 1-15,0 0 1 0,0-2-1 16,0 1 1-16,0-1-1 16,0-1 0-16,0 0 2 15,5 1-2-15,1-2 0 16,-3-2 0-16,3 3 0 15,1-1-2-15,2-1 2 0,-3 2 0 16,3-1 2-16,-2 0-1 16,3 0-1-16,-2 0 0 15,-1-1 0-15,2-1 0 16,-3-2-1-16,1 0 2 16,-1 1-1-16,1-3 0 0,0 2 0 15,0-1 1-15,0-2 0 16,3 2 0-16,-2-1 0 15,1 0 0-15,1 1 0 16,2-1 0-16,-1 1-2 16,-1-2 3-16,3-1-1 15,0-1 0-15,2 2 1 0,-1-2 0 16,1 0 0-16,1 0 0 16,0 0 0-16,1-2 0 15,-2-1 0-15,0-2 0 16,2-1-1-16,1 0 0 0,-2 0 1 15,0-3-1-15,1 0 1 16,2-1-1-16,-2-1 2 16,0 1-2-16,-2-2 1 15,3 0-1-15,-1 0 0 16,-1 0 0-16,-1-4-1 0,1 2-1 16,-3-2 2-16,1-1-1 15,-5 0 0-15,-1 1 2 16,-1-2-2-16,-4 2 0 15,-3 1 3-15,0-2 0 16,0 1 9-16,0-4-3 16,-3 2 2-16,-4-1-5 0,3-2-2 15,-4 2-2-15,1-2 0 16,-3 1 0-16,0 1 1 16,-1 1-1-16,-1-3 1 15,-3 4-1-15,-1 0 3 16,-1-2-3-16,-1 1 5 0,-1 1 1 15,-2 1-2-15,2-1 1 16,-3 3-5-16,4 0 1 16,-4 1-2-16,4 6 0 15,0 1 2-15,0 6-3 16,1 0-9-16,0 5-43 0,0 3-40 16</inkml:trace>
  <inkml:trace contextRef="#ctx0" brushRef="#br0" timeOffset="92418.91">17825 8457 186 0,'0'0'2'0,"0"0"5"0,0 0-1 0,0 0-6 16,0 0-10-16,0 3 8 15,0 4-1-15,0 0 4 16,0 2-2-16,0 2 1 16,0 1 1-16,0 0-1 15,0 1 1-15,2 0-1 0,2 1 0 16,-3-1 1-16,1-2-1 16,-2-1 0-16,1 1 1 15,-1-1-1-15,0-1 0 16,0-2 1-16,0 1 0 15,0 0 0-15,0-2-1 0,0-1-21 16,0-4-43-16</inkml:trace>
  <inkml:trace contextRef="#ctx0" brushRef="#br0" timeOffset="93180.94">17635 8425 83 0,'0'0'24'0,"0"0"6"0,0 0 8 15,0 0-12-15,0 0-3 16,0 0-8-16,0 0-1 16,0 0-3-16,0 0-6 0,0 0-3 15,0 0-1-15,0 0-1 16,20-15 2-16,-2 13-2 16,2-2 1-16,4 0-1 15,2-3 1-15,4 2 1 16,1-4 1-16,0 2-1 0,1 0-1 15,-1 0 1-15,-1 1 0 16,-2 0-4-16,-5-1-40 16,-3 0-74-16</inkml:trace>
  <inkml:trace contextRef="#ctx0" brushRef="#br0" timeOffset="95202.11">17787 8365 136 0,'-10'-9'10'0,"0"2"3"0,3 0 10 0,2 3-14 16,2 1-7-16,1 3-2 15,2 0-19-15,0 0-71 16</inkml:trace>
  <inkml:trace contextRef="#ctx0" brushRef="#br0" timeOffset="95749.79">18412 8426 91 0,'0'0'15'15,"0"0"8"-15,0 0 0 16,0 0-16-16,0 0-9 15,0 0-1-15,0 0 1 0,0 0 5 16,0 0 2-16,-1 45-2 16,1-28-1-16,-1 3 3 15,-1 2-2-15,0-1 3 16,0 0 0-16,1-1-2 16,1-1 0-16,0-1 1 15,0-4-2-15,0 0 0 0,5-2-1 16,-2-2 3-16,5-2 5 15,-3-1 0-15,6-1 1 16,-4 0 0-16,4-2 0 16,2-3-6-16,-1-1 2 15,3 0-5-15,-2 0 3 0,0 0-3 16,1 0 1-16,-1-4-1 16,-1-3-2-16,-3 0-9 15,0-3-23-15,0-3-47 16</inkml:trace>
  <inkml:trace contextRef="#ctx0" brushRef="#br0" timeOffset="96042.16">18371 8568 145 0,'0'0'20'0,"0"0"17"0,0 0-27 0,0 0-7 0,0 0 8 15,0 0-2-15,0 0-4 16,0 0-1-16,48-14-3 0,-29 11 1 15,1-3-2-15,2 3-26 16,0-4-63-16</inkml:trace>
  <inkml:trace contextRef="#ctx0" brushRef="#br0" timeOffset="96242.04">18683 8496 160 0,'0'0'51'0,"0"0"-23"0,0 0-5 16,0 0-10-16,0 0 3 15,0 0-10-15,0 0-2 16,0 0-3-16,29 1 0 16,-18-1-5-16,5 0-46 15,-3 0-58-15</inkml:trace>
  <inkml:trace contextRef="#ctx0" brushRef="#br0" timeOffset="96390.66">18815 8569 180 0,'0'0'13'0,"0"0"-8"16,0 0-4-16,0 0 0 15,0 0 0-15,0 0 4 16,0 0-10-16,39 13-60 15</inkml:trace>
  <inkml:trace contextRef="#ctx0" brushRef="#br0" timeOffset="96696.87">19038 8389 215 0,'0'0'14'16,"0"0"25"-16,0 0-19 15,0 0-10-15,0 0-5 16,-11-40-3-16,11 36-1 16,-2 1 0-16,2 0-1 15,-3 2 0-15,3-1 0 0,0 2-1 16,0 0-1-16,0 0 1 16,5 8-1-16,0 1-1 15,3 4 2-15,0 0 1 16,0 4-2-16,-1-1 1 15,0 1-4-15,0-2-12 16,-1 4-7-16,-4-3-11 0,0 0-18 16,-2 0 12-16,0-3 4 15,0-2-45-15</inkml:trace>
  <inkml:trace contextRef="#ctx0" brushRef="#br0" timeOffset="96810.63">19057 8561 91 0,'0'0'24'0,"0"0"34"16,0 0-4-16,0 0-20 15,0 0-15-15,0 0-15 16,0 0-2-16,0 0-10 16,51-7-22-16,-29 7-55 0</inkml:trace>
  <inkml:trace contextRef="#ctx0" brushRef="#br0" timeOffset="97458.27">18765 9204 147 0,'0'0'-7'0,"0"0"21"0,0 0 16 16,0 0-18-16,0 0 4 15,0 0 3-15,0 0-2 16,0 0-7-16,0 0-10 15,0 0-2-15,-4 9 1 16,4 5 1-16,0 6 0 16,0 3 1-16,0 1-1 0,0 3 1 15,0-3-1-15,0 1 0 16,0-2 0-16,0-3 0 16,2-2 0-16,3-2 0 15,-1 1 2-15,3-3 0 0,0-2-1 16,2 1 1-16,4-5-2 15,-2-1 2-15,3-1 0 16,-1-5-2-16,3-1 3 16,0 0 0-16,2-1-9 15,-3-8-24-15,0-3-43 0,-5-4-51 16</inkml:trace>
  <inkml:trace contextRef="#ctx0" brushRef="#br0" timeOffset="97673.87">18731 9386 128 0,'0'0'2'16,"0"0"6"-16,0 0 26 16,0 0-6-16,0 0-2 15,0 0-7-15,0 0-6 0,0 0-10 16,0 0 0-16,26-26-3 15,-2 17 0-15,3 3 0 16,0-1-32-16,2-2-67 16</inkml:trace>
  <inkml:trace contextRef="#ctx0" brushRef="#br0" timeOffset="98164.67">19086 9455 161 0,'0'0'5'16,"0"0"-3"-16,0 0 0 15,0 0-2-15,0 0 1 16,-37 8-1-16,36-11 4 16,1-3 13-16,0-2-7 0,8-1-3 15,3 2 3-15,3-1 3 16,1 1-6-16,1 2-4 15,-3 1-3-15,1 1 0 16,-1 3 0-16,-2 0 0 16,-3 1-1-16,0 8-1 15,-3 0 0-15,-3 3 2 0,-2 4-2 16,0 1 1-16,-1-1 2 16,-7 1 0-16,-4 0-5 15,-1-2-1-15,-3-2-3 16,3 0 4-16,0 0 4 15,0-3 0-15,4-2 0 0,4-2-1 16,1 1 1-16,2-3 0 16,2-4-1-16,0 0 0 15,4 0 3-15,5 0 8 16,3 0 4-16,3-4-2 16,4-3 0-16,-2 1 2 0,4-1-5 15,0 1-4-15,1 1-3 16,-1-2-1-16,3 1-1 15,-2-1-18-15,1-2-28 16,1-1-49-16</inkml:trace>
  <inkml:trace contextRef="#ctx0" brushRef="#br0" timeOffset="98335.58">19536 9260 117 0,'0'0'-18'0,"0"0"6"0</inkml:trace>
  <inkml:trace contextRef="#ctx0" brushRef="#br0" timeOffset="98491.95">19577 9336 178 0,'0'0'32'0,"0"0"-16"0,0 0 5 15,-25 40-12-15,25-34-3 16,0-2-6-16,0-3 2 16,11-1-7-16,3 0-37 15,1-12-83-15</inkml:trace>
  <inkml:trace contextRef="#ctx0" brushRef="#br0" timeOffset="99074.82">20201 8967 213 0,'0'0'-3'0,"0"0"6"0,0 0-1 16,0 0 0-16,0 0 0 16,0 0-5-16,0 0 8 15,0 0-5-15,-3 41 2 16,-5-16-1-16,0 0 0 16,2 2 0-16,1-4-1 15,-3-2 1-15,1-1-1 0,-2-4 1 16,-1 0-1-16,0-3 1 15,-6-1 1-15,0 0-2 16,0-3 0-16,0-1 0 16,-1-3 1-16,2-1 2 15,-3-2 1-15,3-2-2 0,1 0 1 16,3 0-2-16,1-2 3 16,0-4-2-16,5-3-1 15,-2 0 2-15,2-1-1 16,3-1-4-16,2-1 4 15,0 2-2-15,0 0-1 0,4 3-1 16,6-3 1-16,0 5 2 16,3-1-3-16,4 0 3 15,1 2-2-15,-2 1 1 16,4-1 0-16,-2 4-1 0,2 0 0 16,0 0 0-16,-2 4 0 15,-1 3 1-15,-1 3 0 16,0-3 1-16,-1 3 1 15,1-3 0-15,-3 2 1 16,1-2-1-16,-3 0-1 0,3-2 1 16,-1 0-2-16,-2-2-8 15,3-3-59-15</inkml:trace>
  <inkml:trace contextRef="#ctx0" brushRef="#br0" timeOffset="99495.63">20655 8893 155 0,'0'0'5'0,"0"0"20"0,0 0 2 0,0 0-13 16,0 0-2-16,0 0-2 15,0 0-4-15,0 0-3 0,0 0-6 16,0 0-2-16,0 0 5 15,13 23 3-15,-10-5-1 16,3 2-1-16,-1 2 0 16,-1-1 0-16,2-3 0 15,-1 0-1-15,-1-2 1 16,3-2 1-16,-6-1 1 0,1 0-3 16,-2-4-17-16,0-1-38 15,0-4-30-15</inkml:trace>
  <inkml:trace contextRef="#ctx0" brushRef="#br0" timeOffset="99970.91">20517 8887 57 0,'0'0'24'0,"0"0"-19"0,0 0 4 0,0 0-5 16,0 0 4-16,0 0 2 16,0 0 3-16,0 0 2 0,0 0 6 15,0 0 3-15,8 1 0 16,-3-1-2-16,2 0-2 15,4-3-6-15,3-3-2 16,1-1-3-16,5 3-3 16,4-3 0-16,-3 0-4 15,5 2-1-15,1-1-1 0,0 2-1 16,0-3-26-16,-1-3-59 16</inkml:trace>
  <inkml:trace contextRef="#ctx0" brushRef="#br0" timeOffset="100888.78">20916 9133 122 0,'0'0'10'0,"0"0"31"0,0 0-15 16,0 0 1-16,0 0 5 15,0 0 2-15,0 0-21 16,0 0 0-16,0 0-11 16,0 0-4-16,0 0-4 15,0 0 5-15,0 0 0 0,2 20 2 16,1-8-1-16,3 2 0 16,-3-3 1-16,5-1 0 15,-1 0-6-15,3-3-17 16,2-5-28-16,-1-2-57 0</inkml:trace>
  <inkml:trace contextRef="#ctx0" brushRef="#br0" timeOffset="101286.58">21269 8889 213 0,'0'0'3'0,"0"0"4"0,0 0-3 15,0 0-2-15,49-23 4 0,-29 17 1 16,-1-1 10-16,4 0-1 16,-1 3 1-16,4-3-7 15,-1 1-5-15,2 1-4 16,-2 0 1-16,-3 1-3 15,-2 3-19-15,-6-3-48 0,-2-2-64 16</inkml:trace>
  <inkml:trace contextRef="#ctx0" brushRef="#br0" timeOffset="101522.16">21467 8748 223 0,'0'0'5'0,"0"0"9"16,0 0 26-16,0 0-31 16,0 0-9-16,0 0-1 15,0 0 0-15,0 0 1 0,-26 53 2 16,26-32 0-16,0 2-1 16,4 1 2-16,4 2-2 15,0-1 3-15,-1-1-3 16,1-2-19-16,0-3-29 15,-1-6-43-15</inkml:trace>
  <inkml:trace contextRef="#ctx0" brushRef="#br0" timeOffset="101820.82">21736 8650 261 0,'0'0'3'0,"0"0"7"0,0 0-10 15,0 0-3-15,0 0-3 16,0 36 7-16,0-8 8 16,0 5-4-16,2 5-1 15,2 2-2-15,1-2 1 16,1-1-2-16,1-3 1 0,-1-1 0 15,-1-4 1-15,-1-4-3 16,-1-4-2-16,-3-2-12 16,0-8-12-16,0-5-14 15,0-6-59-15</inkml:trace>
  <inkml:trace contextRef="#ctx0" brushRef="#br0" timeOffset="102183.94">21671 8729 101 0,'0'0'94'0,"-6"-36"-86"15,6 17 12-15,0 2-3 16,2 2-5-16,8-1-7 16,3 5-1-16,3 0-4 15,4 3 3-15,0 1-3 16,2 4 0-16,-1 2 0 0,-2 1 0 15,-1 0-2-15,-7 1 1 16,0 8-2-16,-9 2 0 16,-2 3-1-16,0 1 0 15,-2 1 0-15,-8 0 6 16,4 0-3-16,-2-2 5 0,5 2 0 16,1-3 0-16,2-1-1 15,0 1 2-15,3 0 1 16,7 0 2-16,-2 0-2 15,2 1-2-15,-5 1-1 16,-5 4-2-16,-2 1-1 0,-22 1-36 16,-16 3-113-16</inkml:trace>
  <inkml:trace contextRef="#ctx0" brushRef="#br0" timeOffset="103159.29">19255 10096 103 0,'0'0'3'0,"0"0"12"0,0 0 15 16,0 0 4-16,0 0-6 0,0 0-5 15,0 0-3-15,0 0-1 16,0 0-10-16,0 0-3 16,0 0-7-16,0 0-5 15,0 0 0-15,-4-11-2 16,6 27 6-16,1 6 2 0,3 1 2 16,-4 5-2-16,1-1 1 15,-1 0-1-15,0 0 2 16,0-1-2-16,0-2 2 15,1-4-1-15,-1-2 0 16,1-1 0-16,2-4 0 0,1-3-1 16,0-3 1-16,-2 0 0 15,1-4 0-15,1 1 2 16,1-4-1-16,2 0 4 16,-2 0 0-16,6 0-2 15,1-8-1-15,0-2-1 16,2-2 0-16,-3-2-14 0,-1 0-28 15,-5-3-42-15,-3 0-57 16</inkml:trace>
  <inkml:trace contextRef="#ctx0" brushRef="#br0" timeOffset="103352.89">19217 10278 223 0,'0'0'17'0,"0"0"-8"0,0 0 9 0,0 0-14 0,0 0-4 15,0 0 3-15,58-47-2 16,-29 34-22-16,-1 0-53 16,1-2-60-16</inkml:trace>
  <inkml:trace contextRef="#ctx0" brushRef="#br0" timeOffset="103877.11">19620 10217 183 0,'0'0'-18'16,"0"0"20"-16,0 0 1 15,0 0 0-15,-37 11 1 16,33-11 1-16,-1 0 4 15,3 0 10-15,1 0 3 0,1 0-12 16,0 0-4-16,0 0-3 16,3 0-1-16,3 0-2 15,0 0 2-15,1 0-2 16,0 0 0-16,-1 7-4 0,-5 2-10 16,-1 2 0-1,0 1 4-15,0 0 3 0,-3 1 5 16,-6-3 2-16,4 0 0 15,-1-3 2-15,3 0 3 16,1-1-1-16,2-2-2 16,0-1-1-16,0 0 3 0,2-2-1 15,7-1 4-15,-1 0 2 16,4 3-1-16,0-1-4 16,3 0-3-16,-3 3-1 15,1 2 1-15,-2 0-1 16,-4 0 0-16,1 3 0 15,-4-2-1-15,-4 2 0 0,0 0 0 16,0 4 0-16,-12-2 1 16,-2 2 1-16,-4 2 1 15,-6-1-2-15,1 2 0 16,-4-1-2-16,5-4 1 0,0-3-1 16,5-1-4-16,7-6 0 15,6-2-10-15,4-11-52 16</inkml:trace>
  <inkml:trace contextRef="#ctx0" brushRef="#br0" timeOffset="104055.81">19868 10124 276 0,'0'0'1'0,"0"0"2"0,0 0-3 16,40-14 0-16,-24 4-26 16,3-2-94-16</inkml:trace>
  <inkml:trace contextRef="#ctx0" brushRef="#br0" timeOffset="104198.63">20049 10174 256 0,'0'0'5'16,"0"0"-5"-16,0 0-2 0,0 0 4 16,0 0-1-16,39 16-32 15,-24-22-91-15</inkml:trace>
  <inkml:trace contextRef="#ctx0" brushRef="#br0" timeOffset="104683.34">20473 9850 269 0,'0'0'7'0,"0"0"-7"16,0 0-7-16,0 0 2 16,0 0 2-16,0 0 3 15,3 42 0-15,-8-24 1 16,-1 5-1-16,-2-1 2 15,0 1-2-15,1 0 0 0,-3 0 0 16,-1-5 1-16,0-2-2 16,-2 1 1-16,1-6 1 15,-2-1-1-15,-2-4 5 16,3-2-4-16,-1-4 2 16,2 0 0-16,1 0 0 0,1-1 0 15,2-8 2-15,2 1-1 16,-3-2-1-16,5-4-3 15,3 2 2-15,-1 0-2 16,2 1 0-16,0 0 0 16,2 3 1-16,5-1-1 15,3 3 0-15,1 1-1 0,3 0 1 16,1 1 0-16,2 1 0 16,1 3 0-16,2 0-2 15,-1 0 1-15,2 4 0 16,-1 2 0-16,1 1 0 15,-1 0 1-15,2-1 0 0,1-1 1 16,-4-3-12-16,4-2-31 16,-3 0-55-16</inkml:trace>
  <inkml:trace contextRef="#ctx0" brushRef="#br0" timeOffset="104924.72">20874 9797 228 0,'0'0'12'0,"0"0"18"0,0 0-30 0,0 0-6 0,0 0-1 16,0 0 4-16,0 0 3 16,8 42 0-16,-8-25 0 15,2 0 0-15,0 0 0 16,0 0 1-16,1-3 0 0,0-1 0 15,1-3-4-15,-4-1-22 16,0-5-39-16,0-4-1 16</inkml:trace>
  <inkml:trace contextRef="#ctx0" brushRef="#br0" timeOffset="105136.84">20735 9836 212 0,'0'0'-4'0,"0"0"27"0,0 0-3 15,0 0-15-15,0 0-4 16,7-37 1-16,7 28 0 16,6 0-1-16,1 2 1 15,6-2-2-15,0 2-2 16,1 3-33-16,-2-1-63 0</inkml:trace>
  <inkml:trace contextRef="#ctx0" brushRef="#br0" timeOffset="105550.88">21058 9879 174 0,'0'0'13'16,"0"0"9"-16,0 0-6 15,0 0 13-15,0 0-17 16,0 0-3-16,0 0 0 0,0 0-1 16,-30-9-2-16,30 5-1 15,0-1-3-15,6 0-2 16,3 0 1-16,2 2 0 16,0 1-1-16,3 2 0 15,-3 0-1-15,-2 4-1 0,1 8-10 16,-2 2-9-16,-5 2-3 15,-1 0 3-15,-2 2 7 16,0-4 7-16,-5 1 5 16,-3-5 3-16,-1-1 0 15,1-2 4-15,2-3 4 0,1-1 3 16,0-1-3-16,3-2-1 16,2 0 5-16,0 0 0 15,0 0-5-15,8 0-5 16,5-5 1-16,3-2-4 15,5 0 1-15,2-1 0 16,4 0-8-16,0-1-35 0,1-1-47 16</inkml:trace>
  <inkml:trace contextRef="#ctx0" brushRef="#br0" timeOffset="105870.7">21503 9737 116 0,'0'0'24'0,"0"0"9"0,0 0-23 16,0 0 10-16,0 0 8 15,41-6-9-15,-22 3-1 0,4-3-2 16,-2 2-5-16,1-1-8 16,-1 2 0-16,-1-1-2 15,-4 1-1-15,-1 0 1 16,-3 0 0-16,0 0-4 16,-6 2-18-16,-1-2-30 0,-5-1-39 15,0-1-28-15</inkml:trace>
  <inkml:trace contextRef="#ctx0" brushRef="#br0" timeOffset="106092.12">21604 9640 203 0,'0'0'8'0,"0"0"32"15,0 0-34-15,0 0-7 16,0 0 6-16,0 0 0 0,16 39-1 15,-7-21 0-15,2 2-4 16,-2 0 1-16,0 1 0 16,3 0 1-16,-2-1-1 15,1-5-3-15,1-3-24 16,-1-6-38-16,3-6-35 0</inkml:trace>
  <inkml:trace contextRef="#ctx0" brushRef="#br0" timeOffset="106655.25">22018 9518 205 0,'0'0'4'0,"0"0"9"0,0 0-12 0,0 0-2 0,0 0 0 16,0 0-4-16,0 0 3 15,-2 53 3-15,2-32 6 16,1 3-1-16,4 2 1 16,2 2-2-16,4 1 0 15,-3-3-2-15,1 2-1 16,1-3-1-16,-5-1 0 0,-1-1-1 16,0-5 1-16,-1 0 0 15,-1-4-1-15,0-3-1 16,-2 0-10-16,0-5-12 15,0-3-28-15,0-3-18 16</inkml:trace>
  <inkml:trace contextRef="#ctx0" brushRef="#br0" timeOffset="107181.88">21982 9544 152 0,'0'0'8'0,"0"0"17"16,0 0 14-16,20-43-21 16,-11 35-3-16,-3 2-2 15,4 0-3-15,3 3-5 16,-4 3-1-16,2 0-3 15,1 0-1-15,-2 0 0 0,-3 5-1 16,1 2 0-16,-4 3-1 16,-3 1-1-16,-1 0-8 15,0 1-4-15,-8-2 11 16,-4 1-8-16,1-4 13 0,0 0-3 16,1-1 1-16,4-3 4 15,4-2-1-15,0-1-1 16,2 0-3-16,0 0 4 15,6 0 1-15,5 0-1 16,2 0 1-16,0 0 3 16,2 0 1-16,0 0-2 0,-1 0-1 15,-2 3-4-15,0 4 1 16,-2 2-2-16,-4-1 0 16,-3 1-1-16,-3 1-1 15,0 1 3-15,-4-1 0 16,-8 0 0-16,-3-3 2 0,-2 2 5 15,-2 0-1-15,-2-1-1 16,-3 2-5-16,-1-2-20 16,-3-5-36-16</inkml:trace>
  <inkml:trace contextRef="#ctx0" brushRef="#br0" timeOffset="110872.8">20149 10721 11 0,'-3'1'152'0,"-1"-1"-129"0,2 0 22 0,-2 0-18 16,2 0-3-16,1 0-9 15,1 0 0-15,0 0-4 16,0 0-4-16,0 0-3 16,0 0-3-16,3 0-1 0,5 0 2 15,4 0-2-15,3-1 1 16,0-2 0-16,4 2-1 16,1-1-4-16,-2 1-25 15,2 0-40-15,-4-1-59 0</inkml:trace>
  <inkml:trace contextRef="#ctx0" brushRef="#br0" timeOffset="111038.5">20270 10865 270 0,'0'0'4'0,"0"0"-8"15,0 0 6-15,0 0 1 16,0 0 3-16,0 0-1 15,39 21-8-15,-20-21-32 16,3-6-50-16</inkml:trace>
  <inkml:trace contextRef="#ctx0" brushRef="#br0" timeOffset="111649.98">20822 10585 238 0,'0'0'5'15,"0"0"17"-15,0 0-6 16,0 0-7-16,0 0-8 0,0 0-4 16,0 0-2-16,0 0 1 15,-11 16 5-15,6 1-3 16,1 1 2-16,-1 3 0 15,2-2 0-15,0 3 0 16,1-2 0-16,-1-1 1 0,-3-1-1 16,2 0-1-16,-4-3-1 15,2-2 0-15,0-4-1 16,-1-1 0-16,0-1 0 16,0-4 3-16,-2-2-1 0,2-1-5 15,-1 0-4-15,-2 0-11 16,1-6-5-16,0-2 1 15,0-2 14-15,2 1 6 16,1 0 6-16,1 0 3 16,1 2 15-16,2 0 3 15,-3 1-5-15,5 0-6 0,0 2-4 16,0-2-4-16,5 2-3 16,1 0 1-16,3 1-1 15,-1 0 0-15,3 1-1 16,1 1 1-16,1 1 0 15,0 0 0-15,1 0-1 0,1 0 2 16,-1 0-1-16,1 0 1 16,1 0 2-16,-1 1-1 15,-1 3-1-15,0-1 1 16,-1 1 0-16,0 0 1 16,-1 1 3-16,-2-2-2 0,1 2-1 15,-5-1 0-15,1 0-2 16,-2 2 0-16,0-3-9 15,-1-3-55-15</inkml:trace>
  <inkml:trace contextRef="#ctx0" brushRef="#br0" timeOffset="112926.52">21186 10374 124 0,'-6'1'1'0,"2"0"2"0,-1-1 5 0,-2 3-2 0,2-2 5 15,-1-1-3-15,1 3-4 16,-2 0-3-16,1 0 4 0,1-2 2 15,-3 3-1-15,5 2-3 16,-4-2-3-16,1 4 1 16,0 0-1-16,1 2 0 15,0 0 1-15,-1 7 1 16,2 0 3-16,0 3-1 16,-1 3-1-16,2 2 2 0,1 4-1 15,1 1-1-15,1 1 0 16,-2 0-2-16,2 0 1 15,0 0-1-15,0 1 0 16,3 0 1-16,4-2 2 16,4 0-2-16,0-5 3 0,4 1-2 15,3-5 2-15,3-2 1 16,3-2-2-16,-2-3 1 16,4 0 0-16,0-2-2 15,0-2 0-15,0-2 3 16,-4-2 1-16,1-2-4 0,0-1 0 15,2-3-1-15,-4 0-3 16,2-6-33-16,-5-11-64 16</inkml:trace>
  <inkml:trace contextRef="#ctx0" brushRef="#br0" timeOffset="113707.11">21603 10498 142 0,'0'0'45'0,"0"0"7"0,0 0-26 0,0 0-24 0,0 0-7 0,0 0 5 15,0 0-1-15,-8 40 1 16,6-20 1-16,1 2-2 15,-2 1 1-15,0 0 1 16,-4-2-1-16,1-1 2 16,-3-4-2-16,-2-1 0 15,0-2-3-15,-1-3-1 0,-4-1 2 16,1-2-2-16,0-2 2 16,-1-1 4-16,3-4-1 15,-1 0-1-15,5 0-1 16,0-9-6-16,0 0 0 15,4-2-2-15,3-2 12 0,0-1-3 16,2 2 0-16,0 0 1 16,2 2 1-16,5 1-2 15,3 1 0-15,0 2 0 16,1 2-2-16,2 0 2 16,3 3 2-16,0 1-1 0,-1 0 0 15,5 0 1-15,1 0-1 16,-1 4 0-16,2 1 0 15,-1 1-1-15,-2 2 1 16,-1-2-1-16,-1-1 0 16,-2 0-2-16,-1-1-7 0,3-3-27 15,-1-1-24-15,-3 0-53 16</inkml:trace>
  <inkml:trace contextRef="#ctx0" brushRef="#br0" timeOffset="113962.78">21909 10451 142 0,'0'0'-15'0,"0"0"26"0,0 0-4 0,0 0-8 15,0 0 5-15,0 0 6 16,0 0 4-16,13 50 1 15,-7-32-3-15,-3-1-8 16,2 0-2-16,3-2-1 0,-4-1 2 16,1-3-4-16,-1-1-8 15,-1-5-14-15,-3-1-16 16,0-3-26-16</inkml:trace>
  <inkml:trace contextRef="#ctx0" brushRef="#br0" timeOffset="114182.78">21795 10494 238 0,'0'0'6'0,"0"0"7"16,0 0-11-16,0 0 1 15,0 0-1-15,37-40-1 16,-20 33 3-16,2 0-2 15,4 1-1-15,1 0-1 16,-2 2-2-16,0 1-18 0,-1-1-58 16,-2 0-34-16</inkml:trace>
  <inkml:trace contextRef="#ctx0" brushRef="#br0" timeOffset="114417.15">22128 10548 209 0,'0'0'7'0,"0"0"-9"16,0 0 4-16,10 37 4 16,-5-23-2-16,1 0-2 15,-2 2-2-15,2 1 1 16,0-2-1-16,-3 0 0 15,2 2-2-15,0-5-19 0,-2 0-28 16,0-4-1-16</inkml:trace>
  <inkml:trace contextRef="#ctx0" brushRef="#br0" timeOffset="114710.49">22384 10410 215 0,'0'0'0'0,"0"0"7"15,0 0 8-15,0 0-2 16,47-21-1-16,-33 15-10 0,-1 2-2 15,1-1 0-15,-1 0 0 16,1 2 1-16,1-1-2 16,-1-1 1-16,0 3 0 15,1-2-19-15,-4 1-48 16,-3-2-33-16</inkml:trace>
  <inkml:trace contextRef="#ctx0" brushRef="#br0" timeOffset="114994.74">22443 10306 209 0,'0'0'25'0,"0"0"-20"15,0 0-6-15,0 0 2 16,0 0 3-16,4 40 3 16,2-24-2-16,-1 2-1 15,4 2-1-15,-4 0-1 16,5 0-2-16,-3 1 1 0,3-2-2 16,-2-2-27-16,0-4-48 15,2-5-25-15</inkml:trace>
  <inkml:trace contextRef="#ctx0" brushRef="#br0" timeOffset="115327.7">22827 10211 196 0,'0'0'15'16,"0"0"-18"-16,0 0 7 16,0 50 1-16,4-27 1 15,3 1-3-15,1 3-1 16,2-2-1-16,1 1 1 15,0-1-2-15,-4-2 0 0,3 0 0 16,-5-2 1-16,0-5-2 16,-2-2-7-16,1-3-16 15,-4-5-22-15,0-6-7 16</inkml:trace>
  <inkml:trace contextRef="#ctx0" brushRef="#br0" timeOffset="115834.78">22816 10225 124 0,'0'0'56'0,"0"0"-38"16,-2-51 7-16,2 37-10 16,6 1-4-16,3-1-5 15,4 4 0-15,1-3 2 16,3 4 0-16,-1 1-4 0,2 4-2 15,-4 1-1-15,1 3-2 16,-4 0 0-16,-5 0-1 16,2 8-1-16,-6 3-2 15,-2 1 0-15,0 4 0 16,-2 0-3-16,-7-2-5 0,-2 4 10 16,0-5-4-16,1-2 5 15,0-3 4-15,1-1-2 16,4-3 0-16,2-2 4 15,1 0-3-15,2-2 0 16,0 0-6-16,2 0 12 16,5-3-5-16,3-1-1 0,2 0 4 15,2-2 0-15,-1 5 1 16,1-1-2-16,-1 2-2 16,1 0-1-16,-5 0 0 15,0 2-1-15,-1 5 0 0,-3 0 0 16,-2 0-2-16,-3 2 0 15,0-1 2-15,0 1 0 16,-4-1-1-16,-6-1 4 16,-1-1-2-16,-3-2-5 15,0-1 1-15,-1-2-38 16,-1-1-73-16</inkml:trace>
  <inkml:trace contextRef="#ctx0" brushRef="#br0" timeOffset="116140.81">23037 9879 136 0,'0'0'34'0,"45"-14"-17"0,-23 7 17 0,0 2-13 16,1 3-5-16,0 2-6 16,-4 0-4-16,2 2-1 15,-2 10-3-15,1 3 0 0,-5 8-2 16,-1 5-2-16,-5 5 1 16,-2 8 1-16,-6 9 0 15,-1 5 0-15,-12 6-38 16,-12 2-42-16,-9 2-61 15</inkml:trace>
  <inkml:trace contextRef="#ctx0" brushRef="#br0" timeOffset="116681.84">20540 11796 222 0,'0'0'17'0,"0"0"-11"0,0 0-1 0,0 0-3 0,0 0 0 0,42-17-2 16,-26 10-16-16,-3 1-59 16,1 1-41-16</inkml:trace>
  <inkml:trace contextRef="#ctx0" brushRef="#br0" timeOffset="116809.87">20645 11887 227 0,'0'0'2'0,"0"0"-4"16,0 0 2-16,0 0 2 0,54 11-16 16,-29-18-65-16</inkml:trace>
  <inkml:trace contextRef="#ctx0" brushRef="#br0" timeOffset="117350.57">21257 11546 107 0,'0'0'127'0,"0"0"-122"16,0 0 10-16,0 0-15 15,0 0-5-15,0 0 9 16,0 0-4-16,3 40 1 15,-2-21 0-15,1 2-1 16,0 2 1-16,-1-1-1 0,-1 1 1 16,0-3-1-16,0-2 0 15,-5 1 0-15,-1-5-2 16,-4-3 2-16,-1-1 0 16,0-3 1-16,1-2 0 15,-1-2 0-15,-3-2 0 0,2-1-1 16,0 0-6-16,3-3-9 15,0-2-6-15,0-4 10 16,4 0 9-16,3-2 4 16,0 0 4-16,2 1 1 15,0-2 1-15,0 2-4 16,6 2-3-16,4-1-1 0,-1 2 0 16,4 2 0-16,3 0 0 15,1 2 2-15,3 2-2 16,0 1 1-16,1 0 2 15,-1 0 1-15,0 3 2 16,-3 4-2-16,0 2-2 0,-4-1-1 16,1-1 0-16,-5 1-1 15,-1 0 0-15,-3-1-4 16,-1-4-16-16,-3-1-33 16,-1-2-60-16</inkml:trace>
  <inkml:trace contextRef="#ctx0" brushRef="#br0" timeOffset="117713.06">21261 11367 222 0,'0'0'37'0,"0"0"-28"0,0 0 5 0,-4-41-11 0,11 32 0 15,3 0-3-15,1 0 0 16,3 4-2-16,-1 2 2 16,0 3 0-16,-2 0-3 15,-2 0 0-15,1 7 0 16,-4 7-4-16,-4 0-7 0,-2 3-6 16,0 4 1-16,0-5 5 15,-5 0 6-15,-2-2 11 16,2-5 1-16,2-4 11 15,2-1 2-15,1-2-6 16,0-2-4-16,9 0 5 16,7 0-4-16,5-7-2 0,3-2-3 15,5-2-22-15,2-2-51 16,-3-1-89-16</inkml:trace>
  <inkml:trace contextRef="#ctx0" brushRef="#br0" timeOffset="117984.43">21722 11433 127 0,'0'0'50'0,"0"0"-13"15,0 0-9-15,0 0-20 16,0 0-4-16,0 0-3 15,0 0 8-15,0 0-1 16,27 48-4-16,-19-32-2 0,0-1-1 16,-1 2 0-16,-1-3 0 15,-1 2-1-15,-1-3-4 16,-2-2-9-16,-1-1-14 16,-1-3-35-16,0-4-25 15</inkml:trace>
  <inkml:trace contextRef="#ctx0" brushRef="#br0" timeOffset="118212.22">21626 11467 245 0,'0'0'-8'0,"0"0"10"15,0 0 0-15,0 0 1 0,0 0 5 16,29-39-4-16,-14 32-2 16,3 0-1-16,5-3 1 15,2 2-4-15,-3-1-16 16,1 1-79-16</inkml:trace>
  <inkml:trace contextRef="#ctx0" brushRef="#br0" timeOffset="118433.12">21978 11421 244 0,'0'0'8'0,"0"0"-6"0,0 0 3 16,11 46 0-16,-3-32-1 15,-2 6-4-15,0 0 2 16,1 1-2-16,-1 1 0 15,0 0 1-15,0 6-1 0,0-1 1 16,-4-1-3-16,1-3-62 16,1-6-25-16</inkml:trace>
  <inkml:trace contextRef="#ctx0" brushRef="#br0" timeOffset="118716.97">22288 11356 218 0,'0'0'5'16,"0"0"-2"-16,45-30 11 15,-21 18 3-15,-1-3-3 0,2 4-8 16,-1-1-3-16,0 4-3 16,-1-2 0-16,0 4 0 15,-4 1-2-15,-1 0-26 16,-5 2-30-16,-3-2-56 0</inkml:trace>
  <inkml:trace contextRef="#ctx0" brushRef="#br0" timeOffset="118916.58">22467 11194 272 0,'0'0'3'0,"0"0"-7"16,0 0-3-16,-11 43 5 15,11-23 2-15,0 5-1 16,0 1 1-16,2-1 0 0,7-1 0 15,0-1-10-15,4-6-30 16,0-6-39-16</inkml:trace>
  <inkml:trace contextRef="#ctx0" brushRef="#br0" timeOffset="119365.52">22897 11051 221 0,'0'0'5'0,"0"0"-4"16,0 0 1-16,0 0-2 16,0 0-1-16,0 0-18 15,0 0 12-15,0 0 13 16,-4 37 4-16,-1-15-2 0,0 1-7 15,0 1 1-15,-3 0 0 16,-1-4-2-16,1 0 0 16,-4-4-3-16,-1-5-3 15,0-1 2-15,0 0 1 0,1-6 7 16,2-4-2-16,2 0 0 16,0 0 0-16,4-3 0 15,2-8-1-15,1 3 5 16,1-3-3-16,0 1 1 15,6 2 0-15,3-2 0 16,3 6-1-16,-1 0-1 0,5 2-2 16,-1 0 0-16,1 2 0 15,1 0 0-15,2 0 0 16,0 0-6-16,-2 0-7 16,-1-1-19-16,1-3-16 15,-1 0 0-15</inkml:trace>
  <inkml:trace contextRef="#ctx0" brushRef="#br0" timeOffset="119948.57">23059 11075 248 0,'0'0'16'0,"0"0"3"16,0 0-23-16,0 0 3 15,0 0 0-15,11 40 1 16,-4-22 1-16,0 2-1 15,0 1 1-15,1-1-1 0,-1 0 0 16,2-3 1-16,-4 0 0 16,1-1 0-16,-2-4-1 15,0-3-5-15,1-5-15 16,-2-1-5-16,-2-3-8 16,0-3 11-16,-1-7 15 0,0-4-14 15,-2-5 7-15,-6-2 6 16,0 0 6-16,-1 0-2 15,-2-1 7-15,2 1 8 16,1 0 8-16,0 2 10 16,2 2-6-16,1 1-4 0,2 2-5 15,1 0-1-15,2 3 1 16,0-2-1-16,0 3-6 16,8 2-3-16,2 0-4 15,2 3 0-15,-1-1 0 16,3 3-1-16,-1 3 1 0,-1 0-1 15,-2 0-3-15,-3 10-1 16,-1 1-7-16,-5 1-1 16,-1 2 6-16,0 0 2 15,0-1 6-15,-1-1 1 16,-3-1 3-16,4-3-1 0,0 0 4 16,0 0-1-16,0-4 0 15,2 3 0-15,5 0 1 16,-1-1-2-16,0 3-4 15,-2-1 0-15,-3 6-2 16,-1 3 0-16,-7 3-4 16,-12 3-11-16,-10 7-26 0,-7 0-30 15,-8 0-29-15</inkml:trace>
  <inkml:trace contextRef="#ctx0" brushRef="#br0" timeOffset="123080.55">21229 11989 73 0,'4'-4'3'0,"-1"3"4"0,-1-1-3 0,-1 2-3 16,-1-2 0-16,1 2-1 0,-1 0 1 16,0 0-1-16,2 0 0 15,-2-1-1-15,0 1-12 16</inkml:trace>
  <inkml:trace contextRef="#ctx0" brushRef="#br0" timeOffset="123557.78">21311 11991 77 0,'0'0'18'16,"0"0"0"-16,36-9 5 16,-16 0-4-16,0 1-1 15,3-2-6-15,3-1-4 0,2 2-1 16,-1-3-4-16,3 0 2 16,0 1-1-16,-1-2 2 15,-2 2-1-15,0-1-3 16,-4 2-1-16,-2-1-1 15,-1 4 0-15,-6-1-2 0,2 2-13 16,-6 3-20-16,-3 0-9 16,-3 2-14-16</inkml:trace>
  <inkml:trace contextRef="#ctx0" brushRef="#br0" timeOffset="123834.82">21444 12002 113 0,'0'0'9'15,"0"0"28"-15,59-15-5 16,-32 4-8-16,3 0-11 16,-1 0-10-16,0 0-2 15,-1 0-8-15,-5 0-50 16,-8-2-33-16</inkml:trace>
  <inkml:trace contextRef="#ctx0" brushRef="#br0" timeOffset="124803.04">19518 10715 66 0,'0'0'18'0,"0"0"-3"0,0 0-6 0,0 0-5 16,0 0-2-16,0 0 0 15,0 0-1-15,0 0 3 16,0 0 3-16,0 0-2 15,0 0 0-15,0 0-2 0,14-2-3 16,-6-3 3-16,2 1-1 16,3-3-1-16,1 0 2 15,2-2 1-15,2 1 1 16,2-2 2-16,-2 1 1 16,1 1-2-16,-1-1-1 0,-2 2-3 15,-2 0 0-15,1 1-2 16,-6 1 1-16,0 3-1 15,-2-1-1-15,-2 3-1 16,-3 0-23-16,-2 0-14 0,0 0-20 16</inkml:trace>
  <inkml:trace contextRef="#ctx0" brushRef="#br0" timeOffset="125429.25">19557 10742 54 0,'0'0'8'0,"0"0"-1"0,0 0-3 0,0 0 0 16,0 0 1-16,0 0-1 15,0 0 0-15,0 0 1 0,0 0 0 16,0 0 6-16,0 0-2 16,33-21-3-16,-29 18-3 15,3 0 0-15,0-1-2 16,2 0 0-16,-1-2 0 15,3 3 0-15,2-1-1 0,2-3 2 16,-1 3 0-16,2-1 3 16,-1 0-1-16,3-1 1 15,-3 0 3-15,-1-1 3 16,2 0-1-16,-1 0 3 16,0-1 0-16,0 0-4 15,-1 1 1-15,1-2-4 0,-3 4-4 16,-1-2-1-16,-1 3-1 15,-3 1 0-15,1 3 0 16,-5 0-9-16,-3 0-44 16,0 0-41-16</inkml:trace>
  <inkml:trace contextRef="#ctx0" brushRef="#br0" timeOffset="125592.37">19772 10694 135 0,'0'0'-1'0,"0"0"-14"0,0 0 11 0,0 0-51 0</inkml:trace>
  <inkml:trace contextRef="#ctx0" brushRef="#br0" timeOffset="128854.52">21851 11164 62 0,'0'0'28'0,"0"0"-21"0,0 0-5 0,0 0-7 16,0 0-6-16,0 0-9 0,0 0-5 15,0 0 9-15,0 0 16 16,0 0 11-16,0 0 14 16,0 0-5-16,0-2-8 15,0 1-5-15,0 1-4 16,0-1-2-16,-1 1-2 15,-1 0-3-15,-1-2 2 0,0 1 2 16,1 1 0-16,-1 0 1 16,1 0-1-16,-1-1 0 15,-1 1 0-15,0-2 1 16,1 2 0-16,-4 0 1 16,2 0-2-16,-1 0 1 0,0 0-1 15,1 0 0-15,-4 0 0 16,4 0 1-16,-2 0-1 15,1 0 3-15,0 2 2 16,2-1 1-16,-2-1 0 16,1 0-2-16,0 0 0 0,2 3-1 15,-5-2-2-15,2 0 0 16,-2 1-1-16,3 3 0 16,-3-3 0-16,1 2 1 15,0 0-1-15,2-2 1 16,-1 2 0-16,0-1 3 0,3 0 1 15,-3 2-4-15,1-2 0 16,2 2 0-16,-3-1 0 16,2 2 1-16,1 0 1 15,-3-1 1-15,0 1 0 16,1 1-1-16,0 1-1 16,2-2 0-16,-2 3-1 0,3 1-1 15,-1 0 0-15,0 0 0 16,3 0 0-16,-5 1 0 15,3 0 0-15,0 1 1 16,1-1-2-16,0 0 2 16,0-1-1-16,0-1 0 0,1 2 0 15,0-1 1-15,-1 0-1 16,0-1 0-16,0-1 0 16,1 2 1-16,-2-2-1 15,0 1 0-15,0 1 0 0,2-1 0 16,-2-1 1-16,2 1-1 15,-1-2 1-15,1 3 0 16,0-2 0-16,0-1 1 16,0 2 0-16,0-1-1 15,3 0-1-15,-1 1 2 16,2 2 0-16,-1-2 3 0,0 1 1 16,1 0-1-16,2 0-2 15,-2 1 0-15,3-2-1 16,-3 2-1-16,1 1-1 15,1-1 1-15,0-1-1 16,0-2 0-16,-2 1 0 0,0-1 1 16,1 0-1-16,-2-1 0 15,1-2 0-15,1 3 0 16,-1-3 0-16,-1 2 1 16,-1 2-1-16,2-3 0 15,2-1 0-15,-3 2 0 16,1-2 0-16,3 0 0 0,-1-2 0 15,1 3 0-15,-1-2 1 16,2 0 0-16,-1 2-1 16,0-2 1-16,3-1-1 15,-2 3 0-15,3-1 1 16,1-1-2-16,0-2 1 16,-2 2 0-16,2-1 0 0,0 0 1 15,-1 0 1-15,1 0-2 16,-2-2 0-16,1 5 1 15,0-4-1-15,0 0 0 0,0 1 0 16,1-1 0-16,-2-1 0 16,1-1-1-16,2 0 2 15,-2 0-5-15,3 0 5 16,-2-1-2-16,-1-4 4 16,1 1-2-16,-3-3-1 15,1 1 0-15,2-1 2 0,-5 2-1 16,4-3 1-16,0 1-1 15,-4 1 2-15,2-2-3 16,2 1 0-16,-5-2 1 16,2 1 1-16,-2-2 0 15,3 0 1-15,-5-3 3 16,3 0 1-16,-4-1-2 16,3-1-1-16,-2 0-1 0,-1 0-3 15,1-1 0-15,-2-1 1 16,-1 4-1-16,-1-3 1 15,0 1-1-15,0 1 1 0,0-2 0 16,0 0-1-16,-5 1 1 16,0-1 0-16,-1-1 1 15,1 0 0-15,-2 0-2 16,1-1 0-16,-3 2 0 16,3-2 1-16,-2 3 0 0,0-2 2 15,-2 0 1-15,2 3 2 16,-1-2 2-16,-3 1-1 15,0-1 0-15,-2 3-1 16,0-1-2-16,-2 0 0 16,1 3-3-16,-5 2 3 15,3-1-4-15,0 3 0 0,-2 1-3 16,1 4-12-16,-1 0-26 16,-2 2-46-16</inkml:trace>
  <inkml:trace contextRef="#ctx0" brushRef="#br0" timeOffset="130640.53">21249 11962 12 0,'0'3'51'0,"0"-1"-45"0,0-1 3 0,0 0-3 16,0 1 2-16,0-1 0 16,3 1 0-16,2-1-3 15,-2-1-3-15,2 3 2 16,1-2-1-16,-1 0 3 0,3-1 6 16,-2 0 5-16,4 0-3 15,1 0 0-15,-2-1-6 16,4-3-2-16,-1 0-4 15,2 0-1-15,-1 1 0 16,1-1-1-16,-3 2 0 0,-1-1 1 16,-2 3-1-16,0 0 0 15,-2 0 0-15,1 0 0 16,-4 0 1-16,2 0-2 16,1 6 2-16,-3 1 2 15,-2 0-5-15,-1 3-1 0,0 1 1 16,0-2 1-16,0 1-1 15,-4-2-3-15,-6 2 2 16,4-4 3-16,-5 1 1 16,-1-2 0-16,0-1-2 15,-1 0 2-15,-2-3-1 0,0 1-5 16,-1 0-10-16,-4-2 8 16,0 0 4-16,-3 0 1 15,1-4-5-15,-5-1-17 16,-2-4 6-16,3-1 10 15,-3-4 8-15,-2 1 7 0,4-4 2 16,1-2 4-16,2-3 1 16,1-1 1-16,6-2 1 15,1-4-4-15,3-1 4 16,2-2-5-16,2-2 2 16,5-2-5-16,2-1-4 0,2-1-2 15,0-3 0-15,0 1-3 16,6 2 2-16,3-1-1 15,0 1 0-15,0-2-1 16,0 0 2-16,4-1-1 16,0 2 0-16,1-1 2 0,0 0-2 15,4 5 1-15,0 3 0 16,3 4 0-16,2 4-2 16,2 5 1-16,-1 4 0 15,1 3-1-15,2 4 1 16,-3 6-1-16,-2 2-2 0,-2 0-1 15,1 6-5-15,-1 7 2 16,-3 4 5-16,2 1 1 16,0 5-2-16,0 0 3 15,1 2 0-15,-2 1-2 16,0 2-3-16,-2-1-1 0,1 3 0 16,-6-3 2-16,0 2 1 15,-2-1 3-15,-2-3 0 16,0 2 0-16,-3-4 0 15,3 4 0-15,-4-1 0 16,0-1 0-16,-2 4 0 0,0-4 0 16,-1 4 0-16,0-2-2 15,0 0-1-15,0-3-2 16,-3-2 3-16,0-2 4 16,-3-5-2-16,2-3 1 15,1-2 0-15,0-3 2 16,-1-1 1-16,1 1-3 0,0-3 2 15,0 1-2-15,-1-2 3 16,0-1 4-16,1 1 0 16,0-2 1-16,3 1 2 15,-3-1-4-15,2-1-1 16,0 0-3-16,1 0-1 16,-1 0-1-16,1 0-1 0,0 0 0 15,0 0 0-15,0 0 1 16,0 0-1-16,0 0 0 15,-1 0 1-15,0 0-2 16,-1 0 0-16,0 0 1 0,-1 0 0 16,0 0-2-16,0 0 2 15,1 0-2-15,0 0-2 16,0 0-2-16,0 0 3 16,0 0 1-16,1 0 2 0,0 0 0 15,0 0 0 1,1 0 0-16,0 0 0 0,0 0 2 15,-1 0 1-15,1 0 6 16,0 0-5-16,-1 0 1 16,1 0 1-16,-1 0-4 15,1 0-2-15,0 0 1 16,0 0-2-16,0 0-1 0,0 0 2 16,0 0-3-16,0-1-6 15,0-1-10-15,0 0-1 16,3 0-18-16,-2-2-22 15</inkml:trace>
  <inkml:trace contextRef="#ctx0" brushRef="#br0" timeOffset="132706.68">18848 14324 40 0,'0'0'114'0,"0"0"-107"0,0 0 12 0,0 0-12 16,0 0-2-16,0 0-2 15,0 0-2-15,0 0 1 0,0 0 2 16,0 0 2-16,-9-35-2 15,7 32-3-15,0 3-1 16,2-3 0-16,-2 3 1 16,2-1 0-16,-3-1 2 15,1 2 8-15,2 0 4 0,0 0 8 16,-1 0-10-16,0 0-10 16,1 0-4-16,-1 7-2 15,-2 4 2-15,2 5 2 16,-1 4-1-16,-2 3 0 15,0 1 0-15,1-3 1 16,-2 2-1-16,-1-1 0 0,1-3 0 16,-2-2 0-16,3-2 0 15,-5 0 0-15,0-2 0 16,0-2 0-16,-4-1-2 16,0 0 1-16,-2-3 2 15,0 1 0-15,0-3-1 0,-5 1-1 16,3-5 2-16,0-1-1 15,-1 0 0-15,3 0 1 16,-1-1-1-16,3-8 0 16,6 1 0-16,-1-1-1 0,3-3-6 15,2 0 4-15,3 2 3 16,0 0 0-16,0-1-1 16,3 2 0-16,5 2-2 15,0-3-2-15,4 5-2 16,0-1-1-16,-1 0 3 15,-2 3 1-15,3-1 0 0,-1 3 4 16,1-2 0-16,0 3 0 16,-3 0 0-16,2 0-2 15,1 0 2-15,0 4 0 16,0 3-1-16,-1 0 1 16,0 0-1-16,1 0 1 15,-1 1 0-15,-1-1 2 0,2 1 0 16,-3-1 2-16,1-1 0 15,2 1-2-15,-4 1-1 16,1 0-1-16,1-1 0 16,1 0 1-16,-3-1-2 0,3-1 0 15,1-3-11-15,-1-2-73 16</inkml:trace>
  <inkml:trace contextRef="#ctx0" brushRef="#br0" timeOffset="133192.04">19121 14522 56 0,'0'0'29'0,"0"0"-17"0,0 0-7 0,0 0-1 16,0 0 0-16,0 0-1 16,48 0 1-16,-33 0 7 15,1-2 2-15,1 0 5 16,2-1 3-16,0 0-3 0,4-1-5 15,-1-1-1-15,-2 2-3 16,2-2-3-16,-1 1-4 16,1-1 0-16,-4 2-1 15,4-1 4-15,-5 0 2 16,2 0 2-16,-1 1-5 0,-3 0-2 16,-1 1 0-16,-3 0 0 15,-2 0-2-15,-1 2 0 16,-4 0 0-16,0 0 0 15,-2 0 0-15,0 0-6 16,-2 0-13-16,0 0-9 0,-3 4-13 16,-4-2-15-16,-2-2-46 15</inkml:trace>
  <inkml:trace contextRef="#ctx0" brushRef="#br0" timeOffset="133476.97">19487 14415 127 0,'0'0'9'0,"0"0"-5"16,0 0 0-16,0 0 1 15,0 0 7-15,0 0 3 16,0 0 0-16,37-13 6 15,-27 13-2-15,0 0-8 0,-1 6-8 16,1 5-1-16,-3 1-1 16,-2 4 0-16,-3 3-1 15,-2 3-2-15,-4 4-7 16,-12 3-15-16,-5 2-25 16,-5-1-30-16</inkml:trace>
  <inkml:trace contextRef="#ctx0" brushRef="#br0" timeOffset="134800.28">19857 14263 64 0,'-5'3'3'0,"-3"0"6"0,2 4 0 0,-1 0-3 15,1 3 3-15,-1 0 3 16,0 5 3-16,2-2 5 15,2 2-2-15,1 0-5 0,1-2-4 16,1 0-3-16,0-2-1 16,0 1-4-16,5-3 0 15,1-3 1-15,1 1 2 16,0-3 0-16,1-1 0 16,0-1 3-16,3-2-1 0,-2 0-1 15,1 0-1 1,1 0-2-16,-1-3 0 0,-1-3-1 15,0-1 1-15,0 1 4 16,-5-2 1-16,1-2 3 16,-3 0-2-16,2-1-3 15,-4-1 0-15,0-2 3 0,0 1-3 16,0-1 0-16,-3 1-1 16,-2-1-3-16,-2 4 0 15,-2 2-1-15,-3 3-3 16,0 3-1-16,-3 2-2 15,0 0-17-15,-1 4-10 0,1 3-17 16,3-1-14-16,4-2-3 16</inkml:trace>
  <inkml:trace contextRef="#ctx0" brushRef="#br0" timeOffset="134999.79">20052 14323 17 0,'0'0'148'0,"0"0"-146"0,0 0 32 0,0 0 0 0,0 0-15 16,0 0-15-16,0 0-3 16,0 0-3-16,0 0 1 15,0 0-34-15,1 0-56 16</inkml:trace>
  <inkml:trace contextRef="#ctx0" brushRef="#br0" timeOffset="135613.1">20305 14205 117 0,'0'0'15'0,"0"0"18"16,0 0-10-16,0 0-9 0,0-40-7 15,0 36-3-15,-6 0-2 16,1 1-1-16,-1 2-1 16,-1 1 1-16,-2 0-1 15,2 0 2-15,-3 2-2 0,2 4 0 16,-1 2 2-16,1 0-2 15,1 2 0-15,-2 1-2 16,4 0 4-16,-2 2-2 16,3-1 0-16,0-1 1 15,3 0-1-15,1-1-3 16,0-3 5-16,0 2-1 0,3-2-1 16,1-2 1-16,3-1 1 15,0 0 4-15,4 1 1 16,-4-2-2-16,2 1-3 15,2 0 0-15,-2 2-1 16,0 1-2-16,2-1 2 0,-4 1-1 16,0 3 0-16,-2 2 0 15,0-1 1-15,-2 0-2 16,-2 2 1-16,-1-2 0 16,0-1 0-16,0 0-1 15,-8-3 1-15,1 2 0 0,-4-5 0 16,-2 3 1-16,0-4-1 15,3-1 1-15,-1-2 0 16,1 0 0-16,3 0 0 16,2-6 5-16,2-4 7 15,3 0-2-15,0-3-9 0,3 0 0 16,9-1-3-16,1-1-4 16,3 0-23-16,-2-2-53 15</inkml:trace>
  <inkml:trace contextRef="#ctx0" brushRef="#br0" timeOffset="136565.74">18878 15175 128 0,'0'0'5'0,"0"0"-3"0,0 0 2 16,0 0-1-16,0 0 3 0,0 0 9 15,0 0 7-15,0 0 2 16,0 0-8-16,0 0-9 16,0 0-7-16,0 0-1 15,0 0-1-15,-11 1 4 16,11 11-2-16,0 2 0 0,0 3 0 15,0 1 0-15,0-1 0 16,0-1 0-16,0 0 0 16,-3-2 0-16,-6 0 1 15,2-2 1-15,-4-1-2 16,0 0 1-16,-2-2 0 0,1-1-2 16,-2-1 5-16,1-2 0 15,-1-1 2-15,0-1 0 16,1-3 0-16,3 3-3 15,-1-2-3-15,0-1 2 16,4 0-1-16,-1 0 1 0,3 0 0 16,1-6 1-16,0-1-1 15,2-2-1-15,2-2-3 16,0 0 3-16,0 0 0 16,0-1-2-16,0 0 0 15,6 3 0-15,0 0-1 16,0 1 2-16,1 2 0 0,1 1-1 15,1 2 1-15,1 0 0 16,-2 2 0-16,3 1-1 16,-1 0 1-16,3 0-1 15,-1 5 1-15,0 2-1 0,2 2 1 16,-2-1 1-16,3 2-1 16,-1 0 1-16,2-1-1 15,-5 1 1-15,0-2-2 16,1 1 1-16,-1-1 0 15,-1-1 0-15,-1 0 0 16,-2-4-1-16,-1 1-11 0,-1-1-6 16,-3-3-29-16,-2 0-23 15</inkml:trace>
  <inkml:trace contextRef="#ctx0" brushRef="#br0" timeOffset="136978.79">18936 15070 138 0,'0'0'3'0,"0"0"0"0,0 0-1 0,35-37-1 15,-25 33 1-15,3-2 0 16,-2 5-1-16,1 1 0 15,0 0 0-15,-3 1-1 0,-2 9 0 16,0 0-3-16,-3 4 5 16,-2 0-5-16,-1 3 0 15,-1-1-4-15,0-2 4 16,0-1 3-16,-2-3 0 16,-4-2 0-16,3-2 0 0,-2 0 3 15,4-2 2-15,1-1-1 16,0 0 1-16,0-2 0 15,0-1 1-15,4 0 6 16,4 0 11-16,5 0-5 16,1 0-8-16,3-1-4 15,4-2-4-15,2-1-1 0,1-1-2 16,4 1-3-16,-1 0-37 16,0-2-35-16</inkml:trace>
  <inkml:trace contextRef="#ctx0" brushRef="#br0" timeOffset="137376.85">19524 15243 166 0,'0'0'5'0,"0"0"2"0,0 0 2 16,0 0 7-16,0 0-1 15,0 0 4-15,41 0 0 0,-27 0-7 16,-1 0-8-16,4-2-2 15,-1 0-1-15,3 0-1 16,1-2 0-16,-1 1 1 16,3 1-1-16,0-1 0 15,-3 0 0-15,0 0 1 16,1 0-2-16,-2 2 1 0,-1-1-2 16,1 1-11-16,-4-2-16 15,1 2-23-15,-3-2-15 16</inkml:trace>
  <inkml:trace contextRef="#ctx0" brushRef="#br0" timeOffset="137625.85">19823 15087 157 0,'0'0'3'15,"0"0"7"-15,0 0-2 16,0 0 7-16,0 0 8 16,47 2-5-16,-32 7-7 15,-1 1-4-15,1 3-5 0,-4 3-2 16,-2 1 1-16,-3 0-2 16,-4 3-13-16,-2-2-20 15,-2 2-28-15,-9-6-19 16</inkml:trace>
  <inkml:trace contextRef="#ctx0" brushRef="#br0" timeOffset="138373.92">20332 15029 136 0,'0'0'1'15,"0"0"4"-15,0 0-1 0,0 0-4 0,-38-4 1 16,28 8 2-16,1 4-1 16,2 2 0-16,0 1-1 15,1 4 1-15,1 0-1 16,-1 1 0-16,4-2-1 0,1 2 0 15,1-5 0-15,0 2 0 16,0-6 0-16,6 2 1 16,1-4 0-16,2-2 3 15,-1 1 5-15,3-4 6 16,1 0-3-16,2 0-7 0,-1 0 1 16,1 0 0-16,1-3 0 15,-1-2-1-15,-1-1 1 16,-2-2 1-16,-2-1 2 15,-1 1 1-15,-4-2 1 16,-2 0-1-16,-2-3 0 0,0 0-3 16,0 0 0-16,-5-1-7 15,-6 0 3-15,2 1-3 16,-2 2-3-16,-1 2-5 16,0 4-6-16,-2 3-5 15,1 2-22-15,2 0-34 16</inkml:trace>
  <inkml:trace contextRef="#ctx0" brushRef="#br0" timeOffset="138658.82">20580 15050 303 0,'0'0'9'0,"0"0"9"0,0 0-8 0,0 0-9 15,0 0-1-15,0 0-1 0,0 0-4 16,0 0-13-16,0 0-24 15,0 0-50-15,0-4-1 16</inkml:trace>
  <inkml:trace contextRef="#ctx0" brushRef="#br0" timeOffset="141781.74">20920 14905 104 0,'0'-3'9'0,"0"2"14"0,0-2-8 0,-3 3-1 15,0 0-6-15,-3 0-1 0,1 0-1 16,-2 0 0-16,-3 0 3 16,0 2-1-16,-3 3-2 15,0 2-4-15,-1 2-2 16,-1 2 1-16,-1 2 0 16,1 1 1-16,1 2-2 0,0 2 1 15,3 1-1-15,2 1 1 16,2-1 0-16,4-1 0 15,1 0 0-15,2-4 0 16,0 0 0-16,2-1 0 16,3-1 1-16,4-3-2 15,0 0 0-15,3-2 1 0,1-1 2 16,2-2 0-16,1-3 1 16,1 0 2-16,1-1-3 15,0 0 0-15,0 0 0 16,-5-2 1-16,-1-4-1 15,-3-1-3-15,0 0 4 0,-7 1 2 16,-1-1 1-16,-1-1 3 16,0 1-4-16,-1 0-2 15,-8 1-1-15,-2 0-3 16,0 3-1-16,-5 2-1 16,-1 1-4-16,-1 0-1 0,-2 1-3 15,4 7-3-15,-1 0-4 16,4 3 0-16,4-1-6 15,3-1-26-15,5-3-22 16</inkml:trace>
  <inkml:trace contextRef="#ctx0" brushRef="#br0" timeOffset="142535.43">21055 14948 145 0,'0'0'20'0,"0"0"25"0,0 0-20 0,0 0-8 16,0 0 0-16,0 0-16 15,0 0-3-15,0 0 8 16,0 0-3-16,0 0-1 15,10 50-2-15,-7-29 1 16,1-1-1-16,0-2 0 0,1-1 0 16,-2-3 0-16,-1-2 1 15,2-4-2-15,-4 2 0 16,0-3-3-16,0-1-2 16,-3-1 2-16,-4-3 3 15,-4 1-4-15,0-2 5 16,1-1 0-16,0 0 2 0,3 0 1 15,2 0-2-15,2-2 2 16,3-2-1-16,0 1-5 16,0 1 7-16,0-1-3 15,3 2-1-15,5-1 0 0,1 2 0 16,2 0 2-16,1 0-2 16,2 0 0-16,-1 0 0 15,3 0 1-15,-1 0-1 16,1 0 1-16,-1-1-1 15,1-2 1-15,-1 0-1 0,-2 0 1 16,1-1-1-16,-5 0 0 16,1-2 0-16,-2-1 1 15,-2 0-1-15,-1-1 1 16,-1-2 0-16,-1 0-1 16,-2-2 1-16,0 1-1 0,-1-2 0 15,0 0 0-15,0 1-1 16,0 0-3-16,0 1-5 15,-3 1-1-15,1 3 2 16,-3 1 6-16,3 2-1 16,1 2 3-16,-1 2 2 15,2 0-2-15,-1 2 0 0,1 8 0 16,0 3 0-16,0 4 1 16,0 3 1-16,0 1 0 15,7 1-1-15,0 1 1 16,0 1-1-16,-1 3-1 15,-6 0 0-15,0 2-46 0,0-4-50 16</inkml:trace>
  <inkml:trace contextRef="#ctx0" brushRef="#br0" timeOffset="143396.72">18667 15706 86 0,'0'0'5'0,"0"0"6"0,0 0 0 0,0 0-2 0,0 0-7 15,2 0-3-15,1 0 1 16,2 0 1-16,3 0 0 16,-3 0 1-16,4 2 1 15,2-1 1-15,-2 2-1 16,4 0 2-16,5-2 3 0,4-1 3 16,5 0 4-16,7 0-1 15,4 0-5-15,9 0 1 16,6-1-4-16,6-6-3 15,7 0 3-15,4-1-2 16,6-2 0-16,5-1 2 0,7 1 0 16,5-3-2-16,9 0-3 15,1-1 0-15,9-1-1 16,5-4 1-16,4 3-1 16,2-2 0-16,6-3 1 15,2 1-1-15,-4 2 1 0,-3-1 0 16,-2 2-1-16,-10 3 1 15,-9 1-1-15,-7 3 2 16,-14 4 2-16,-8 1 0 16,-13 2 2-16,-9 2 2 15,-13-1 1-15,-9 2-3 0,-10 0-1 16,-7 0 0-16,-5 0-3 16,-4 0-1-16,-4 0 0 15,0 0-2-15,-4 0 0 16,-6 0-8-16,-1 0-53 15,-2 0-59-15</inkml:trace>
  <inkml:trace contextRef="#ctx0" brushRef="#br0" timeOffset="144651.69">21419 13864 92 0,'0'0'9'0,"0"0"4"0,0 0-3 0,0 0-6 15,0 0 2-15,0 0 0 16,42-28 1-16,-29 25 0 15,1 2-1-15,-2 1-1 16,5 0-3-16,-1 0 1 0,1 0-2 16,-2 5-1-16,1 3 2 15,-1 1 0-15,-2 5-1 16,0-2 1-16,-1 8-1 16,-3 1-1-16,1 2 0 15,-4 1 4-15,2 1-5 16,-3-2 1-16,0 4 1 0,0-2 0 15,-3 0 0-15,-1 0 0 16,0 1 0-16,-1 1 1 16,0 0 0-16,0 4-1 15,0-2 0-15,0 2 1 16,0-2-1-16,0-4-1 0,0 0 2 16,0 0-2-16,6-3 1 15,3-1 0-15,2-1 1 16,3-1 1-16,-1-2 1 15,1-2-1-15,1-3 1 0,-2-1-1 16,2-2 2-16,-2-4-3 16,-1 1 1-16,-1-3-1 15,-6 1-1-15,1-2 1 16,-1-2-2-16,-4 2 0 16,-1 0-2-16,0-1-5 15,0 4 9-15,-6 2-1 0,-2 1-1 16,0 2 1-16,0 7-1 15,-3 0 2-15,1 7-2 16,2 3 0-16,-2 3 0 16,2 4 0-16,2 0 0 0,2 3 0 15,2-1 0-15,2 1-2 16,0 0 0-16,3-2 2 16,6 1 0-16,2-1 0 15,3-4-1-15,0 1 1 16,0-2 0-16,-2-1 1 15,0 1-1-15,-3 0 0 16,-3 0 0-16,-2-2 0 0,-3 1 0 16,-1-2 0-16,-1-2 0 15,-6-2 0-15,-6-3 0 16,-5-2 0-16,-2-4 0 16,-2-2 0-16,-3-5 1 0,0-2-1 15,-2-3 0-15,3-2 0 16,4 0-11-16,2-6-47 15,5-7-37-15</inkml:trace>
  <inkml:trace contextRef="#ctx0" brushRef="#br0" timeOffset="145334.15">22152 14584 70 0,'0'6'8'0,"1"2"14"0,2 1-8 0,-2-1-6 15,0 1-4-15,2-1-2 16,1 0 0-16,-1-1 2 16,1-3 6-16,3-3 17 15,2-1 10-15,2 0-8 0,1 0-11 16,6-10-8-16,3 0-4 15,4-4-2-15,3 0-3 16,2-6 1-16,5 0-2 16,3 0 1-16,1-1-2 15,4-1-13-15,3 0-49 0,-1-5-55 16</inkml:trace>
  <inkml:trace contextRef="#ctx0" brushRef="#br0" timeOffset="148734.5">22195 14611 70 0,'0'0'20'0,"0"0"1"0,0 0-5 0,0 0-2 0,0 0-8 16,0 0-4-16,0 0-2 15,0 0-4-15,0 2-9 16,0 0 6-16,0 1 6 16,0 0 0-16,0 2 1 0,0 0 1 15,0 0-1-15,0 0 1 16,0 2-1-16,0 0 1 16,0 2-1-16,0-2 0 15,0 1-2-15,3-1-5 16,0-2 5-16,1-1 1 0,0-1 0 15,1-3 3-15,3 0 5 16,0 0 5-16,1 0-2 16,3-9-5-16,-1 2-1 15,4-3 0-15,1-1-2 16,6-2 4-16,-4-2 0 0,4 0 2 16,2-2 0-16,2-1 0 15,0-1 0-15,1 0 2 16,2 0-5-16,0 0-2 15,-2 0-2-15,0 2 1 16,-2 1 3-16,-4 2 1 16,-2 4-2-16,-3 0 1 0,-4 3-1 15,-3 1-2-15,-4 3 0 16,0 3-2-16,-5 0-1 16,0 0-27-16,0 0-58 15</inkml:trace>
  <inkml:trace contextRef="#ctx0" brushRef="#br0" timeOffset="150264.93">15734 16487 248 0,'0'0'-4'0,"0"0"4"0,0 3 1 0,0 3-7 0,0 5-6 16,0 2 12-16,0 7 0 16,0 3 1-16,-1 1-1 15,-2 1 1-15,1 0 2 0,0 1 0 16,-3-1 0-16,0 0-2 16,1-2-1-16,0-3 1 15,-2-2-2-15,1-4-11 16,1-3-47-16,0-6-20 15</inkml:trace>
  <inkml:trace contextRef="#ctx0" brushRef="#br0" timeOffset="150563.41">15808 16466 151 0,'0'0'4'0,"0"0"1"0,44-3 21 16,-27 6-10-16,3 8-9 16,-2 5-3-16,-3 1-2 15,0 3 2-15,-2 1-1 16,0 0-2-16,-1-1 2 0,-4 2-1 15,-1-1-1-15,-1-1 1 16,-1-2-4-16,-5-1-17 16,0-2-39-16,-2-5-85 15</inkml:trace>
  <inkml:trace contextRef="#ctx0" brushRef="#br0" timeOffset="150755.44">15812 16693 187 0,'0'0'57'0,"0"0"-66"16,0 0 11-16,0 0-1 16,48-30-1-16,-25 23-15 15,2 2-19-15,0-3-9 16,2 1 0-16</inkml:trace>
  <inkml:trace contextRef="#ctx0" brushRef="#br0" timeOffset="151162.54">16155 16597 243 0,'0'0'15'16,"0"0"-12"-16,0 0 0 15,0 0-2-15,0 0 0 16,-22 39-2-16,21-26 2 0,1 1-1 16,0 2 2-16,0-2-2 15,7-1 0-15,-1 0 0 16,4-2 1-16,1-4-1 16,-2 1 0-16,3-4-1 15,1-4 0-15,1 0 0 0,-1 0 4 16,0-5-2-16,1-6 1 15,-3 0-2-15,2-3 0 16,-2-2 2-16,-4-1-2 16,4 1 0-16,-2 1 1 15,-4 2-1-15,1 1 0 0,-2 5 0 16,-2 2 0-16,1 5 0 16,0 0-4-16,-1 5-2 15,2 7 6-15,-1 1-1 16,1 2-1-16,2 1-7 15,-1-1-6-15,2-1-22 16,-3-3-38-16</inkml:trace>
  <inkml:trace contextRef="#ctx0" brushRef="#br0" timeOffset="151446.49">16479 16436 99 0,'0'0'132'0,"0"0"-132"0,0 0 0 0,0 0-3 0,0 0-7 16,0 0 5-16,0 0 5 15,0 0 3-15,-2 54 4 16,8-31-1-16,2 2-1 0,-1 1-3 15,1-2-1-15,-3 0-1 16,1-4 0-16,-1 0-5 16,-1-4-16-16,-4-5-41 15,0-4-40-15</inkml:trace>
  <inkml:trace contextRef="#ctx0" brushRef="#br0" timeOffset="151901.47">16439 16607 132 0,'0'0'17'0,"0"0"-17"16,0 0 2-16,45-30 5 15,-29 23 0-15,1 1 0 0,-1 2 1 16,-1 1 2-16,-1 3 5 15,-5 0-2-15,1 0-5 16,-2 0-3-16,-4 11-1 16,0 1 4-16,-1 0-3 15,-2 4-2-15,2 0-1 16,-1 0-1-16,1-1 0 0,2-2-1 16,3-2 1-16,1-2 0 15,-1-1 1-15,4-4 0 16,0-2 1-16,1-2-3 15,0 0 4-15,0 0 3 16,1-5 0-16,-3-4 0 16,-2-3-1-16,-2 2 3 0,-2-4-3 15,-5 2 1-15,0-3-1 16,0 5 1-16,-3-3-3 16,-6 2-2-16,0 1-3 15,-2 3 4-15,0 1-8 0,0 3-10 16,1 3-11-16,3 0-24 15,-1 0-54-15</inkml:trace>
  <inkml:trace contextRef="#ctx0" brushRef="#br0" timeOffset="152534.85">16808 16567 113 0,'0'0'118'0,"0"0"-128"0,0 0 12 0,0 0-1 15,48-16 1-15,-29 16-1 16,1 0 6-16,-2 0 9 16,2 6-4-16,-2 5-6 0,-3 1-4 15,-1 2-2-15,-1 1 0 16,-4 1-13-16,-5-1 1 15,-4-3-5-15,0-2 7 16,0-3 8-16,-8-1 4 16,1-2 3-16,-5-3-1 0,2-1 8 15,0 0 5-15,2 0 1 16,-1-7 1-16,4-4-4 16,1 0-2-16,4-5-10 15,0-1 7-15,0-3-11 16,4-1 1-16,10 1-15 0,0-1-23 15,3 2-37-15,-1 1-122 16</inkml:trace>
  <inkml:trace contextRef="#ctx0" brushRef="#br0" timeOffset="153231.79">17161 16577 180 0,'0'0'-1'15,"0"0"1"-15,0 0 0 16,0 0 1-16,0 0-2 0,0 0 2 16,0 0 18-16,38 17 6 15,-35-21-6-15,-1-3-7 16,0 1-3-16,-1-3-3 16,-1 2 0-16,0 0-2 15,0 0 0-15,-2 0 1 0,-3 1-2 16,-1 2 6-16,-2 1-8 15,3 3-1-15,-3 0-1 16,3 0-1-16,-3 10 0 16,4 3-3-16,-1 2-3 15,4 0 1-15,1 2 1 16,0-2 0-16,6-2-6 16,6-1-7-16,1-1 0 0,3-4-6 15,-1-3-4-15,5-4 5 16,0 0 8-16,1 0 14 15,1-3 3-15,0-5 2 16,0-3 13-16,-1-2 16 0,-3 0-11 16,-2-3 1-16,-3 1-5 15,-2-1 4-15,-6-1-4 16,-3 3-3-16,-2 1 0 16,0 2-6-16,-5 1 2 15,-8 5-3-15,0 4-2 16,-1 1-5-16,1 0 3 0,0 4-6 15,1 6 6-15,3 3-3 16,1 1 0-16,5 0 0 16,0 2 0-16,3-2 0 15,0-1 0-15,8 1 0 0,2-1 0 16,4-2 0-16,0 0 0 16,1 1 0-16,2-1-3 15,2 2 6-15,-4 1-2 16,1 2-1-16,-3 3 0 15,-4 3 0-15,-5-2-1 0,-1 3 1 16,-3-2 0-16,0 1 0 16,-7-3 0-16,-4-1 0 15,0-1 1-15,-2-5-2 16,2 0-11-16,-1-6-9 16,5-6-22-16,-1 0-59 0</inkml:trace>
  <inkml:trace contextRef="#ctx0" brushRef="#br0" timeOffset="153581.45">17500 16572 256 0,'0'0'1'15,"0"0"3"-15,0 0 1 0,43-25 1 0,-30 25-3 16,2 0-3-16,-1 0 1 15,1 7-1-15,-2 4 0 16,2 1 1-16,-2-1 0 16,-1 2-1-16,-1-3 0 15,-5-1-10-15,1-2 1 16,-5-3 8-16,0 0 1 0,-2-3-4 16,0-1 5-16,0 0 13 15,0 0 3-15,0 0-4 16,-2-7-1-16,-2 0 1 15,0-4-3-15,1-2-6 16,2-4-3-16,1 1 6 0,0-2-9 16,2-2-16-16,8 3-17 15,-3-1-24-15,4 3-64 16</inkml:trace>
  <inkml:trace contextRef="#ctx0" brushRef="#br0" timeOffset="153901.5">17782 16588 174 0,'0'0'11'16,"0"0"-9"-16,0 0 2 15,13 41 1-15,-8-36-3 16,-1-3 0-16,-1-1-2 0,1-1 1 16,1 0 3-16,-1-5 20 15,0-5-5-15,-1-1-10 16,-1-2 0-16,-2-1 0 15,0 0-3-15,-2-1 2 0,-6 1 0 16,0 4 0-16,1 1-5 16,-3 3 1-16,3 3-1 15,-2 3-3-15,4 1-2 16,-2 10 4-16,3 4-2 16,2 2 0-16,-1 2 0 0,3 0-5 15,0-1-8-15,9-2-13 16,3-2-10-16,2-3-20 15,1-6-27-15</inkml:trace>
  <inkml:trace contextRef="#ctx0" brushRef="#br0" timeOffset="154263.73">18046 16537 168 0,'0'0'7'0,"10"-40"34"16,-9 23-19-16,-1 4-11 15,0 2-3-15,-9 4-3 0,0 5 1 16,-4 2-8-16,2 0 1 16,-1 8 0-16,1 4 1 15,2 1 0-15,1 1 0 16,4 1 0-16,4-1 0 16,0-3 0-16,2 2 0 0,6-4 0 15,3 0 1-15,2-2-1 16,1-1 0-16,2 0 2 15,-3 2 0-15,1 0 0 16,-5-1-2-16,-1 0 0 16,-4 1-1-16,-4-1 1 0,0 0-1 15,-3 0 1-15,-8-1 1 16,-2 1 0-16,-1-1-2 16,1-2 2-16,0-1-5 15,3 0-14-15,4-3-16 16,4 0-26-16,2-4 2 0</inkml:trace>
  <inkml:trace contextRef="#ctx0" brushRef="#br0" timeOffset="154691.18">18095 16576 16 0,'0'0'8'0,"43"-26"25"16,-21 13-2-16,-2 0-15 0,0 0 0 16,-2 1-1-16,-5 0 12 15,-2 4 13-15,-4 1-8 16,-2 2-12-16,-3 1-4 15,-2 4 4-15,0 0-13 16,-2 0-6-16,-4 7-9 0,-4 3-1 16,3 2 9-16,-3 2 1 15,5 0-1-15,-2 0 0 16,5-1 1-16,2 0-1 16,0-1 0-16,0-4 0 15,7 0 0-15,2 2 0 16,1-1 0-16,4-1 0 0,-2-1 0 15,1 2 1-15,1 0 0 16,-2 0-1-16,-2-1-1 16,-3 0 1-16,-3-1 0 15,0-3 0-15,-4 1 0 0,0-1 0 16,0-3 0-16,-9 3 1 16,-4-4-1-16,1 0 1 15,-1 0 1-15,-1 0 0 16,2 0 1-16,2-4-2 15,1-2 2-15,3-2-5 0,3-2-2 16,3-1-22-16,0-2-12 16,3 0-36-16,6 1-20 15</inkml:trace>
  <inkml:trace contextRef="#ctx0" brushRef="#br0" timeOffset="154960.72">18382 16477 190 0,'0'0'0'0,"0"0"-5"0,0 0 5 0,0 0 0 16,0 0 2-16,14 47 3 15,-10-31 12-15,2 1-3 0,-2 0-6 16,-1-1-4-16,3-1-2 16,-2-1-1-16,-3-2-1 15,2-3-10-15,0-6-27 16,-2-2-43-16</inkml:trace>
  <inkml:trace contextRef="#ctx0" brushRef="#br0" timeOffset="155117.21">18368 16404 270 0,'0'0'-3'16,"0"0"11"-16,-10-36-2 16,10 26-8-16,0 3-35 15,0 0-63-15</inkml:trace>
  <inkml:trace contextRef="#ctx0" brushRef="#br0" timeOffset="155757.68">18482 16446 272 0,'0'0'19'16,"0"0"-21"-16,0 0 3 15,0 0-1-15,0 0 1 16,25 41-1-16,-19-27 0 16,0 2 0-16,0-2 0 0,0 1 0 15,-2-1 0-15,1-4 0 16,-1-2 1-16,-1-2-1 16,2 0 0-16,-3-4 0 15,2 0-1-15,-4-2 0 16,2 0-1-16,-2-4 6 0,1-5-1 15,0 0-1-15,2-6-1 16,-1 1-1-16,2-3 1 16,0 0-1-16,0-2 0 15,4 2-1-15,-3 0 1 16,3 6-1-16,-1 2 1 0,2 3-2 16,0 2 2-16,-1 4-2 15,2 0 2-15,3 2-1 16,-2 6 0-16,3-1 1 15,-1 2 0-15,3 1-3 0,-3-3 0 16,3-3 3-16,-3-2 0 16,0-1 0-16,1-1 0 15,-5 0 3-15,0-3 1 16,0-1 1-16,-6-3 2 16,-1-3 0-16,-2 3-1 15,0-2-3-15,-2-1-3 0,-7 3 0 16,-3 0-1-16,1 2-2 15,-1 3-4-15,-3 2 4 16,2 0 0-16,1 10 5 16,1 4-2-16,3 2 0 15,2 2 1-15,4 2-1 0,2 1 0 16,1-5 0-16,12-2 0 16,3-2-1-16,6-4-1 15,5-5-17-15,-1-3-44 16,4 0-70-16</inkml:trace>
  <inkml:trace contextRef="#ctx0" brushRef="#br0" timeOffset="156891.48">18759 16077 146 0,'-36'-17'5'0,"-2"0"18"0,-1 0 11 0,0 0-19 16,-2 1-7-16,0-1-5 15,-4 0 0-15,0 1 2 16,-4 0 3-16,2 1 1 15,-7 2 3-15,-2-2-2 0,-4 3 0 16,-1 2-8-16,-5 0-2 16,-3 3 0-16,-4 1-1 15,-4 1 2-15,-3 1-1 16,-3 1 0-16,-3 1 0 16,-1 1 2-16,-1 0 1 0,0 1 2 15,0 0-3-15,-3 0 0 16,4 0-1-16,-4 7 0 15,-3 1-2-15,2 3 2 16,-2 2-1-16,1 2 0 16,-2 3 1-16,2 2-1 0,2-1 0 15,1 3 0-15,0 1 0 16,3 2-1-16,3-2 3 16,4 4-4-16,4 0 2 15,0 3 1-15,5-3 0 0,4 1-1 16,6-1 0-16,3 0 0 15,4-2 0-15,6 0-1 16,3 2 1-16,3 1 0 16,3-1 0-16,2 2-1 15,3 1 0-15,7-1 0 16,4 1 1-16,5-3 0 0,8 2 0 16,5 0-2-16,5 0 1 15,0 2 1-15,6 0-1 16,11 3 2-16,0 1-1 15,8 1 0-15,2 1 1 16,6-1-1-16,5 2 0 0,4-1-1 16,6 0 1-16,5-3 0 15,6-2 1-15,5-3-1 16,4-2 0-16,4-4-1 16,7-3 1-16,1 1 1 15,4-2-2-15,3-1 2 0,5 2 1 16,4 0-2-16,2 0 2 15,4 1-2-15,4-3 0 16,4 0 1-16,2-3-1 16,5-2 0-16,4-3 0 15,0-6 1-15,6-2-2 16,-2-2 1-16,4-3 0 0,0-8 0 16,2-2 0-16,-1 0 1 15,-1-6-1-15,-1 1 0 16,-1-5 0-16,1-2 2 15,-3-5 0-15,-2-2-1 0,-2-6 0 16,-4-2 2-16,-4-2 0 16,-7-4-1-16,-4 1 0 15,-11-5 1-15,-11 0 0 16,-8 1 0-16,-13-2-1 16,-13 1 1-16,-12 0-2 0,-10 0 2 15,-13 2-1-15,-11 1 0 16,0 3 1-16,-19 2-2 15,-7 2-1-15,-7 2 1 16,-7 0-2-16,-5 3 2 16,-5 1-2-16,-3 3 2 0,-4 0-2 15,1 5 3-15,-3 2-4 16,-1 5 4-16,-1 3-3 16,3 5 2-16,-4 6-4 15,3 3-14-15,4 2-9 16,1 2-24-16,7 6-70 15</inkml:trace>
  <inkml:trace contextRef="#ctx0" brushRef="#br0" timeOffset="157551.72">19524 16487 46 0,'10'3'1'0,"-2"-3"0"0,4 0 11 0,3-2 15 16,0-6 8-16,7-2 5 16,-1-4 7-16,7-2-15 15,6-2-8-15,4-5-8 16,7-2 0-16,8-5-7 15,7-3-7-15,8-6-1 0,5-7-4 16,6-5-45-16,2-9-144 16</inkml:trace>
  <inkml:trace contextRef="#ctx0" brushRef="#br0" timeOffset="164006.67">12646 7571 15 0,'2'3'2'0,"-1"-2"2"0,1-1-2 0,0 2 0 16,-2-1-1-16,0-1 1 16,0 0 16-16,0 0 18 0,0 0-11 15,0 0-13-15,0 0-2 16,0 0-3-16,0 0 1 15,0 0-1-15,0 0-3 16,0 0 3-16,0-1-1 16,2-2 1-16,2-1-5 0,-1-2 0 15,3-2 4-15,2-7 2 16,3-2 0-16,6-10 0 16,7-6-3-16,8-11-2 15,11-13-2-15,6-11-7 16,6-10-109-16</inkml:trace>
  <inkml:trace contextRef="#ctx0" brushRef="#br0" timeOffset="166544.35">14296 7411 40 0,'0'0'4'0,"0"0"-1"0,0 0 1 16,0 0 2-16,0 0-2 15,0 0-1-15,0 0 2 16,0 0 0-16,0 0-2 16,0 0 3-16,0 0-2 15,40 9 8-15,-38-9 6 0,-1 0 5 16,1 0 20-16,0-7-8 16,2-2-15-16,1-4-6 15,3-3-1-15,4-5-1 16,5-5-5-16,6-11-1 15,12-7-5-15,9-13 0 0,9-12-3 16,11-18-56-16</inkml:trace>
  <inkml:trace contextRef="#ctx0" brushRef="#br0" timeOffset="171351.38">15055 4345 88 0,'0'0'2'0,"0"0"0"0,0 0 1 0,0 0 1 15,0 0-4-15,0 0 1 16,0 0-1-16,0 0 2 16,0 0-2-16,0 0 1 15,0 0 2-15,0 0-2 16,0 0 1-16,0 0-2 0,7 32 0 16,-5-28 0-16,0 0 0 15,1-2 1-15,0-1-1 16,1 1 0-16,0-2 4 15,1 0 6-15,3-3-2 16,4-6-3-16,1-5-2 0,6-4 3 16,4-4-4-16,4-6 8 15,7-5-3-15,6-8-7 16,3-6 7-16,4-8-9 16,-3-8-153-16</inkml:trace>
  <inkml:trace contextRef="#ctx0" brushRef="#br0" timeOffset="175751.41">19510 16402 54 0,'0'-1'20'0,"0"1"0"0,0-2-6 0,0 2-5 0,0 0-1 15,0-1-1-15,0 1-3 16,0 0-2-16,0 0-2 16,0 0-1-16,0 0 0 15,0 0 2-15,0 0 0 0,0 0-2 16,0 0 2-16,0 0-1 15,0 0 0-15,1 0 1 16,-1 0-2-16,0 1 2 16,1 1-1-16,0 1 1 15,1 1 1-15,0 0 4 0,2 2-3 16,-2-1 0-16,1 1 1 16,0-1-2-16,2 1 1 15,-3-1-1-15,3 2-1 16,-2-1 1-16,1-1 0 15,0 1 0-15,-3-2-1 0,3 2 1 16,0-1-1-16,0 1 1 16,0-2 2-16,0-1-3 15,2 0 0-15,-3-1 5 16,2-2 2-16,1 0-1 16,-1 0 9-16,4-1 1 0,1-7-1 15,0-2-5-15,7-1-7 16,1-5-2-16,3-2 1 15,5-4-3-15,3-1 1 16,4-2-1-16,1-3 0 16,4-3 0-16,5-1 0 0,1-1 0 15,6-2-4-15,-2 1 0 16,2-1-5-16,-1 2-7 16,-2 2-7-16,-2 2-13 15,-1 1-10-15,-6 4 0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06:31.298"/>
    </inkml:context>
    <inkml:brush xml:id="br0">
      <inkml:brushProperty name="width" value="0.05292" units="cm"/>
      <inkml:brushProperty name="height" value="0.05292" units="cm"/>
      <inkml:brushProperty name="color" value="#FF0000"/>
    </inkml:brush>
  </inkml:definitions>
  <inkml:trace contextRef="#ctx0" brushRef="#br0">10142 14061 174 0,'0'0'6'0,"0"0"14"0,0 0-19 16,0 0-1-16,0 0 2 15,0 0 7-15,0 0 1 16,0 50-1-16,0-31-4 16,1 1-2-16,4 5-1 15,1-2-1-15,-2 7 0 16,3-3-1-16,-2 0 1 0,2-3-1 16,-1-3 0-16,-4-5 0 15,3-2 0-15,-3-5-1 16,-2-4-11-16,0-1-11 15,0-4-28-15,0-2-14 0</inkml:trace>
  <inkml:trace contextRef="#ctx0" brushRef="#br0" timeOffset="492.38">10179 14083 139 0,'0'0'-15'0,"4"-43"19"16,1 25 8-16,3 2 0 15,2 1 4-15,-1 1 2 16,1 3 0-16,2 0-5 16,1 4-5-16,0 4-5 15,1 0-2-15,1 3-1 0,1 0 2 16,-2 6-2-16,2 5 1 16,-2 2-2-16,-1 4 1 15,-2-1 0-15,-3 0 0 16,-1 2 0-16,-7 0 3 15,0 1-5-15,0 0 1 0,-11 2 1 16,-3 1-2-16,-3-2 4 16,1 1-2-16,-4-5 0 15,0 0 0-15,4-5 1 16,0-3 1-16,5-2-2 16,0-3 1-16,4-2 0 0,1-1 2 15,3 0 7-15,3 0-3 16,0 0-5-16,0 0-1 15,0 0-2-15,3 0 2 16,5 0-1-16,0 0 2 16,2 5-2-16,-1 2 1 0,3 0 1 15,1 3-2-15,-2-2 0 16,3 2 0-16,1 0 0 16,1 0 1-16,-1 1-1 15,3-2 0-15,0-2-1 16,0 0-27-16,0-4-46 0,-1-3-17 15</inkml:trace>
  <inkml:trace contextRef="#ctx0" brushRef="#br0" timeOffset="755.34">10596 14138 155 0,'0'0'3'0,"0"0"16"0,0 0 9 15,0 0-16-15,0 0-5 16,0 0-2-16,0 0 7 16,0 0-11-16,0 0 0 0,0 0 0 15,-13-6-1-15,13 21 1 16,0 0-1-16,3 2 2 16,1-1-2-16,2-2 0 15,-3 0 1-15,1 1-1 16,1-3-1-16,-3 1-11 0,-2-3-38 15,0-3-11-15,0-1-60 16</inkml:trace>
  <inkml:trace contextRef="#ctx0" brushRef="#br0" timeOffset="1146.67">10560 14130 163 0,'0'0'2'0,"0"0"0"16,0 0 5-16,0 0-3 0,36-39 0 16,-27 39-2-16,3 0-2 15,1 2 2-15,1 7-1 16,1 4-1-16,3 2 1 16,-3 0 1-16,4 2-1 15,-2 0-1-15,-1-4 1 0,-1 0-1 16,-1-2 0-16,-3-1 1 15,-2-4-1-15,0-2 2 16,-2-2-1-16,-3-2 2 16,-2 0 12-16,1-5 19 15,-2-6-6-15,-1-3-16 16,0-5-3-16,0-1-3 0,0-2-2 16,-1 0-1-16,-4-1-1 15,1 1 1-15,-1 1-3 16,3 4 1-16,0 4-1 15,0 2-1-15,2 5-4 0,0 3-22 16,0 3-70-16,0 0-5 16</inkml:trace>
  <inkml:trace contextRef="#ctx0" brushRef="#br0" timeOffset="1481.38">11011 13952 99 0,'0'0'13'0,"0"0"27"0,0 0-7 0,0 0-7 16,0 0-16-16,0 0-15 15,0 0 13-15,0 0-6 0,0 0-1 16,0 0 0-16,8 53 2 16,-8-36-3-16,2 1 0 15,-2-1 0-15,0 2 0 16,0-2 0-16,0-1 0 0,0 1-2 16,-4-3-2-16,0-3-26 15,2-4-16-15,1-3-1 16,0-4-55-16</inkml:trace>
  <inkml:trace contextRef="#ctx0" brushRef="#br0" timeOffset="1823.65">11023 13951 151 0,'0'0'4'0,"0"0"14"16,0 0-11-16,0 0-5 15,0 0-2-15,0 0 0 0,42-9 2 16,-29 21 0-16,2 0-1 16,3 2 0-16,-1 1-1 15,2-3 1-15,1 0-1 16,-5-2 0-16,1-2 1 0,-3-2-1 16,-1-3 0-16,-3-1 2 15,-1-2 7-15,-5 0 3 16,0 0 12-16,0-2 11 15,-3-7-12-15,0-2-9 16,0-6-8-16,0 1-2 0,-3-4 0 16,-1 1-2-16,0-1-2 15,-1 1 1-15,2 2-3 16,2 3-19-16,-3 4-42 16,-5 2-73-16</inkml:trace>
  <inkml:trace contextRef="#ctx0" brushRef="#br0" timeOffset="2349.12">10344 14634 161 0,'0'0'-8'0,"0"0"8"15,0 0 0-15,0 0 1 0,0 0-1 16,0 0 1-16,0 0-2 15,0 0 4-15,0 0 18 16,0 0-10-16,19 21-7 16,4-28 1-16,6-3-2 15,2-3 1-15,8-1 2 0,3-4-2 16,4-2 0-16,5 0 3 16,5 0-1-16,2 0 0 15,2-2-3-15,0 2 0 16,1 1 0-16,-1 1 0 15,-3 2 0-15,-3-2 2 0,-2 4 2 16,-8 2-2-16,-5 2 0 16,-7 2-3-16,-7 3 0 15,-6 4-2-15,-4-1 1 16,-5 2-1-16,-2 0 1 16,-6 0-1-16,0 3-2 15,-2 4-5-15,0-4-27 0,0-3-54 16</inkml:trace>
  <inkml:trace contextRef="#ctx0" brushRef="#br0" timeOffset="2542.5">11586 13986 285 0,'0'0'-6'0,"0"0"8"0,0 0-1 0,0 0 0 0,0 0-4 16,0 0-48-16,0 0-55 15,0 0 31-15</inkml:trace>
  <inkml:trace contextRef="#ctx0" brushRef="#br0" timeOffset="2621.17">11643 14056 110 0,'0'0'-29'0</inkml:trace>
  <inkml:trace contextRef="#ctx0" brushRef="#br0" timeOffset="4919.39">15498 13880 96 0,'0'0'13'0,"0"-3"2"0,0 0-5 0,-1 0-6 15,-1 2-2-15,1-1-1 16,0 0-1-16,-1 0 0 0,0 2 1 16,0-3 1-16,0 3 4 15,0-3 5-15,0 2 3 16,1-3 2-16,-3 2-4 16,-3-1-6-16,2 2-4 15,-1-1-2-15,-1 0 1 0,-5 0-1 16,3 1 1-16,-1-2 0 15,-4 3 0-15,1 0 0 16,-4 0 0-16,2 0 0 16,-1 0 0-16,1 0 1 15,0 0-1-15,1 0-1 0,-2 6 0 16,1-2 0-16,2 2 0 16,-3 1 0-16,3-1 0 15,-1 1 0-15,1 0 0 16,-3 1 0-16,3-1 0 15,-1 1 0-15,1 0 0 0,-1-1 0 16,3 0 0-16,-2 2 0 16,0-1 0-16,2 1 1 15,0-1-1-15,-1 2-1 16,1 0 2-16,-1 1-1 16,1 0 0-16,1 1 0 15,0-2 0-15,1 3 0 0,1-1 0 16,1 0 0-16,-3 1 0 15,4 1 0-15,-2 0 0 16,3 1 0-16,-4 2 0 16,4-2 0-16,0 2 1 15,1-2-1-15,2 0 0 0,-2 2 0 16,4-3 0-16,-2 1 0 16,2-1 0-16,0 1 1 15,0-2-1-15,0 1 0 16,4 2 0-16,0-2 1 0,1 0 0 15,1 1-1-15,-3-1 0 16,3 0 1-16,-1 0-1 16,0 2 1-16,3-4 1 15,-1 3-1-15,3-1 1 16,0-1 0-16,3 1 0 16,1-1-1-16,-1-1 1 0,1 0 0 15,-1 0 0-15,1-1 4 16,1-1-1-16,-1-1 1 15,1 0-2-15,1-2 0 16,0 2 0-16,4-2-2 16,-3 1-1-16,4-1 0 0,1 0 0 15,-4-1-1-15,2 3 0 16,-1-3 1-16,0-1-1 16,1 1 0-16,-3-2 1 15,4-1-1-15,1-2 0 16,1-1 1-16,1 2 1 0,1-2-1 15,0 0-1-15,1 0 1 16,2 0-1-16,-1 0 0 16,1-3 0-16,1-3 4 15,0 0-3-15,0 1 0 16,0-2 0-16,-2-2 0 0,-2 3-1 16,1-2 1-16,0-1 1 15,-2 1-2-15,0-1 0 16,-1-2 2-16,-1 2 0 15,-2-2 0-15,1-2-1 16,1 1 1-16,-3-3-1 16,0 0 1-16,1-2-1 0,-4-2 2 15,0 1 2-15,-3-2-2 16,-1 0-1-16,0 0-1 16,-5-1 0-16,1-2 1 15,-3 0 2-15,2-1-3 16,-5 2 0-16,-1-3 0 0,0 3 0 15,-1-1 0-15,0 3 1 16,0-1-1-16,-4 2 1 16,-5-1-1-16,2 0 1 15,-4-1-2-15,0 1 4 16,-2 2-2-16,-1-5-2 0,-2 2 1 16,-5-2-1-16,2-1-1 15,-7 1 2-15,0 1 0 16,-2-1-1-16,-3 6 0 15,-1 1-1-15,-4 2 0 16,-3 4-2-16,-4 7 0 0,-4 3-16 16,-2 0-11-16,-3 4-22 15,3 2-61-15</inkml:trace>
  <inkml:trace contextRef="#ctx0" brushRef="#br0" timeOffset="6883.46">18725 13888 97 0,'0'-4'6'0,"0"-2"4"0,0 2-8 0,-7-1 0 16,1 0 1-16,-2-1 1 16,2 0 5-16,-2-1 6 15,1-1 2-15,-2 1 0 16,2 0-9-16,-2 0-2 0,-1 1-4 15,-1-1-1-15,1 2-1 16,-3 0 0-16,-1 1 0 16,-1-2 1-16,-3 1 0 15,-2 0 2-15,0-2 3 0,0 4 2 16,-3-1 2-16,3 0-1 16,-5 2-5-16,1 2 0 15,1 0-2-15,-1 0-1 16,-2 3-1-16,-1 3 0 15,0 0-3-15,1 1 6 0,-2 0-2 16,1 1-1-16,1 0 1 16,3 1-1-16,0 0 0 15,0 2 1-15,4 2-1 16,1-1 0-16,-2 1 0 16,4 2 0-16,-2 2 0 15,3 0 0-15,-1 1 0 0,2-2 0 16,3 1 1-16,0 0-1 15,-1-3 0-15,2 2 0 16,3-2 2-16,-2 0-2 16,1-1 1-16,0 3-1 15,1-2 1-15,1 1-1 0,-2-2 1 16,2 3-1-16,-1-2 1 16,3 0-1-16,0 2 1 15,2-1-1-15,0 1 0 16,2 0 0-16,0-1 0 15,0 0 0-15,0 3 2 0,6-2-2 16,-1 0 1-16,3 4-1 16,0-4 2-16,0 1-2 15,1 0 0-15,1 2 0 16,0-3 0-16,0 1 0 16,3 0 0-16,-2-2-2 15,2 1 1-15,1-4 2 0,1 1 1 16,1-1 0-16,-2-1-2 15,3-1 2-15,-1 0-1 16,4-2 1-16,-1 1 2 16,2 1-1-16,0-3 0 0,3 0 0 15,1 2-1-15,-2-1-2 16,3-1 2-16,1 1-2 16,1-2 0-16,-2-1 1 15,1 0-1-15,-1-2 0 16,0 0 0-16,1-2 1 0,0-1 0 15,0 0 3-15,3 0 0 16,-1 0-1-16,2 0-2 16,-2 0-1-16,-1 0 1 15,0 0-1-15,1-5 0 16,-4-1 1-16,-1 1 0 0,3-1 0 16,-2 0 0-16,1-4 1 15,-4 3 0-15,0-1 1 16,1-1-3-16,-4 2 1 15,0-3-1-15,1 2 1 16,-4-1-1-16,2 0 1 16,-3-2-1-16,-1 2 1 0,-1-2 2 15,-3 1 1-15,-2-1 1 16,-1-1 0-16,-1 0-1 16,-1-1-2-16,-2-3 0 15,3 2-1-15,-4-3 0 0,0-1 0 16,0-1-1-16,-1-1 1 15,-1-1-1-15,0-2 0 16,0 1 0-16,0-3 3 16,-2 1 0-16,-3 0 2 15,-2 0-1-15,-2 1-1 16,0 0-1-16,-4 1-1 0,-3-1-2 16,-4 2 4-16,-2 1-3 15,-3-3-1-15,-6 5 0 16,-4 2-1-16,-5 3-2 15,-4 3-15-15,-9 2-26 16,-8-1-62-16</inkml:trace>
  <inkml:trace contextRef="#ctx0" brushRef="#br0" timeOffset="7944.31">15521 14741 82 0,'0'-5'2'0,"2"-2"2"0,0 0 3 16,0 1-2-16,0 1 5 0,-2 0 1 15,0 1 7-15,0 3 15 16,0-2 10-16,0 3-29 16,0 0-12-16,0 0-2 15,0 0-2-15,0 11-10 16,0 3 16-16,0 4-3 0,0 4-1 16,0 2 1-16,2 5 1 15,5 1-1-15,0 2 0 16,-2 3 0-16,0 4-1 15,0 2 0-15,1 0 1 16,-3 0-1-16,0-1 2 0,-1 0-2 16,-2-3 4-16,2 0 0 15,-2 0 1-15,0-1 3 16,0 2-3-16,0 1-1 16,0 0-1-16,0-1-1 15,0-1-1-15,-4-1 0 0,-3-4-1 16,0-3 1-16,-1-3 0 15,1-4-1-15,-2-2 2 16,-1-4 0-16,4-4-1 16,-1-2 0-16,1-4 0 15,0-2-2-15,1-4 1 0,2 0-18 16,-2-7-40-16,1-15-83 16</inkml:trace>
  <inkml:trace contextRef="#ctx0" brushRef="#br0" timeOffset="8349.17">15413 14695 36 0,'0'0'61'0,"0"0"-58"0,0 0 6 0,0 0-4 15,0 0 1-15,0 0 0 0,0 0 3 16,-38 34 2-16,33-21 2 16,-5 0-2-16,3 2-6 15,-5-1-2-15,3 3 1 16,1-2-3-16,-4 0 0 16,5-2 0-16,1-2-2 0,-1-1-4 15,4-5-24-15,3-4-20 16</inkml:trace>
  <inkml:trace contextRef="#ctx0" brushRef="#br0" timeOffset="8504.95">15485 14698 198 0,'0'0'0'0,"40"-5"2"16,-11 5-1-16,2 0 2 0,3 3-4 15,3 10-13-15,-2-1-39 16</inkml:trace>
  <inkml:trace contextRef="#ctx0" brushRef="#br0" timeOffset="9166.51">18247 14664 211 0,'0'0'3'0,"0"0"1"0,0 0-4 16,0 0 1-16,0 0-1 16,16 38 0-16,-12-19-1 0,-2 5 5 15,1 4 2-15,0 3-2 16,-1 5 3-16,1 2-3 15,2 5 0-15,-3 2 5 16,1 2-6-16,-1 3 2 16,-1-2-3-16,-1 3 0 15,0-1 1-15,0 0 2 0,0 0-2 16,0-1-1-16,-1-3 0 16,-2-4 1-16,0-4 1 15,-2-2-2-15,0-5-1 16,0-4 0-16,-2-1 0 15,2-6-1-15,-2-3-1 0,0-3 2 16,2-4-3-16,-3-4-10 16,3-5-18-16,-2-1-21 15,3-10-48-15</inkml:trace>
  <inkml:trace contextRef="#ctx0" brushRef="#br0" timeOffset="9558.45">18146 14678 175 0,'0'0'-2'0,"0"0"18"0,0 0-2 0,0 0-11 0,-45 16-1 15,31-1-1-15,-1 5 0 16,-1 3 0-16,1-2 1 15,-1 3-1-15,3-2 1 16,1-1-2-16,0-4 1 0,5-3-1 16,1-4 0-16,2-3-1 15,3-5-14-15,1-2-33 16,0-4-39-16</inkml:trace>
  <inkml:trace contextRef="#ctx0" brushRef="#br0" timeOffset="9750.24">18160 14682 206 0,'0'0'5'15,"0"0"0"-15,42-3-2 0,-21 3 5 16,5 0 5-16,1 7 0 16,1 1-2-16,5 4-7 15,-2 1-2-15,-3 4-1 16,2-1-1-16,-3-2-6 15,-2 2-45-15,-7-8-48 16</inkml:trace>
  <inkml:trace contextRef="#ctx0" brushRef="#br0" timeOffset="10533.96">16097 14175 85 0,'0'0'2'0,"0"0"7"0,0 0-6 0,0 0-3 16,0 0 1-16,0 0 7 15,0 0 3-15,0 0 2 0,0 0-6 16,0 0-5-16,-19 0 9 16,33 0-5-16,4 0-2 15,7 0-1-15,0 0-3 16,8 0 1-16,5 0 1 16,1 0 1-16,9 0 4 0,0 0 1 15,3 0 4-15,6-3-5 16,4 0 0-16,1-1-1 15,6-3-2-15,3 1-1 16,3-1 3-16,0-1 0 16,4 1 0-16,-5-2 3 0,-1 2-3 15,-4 1 2 1,-2-1-3-16,-9 2 0 0,-4 0-3 16,-2 1-2-16,-6 1 1 15,-5-1-1-15,-8 4 0 16,-4-3 1-16,-5 3-1 0,-7 0 0 15,-3 0 0-15,-6 0 0 16,-1 0-2-16,-4 0-24 16,-2 0-61-16,0 0-29 15</inkml:trace>
  <inkml:trace contextRef="#ctx0" brushRef="#br0" timeOffset="10755.46">17510 14032 215 0,'0'0'7'0,"0"0"2"0,0 0-1 16,44-14 1-16,-27 14-3 16,1 0-3-16,3 1 2 15,-2 9-2-15,-2 4-1 0,-3 6-2 16,-8 4 0-16,-6 7-3 15,-20 3-30-15,-16 1-54 16</inkml:trace>
  <inkml:trace contextRef="#ctx0" brushRef="#br0" timeOffset="11438.25">15345 13079 114 0,'0'0'85'0,"0"0"-80"0,0 0-10 0,0 0 5 0,0 0 0 16,0 59-1-16,0-26 2 16,0 4-1-16,0 8 2 15,0 5 1-15,-1 4-2 16,1 0 2-16,0 0-1 0,0-3 1 15,0-3 0-15,7-5 0 16,-2-5 6-16,3-6-3 16,-2-4-4-16,-1-4-1 15,2-2-1-15,-5-7 0 16,-2-9-27-16,0-6-99 16</inkml:trace>
  <inkml:trace contextRef="#ctx0" brushRef="#br0" timeOffset="12284.75">15167 12583 117 0,'0'0'15'0,"0"0"13"0,-55-1-13 0,36 1-10 16,-2 4-2-16,0 4-2 15,1 5 1-15,1 2-1 16,2 6 0-16,-2 3-1 15,4 7 1-15,0 3 0 0,2 3-1 16,4 2 1-16,4-1-1 16,5-2 0-16,0-4 0 15,5-1 0-15,5-4-1 16,7-1 1-16,2-5-1 16,1 0 1-16,5-3-2 0,3-3 4 15,3-4 0-15,2-2 2 16,1-5-1-16,1-1 0 15,-1-3 0-15,-1-3 2 16,-4-7 3-16,1-2 6 16,-3-4 4-16,-3-2-3 0,-3-4-7 15,-2-1 0-15,-4-5 2 16,-6-1 1-16,-2-5-4 16,-6-4-4-16,-1 0-1 15,-3-2 0-15,-7-1-2 16,-4 1 2-16,0 2 0 0,-6 4-3 15,-1 5-1-15,2 5-5 16,-4 7-21-16,-3 4-6 16,1 1-34-16,3 1-61 15</inkml:trace>
  <inkml:trace contextRef="#ctx0" brushRef="#br0" timeOffset="12597.47">15110 12029 104 0,'0'0'141'0,"0"0"-137"0,0 0-12 0,0 0 4 16,12 50-1-16,-11-22 7 16,0 6 0-16,0 0-4 15,0 2 3-15,-1 1-1 0,0 1 0 16,0 3-4-16,0-1-12 16,0 3-3-16,-3-6-15 15,-2-5-13-15,0-8-60 16</inkml:trace>
  <inkml:trace contextRef="#ctx0" brushRef="#br0" timeOffset="12817.79">15137 12134 218 0,'0'0'11'15,"0"0"11"-15,0 0-17 16,-38-17-3-16,21 19-6 16,-3 9 7-16,-5 3-3 15,-4 3-1-15,3 2-13 0,-1-2-19 16,0-3-19-16,3-4-8 16</inkml:trace>
  <inkml:trace contextRef="#ctx0" brushRef="#br0" timeOffset="12960.32">14875 12144 125 0,'0'0'8'16,"0"0"10"-16,0 0-11 15,51-10-3-15,-33 10 0 16,6 9 0-16,1 2-2 16,4 5-1-16,0-4-15 0,0-1-46 15</inkml:trace>
  <inkml:trace contextRef="#ctx0" brushRef="#br0" timeOffset="13315.35">15273 11856 201 0,'0'0'14'16,"0"0"12"-16,-40-23-19 0,26 23-7 15,0 9 0-15,0 8 0 16,0 4 0-16,3 6 1 16,5 2-1-16,4-1 1 15,2-1 0-15,0-4-1 16,11-4 0-16,2-4-1 16,3-7-1-16,0-4 3 0,2-4 3 15,-4 0 2-15,2-12 10 16,-3-7-5-16,0-1 1 15,-4-3-3-15,-4-2-3 16,-4 0 0-16,-1 0-3 0,0 5-1 16,-4 0-2-16,-5 6-2 15,0 4-5-15,3 5-22 16,1 3-28-16,3 1-73 16</inkml:trace>
  <inkml:trace contextRef="#ctx0" brushRef="#br0" timeOffset="13443.99">15502 11972 195 0,'0'0'3'0,"33"67"-3"16,-10-29 1-16,2-1-63 16</inkml:trace>
  <inkml:trace contextRef="#ctx0" brushRef="#br0" timeOffset="13942.24">18368 13006 259 0,'0'0'13'16,"0"0"14"-16,0 0-19 16,0 0-9-16,0 0 2 0,-3 56-1 15,9-18 0-15,0 8 0 16,1 4 0-16,1 4 0 15,-1 2-2-15,0 0-5 16,-3 0-1-16,-1-2 2 16,3-3 1-16,-4-5 4 0,2-8 0 15,1-8-6-15,2-9-14 16,-5-11-30-16,1-10-36 16</inkml:trace>
  <inkml:trace contextRef="#ctx0" brushRef="#br0" timeOffset="14362.14">18438 12667 227 0,'0'0'10'16,"-46"-60"12"-16,19 40-13 15,-5 10-8-15,-3 6-2 16,-7 4 0-16,-4 16-1 16,0 9 1-16,-1 11 1 0,0 8-3 15,8 8 4-15,6 2-1 16,8 3 0-16,8-2-8 16,9-2-8-16,8-9-6 15,4-3 4-15,12-11 7 0,4-7 6 16,7-10 3-16,4-8 10 15,2-5 8-15,1-3 6 16,1-11-4-16,0-8-4 16,-4-7-1-16,-5-5-1 15,-4-3 0-15,-5-5-1 16,-8-3-6-16,-5-3-3 16,-4 4 0-16,0-1-4 0,-13 5 1 15,-7 4-10-15,-5 7-26 16,-5 3-29-16,-1 3-59 15</inkml:trace>
  <inkml:trace contextRef="#ctx0" brushRef="#br0" timeOffset="14611.45">17939 12098 161 0,'0'0'17'0,"0"0"13"0,0 0-13 0,0 0-18 0,0 0 0 0,0 0-1 16,3 49 2-16,1-16-7 15,-2 1-15-15,-2 1-18 16,0 2-3-16,0-5-56 15</inkml:trace>
  <inkml:trace contextRef="#ctx0" brushRef="#br0" timeOffset="15074.01">17973 11796 99 0,'0'0'-3'16,"0"0"9"-16,23-37 6 16,-20 29 8-16,0 3 8 15,-3 1 14-15,0 3-10 16,0 1-17-16,0 0-18 15,-3 5-3-15,-8 7 8 0,2 2 3 16,-2 6-4-16,-1-1 0 16,4 2 0-16,3-1 0 15,4-3 0-15,1 1 0 16,2-5-2-16,10-2 2 16,2-2-1-16,2-4 1 0,6-4-1 15,-1-1 1-15,0 0 3 16,-2-6-3-16,-3-6 1 15,-3-3-1-15,-5-4 9 16,-8-1 7-16,0-4-6 0,-2 0-8 16,-9-3-3-16,-3 3-1 15,-3 4-7-15,0 3-4 16,1 7-12-16,1 3-23 16,3 4-53-16</inkml:trace>
  <inkml:trace contextRef="#ctx0" brushRef="#br0" timeOffset="15351.27">18203 11789 201 0,'0'0'1'0,"0"0"1"15,49 0-1-15,-36 3-1 16,-1 7 0-16,-4 3-3 15,-6 4-1-15,-2 3 1 16,0-1 4-16,0-1 1 16,-2-3 1-16,-2-5 5 0,2-1 2 15,2-4 2-15,2-1 0 16,13-4-3-16,12 0 5 16,11-4-2-16,14-7-9 15,14-3-2-15,9-6-27 16,5-6-76-16</inkml:trace>
  <inkml:trace contextRef="#ctx0" brushRef="#br0" timeOffset="18654.62">11325 16781 8 0,'0'2'129'0,"0"0"-117"0,1 1-12 0,1 3 2 0,2 5 10 16,0 2 3-16,2 4-1 16,2 2-5-16,-2 1-2 15,3 1-3-15,-2 0-1 16,2 1-2-16,0-1 0 15,-2 0 1-15,1 0 0 0,2-2-2 16,-4-1-3-16,-1-5-37 16,-1-6-24-16</inkml:trace>
  <inkml:trace contextRef="#ctx0" brushRef="#br0" timeOffset="19116.41">11215 17040 141 0,'0'0'3'16,"0"0"3"-16,0 0-7 15,0 0 6-15,0 0 3 16,39-26 3-16,-19 12-2 15,2-3-3-15,3 0-2 0,-4 0-1 16,2 1-2-16,-2 2 1 16,-2 0-2-16,-2 3 2 15,-4 1-1-15,0 0 1 16,-4 1-1-16,-2 5 3 16,-2 0-3-16,-1 2 1 0,0 2-2 15,-4 0 1-15,1 0-2 16,-1 2-2-16,1 9 4 15,0 0 3-15,-1 5-1 16,1 0-4-16,0 1 4 16,1-2-3-16,0 0 3 15,2-3 0-15,1-2 1 0,2-3-1 16,-1 0 0-16,3-5 0 16,0-2 1-16,1 0-1 15,1-2-2-15,1-8 2 16,-2-4-3-16,-1-4-12 0,-1-2-67 15</inkml:trace>
  <inkml:trace contextRef="#ctx0" brushRef="#br0" timeOffset="19251.36">11546 16730 191 0,'0'0'5'0,"0"0"33"15,0 0-22-15,-37-13-12 16,34 13-5-16,3 2-20 15,0 2-58-15,0 2-34 16</inkml:trace>
  <inkml:trace contextRef="#ctx0" brushRef="#br0" timeOffset="19893.7">11618 16828 257 0,'0'0'1'0,"0"0"6"16,0 0-3-16,0 0-2 16,0 0-2-16,0 0-5 15,0 0 3-15,0 0 2 0,13 22-2 16,-6-11 2-16,0 2 0 16,2 0 0-16,-4-2 0 15,1 0 2-15,-1-1-4 16,-1-3 2-16,0 0-3 15,-2-4 2-15,0 1 0 16,-2-4 0-16,0 0 1 0,0 0 3 16,0-7-1-16,0-4-2 15,0-2 0-15,0-1-2 16,0-2 2-16,0 1-1 16,0-1 0-16,4 2 1 15,0 0-1-15,2 4 2 0,1 1-1 16,2 2 0-16,2 3 0 15,0 1 0-15,3 3-1 16,-3 0 1-16,2 0-1 16,0 4 1-16,-1 5-1 15,0-1 1-15,0 2-1 16,-3-1 1-16,-4 1 0 0,0-2-2 16,-1 2-1-16,-4-3-2 15,0 0 4-15,0-2-4 16,0-2 7-16,-2-2 1 15,-3-1 0-15,2 0 4 0,-1-6-7 16,2-5 4 0,-2-2-2-16,3-2-2 0,0 0 1 15,1-2 1-15,0 3 1 16,0 0-1-16,0 3 2 16,6 3 1-16,1 1-3 15,4 4-2-15,2 2 0 0,1 1 0 16,1 0-2-16,1 8-4 15,-2 2-10-15,0-1-31 16,-2 1-23-16,-3-2-38 16</inkml:trace>
  <inkml:trace contextRef="#ctx0" brushRef="#br0" timeOffset="20204.97">12014 16801 234 0,'0'0'2'0,"0"0"3"0,0 0-2 0,0 0 0 16,-1-40-3-16,1 29 1 15,0 1-2-15,0-3 2 16,0 2 0-16,-2 0 4 0,0 2 5 16,0-1-3-16,-2 4-1 15,1 1-3-15,1 2 0 16,-2 3-3-16,-2 0-1 15,2 0 0-15,0 4-1 16,-1 8 4-16,2 2-2 16,3 1 0-16,0 2 0 0,0-1 0 15,5-3-5-15,5-2-18 16,4-2 1-16,1-7-17 16,0-2-30-16,3 0-31 15</inkml:trace>
  <inkml:trace contextRef="#ctx0" brushRef="#br0" timeOffset="20503.73">12148 16612 113 0,'0'0'4'15,"0"0"24"-15,-16-39-6 0,7 31-15 16,-3 4-7-16,2 2-1 16,1 2-1-16,0 0 1 15,4 2 5-15,0 4-1 16,4 1-3-16,1 3 0 15,0 0 0-15,6 0 1 16,2-3 0-16,4 1 3 0,1-2 0 16,3 3 1-16,0-2-1 15,0 0-2-15,-1 0-1 16,-3 0 0-16,-5-1-1 16,-3 0 1-16,-2 1 0 15,-2 2-2-15,0-2 6 0,-7 2 1 16,-3 1-3-16,0-3-4 15,1-5-53-15,-1-2-67 16</inkml:trace>
  <inkml:trace contextRef="#ctx0" brushRef="#br0" timeOffset="20737.98">12215 16381 212 0,'0'0'5'16,"0"0"-5"-16,0 0-3 16,0 0 1-16,0 0 1 15,17 41 4-15,-9-23 0 16,-1 2-1-16,3 3 1 16,-3-2-2-16,4-1 0 0,-2 0 0 15,-2-1 0-15,1-1-2 16,-2-5-36-16,-2-2-42 15</inkml:trace>
  <inkml:trace contextRef="#ctx0" brushRef="#br0" timeOffset="21642.38">12237 16604 217 0,'0'0'0'15,"0"0"-8"-15,0 0 9 0,40-12-1 16,-22 4 2-16,2-3-2 16,3-1 1-16,-3-2 0 15,2 0-2-15,-1-2 2 16,-2-2-1-16,-1 2 1 0,-5 1-1 16,-1-1 0-16,-6 5-1 15,-4 0-11-15,-2 4 3 16,0 2 3-16,-3 3-3 15,-6 2-4-15,-1 0 2 16,-3 3 2-16,2 7 6 0,1 2 5 16,4 3-2-16,0-1 0 15,5 2 1-15,1-3-1 16,1 1 1-16,7-3 0 16,3-1-1-16,3-4 0 15,-3-3 2-15,3-3 0 16,-1 0 1-16,0 0 0 0,0-7-1 15,-1-3 0-15,-1-2-2 16,-2-2 1-16,-2 0-1 16,-1-3 1-16,-1-1-2 15,-3 0 1-15,-1 1-1 0,-1 2 0 16,0 2 1-16,0 3 0 16,0 4 5-16,0 3 23 15,0 3-4-15,0 0-19 16,0 6-5-16,0 6-3 15,6 3 5-15,-1 5-2 16,5-1 1-16,-2 2 0 0,2-1 0 16,1 0 0-16,-1-2 0 15,-1 2-1-15,1-3 0 16,-2-2 0-16,-4-3 0 16,1-4 1-16,-1 1-1 15,0-5 0-15,-2-2 0 0,-2-2-4 16,0 0 4-16,-4 0 1 15,-3-9-12-15,-1-2-9 16,-6-4 5-16,3-2 5 16,-1-5 3-16,-1 0-1 15,3-5 6-15,0-1 2 0,4 1 2 16,3-1 3-16,3 2 2 16,0 1 1-16,2 3 1 15,7 4-2-15,3 2-1 16,3 3-3-16,-1 5-3 15,3 2 0-15,-1 5 0 0,-2 1 0 16,1 0 0-16,-3 6-2 16,-2 5 2-16,-2 2 2 15,-2 1-2-15,-4 1-2 16,-2-2 4-16,0 0-5 16,-2-2 4-16,-6-1 1 0,0-4 1 15,-1-2 0-15,-1-2-1 16,2-2 0-16,2 0-1 15,3 0-5-15,1-9-17 16,2-1-10-16,0-3-22 16</inkml:trace>
  <inkml:trace contextRef="#ctx0" brushRef="#br0" timeOffset="22068.54">12863 16127 101 0,'0'0'2'0,"0"0"1"0,0 0-5 0,-38-8-1 16,24 8-1-16,2 0 1 16,-1 0 4-16,3 6 4 0,1 0 9 15,0 3-5-15,2 2-4 16,3 0-3-16,4 5-2 15,0-1 2-15,0-2-1 16,4 4-1-16,4-4 1 16,3-2 0-16,1-2 0 0,0 1 0 15,-1-3 1-15,-1-1 1 16,3-1 5-16,-2 1 3 16,-1 0-2-16,2-2-3 15,-5 0-2-15,-1 3-1 16,-2-1-3-16,-2 0 4 0,-2 1-2 15,0 1 1-15,0 1 0 16,-6-1-2-16,-2 2 2 16,0 0-3-16,-1-1 2 15,0 0-1-15,3-3-10 16,-2-3-26-16,4-3-10 0,2 0-67 16</inkml:trace>
  <inkml:trace contextRef="#ctx0" brushRef="#br0" timeOffset="22390.13">12838 16238 90 0,'0'0'25'0,"0"0"4"0,0 0-5 15,0 0-12-15,0 0-10 16,0 0-4-16,0 0 0 16,-42-21 1-16,31 30-1 15,6 1 2-15,-3 0-2 0,3 1 4 16,-2 0-2-16,3 1 1 15,3-1 1-15,-3 2-1 16,4 1 2-16,-2-2-1 16,0 2 0-16,1-1-1 15,-1 2 0-15,0-3 3 0,0 2 2 16,-2 0-1-16,0-1 0 16,0 2-1-16,0 1-1 15,-3 0 1-15,1-2-1 16,1 1-1-16,1 0-1 15,1-1 0-15,-1 0-4 16,-2-1-54-16,3-2-70 0</inkml:trace>
  <inkml:trace contextRef="#ctx0" brushRef="#br0" timeOffset="22802.02">11955 17152 138 0,'0'0'3'0,"0"0"-2"0,0 0-1 15,0 0-2-15,0 0-2 0,0 0 22 16,0 0 1-16,0 0-3 16,59-3 1-16,-24-13-4 15,2-2-5-15,3-2-4 16,4-1 0-16,3-2-1 16,-2-5 2-16,4-1 4 0,-1-2 1 15,4-2 3-15,2-1-2 16,-2 2 0-16,0-1-3 15,1 6-4-15,-2-1-2 16,-5 6 0-16,0 4-2 0,-10 5 0 16,-1 6 0-16,-6 4-2 15,-6 3-30-15,-12 0-45 16</inkml:trace>
  <inkml:trace contextRef="#ctx0" brushRef="#br0" timeOffset="23640.93">14943 16452 44 0,'0'0'69'0,"0"0"-52"0,0 0 25 0,0 0-19 16,0 0-10-16,8-37-4 16,1 27 1-16,2 2-3 15,3 1 0-15,0 1-1 16,3 2-4-16,0 2-1 15,1 2 0-15,-1 0 0 0,0 1-1 16,1 8-2-16,-3 1 2 16,1 1-1-16,-5 2 2 15,-3-1-2-15,-1 3-1 16,-4-4-3-16,-1 2 1 16,-2 1 0-16,-3-2-3 0,-8 2 4 15,-1-3 0-15,-2-1 5 16,-1 0-1-16,3-3 1 15,5-4-2-15,-1-2-1 16,6-1-32-16,2 0-35 16</inkml:trace>
  <inkml:trace contextRef="#ctx0" brushRef="#br0" timeOffset="23976.33">15260 16300 172 0,'0'0'3'16,"0"0"10"-16,0 0 2 15,0 0-4-15,0 0-11 16,0 0-1-16,-38 4 2 0,27 9-1 16,1 0 1-16,-2 1 0 15,4-1 1-15,3 2-2 16,1 1 1-16,2-2-1 15,2-1 3-15,0 0-3 16,0-3 1-16,4-1-1 0,3 0 1 16,3-3 0-16,2-1 1 15,-1-2 6-15,3 0 0 16,-1-1-1-16,3-1-3 16,-1-1-2-16,1 0-1 15,-1 0-5-15,-1 0-17 16,-2 0-50-16</inkml:trace>
  <inkml:trace contextRef="#ctx0" brushRef="#br0" timeOffset="24460.07">15467 16375 147 0,'0'0'32'0,"0"0"7"0,0 0-18 0,0 0-9 0,0 0-4 16,0 0-5-16,0 0-4 15,0 0 1-15,0 0 1 16,0 0 1-16,13 31-2 15,-11-15 0-15,2-2 1 0,1 2-1 16,-3 4 0-16,1-2 1 16,3-2-2-16,-1-2 2 15,-1-1-1-15,3-3 0 16,-1-2-1-16,1-2-8 16,1-2-20-16,0-1-30 0,-4-2-20 15</inkml:trace>
  <inkml:trace contextRef="#ctx0" brushRef="#br0" timeOffset="24922.31">15634 16354 77 0,'0'0'2'0,"0"0"4"0,0 0 6 0,0 0-7 16,0 0-1-16,0 0-2 0,0 0 4 16,0 0 8-16,0 0-2 15,0 0 7-15,-16-26 6 16,15 26-7-16,1-1-3 16,-1 1-5-16,1 0-6 15,0 0-7-15,0 7 3 0,1 3 1 16,7 3 1-16,0 2 1 15,2 3-2-15,1 1 1 16,1 5-2-16,-2 3 1 16,0 0 0-16,1 4-3 15,-5-5-34-15,1-2-55 16</inkml:trace>
  <inkml:trace contextRef="#ctx0" brushRef="#br0" timeOffset="28636.39">17923 16270 85 0,'0'0'34'0,"0"0"-5"0,0 0 11 0,0 0-15 15,0 0-10-15,0 0-3 16,0 0 2-16,0 0 0 0,0 0 13 16,0 0-10-16,0 0-7 15,-27-30-8-15,32 24-1 16,6 1-1-16,-1-2-1 15,4 2 0-15,2 1 0 16,0 1 1-16,-1 3 0 0,4 0-1 16,0 0 1-16,-1 2 0 15,-2 5-1-15,-2 1-1 16,-1 2-5-16,-4 0-2 16,-5 0-4-16,-3 0-1 15,-1 0 0-15,-2 0 4 16,-8 0 3-16,-3 0-2 0,0 1-18 15,-1-2-16-15,2-2-11 16,3-3-20-16</inkml:trace>
  <inkml:trace contextRef="#ctx0" brushRef="#br0" timeOffset="28971.09">18207 16137 104 0,'0'0'45'0,"0"0"-34"16,0 0 12-16,0 0-8 15,0 0-7-15,0 0-3 16,0 0 1-16,-41-22 3 16,30 22 4-16,2 9-1 0,1-1-7 15,3 4-3-15,0 0-2 16,2 4 1-16,1 0 1 15,2 1-1-15,0-2 1 16,0-1-2-16,0-1 0 16,2-3 0-16,4 0 1 15,0-4-1-15,3 1 4 0,-1-3-3 16,4 2 1-16,0-3 1 16,3-2-2-16,1 1-7 15,0-2-36-15,1-2-57 16</inkml:trace>
  <inkml:trace contextRef="#ctx0" brushRef="#br0" timeOffset="29198.52">18401 16166 229 0,'0'0'11'0,"0"0"16"15,0 0-20-15,0 0-7 16,0 0-2-16,0 0 0 15,0 0 3-15,0 0 2 16,1 51 0-16,-1-38-1 16,4 2-1-16,-2-1-1 0,0-3 2 15,3 3-1-15,-1-1-10 16,0-3-26-16,-3-2-68 16,2-5-29-16</inkml:trace>
  <inkml:trace contextRef="#ctx0" brushRef="#br0" timeOffset="29526.07">18493 16225 249 0,'0'0'2'0,"0"0"6"0,0 0 1 16,9-37-5-16,-4 31 3 15,1 0-5-15,0 5 0 16,2 1-2-16,0 0-1 15,-1 0 1-15,0 11-2 16,-2 2-6-16,-1 3-11 0,-2 1-7 16,-2-2-3-16,0 1 11 15,-2-3 14-15,-2-5 4 16,-3 1 4-16,4-4 14 16,-1-2 0-16,4-2-6 15,0-1-1-15,0 0-2 16,7 0 5-16,9-5-8 0,8-6 2 15,5-3-5-15,9-6-3 16,7-5 0-16,6-6-18 16,5-6-91-16</inkml:trace>
  <inkml:trace contextRef="#ctx0" brushRef="#br0" timeOffset="32114.56">15259 13946 75 0,'0'-2'13'0,"0"-2"5"0,0 1-4 0,0 0-8 15,0-1-2-15,0-1-1 16,0 2-2-16,4-1 0 16,3-2-1-16,-1 2 1 15,3-1-1-15,0 0 0 16,2 2 1-16,0-2-1 0,3-1 0 15,0 2 0-15,3-1 0 16,2 1 0-16,-2-1 0 16,2 2 0-16,0-1 0 15,2 1 0-15,-1 0-1 16,-2 1 1-16,2-1 0 0,0 1 0 16,-4 1 1-16,2 0 1 15,1 0-1-15,0 1 0 16,3 0 0-16,-5 0 1 15,0 0-2-15,-2 1 0 16,-1 3 0-16,-1 2 0 0,0 1 0 16,1 0 0-16,-1-2-2 15,2 2 2-15,-2 0-1 16,1 0 1-16,0-1-1 16,0 1 0-16,-1 1 1 15,0-1 1-15,1 3 0 16,-1-2-1-16,3 0 1 0,-1 3-1 15,3-1 2-15,-3 1-2 16,1 0 1-16,-3 0-1 16,-1 0 1-16,-3 2 0 15,-2-2 2-15,-2 2 2 0,-1 0 5 16,0 1-3-16,-2 0-3 16,-2 2 0-16,1 0-1 15,0 1-2-15,1-2 0 16,-1 5 0-16,1-3 0 15,0 4-1-15,-2-1 1 16,0 0 0-16,0 3 0 0,0-2 1 16,0 0-1-16,-4-2-1 15,-3 2-2-15,-6-1 3 16,0-1 3-16,-4-1-2 16,-1-1-1-16,-2-1 0 15,-2 1 0-15,0-3-1 0,-3 2 1 16,-1-2 0-16,-2 0 0 15,-1-1 0-15,-2 1 0 16,-2-1 1-16,-1-2-2 16,-3-1 1-16,-3-1 0 15,1-1-2-15,-2-2-3 0,1-2-3 16,0-1-2-16,0-2 3 16,-2 0 0-16,1-1-3 15,1 0 3-15,2 0 4 16,0-2 2-16,4-5 0 15,5 0 1-15,1-3 0 16,5 0 0-16,1-2 1 0,6 0 4 16,3-4 1-16,2 1 1 15,4-2-4-15,-2-2-2 16,5-1 4-16,1-1-5 16,1-2 2-16,-1-2-2 0,3-1 0 15,0-4-1-15,0-1-6 16,7-6-43-16,-1-3-65 15</inkml:trace>
  <inkml:trace contextRef="#ctx0" brushRef="#br0" timeOffset="33760.19">16137 14202 87 0,'-2'0'7'0,"2"0"1"0,-2 0-6 0,2 0-2 16,0 0-1-16,0 0 0 15,0 0 1-15,0 0-2 16,0 0 1-16,0 0 1 16,-1 0 1-16,1 0-1 15,-1 0 0-15,1 0 3 0,0 0 2 16,0 0-3-16,-1 2-1 16,0-1-1-16,1 0 0 15,0 2 0-15,0-3 0 16,0 2 0-16,0-1-1 15,0-1 1-15,0 1 0 0,0-1-1 16,0 0 0-16,0 0 1 16,1 0 2-16,1 0 2 15,3 0 1-15,-2 0-1 16,5 0-2-16,-2 0-1 16,4 0 0-16,-1-2-1 15,3 0 1-15,0 2-1 0,1 0 0 16,3 0 0-16,-2 0 0 15,2 0 0-15,-1 0 1 16,1 0-2-16,-1 0 2 16,-1 0-1-16,-1 0 0 15,3 0 0-15,-3 0 1 0,3 0 1 16,-1 0 0-16,2 0 1 16,-2 0-2-16,5 0 1 15,-3 0 0-15,4-1 2 16,-2-3 1-16,1 1 2 15,3-3 2-15,2 3 2 0,-2-1-1 16,1 0-2-16,1-1-3 16,2 1-3-16,-1 0 1 15,2 1 0-15,1-1-2 16,-1 0-1-16,0 1 2 16,2 0-2-16,-1 0 1 0,3-1-1 15,-2 1 1-15,2 0-1 16,4-1 1-16,-4 1-1 15,3 1 0-15,-2-2 0 16,-1 3 0-16,1-1 0 16,-4 0 1-16,1 0-1 0,1-1 0 15,0 3 0-15,-2-2 0 16,3 1 0-16,1 0 0 16,-2-2 0-16,1 3 0 15,1-2 1-15,-2 0-1 16,-1-1 0-16,-1 2 0 0,0-1 0 15,-1-1 1-15,-2 2 4 16,1 0 3-16,-3 0-1 16,-5-1-1-16,0 0 0 15,-2 2-3-15,-3 0-1 16,-3 0-1-16,-1 0 0 0,-2 0-1 16,-3 0 0-16,1 0 0 15,-3 0 0-15,0 0 1 16,0 0-2-16,2 0-13 15,-3 0-18-15,-2 0-40 16,0 0-53-16</inkml:trace>
  <inkml:trace contextRef="#ctx0" brushRef="#br0" timeOffset="34102.03">17585 13912 127 0,'0'0'9'0,"0"0"25"0,0 0-9 0,0 0-10 15,0 0-2-15,0 0-11 16,0 0-3-16,0 0 1 15,0 0 0-15,0 0 0 16,0 0 1-16,46 22 0 0,-32-11 0 16,0 0-1-16,-2 4 0 15,-2 2 1-15,-3 1-1 16,-2 5 1-16,-5 1-2 16,-11 9 4-16,-16 6-5 15,-16 7-3-15,-15 6-49 0,-11-2-9 16</inkml:trace>
  <inkml:trace contextRef="#ctx0" brushRef="#br0" timeOffset="36173.07">15843 14044 13 0,'0'0'21'0,"0"0"-14"0,0 0-2 16,0 0-3-16,0 0 6 0,-39-4 3 15,31 4 4-15,1-1-1 16,1-2 3-16,-2 0-5 16,2 0 2-16,1-1 0 15,-1-1-2-15,1 0 0 16,-3 2-4-16,2-2-4 0,0 0-3 15,-1 0 0-15,0 0 3 16,0-2 2-16,-3 3-3 16,3-2 9-16,-3 2-6 15,0 1-4-15,-2 0-2 16,-1 1 0-16,0 0 0 0,-1 1-1 16,-1-1 2-16,1 2-1 15,3 0 0-15,0-1 0 16,-3 1 0-16,3 0 0 15,-1 0-1-15,-2 0 2 16,2 0-1-16,-3 0 0 0,2 0 0 16,-1 0 0-16,1 1 0 15,-1 1 0-15,1 0 0 16,2 0 0-16,-1 1 0 16,1-2 0-16,0 2 0 15,0 0 0-15,0-1 0 0,2 1 0 16,-3 1 0-16,-1 1-1 15,-1-1 2-15,-1-1-1 16,-1 3 1-16,-1-1-1 16,1 0 0-16,2-1 0 15,-1 2 0-15,2 1 0 16,-2 0 0-16,2-3 0 0,1 4 0 16,-2 0 0-16,3 0-1 15,-3 2 1-15,2 2-1 16,0-1 0-16,0 0 1 15,-1 2-3-15,1 0 3 0,0 1 0 16,3 0-1-16,-1 2 1 16,1-2-1-16,3 2 1 15,0 1-1-15,3-2 1 16,0 3 0-16,1 0 0 16,2 0-1-16,0 2 1 15,0-3-1-15,0 0 0 0,0 0 1 16,0-4-1-16,2 0 0 15,1-2 2-15,-1 1-2 16,1-4 1-16,1 4 0 16,-2-1 1-16,2 2 0 15,-1 0-1-15,0-1 0 0,2 1 1 16,0 1-1-16,0-1 0 16,1-2-6-16,1 2 7 15,1-1-1-15,4-2-1 16,-1 0 1-16,1-1 0 15,1 1 1-15,2 0-1 0,1-2 1 16,-1 1 0-16,1 0 0 16,0 2-1-16,1-1 1 15,0 0-1-15,-2 0 0 16,2 1 0-16,-2-2 0 16,3 1 1-16,-1-2-2 0,-1 0 1 15,0-1 0-15,3-3-2 16,0 0 2-16,-1-4 2 15,4 0 1-15,-4 0 4 16,6-3-2-16,-1-4 1 16,1 0-3-16,2-1 0 0,1-1-2 15,1-2 0-15,-1-1 0 16,1 1 0-16,0-2-1 16,-2-1 0-16,1 4 1 15,-2-3 1-15,-3 0-1 16,3 2 0-16,-1 0 0 15,-4 2 0-15,0-1 0 0,-1 3-1 16,-3-3 0-16,-1 2 1 16,0-2 0-16,-3 0 1 15,-1-2 6-15,0-2-5 16,0 0 1-16,-2-2-1 16,-2-4-1-16,-2 1-1 0,1-3 0 15,-2-2-1-15,-4-1 1 16,0-1 0-16,0-1 0 15,0 0 0-15,-2 0 0 16,-7 3 0-16,2 0-1 0,-6 1-1 16,-1 0-2-16,-1 4 2 15,-5-1 2-15,2 2 0 16,-5 0-1-16,1 1 1 16,-1 0-1-16,2 0 1 15,-2-2 0-15,-1 1 0 16,1-2 3-16,1 3-2 0,-5 1-2 15,0 2-1-15,-2 4 0 16,-2 3 3-16,-2 5-3 16,1 2-13-16,-5 0-22 15,5 8-44-15,-5-1-51 16</inkml:trace>
  <inkml:trace contextRef="#ctx0" brushRef="#br0" timeOffset="36920.08">15107 14076 66 0,'-2'-2'8'0,"2"-3"13"0,-2 0-6 0,2 0-1 16,0-1 3-16,0 0 0 15,0-1 0-15,0 0-6 16,4 0-7-16,4 0-3 15,1-3 0-15,4 2-1 0,0-2 0 16,4-1 0-16,1 0 1 16,3-2-1-16,3 2 0 15,0-2 0-15,3 0 0 16,2 2 2-16,2 0-2 16,-1 1 0-16,5 0 0 0,-2 2 1 15,4 0-2-15,-3 4 2 16,1 0-1-16,-1 2 0 15,-3 2-1-15,-2 0 2 16,-2 0-1-16,-4 0-1 16,0 6 1-16,-4 1 1 15,1 4-2-15,-2 0 1 0,0 0 0 16,-1 3 0-16,1-2 0 16,-3 3 0-16,0-1-2 15,0 0 2-15,0 2 0 16,-3-2-1-16,2 0 0 15,-2 2 2-15,-1 0-1 0,-2-1-1 16,1 4 1-16,-2 0 1 16,0 1 0-16,-2 3-1 15,-4 3 0-15,-1-1 2 16,-1 4-4-16,0-1 4 16,-1 1-1-16,-3-1-2 15,-8-1 2-15,2-3-2 0,-2 0-1 16,-2-2 7-16,0-2-8 15,-2-1 8-15,0-2-3 16,-4-1 0-16,1-2 4 16,2 3-4-16,-5-1 0 0,1-2-4 15,-1-3-60-15</inkml:trace>
  <inkml:trace contextRef="#ctx0" brushRef="#br0" timeOffset="38563.3">15366 16199 74 0,'-13'-9'-8'0,"-1"0"11"0,-1 0-3 0,-2-1 0 16,0 0 0-16,-1 2 1 15,-2 0 2-15,1 1 3 16,0 0 1-16,-3 0-1 0,4 2 5 16,-4 0 0-16,4 2-3 15,-2 2 0-15,-1 1-1 16,1 0-2-16,1 0-2 15,0 1-3-15,0 9 0 16,1 3 0-16,2 2 0 16,-4 4 0-16,2 5 0 0,0 1 1 15,-2 3-2-15,2 0 2 16,0 2 3-16,-2 1 1 16,3-2 1-16,2 1-1 15,3-2-1-15,2 0-1 16,3-1 1-16,1 0 1 0,4-1 0 15,2 0 1-15,0 1-1 16,2 1-4-16,7 0 1 16,5-1 2-16,1 3 2 15,5-1-4-15,3 1-2 0,2-2 4 16,1 1-2-16,4 0 0 16,1-1-1-16,4 1-1 15,0-2 2-15,2-2 2 16,5-2-3-16,1 1 1 15,1-7-2-15,1-1 0 16,-1-6 3-16,0-4 0 0,1-5 0 16,0-1 1-16,0-6 2 15,-1-7-3-15,1-3 1 16,-2-2 0-16,-1-3-1 16,-3-2-2-16,-1-1 1 15,-3-2-1-15,-1-3-1 0,-1-2 0 16,-2-1 1-16,-2-3-1 15,-2-1-1-15,-2-3 2 16,-2-1-2-16,-4-1 1 16,-3-2 0-16,-5-2-1 15,0-1 1-15,-6 3 1 0,-4 0-5 16,-1 4 5-16,0 2 4 16,-10 3 7-16,-4 4 3 15,-3 3-5-15,-1 2-1 16,-7 2-3-16,-1-1-2 15,-3 3 0-15,-1 2-3 0,-4 2 0 16,1 4-1-16,2 3 0 16,-2 3-1-16,2 2-3 15,1 5-12-15,3 0-17 16,-2 0-34-16,4 0-85 16</inkml:trace>
  <inkml:trace contextRef="#ctx0" brushRef="#br0" timeOffset="39743.12">16139 14184 40 0,'0'0'20'0,"-2"0"4"0,-2 0-4 0,2 0 2 16,-2 0-3-16,3 0-3 16,1-2-1-16,-2 2-4 15,2 0 0-15,0 0-8 0,0 0-3 16,0 0-6-16,0 0 2 16,2 0 2-16,4 0 1 15,3 0 2-15,3 0 0 16,-1 0 0-16,4 0 0 15,1 0 0-15,4 0-1 16,0 0 0-16,3 0-1 0,2-2 1 16,3 0 0-16,2-1-1 15,1 0 1-15,4 0 1 16,2-1-1-16,2 0 0 16,4 0 0-16,2-2 0 15,4 2 0-15,2-2 0 0,-2-1 0 16,4 3 0-16,-1-1-1 15,-3-2 0-15,2 3 2 16,-3-2 0-16,2 0-1 16,-2 1 1-16,-2-1 1 15,-2 2-2-15,-1 0 1 0,-3 0 1 16,-2 1-2-16,-1-2 0 16,-3 3 0-16,-2 1 0 15,-1-3 0-15,-7 4 1 16,-1-1-1-16,-3-1 0 0,-1 1 0 15,-5 0 0 1,-1-1 0-16,-1 1 0 0,-3-2 0 16,-1 3 0-16,-2-1 1 15,1-1-1-15,-1 2 0 16,-2 0 0-16,-1 0-1 16,2 0 2-16,0 0-1 0,0 0 0 15,-3 0 0-15,1 0-2 16,-2 0-22-16,-1 0-34 15</inkml:trace>
  <inkml:trace contextRef="#ctx0" brushRef="#br0" timeOffset="40475.74">17281 13868 81 0,'0'0'5'0,"0"0"11"0,0 0-10 0,0 0-6 0,0 0 0 16,0 0 0-16,0 0-2 15,0 0 4-15,0 0 0 16,0 0 3-16,0 0 4 16,23 43-5-16,-10-35 0 15,3 2-2-15,-1 1-1 16,2-3 0-16,3 3 2 15,1-1 2-15,2 0 2 0,-2-1 0 16,0-1 0-16,2 1-1 16,-1-1-2-16,-4-1-1 15,2 0-1-15,-2-1 0 16,-2 1-1-16,-2-3 0 0,-1 0 0 16,-2 0 0-16,2-1 0 15,-2-1 0-15,-2 1 0 16,-1 0 1-16,-1-2-1 15,0 3 0-15,-3-3 1 16,2 1-2-16,-2 1 0 16,-3-1 0-16,0-1 1 0,0 1-1 15,-1-1-1-15,0-1-2 16,0 3 0-16,0 1 3 16,0 0 3-16,-5 2-2 15,-4 1 1-15,2 4-2 16,-4 1 0-16,0 2 1 0,0 3 1 15,2 2-2-15,-3-1 1 16,1 5 1-16,-1-2 1 16,0 0 2-16,1-1 0 15,-3 2-2-15,5 0 1 16,-2-2-3-16,-3 1 0 0,4-3 0 16,3 1 0-16,-3-2-21 15,4-5-32-15,3-7-63 16</inkml:trace>
  <inkml:trace contextRef="#ctx0" brushRef="#br0" timeOffset="41746.69">18398 13797 29 0,'4'-4'13'0,"2"1"7"0,-3-1-5 0,3 1-2 16,0 2-1-16,0 1-4 16,2-2-2-16,-3 2-3 15,3 0-1-15,-3 0-2 16,5 0 1-16,0 0 0 0,-2 0-1 15,3 0 1-15,2 0 0 16,0 0 1-16,1 0 3 16,1 0 2-16,1 0 0 15,0 0 0-15,3 0 1 0,-3 0-2 16,-2 2 0-16,-1-1-2 16,2 1 3-16,-4 3-5 15,1-2 0-15,-2 2 0 16,1 2 0-16,2 1-2 15,-2 0 1-15,3 1-1 16,0 2 2-16,1-1-1 0,-1 3 1 16,3-1-2-16,-2 2 0 15,3-2 1-15,-1 1-1 16,0 2 0-16,-2 0 0 16,1-1 0-16,-2 2 0 15,0-2 0-15,-2-1-1 16,-2 1-4-16,0-1 3 0,-2-2 1 15,-1 2 4-15,0 0 2 16,0-2-2-16,-2 3 0 16,3-1 1-16,-3 1-4 15,1 2 2-15,-1 1-2 0,-4 0 1 16,2 1 0-16,-2 1 1 16,-1 2 0-16,0-2-1 15,0 2-1-15,-1-1-1 16,-3-3 1-16,-4 0 2 15,1 2 1-15,0-4 0 0,0 2-2 16,-3 0 1-16,2-2 2 16,0 2-4-16,-2-1 1 15,3-1-1-15,-1 2 0 16,-2-2-1-16,-1 2 1 16,-2-1 0-16,-1 2 0 15,1 1 3-15,-7 1-1 0,2-2 0 16,0 2-3-16,-4-6-38 15,2-7-42-15</inkml:trace>
  <inkml:trace contextRef="#ctx0" brushRef="#br0" timeOffset="43876.26">21471 14264 179 0,'0'0'-1'0,"0"0"6"0,0 0-2 16,0 0-2-16,0 0 1 15,-1 0 5-15,-1 2 2 0,1 4 3 16,0 1 2-16,1 3-8 16,0 1-1-16,0 2 0 15,0 1-2-15,2 2 1 16,2 2-2-16,-2 1-20 15,-2-1-20-15,0-1-24 16</inkml:trace>
  <inkml:trace contextRef="#ctx0" brushRef="#br0" timeOffset="44202.15">21374 14540 113 0,'0'0'35'0,"0"0"-3"16,0 0-20-16,0 0-2 16,0 0 1-16,0 0 1 15,0 0-1-15,0 0-2 16,39-7 3-16,-25 5-3 15,1 0-3-15,4-1 1 0,-2 0-2 16,0 1-3-16,2 0 0 16,-1-2-1-16,1 2 0 15,-3-1-1-15,0 1-1 16,-3-1-10-16,-2-1-20 16,-5-2-25-16,-6 0-84 0</inkml:trace>
  <inkml:trace contextRef="#ctx0" brushRef="#br0" timeOffset="44416.15">21312 14344 283 0,'0'0'3'0,"0"0"-7"0,0 0 3 15,0 0 3-15,45-28 0 16,-19 19 2-16,8 4-2 16,5-1-3-16,3 0-42 15,4-1-89-15</inkml:trace>
  <inkml:trace contextRef="#ctx0" brushRef="#br0" timeOffset="44993.02">22245 14297 35 0,'0'0'27'16,"0"0"7"-16,0 0 0 16,-38-10-9-16,28 10-5 15,0 0-7-15,-1 0-3 0,0 3-4 16,-3 5 2-16,2 3-2 16,-1 0-2-16,1 3-2 15,5-1 0-15,1 1 0 16,2 0-1-16,4-3 1 15,0 0 2-15,2-3 0 16,8 1-3-16,1-4 2 0,5-2-3 16,0 0 2-16,2-3-4 15,2 0 4-15,-3 0-2 16,2-3 0-16,-4-4 2 16,1-3 0-16,-3 0-2 15,-1 1 1-15,-5-3 0 0,-1-1 0 16,-3 2 0-16,0 1 1 15,-3 1-2-15,0 1 3 16,0 3-4-16,0 1 1 16,-4 3 4-16,2 1-4 0,1 0 0 15,0 0-4-15,-1 1 1 16,2 5 4-16,0 1 0 16,0 2 1-16,0-1 1 15,2-1 0-15,8 3-13 16,-1-3-21-16,1-5-22 15,2-1-77-15</inkml:trace>
  <inkml:trace contextRef="#ctx0" brushRef="#br0" timeOffset="45704.56">22445 14293 176 0,'0'0'-4'0,"0"0"14"0,0 0 6 16,0 0-14-16,0 0 0 16,0 0-1-16,0 0 0 0,0 0 0 15,0 0 3-15,0 0 0 16,25 7 1-16,-21 2 2 16,-2 0-3-16,4 0 1 15,-5-2-2-15,2 0 2 16,-1-2 0-16,0-1-3 15,-1-1-3-15,2-2 0 0,-3 2 1 16,0-3 1-16,0 0 0 16,0 0 3-16,0 0-1 15,0-3-1-15,0-3-2 16,0-1 0-16,0-1 0 16,0-2-1-16,4 0-2 0,1-1-2 15,2 2-6-15,3-1-5 16,-1 2 7-16,1 2 5 15,2 1 0-15,1 1 5 16,-1 4 3-16,2 0 0 16,-1 0-1-16,-2 2 1 0,1 5-1 15,0 1 2-15,1 2-3 16,-3 0 2-16,-3-1-2 16,-1-1-1-16,0 1 1 15,-3-1-1-15,0-2 0 0,-3-2-1 16,0-1 1-16,0 0-2 15,0-3 2-15,0 0 1 16,-7 0 0-16,2 0 1 16,-1-1-2-16,2-5 1 15,1 0 0-15,1-2 2 16,2-2 1-16,0 0-4 0,0-1 1 16,7 2-4-16,2-4-4 15,4 4 5-15,-2 0 10 16,3 2 1-16,-1 2-2 15,3 3-2-15,-1 2-4 16,0 0 0-16,-1 0 0 0,2 5-2 16,-2 5 2-16,0 2 5 15,-1 0-2-15,-3 3-3 16,-3-1-18-16,1 0-26 16,-4-4-23-16,2-6-64 15</inkml:trace>
  <inkml:trace contextRef="#ctx0" brushRef="#br0" timeOffset="46445.19">23489 14145 167 0,'0'0'6'0,"0"0"19"0,0 0-14 0,0 0-11 0,0 0-1 15,0 0-2-15,-48-24 7 0,37 24-4 16,-1 4 1-16,-1 4 0 15,3 3 2-15,5 0 1 16,0-1 2-16,4 3-4 16,1-4-4-16,1-1-3 15,9-2 1-15,3-1 5 0,3-3 0 16,-2-2 1-16,3 0 1 16,-2 0-1-16,-1-6 0 15,-1-1 1-15,-5 1 3 16,1-1 4-16,-5 0 9 15,-1 0-2-15,-1 0-1 0,-1 0-9 16,-1 1-2-16,0 2-1 16,0 1-2-16,0 2 2 15,0 1-3-15,0 0-9 16,0 5-1-16,2 5 10 16,-2 6 2-16,2 2 0 0,1 4 0 15,5 6 1-15,-4-1-1 16,2 3-1-16,1 1-1 15,-1 0 1-15,0-1-2 16,-2-3 1-16,-1 0 3 16,-1-1-3-16,-1-4 0 0,-1 1-1 15,0-5 0-15,-2-2 1 16,-5 1-2-16,-3-7-4 16,-1-1 2-16,-3-5 5 15,0-4-1-15,-2 0 5 16,1-3-4-16,1-7 1 15,2-1-1-15,2-7 3 0,3 0-2 16,4-2 0-16,3-3-3 16,0-2 1-16,1 0-6 15,12-4-10-15,3 0-8 16,8-3-14-16,-1-1-24 16,5-1-34-16</inkml:trace>
  <inkml:trace contextRef="#ctx0" brushRef="#br0" timeOffset="46766.37">23727 14106 165 0,'0'0'46'0,"0"0"-3"0,0 0-27 0,0 0-16 15,0 0 2-15,0 0 1 16,-40 12-2-16,29 2 1 16,0 1 0-16,0 0 1 15,8 0 2-15,3-1-1 16,0-1-6-16,1-3-5 0,12-3-1 15,1-2-1-15,4-2 10 16,0-3 0-16,2 0 0 16,-1 0-1-16,1-6 1 15,-5-3 1-15,-3-3 1 16,-3 2 2-16,0-2 4 0,-7 0 6 16,-2-1-3-16,0 2-1 15,-5-1-6-15,-8 3-4 16,-2 1-7-16,-3 4 0 15,-1 4 6-15,0 0-10 16,1 0-33-16,4 0-48 0</inkml:trace>
  <inkml:trace contextRef="#ctx0" brushRef="#br0" timeOffset="47001.29">23993 14084 249 0,'0'0'-1'0,"0"0"0"0,0 0 2 16,0 0 2-16,0 0 1 16,-27 46 0-16,23-35 1 15,4 0-2-15,0 1 0 16,4-1-1-16,8-4-7 15,0-1-25-15,5-5-24 16</inkml:trace>
  <inkml:trace contextRef="#ctx0" brushRef="#br0" timeOffset="47156.59">24022 13972 238 0,'0'0'17'16,"0"0"-6"-16,0 0-7 16,0 0-32-16,0 0-100 15</inkml:trace>
  <inkml:trace contextRef="#ctx0" brushRef="#br0" timeOffset="47549.12">24139 14121 237 0,'0'0'-2'15,"0"0"12"-15,0 0-5 16,0 0-1-16,0 0-2 16,0 0 0-16,0 0-3 0,15 34-1 15,-15-31 1-15,0-3-1 16,0 0 3-16,-2 0 3 15,-2-3-2-15,1-4 1 16,-1-3-1-16,2 0-2 16,1 0 0-16,1-2 2 0,0 1 7 15,1 0-3-15,6 0-2 16,6 2 0-16,-2 2 0 16,4 3-4-16,-3 1 2 15,0 3 0-15,1 0-6 16,-2 2 4-16,1 6-1 15,1 1 6-15,0 2 0 0,0 0-3 16,-4 1 0-16,0-1 1 16,-1 1 0-16,-2-4-18 15,-1-1-24-15,-1-5-32 16</inkml:trace>
  <inkml:trace contextRef="#ctx0" brushRef="#br0" timeOffset="48061.36">24462 14050 231 0,'0'0'6'15,"0"0"2"-15,0 0 4 16,0 0-5-16,17-41 0 16,-17 34 2-16,0 1 3 15,0 1-3-15,0 2-6 16,-3 1-2-16,-5 2 0 0,0 0-1 15,0 0 1-15,-1 0 0 16,2 9 0-16,-2-2-1 16,4 3 1-16,3-2-3 15,2 1-1-15,0-2-3 16,0-1 0-16,3-1 3 0,4-2 1 16,3-3 0-16,-1 0 5 15,0 0-2-15,1 0 0 16,-1-2 0-16,-1-2 1 15,-1 0-1-15,0 0 1 16,1-2 0-16,-1 2-2 0,-1 1 0 16,2 2-1-16,-3 1 1 15,3 0-1-15,-2 0-1 16,0 4-2-16,1 6-5 16,-3 0-1-16,1 1 8 15,0 3 2-15,-1 1 1 0,-1 0 0 16,1 2 1-16,-2-1-1 15,1-2 1-15,-2 3 0 16,-1-3-1-16,0-1 0 16,0 0-2-16,-2-2 1 15,-8-1-1-15,-9 3 3 16,-7-4-3-16,-9-4-53 0</inkml:trace>
  <inkml:trace contextRef="#ctx0" brushRef="#br0" timeOffset="48850.82">21388 14736 128 0,'0'0'10'0,"0"0"23"0,0 0 4 0,0 0-17 15,0 0-5-15,0 0-8 16,0 0-1-16,0 0 3 0,0 0 2 16,0 0-8-16,0 0-1 15,0 0 0-15,0 0-2 16,35-8 1-16,-10 3 1 15,3 1 0-15,2 0-2 16,1-2 0-16,3-1 1 0,-6 3-1 16,1-1 0-16,-2-1 1 15,-3 1-1-15,-2 4 0 16,-4-1 0-16,-1 1 0 16,-4 1-10-16,-3 0-17 15,-4 0-26-15,-6 4-8 16,0 2 7-16</inkml:trace>
  <inkml:trace contextRef="#ctx0" brushRef="#br0" timeOffset="49064.13">21427 14870 185 0,'0'0'13'0,"0"0"3"0,0 0-1 16,0 0-8-16,41 0 11 16,-12-5-3-16,7 1-6 15,9 0-6-15,3-2-2 16,2-1-21-16,-1-1-125 16</inkml:trace>
  <inkml:trace contextRef="#ctx0" brushRef="#br0" timeOffset="50431.52">15726 17140 137 0,'0'0'21'16,"0"0"6"-16,0 0-12 0,0 0-1 16,0 0-7-16,0 0-6 0,0 0-1 15,0 0-1-15,0 1-1 16,0-1-1-16,0 1-3 15,0-1 7-15,0 0-2 16,0 3 1-16,0 0 0 16,0-2 0-16,0 5 3 0,0 0 5 15,0 1-4-15,0 1-1 16,0 2 0-16,2 1-3 16,1 1 1-16,0 2 1 15,2 0-2-15,0 0 2 16,4 2-1-16,-5-2 0 0,3-1 0 15,-2 1 0-15,1-2-1 16,-2-1 0-16,2-1-1 16,-3 0-3-16,2 0-6 15,-3-2-7-15,-1-2-12 16,-1 0-27-16</inkml:trace>
  <inkml:trace contextRef="#ctx0" brushRef="#br0" timeOffset="50922.29">15726 17487 66 0,'0'0'6'0,"0"0"5"0,0 0 3 16,0 0-1-16,0 0 5 0,0 0 4 16,0 0 0-16,0 0-5 15,0 0 0-15,0 0-2 16,25-20-9-16,-21 19-2 15,1-2-4-15,3 2 0 16,1-2 1-16,-1 0-1 0,2 0 0 16,3-1 2-16,-1 0-2 15,1-1 0-15,3 1 2 16,-3-2-1-16,3 2 0 16,-2 0 1-16,1-2 2 15,-2 3 0-15,-2-1 0 0,1 3-1 16,-5-4-1-16,3 4-1 15,-3-2-1-15,-2 3 1 16,-1 0-1-16,-1 0 0 16,-1 0-2-16,-2 0-17 15,0 0-35-15,0 0-30 0</inkml:trace>
  <inkml:trace contextRef="#ctx0" brushRef="#br0" timeOffset="51605.26">15576 17251 83 0,'0'0'16'0,"0"0"-4"0,0 0-2 0,0 0 3 16,0 0 0-16,0 0 0 15,0 0 3-15,0 0-1 0,49-21 5 16,-31 11 0-16,1 0-7 15,4-1 7-15,2-1-2 16,-1 0-6-16,0 0-4 16,1 1-5-16,-2 3-1 15,-2 0 0-15,-1 1-2 16,-3 0 1-16,-2 1-1 0,-2 2 1 16,0 1-1-16,-2 2 0 15,-2-2-4-15,-1 2-38 16,-2-5-32-16</inkml:trace>
  <inkml:trace contextRef="#ctx0" brushRef="#br0" timeOffset="53889.76">18430 17093 113 0,'0'0'22'0,"-4"0"-10"0,2-1 12 0,-1-3-17 16,1 3-2-16,0-2-2 15,0 0 4-15,0 1 3 16,0-2 1-16,-1 1-4 0,1-1 1 16,-2 3 0-16,0-4-2 15,0 3-2-15,0-2 0 16,0 2-4-16,0-1 0 15,-2 0-1-15,1 2 0 16,-3-2 2-16,1 3 3 16,0 0 6-16,0 0 1 0,-2 0-2 15,1 0-4-15,0 0-3 16,1 3-2-16,-3 1 0 16,2 3 1-16,1-2-1 15,-1 2 0-15,2 0 0 16,-1 1-1-16,2 0 2 0,2 3-1 15,-2-1 0-15,2 1 0 16,1 2 0-16,2-2-2 16,0-1 0-16,0 0 2 15,1-1 0-15,6-4-3 0,-2 2 3 16,3-2-3-16,2-2 4 16,-1-1 1-16,3 0-2 15,-2-2 1-15,0 0-2 16,2 0 0-16,-1 0-3 15,0 0-6-15,-2-3 8 16,1-4-2-16,0 1 4 0,-4-1 0 16,3-3 0-16,-1 0 0 15,-1 0 0-15,1 1-9 16,-2-3 2-16,2 0-3 16,-6 1-7-16,0 0-2 15,-2 0 10-15,0 0 5 0,0 1 4 16,0 2-1-16,-2 1 1 15,-2 1 0-15,-1 3 0 16,0 2 0-16,1 1 4 16,0 0 2-16,1 0 5 15,1 1-5-15,0 5-5 0,2 2 0 16,0 2 0-16,0 0 0 16,0 1 2-16,0-1 2 15,4 1 0-15,-1-1 0 16,3 0-2-16,-1-1-2 15,4-1 0-15,-2-1-5 0,-1-4-28 16,0-3-37-16</inkml:trace>
  <inkml:trace contextRef="#ctx0" brushRef="#br0" timeOffset="54878.03">18520 17036 139 0,'0'0'8'0,"0"0"16"0,0 0-7 0,0 0-16 16,0 0 1-16,0 0 2 15,0 0 5-15,0 0 5 16,0 0 0-16,0 0-5 0,0 0-3 15,0 0-4-15,38 45-1 16,-33-36 0-16,-1-1 0 16,2 2-1-16,-3-4-1 15,-1 0-1-15,0-1 1 16,-1-1-2-16,-1-2 0 0,0-1 1 16,0-1 2-16,0 0 2 15,0 0 0-15,0-1-2 16,0-5 3-16,0-3-2 15,-1 1-1-15,0-2 0 16,1 0 1-16,0-1-1 0,0-1-1 16,0 2 1-16,0 1 2 15,4 0 1-15,2 1 1 16,-1-1 3-16,1 3-4 16,1 1-1-16,2 0-2 15,0 3 0-15,0 2 0 16,0 0 0-16,2 0 0 0,-4 0 0 15,3 6-1-15,0 0 0 16,-5 0 1-16,3 5 0 16,-3-2-3-16,2-1 0 15,-3 0 1-15,-1 0 0 0,-2-2-3 16,0 1 3-16,-1-3-3 16,0 0 2-16,0-2 1 15,0-1 2-15,-2-1 2 16,-1 0-1-16,-3 0 0 15,3 0 0-15,0-1-1 0,1-5-1 16,0 0-2-16,2-1 0 16,0 0 0-16,0-2-1 15,0 1 1-15,0-1 0 16,0 0 0-16,2 0 2 16,1 0-1-16,1-2 1 15,1 4 1-15,0-3-1 0,1 3 1 16,1 0 0-16,-1 0-1 15,2 0 0-15,0 3 1 16,0-1-1-16,1 2 1 16,-3 1 2-16,2 0 3 15,-2 1 2-15,1 1 0 0,1 0-3 16,0 0-1-16,-1 0 0 16,0 3 0-16,1 2-3 15,-1 2 2-15,0 2-2 16,-1-1 0-16,-1 1 1 15,2 2-2-15,-4-1 2 0,1-1 1 16,-1 1 0-16,2 0 0 16,-4-1-1-16,1-1 3 15,0 0-2-15,0-1 3 16,0 0-3-16,0-2 2 16,-2 0 2-16,3-1 2 0,-3-2 0 15,0 2-1-15,0-4-4 16,0 2-1-16,0-1-1 15,0-1-3-15,0 0-72 16</inkml:trace>
  <inkml:trace contextRef="#ctx0" brushRef="#br0" timeOffset="60804.07">15916 16994 51 0,'-3'-4'3'0,"2"1"14"16,-1-1-9-16,0 0-5 0,-1-2-2 16,-2 3 0-16,1 0 2 0,0 2 1 15,-1-2 4-15,-1 2 0 16,-1-1 4-16,-2 2-2 16,1-1-3-16,2 0-3 15,-2-1-4-15,0 1 0 0,1 0 1 16,1-1-2-16,-2-1 0 15,2 2 0-15,-4-1 0 16,3 1-1-16,-2-1 1 16,-3 2 5-16,1 0 3 15,-2 0-5-15,0 0 1 16,1 0-3-16,-1 4 0 0,-2 1 0 16,-1 3-1-16,1-1 0 15,0 1-2-15,0 0 4 16,-1-1 0-16,3 0 5 15,-1 2 2-15,2-2-4 16,3 0 3-16,-1 0-2 0,1 0-4 16,1-1-2-16,1 1 0 15,-4 1 2-15,4-1 1 16,-2 1-3-16,-2 3 2 16,4-1 2-16,-2 0 2 0,-1 0-1 15,2 1 0 1,0 2 0-16,1 0-2 0,-2 1-1 15,4 2-1-15,-3-1 2 16,3 1-1-16,-2 1-1 16,2-1-2-16,-1 0 0 15,3 0 0-15,1-2 1 0,2 2-2 16,0-2 3-16,0 2 4 16,0-3 2-16,0 1 1 15,0-1-1-15,3-1 1 16,3 1-3-16,0 1-1 15,2 1-1-15,-1-1-1 0,3 4-1 16,0-1 0-16,1 0 1 16,0 0-1-16,3 2 1 15,-3-4-1-15,4 1 0 16,-2-2 0-16,4-1 2 16,0-2 1-16,1-2 3 0,-2-2-1 15,2 0-1-15,2-3 0 16,-3-1-3-16,1 3 1 15,0-5-1-15,1 3 0 16,1-2-1-16,-1 2 1 16,1-1-1-16,3-1 1 15,-1 0-1-15,1-2 1 0,1 0 0 16,-1 0 0-16,1 0 0 16,0-7-1-16,1-1 2 15,0-1-2-15,-1-4 1 16,0 0-1-16,2-2 0 15,-2-1 0-15,-2-1 0 0,-1-1 0 16,-1-2-1-16,-2 0 1 16,-3 0 1-16,-4 1-1 15,-1-2 0-15,-4-1 1 16,-3-1 0-16,-1 0 3 16,-2-2 3-16,0-1-2 0,0-2-3 15,-3-1 0-15,-4 2-2 16,1-2 0-16,-3 2 0 15,2-2-2-15,-2 5 2 16,0 0-1-16,0 3 0 16,-3 2 0-16,0 5 0 15,1 1 1-15,-2 2 0 0,-3 2 2 16,1 3 4-16,-2 2-1 16,-1 1 1-16,1 3-1 15,1 0-2-15,1 0 0 16,0 0-1-16,3 0-1 0,1 1 1 15,3 3-1-15,2-2-1 16,2 1 0-16,1 0 0 16,3 0-1-16,-2 0 1 15,2 0 0-15,-2-2 0 16,1 2 0-16,0 0 0 0,-1-2 0 16,2 2 0-16,-2-2 0 15,1 1 1-15,1-1-1 16,-2 1 0-16,-1-1-1 15,1 2 1-15,0 1 0 16,-1-1-1-16,1 0 0 0,0 1 0 16,0-1 0-16,0-2 1 15,-2 2 0-15,3-1 0 16,0-1 0-16,1 1 0 16,0-2 0-16,-1 0-1 15,1 0 2-15,0 0-2 0,0 2 1 16,0-2 0-16,0 0-1 15,0 0 0-15,0 0 2 16,0 0-2-16,0 2 0 16,0-1-6-16,0 1-18 15,0 0-3-15,0 0-20 0,0-2-48 16</inkml:trace>
  <inkml:trace contextRef="#ctx0" brushRef="#br0" timeOffset="62270.62">15064 14198 91 0,'-7'0'8'0,"3"0"17"0,-2 0 2 0,1 0 1 0,0-4-11 16,1-1-3-16,0-2-2 16,1 2-5-16,1-1 0 15,0-1-3-15,0 0-1 0,2 0-1 16,0-2 1-16,0 2-3 15,0-2-1-15,2-1-1 16,5-1-2-16,4 0 1 16,3-2 0-16,4-3-1 15,1 2 2-15,6-3 1 0,0 0 1 16,2 2 0-16,1 0 0 16,0-2 0-16,2 2 1 15,1 0-1-15,1 1 0 16,4 0 0-16,1 1 0 15,2 2 0-15,3 0 2 0,-1 3-4 16,2 1 4-16,-2 4-2 16,-2 2 0-16,-2 1 0 15,1 0 0-15,-4 0 0 16,1 4 0-16,-2 3 0 16,-1 3 0-16,0 3 0 0,-6 4-2 15,-1 2 2-15,-3 2 0 16,-1 2-1-16,-6 2 0 15,-3 2 0-15,-4 3 1 16,-1 4 0-16,-5 2-2 16,-2 2 2-16,0 3 1 15,-2 2-1-15,-7 1 0 0,-4-4-1 16,-1-1 0-16,-4-5-4 16,-1-2 3-16,-2-7 2 15,-2-1-1-15,-1-2 2 16,2-6 0-16,-2-1 1 0,3-4 0 15,-1 1-1-15,2-7 0 16,2-3-23-16,3-2-57 16</inkml:trace>
  <inkml:trace contextRef="#ctx0" brushRef="#br0" timeOffset="63515.76">15344 13246 4 0,'2'-7'3'0,"3"3"-2"0,-3-2 0 15,0 2 0-15,-1-2-1 16,0 2 1-16,0 0-2 0,0-2 0 15,0 3 2-15,-1-1 0 16,0 0 14-16,1-1 4 16,0 1-11-16,-1-1-4 15,0 3-2-15,0-2 0 16,0 1 3-16,0 0 1 16,0-1 3-16,0 1-1 0,0-1 7 15,0-2 0-15,0 3-1 16,0 0-2-16,0-1-4 15,0 1-1-15,0 1-2 16,0 0 1-16,0 2-2 0,0 0-2 16,0 0-2-16,0 0 0 15,0 0-3-15,0 4 2 16,0 5 0-16,0 4 1 16,0 2 1-16,2 5 0 15,0 1-1-15,0 2 0 16,1 3 1-16,1 1-1 0,1 1 0 15,-3 2 0-15,1 0-1 16,-1 4-7-16,1 0 3 16,0 3 2-16,-1-2 0 15,-2 0 2-15,2-4 1 16,-1-3 1-16,0-4-1 0,0-2-1 16,0-3 2-16,-1-2-1 15,0-2 2-15,0-1-1 16,0-5 0-16,0 0 0 15,0-4-1-15,-1-2 1 16,-1-3-2-16,-1 0-38 0</inkml:trace>
  <inkml:trace contextRef="#ctx0" brushRef="#br0" timeOffset="64304.35">15189 12610 7 0,'0'-3'9'0,"2"0"13"0,3 0-7 15,4 2-4-15,0-3-8 16,-1 1-4-16</inkml:trace>
  <inkml:trace contextRef="#ctx0" brushRef="#br0" timeOffset="66192.53">15310 13397 53 0,'2'-7'3'0,"-2"1"7"0,2 0 7 0,-2 3 4 15,0 1 3-15,0 0 2 16,0 2 6-16,0-1-5 16,0 1-8-16,0 0-11 15,0 0-10-15,0 0-1 0,0 7 2 16,0 2-2-16,1 5 0 16,-1 4 1-16,0 3 4 15,1 4-1-15,0 3 2 16,2 3-3-16,1 1 2 15,0 0-2-15,-3 2 1 0,2-1 0 16,-1-2-1-16,-2 2 1 16,1-3 0-16,-1 1 0 15,0-4-1-15,0-3 1 16,0-3 0-16,0-4 0 16,0-5-1-16,0-1-7 0,0-7-5 15,2-2-12-15,0-2-14 16,-2-2 39-16,0-10 0 15,2-3-4-15,-2-2-6 16,0-4 6-16,0-2 1 16,0-1 1-16,-2 0 1 0,0-2-1 15,-1 1-5-15,2-3-15 16,1 1-6-16,0-1-2 16,0 0 5-16,0 0 21 15,0 2 3-15,0 1 5 16,0 2 15-16,-1 4 4 0,-2 2 1 15,0 4 2-15,1 2 0 16,-3 4-7-16,3 2-11 16,1 2-4-16,0 1-3 15,1 2-2-15,0 0-5 16,0 5-1-16,0 6 2 16,0 5 6-16,0 5 1 0,0 4 0 15,0 2-1-15,1 0 1 16,2 0-1-16,-2 0-1 15,3-4 0-15,-4-2 1 16,2-1-1-16,-2-4 0 16,0-2 0-16,0-3 3 0,0-2-3 15,0-2 0-15,0-4-19 16,0-3-26-16,0 0-22 16</inkml:trace>
  <inkml:trace contextRef="#ctx0" brushRef="#br0" timeOffset="66440.27">15356 13418 154 0,'0'0'-6'0,"0"0"6"0,0 0-1 16,-36 2 1-16,26 6-2 15,-1 2 2-15,0 0 0 0,-2 4 0 16,3-1 0-16,2-2 0 16,-3 3 1-16,3-2-1 15,2-1 0-15,0-2-12 16,0-2-15-16,2-6-38 16</inkml:trace>
  <inkml:trace contextRef="#ctx0" brushRef="#br0" timeOffset="66610.92">15260 13418 141 0,'0'0'8'0,"0"0"25"16,0 0-17-16,0 0-15 16,52-13 2-16,-25 13-1 15,5 0-1-15,8 7 2 16,1-1-5-16,1-1-81 15</inkml:trace>
  <inkml:trace contextRef="#ctx0" brushRef="#br0" timeOffset="68128.49">16083 14260 34 0,'0'0'24'0,"0"0"-6"0,0 0-9 0,0 0-5 16,0 0-3-16,0 0 0 15,0 0-1-15,0 0 0 0,0 0 1 16,0 0 2-16,0 0 1 15,0 0 1-15,0 0 5 16,0 0 4-16,-4-4 2 16,4 3 0-16,-1 1 1 15,1 0-8-15,0-2-7 0,0 2-3 16,0 0-6-16,0-1 1 16,0 1 5-16,5-1-1 15,1 0-2-15,0-1 2 16,2 0 0-16,1 1 1 15,3-1 1-15,1 0 1 0,1 1-4 16,-1 0-6-16,2 0 0 16,1-1 1-16,-1 2 3 15,3-2 3-15,1 1-1 16,-2 1 3-16,2 0-1 16,3 0 2-16,-2 0 0 15,3 0-1-15,1-1 0 0,3 1 1 16,-3-3-1-16,5 2 0 15,0-1 0-15,2-2 0 16,2 0 1-16,5-1-2 16,1-2 0-16,1 2 1 15,3-2 1-15,-2-1-1 0,2 2 1 16,1-2-1-16,-1 1 0 16,1 3 0-16,-2-2 0 15,0 1 0-15,-1 0-1 16,-1 1 1-16,-4 0-1 15,1 1 1-15,-1-1 0 0,-5 4 0 16,3-2 0-16,-2 1 0 16,-1 1 0-16,-2 0 0 15,-3 0 1-15,1 0-1 16,-6 0 0-16,1 0 1 16,-6 0 0-16,0 0 0 0,-4 0 2 15,-3 0 0-15,-1 0-2 16,-2 0 0-16,-4 0-2 15,-2 0-7-15,0 0-43 16</inkml:trace>
  <inkml:trace contextRef="#ctx0" brushRef="#br0" timeOffset="69124.24">17229 13864 50 0,'0'0'16'0,"0"0"-10"0,0 0-3 15,0 0 5-15,0 0 8 0,0 0-2 16,0 0-4-16,0 0-3 16,0 0 0-16,0 0 0 15,0 0-1-15,0 0-1 16,0 0-1-16,0 0-2 15,-3 0-3-15,3 0-1 16,0 0-2-16,0 0 2 0,0 4 3 16,6 1 4-16,-1 0-3 15,1 1 0-15,1-2-2 16,0 1 4-16,4-1 0 16,0 1 1-16,1 1 2 15,1 0-3-15,2 1-1 0,3-1-2 16,-1 3 0-16,2-3 0 15,0 0-1-15,0 2 1 16,1 1-1-16,1-2 2 16,-2 0-2-16,0 0 1 15,-3-1-1-15,0 0 0 0,1-1 0 16,-4 0 2-16,-3 0-2 16,3 0 0-16,-3 0 0 15,-1 1 0-15,1-2 1 16,-2 2-1-16,1-2 0 15,-4-1-1-15,4 1 1 0,-3-2-5 16,0 1 4-16,0-1 0 16,0 0 1-16,-1 0-1 15,-2 0 1-15,1-1 1 16,-2 1-1-16,2 0-1 16,-2-1 0-16,-2 1-1 0,0-1-1 15,0 1 2-15,0 1 0 16,0-1-1-16,0-1 1 15,0 3-1-15,-2 1 4 16,-3-1 1-16,0 1 1 16,-1 3 3-16,-1 1 1 15,-3 2-3-15,1 3-1 0,-3 3-1 16,-1 5 2-16,-3 1 0 16,-3 5-3-16,0 1-2 15,0 2 0-15,0-1 2 16,3 1-1-16,1-1 2 15,1-6-25-15,2-3-90 0</inkml:trace>
  <inkml:trace contextRef="#ctx0" brushRef="#br0" timeOffset="70483.03">18512 13833 81 0,'-4'-3'11'0,"0"-1"14"0,-2 1-7 16,1-1-3-16,-4 0-4 15,2-1-4-15,-3 2-3 16,0-1-2-16,1 1 1 16,-2 0 6-16,-2-1 0 15,0 1 0-15,2 2-1 0,-2-1 1 16,1 1-4-16,2 0-3 16,-1 1-1-16,-1 0-2 15,0 0 5-15,0 0 2 16,0 0-4-16,-3 0-2 15,0 0 0-15,-1 0 1 0,-2 4-1 16,3-1 0-16,-3 1 1 16,1 0-1-16,1-1-1 15,0 3 2-15,0-1 0 16,1 0 0-16,-2 2 0 16,1 1 1-16,-1 2-1 15,-2 0-1-15,0 2 0 0,-1 2 0 16,1 1 0-16,0 1 0 15,1 0 0-15,-2 3 0 16,2 0 0-16,-3 0 0 16,2-1 0-16,1 0 0 15,-1 1 0-15,1-3 0 0,2 1 0 16,0 1 0-16,1-1 1 16,3 1-2-16,1-2 2 15,1 1-1-15,2 3-1 16,4-3 0-16,4 3-1 0,0-1 1 15,0 0-2-15,4 1-1 16,5 0-1-16,1 0 7 16,2-2-2-16,2 1-2 15,-1-1 4-15,3-2-2 16,-2 1 0-16,4 0 0 16,-3-1 2-16,5 1-2 15,-5 1 1-15,2 1-1 0,-2 0 1 16,2 0 0-16,2-1-1 15,-4-1 0-15,6-2 0 16,-2-1 0-16,3-3 1 16,1 2 0-16,3-4 1 0,1 1 0 15,0-2 0-15,3 1 0 16,1-4-1-16,0 1 0 16,0-2 1-16,-3 0-1 15,0-2 0-15,0 1 0 16,-1-2 0-16,-1 0 0 15,1-1-1-15,-4 0 3 0,2 0-2 16,1 0 1-16,-1-4-1 16,-1 0-1-16,1-3 1 15,-3-2 1-15,2-1 0 16,-4 1 0-16,2-4 1 16,-2 0 0-16,1-3-1 0,-1-2 0 15,3-2-2-15,1 0 0 16,-3-1-1-16,1-2-1 15,-1 2 5-15,0-2-7 16,-7 3 3-16,-1 3 0 16,-2-2 1-16,-6 1 0 0,-1 3 1 15,-4-1 3-15,0-1 5 16,0 1-1-16,-6 1 0 16,-3 0-3-16,-3 0-1 15,-1 1-3-15,-1 4-7 16,-1 0-28-16,-3 0-51 0</inkml:trace>
  <inkml:trace contextRef="#ctx0" brushRef="#br0" timeOffset="74264.22">18784 16815 57 0,'0'0'18'0,"0"0"-17"0,0 0 1 16,0 0 3-16,-2 0-1 15,1 0-3-15,1 0 2 0,-2 0 5 16,2 0 4-16,-2 0 10 16,2-2 5-16,-4 0 2 15,3 2-10-15,0-3-8 16,0 2-5-16,0-2-6 16,0-1 1-16,-2 1-2 0,-1-3 1 15,0 0 0-15,-1 0 0 16,-3 0 0-16,1 0 1 15,-3-2 1-15,0 1 4 16,-1 2 0-16,1-2-1 16,-3 1-2-16,-1 2-1 15,1 0-1-15,-6 0-2 0,2 1 2 16,-1 1-2-16,-4 0 7 16,2 0 0-16,0 1 0 15,0-1 0-15,2 1-1 16,-1 1-1-16,3-3-2 15,0 3-1-15,3 0-1 0,-1 0 0 16,1 0 0-16,2 0 0 16,-1 0 0-16,-1 0-1 15,0 3 0-15,0 1 1 16,1 2 0-16,-6 0-1 16,3 2 2-16,0 2-2 0,-2-2 1 15,1 3 1-15,0 0-1 16,-2 0 0-16,1 2 0 15,1-2 0-15,-2 1 1 16,1 3-2-16,0-2 2 0,-1 3-1 16,3-1 0-16,-4 2-6 15,3-1 9-15,0 2-2 16,2 0 0-16,-1 0-1 16,4 0 0-16,1-1 1 15,1-1-1-15,1-2 0 16,3 2 1-16,-1-2-1 0,2-1 0 15,3 1 0-15,-1-1 2 16,2 1-1-16,0 0-1 16,0-1 1-16,2 3-1 15,2-2 0-15,3 1 1 16,0 0-1-16,1 0 1 0,0 0-1 16,-1 0 1-16,1 1-1 15,-1 1 0-15,2-2 1 16,-1 2-1-16,1 0 0 15,1 1 0-15,-2 0 0 16,3 0 0-16,1-2 0 0,-3 1-1 16,1-3 1-16,2-2-1 15,0-1-1-15,0-2 1 16,0-2 2-16,1-2 0 16,-1 1 1-16,-1-2-1 15,0 2-1-15,1-4 1 0,0 3-1 16,-3-1 2-16,2-1-2 15,0 4 0-15,0-1 1 16,1 1-1-16,1 0 0 16,1 0 0-16,-1-1 0 15,1-2 1-15,2 2-1 0,0-2 3 16,3 0-1-16,1-1-1 16,1-1 0-16,-1 1-1 15,1-3 2-15,1 0 0 16,1 0 0-16,-2 0 1 15,2 0-1-15,3-2-2 16,-6-2 1-16,3-2-1 0,1 2 1 16,-6-2-1-16,4 1 1 15,-4-1 0-15,0 0 0 16,4 1-1-16,-3-2 1 16,2-1-1-16,-2 1 0 0,3-3 1 15,-2 0-1-15,2 0 0 16,-1-2 1-16,0-2-1 15,2 2 0-15,-2-2 0 16,-2 0 0-16,1-2 0 16,-3 2 0-16,-3-2 1 15,-2-1-1-15,-1 0 1 0,-3-3-1 16,0 2 3-16,-1-3-2 16,-1-1 1-16,-5-1 1 15,1 1-1-15,-2-1 0 16,0-1 0-16,0 2 0 15,-3 0 0-15,-6-1-1 0,2 3 0 16,-4-1 0-16,1 0 1 16,-2 1-1-16,0 0-1 15,-2 1 0-15,0 0 1 16,-2 0-1-16,0 2 0 16,-2 0 1-16,-2-1-1 0,0 2 0 15,-4 0 0-15,4 2-1 16,-5 3 0-16,0 1 1 15,1 1 1-15,1 4 2 16,0 0-2-16,2 2 3 16,3 2-1-16,3 0-1 15,0 1 1-15,4 0-1 0,3 0-1 16,2 0 1-16,2 0-2 16,0 0 0-16,3 0-2 15,1 0 0-15,0 0-5 16,0 2-11-16,0 1 3 0,5 2-7 15,2-3-9-15,0-2-33 16,-3 0-43-16</inkml:trace>
  <inkml:trace contextRef="#ctx0" brushRef="#br0" timeOffset="76256.28">16240 14236 10 0,'-2'0'26'0,"0"0"7"0,1 0-5 16,-1 0-5-16,2 0-1 15,0 0 4-15,-2 0-2 0,2 0-10 16,0 0-5-16,0 0-5 15,0 0-1-15,0 0-1 16,0 0-1-16,0 0-1 16,0 0 0-16,0 0 0 15,0 0 0-15,0 0 0 16,0 0-2-16,0 0 2 0,0 0-1 16,2 0-6-16,2 0 9 15,2 0-3-15,0 0 2 16,-1 2-1-16,1-1 0 15,1-1 0-15,0 0 0 0,-1 0 0 16,3 0 1-16,-4 0-2 16,6 0 0-16,-2 0-4 15,0 0-6-15,3 0 13 16,0 0-2-16,-1 0 1 16,1 0-1-16,-2 0 0 15,1-1 0-15,-1-1 0 0,-1 2 0 16,-1-2 0-16,2 1 1 15,-3 1-1-15,1-1 0 16,1 1 0-16,0-2 0 16,1 1 0-16,2 1 0 15,0-1 0-15,1-1-1 0,1 2 2 16,1-1-2-16,3-1 1 16,-1 1-1-16,4 0 0 15,-2-1-1-15,2-2 2 16,0 1-1-16,2-1 2 15,0 0-1-15,0-2 0 0,1 3 0 16,1 0 0-16,0-2 0 16,1 2 0-16,-2-2 0 15,3 1 0-15,1 0 1 16,1 1-2-16,0-1 1 16,2 1 0-16,0-1 0 0,1 1 1 15,1 1-1-15,-2-2 0 16,0 3-2-16,1-2-10 15,-1 0-17-15,-2-1 1 16,1 1 7-16,-1-1 2 16,4 1 0-16,-4 0 7 0,-2-1 7 15,2 2-1-15,-2-2-3 16,-3 1 9-16,-4 0 2 16,-1-1-1-16,-2 3 0 15,-3-1 3-15,-5 1 1 16,-1 1 1-16,-2-2-2 0,0 2-2 15,-4 0-2-15,-2-1-5 16</inkml:trace>
  <inkml:trace contextRef="#ctx0" brushRef="#br0" timeOffset="77602.21">17188 13907 35 0,'-2'0'23'0,"1"0"1"0,-1 0-6 16,2 0-7-16,-2 0-3 0,2 0-2 16,-2 0-3-16,1 0 2 15,0 0-2-15,1 0 3 16,0 0 3-16,0-2-1 15,-1 2-1-15,1 0 1 0,0 0-3 16,0 0-4-16,0 0-2 16,0 0-1-16,0 0 1 15,0 0-2-15,0 0-3 16,1 2 5-16,5 1 0 16,-3-1 1-16,2 1-2 0,3 0 2 15,-2-2-1-15,2 2 0 16,2 0 1-16,0-1 1 15,1 1 2-15,0 1-2 16,2-2 0-16,0 2 0 16,1 0-1-16,0-1 2 15,4 1-2-15,-3 0 0 0,3 2 1 16,-1-2-2-16,1 0 1 16,0 2-3-16,-2-1-2 15,2 1 2-15,-4-3 1 16,2 1 2-16,-2-1 0 15,1 1 0-15,-2-1 0 0,-2 1 0 16,2-2-2-16,-4 2 4 16,-2-1-5-16,-1 0-1 15,0-1 0-15,-3 0 0 16,0 1 4-16,-1 0-1 0,2 0 2 16,-1-2-1-1,3 2 0-15,1-3-2 0,-2 3-19 16,1-2-9-16,-1-1 11 15,3 3 10-15,-5-2 8 16,2 1 2-16,1-1 0 16,-4 0 0-16,1 1 0 0,0-2 2 15,0 2 3-15,1-1-1 16,-2-1 0-16,0 2-4 16,-1-1-1-16,1 0 1 15,-1 1 0-15,-1 0 0 16,0 0 3-16,0-1-1 0,0 3 2 15,0-2-2-15,-3 1 4 16,-1 0-2-16,-1 1 2 16,1 0-1-16,-1 2 3 15,1-1 0-15,-5 3-2 16,4 0-1-16,-3 5-3 16,3 0-1-16,-4 2 0 0,0 2-1 15,2 3 0-15,-2-1 2 16,-2 3-2-16,2 1 0 15,-2 1 0-15,-1-1 1 16,1 0-1-16,-1-2 0 16,2-1 0-16,-1-3 1 0,2-3 4 15,2-1 6-15,-2-3 1 16,5-4-2-16,-1 1-6 16,2-2-1-16,0 0-3 15,1-1 1-15,-4-1-36 0,1-3-153 16</inkml:trace>
  <inkml:trace contextRef="#ctx0" brushRef="#br0" timeOffset="79644.64">15843 17443 188 0,'-5'4'-29'0,"2"-4"7"0,1 0-21 16</inkml:trace>
  <inkml:trace contextRef="#ctx0" brushRef="#br0" timeOffset="81075.42">18069 14442 70 0,'0'3'-1'0,"0"0"-12"0,0 4 7 16,0-3 5-16,-2 0 0 15,-1 1 14-15,1-2 3 0,-3 1 6 16,3-3-2-16,0 2 5 15,1 0 2-15,-1-1 0 16,0 0-12-16,0-2-6 16,0 3-4-16,0-2 2 15,0-1-1-15,-1 1 3 0,-1 0 0 16,0-1 1-16,0 0 2 16,2 0 1-16,-2 0 0 15,0 0 0-15,2 0-6 16,0 0-1-16,1 0-3 15,-1 0-2-15,0-2-1 0,2 2 0 16,-1 0 0-16,0 0 0 16,1 0-1-16,0 0 0 15,0 0 1-15,0 0-1 16,0-1 1-16,0 1-1 16,0 0 0-16,0 0 1 15,0 0-1-15,0 0 1 0,0 0 0 16,0 0 0-16,0 0 1 15,0 0-1-15,0 0 0 16,0 0 0-16,0 0 1 16,0 0-2-16,0 0 1 15,0 0-18-15,0 0 3 0,0 0-3 16,0 0-8-16,0 0-33 16,0 0-34-16</inkml:trace>
  <inkml:trace contextRef="#ctx0" brushRef="#br0" timeOffset="82000.08">17992 13929 96 0,'0'0'3'0,"0"0"-2"0,0 0 2 0,0 0 3 16,0 0 0-16,0 0-2 0,18-41-2 16,-12 33 0-16,2 1-2 15,3-2 1-15,-2 2 1 16,2-2 8-16,1 1 6 15,1-2-3-15,3 2-2 16,0-1-3-16,5-1-4 0,1 1-1 16,3 0-2-16,3 0 0 15,2 2 1-15,3 1-1 16,-1 1 1-16,6 2-2 16,-2 3 0-16,2 0 0 15,0 0 0-15,3 1-2 0,0 6 4 16,-3 0-4-16,0 3 4 15,-3 3-2-15,-4-3 0 16,-5 2-2-16,-6 0-1 16,-3-2 0-16,-5 0-4 15,-6-3 8-15,-1 0 5 0,-5-3 6 16,0 0 4-16,0-2 10 16,0 0-1-16,0-1-11 15,0 0-6-15,0 0-5 16,0 1-2-16,2 0-1 15,6-2-28-15,1 0-57 0</inkml:trace>
  <inkml:trace contextRef="#ctx0" brushRef="#br0" timeOffset="83004.27">19070 14205 66 0,'0'0'11'0,"0"0"7"0,0 0-4 0,0 0-2 15,0 0 0-15,0 0-3 16,0 0-3-16,0 0-3 0,0 0-1 16,0 0-2-16,0 0-2 15,0 0-5-15,0 0 7 16,-3-3 0-16,7 3 0 16,2 0 1-16,0 0-1 15,1 0 1-15,4 0-2 16,1 0-2-16,1 0 1 15,4 0 2-15,0 0 0 0,5 0 0 16,2-4 2-16,1 4 2 16,3-3 1-16,5 0-1 15,1 0 1-15,3 0-4 16,0-1-1-16,1 1 1 0,0-1 0 16,1-2-1-16,2 1 2 15,4-1 6-15,2-1 1 16,3 1-4-16,-2 1-4 15,4-1 0-15,-2 2-1 0,0-1-4 16,-2-2-5-16,-4 3 7 16,-1-1 3-16,-8 0-1 15,-3 1 2-15,-5 0 6 16,-9 1 5-16,-2 1-1 16,-6 0-3-16,-5 0-1 15,-1 2-4-15,-4 0-4 16,0 0 0-16,0 0 0 0,-4 0-4 15,-1 0-45-15,-4 0-42 16</inkml:trace>
  <inkml:trace contextRef="#ctx0" brushRef="#br0" timeOffset="83965.25">20330 13671 125 0,'0'0'24'0,"0"0"14"0,0 0-20 16,0 0-12-16,0 0-3 15,-38-18-2-15,28 18 0 16,-2 0-1-16,1 0-1 0,-1 0 0 15,-2 4 1-15,0 1-1 16,-1 3 2-16,-2 1 2 16,1 1-2-16,-1 3 0 15,-3 3-1-15,1-1 0 16,1 4 2-16,1 1-2 16,2 1 1-16,-1 4-1 0,3 0 1 15,1 0-1-15,0 2 0 16,2-1 1-16,1 1-1 15,0-3 1-15,2 2-1 16,1-1 0-16,0-1 0 16,2 0 0-16,1 1 0 0,2 0 1 15,1-1 0-15,0 2-1 16,0 0 0-16,2-1 1 16,5-1-2-16,2 3 1 15,0-3-1-15,2-1 1 16,3 1 0-16,-1 0 1 0,4-1 0 15,-2 1 0-15,4-3-1 16,-4-1 2-16,3-1-2 16,1-3 3-16,-1 0 4 15,2-3 0-15,-1 0-1 16,2-2-1-16,1-2-2 16,1-1-1-16,-1-3-1 0,3-1 1 15,1-4-2-15,-1 0 1 16,4 0 0-16,-2-2 0 15,-1-7 3-15,-1-2-2 16,2 2 2-16,-3-4 0 0,-1 0 2 16,-1-2 1-16,-2-1 1 15,-1-1-1-15,0-5-1 16,-1 0-2-16,-2-4-1 16,0-1-1-16,-2-4 1 15,-1-3-1-15,-2 1-1 16,-1-1 3-16,-5-1 3 0,-3 2-1 15,-2-1-1-15,0 2 0 16,-3 1-4-16,-10 0 1 16,-1-1-1-16,-3 3 4 15,-5-2 1-15,0 6-6 16,-3 3 0-16,-1 4 0 0,0 6-10 16,-2 4-20-16,-1 4-34 15,2 3-84-15</inkml:trace>
  <inkml:trace contextRef="#ctx0" brushRef="#br0" timeOffset="84827.24">20274 14636 72 0,'0'0'113'0,"0"0"-80"0,0 0-13 0,0 0-13 16,0 1-4-16,3 7-2 16,-1 2 0-16,0 6 0 15,0 2 1-15,1 2-2 0,0 3 1 16,2 2 0-16,-3 2 0 16,3 3 0-16,-1 3 1 15,1 2 1-15,0 2-1 16,-1 2-1-16,2 0 1 0,1 1-1 15,0-1 0-15,0-1 0 16,0 2-1-16,1-1 1 16,-3 1 0-16,0 1-1 15,-1 1 2-15,1-1-2 16,-2-3 1-16,2 0-1 0,-2-3 0 16,1-3 1-16,1-1 0 15,-1-3 2-15,-3-1 0 16,2-1 0-16,-1-2-1 15,0-1 0-15,1-3-1 16,-3 1 2-16,2-5 2 16,-2 1 1-16,1 2-2 0,-1-5-3 15,1 0 1-15,0 0-1 16,-1-4 1-16,2 1 0 16,0-2 1-16,2-2 7 15,-1 3-4-15,0-2 2 16,0-1-2-16,2 0-2 0,-3 0-1 15,0 0-3-15,2 0 3 16,-2 1-3-16,1 1 1 16,1-2-1-16,0 1 2 15,-1 2-2-15,2 0 0 16,-1 3-12-16,-1-3-4 16,-1-1-44-16,-2-2-40 0</inkml:trace>
  <inkml:trace contextRef="#ctx0" brushRef="#br0" timeOffset="85567.45">20518 16322 206 0,'0'0'32'0,"0"0"-12"0,0 0-12 16,0 0-6-16,-32-38-1 16,23 34 1-16,0-2 5 15,0 2-4-15,-3 4-1 0,1-1-5 16,-3 1 1-16,1 0 0 15,-3 5-4-15,0 5 0 16,-4 3-1-16,2 5-5 16,-2 5 12-16,0 4 6 15,3 7-4-15,-2 5 0 0,2 5 1 16,1 4 3-16,3 2-2 16,1 1 2-16,6-1-4 15,3-4-7-15,3-3-1 16,0-2 3-16,5-7 2 15,10-4 2-15,1-3 5 0,5-5 9 16,3-3-1-16,2-4 2 16,5-4 2-16,1-5 0 15,4-5 3-15,-2-1-5 16,3 0-3-16,-1-9-1 16,-2-6-3-16,-3-1 0 0,-1-7-2 15,-4-2 1-15,-3-4-3 16,-7-5 0-16,-1-1-1 15,-7-5 0-15,-5-2-1 16,-3-3-3-16,-1 0 0 16,-11-3-1-16,-5 1-3 15,-8-1-4-15,-3-1-25 0,-4 1-11 16,-6-7-39-16,-4-5-57 16</inkml:trace>
  <inkml:trace contextRef="#ctx0" brushRef="#br0" timeOffset="86600.31">19103 14168 85 0,'0'0'3'0,"0"0"0"0,0 0-3 15,0 0 0-15,0 0 0 0,0 0 1 16,0 0 1-16,0 0 5 15,0 0 11-15,0 0-1 16,0 0-12-16,0 0-4 16,0 0-1-16,-18 3 0 15,16 0 0-15,0-2-2 16,2 3-2-16,-4-3 0 0,1 1-2 16,0 0 3-16,1 0 1 15,-4-1 1-15,2 1 0 16,1 0-4-16,-2-1-9 15,0 1-4-15,-1-1 9 16,4-1 6-16,-2 2 3 0,2-2 0 16,0 0 3-16,2 0 5 15,0 0 5-15,-1 0-5 16,1 0 1-16,-2 0-6 16,2 0-1-16,0 0 3 15,0 0 3-15,0 0 0 0,0 0-5 16,0 0 6-16,0 0-1 15,0 0-8-15,0 0 1 16,5-2 0-16,3 2 1 16,0 0 2-16,3-1-3 15,2-1 3-15,2-1 4 0,1 2 1 16,4-1 0-16,-1 0-3 16,0 0-3-16,2-1 0 15,1 1 1-15,-2 0-2 16,-2 1 0-16,-1-2-2 15,0 3 1-15,-3 0-1 16,-4 0 0-16,-2 0 2 0,-1 0-2 16,-5 0 0-16,-1 0 2 15,-1 0 2-15,0 0 8 16,0 0-8-16,0 0-2 16,0 0-1-16,1 0-4 0,2 0-13 15,-2 0-11-15,-1 0-36 16</inkml:trace>
  <inkml:trace contextRef="#ctx0" brushRef="#br0" timeOffset="87006.62">19219 14080 37 0,'0'0'10'0,"0"0"12"0,0 0-10 0,0 0-1 0,0 0 0 16,0 0-3-16,0 0-3 16,0 0-1-16,36 13-1 0,-27-12 1 15,0 0 2-15,0 1 3 16,4 1 0-16,-1 1-2 16,1 1 0-16,3 4-4 15,1 0 0-15,-1 4 3 16,-3 1 4-16,-1 3-19 0,-3 1-21 15,-3 2-11-15,-4-1-40 16</inkml:trace>
  <inkml:trace contextRef="#ctx0" brushRef="#br0" timeOffset="87811.22">19014 14198 6 0,'0'0'3'0,"0"0"5"0,0 0-3 0,0 0 1 16,0 0 8-16,0 0 7 15,0 0-9-15,0 0-9 0,0 0-4 16,0 0-5-16,0 0 1 16,0 0 5-16,8 4 0 15,-3-1 0-15,1 0 0 16,3-2 0-16,-1 2-2 16,3-2-1-16,1 1-1 15,3-2-6-15,0 0 7 0,1 0 10 16,1 0 8-16,-1 0 1 15,-2 0-2-15,1 0-3 16,-4 0-4-16,-2 0-1 16,-2 0 3-16,-2 0 2 15,-1 0-7-15,-4 0-3 0,0-1-1 16,0-4-42-16</inkml:trace>
  <inkml:trace contextRef="#ctx0" brushRef="#br0" timeOffset="89256.15">20118 13755 69 0,'0'0'3'0,"0"0"0"0,0 0 1 15,0 0 0-15,0 0-4 16,0 0 1-16,0 0-1 16,0 0 0-16,25-36 1 15,-22 32-1-15,0 2 0 0,2 0 0 16,-2-1 2-16,1 2-1 15,2-1-1-15,-1 2 0 16,3 0 0-16,0 0 0 16,2 0 0-16,-2 0 2 15,3 0 7-15,2 0 2 16,0 0 2-16,1 3 2 0,2 0-2 16,3 1-6-16,-1-1-3 15,0 1-3-15,2 1 1 16,1 1-1-16,0 0-1 15,0 3 0-15,2-2 1 0,0 1-1 16,0 2 0-16,-2 0 0 16,1 0 0-16,-3 2 1 15,-2 1 3-15,-2-2 0 16,-2 3 2-16,-2 1-3 16,0 0-1-16,-3 2 2 0,0 0-2 15,-1 1 0-15,1 2 1 16,2-2-3-16,-4-1 0 15,3 1 1-15,-3-3-1 16,2 1 0-16,-3-2 0 16,1-1 1-16,-3 0-2 15,0 1 0-15,-2 0 1 0,-1 0 0 16,0 2 0-16,0 1 0 16,0 0-2-16,-1 1 1 15,-3-2-3-15,-2 3 1 16,0-1 1-16,-4 0 1 15,1 1 1-15,0-1 0 0,-4 0 0 16,0 1 3-16,-2 0-3 16,1 1 1-16,-1-2 0 15,0-1 0-15,-2 0-1 16,1-1 0-16,-2-4 0 16,2 1 1-16,0-3-1 0,3-1 0 15,-1-2 1-15,1-3 5 16,3 0 3-16,1-2 1 15,2-1 4-15,1-1-2 16,1 0 0-16,0 0 3 16,0 0 3-16,2 0-3 0,0 0-3 15,2 0-3-15,-3-3-1 16,2 1-3-16,1 0 2 16,0-1-4-16,-1 2 0 15,0-1 0-15,2 1-3 16,-1 1 0-16,1 0-3 0,-2 0-18 15,2-3-30-15,0-1-48 16</inkml:trace>
  <inkml:trace contextRef="#ctx0" brushRef="#br0" timeOffset="90971.6">20260 13756 125 0,'-3'0'1'0,"-1"0"0"0,-2 0 0 0,-1-1-4 0,1-1-1 16,0 0-1-16,-2-1 4 16,0 1 1-16,1-1 1 15,0-1 5-15,-4 1 0 16,0 0 4-16,2 2-1 16,-4-1-6-16,-3 2-2 0,-1 0 1 15,0 0-4-15,-1 0 2 16,1 0 14-16,0 4-9 15,1 2 0-15,1 0-3 16,1 3-1-16,0 1-1 16,2 1 0-16,0 3 1 15,0 1 2-15,0 1-1 0,1 0-2 16,1 3 1-16,1-1 0 16,2 2-1-16,-3 0 0 15,4 0 0-15,-2 1 0 16,3 0 1-16,-1 1 2 15,2-1-2-15,2 0 0 0,-3 2 0 16,4 0 1-16,-2-1-1 16,1 2-1-16,1-1 2 15,1 1-2-15,0-2 2 16,0 2 1-16,0-3 2 0,0 1-1 16,0-3-2-16,5 0 1 15,0-1-2-15,1-1 2 16,2-1-3-16,-1 1 2 15,2-2-1-15,1 0 0 16,0 1 2-16,0 0 0 16,1-4 0-16,1 5-2 0,-3-3 0 15,3 0 0-15,-1 0 1 16,2-1 0-16,1 0 0 16,1 1 0-16,1 2 2 15,-1-3-3-15,3-2-3 16,-3 3 1-16,1-4-3 0,-1 0 4 15,0-1 0-15,0-3 0 16,-1-1 1-16,0-1 0 16,1-1 2-16,0-1-2 15,0-1-1-15,1-1 1 16,-2 0 0-16,1 0 1 0,1 0-1 16,-3 0 0-16,2 0 0 15,0-3-1-15,1 2 1 16,-1-4-3-16,5 4 0 15,-7-2-1-15,3 1 0 16,-2-2 3-16,2 0 1 0,-1 1 0 16,1-1 0-16,0 1 0 15,1-1-1-15,-4-2 1 16,3 2-1-16,-1-2 1 16,-3-1-1-16,-2 0 0 15,0 0 0-15,-1 0 0 0,-2-2 0 16,0-4 1-16,-1 1 0 15,0-3 0-15,-3-3 1 16,2-1-1-16,1-1 1 16,-3-3-2-16,1 0-2 15,0-1 2-15,0 0 0 16,1 0 5-16,-3 0 0 0,3-1 2 16,-2 4-3-16,-1-3-1 15,0 1 2-15,-1 2-2 16,0 0 0-16,-1 2-2 15,0-1 1-15,0 4-4 16,0 0 4-16,0 2 0 0,-4 1 4 16,1 1-2-16,-1-1 2 15,-3 2-3-15,2 1-1 16,0 0-1-16,-1 0 0 16,-1 0 1-16,-1 2-1 15,5-1-1-15,-4-1 0 0,1 0 1 16,2 2-1-16,0-2 0 15,0 0 1-15,-2 4-2 16,2-2 2-16,1-1-1 16,-4 2-1-16,1-1 0 15,-4-1 0-15,0-1 0 0,-1 2 1 16,-5-2 2-16,-2 1-2 16,-6 3 0-16,-8 0-1 15,-12-3-52-15,-15-7-127 16</inkml:trace>
  <inkml:trace contextRef="#ctx0" brushRef="#br0" timeOffset="94961.97">10292 14666 52 0,'0'2'14'0,"0"-2"10"0,0 0 6 15,0 0-8-15,0 0-14 16,0 0-5-16,0 0 4 16,0 0 4-16,0 1 1 15,0-1-4-15,0 1-1 0,0 1-5 16,-2 2-4-16,-4 1 5 15,1-2-1-15,-5 2-2 16,2-1 1-16,-3-2 0 16,0-2-1-16,-3 0 1 15,0 0 1-15,-3-1 2 16,2-7 10-16,-1-1 1 0,-2 0-5 16,0-4-4-16,0 0-1 15,-1 1-3-15,0-3-2 16,-2 0 1-16,2-2-1 15,-1 0 0-15,0-2 0 0,-2-1-1 16,1-2 1-16,2 0 0 16,1 1 1-16,1 0-1 15,2 0 0-15,4 1 1 16,-3 0-1-16,6-1 0 16,-1-1 0-16,-1 1 1 0,4-2 0 15,0 0 1-15,3-1-2 16,1 1 1-16,2-2-1 15,0 2 1-15,0-1-1 16,3 0 0-16,5-2-1 16,0 1 1-16,3-1 0 15,-1 2 0-15,1 0 0 0,-2 2 0 16,2 3 0-16,-2-1 1 16,1 3-2-16,0 1 1 15,2 3 0-15,1-2 0 16,2 3-1-16,-1 0 1 15,0 0 0-15,2-2 0 0,-1 3 0 16,3-1 0-16,-1 1 0 16,2-2-1-16,3 3 1 15,-4 0 0-15,6 0-1 16,-1 0 1-16,-2 0-1 0,4 1 1 16,-2 0-1-16,0 1 1 15,0 1-1-15,-2-1 1 16,1 1 0-16,1 1-1 15,-3 1 1-15,6-1 0 16,1 2 0-16,0-2-2 16,1-1 2-16,2 3-1 15,2-3 1-15,-1 0 0 0,0 1 0 16,3 0 0-16,-1-1 0 16,-1 2 0-16,1-1 0 15,0 0 0-15,-1-1-2 16,1 0 2-16,-2 0 0 0,0-1 0 15,1-3 0-15,-1 2 0 16,-2 0 0-16,-4 2 0 16,-2-2 0-16,-2 5 0 15,-2-3 0-15,-3 4 0 16,-1 2 0-16,-1-1 0 0,-1 1 0 16,0 1 0-16,-2 0 0 15,1 0 0-15,-2 0-1 16,2 3 1-16,-4 0 0 15,1 2 0-15,1 1 0 0,-2 0-1 16,2 1 1-16,1 1 0 16,-4 1-1-16,1-1 0 15,1 1 1-15,1-1 0 16,-1 1 0-16,1-1 0 16,-2 2-1-16,2 0 0 15,-1 1 1-15,1 0-2 0,-1 1 2 16,1 2-1-16,-2-1 0 15,3 1 2-15,-1 1-1 16,2 0 0-16,1 1 0 16,-2 0 0-16,3-1 0 15,-4 2 0-15,3 0 0 0,-2-1 0 16,-1 1 0-16,0 1 1 16,-1 2-2-16,-1 0-2 15,-1 3 3-15,2 1 1 16,-4 0-1-16,3 0 0 15,-2 3 1-15,1-1-1 0,-3-1 0 16,-2 4-2-16,-2-2 0 16,0 3 2-16,-11 2-2 15,-5 1 2-15,-7 3 0 16,-8 3 2-16,-3 1 0 16,-4 0-7-16,-5-2-32 15,-3-5-35-15</inkml:trace>
  <inkml:trace contextRef="#ctx0" brushRef="#br0" timeOffset="95948.89">10344 13482 112 0,'0'0'28'0,"0"0"-20"0,0 0 5 15,0 0-6-15,0 0-4 16,0 0-6-16,0 0 3 16,0 0 0-16,0 0 0 15,0 0-1-15,0 0 0 16,2 0 1-16,0 1 0 0,5 0 0 16,0 1 0-16,-2 3 0 15,3-1 0-15,-2-1 1 16,4 1-1-16,-3-3-1 15,-1 2 2-15,1-3-1 16,0 0 1-16,2 0-1 0,-2 0 0 16,1-4 5-16,1-5 6 15,0-1-3-15,2-1-2 16,-2-3-1-16,1-2 2 16,3 1 1-16,1-4 3 15,0-1-2-15,5-2-3 16,0-4 3-16,4 1-1 0,2-5-3 15,2-2 1-15,4 0 0 16,0-4-3-16,2 2-1 16,1 1-1-16,0 4 0 15,-3 4-1-15,0 8 0 0,-4 3 0 16,-2 9-7-16,-6 0-40 16,-5 1-62-16</inkml:trace>
  <inkml:trace contextRef="#ctx0" brushRef="#br0" timeOffset="132700.65">22229 14658 52 0,'6'-3'19'0,"-2"2"9"0,2-1-11 0,-2 0 0 15,0-1-8-15,0 0-2 16,1 0-2-16,1-1 3 0,0 1 1 15,2 1-4-15,1 0-3 16,3-1-1-16,2 1-1 16,1 1 0-16,2-2 1 15,2 0-1-15,0 1 0 16,2-1 0-16,0-1 2 16,3-1-2-16,-3 2 0 0,4-2 4 15,-1 0 6-15,2 1 0 16,-1-2 0-16,0 2-3 15,0 0-3-15,0 0 0 0,-4 1-4 16,-2 1 1-16,-4 2-1 16,-2-1 0-16,-4 1 0 15,-4 0-1-15,-1 0-13 16,-4 0-17-16,0 0-21 16,0 1-44-16</inkml:trace>
  <inkml:trace contextRef="#ctx0" brushRef="#br0" timeOffset="133110.94">22349 14706 70 0,'0'0'3'0,"0"0"-1"0,0 0 1 0,0 0 10 0,0 0 16 15,0 0-1-15,0 0 3 16,0 0-12-16,51-5-4 16,-33 0-6-16,2 2-4 15,0-2-3-15,4 1 0 0,1-1-1 16,2-2 4-16,-2 3 1 15,4-3 1-15,-4 1 0 16,1 1 0-16,-1 0-5 16,-5 1 2-16,-2 0 0 15,-4 3-3-15,-4-1-1 0,-3 1 1 16,-3 0-1-16,1 1 1 16,-5 0-1-16,0 0-1 15,0 0-3-15,0 0-16 16,0 0-29-16,0 0-39 15</inkml:trace>
  <inkml:trace contextRef="#ctx0" brushRef="#br0" timeOffset="134620.12">22180 14669 147 0,'-6'2'1'15,"-2"-2"0"-15,0 1 0 0,-1 1 0 0,1-2-1 16,-1 0 0-16,-1 0 1 16,2 0-1-16,1-4 3 15,-2-2 4-15,0-3-1 0,0-1-2 16,-1-1-3-16,-2-3-1 16,1-2 0-16,-1-1-3 15,-1-2-9-15,2-3-4 16,0-1 7-16,2-4 4 15,2-1 5-15,3-2-1 16,2-3-1-16,2 1 0 0,0-2 0 16,2-2 1-16,7 4 0 15,1 1 1-15,4 0-2 16,3 4 1-16,6 3 2 16,0 0 1-16,5 4 1 15,6 2 1-15,1-1 6 0,4 3-6 16,3 2 2-16,-1-1 0 15,1 1 4-15,-1 1-2 16,-2 3-4-16,-2-2-1 16,-2 2 0-16,-1 3 1 0,-1 2-1 15,-2 2 1-15,-2 3 0 16,-4 0-1-16,1 0-2 16,-2 7 0-16,-2 4-1 15,-5 5 0-15,2 1 1 16,-4 4-1-16,1 2 1 0,-1 4-1 15,-1 4 0-15,-2 5 1 16,-2 3-1-16,0 1 0 16,-4 4 0-16,-2 0 1 15,-4-4 0-15,0 1-1 16,-5-5 1-16,-7-3-1 16,-7-4 2-16,-4-1 2 0,-5-2 2 15,-6-3 0-15,-2 1-5 16,-4-3 1-16,-4-5-7 15,0-6-85-15</inkml:trace>
  <inkml:trace contextRef="#ctx0" brushRef="#br0" timeOffset="135651.74">21213 13878 84 0,'-4'-5'15'0,"0"2"11"0,2 1-3 16,1-2 0-16,1 4-6 16,0 0-1-16,0 0-9 15,0 0-6-15,0 0-1 16,0 0-1-16,1 4 1 0,3 2 0 16,2 4-1-16,-1 1 1 15,1-1 0-15,0 3 1 16,2-2-1-16,-1 1 0 15,-1-2 0-15,1 0 0 16,4-2 0-16,-5 2 1 16,3-1-1-16,-2-1 0 0,2 1 0 15,0-1 0-15,-3 0 0 16,1 3 0-16,1-3 1 16,-2 0-2-16,1 1 1 15,1-2 1-15,-1 3-1 16,2-1 0-16,-4-2 0 0,3 0 0 15,-2-1-1-15,0 1-13 16,-3-2-25-16,-2 0-7 16,-1-2-52-16</inkml:trace>
  <inkml:trace contextRef="#ctx0" brushRef="#br0" timeOffset="135957.06">21244 14148 125 0,'0'0'2'0,"0"0"-1"0,0 0 5 0,0 0 6 15,0 0 2-15,0 0 0 0,0 0-1 16,0 0 0-16,41 0-2 15,-30 0-4-15,-2 0-3 16,-1 0-3-16,4 0 1 16,-5-1-2-16,1-1 1 15,-1 0 0-15,1 0-1 0,-1 1 0 16,0 1 0-16,0 0 0 16,0-2-22-16,2 1-73 15</inkml:trace>
  <inkml:trace contextRef="#ctx0" brushRef="#br0" timeOffset="137082.82">23362 14563 23 0,'0'0'13'0,"0"0"15"0,0 0-4 0,0 0-11 0,0 0-2 16,0 0-1-16,0 0-3 16,0 0 0-16,0 0 3 15,0 0 4-15,0 0-2 16,0 0 0-16,-22-2-5 0,18 2 0 15,2 0-6-15,0 0 1 16,-1 0 0-16,2 0-1 16,1 0 0-16,0 0-2 15,0 0-5-15,0 0 1 16,6 0 3-16,1 0-3 0,6 0-1 16,3-2 1-16,4 0-2 15,4-3 6-15,0 0 1 16,4 0-2-16,3 0 2 15,0-1 1-15,1 1 5 16,1-1 7-16,2 1 2 0,5-1 2 16,0 0-3-16,4-1-7 15,0 2-4-15,1 0-1 16,-1-2-1-16,-2 3 0 16,-1 0 3-16,0-1 3 15,0 2 3-15,0-1-1 0,0 1-5 16,-5-1-1-16,2 3-1 15,-3-2-1-15,-3 0-1 16,-4 2 0-16,-4-1 0 16,-2 1 1-16,-5-1-1 15,-3 2 0-15,-7 0 0 0,-3 0-3 16,0 0-12-16,-4 0-16 16,-2 0-14-16,-9 0-25 15</inkml:trace>
  <inkml:trace contextRef="#ctx0" brushRef="#br0" timeOffset="137667.48">23379 14566 97 0,'0'0'7'0,"0"0"0"0,0 0-5 0,0 0 0 0,0 0-2 16,45-2 1-16,-30 1-1 15,1-1 1-15,-1 1 2 16,3-2 2-16,2 3-2 16,1-2-2-16,3-1 0 0,0-1 4 15,5 1-3-15,3-2 0 16,0 1 4-16,5-1 0 15,3-1 5-15,2 0 6 16,-1-1-3-16,2 0 1 16,3-2-6-16,-2 3-3 15,2-2-2-15,-1 1 0 0,2 1-1 16,-3 2 1-16,0-2 0 16,-4 5 1-16,-1-1-2 15,-5 1-2-15,-5 1 0 16,-2 0-1-16,-5 0 0 15,-7 0 0-15,-3 0 0 0,-3 0 0 16,-4 0 0-16,-3 0-2 16,-2 0-21-16,0 1-32 15,-7-1 8-15</inkml:trace>
  <inkml:trace contextRef="#ctx0" brushRef="#br0" timeOffset="139255.35">23358 14537 72 0,'-4'0'25'0,"2"0"2"0,0 0-4 0,1 0 7 16,0 0-7-16,0-1-6 16,1-1-7-16,-3 0-1 0,2 1-4 15,1-3-3-15,-2 2-1 16,0-1-1-16,-2 0-1 15,1-2-3-15,-7 0-4 16,2-1 1-16,-1-2 6 16,-3-1 1-16,0-2 0 15,0-3 1-15,-1-2 1 0,0-2 0 16,-1-1 1-16,3-2-3 16,0-1 0-16,-1-3 0 15,1-2 0-15,1 0-3 16,-1-2 3-16,3 0-1 15,-1-1 1-15,5 1 0 0,-1 1 0 16,3 0-1-16,2 1-1 16,0 0 1-16,4 0-4 15,3 0 1-15,4-2 0 16,2 1 3-16,3 2 0 16,3-1-1-16,1 3 2 0,6 1 0 15,-3 2 0-15,4 4-1 16,4 1 2-16,-1 2-1 15,4 3 0-15,2 1 0 16,2 3 0-16,3 1-1 16,-1 1 1-16,2 0 0 0,-1 1 0 15,3 0 0-15,-3 0 0 16,3-1 1-16,-3 2-1 16,1 0 0-16,-1-1 2 15,-1 2-2-15,-5-1 0 16,0 0 0-16,2 0 0 15,-6 1 1-15,1-2 1 0,-1 1 5 16,0 1-1-16,-1 0-4 16,-2 1 0-16,0-1-1 15,0 2-1-15,-1 0 2 16,-2 0-2-16,3 0 0 16,-3 7 0-16,-2 2 0 0,0 1 0 15,0 1 0-15,-3 4 0 16,-3 3-2-16,0 0 4 15,-2 5-2-15,-4 0 0 16,0 4 0-16,-1-1 0 0,-2 3 1 16,-1 0-1-16,-1-1 0 15,-1 3 0-15,-2-2 3 16,-1 0-1-16,-2 1-1 16,0-2 1-16,0 2-1 15,-7 0 0-15,-5 2-1 0,-7 0 0 16,-6 1 1-16,-8 0-2 15,-3-2-14-15,-9-7-47 16</inkml:trace>
  <inkml:trace contextRef="#ctx0" brushRef="#br0" timeOffset="140997.57">21229 14030 89 0,'0'2'7'0,"0"-2"-6"0,0 0 1 0,0 0 3 16,4 0 5-16,2 0 4 15,1-2 3-15,2-5-1 16,3 0-2-16,1-3-2 16,5-3-3-16,0-5-3 0,4-2 0 15,1-6-1-15,4-2-1 16,-1-3-3-16,2-2-1 16,0-1 1-16,-1 1 1 15,0 1-2-15,0 2 0 0,0 2 1 16,-2 3-6-16,0 0-40 15,0 3-31-15</inkml:trace>
  <inkml:trace contextRef="#ctx0" brushRef="#br0" timeOffset="142208.6">22210 13834 9 0,'1'-1'25'0,"0"1"0"0,-1-1-3 16,1-1 1-16,0 2-5 0,0-1-10 16,3-1-5-16,-2 2-2 15,-1 0-1-15,0 0 1 16,2 0-1-16,-2 0-1 15,0 0 2-15,1 0-3 16,0 0 2-16,1 0 1 0,-1 3 0 16,0 3 1-16,2-2-2 15,1 0 1-15,-2 0-1 16,1 1 1-16,0-2-1 16,-1-1 0-16,1 0 1 15,-1-1 0-15,0-1 0 16,0 0 12-16,3 0 10 0,1-5 3 15,-1-3-7-15,4-1-5 16,5-4-4-16,1-3-2 16,6-1 1-16,0-4-5 15,6-1-1-15,3-3-2 16,1-2 1-16,7 0-2 0,1-6-10 16,3-1-53-16,-2-4-126 15</inkml:trace>
  <inkml:trace contextRef="#ctx0" brushRef="#br0" timeOffset="143816.68">23075 14556 83 0,'18'-8'4'0,"-5"3"8"0,1-2-7 0,-5 2-1 0,1 1-4 15,-6 2 0-15,0 0 0 16,-3-1-11-16,-1 3-28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09:18.202"/>
    </inkml:context>
    <inkml:brush xml:id="br0">
      <inkml:brushProperty name="width" value="0.05292" units="cm"/>
      <inkml:brushProperty name="height" value="0.05292" units="cm"/>
      <inkml:brushProperty name="color" value="#FF0000"/>
    </inkml:brush>
  </inkml:definitions>
  <inkml:trace contextRef="#ctx0" brushRef="#br0">14163 14242 99 0,'0'0'0'0,"0"0"2"0,0 0 3 0,0 0 0 16,0 0 4-16,7-40 7 15,-5 36-3-15,-2 4-1 16,1-1-3-16,1-1-4 0,-1 2-4 16,2 0-1-16,0 0 1 15,1 0-2-15,-2 0 1 16,1 3 1-16,3 4-1 15,-2 3 1-15,1 0 0 0,2 1 0 16,-4 1 2-16,3-1-2 16,-2-1 1-16,1 0 0 15,-1-3 0-15,3 0-1 16,-4-3 0-16,3-1 0 16,-1-1 4-16,1-2-3 15,4 0 3-15,0-5 5 0,3-6 6 16,3-6-4-16,2-7 0 15,8-2-2-15,6-5-3 16,2-5 1-16,7-5 0 16,2-4-2-16,9-6 2 15,2-5-1-15,1-3 1 0,4-1-2 16,3-4 1-16,-4 4-2 16,-1 1 2-16,-4 4-1 15,-6 5-3-15,-2 6-1 16,-7 7-1-16,-1 6-1 15,-6 9 0-15,-1 7 0 0,-3 7-1 16,-5 1-6-16,-13 2-44 16,-9-5-97-16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09:24.236"/>
    </inkml:context>
    <inkml:brush xml:id="br0">
      <inkml:brushProperty name="width" value="0.05292" units="cm"/>
      <inkml:brushProperty name="height" value="0.05292" units="cm"/>
      <inkml:brushProperty name="color" value="#FF0000"/>
    </inkml:brush>
  </inkml:definitions>
  <inkml:trace contextRef="#ctx0" brushRef="#br0">10255 9886 120 0,'0'0'4'0,"0"0"6"0,0 0 6 0,0 0-4 0,0 0-2 16,0 0-6-16,0 0-3 15,0 0 0-15,0 0-1 16,-13-10 0-16,13 9 0 15,0 0 0-15,4 0 0 0,0 1 0 16,-1 0-1-16,1 0 1 16,0 0-1-16,0 0 1 15,0 0-1-15,2 3 1 16,-4 1 0-16,3 1 0 16,-1-1 0-16,2 0 0 0,-1-2 0 15,4 0 1-15,-3 0-1 16,1-2 2-16,2 0 0 15,0 0 1-15,2-4 2 16,1-5 5-16,3-8 2 16,2-2 3-16,2-5-5 15,2-5-2-15,6-3-2 0,-1-3-2 16,3-1-1-16,2-1-2 16,1-1 0-16,2-2 0 15,3 0-1-15,1-1 2 16,-1-2 1-16,2-2-1 0,-1 1 3 15,-5 2 2-15,1 2 0 16,-2 3-1-16,-3 4-4 16,-2 6-1-16,0 6 0 15,-4 5 1-15,-4 6-4 16,-5 6-4-16,-12 1-56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09:29.266"/>
    </inkml:context>
    <inkml:brush xml:id="br0">
      <inkml:brushProperty name="width" value="0.05292" units="cm"/>
      <inkml:brushProperty name="height" value="0.05292" units="cm"/>
      <inkml:brushProperty name="color" value="#FF0000"/>
    </inkml:brush>
  </inkml:definitions>
  <inkml:trace contextRef="#ctx0" brushRef="#br0">20751 12382 72 0,'0'0'1'0,"0"0"2"0,0 0 0 0,0 0 2 15,0 0-2-15,37 45 0 16,-32-34 4-16,0 2 3 16,2-2 2-16,-1 1-4 15,1-4 0-15,3 1-1 0,-2-3 1 16,3-2 7-16,0-3 4 16,3-1-2-16,0 0 0 15,3-11-4-15,1-5 1 16,6-5-2-16,5-6-4 15,6-6 1-15,7-4-3 0,4-1-1 16,5-2 1-16,0 0-3 16,0 2 0-16,0 1-1 15,-5 3 0-15,2 0-1 16,-3 2 0-16,3 4-1 16,-4 1 1-16,0 2-2 15,-7 1-11-15,-12 0-94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09:34.960"/>
    </inkml:context>
    <inkml:brush xml:id="br0">
      <inkml:brushProperty name="width" value="0.05292" units="cm"/>
      <inkml:brushProperty name="height" value="0.05292" units="cm"/>
      <inkml:brushProperty name="color" value="#FF0000"/>
    </inkml:brush>
  </inkml:definitions>
  <inkml:trace contextRef="#ctx0" brushRef="#br0">17725 7156 63 0,'0'0'10'0,"0"0"19"0,0 0-2 0,0 0-6 16,0 0-4-16,0 0-1 16,0 0 3-16,0 0-4 15,0 0 0-15,0 0-3 0,1-15-4 16,-1 15-5-16,1 0-3 15,3 0-2-15,3 5 1 16,1 5 0-16,2-1 0 16,1 2 1-16,2-1-1 15,2-1 1-15,-1-4 0 0,3-4-1 16,3-1 1 0,1-8 0-16,6-14 4 0,7-10 11 15,8-8 0-15,6-11-5 16,11-7-1-16,4-9 0 15,11 0 0-15,1-5-5 16,8 1-2-16,0 3-2 0,-2 1-4 16,-8 4-29-16,-10 8-88 15</inkml:trace>
  <inkml:trace contextRef="#ctx0" brushRef="#br0" timeOffset="795.87">16428 10894 136 0,'0'0'4'0,"0"0"0"0,0 0-6 16,0 0 1-16,0 0 1 0,0 0 1 16,0 0-1-16,0 0 0 15,0 0 2-15,0 0-1 16,0 0 0-16,0 0 0 16,16 0 1-16,-11 3 0 15,2 3 0-15,-1-2 2 16,2 3-3-16,1-3 1 0,1-1 0 15,3-3 1-15,2 0 2 16,8-14 10-16,9-14 12 16,14-16-1-16,13-22-10 15,18-19-6-15,23-21-8 16,17-21 4-16,26-16-2 0,11-8-2 16,9-5-16-16,-4-2-165 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09:56.205"/>
    </inkml:context>
    <inkml:brush xml:id="br0">
      <inkml:brushProperty name="width" value="0.05292" units="cm"/>
      <inkml:brushProperty name="height" value="0.05292" units="cm"/>
      <inkml:brushProperty name="color" value="#FF0000"/>
    </inkml:brush>
  </inkml:definitions>
  <inkml:trace contextRef="#ctx0" brushRef="#br0">6346 11367 24 0,'0'-3'2'0,"0"1"-2"0,0-3 2 0,0 2-2 16,1-1 3-16,-1 2 1 16,0 0 1-16,1-2 4 15,1 1-1-15,-2 0 1 0,0 0-2 16,0 0-2-16,0 2-1 15,0-2-2-15,0 3-1 16,0-3 1-16,0 3-1 16,0-1 0-16,0 1 1 15,0-2 1-15,0 2 3 0,0 0-3 16,0 0 0-16,0 0-3 16,2 0 0-16,0 2 0 15,1 2 1-15,0 3-1 16,1 2 1-16,0-2-1 15,0 1 1-15,1-1-1 0,-1-1 0 16,1-2 1-16,-1 1-1 16,1-4 1-16,1 1 1 15,-1-2 1-15,-1 0 2 16,1 0 0-16,4-3 5 16,0-6 2-16,1-1 5 0,3-7-2 15,2 0-3-15,3-3 0 16,-1-1-2-16,3 0-2 15,3-2-3-15,0 2-3 16,3 0 0-16,-3 5-2 16,1 1 0-16,-9 0-47 15</inkml:trace>
  <inkml:trace contextRef="#ctx0" brushRef="#br0" timeOffset="754.23">8771 11310 15 0,'0'0'2'0,"0"0"4"0,11-38 5 0,-5 24-5 16,-1 2-4-16,-1-3 0 15,1 4-1-15,-3-1 4 0,0 2 11 16,0 2 4-16,-1 1-10 15,-1 0-4-15,0 2-1 16,0 2 0-16,0-1 7 16,0 4 8-16,0 0 1 15,0 0-6-15,0 0-13 0,2 5-5 16,2 6 3 0,1 1 4-16,0 1-2 0,5 2-1 15,-1-4 1-15,5-4 1 16,1-4 2-16,5-3-2 15,6-6 9-15,9-15 4 16,7-8-9-16,12-9-4 0,9-9-2 16,3-7-26-16,3-7-117 15</inkml:trace>
  <inkml:trace contextRef="#ctx0" brushRef="#br0" timeOffset="1394.8">12357 11218 142 0,'0'0'4'0,"0"0"1"0,0 0-2 0,0 0-6 16,0 0 3-16,0 0 0 16,0 0 1-16,3 37 0 0,4-24-1 15,0-3 1-15,1 0-1 16,1-4 1-16,3-4 2 15,5-2-1-15,3-7 5 16,8-14 15-16,11-12-8 16,7-8-6-16,10-7-6 0,8-10-2 15,5-7-27-15,0-4-68 16</inkml:trace>
  <inkml:trace contextRef="#ctx0" brushRef="#br0" timeOffset="2014.57">15808 11129 186 0,'0'0'6'0,"0"0"11"0,0 0-13 0,59-37-1 16,-24 17-2-16,8-6-1 16,9-9 0-16,9-8 1 15,5-5-23-15,1-7-66 0</inkml:trace>
  <inkml:trace contextRef="#ctx0" brushRef="#br0" timeOffset="3004.07">6256 11437 137 0,'0'0'4'0,"0"0"4"0,0 0 8 16,0 0-6-16,0 0-9 15,0 0 2-15,0 0 0 16,37-44-2-16,-10 22 0 0,5-3-1 16,1-7-19-16,2-7-98 15</inkml:trace>
  <inkml:trace contextRef="#ctx0" brushRef="#br0" timeOffset="3452.46">9003 11144 168 0,'0'0'6'0,"0"0"6"0,0 0 1 16,0 0-6-16,0 0-3 15,0 0-8-15,0 0-12 16,0 0-8-16,0 0-43 0</inkml:trace>
  <inkml:trace contextRef="#ctx0" brushRef="#br0" timeOffset="3808.96">12378 11150 190 0,'0'0'12'0,"0"0"-11"0,0 0-2 16,0 0 1-16,0 0-15 15,0 0-56-15</inkml:trace>
  <inkml:trace contextRef="#ctx0" brushRef="#br0" timeOffset="4483.85">15842 11158 6 0,'0'0'60'0,"0"0"-55"0,0 0 1 0,0 0 2 0,0 0-6 16,0 0 0-16,0 0 0 15,0 0 6-15,0 0 1 16,0 0 4-16,0 0-5 15,37 13-7-15,-33-8-1 16,-2 3-2-16,-2-1-31 0</inkml:trace>
  <inkml:trace contextRef="#ctx0" brushRef="#br0" timeOffset="8476.18">16624 11805 111 0,'0'0'-1'0,"0"0"6"0,0-2 2 0,0 1-1 0,0-2 3 16,0 3 1-16,0-1 4 15,1-1 1-15,-1 2-4 16,2-2-3-16,-1 2-7 0,2 0-1 16,-1-1-1-16,-2 1-1 15,2 0 2-15,0 0 0 16,-1 0 0-16,1 0-1 16,1 0 1-16,-1 3 0 15,0 0 1-15,1 1 1 16,0 2 1-16,2-3-3 0,-3 1 0 15,3 2 0-15,-1-2 0 16,1 0 1-16,-2-1-1 16,1 3 0-16,2-2 1 15,-3 0-1-15,1-1 1 16,0 4-1-16,3-3 0 0,-4 1 0 16,0 0 0-16,2-2 1 15,-3-1-1-15,0 2 1 16,0-4 1-16,0 0 10 15,1 0 2-15,1 0 0 16,1 0-2-16,4 0-5 0,0-4-6 16,0-3 0-16,4 0-1 15,0-1 1-15,2-2-1 16,2-1 0-16,3 0 1 16,0-2-1-16,2-4 2 15,5-3 4-15,1 0 0 0,2-3 1 16,2 1-1-16,1-3 0 15,0 1-3-15,-1 0-1 16,-1 4 0-16,-1-1 0 16,-3 3-1-16,-1 2 0 15,-3 3 0-15,-4 2 1 0,0 2-1 16,-1 2 0-16,-5 3 0 16,-2 0 1-16,1 1-1 15,-4 0-1-15,-3 3 0 16,-2 0-1-16,0 0-8 15,-3 0-23-15,0 0-34 0,-7 0-76 16</inkml:trace>
  <inkml:trace contextRef="#ctx0" brushRef="#br0" timeOffset="17564.27">15747 11498 34 0,'0'0'33'0,"0"0"-14"0,0 0-5 0,0 0-5 15,0 0-3-15,0 0 1 16,0 0-3-16,0 0 3 15,0 0-1-15,-1 0 2 16,1 0-3-16,0 0-3 16,0 0 2-16,0 0-1 15,0 0-1-15,0 0 0 0,0 0-2 16,0 0 0-16,0 0 0 16,0 0 0-16,0 0 0 15,0 0 0-15,0 3 0 16,0 1 0-16,0 0 0 15,0-1 0-15,0 0 0 0,5 3 0 16,-3-5 0-16,-2 3 0 16,2-2 0-16,-1-1 0 15,1 2 0-15,-1-3 0 16,0 0 1-16,1 1-1 16,0 1 0-16,-2-2 0 15,0 1 0-15,2-1 0 0,-2 0 0 16,0 0 0-16,2 0 0 15,-2 0 0-15,1 0 1 16,1 0 3-16,0 0-3 16,2 0 0-16,-2 0 1 0,2-3 0 15,-1-1 3-15,0 0 2 16,3-2-3-16,-2-1-1 16,3 0-1-16,-1-4 0 15,2 4-1-15,-1-5 0 16,3 4-1-16,2-5-1 0,-4 1 1 15,4 1 0-15,0 1 0 16,-1-1 1-16,-1 0-1 16,0 1 1-16,-1 1 1 15,-1 1 4-15,-4 1 0 16,2 2 0-16,0-2-2 16,-4 4 0-16,-1 0 0 0,0 2 2 15,-1 1 0-15,1 0 1 16,-1-3 0-16,0 3-4 15,0 0 1-15,0 0-2 16,0 0 2-16,0 0-4 16,0 0-2-16,0 0 0 0,0 0-1 15,0 0-3-15,0 0-4 16,1 0-2-16,0 3-2 16,0-1-6-16,-1 3-10 15,0-1-7-15,0 3-17 16</inkml:trace>
  <inkml:trace contextRef="#ctx0" brushRef="#br0" timeOffset="18189.36">15699 11522 53 0,'0'0'8'0,"0"-1"5"0,0-1-2 0,0 1 1 0,0 1-5 15,0-2 6-15,0 1-1 16,0 1-7-16,0 0-5 16,0 0-1-16,0 0 0 15,0 1 1-15,0 5-2 0,0 0 2 16,0-2 0-16,0 3 0 16,0-3 0-16,0 1-1 15,1-5-15-15,-1 0-56 16</inkml:trace>
  <inkml:trace contextRef="#ctx0" brushRef="#br0" timeOffset="19181.71">12682 11664 39 0,'0'0'8'0,"0"0"-2"0,0 0-2 16,0 0-2-16,0 0-2 15,0 0 2-15,0 0 3 16,0 0 7-16,0 0 2 16,0 0-7-16,0 0-4 0,0-6 4 15,0 6 1-15,0-1 3 16,0 1-4-16,0-1 3 15,0 1-4-15,0-2 0 16,0 2-3-16,0 0-2 16,0 0 0-16,0 0-2 0,0 0 0 15,0 0-1-15,2 0 2 16,-2 0 1-16,3 4 0 16,-1 2 0-16,0-2-1 15,2 1 0-15,0 0 1 16,-1-1-1-16,0 1 0 0,1 0 0 15,-2-3 1-15,2 2-1 16,-3-1 0-16,0 0 0 16,1 0 2-16,1-1-2 15,-1-2 0-15,0 0 0 16,4 0 0-16,0 0 1 0,0-2 6 16,3-7-2-16,1-1 2 15,1-2-3-15,3-3-1 16,3 1 1-16,0-4-2 15,2-1 3-15,1-1 3 16,-1-1-2-16,2 1-1 16,-1 0 1-16,-2 3-3 15,0-1 0-15,1 5-2 0,-5 3 0 16,-1 0-2-16,-1 6 0 16,-5-2-4-16,-3 5-44 15,-4-1-43-15</inkml:trace>
  <inkml:trace contextRef="#ctx0" brushRef="#br0" timeOffset="20554.8">9786 11765 4 0,'0'-3'21'0,"0"2"0"0,0-1-9 0,0 0-7 16,0-1 1-16,0 0-5 15,0 0-1-15,0-1-1 0,0 1 1 16,0-3 0-16,0 3 1 16,-1-3 3-16,1 3 13 15,0 0-1-15,-2 0 0 16,2 0-2-16,0 1-6 16,0 1-5-16,0-1-1 0,0 2-2 15,0-1 0-15,0 1 0 16,0 0 0-16,0 0-2 15,3 0-1-15,-1 3 3 16,2 3 2-16,0-1-3 16,-2 2 2-16,0-1-2 0,1 1 2 15,2-1 0-15,-3 0-1 16,0-1 1-16,0-2-1 16,0 0 0-16,1-2 1 15,1 1-1-15,-2-1 0 0,0-1 0 16,3 2 0-16,0-2 1 15,-2 0 0-15,3 0-1 16,-2 0 0-16,2 0 2 16,3-5-1-16,1-2-1 15,-2-4 2-15,4-2-1 16,2-1 1-16,2-3-2 0,3-2 2 16,2-2 1-16,2-2-2 15,2 1 1-15,2-1 0 16,-3-1 0-16,2 0-1 15,0 1 1-15,0 0 0 16,-1 0 4-16,-2 3-4 0,0 2 3 16,-4 3-3-16,-1 3 1 15,-3 2-2-15,-1 3-1 16,-3 6-1-16,-5 1-1 16,0 0-11-16,-6 4-35 15,-3 6-37-15</inkml:trace>
  <inkml:trace contextRef="#ctx0" brushRef="#br0" timeOffset="22254.46">6540 11959 90 0,'0'1'1'0,"0"0"3"0,-1 0-3 0,1 2-2 0,0-1 2 16,0 2-1-16,0 0 1 0,0 0-1 15,0 1 0-15,0-2 0 16,0 1 2-16,1-1-2 16,4 0 0-16,-3 1 0 15,0-3 0-15,0 2 2 16,2-2-1-16,1 2 1 0,0-3 2 15,2 0-2-15,1 0 0 16,-1 0 0-16,2 0 3 16,2-7-1-16,2-1-1 15,2-4 1-15,4-5 3 16,1 0 1-16,0-3-1 16,2 0-4-16,3-2 7 0,0-2-4 15,0 1-2-15,-2-2-2 16,4-3 4-16,0 1 1 15,1-2-2-15,3 0-2 16,0 1 0-16,3 1-3 16,1 0 0-16,-4 1-2 0,-6-2-70 15</inkml:trace>
  <inkml:trace contextRef="#ctx0" brushRef="#br0" timeOffset="27198.9">6145 12989 48 0,'0'0'1'0,"0"0"1"0,0 0-2 15,0 0 0-15,-2 0 1 16,1 0 1-16,1 0 10 0,-1 0 4 15,1 0-6-15,-2 0-1 16,2-1 0-16,0 0-4 16,0 1-3-16,-2-2 0 15,2 2-2-15,0 0 0 16,0 0-2-16,0 0 2 0,0 0 2 16,0 0-2-16,0 0-2 15,0 0 2-15,0 0 0 16,0 0 3-16,0 0 1 15,0 0 4-15,0 0-1 16,0-1-4-16,0-1 0 16,0 2-3-16,0-2 1 0,2 1-1 15,1 1 1-15,-2-3-1 16,1 2 1-16,0 0 0 16,-2-1-1-16,0 2 1 15,0-1-1-15,0 1 2 16,0 0-1-16,0 0 0 0,2 0-1 15,-2 0-1-15,0 0 1 16,0 0 0-16,0 0 0 16,2 0 0-16,-2-2 0 15,2 2 1-15,-1 0-3 16,3-1 4-16,0 1-1 0,0-1-1 16,-1 1 0-16,4 0 0 15,-3 0 2-15,3 0-2 16,-1 0 0-16,1 0 0 15,2 0 0-15,0 0 0 16,2 0 0-16,1 0 0 16,-1 0 0-16,3 0 0 0,-1-2 0 15,3 2 0-15,-1-3-2 16,1 0 2-16,1 2 0 16,-3-2 2-16,1 0-2 15,-1 2 0-15,3 0 0 0,0-1 0 16,-2 2 0-16,1 0-2 15,-3-1 4-15,3 1-2 16,-1-1 0-16,-2 1 0 16,3-1 0-16,-3 1 0 15,3 0 0-15,3 0 0 16,-2-1 0-16,1-2 0 0,-2 3 0 16,4-1 0-16,-1 0 0 15,2 1-2-15,-1-1 1 16,-3 1-1-16,4 0-1 15,-3 0 0-15,0 0-2 16,2 0 0-16,-1 0 4 0,2 0 1 16,2 0 0-16,-3 0-1 15,4 0 1-15,-2 0 0 16,3 1 0-16,-2-1 0 16,1 1 0-16,0 0 0 15,1-1 0-15,-2 0 0 16,-2 0 0-16,2 0 0 0,0 0 0 15,-2 0 0-15,0 0 0 16,0 0 0-16,1 4 0 16,-2-4 0-16,2 2 0 15,-3-1 0-15,2 2 0 0,-1 0 0 16,1-2 0-16,-1 1 1 16,2 0-2-16,-2 0 1 15,2-1 0-15,-2 2 0 16,1-3 0-16,-2 2 1 15,4 0-1-15,-4-2 0 0,2 2 0 16,2-1-1-16,0 2 1 16,3-2 1-16,-2 2-2 15,5 0 1-15,0-1 1 16,0-1-1-16,3 1 0 16,-1 0 0-16,2 0 0 15,-1 0 0-15,-1 1 0 0,3 1 0 16,-4-1 0-16,3-1 0 15,0 1 0-15,1-2 0 16,-1 2 0-16,-1-3 0 16,1 0-1-16,0 0-1 0,-4 0 0 15,3 0 4-15,-3 0-2 16,2 0 1-16,-1 0 0 16,-1 0-1-16,1 0 0 15,0 0 0-15,1 0 1 16,0 3-1-16,-3-2 0 15,2 2 0-15,0-3 0 0,1 3 0 16,-4-3 0-16,4 0 0 16,-1 0 1-16,1 0-2 15,2 0 2-15,0 0-1 16,-3 0 0-16,3-3 0 16,-2 3 0-16,-2 0 0 0,-1 0 0 15,0 0 0-15,-1 0 1 16,1 0-2-16,0 0 2 15,2 0-2-15,2 2-12 16,1-1 13-16,1-1 4 16,-1 0 1-16,1 0-2 0,0 0 0 15,-3 0 0-15,-1 0-2 16,1 0 1-16,-2 0-1 16,2 0-1-16,-2 0 0 15,-1 0 1-15,3 0-1 16,-1 0 0-16,1 0 0 15,0 0 0-15,-3 0 0 0,0 0 1 16,0 1-1-16,-1-1 0 16,-1 0 0-16,-1 0 0 15,-4 0 0-15,0 0 0 16,-1 0 0-16,0 0 0 0,-2 0 0 16,-3 3 0-16,4 0 0 15,-1 1-1-15,-5 1-7 16,-4-3-61-16</inkml:trace>
  <inkml:trace contextRef="#ctx0" brushRef="#br0" timeOffset="28679.76">9942 12984 86 0,'6'-2'2'0,"3"-2"-1"0,-1 1 4 16,2 0 0-16,1 3-3 16,3-3 0-16,-1 2-1 15,1 0 2-15,-1-1-2 16,3 2 0-16,-1-1 0 16,3-1-1-16,2 1 0 0,1 1 0 15,3-2 0-15,-1 0 0 16,3 0 0-16,1 1 0 15,2-2 0-15,4 0 0 16,-1 0 0-16,6-1 0 16,0 2 1-16,0-2-1 0,2 3 0 15,1-1 0-15,-1 2-1 16,2 0 1-16,1 0 0 16,1 0 0-16,-1 0 0 15,1 0 0-15,-2 0 0 16,1 0 0-16,2 0 0 15,-2 0 0-15,1-2 0 0,0 0 1 16,0-1-1-16,2 3 2 16,-1-1 0-16,0 1 0 15,2 0 0-15,1 0-1 16,-1 0-2-16,4 0 2 16,1 1 0-16,0 2-1 0,-1 3 0 15,-1-1 0-15,3 1 0 16,-4-1 0-16,1-1 0 15,1 1 2-15,-2-2 0 16,2 2 0-16,-1-1 0 0,-3-1-1 16,4-1-1-16,-2 1 0 15,3-3 0-15,1 0 0 16,-1 0 2-16,-3-1 0 16,2-3 2-16,-4 1-1 15,2 0 3-15,-4 0-3 16,2 3-1-16,-2 0-1 0,0 0 0 15,-2 0-1-15,-1 0 0 16,-2 0 1-16,-1 0-2 16,-1 0 0-16,1 0 3 15,-3 0-2-15,0-1 3 16,1-2 0-16,-3 0 1 0,1 0-3 16,-1 0 0-16,0 2-1 15,1-2 0-15,-3 3 1 16,-1 0-1-16,0 0 0 15,-4 0 0-15,0 0 0 16,-5 0 0-16,-1 0 0 0,3 0 0 16,-6 0 2-16,2 3-2 15,-2-2 0-15,-3 2 0 16,0 0 0-16,-2 0 0 16,-1 1-2-16,0 0-13 15,-7-1-28-15</inkml:trace>
  <inkml:trace contextRef="#ctx0" brushRef="#br0" timeOffset="31448.77">13484 12900 97 0,'0'0'3'0,"0"-2"1"0,0 1 0 16,1 1 2-16,-1-2 1 0,0 2-2 16,0 0 5-16,0-1 2 15,2 0-2-15,0 1-8 16,2 0-2-16,1 0 1 15,4 0-1-15,-3 0 0 16,3 0 0-16,1 0 0 0,1 3 0 16,3-1 0-16,3 1 0 15,3-3 0-15,2 3 0 16,3-3 0-16,4 0 0 16,4 0 0-16,-3 0 0 15,5 1 0-15,-1-1 0 0,4 2 0 16,-2-2 1-16,2 1-1 15,2-1 0-15,3 0 0 16,3 0 0-16,1 0 0 16,-3 0 0-16,4 0 0 15,-2 0-5-15,1-3 8 0,0 1-3 16,2 0 0-16,0-2 0 16,3 2 0-16,-2-3 0 15,-2 2 0-15,4-2 1 16,-6 0-1-16,6 1 0 15,-4-2 1-15,2 3-1 16,-2 1 1-16,0-1-1 0,-1 1 0 16,0-1 0-16,0 3 2 15,1-1-4-15,-1-1 2 16,4 1 2-16,-4-2-2 16,4 3 0-16,-7-1 0 15,4-1 0-15,-2 1 0 0,-1 0 0 16,2-1 0-16,-2 2 0 15,0-1 0-15,0 1 0 16,1 0 0-16,-1 0 0 16,-1 0 0-16,4 0 0 15,-1 0 0-15,4 0 0 16,-4 0 0-16,5 0 0 0,1 0 0 16,-6 0 0-16,4 0 0 15,-1 0 0-15,-4 0 0 16,-1 0 0-16,-1 0 0 15,1 0 0-15,-2 0 0 0,-1 0 0 16,2 1 0-16,0-1 0 16,3 3 0-16,-2-2 0 15,2 1 0-15,-1-1 0 16,1-1 0-16,-2 0 1 16,2 0 3-16,-2 0 0 15,4 0-2-15,-2 0 0 0,-1 0 0 16,1 0 0-16,-3 0-2 15,0 0 0-15,-1-1 0 16,3-2 0-16,-2-1 1 16,2-2 1-16,-2 2 0 0,1-2 0 15,-1 2 0-15,-1-1 0 16,-5 0-2-16,-3 1 3 16,-1-1-1-16,-4 2-1 15,-1-1 1-15,-3 2 3 16,-1-1 4-16,-7 0 1 0,0 0 0 15,-5 0-1-15,-1 2 0 16,-4 0 2-16,-2-1-4 16,-1 0 2-16,0 1-4 15,0-2-2-15,1 3-3 16,-3-1 1-16,0 0-2 0,0 0 1 16,1 1 0-16,-4 0-3 15,0 0-10-15,0 0-20 16,-2 0-40-16</inkml:trace>
  <inkml:trace contextRef="#ctx0" brushRef="#br0" timeOffset="35923.33">18468 11508 69 0,'-4'0'3'0,"-2"0"4"0,1 0 9 16,2-4-7-16,-1-1 0 15,0 3 3-15,0-3 1 0,1 2 7 16,1-1 0-16,-2 0 2 15,1 1-10-15,1 0-7 16,1 1 0-16,1 0-4 16,0-1-1-16,0 3 0 15,0-1-2-15,0-1-1 0,0 1 2 16,0-2 0-16,1 3 1 16,2-2 1-16,3 1-1 15,-1 0-1-15,2-1 0 16,1 1 2-16,4 0 0 15,-2-1 0-15,3 2 0 16,-3 0-1-16,3 0 0 0,-1 0 0 16,0 0 2-16,0 0-2 15,2 3 0-15,0 0 1 16,0 1-1-16,0 0 1 16,0 2 0-16,-1 1-1 15,-1 0 0-15,0 0 0 0,-2 2 0 16,0-1 0-16,-1 1 1 15,-2-1 0-15,-1 2-1 16,0-2 0-16,2 1 1 16,-5 2-2-16,1-2 2 0,-1 3 0 15,2 0-1-15,-4 1 1 16,1 0-1-16,0 0 2 16,0 2-2-16,3 0 0 15,-5 1 0-15,2-1 0 16,-1 0 0-16,-1 1 0 0,0 0 0 15,0-1 0-15,0-2 0 16,0 1 0-16,0-1 0 16,0 2 0-16,0-3 1 15,0 3-1-15,-1-2 0 16,-1 2 0-16,2-1 0 0,0-1 0 16,0 1 0-16,0-3 0 15,0 2 0-15,2-3 0 16,4 1 0-16,3-2 0 15,0-1-1-15,-1 0 1 16,3-2 0-16,-1 0-2 0,0 0 0 16,-1-2-13-16,1-1 14 15,-3 1-7-15,2-1-8 16,0-1 25-16,-4-1 6 16,1 0-12-16,1 1-2 15,-6-2-2-15,0 1 0 0,-1-1 2 16,0 2 6-16,0-1-7 15,-2 3 4-15,-2 2-4 16,-5-2 1-16,2 4-1 16,-2 0 0-16,0 0-1 15,4 1-1-15,-3 1 1 16,1 0 0-16,0 0 1 0,2 1-2 16,-1 0 4-16,1 1-2 15,1-1-2-15,0 2 2 16,2 1 0-16,-2 0-1 15,3 2 0-15,-2 1-3 16,1 1-4-16,0 1 6 0,1 1-2 16,1-2-2-16,0 1 6 15,0 1 0-15,0-2-1 16,0 2 2-16,3 0-1 16,2 1 0-16,-3 0 0 15,1-1 0-15,1 3 0 0,-2-4 0 16,0 2 0-16,0-1 2 15,-1-2-2-15,1 1 0 16,0-2 0-16,-1 1 0 16,2-2 0-16,-3-2 1 15,2 2-1-15,-2-3 2 0,0-1-1 16,0 1 1-16,0-2 0 16,0-1 0-16,0 0 1 15,0-2-1-15,0 1 1 16,0-2-1-16,-2 1 2 15,-3-3 2-15,1 3-2 0,0 0-1 16,-3-3 0-16,0 1-2 16,-3 1 1-16,-1 0-2 15,0-2 1-15,1-1-1 16,-1 1-1-16,-2-3-2 16,3-2-36-16,4 0-42 15</inkml:trace>
  <inkml:trace contextRef="#ctx0" brushRef="#br0" timeOffset="37545.03">18507 11481 66 0,'-1'0'5'0,"-1"0"13"0,2 0-6 16,0-3-7-16,0 1-1 15,0-1 1-15,0 1 0 16,0-1 1-16,0 0-2 0,3 2-1 16,1-2 1-16,4 1-1 15,1 0-2-15,1-1 2 16,0 0-2-16,3 3 0 15,-1 0-1-15,2 0 0 0,-5 0 1 16,0 0-1-16,2 6 0 16,-4-1 1-16,0 1-1 15,0 2 1-15,-1 1-1 16,1 0 0-16,-1 1 0 16,-2 0 0-16,0 1 1 15,3 0 0-15,-4 2-2 0,4 2 2 16,-3 0-1-16,0-1 0 15,-2 5 0-15,1-1 0 16,-3 1 0-16,0 1 1 16,0 1-1-16,0 0 2 15,-4 0-2-15,1-1 1 0,1 0 1 16,0 2-1-16,0-2-1 16,2-1 1-16,-2 1-1 15,2-1 0-15,0 0 0 16,0 0 0-16,2-1 0 15,2-2 0-15,0 0 0 0,3-2 0 16,0-1 0-16,3-2 0 16,2-3 1-16,0 1-1 15,1-5 2-15,0-1 2 16,3 1 0-16,-3-4-1 16,1 0 1-16,-1 0-10 15,-1 0 15-15,-2-1 1 0,-1-3-5 16,-4 1-2-16,2 0-2 15,-5 2 0-15,-2-1 1 16,0 2 0-16,0 0 0 16,0 0 3-16,0 0-5 15,-2 0 1-15,-3 0-4 0,-1 5 3 16,1 1-1-16,-1 4-1 16,1 0 1-16,-4 0 0 15,4 3 1-15,-2 3-1 16,2-1 1-16,-1 2 0 15,2 2-1-15,0-1 1 0,3 2 0 16,-1 0 0-16,2-1-1 16,0 1 1-16,0 1 0 15,0-1 0-15,0 0-1 16,0 1 1-16,0-3 0 16,0 2 0-16,2 2 0 0,0-1 0 15,2 0 0-15,-2-1 1 16,0 0-1-16,2-2 0 15,-3 2 0-15,1 0 0 16,0-2 2-16,-1 2 0 16,0-1-1-16,-1 1-1 0,0 0 0 15,0-1 0-15,0 1 2 16,0-2-2-16,0 0 0 16,0-1 0-16,0-1 1 15,-2-1 2-15,1-1 0 16,0-1 0-16,-1 0 0 0,1-2-2 15,-1 0 0-15,-2 0-1 16,2-1 0-16,-3-2 1 16,0-1-1-16,-2 0 1 15,-2-4-1-15,-2 0 0 16,-2-3 0-16,-3 0-3 0,-1-3-23 16,-2-10-49-16</inkml:trace>
  <inkml:trace contextRef="#ctx0" brushRef="#br0" timeOffset="38705.75">18491 11498 66 0,'0'-6'3'0,"-3"1"6"0,3-1 7 16,0 0 5-16,0 2 2 15,0-2-3-15,0 2-5 0,0 1-5 16,0-1-1-16,0 1-3 16,5 0-4-16,0 2-3 15,4-2 1-15,1 3 0 16,1 0 1-16,2 0-1 15,4 0-1-15,-2 4 2 0,1 5-1 16,0-1 0-16,0 3 0 16,-2 4 0-16,-1-1 0 15,-2 3-1-15,-1 0 1 16,-2 3-1-16,-2-1-1 16,-3 1 2-16,-1-1 0 0,-2 1 0 15,0 1 0-15,0-1 0 16,0 2 2-16,-1-2-2 15,-3 1 0-15,-1-3 1 16,0-1-1-16,1 0 0 16,2-4 0-16,2 1 0 15,0-1 1-15,0-2-1 0,0 0 0 16,4-2-1-16,6 0 1 16,-2-3-1-16,4 1 2 15,2-4-2-15,1-1 1 16,1 0-2-16,1-2 5 15,-3 0-3-15,-4 0 1 0,-2 0-1 16,-1 0 1-16,-3 0-1 16,-2 0 1-16,-2 1-1 15,0 2 0-15,0 3 0 16,-5 1 3-16,-3 2-3 16,-1 4 1-16,0 2-1 0,0 3-1 15,-3 2 1-15,2 0-1 16,3 4 1-16,0 0-1 15,5 0 1-15,1 2 0 16,1 0-1-16,0-1 0 16,3-1 0-16,5 2-1 0,2 0 2 15,-2-1 0-15,4 3 0 16,0 1 0-16,0-2 0 16,0 1-2-16,1 3 2 15,1-1 0-15,-3-1 0 16,0-2 2-16,3-2-2 0,-1-2 0 15,-1-2 1-15,-2-4 0 16,1-1 0-16,-6 1 0 16,1-6-1-16,-5 1 2 15,-1-4-1-15,0 2 5 16,0-3 1-16,-10 0 0 0,-1 0 2 16,-3 0-4-16,-7 3-4 15,-2-4 0-15,-4 4-3 16,-2-3-29-16,-4-1-47 15</inkml:trace>
  <inkml:trace contextRef="#ctx0" brushRef="#br0" timeOffset="41025.54">15174 14480 83 0,'-2'-5'9'0,"-1"-2"40"0,3 0-22 16,0 1 6-16,-1-1-3 15,1 2-7-15,0 1-6 0,0 2-4 16,0 1 0-16,0-1-6 16,0 2-6-16,0 0-2 15,0 0-1-15,0 2-1 16,1 5 1-16,4 5 2 15,-2-1 0-15,2 2 1 16,2 1-1-16,-2 1-1 0,4 0 1 16,-5-1-7-16,3 2-18 15,-3-3-22-15,0 1-32 16,2-4-54-16</inkml:trace>
  <inkml:trace contextRef="#ctx0" brushRef="#br0" timeOffset="41331.41">15134 14689 102 0,'0'0'17'15,"0"0"26"-15,0 0-9 16,0 0-6-16,0 0-10 0,0 0-17 15,0 0 9 1,0 0-11-16,0 0 3 0,34-7-3 16,-21 6 0-16,0-1 3 15,2-1 2-15,-1 2 2 16,0-2-5-16,-2 2 0 16,1 0 0-16,-2 0-1 0,1 1 0 15,0 0 0-15,-3-1-11 16,0-1-45-16,0 0-22 15</inkml:trace>
  <inkml:trace contextRef="#ctx0" brushRef="#br0" timeOffset="41574.36">15094 14469 248 0,'0'0'-5'0,"0"0"-1"16,45-11 6-16,-22 8 0 15,4-1-1-15,3 1-36 16,-1 0-40-16</inkml:trace>
  <inkml:trace contextRef="#ctx0" brushRef="#br0" timeOffset="42406.83">16392 14532 153 0,'0'0'5'0,"0"0"15"0,0 0 3 15,0 0 0-15,0 0 1 0,0 0-4 16,0-42 3-16,-5 38-9 16,-3-3-8-16,1 3-1 15,-4 1-8-15,1 2 5 16,-2 1-4-16,0 0 2 15,-3 0-4-15,3 5 5 0,-1 2-1 16,2 3 2-16,1 2-3 16,2-1 0-16,2 3 0 15,3-1-1-15,1 1-3 16,2-1-3-16,0-2 3 16,0-1 0-16,3 0 2 15,5-2 2-15,1-2 0 16,2-1 3-16,0-4 1 0,2-1-2 15,1 0 2-15,-1 0-6 16,-1-1 0-16,-2-6 1 16,-1-2 2-16,-2-1 2 0,0-1-1 15,-6 0 1-15,1 0 2 16,-2 0-1-16,0 1-1 16,0 2 1-16,0 1-3 15,0 2 2-15,0 1 3 16,0 2-2-16,0 2 0 15,0 0-4-15,0 0-3 0,4 4 2 16,2 4 1-16,0 0 0 16,3 2-6-16,1 1-7 15,-1-2-16-15,2-3-32 16,0 0 3-16,0-5-34 16</inkml:trace>
  <inkml:trace contextRef="#ctx0" brushRef="#br0" timeOffset="43147.57">16545 14469 10 0,'0'0'119'0,"0"0"-112"0,0 0 10 0,0 0-4 0,0 0-4 16,0 0-1-16,0 0-2 15,41 10-3-15,-34 1 1 0,-2-1 1 16,1 3 0-16,-3-1-1 16,0 0-3-16,0-2 0 15,-2 2 0-15,-1-3 1 16,0-1-2-16,0-3-4 0,0 0 3 16,0-3 1-16,-5 0 2 15,2-2 7-15,-1 0-2 16,1 0-4-16,0-6-3 15,3-2-3-15,0-2-7 16,0-1 5-16,0-1 2 0,6 0 11 16,2 0-5-16,4 2-2 15,-1-2 0-15,3 4 3 16,-1 1-2-16,3 1 1 16,-1 1 0-16,2 3-1 15,-1 2 0-15,1 0 2 16,-2 0-3-16,-1 4-1 0,-1 2 1 15,-5 4-1-15,2-1-1 16,-1 2 1-16,-4 0-1 16,-1 0 1-16,0-2 0 15,-2 1 2-15,1-1-5 16,-3-2-1-16,0-3 0 0,0-1-2 16,0-2 2-16,0-1 1 15,-3 0 13-15,1 0-6 16,2-4-4-16,0-2-4 15,0-3 1-15,0-2 1 16,0 0 8-16,6 0-1 0,0 1-3 16,2-2 0-16,1 1 1 15,2 1-2-15,1 2 1 16,2 1-1-16,-1 1 0 16,2 3-1-16,1 0-1 15,-1 3 2-15,1 0-1 0,-1 0 3 16,-1 6 0-16,-1 2 1 15,-1 4-1-15,-4 0-3 16,-1 5 2-16,-2-1-1 16,-2 1 0-16,1 3 0 15,-4-3-4-15,0 0-33 0,0-4-54 16</inkml:trace>
  <inkml:trace contextRef="#ctx0" brushRef="#br0" timeOffset="46655.93">18254 14228 48 0,'0'-6'30'0,"0"0"12"0,0 2 3 16,0-2-2-16,0 2-11 15,0 0-7-15,0 1-5 0,0 3-3 16,0-3-6-16,0 3 0 16,0 0-4-16,0 0-8 15,0 6-3-15,0 8 1 16,0 3 4-16,2 4 0 15,1 2-1-15,1 2 0 0,2 1 0 16,0-3-1-16,-1 0 2 16,0-2-1-16,-1 0-2 15,-1-2-5-15,1-2-15 16,-4-2-20-16,0-5-51 0</inkml:trace>
  <inkml:trace contextRef="#ctx0" brushRef="#br0" timeOffset="47311.48">18136 14388 236 0,'0'0'-1'16,"0"0"-6"-16,0 0 10 0,0 0-5 15,53-11 1-15,-26 5 2 16,5 3-1-16,1 0-6 16,1-1-11-16,3 0-9 15,-3 0-5-15,3 1 2 16,-4-3 12-16,2 3 6 0,-7-1-52 16,-1 0 60-16,-7 1 11 15,-3-1 30-15,-6 0-8 16,-3 0 7-16,-5 2 0 15,-3 0 8-15,0 1-8 0,0 1-24 16,-5 0-12-16,-4 0 3 16,-6 0 0-16,1 1-5 15,-4 5 5-15,1 4-3 16,-1 0-1-16,2 1 1 16,1 4-1-16,3-1-1 15,4-3 1-15,4 2-3 16,3-2-1-16,1-1-9 0,4-3-7 15,9-3 10-15,2-1 5 16,6-3 7-16,-1 0-1 16,2 0-2-16,1-3 5 15,-2-5-4-15,1-1-1 0,-6-2 3 16,-1 1 0-16,-4-1 2 16,-3 1-1-16,-1-1 3 15,-4 2 4-15,0 2-1 16,-3 1 1-16,0 1-1 15,0 3-4-15,0-1-1 0,0 3-4 16,0 0-4-16,0 0 12 16,0 3-8-16,0 3-1 15,0 2-2-15,0 2 2 16,6-1-4-16,2 1-4 16,2-3-7-16,3-3-11 15,1-1-36-15,1-3-32 0</inkml:trace>
  <inkml:trace contextRef="#ctx0" brushRef="#br0" timeOffset="47581.76">18924 14144 182 0,'0'0'11'0,"0"0"1"0,0 0-9 0,0 0 0 16,0 0 5-16,-7 36 1 15,7-18-2-15,0 3-2 16,2-1 0-16,3 0-2 16,0 0-2-16,-1-2 0 0,-3 1-1 15,1-4 0-15,2-3-35 16,-2-4-32-16,0-6-53 15</inkml:trace>
  <inkml:trace contextRef="#ctx0" brushRef="#br0" timeOffset="48186.36">19128 14115 189 0,'0'0'104'0,"0"0"-100"16,0 0-4-16,0 0-4 16,0 0-5-16,0 0-1 15,0 0 2-15,-15 49 3 16,-1-29-1-16,-4 1-10 16,0-3 8-16,-1-1 1 0,1-4 15 15,0-3-13-15,4-4 9 16,7-2 10-16,0-1-6 15,5-2-5-15,2-1-1 16,2 0-4-16,0 0-3 16,2 0-1-16,3 0 15 0,5 2-8 15,2 2 0-15,-2 0-2 16,4 2 1-16,-1 1 1 16,-1 2 2-16,2 0 2 15,-3-1-1-15,3 0-1 16,0-2-2-16,1-2 2 0,0 0-3 15,0-2 2-15,3-2 2 16,-3 0-1-16,2 0-2 16,-2-3 3-16,1-4-3 15,-2-2 0-15,1-2 1 16,-4 0-1-16,0-1-1 0,-4-2-1 16,-1 2-6-16,-3 0 1 15,-2 1 4-15,-1 3 2 16,0 4-4-16,0-2 2 15,0 4 6-15,-3 0 1 16,0 2 2-16,1 0-4 0,2 0-3 16,0 7-3-16,0 2-1 15,2 1 2-15,3 0 3 16,7 0-1-16,0-2 0 16,1 1 1-16,1-4-3 15,1-2-30-15,1-3-53 0</inkml:trace>
  <inkml:trace contextRef="#ctx0" brushRef="#br0" timeOffset="48336.2">19428 14118 276 0,'0'0'4'0,"0"0"0"16,0 0 0-16,0 0-6 0,0 0-25 15,-11-38-66-15</inkml:trace>
  <inkml:trace contextRef="#ctx0" brushRef="#br0" timeOffset="48784.71">19553 14157 215 0,'0'0'-1'0,"0"0"1"15,0 0 1-15,0 0 0 0,0 0 1 16,22 38-1-16,-20-28 2 16,0 3 1-16,-2-2-1 15,0 0-1-15,0 0-2 16,0-3 1-16,0-1-2 0,0-1 1 15,0-3-2-15,0-2 2 16,0-1 2-16,0 0 10 16,0 0-8-16,0-7-7 15,0-3 9-15,0-1-4 16,4-1 1-16,3-1 4 16,1-2-2-16,3 2-3 0,0 0-1 15,2 2-1-15,0 4-1 16,0 1 2-16,3 3 1 15,-1 3 0-15,0 0-4 16,-1 0 2-16,-1 7 0 16,-1 5 0-16,-2 0-2 0,-1 0 0 15,0 2-18-15,1-3-28 16,-3-1-19-16,2-3-63 16</inkml:trace>
  <inkml:trace contextRef="#ctx0" brushRef="#br0" timeOffset="49412.35">19988 14182 186 0,'0'0'16'15,"0"0"24"-15,7-35-17 16,-7 25-17-16,-3 3-2 0,-7 1-3 16,-1 2 3-16,-3 2 0 15,1 2-2-15,-3 0 1 16,2 7-1-16,1 2-2 15,2 4 0-15,2 1-1 16,3 0-4-16,4 2-10 16,2-2-14-16,0 0-1 0,6-4 7 15,1 0 3-15,3-6 5 16,4 1 16-16,-1-3 0 16,2-2 2-16,0 0 1 15,1 0 10-15,-1-5 8 0,1-2-6 16,-3-2-7-16,0 2-5 15,-2 0 0-15,-2 0-1 16,-3 1-2-16,-1 2 0 16,-3 1-1-16,-1 3 1 15,-1 0-1-15,0 0-10 16,0 3-2-16,0 7 11 0,0 3 3 16,0 2 3-16,0 5-5 15,0 1 0-15,0 2 0 16,0 3-2-16,4-1 1 15,1 2 2-15,0-1-1 16,-1 1 3-16,-1 0-2 0,2-3 1 16,-3-1 4-16,-2-2-5 15,0-4 1-15,0-3 1 16,0-5 3-16,0-1 0 16,-2-5 3-16,-6-3 9 15,-1 0-2-15,-1 0-1 0,-2-11-3 16,3-2 1-16,2-3 2 15,-2-3 1-15,6-4-5 16,3-1-4-16,0-3-3 16,0-2 5-16,14-2-7 15,4-2-6-15,8-2-17 16,7-2-19-16,4-2-35 0,4 0-170 16</inkml:trace>
  <inkml:trace contextRef="#ctx0" brushRef="#br0" timeOffset="49782.43">20942 13979 271 0,'0'0'3'0,"0"0"2"0,0 0 6 0,0 0 0 15,0 0 0-15,0 0-2 16,0 0-9-16,0 0-3 15,0 0 2-15,0 0-1 0,-10 47 2 16,16-25-3-16,-1 1 3 16,3-1 0-16,-1-4-1 15,-2 1-6-15,-1-2-15 16,-2-4-23-16,-2-3-42 16</inkml:trace>
  <inkml:trace contextRef="#ctx0" brushRef="#br0" timeOffset="50308.59">20980 14063 33 0,'37'-6'41'16,"1"2"-9"-16,-3-1-2 15,-2 3-7-15,-3-2-9 16,-6 2-2-16,-6 2-5 0,-4 0 0 16,-5 0-3-16,-7 0-2 15,-2 8 4-15,0 1 1 16,-2 3 6-16,-3-1 4 15,-1 2-7-15,2 0-4 16,3-1-4-16,1 0-3 16,0-2 0-16,8-2 1 0,4-1 0 15,2 0-2-15,3-4 5 16,2-3-4-16,0 0 3 16,2 0 0-16,-1 0-2 15,-1-5 2-15,-3-3-1 0,-3 0 3 16,-3-2 4-16,-5-1 4 15,-3-2 6-15,-2 1-5 16,-1 0-6-16,-11-1-6 16,-3 3-3-16,-3 0 2 15,-4 5 4-15,-2 1-6 16,1 3 3-16,-2 1-6 0,0 0-9 16,2 0-21-16,2 1-33 15,-1 2-55-15</inkml:trace>
  <inkml:trace contextRef="#ctx0" brushRef="#br0" timeOffset="50591.97">20865 14097 245 0,'0'0'3'0,"0"0"-3"0,43-8 2 0,-20 5-1 0,3-3-13 15,0 2-67-15</inkml:trace>
  <inkml:trace contextRef="#ctx0" brushRef="#br0" timeOffset="52264.79">17701 14955 144 0,'0'-3'24'0,"0"-1"8"0,0 1-15 0,0 1-9 16,0 1 1-16,0 0-1 0,0 1-1 16,0 0-6-16,1 0-2 15,1 1-6-15,-2 5 4 16,2 5 6-16,1 3 2 15,0 2-2-15,2 2-3 16,1 2 2-16,0 0-2 0,0 1 1 16,1 1-1-16,-1-1-1 15,-2-1 2-15,1-2-4 16,0 1 6-16,-2-1 2 16,1-4 1-16,0 1-5 15,-2-1-1-15,0-1 1 16,0-1 0-16,-1-3 0 0,2 1-1 15,-3-2 0-15,0-2 1 16,0 1 0-16,1-2-1 16,-1 0-6-16,0-2-17 15,0-2-32-15,0-1-17 0</inkml:trace>
  <inkml:trace contextRef="#ctx0" brushRef="#br0" timeOffset="52592.9">17727 15287 77 0,'0'0'52'0,"0"0"-43"0,0 0 2 0,0 0 13 15,0 0-4-15,0 0-9 16,0 0-6-16,0 0-3 16,0 0-1-16,38 17 0 15,-32-17 0-15,0 0-1 0,-3 0-3 16,4 0 2-16,-5 0 2 16,1-3 2-16,-3-1 11 15,1 1 9-15,-1 2-10 16,0 1-10-16,-1 0-9 0,-9 0-55 15,-6 0-47-15</inkml:trace>
  <inkml:trace contextRef="#ctx0" brushRef="#br0" timeOffset="54607.86">15809 16014 190 0,'0'-3'5'0,"0"-1"1"0,0 1 11 0,0-1-16 16,1 4 9-16,5 0-10 15,2 0 2-15,-1 0-2 16,2 2 4-16,3 6 5 0,0 1-1 16,3 2-3-16,-2 2-1 15,2 0-6-15,-2 3 2 16,-2-1 0-16,-3 0-1 16,0 2 1-16,-7 0-1 15,-1-1 3-15,0 0-5 0,0-2-1 16,-9 0 2-1,-3-4 0-15,1 2 8 0,2-4-15 16,-3-2 16-16,4-2-9 16,1-4-3-16,5 0-4 15,-2 0-6-15,4-6-6 16,0-2 10-16,2-2 9 0,5 0 3 16,4 1 3-16,2 0 3 15,1 1 7-15,2 4 1 16,3-2 0-16,0 4-4 15,2 0-6-15,0-1 0 16,1 2-5-16,0-1 1 0,-2 1-1 16,-2-3 1-16,-3 0 0 15,0-1 1-15,-2-3 1 16,1 1 1-16,-4-2 0 16,-1-2-1-16,-1-1-2 15,-2-2 1-15,-2 0 0 0,-2-2-2 16,-1 1 1-16,-1-1 0 15,0 3-1-15,0 2 0 16,0 2 2-16,0 4-1 16,0 2 8-16,-1 0-1 15,-1 3 0-15,2 0-6 0,0 5-7 16,0 7 5-16,0 4 2 16,3 5-1-16,2 0 0 15,2 5-2-15,-1-1 1 16,0 4 0-16,-3-2 1 15,-2 1-5-15,0-4-23 0,-1-4-37 16,0-5-26-16</inkml:trace>
  <inkml:trace contextRef="#ctx0" brushRef="#br0" timeOffset="55013.71">15864 15887 239 0,'0'0'-2'0,"0"0"-1"0,0 0 4 0,38 0 2 16,-18 0-3-16,1 1 1 15,0 3-1-15,2-1 0 0,-5-3 0 16,-1 2 0-16,0-2 0 16,-4 0-1-16,-4-2 2 15,-2-5 0-15,-4-2 8 16,-2-2 9-16,-1-2 0 16,-1-3 1-16,-8-3-2 0,-7 0-4 15,-2-2-3-15,-5-2 2 16,-3 2-4-16,-3 1-5 15,0 4-1-15,-1 0 1 16,-1 8-8-16,0 4-2 16,1 4-18-16,0 0-11 0,2 9-8 15,-1 6-49-15</inkml:trace>
  <inkml:trace contextRef="#ctx0" brushRef="#br0" timeOffset="55283.82">15630 15973 149 0,'0'0'4'16,"45"-10"2"-16,-16 2 33 0,6-1-11 15,3 1-2-15,7 1-7 16,0-1-1-16,6 3-10 15,5-2-4-15,-2 1-1 16,1 2-3-16,1-2 0 0,-4 5 1 16,0-1-1-16,-6 2 0 15,-2 0-6-15,-5 0-17 16,-6 0-36-16,-7 0-58 16</inkml:trace>
  <inkml:trace contextRef="#ctx0" brushRef="#br0" timeOffset="55533.89">16431 15952 33 0</inkml:trace>
  <inkml:trace contextRef="#ctx0" brushRef="#br0" timeOffset="55961.16">16431 15952 101 0,'-2'-18'27'0,"2"17"16"15,0-1-22-15,0-1-10 0,0 1-6 16,-1 1-3-16,1-1 3 16,0 2 14-16,0 0 0 15,0 0-8-15,0 0-13 16,0 3 2-16,1 5 6 15,3 2-2-15,2 2-1 16,-1 1-2-16,-1 4-1 0,2-3 0 16,-2 3 0-16,-2 2 0 15,0-4-12-15,-1-1-4 16,-1-1-1-16,0-2 0 16,0-3 2-16,0-1 9 15,0-4 2-15,0-2-5 0,0-1-10 16,0 0 10-16,0 0-7 15,-1 0-12-15,0 0 23 16,0-4 6-16,0-1 1 16,1 0-2-16,0-1 0 0,0 2 0 15,0 0 1-15,0 0 1 16,0 1 8-16,0 2 5 16,0-1-1-16,0 2-5 15,0 0-9-15,0 0-10 16,0 0-10-16,0 0 0 0,0 0-66 15</inkml:trace>
  <inkml:trace contextRef="#ctx0" brushRef="#br0" timeOffset="56814.75">16420 15906 139 0,'0'0'5'0,"0"0"-2"0,0 0 17 0,0 0-1 16,25 46-3-16,-18-35-4 15,-1 3-8-15,-1-1 0 16,2 2-3-16,-4 0 0 16,-1 1 0-16,-2-2 1 15,0 1-4-15,0 0 8 0,0-1-9 16,-4-3 2-16,-1 2 10 15,-1-1-3-15,0-2-4 16,0-2 1-16,2-2-2 16,1-2 0-16,1-3-1 15,2 2 0-15,-2-3 0 16,2 0-1-16,-1 0-3 0,1-3-9 16,0 0-9-16,-1-2-12 15,1-1-21-15,-2 3 2 16</inkml:trace>
  <inkml:trace contextRef="#ctx0" brushRef="#br0" timeOffset="57497.72">16470 15911 158 0,'0'0'35'0,"0"0"7"0,0 0-11 15,0 0-18-15,0 0-11 16,0 0-4-16,0 0-3 0,0 0 8 16,13 39-2-16,-5-17 0 15,1 1 2-15,1-1-2 16,-2 2 0-16,3-1-1 15,-3-3 1-15,-1 1-1 16,0 1 0-16,-4-2-11 16,-3-2-49-16,0-1-82 0</inkml:trace>
  <inkml:trace contextRef="#ctx0" brushRef="#br0" timeOffset="57709.95">16450 16145 244 0,'0'0'5'0,"0"0"10"16,-36-9 0-16,23 9-14 15,-5 0-4-15,1 0 3 16,-1 0 8-16,2 2-11 0,2 4 4 16,2-1-1-16,2 2-2 15,5-1-18-15,1 4-13 16,1-6 4-16,3 2-19 15,0-4-22-15</inkml:trace>
  <inkml:trace contextRef="#ctx0" brushRef="#br0" timeOffset="57853.32">16375 16099 90 0,'0'0'46'0,"0"0"-74"16,0 0-20-16</inkml:trace>
  <inkml:trace contextRef="#ctx0" brushRef="#br0" timeOffset="58058.99">16339 15738 216 0,'0'0'-18'0,"0"0"23"15,-10-39 11-15,10 33-13 16,7 1-1-16,5 5-2 16,4 0 0-16,7 0-2 0,0 8-3 15,3 1-58-15</inkml:trace>
  <inkml:trace contextRef="#ctx0" brushRef="#br0" timeOffset="58435.88">17252 16122 335 0,'0'0'17'0,"0"0"-15"16,0 0-3-16,0 0-29 16,0 0-5-16,0 0-52 15,0 0-33-15</inkml:trace>
  <inkml:trace contextRef="#ctx0" brushRef="#br0" timeOffset="58586.52">17588 16078 240 0,'0'0'75'16,"0"0"-60"-16,0 0-20 15,0 0 6-15,0 0-1 16,0 0-14-16,0 0-23 15,22 6-87-15</inkml:trace>
  <inkml:trace contextRef="#ctx0" brushRef="#br0" timeOffset="58757.47">17948 16016 264 0,'0'0'2'0,"0"0"0"16,0 0-1-16,0 0-1 16,0 0-1-16,0 0-35 15,37 7-55-15</inkml:trace>
  <inkml:trace contextRef="#ctx0" brushRef="#br0" timeOffset="58928.89">18493 15976 274 0,'0'0'2'15,"51"7"0"-15,-32-3-1 16,-1 2 0-16,1-2-1 16,-3 1-3-16,-3-2-22 15,-5-3-56-15</inkml:trace>
  <inkml:trace contextRef="#ctx0" brushRef="#br0" timeOffset="59100.66">19498 15907 252 0,'0'0'-1'0,"0"0"-97"0,0 0-1 16</inkml:trace>
  <inkml:trace contextRef="#ctx0" brushRef="#br0" timeOffset="61014.67">15302 14343 17 0,'0'0'-17'0</inkml:trace>
  <inkml:trace contextRef="#ctx0" brushRef="#br0" timeOffset="62782.9">15372 14309 23 0,'0'0'18'16,"0"0"5"-16,0 0-6 16,0 0-11-16,0 0-3 0,0 0-3 15,0 0 1-15,0 0 0 16,0 0 1-16,0 0 4 15,-6-9 8-15,6 7 5 16,0 1-1-16,-2 0-4 0,2-1-5 16,0 1-3-16,-2 0-2 15,1-1-1-15,0 1-2 16,-1-1 0-16,1 1 0 16,-1-2 0-16,0 0 0 15,0 0 0-15,-3 1 2 16,3-2 2-16,-1-1-1 0,1 2-3 15,-3-1 1-15,2 0-1 16,0 1 0-16,-3-1-1 16,0-1-2-16,2 3 0 15,-2-1 6-15,1 1-2 16,1-1 0-16,-3 2-3 0,2-2 2 16,1 3-1-16,-2-3 0 15,3 3 1-15,1-1-2 16,-4-1 2-16,2 2-2 15,1-1 0-15,-5 0 1 16,4 1 0-16,-4 0 0 0,3 0 0 16,-4 0 0-16,2 0-1 15,-1 0 1-15,1 0 0 16,-3 0 0-16,2 2 1 16,-1 1-1-16,-2 0-1 15,2 1 2-15,0-1-2 0,0 3 1 16,-2-2 0-16,0 1 0 15,2-1 0-15,-2 0 0 16,2 0 1-16,0-1 0 16,0 1-1-16,1-1 1 15,2 1-2-15,-2 2 2 0,2-2-2 16,-1 2 1-16,1-2 0 16,0 2 1-16,0 0-2 15,0 1 0-15,0-3 3 16,1 3-2-16,-1 0 0 15,0 0 1-15,3 0-1 16,-4 1 1-16,2 0-2 0,1-1 1 16,-2 3 0-16,3-2 0 15,-1 1 0-15,-3 4 1 16,2-3-1-16,-1 3-1 16,1 1 1-16,1 2 0 0,-3-1 0 15,2 1 0-15,1 1-1 16,-1-2 1-16,3-2 0 15,1 2 0-15,1-2-1 16,0 0 0-16,0 0 1 16,0 0 0-16,0-2-1 15,0 2 1-15,2 0 0 0,2 0 1 16,0 0 0-16,0 1-1 16,4 0 0-16,-4 1 1 15,2 1-1-15,1-2 0 16,-1 0 1-16,2-1-2 15,-3-1 1-15,3 0-1 0,-2-2 1 16,4 2-1-16,-1-2 4 16,-1 1-4-16,3 0 3 15,-1-1 2-15,3 0-3 16,-3-1-7-16,1 1 11 16,2-2-4-16,0 1 2 0,1-1-2 15,1 1 1-15,1-1-1 16,-1 1-1-16,1-3 0 15,0-2-1-15,-1 2 1 16,2-4-1-16,-2 0 3 16,3-2 1-16,2 0 3 0,-4 0-3 15,4 0 0-15,-3-3 0 16,2-4-3-16,1 1 1 16,-3 0 0-16,1-4-1 15,-2 0 0-15,2 1 1 16,-1-1 3-16,0 0 0 0,-2-2 2 15,3 2-4-15,0-1-1 16,-3 1 0-16,2-3 0 16,-2 2-1-16,1-2 1 15,-3 1-1-15,0-3 1 16,1-1 3-16,0-2 2 0,0-2 1 16,-2-2-4-16,-1-1 0 15,-4-1 0-15,-1-1 1 16,-3 1-1-16,-2-1 0 15,-1 1 1-15,0-2-2 16,0 2 1-16,-3 1-1 0,-2 0-1 16,0 2-1-16,1 3-2 15,-1 2-6-15,5 3-11 16,0 4-27-16,0-3-65 16</inkml:trace>
  <inkml:trace contextRef="#ctx0" brushRef="#br0" timeOffset="63722.81">16746 14161 110 0,'0'-6'-6'0,"-8"-1"15"0,-1 4 4 0,-2-2-3 16,-2 1 1-16,-1 0 7 15,0 0 2-15,-1 1 0 0,2-1-2 16,-3 1-4-16,1 3-7 15,-1-2-6-15,3 1-1 16,-5 1 0-16,0 0 0 16,0 0 0-16,-4 0 0 15,2 3 2-15,-3 2-2 0,-1 0 1 16,0 1-2-16,1 1 2 16,-4 2 0-16,-2 2-5 15,0 3 6-15,-2 0-2 16,3 3-2-16,-1 5 2 15,0 0 2-15,1 3-2 0,1 0 0 16,1 2 0-16,5 0-2 16,-1 1 2-16,3 0 0 15,4-2 0-15,1 0-1 16,5-2 0-16,1 3-1 16,4-3-1-16,4 3-1 0,0-3 2 15,0 3-1-15,1-3 1 16,8 2 0-16,-1-3 2 15,3 1 0-15,1-3 1 16,1 3 4-16,0-4-2 16,1 0-2-16,0-1-5 0,2 1 2 15,4-2 1-15,0-4 2 16,2 0-1-16,1-1 2 16,3-3-2-16,2 0 0 15,1 0 3-15,4-3 0 16,-2-2-8-16,0-1 11 15,3-4-7-15,-3 0 2 0,1 0-3 16,1-3 5-16,-2-4-2 16,1-3-2-16,3 1 2 15,-3-1 3-15,4 0 0 16,-3-1-1-16,1-2 0 16,-2 2-2-16,0-2 0 0,0-1-1 15,-5-2-1-15,2 2 2 16,-5-5 7-16,1-2-2 15,-2-3 4-15,-1-3-1 16,-3-3 4-16,-2-2-3 16,-2-5-3-16,-1 0-3 0,-4-2-1 15,-4 1 1-15,-3 3-3 16,-3-1 0-16,0 2 3 16,-4 4-1-16,-5 3-1 15,-4 2 2-15,1 3-5 0,-1 5-5 16,0 4-12-16,2 2-12 15,4 5-28-15,1 0-64 16</inkml:trace>
  <inkml:trace contextRef="#ctx0" brushRef="#br0" timeOffset="64805.05">19083 13840 158 0,'0'0'-19'0,"0"0"31"0,0 0 12 0,-24-40-13 15,11 30 1-15,-3 0 1 0,2 2 5 16,-4 1 2-16,-2-1-8 16,3 2-6-16,0 1-4 15,-2 1-2-15,-1 1 0 16,0 2-1-16,0-1 1 15,-2 2-1-15,-2 0-1 0,0 0 4 16,-2 4-3-16,-3 2 3 16,1 0-4-16,-7 1 4 15,-2 3-1-15,-1 1-1 16,-4 3 0-16,-1 1 0 16,-3 3 1-16,1 2-2 15,0 4 1-15,1 3 1 0,-2 0-2 16,4 3 1-16,0 1 0 15,3-1 0-15,4 2 0 16,1-1-1-16,4 0 1 16,5 0 0-16,4 5-1 15,4-2 0-15,3 3 0 0,5 1-2 16,5 0-1-16,4 2 1 16,0-1 2-16,6 2-2 15,11 1 0-15,2-3-6 16,5-1 5-16,6-5-3 15,2-3 5-15,5-4 0 0,3-4 5 16,3-3-2-16,1-4 3 16,3-2 2-16,3-1-2 15,-1-2 2-15,3-3-2 16,2 0 3-16,-1-4-2 16,3 0-7-16,2-2 6 0,-1-1-2 15,4 0 2-15,0 0-2 16,1 0 0-16,-1-4 1 15,-1-1-1-15,-2-3 0 16,-3 0 1-16,-1-1 2 16,-3-2-2-16,-1 0 0 0,1-2-3 15,-3-1 0-15,0-2 1 16,-4 1-1-16,1-3 0 16,0 1 1-16,-2-2-1 15,-5-1 2-15,0 0-2 16,-2-3 1-16,-6 3-1 0,-3-3 1 15,-2 1 4-15,-4-1 2 16,-1-1-3-16,-4 0 1 16,1-2 1-16,-3-1-3 15,2 1 1-15,-4-5-2 16,0-1 1-16,-1 0 1 0,-5 0 0 16,-1 2-1-16,-3-1 0 15,-2 4 1-15,0 1-1 16,-6 1 0-16,-6 2-1 15,-5-3 1-15,-2 3 1 16,-5 1 0-16,-4 1-4 0,-4 2 0 16,-7 4 0-16,-3 5-5 15,-6 4 0-15,-6 6-7 16,-3 0-11-16,-1 4-8 16,0 7-19-16,3 1-37 15,10-2-18-15</inkml:trace>
  <inkml:trace contextRef="#ctx0" brushRef="#br0" timeOffset="65650.84">21004 13798 199 0,'0'-9'2'0,"0"-2"19"0,-1 1-12 16,-5 1-6-16,-2 2-2 0,-3 0 2 15,0 1-5-15,-5 1 2 16,3 3 5-16,-4 0 3 16,0 2-6-16,-3 0 1 15,-2 3-3-15,-4 7-1 0,-2 2-1 16,-1 2 4-16,1 3-3 16,0 3 2-16,0 1-1 15,4 4-1-15,3 1 0 16,-3 3 1-16,3 0-2 15,4 0 1-15,3 1-3 0,3-2 5 16,5 1-5-16,3-1 1 16,3 1 2-16,0 0 0 15,2 1-3-15,6-1 3 16,4 0-3-16,4 0 8 16,1-1 0-16,4 0-1 0,1-2 2 15,3-2 0-15,3-1-2 16,2-4-2-16,3-2 0 15,4-3 3-15,0-4-2 16,-1-2 3-16,2-2-1 16,-1-5-3-16,1-1 2 0,-2 0 1 15,2 0 0-15,-4-8 0 16,2-1 2-16,-3-1-2 16,-2-3 0-16,-2-3 2 15,-5-1 2-15,-2-3 0 16,0-3-1-16,-7-2 0 0,2-3-3 15,-4-3-1-15,-1 1-2 16,0-1 2-16,-5 1-2 16,-1 0 1-16,-2 1-1 15,0 3 1-15,-4-1 0 16,0 3 1-16,0-1 1 0,0 4-1 16,-5-2-1-16,-4 1 1 15,0 0-3-15,-3 4 1 16,-4-3 1-16,-2 5 1 15,-1 2-5-15,-7 1 0 16,-2 2-2-16,-3 3-5 0,-4 1-4 16,3 5 0-16,-5 2-9 15,2 0-8-15,2 2-31 16,1 2-36-16</inkml:trace>
  <inkml:trace contextRef="#ctx0" brushRef="#br0" timeOffset="67259.94">16401 15600 63 0,'-9'-7'22'0,"0"1"-3"0,-4 1 10 0,1 1-11 15,-1 1-9-15,-1 1-3 16,1 1 1-16,0-1-4 16,-1 2 1-16,1-1 1 15,-1 0 0-15,2 1 0 16,-2 0-2-16,2-2 0 0,0 2-2 15,2 0-1-15,-1 0 1 16,0 0-1-16,-1 0-1 16,2 0 1-16,1 0 0 15,-5 0 0-15,1 3-1 16,-1 2 1-16,-1 2-1 16,-3 0-1-16,0 2-3 0,0 1 0 15,-2-2 2-15,0 2 2 16,-2-1 1-16,-1 2 0 15,2-1 1-15,-4 1 1 16,4 1 1-16,-4-1-2 0,3 6 0 16,0-1-1-16,-2 1 0 15,1 0-1-15,3 0 1 16,0 1 0-16,2-2 0 16,2 0 0-16,0 1 0 15,1 0 1-15,1 1-2 0,1 2 2 16,0 1-2-16,-1 2 1 15,4 4 0-15,-1 1-1 16,3 4 1-16,1-1-1 16,1 6 1-16,2 0-1 15,2 0 0-15,2 0 1 16,0 0-1-16,0-2 2 0,2-1-2 16,7-2 1-16,1-3-1 15,4 0 1-15,2-4 1 16,3 0 1-16,1-3 8 15,3 0-8-15,1-3 6 16,4-2-4-16,1-1 1 0,4-2 1 16,1-3-3-16,3-2 0 15,4 1-1-15,-1-4-2 16,0-2 1-16,3-4-4 16,-1 0 9-16,-2-3-9 15,1-7 6-15,-1-4 0 0,0-1 0 16,-1-6-1-16,1 0-10 15,-3-3 20-15,-5-3-16 16,1-3 11-16,-4-1-5 16,-4-2 2-16,-2-2 4 0,-4-2-4 15,-1-4 2-15,-5 1 0 16,-4 0 3-16,-3-1-1 16,-6 4 2-16,0 1 1 15,-6 5 1-15,-7 1-6 16,-5 5-2-16,1 2-2 15,-2 3 0-15,-4 3-2 0,-1 4-4 16,0 2-11-16,-1 3-5 16,-2 0-11-16,-2-1-39 15,0-3-42-15</inkml:trace>
  <inkml:trace contextRef="#ctx0" brushRef="#br0" timeOffset="68627.58">14902 13965 153 0,'-3'0'7'0,"1"0"23"0,-1-2-7 16,2-2-12-16,0 0-3 16,1 1-3-16,0-1-1 15,0 2-3-15,7-2 1 0,0 2-2 16,3-1 5-16,2 2-5 15,-1 1 2-15,3 0-2 16,-1 0 1-16,1 3 0 16,-1 5-1-16,-4 3 0 0,2 0 0 15,-2 0-2-15,-2 0 2 16,-4 0-1-16,0-4-2 16,-3 2-7-16,0-4-2 15,-2 4 15-15,-5-5-3 16,-3 0 1-16,0 0-1 0,1-2-2 15,-1-2 1-15,3 0 0 16,-1 0 1-16,6 0 0 16,0-6-4-16,2-1 2 15,0 0-2-15,0-3 1 16,5 1 1-16,4-2 0 16,-1 1-1-16,1-4-1 0,3 4-2 15,-3-1 4-15,0 0 2 16,1 1 0-16,-2 2 0 15,-2 4 0-15,-1 0 0 16,-1 1 0-16,-4 3 0 16,2 0-1-16,-2 0 1 15,0 0 0-15,0 4 1 0,0 5-1 16,0-1 2-16,0 2-1 16,0 0 1-16,0 0-2 15,2 0 2-15,1 0 1 16,0-2 2-16,3 0-4 0,-1 0 0 15,1-1 0-15,2-1-1 16,2-2 1-16,1 2-13 16,-4-3-39-16,4-3-63 15</inkml:trace>
  <inkml:trace contextRef="#ctx0" brushRef="#br0" timeOffset="68847.77">15208 13971 165 0,'0'0'18'0,"0"0"-1"0,0 0 4 0,0 0-3 15,0 0-8-15,0 0-10 16,0 0-4-16,0 0 4 16,0 0 0-16,0 0 4 15,0 0-2-15,4 47 0 16,-2-35-2-16,3-2-8 0,2-2-26 15,0-4-29-15,3-3-51 16</inkml:trace>
  <inkml:trace contextRef="#ctx0" brushRef="#br0" timeOffset="69018.78">15356 13952 235 0,'0'0'6'0,"0"0"21"15,0 0-17-15,0 0-11 16,0 0-1-16,0 0-1 0,0 0 5 16,14 50 1-16,-2-33-18 15,1-4-57-15,3-6-61 16</inkml:trace>
  <inkml:trace contextRef="#ctx0" brushRef="#br0" timeOffset="69644.39">16127 13833 92 0,'0'0'53'15,"0"0"-24"-15,0 0 11 16,0 0-16-16,0 0-11 16,0 0-9-16,0 0-5 0,0 0-2 15,5-15 5-15,8 13-2 16,3 2 1-16,0 0 2 15,0 0-2-15,-1 0 0 16,0 6-2-16,-3 2 2 16,-2 2 1-16,-3 0-4 0,-5 1-1 15,-2-1-5-15,0-1-1 16,-2 1 7-16,-5-3 4 16,-3-3-1-16,2 0 1 15,1-2 0-15,0-2-1 16,3 0 3-16,3 0-1 15,1-6 2-15,0-1-5 0,4-3-2 16,6-3 1-16,-1 1 2 16,-2 0 1-16,2-1-1 15,-4 2-1-15,-1 2 1 16,0 1 1-16,-4 2-1 0,0 2 1 16,0 1 3-16,0 3 1 15,0 0-5-15,0 0-3 16,0 3-2-16,0 6 2 15,0 4 3-15,2 1 1 16,0 1-1-16,1 2-2 16,4-1 0-16,0-1-17 0,3-3-26 15,-1-5-16-15,1-3-42 16</inkml:trace>
  <inkml:trace contextRef="#ctx0" brushRef="#br0" timeOffset="69857.69">16414 13851 172 0,'0'0'20'0,"0"0"20"0,0 0-34 16,0 0-8-16,0 0 0 0,0 0 3 16,0 0 0-16,0 0 1 15,15 47 0-15,-13-34 1 16,0 0-2-16,0 0-1 15,2-2 1-15,-2-4-22 16,-2-1-59-16,2-6-63 0</inkml:trace>
  <inkml:trace contextRef="#ctx0" brushRef="#br0" timeOffset="70098.75">16484 13891 17 0,'0'0'175'0,"0"0"-163"16,0 0 26-16,0 0-18 15,30-38-15-15,-20 36-4 16,1 2-1-16,-4 0 0 16,2 6-1-16,-4 5-10 15,-2 1 6-15,0 3 4 0,-3-2-1 16,0-3-2-16,0 1 9 16,0-4-2-16,4-3-2 15,2-3-3-15,11-1-5 16,7 0 14-16,13-9-5 15,9-5 3-15,14-6-24 0,7-7-149 16</inkml:trace>
  <inkml:trace contextRef="#ctx0" brushRef="#br0" timeOffset="70818.66">18573 13550 23 0,'0'0'87'0,"0"0"-52"0,0 0-7 16,0 0-12-16,0 0-6 15,45-41-4-15,-32 37-2 16,2 1-1-16,-2 1-1 0,2 2 3 16,-1 0 0-16,-2 0 0 15,1 5-2-15,-1 2-1 16,-3 4 0-16,-1 2-1 16,-2-1-6-16,-2-1-1 15,-4-1 5-15,0-2-6 16,0-2 2-16,0-2-3 0,-5-4 17 15,0 2-1-15,2-2-4 16,-2 0-3-16,2 0 0 16,1-5-2-16,1-2-3 15,1-1 5-15,0-4-3 16,0 1-1-16,0-2 13 0,0-1-1 16,4 3-2-16,1-2 0 15,-3 1-4-15,0 4-1 16,0 1-1-16,-1 1 0 15,-1 5 1-15,0 1-1 0,0 0-5 16,0 1-3-16,0 8 9 16,0 2-2-16,0 3 4 15,1 2-3-15,4 2-1 16,0-1-1-16,3 0 0 16,2-4 0-16,2-3-5 15,2 0-28-15,-1-6-39 0,0-4-30 16</inkml:trace>
  <inkml:trace contextRef="#ctx0" brushRef="#br0" timeOffset="70989.78">18946 13539 199 0,'0'0'10'0,"0"0"26"0,0 0-10 0,0 0-16 0,0 0-9 15,0 0-2-15,0 0 1 16,0 0-3-16,0 0 7 15,0 0-2-15,35 44-1 0,-26-31-17 16,1-2-36-16,-2-7-41 16</inkml:trace>
  <inkml:trace contextRef="#ctx0" brushRef="#br0" timeOffset="71366">19179 13533 270 0,'0'0'12'16,"0"0"-6"-16,0 0-3 16,0 0-3-16,38-33 0 0,-28 33-2 15,1 0-6-15,-3 0 3 16,0 0 1-16,0 0 3 16,-4 5 0-16,-2-1 0 15,-2 5-15-15,0-1-13 16,-1 1 17-16,-9-1 0 0,1 2 21 15,0-1-4-15,3-2-3 16,-1-2 1-16,5 1 0 16,2-2-4-16,0 2-4 15,3-2 7-15,8 2-4 16,0 0 12-16,2-1-4 0,-2 2 2 16,-1-1-4-16,-1 0-1 15,-5 0 0-15,-4-1-3 16,0 4 4-16,-8-2-4 15,-7 0 10-15,-6 1-6 16,-1-2-7-16,0-2-36 16,4-4-92-16</inkml:trace>
  <inkml:trace contextRef="#ctx0" brushRef="#br0" timeOffset="71907.46">20292 13279 196 0,'0'0'12'0,"0"0"-2"0,0 0 3 0,0 0-8 0,0 0-2 15,0 0 1-15,44 6-3 16,-32 0 2-16,-5 3-2 16,2-1 0-16,-2 3-1 15,-1-1 0-15,-3-2 1 16,-2 2-1-16,-1-3-2 0,0 0-12 15,-1-2-8-15,-4-3 18 16,-1-2 6-16,0 0 0 16,1 0 1-16,3-2 4 15,2-5-3-15,0-2-1 0,0-1-3 16,7 0 2-16,1 0-4 16,1-1 4-16,-1 2-2 15,-2 0 0-15,2 3 1 16,-3 1 1-16,-1 4 5 15,2 1-5-15,-3 0-4 16,1 0 4-16,3 7-3 0,-2 4 1 16,1 1 3-16,1 3 0 15,1 1-3-15,1-2-10 16,1 0-35-16,1-5-35 16</inkml:trace>
  <inkml:trace contextRef="#ctx0" brushRef="#br0" timeOffset="72193.41">20677 13333 225 0,'0'0'6'0,"0"0"29"0,0 0-15 16,0 0-15-16,0 0-7 16,0 0-1-16,0 0-1 15,0 0 4-15,0 0 1 16,-4 27 1-16,1-17 3 15,1 0-4-15,2-2-1 0,0-1-1 16,0-1 0-16,0-3-2 16,9 1-1-16,-2-1 5 15,3-3 0-15,4 1 1 16,-1-1 0-16,2 0-4 16,1 0-5-16,0 0-22 15,4 0-26-15,-4 0-4 0,-2 0-19 16</inkml:trace>
  <inkml:trace contextRef="#ctx0" brushRef="#br0" timeOffset="72533.67">20863 13353 171 0,'0'0'19'0,"0"0"35"0,0 0-31 0,0 0-14 16,0 0-3-16,0 0-4 0,0 0-1 16,0 0 0-16,0 0 1 15,2 44-2-15,-2-30 0 16,0 0-31-16,0-7-138 16</inkml:trace>
  <inkml:trace contextRef="#ctx0" brushRef="#br0" timeOffset="73858.92">16046 16855 270 0,'0'0'-1'0,"0"0"10"0,0 0 8 0,0 0-8 15,0 0-4-15,0 0-4 16,0 0-2-16,0 0-2 0,0 0 4 15,0 0 0-15,0 0-1 16,0 0 0-16,18 41-2 16,-7-32 0-16,0-2 1 15,3-4-1-15,-2-1-1 16,2-2 0-16,-1 0-2 0,1-8 4 16,-1-3 5-16,3-3 0 15,-3-5-4-15,0 2 0 16,1-1 2-16,-1 1-2 15,-3 1 2-15,-3 3-4 16,-3 3 0-16,0 4 2 0,-4 4 0 16,0 0-3-16,0 2 2 15,0 0-1-15,0 2-3 16,4 5 9-16,-2 4-6 16,2 2 3-16,2 1-1 15,0 3 1-15,1 0-2 0,-2 0 2 16,1 0-1-16,-1-1 0 15,-2-2-1-15,-2-4 0 16,-1 1-6-16,0-1 6 16,0-5-3-16,-4 0 5 15,-7-1 8-15,4-2-5 16,-2 1-1-16,-3 0 1 0,2-2-4 16,1 1 1-16,-3 0-1 15,2 0 1-15,0 2-1 16,1 0-2-16,-1 2-7 15,5-2-13-15,0 2-2 16,2-3-32-16,3-3-35 0</inkml:trace>
  <inkml:trace contextRef="#ctx0" brushRef="#br0" timeOffset="74406.22">16475 16861 87 0,'0'0'57'0,"0"0"-17"0,0 0 7 16,0 0-20-16,0 0-9 16,0 0-8-16,0 0-1 15,0 0-5-15,0 0-6 16,0 0 2-16,0 0-5 0,0 0 6 15,-13 41 3-15,13-23-4 16,0 2-2-16,4-4 2 16,1 1 0-16,1 0 0 15,0-1-1-15,0-4-14 0,0-3-40 16,-2-7-52-16</inkml:trace>
  <inkml:trace contextRef="#ctx0" brushRef="#br0" timeOffset="74647.38">16624 16807 193 0,'0'0'21'0,"0"0"27"16,0 0-29-16,0 0-22 15,0 0-1-15,0 0 4 16,0 0 4-16,14 48 0 16,-5-28-4-16,-1 1 1 15,4 0-3-15,1-2-25 0,-1-6-81 16</inkml:trace>
  <inkml:trace contextRef="#ctx0" brushRef="#br0" timeOffset="75294.78">17344 16507 148 0,'0'0'10'0,"0"0"25"16,0 0-36-16,0 0-3 15,0 0 8-15,0 0 7 16,4 40-1-16,1-30-6 0,-1 1 1 15,3-3-5-15,0-3 1 16,1 1-2-16,4-5 0 16,-1-1 3-16,-2 0 1 15,3-4-1-15,-1-2-2 16,2-4 3-16,-6-1 1 16,2 1 3-16,-1-3 1 0,-3 3-2 15,-2-1 0-15,0 3-1 16,0 0-2-16,-1 5-1 15,-2 1 0-15,1 0-1 16,1 2-2-16,0 0-3 0,2 4 1 16,2 4 1-1,0 3 1-15,0 1 2 0,1 1 0 16,1 1-1-16,2 1 1 16,-4-4-1-16,1-1 0 15,-2 2-1-15,-1-3 1 16,-1 0 0-16,-2-3 0 0,-1 1-8 15,0-2 4-15,-2-1 4 16,-7 1 10-16,-1-1-7 16,-4 2 0-16,1-2-3 15,-2 0 0-15,3 1-2 16,2-1-8-16,3-3-24 16,3-1-35-16,4 0-38 0</inkml:trace>
  <inkml:trace contextRef="#ctx0" brushRef="#br0" timeOffset="75530.1">17686 16568 40 0,'0'0'218'0,"0"0"-217"0,0 0 5 0,0 0-7 15,0 0-4-15,0 0 1 16,0 0 3-16,0 0 1 16,18 47 4-16,-14-33-1 15,0 2-3-15,3-2-2 16,1-4-36-16,-2-3-61 0</inkml:trace>
  <inkml:trace contextRef="#ctx0" brushRef="#br0" timeOffset="75856.8">17875 16559 253 0,'0'0'26'16,"0"0"-27"-16,0 0 4 15,0 0-2-15,0 0-1 0,0 0 0 16,42-12 0-16,-36 17-2 15,0 6 0-15,-1-1-5 16,2 1-10-16,-7 5-12 16,0-2 6-16,0-3 3 15,0 2 3-15,0-3 17 0,-7-2 2 16,3-3 13-16,1-1 11 16,1-3 2-16,2-1-6 15,0 0-10-15,0 0-10 16,9 0-4-16,6-7 8 15,7-1-2-15,7-5-2 0,6-1-20 16,1-3-114-16</inkml:trace>
  <inkml:trace contextRef="#ctx0" brushRef="#br0" timeOffset="76582.13">19322 16267 163 0,'0'0'26'0,"0"0"-16"0,0 0 12 0,0 0-22 16,0 0 1-16,0 0 1 15,0 0 2-15,0 0 4 16,0 0-3-16,0 0-1 15,22 42-1-15,-15-31-1 16,2 0-1-16,0-2-1 0,0-1 0 16,1-2 0-16,0-3-1 15,-3 0-2-15,3-3 3 16,-2 0 2-16,0 0-3 16,-1-5 3-16,-2-1-2 15,0-3 0-15,-1 0 1 0,-2-2 1 16,-2 1-1-16,0 1 1 15,0 1-1-15,0 2 1 16,0 2 0-16,0 1-1 16,0 2 1-16,0 1-1 15,1 0-4-15,0 0-8 16,1 5 5-16,1 2 5 0,1 3 2 16,0 0 1-16,0 1-2 15,4 0 0-15,-1 0 0 16,1 0 0-16,4 3 1 15,-3-1 1-15,0 0-2 0,-1 1 0 16,-2-1-1-16,-3-1 2 16,-3-3-8-16,0 0 14 15,-2 1-3-15,-8-3 8 16,0-3 5-16,-8 2-11 16,3-1-5-16,-2 1 1 15,3-3-1-15,1 1-11 0,5-4-21 16,3 0-26-16,5 0-54 15</inkml:trace>
  <inkml:trace contextRef="#ctx0" brushRef="#br0" timeOffset="76895.74">19688 16402 205 0,'0'0'30'0,"0"0"6"0,0 0-17 16,0 0-8-16,0 0-2 0,0 0-3 15,0 0-6-15,0 0-5 16,0 0 0-16,0 0 3 15,0 0 6-15,8 32-1 16,-4-19-2-16,-1 0 0 16,1 0-3-16,2 1-8 0,-2-4-16 15,2-1-60-15,2-5-41 16</inkml:trace>
  <inkml:trace contextRef="#ctx0" brushRef="#br0" timeOffset="77507.61">19815 16422 281 0,'0'0'2'15,"0"0"17"-15,0 0-10 16,0 0-7-16,0 0 0 0,0 0-2 16,0 0 0-16,0 0-3 15,17-31 1-15,-15 31-2 16,2 0 0-16,-2 0-1 15,1 2 2-15,2 2 2 16,-1 0 0-16,-2 0 1 16,0 0-1-16,0-1 1 0,-1 1-2 15,-1-2-2-15,0-1 2 16,0 2 2-16,1-2 0 16,-1-1 5-16,1 0 0 15,-1 0-3-15,2 0 0 16,0 0 0-16,0 0 8 0,2 0-6 15,2 0 1-15,0 0-2 16,1 0-2-16,1 0-1 16,-1 0 0-16,0 0 0 15,0 6-1-15,-3-1 0 16,-2 3-1-16,-1-1 0 0,-1 4-4 16,0 1 2-16,-2-1-8 15,-3 1 16-15,-3-1-7 16,-2 0 5-16,3-4-2 15,-1 0 5-15,4-1-3 0,1-3-1 16,-1 0-1-16,4-2-2 16,0-1-3-16,0 2 2 15,6-2 7-15,-1 0 0 16,3 0 0-16,3 0 0 16,-1 1 0-16,1 0-3 15,1 2-1-15,0 1 1 16,-5 1-2-16,-1 0 1 0,-4 2-1 15,-2-1-1-15,0 0 1 16,-1 4-2-16,-9-3-3 16,-2-1-6-16,-2-1-38 15,0-4-59-15</inkml:trace>
  <inkml:trace contextRef="#ctx0" brushRef="#br0" timeOffset="78125.53">20929 15905 249 0,'0'0'17'0,"0"0"15"0,0 0-18 0,0 0-10 0,0 0-10 16,0 0 4-16,0 0 2 15,0 0-1-15,0 0 1 16,-8 49-1-16,14-37-1 15,2-2-3-15,2 0 0 0,2-6-6 16,1 0-3-16,0-2 0 16,0-2 1-16,-2 0 0 15,-4-2 8-15,2-5 6 16,-4 0 1-16,-1-3 2 16,0 0 2-16,-3 2 2 0,0-1 0 15,0 2 0-15,0 0-1 16,-1 4 2-16,0 0 0 15,0 3-3-15,1 0-6 16,1 2-6-16,0 6 1 16,3 4 5-16,-3 2 1 0,1 3 1 15,1 1-2-15,2 2 0 16,-3 2 0-16,0-2 0 16,-1 0-1-16,-1-1-3 15,-1-2 3-15,0 1-2 16,-5-3 0-16,-5-1 2 0,-1 0 1 15,-7-1 3-15,2-3-11 16,0 0-3-16,1-3-13 16,3-1-31-16,4-6-38 15</inkml:trace>
  <inkml:trace contextRef="#ctx0" brushRef="#br0" timeOffset="78347.83">21210 16181 307 0,'0'0'11'0,"0"0"-12"0,0 0 1 0,0 0 0 16,0 0 0-16,10 44 1 15,-8-32-1-15,0 1 1 0,2-2-1 16,-3 1-11-16,3-4-18 15,0-2-41-15,1-6-58 16</inkml:trace>
  <inkml:trace contextRef="#ctx0" brushRef="#br0" timeOffset="78702.95">21361 16181 113 0,'0'0'189'0,"0"0"-183"16,0 0-4-16,0 0-4 16,0 0 1-16,0 0-1 15,0 0 2-15,0 0 4 16,4 32 0-16,-2-22 0 16,0 0-3-16,3-3-1 15,2 0 0-15,1 0 0 0,1-2 0 16,1-3 1-16,3-2 0 15,-2 0 1-15,5 0-1 16,-3-1-1-16,0-5 0 16,-3-1 1-16,-1 2-1 0,-3 0 1 15,-2 1-1-15,-2 4 1 16,-2 0-1-16,0 0-2 16,0 11-2-16,0 5 3 15,0 5 2-15,0 2 1 16,-8 4-16-16,1-3-82 0</inkml:trace>
  <inkml:trace contextRef="#ctx0" brushRef="#br0" timeOffset="81558.55">15237 14246 71 0,'0'-4'6'0,"0"0"-1"0,4-1-2 0,0 1-1 16,-1 1-1-16,1 0 2 16,-2-1 18-16,1 3 5 15,-3-3 1-15,2 2-12 16,-1-1-7-16,3 2-8 0,2 1 0 15,1-2-1-15,4 2 0 16,-2-1 1-16,2 1-2 16,1 0 0-16,0 0 0 15,2 0 1-15,0 0 2 16,1 0 2-16,3 0-2 0,-3 4-1 16,2 2 1-16,1 0 0 15,3 2-1-15,-4-1 0 16,-1 0 0-16,0 2 0 15,-2 1 0-15,2-1 0 16,-6 0 0-16,3 1 1 0,0 2 1 16,-2 0 0-16,3 1-1 15,-2 3 0-15,2-2 1 16,-3 3-1-16,-4-1 1 16,4 1-2-16,-6-2 0 15,-1 2 0-15,0-1 1 0,-4-2 1 16,0 3 0-16,0-3 1 15,0 0 0-15,-4-2-3 16,-3-1 1-16,0-1 0 16,-1-1 1-16,0-2 1 15,1-2 3-15,1-1 3 0,-2 0-5 16,3 1-3-16,0-2-1 16,2 0-8-16,2-2-60 15,-1-1-92-15</inkml:trace>
  <inkml:trace contextRef="#ctx0" brushRef="#br0" timeOffset="86870.21">13934 16306 201 0,'0'0'5'0,"0"0"18"0,-3 0-7 0,2 0-4 0,0-2-5 16,-1 2-2-16,1-2 9 0,1 1 0 16,-1 1-5-16,1 0-5 15,0 0-4-15,0 0-4 16,0 1-3-16,0 6 2 15,0 1 1-15,6 0 0 16,-1 0 2-16,0 0 1 16,3 0-1-16,-2-2 0 0,1 1 1 15,1-1-1-15,0-2 1 16,-1-1-2-16,2 0 2 16,0-2-4-16,-3-1 3 15,3 0 3-15,0 0 0 16,0-4-1-16,-2-4 1 0,0-1 1 15,0 0-1-15,-1-2 0 16,-3 3-1-16,0-2 3 16,0 1-3-16,-3 2-3 15,0 3 2-15,0 0 1 16,0 2-2-16,0 1 2 0,0 1 0 16,0 0 0-16,0 0 0 15,0 7 0-15,2 0-1 16,2 4 1-16,0 1-1 15,2-1 1-15,-2 3 0 0,3 1 0 16,-3-1-2-16,-1 1 2 16,1-2 0-16,0 0 0 15,-2 0 0-15,0-2 1 16,-1-2-2-16,-1 0-15 16,0-3-4-16,-5 1 13 15,-3 0 11-15,-3 0-4 0,-1 0 1 16,1 1-8-16,-2-3 4 15,1 1-2-15,1 0 5 16,3-2-2-16,3-4-17 16,3 0-47-16</inkml:trace>
  <inkml:trace contextRef="#ctx0" brushRef="#br0" timeOffset="87193.46">14211 16384 114 0,'0'0'21'0,"0"0"17"0,0 0-6 0,0 0-13 15,0 0-19-15,0 0-6 16,0 0 9-16,0 0 3 16,0 0-5-16,2 40 0 15,-2-28-1-15,0 1 3 0,0 0 2 16,2-2-4-16,-1-1 1 16,1 0-2-16,0-1-4 15,0-5-42-15,2-3-52 16</inkml:trace>
  <inkml:trace contextRef="#ctx0" brushRef="#br0" timeOffset="87402.81">14282 16388 266 0,'0'0'9'16,"0"0"7"-16,0 0-12 15,0 0-2-15,0 0-4 16,0 0 0-16,0 0 2 16,9 37 4-16,-7-19-3 15,1 1-1-15,-1-1-4 0,0-2-41 16,-2-3-67-16</inkml:trace>
  <inkml:trace contextRef="#ctx0" brushRef="#br0" timeOffset="87907.55">13799 16176 165 0,'0'0'6'0,"0"0"24"15,0 0-12-15,0 0 7 16,0 0-5-16,0 0-13 16,0 0-2-16,0 0-3 15,0 0-2-15,0-4 1 0,0-4-1 16,0 0 1-16,2-3-1 16,0 0 1-16,2-4-1 15,2 1 0-15,-1-2 0 16,1 1 1-16,-1-2 1 15,3 4 4-15,-2 3 1 16,2 0 0-16,-1 6-4 0,3 4-1 16,2 0-1-16,3 7-2 15,4 9 2-15,6 4 0 16,3 1-19-16,2 0-75 16</inkml:trace>
  <inkml:trace contextRef="#ctx0" brushRef="#br0" timeOffset="89383.81">15042 16544 71 0,'-10'-4'-31'0</inkml:trace>
  <inkml:trace contextRef="#ctx0" brushRef="#br0" timeOffset="94124.3">22284 13858 10 0,'0'0'2'16,"0"0"1"-16,0 0 7 16,0 0 3-16,0 0 10 0,0 0-5 15,0 0 0-15,0 0-2 16,0 0 6-16,0 0-5 16,0 0-1-16,0 0-6 15,0 0-6-15,-16-25-3 16,16 22 0-16,0 0 1 15,4 2-2-15,-1-1 1 0,5 0-1 16,0 1 3-16,4-1-2 16,4 2 3-16,1-1-1 15,4 1-1-15,-2 0-2 16,4 0 2-16,-4 0-2 0,1 2 0 16,-4 2 1-16,1 2-1 15,-2 3 1-15,-1-1-1 16,-1 2 0-16,0 1 0 15,-2-1 1-15,-1 5 0 16,0 0 2-16,-1 2-2 0,-3 4 0 16,1-1 1-16,-2 4-3 15,1-1 2-15,-4 4 1 16,-1 1-1-16,1 1-1 16,-2 2-1-16,0 6 4 15,0 0-2-15,0 4 2 16,2 2-3-16,2-3 0 0,2-1 0 15,3-4 0-15,5-3 0 16,1-5-3-16,3-2 2 16,3-4-1-16,0-6 1 15,2-2 2-15,-1-6 9 16,0-3-4-16,-5-3 13 0,0-1-8 16,-3 0-4-16,-3 0 2 15,-2-5-1-15,-4 1 1 16,-3-1 0-16,-2 0-1 15,0 1-3-15,0 1-6 0,-2 2 2 16,-3 1-3-16,-5 0 3 16,2 2-2-16,-2 9-1 15,1 2 1-15,1 4-1 16,0 5 1-16,3 3-1 16,-2 4 0-16,2 5 1 15,3 3-1-15,0 2-2 0,1 1-1 16,1 2 0-16,0 0 0 15,0 2 1-15,3-1 3 16,3 1 1-16,0-2-1 16,0 1 1-16,1-1-1 15,0 0 1-15,4 0 0 0,-4 2 0 16,3 3 0-16,2 0 0 16,-3 1 1-16,0-1 0 15,3 2 0-15,-2 0 0 16,-1 4 0-16,0-1 0 15,0-1 0-15,-4-1 0 0,1-2-1 16,-1-2 0-16,-2-6 0 16,-2-2 0-16,-1-4 1 15,0-1 3-15,-4 1 0 16,-5-1 0-16,-2 1 1 16,-5 0 0-16,-1-2-1 0,-2 2-2 15,-3-4 3-15,-1-1-4 16,-4-2 0-16,-3-2 0 15,-3-4 0-15,-3-2 0 16,-3 1-2-16,-1-6-9 16,-4-3-34-16,-2-7-99 0</inkml:trace>
  <inkml:trace contextRef="#ctx0" brushRef="#br0" timeOffset="103794.84">21103 14557 100 0,'0'-4'6'0,"0"-2"-5"0,0 2-1 0,2-2-6 0,3 0-5 16,0 0 3-16,-1 1 7 16,-3 1 2-16,-1 1 5 15,0 0 20-15,0 2-2 16,0-1 0-16,0 1-1 0,0 0-5 16,0 1-10-16,0 0-5 15,0 0-3-15,0 0 0 16,0 0-1-16,0 0 1 15,0 5 1-15,0 4 0 16,0 1 0-16,0 1-1 16,0 2 1-16,2 2-1 0,3 1 0 15,-2 4 0-15,0-3 1 16,1 1-1-16,0 1 0 16,1-2 0-16,-2-1 1 15,1-1-1-15,0-2 3 16,0 1 0-16,1-1 0 0,0-1 0 15,-1-1 0-15,1 1-2 16,-1-1-1-16,0-1 1 16,-2-1-1-16,0-1 0 15,1-1 0-15,-3-2 0 16,0 0 0-16,0-1-5 0,0-3-30 16,0-1-45-16</inkml:trace>
  <inkml:trace contextRef="#ctx0" brushRef="#br0" timeOffset="104021.64">21055 14847 133 0,'0'0'6'0,"0"0"8"0,0 0-10 0,0 0-3 15,0 0 1-15,0 0-1 16,0 0 0-16,0 0-1 16,44 14 1-16,-26-14 1 15,-2 0-2-15,3 0-18 0,2-10-37 16</inkml:trace>
  <inkml:trace contextRef="#ctx0" brushRef="#br0" timeOffset="104142.59">21260 14765 198 0,'0'0'4'0,"0"0"12"0,0 0-15 16,0 0-3-16,0 0-2 15,0 44-25-15,1-30-33 16</inkml:trace>
  <inkml:trace contextRef="#ctx0" brushRef="#br0" timeOffset="105579.75">20957 15093 45 0,'0'0'6'0,"2"0"5"0,1 0 8 0,2 0-6 16,-2 0 2-16,1 0 2 16,-1-2 6-16,2-1 1 0,-1 2-6 15,1 1 1-15,0-1-8 16,0 1-6-16,3 0-3 16,-3 0 1-16,4 0-2 15,-2 0 1-15,0 2-2 16,4 3 0-16,-6 2 0 0,1-2-2 15,0 1 7-15,-3 3-5 16,-1-2 1-16,-2 2-1 16,0-3-1-16,0 2 1 15,-1-1 1-15,-5 0-2 16,-2 0 2-16,1-1 2 0,-2-1-1 16,2 0-1-16,1-1 0 15,3-2-1-15,1-1-7 16,0-1-35-16,1 0-37 15</inkml:trace>
  <inkml:trace contextRef="#ctx0" brushRef="#br0" timeOffset="106134.61">21139 15051 42 0,'0'0'40'0,"0"0"-27"0,0 0 1 16,0 0 1-16,0 0 5 15,0 0-9-15,0 0-5 0,0 0-4 16,0 0-2-16,0 0 2 16,-28 19-2-16,24-12 0 15,2-1 1-15,0 0 1 16,0 2 1-16,0 0-1 16,0-1-1-16,0 2 0 15,-1-1-1-15,3 0 1 0,-2-1-1 16,0-1 0-16,2-1 1 15,0-1 0-15,0-1 3 16,0 0 2-16,0 1 2 16,2-1 0-16,1 1-2 0,1-1-1 15,2 0-1-15,-3-1 0 16,3 0-1-16,-1 0 0 16,-1-2 2-16,1 1 3 15,-1-1 5-15,0 0-3 16,1 0-1-16,0 0-4 0,-3 0-3 15,1 0-2-15,-1 0 0 16,0 2 1-16,0-2-3 16,0 0-17-16,0 0-40 15,0 0-30-15</inkml:trace>
  <inkml:trace contextRef="#ctx0" brushRef="#br0" timeOffset="106746.23">21311 15056 51 0,'0'0'18'0,"0"0"1"0,0 0 6 16,0 0 0-16,0 0 0 15,0 0-4-15,0 0-4 16,0 0-6-16,0 0-5 16,0 0 2-16,0 0 1 15,0 0-2-15,8 0-1 0,-2 0-2 16,-3-2-2-16,2 2 2 16,0-2-1-16,-1 1-2 15,1 0 1-15,1-1-2 16,-1 1 0-16,2 1 0 15,-2-1 0-15,0 1-2 16,1 0-11-16,-1 0-31 0,1 0-14 16,-4 0 0-16</inkml:trace>
  <inkml:trace contextRef="#ctx0" brushRef="#br0" timeOffset="107052.38">21329 15140 6 0,'0'0'116'0,"0"0"-115"16,0 0 1-16,0 0 1 16,0 0 7-16,0 0-2 15,0 0-1-15,0 0 5 16,0 0-4-16,42 1-7 16,-33-2-2-16,1-2-23 0,-1 0-34 15</inkml:trace>
  <inkml:trace contextRef="#ctx0" brushRef="#br0" timeOffset="107862.66">21557 14980 9 0,'0'0'1'0,"0"0"-5"0,0 0 2 16,0 0 2-16,0 0 3 0,0 0 9 16,0 0 6-16,0 0 2 15,0 0-11-15,0 0-3 16,0 0 5-16,7-22-2 16,-7 22-1-16,0-2 1 0,0 2 3 15,0-1 4-15,0 1-1 16,0-1-2-16,0-1 5 15,0 2 2-15,0-1-5 16,0 0-4-16,0-1-4 16,0 2-3-16,0 0-1 0,0 0-3 15,0 0 7-15,0 0-6 16,0 0 1-16,0 0 0 16,0 0-1-16,0 0 0 15,0 0 0-15,0 0 2 16,0 0 3-16,0 0-2 0,0 0-3 15,0 0-1-15,0 0-13 16,-1 0-55-16,-3 0-47 16</inkml:trace>
  <inkml:trace contextRef="#ctx0" brushRef="#br0" timeOffset="108432.63">21017 15108 122 0,'0'0'17'0,"0"0"-4"0,0 0 15 0,0 0-6 16,0 0 0-16,0 0-7 0,19-37-7 16,-18 36-6-16,2 1-1 15,0 0-1-15,2 0-2 16,-3 3-2-16,-1 5 11 15,1 2-7-15,0 3 1 16,0-1 2-16,-1 4-2 0,1 1 2 16,1-1-1-16,-1 1-1 15,-1-1 1-15,1-1-2 16,1 0 0-16,0-2 1 16,2-2-1-16,-3-1 1 15,1-2 0-15,1 1 0 0,0-2 1 16,0-2-1-16,0-1 2 15,2 1-2-15,0-3 1 16,1 0-1-16,-2 1 0 16,3-3 0-16,-3 0 2 15,4 0-3-15,-4 0 1 0,3 0-2 16,0-5 1-16,2-2-1 16,-1-2-14-16,-3-4-33 15,-2-1-58-15</inkml:trace>
  <inkml:trace contextRef="#ctx0" brushRef="#br0" timeOffset="108596.63">21068 15175 185 0,'0'0'-9'0,"0"0"9"0,0 0-1 15,54-17-36-15,-28 8-19 16</inkml:trace>
  <inkml:trace contextRef="#ctx0" brushRef="#br0" timeOffset="108802.36">21640 14914 254 0,'0'0'29'16,"0"0"-13"-16,0 0 10 16,0 0-9-16,0 0-9 15,0 0-9-15,0 0 0 16,15 23 3-16,-12 1-2 0,2 4 2 16,-1-1-31-16,-4-6-75 15</inkml:trace>
  <inkml:trace contextRef="#ctx0" brushRef="#br0" timeOffset="109449.61">15003 14784 35 0</inkml:trace>
  <inkml:trace contextRef="#ctx0" brushRef="#br0" timeOffset="109627.44">19118 15064 234 0,'0'0'13'15,"0"0"9"-15,0 0-14 16,0 0-8-16,0 0-1 15,0 0 2-15,0 0 0 0,0 0-9 16,0 0-26-16,32 0-24 16,-22 0-4-16,3 0 2 15</inkml:trace>
  <inkml:trace contextRef="#ctx0" brushRef="#br0" timeOffset="109707.53">19208 15051 78 0,'0'0'57'0,"0"0"-7"15,0 0-33-15,0 0-14 16,0 0-43-16,0 0-38 15</inkml:trace>
  <inkml:trace contextRef="#ctx0" brushRef="#br0" timeOffset="110212.93">19121 15260 84 0,'0'0'41'0,"0"0"-39"15,0 0 4-15,0 0 7 16,0 0 9-16,0 0 1 15,0 0-21-15,0 0-2 16,7-11 0-16,-6 18 6 0,0 3-2 16,0 3-1-16,0 1 0 15,1 2-2-15,0 0-1 16,1 0 1-16,-2 0 0 16,0-1-1-16,0-3 1 15,1-1 0-15,-1 1-1 0,2-3 2 16,-1 0-1-16,0-2 0 15,-1-1 2-15,3-1-2 16,-2-2 1-16,2 0 1 16,-1-2 1-16,2 1-1 15,1-2 1-15,-2 0 2 16,2 0-3-16,1 0-2 0,-2 0-1 16,2 0 0-16,-2-2 1 15,1-3-3-15,-2-1-7 16,-2 0-28-16,-1 0-29 15,-1-2-31-15</inkml:trace>
  <inkml:trace contextRef="#ctx0" brushRef="#br0" timeOffset="110425.69">19132 15365 176 0,'0'0'82'16,"0"0"-70"-16,0 0 13 0,0 0-16 0,0 0-5 16,0 0-4-16,0 0 1 15,0 0-2-15,0 0 3 16,11-14-2-16,0 13 0 0,3-5-18 16,1 0-37-16,-1-1-68 15</inkml:trace>
  <inkml:trace contextRef="#ctx0" brushRef="#br0" timeOffset="110574.71">19337 15283 231 0,'0'0'24'16,"0"0"7"-16,0 0-10 16,0 0-9-16,0 0-8 0,0 0-5 15,0 0-12-15,0 0-41 16,10 0-60-16</inkml:trace>
  <inkml:trace contextRef="#ctx0" brushRef="#br0" timeOffset="110730.62">19431 15291 214 0,'0'0'0'15,"0"0"-2"-15,0 0 2 16,0 0-8-16,0 0-18 15,0 0 5-15,0 0-3 0,3 27-15 16,-3-27-21-16</inkml:trace>
  <inkml:trace contextRef="#ctx0" brushRef="#br0" timeOffset="111037.62">19524 15247 216 0,'0'0'10'0,"0"0"18"16,0 0-21-16,0 0-7 15,0 0 3-15,0 0-3 16,0 0 1-16,0 0-1 16,16-2-1-16,-14 2 1 15,-2 1 1-15,2 3 0 16,-2 0-2-16,0 1 2 0,0-2 0 15,1 1 1-15,0-1 4 16,1-2 0-16,3-1 3 16,5 0-4-16,6-1 2 15,9-8-1-15,6-4-1 16,9-4-3-16,0-5-4 0,1-5-85 16</inkml:trace>
  <inkml:trace contextRef="#ctx0" brushRef="#br0" timeOffset="111968.63">16903 15107 138 0,'0'0'29'0,"0"0"10"0,0 0-17 16,0 0-13-16,0 0-8 0,0 0-2 15,0 0 2-15,0 0-1 16,0 0 0-16,0 0 0 16,5 47 1-16,-2-32-1 15,3 2 0-15,1-1 1 16,-2 2-1-16,3 1 0 0,-2 1 1 15,2-2-1-15,-2-2 0 16,1-2 1-16,-2-1-2 16,1-3 2-16,-2-3 0 15,1 0-2-15,0-3 2 16,-1-1 0-16,-1 0-1 0,1-3-1 16,2 0 2-16,2 0-3 15,-1 0 1-15,3 0-5 16,-1-7-19-16,1-2-17 15,0-1-4-15,-4 0-25 16</inkml:trace>
  <inkml:trace contextRef="#ctx0" brushRef="#br0" timeOffset="112195.91">16935 15276 165 0,'0'0'13'16,"0"0"25"-16,0 0-5 15,0 0-23-15,0 0-8 0,0 0-2 16,0 0 5-16,0 0-4 16,0 0 1-16,45-19-2 15,-23 11-33-15,-3-2-50 16,-1 0-47-16</inkml:trace>
  <inkml:trace contextRef="#ctx0" brushRef="#br0" timeOffset="112337.56">17117 15195 231 0,'0'0'9'0,"0"0"8"15,0 0 2-15,0 0-15 0,0 0-4 16,0 0-26-16,0 0-37 15,0 0-29-15</inkml:trace>
  <inkml:trace contextRef="#ctx0" brushRef="#br0" timeOffset="112687.36">17241 15125 232 0,'0'0'23'15,"0"0"-19"-15,0 0 4 0,0 0-9 16,0 0 3-16,0 0 0 16,0 0-2-16,13-20 0 15,-10 20-2-15,4 0-1 16,-3 0 0-16,-1 6-3 16,3 1-6-16,-4 2-3 0,0 0-4 15,-1 0 1-15,-1 1 12 16,1 0 5-16,0-1 3 15,1-1-1-15,3-2 1 16,-3 0 4-16,3-1 0 0,1-2 2 16,1 1 3-16,4 1 3 15,-3-1-1-15,1 0-6 16,0 2-5-16,-1 2-1 16,-4 2-1-16,-4 5-1 15,-5 3-29-15,-13-1-63 16</inkml:trace>
  <inkml:trace contextRef="#ctx0" brushRef="#br0" timeOffset="113505.62">15491 15230 144 0,'0'0'9'0,"0"0"24"0,0 0-10 15,0 0-10-15,0 0-8 0,0 0-8 16,0 0 2-16,0 0 3 16,0 0 0-16,-2 40 0 15,2-26 0-15,0 1-2 16,0-1 1-16,2 0 2 16,-2-1-2-16,3-2 0 0,-1 0 0 15,0-1 1-15,5-3-1 16,-3-2 1-16,5 2-1 15,-2-3-1-15,5-1 0 16,0-2 1-16,-3-1-12 16,1 0-24-16,-2 0-27 0,-3-2-25 15</inkml:trace>
  <inkml:trace contextRef="#ctx0" brushRef="#br0" timeOffset="113690.49">15466 15358 193 0,'0'0'8'0,"0"0"26"15,0 0-17-15,0 0-18 16,0 0-7-16,0 0-9 0,0 0 6 16,0 0-11-16,41-31-17 15,-23 20 0-15,6-3-45 16</inkml:trace>
  <inkml:trace contextRef="#ctx0" brushRef="#br0" timeOffset="113854.85">15708 15196 232 0,'0'0'10'0,"0"0"19"15,0 0-9-15,0 0-13 0,0 0-6 16,0 0-5-16,0 0-16 15,6-7-16-15,-3 6-32 16,1-1-25-16</inkml:trace>
  <inkml:trace contextRef="#ctx0" brushRef="#br0" timeOffset="113996.6">15726 15313 209 0,'0'0'2'15,"0"0"-1"-15,0 0 0 0,0 0-4 16,0 0-16-16,0 0-26 16,0 0-66-16</inkml:trace>
  <inkml:trace contextRef="#ctx0" brushRef="#br0" timeOffset="114303.4">15858 15147 193 0,'0'0'3'0,"0"0"-1"0,0 0-2 15,0 0 0-15,0 0 0 16,-7 42 1-16,7-31-1 16,0-2 1-16,0-2 1 15,0-1-1-15,3-2-1 16,5-2-1-16,-1-2 4 15,3 0 0-15,0 0 2 0,-1-5 3 16,1-3-1-16,-2-1 2 16,-1 2 3-16,-1 1 0 15,-2 2-5-15,0 4-4 16,-1 0-3-16,0 13-4 16,-3 14-8-16,0 7-22 0,-5 5-71 15</inkml:trace>
  <inkml:trace contextRef="#ctx0" brushRef="#br0" timeOffset="116132.18">21459 17183 103 0,'2'-3'9'0,"0"1"12"0,0-1-1 15,1 0-11-15,-2 0-4 16,0 1-1-16,0 0-1 16,0 2 6-16,-1-2 13 15,0 2 8-15,0 0-7 0,0 0-10 16,0 0-6-16,0 0-4 16,0 0-1-16,0 0-2 15,0 0-4-15,0 0-3 16,0 0 5-16,2 2 0 15,2 2 3-15,-2 0-1 0,1 2 1 16,2-2-1-16,-2 0 1 16,0 1-1-16,0 0 1 15,1-2-1-15,0 1 2 16,-2-2-2-16,1-2 1 16,-2 2-1-16,1-2 0 0,0 0 2 15,2 0-2-15,1 0 2 16,4-8 2-16,6-2 3 15,2-7-11-15,5-4 4 16,2-2 5-16,5-2-3 16,2-7-11-16,1-3-44 15,1-1-84-15</inkml:trace>
  <inkml:trace contextRef="#ctx0" brushRef="#br0" timeOffset="117318.58">19882 17494 119 0,'-1'0'5'0,"1"0"5"0,0 0-3 0,0 0-3 16,0 0-3-16,0 0 1 16,0-2 2-16,-2-3 9 15,2 4 2-15,0-2 6 16,0 0-3-16,-2 2 0 16,0-1-4-16,2 2-7 0,0 0-4 15,0 0-5-15,0 0 0 16,0 2 2-16,0 3 1 15,4 1 0-15,1-2-2 16,-1 2 2-16,3 0 1 16,-2-3-2-16,3-1 1 0,1-2 1 15,1 0-2-15,5 0 5 16,1-10 5-16,6-4-4 16,5-6-2-16,3-4-3 15,1-4-3-15,1-4-55 16,-3-4-89-16</inkml:trace>
  <inkml:trace contextRef="#ctx0" brushRef="#br0" timeOffset="118024.52">18154 17595 103 0,'0'0'12'15,"0"0"21"-15,0 0 8 0,0 0-15 0,0 0-4 16,0 0-6-16,0 0 0 15,0 0-5-15,0 0-2 0,0 0-1 16,48 24-6-16,-29-35 1 16,5-9-1-16,-2 0-2 15,3-4-23-15,-2-1-21 16,-4-4-47-16</inkml:trace>
  <inkml:trace contextRef="#ctx0" brushRef="#br0" timeOffset="125495.25">1033 11897 20 0,'0'0'32'0,"0"0"-17"0,0 0-6 16,0 0-3-16,0 0-1 16,0 0 2-16,0 0 1 0,0 0-1 15,0 0-2-15,0 0 2 16,0 0 1-16,0 0-2 16,0 0-3-16,0 0-3 15,0 0-3-15,0 0 2 16,2 2 0-16,-1 3 1 15,3-1-1-15,0 2-1 0,-2 0 4 16,1 0-1-16,3 2-1 16,-1-1 1-16,0 0-1 15,1 0 1-15,-2-1 0 16,3 0 0-16,-3 0 1 16,4-1-1-16,-2-1 1 0,3-4 0 15,-1 0-1-15,4 0 2 16,3-7 1-16,-1-6-3 15,6-5 5-15,2-1-3 16,5-5 0-16,2-4-2 16,3-2 1-16,3-4-2 0,3-4 2 15,3-1 0-15,-3-2-2 16,2 0-1-16,-3 1 1 16,-2 3 3-16,-2 3-2 15,-4 6 0-15,-3 2 5 16,-1 3-1-16,0 5-3 0,-4 2-1 15,0 5-1-15,0 1 2 16,-1 4 1-16,-7 1-16 16,-7-1-95-16</inkml:trace>
  <inkml:trace contextRef="#ctx0" brushRef="#br0" timeOffset="127068.23">1200 12667 41 0,'0'-1'5'0,"0"1"-3"15,0 0 4-15,0 0 13 0,0 0-9 16,0 0-9-16,0 0 0 0,0 0-1 16,0 0 1-16,0 0-2 15,2 0 1-15,-1 2 1 16,1 1 0-16,2 0 0 16,-2 1-1-16,2 0 1 15,0-1-1-15,2 3 0 16,-2 0 1-16,3-1-1 0,-1 0 1 15,0-1 0-15,0 0 2 16,-1 2-2-16,1-3 2 16,1-1-1-16,0 1 1 15,2 0 1-15,-1-3-2 16,2 0 1-16,3 0-1 0,2 0 0 16,1-3 0-16,2-7 0 15,4-4 2-15,1-4 3 16,4-4-1-16,0-3 4 15,2-4 3-15,4-2-3 16,1-3-3-16,-1-4-3 0,3-2-1 16,-1-1-3-16,4-1 2 15,-1 1 1-15,-2 2-2 16,-1 3 1-16,-1 3-2 16,-3 5 3-16,0 3-3 15,-6 3-1-15,-3 4-42 0,-6 2-49 16</inkml:trace>
  <inkml:trace contextRef="#ctx0" brushRef="#br0" timeOffset="140154.04">22355 13934 56 0,'-4'0'11'0,"2"0"3"0,0-2 4 16,2-1-9-16,0 1 2 15,0 0-4-15,0-1 0 0,0 0-3 16,4 2 4-16,2-3 6 16,-1 1-5-16,1-1-1 15,1 0 1-15,0 1 1 16,1 0-5-16,1 0-1 16,3 0-2-16,-5 0-2 15,4 2 2-15,3 0-2 0,-3 1 0 16,2 0 0-16,0 0 0 15,-2 0 0-15,1 0 0 16,-3 0 0-16,2 0 0 16,2 2 1-16,-3 1-1 0,2 1 0 15,0-1 0-15,-3 3 0 16,-3 1 0-16,2 1-1 16,-4 2-1-16,-2 2 1 15,2 2 5-15,-4 0-2 16,2 3-1-16,-2-1 0 0,0 1-2 15,0 1 1-15,0-2 0 16,0 1 0-16,0 0 1 16,-4 0-2-16,0 3 0 15,-1-1 1-15,0 0 1 16,-1 3-1-16,1 0 1 0,-1 1-1 16,2 0 0-16,1 1 0 15,-1-3 0-15,2 0 1 16,2-2-1-16,0 0 1 15,0-1-1-15,0-1 0 16,6-1 0-16,0-2 1 16,3 1-1-16,-2-6 0 0,4 4 0 15,-1-5-1-15,0-1 1 16,1-2-2-16,-1-3 1 16,4 0 1-16,-3-2 1 15,1 0-2-15,0 0 4 16,-3-4-1-16,1-2-1 0,0 0 0 15,-6-1-1-15,1 0 2 16,-1 3-2-16,-3-2 0 16,-1 1 0-16,0 2 0 15,0 0-5-15,0 1 6 16,-1 2-2-16,-3 0 2 0,-1 0-2 16,1 2-1-16,-1 3 0 15,1 3-4-15,2 0 0 16,0 3 4-16,2 1 0 15,0-1 2-15,0 4 0 16,0 0 0-16,0 3 2 0,2 1-2 16,4 4 0-16,0 1 0 15,0 1 0-15,0 4 0 16,1-1 0-16,0 3 0 16,-2-1 0-16,3 0 1 15,-3 1-2-15,3-1 2 0,0 2-1 16,0 2 1-16,0 2 0 15,0-1-1-15,1 3 0 16,-2 1 1-16,1 1-1 16,-3 1 0-16,0 1 0 15,-1 0 0-15,-2 2 0 0,-1 0 0 16,1 2 0-16,0-2 0 16,0-1 0-16,2-1 0 15,-2-2 0-15,-2 1 0 16,0-5 0-16,0 0 0 15,0-1 0-15,-2-1-1 16,-4-3 2-16,1 1-1 0,-5-2 1 16,1 1 1-16,-1-3-1 15,-3-3 1-15,2 2 1 16,-1-3-1-16,-1-1-1 16,2-3 1-16,2-2 3 15,-3-1 3-15,2-2 1 0,0-1 1 16,-1-3 1-16,1-1 2 15,-3 1-2-15,-1-1-1 16,-2-1-2-16,0 2-4 16,-4-1-2-16,0 4 0 0,-6 1-2 15,-1 3-2-15,-3-1-31 16,-4-3-54-16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13:10.621"/>
    </inkml:context>
    <inkml:brush xml:id="br0">
      <inkml:brushProperty name="width" value="0.05292" units="cm"/>
      <inkml:brushProperty name="height" value="0.05292" units="cm"/>
      <inkml:brushProperty name="color" value="#FF0000"/>
    </inkml:brush>
  </inkml:definitions>
  <inkml:trace contextRef="#ctx0" brushRef="#br0">18625 8170 20 0,'0'0'8'0,"0"0"-3"0,0 0-2 0,0 0 6 16,0 0 4-16,0 0 2 15,0 0-1-15,0 0-7 16,0 0-4-16,0 0-1 16,0 0-2-16,0 0 1 0,-11 0 0 15,11 0 0-15,0 0 3 16,0 0 1-16,0 0-2 16,0 0-1-16,0 0-1 15,0 0-4-15,0 0 4 16,0 0-1-16,0 0 0 0,0 4 0 15,2-1 0-15,-1 3-1 16,1-3 1-16,0 1-1 16,0 2 1-16,2-2 0 15,-4-1 0-15,2 0 0 16,0-2 1-16,0 2 1 0,0-3 4 16,-1 0 0-16,3 0 4 15,-2 0 5-15,-1 0 7 16,4 0-1-16,1-6-5 15,-2-1-4-15,1-4 0 16,4-1-6-16,4-3 2 0,0 1-4 16,1-2-1-16,2-2-2 15,2 3 0-15,4 1 1 16,-5 0-1-16,1 0-12 16,-4 2-77-16</inkml:trace>
  <inkml:trace contextRef="#ctx0" brushRef="#br0" timeOffset="772.77">20577 8160 75 0,'0'0'20'0,"0"0"-3"0,0 0-4 0,0 0-3 15,0 0-9-15,0 0-4 16,0 0 0-16,0 0 1 16,0 0 2-16,0 0-1 15,0 0 0-15,0 0 1 16,0 0 0-16,35 36 0 0,-26-32 0 15,-4-4 1-15,5 0 2 16,-1 0 7-16,7-1 11 16,2-9 3-16,-1-4-6 15,6-3-4-15,0-2-2 16,1-1 0-16,3-3-3 16,2-2-4-16,4-3-3 0,0-4-3 15,4-5-62-15</inkml:trace>
  <inkml:trace contextRef="#ctx0" brushRef="#br0" timeOffset="1534.34">22539 8200 8 0,'0'0'16'0,"0"0"-2"0,0 0-5 0,0 0 2 0,0 0-5 16,0 0 4-16,0 0 3 16,0 0 2-16,0 0-1 15,0 0-2-15,39 17-1 0,-24-27 5 16,3 0-1-16,6-4-5 16,6-4 0-16,6-2-5 15,8-6-2-15,2-9-5 16,7-11-95-16</inkml:trace>
  <inkml:trace contextRef="#ctx0" brushRef="#br0" timeOffset="13524.09">22676 8592 26 0,'0'0'2'0,"0"0"-2"0,-1 0 5 0,1 0-5 0,0-3 2 16,0 3-1-16,0-1 1 15,0 1-3-15,0-3 4 16,0 3-1-16,0-3 4 0,0 3 5 16,0-1 1-1,0-2 1-15,0 2 3 0,0-1-5 16,-1 2 0-16,1-3 2 15,0 3 1-15,0 0 0 16,0-1-2-16,0 1 4 16,0 0-2-16,0 0-10 0,0 0 8 15,0 0-5-15,0 0-4 16,0 0-5-16,0 0-2 16,0 0-2-16,0 4 4 15,0 2 3-15,-2 2 0 16,2 2 3-16,0 1-1 0,0 1 3 15,0-1-3-15,0 1 1 16,0 0-1-16,0 0 0 16,0-4 1-16,0 2-1 15,0 0-1-15,2 0-1 0,-1 0 1 16,0-1-2 0,0 0-2-16,1 1 5 0,-1-4-3 15,0 4 3-15,0-3 0 16,0 0-2-16,0 0 0 15,1 3 1-15,-2-3-2 16,0 1-2-16,0 0-2 0,0-2 7 16,2 0-3-16,0-1 0 15,1-1-1-15,0-1-2 16,2 0 3-16,-4-3 1 16,1 2-4-16,2-1 8 15,-1-1-5-15,1 0-2 0,-3 0 5 16,3 0-4-16,-1 0 3 15,2 0 2-15,-3 0-4 16,3 0 1-16,-1 0 0 16,1-2-1-16,-1-2 2 15,1 1-1-15,0-2-2 0,0-1-2 16,2 2-9-16,-3-2-8 16,2 2-4-16,-2-3 1 15,-1 3-28-15,-1-2-31 16</inkml:trace>
  <inkml:trace contextRef="#ctx0" brushRef="#br0" timeOffset="14136.66">22606 8707 79 0,'0'0'57'0,"0"0"-32"0,0 0-24 0,0 0 13 16,0 0 1-16,0 0-3 0,0-1-2 15,0-1-2-15,2 1-4 16,2-2-2-16,3 2-1 16,-2-1 0-16,4 0 1 15,-1 0-2-15,3 1 0 16,1-1 1-16,1 1-2 0,2-1-8 16,-1 1-29-16,1-2-58 15</inkml:trace>
  <inkml:trace contextRef="#ctx0" brushRef="#br0" timeOffset="14477.79">22872 8667 146 0,'0'0'9'0,"0"0"7"16,0 0-2-16,0 0-6 0,0 0 5 16,0 0-5-16,0 0-5 15,0 0-1-15,0 0 2 16,24 0-3-16,-17 0 1 15,0 0-1-15,-1 0 0 0,0 0-1 16,1 0 0-16,0 2 1 16,-4 1-3-16,-1 1-23 15,-2 0-19-15,0-1-27 16</inkml:trace>
  <inkml:trace contextRef="#ctx0" brushRef="#br0" timeOffset="14678.02">22901 8760 130 0,'0'0'19'0,"0"0"-20"16,0 0 8-16,0 0 14 16,0 0-5-16,0 0-9 15,0 0-6-15,0 0 0 16,40-2-1-16,-28 1-2 15,3-5-52-15,-1 1-71 0</inkml:trace>
  <inkml:trace contextRef="#ctx0" brushRef="#br0" timeOffset="15269.14">23123 8672 111 0,'0'0'5'0,"0"0"3"15,0 0 2-15,0 0 11 16,0 0-6-16,0 0-5 0,0 0-2 15,0 0-3-15,22-21-2 16,-18 15-1-16,0 0 2 16,-1-1 0-16,1 0 1 15,-2-2 0-15,4 1-2 16,-5-1 2-16,3 2-3 0,-2-3 1 16,-1 3 0-16,1-1 3 15,-1 2-4-15,0-1 0 16,1 0-2-16,-2 2-2 15,2 1-6-15,-1 1 2 16,0-1-1-16,0 4 6 16,-1-1 2-16,1-1 1 0,-1 2-6 15,1 0-1-15,-1 0-3 16,0 0 6-16,1 3 1 16,0 4 0-16,0 0 3 15,0 2 4-15,1 2-3 16,-2 1 0-16,2 0 0 0,-1 0 3 15,1 0-2-15,2 0 0 16,1 1 1-16,-3-1-3 16,-1 0-4-16,1 0-6 15,-1-2 6-15,0 2-15 16,-1-2 1-16,0 0 11 0,0 0-10 16,0-2-8-16,-1 1-12 15,-3-4-18-15</inkml:trace>
  <inkml:trace contextRef="#ctx0" brushRef="#br0" timeOffset="15417.33">23177 8768 119 0,'0'0'28'0,"0"0"13"0,0 0-14 0,0 0-8 16,0 0-8-16,0 0-5 15,59-14-3-15,-30 11-2 0,-1-2-2 16,5-1-26-16,-2-3-118 15</inkml:trace>
  <inkml:trace contextRef="#ctx0" brushRef="#br0" timeOffset="16364.24">20699 8772 33 0,'0'0'34'0,"0"0"-18"0,0 0-4 16,0 0 1-16,0 0 2 15,0 0 1-15,0 0 20 16,0 0-32-16,6-38 3 15,-3 38 3-15,-3-1-4 0,0 1-5 16,0 0-1-16,0 0-5 16,0 0-8-16,0 9 5 15,1 0 8-15,1 3 1 16,0 0 1-16,-1 1 5 16,1 0 1-16,1 0-3 0,-1-2-1 15,-1 3 3-15,1-2-1 16,0 0 0-16,0 1-1 15,0 0-2-15,0-2 3 16,0 1 0-16,-1-2-1 0,3 0-1 16,-1-2 1-16,1-1 2 15,-1 0-5-15,1-1 0 16,2-2 1-16,-3-1 1 16,1 1-2-16,3-1-4 15,-2-1 3-15,-1-1 0 16,3 1 4-16,0-1-4 0,1-1 0 15,-2 0 3-15,2 0-4 16,0 0-3-16,0 0 1 16,0-3-4-16,-1 0-7 15,2-2-10-15,-2 2 1 16,0-3-11-16,-3 0-32 0</inkml:trace>
  <inkml:trace contextRef="#ctx0" brushRef="#br0" timeOffset="16698.97">20639 8860 142 0,'0'0'-1'0,"0"0"2"0,0 0 2 16,0 0 0-16,0 0 3 15,40-4 1-15,-33 1-1 16,2-1-2-16,1 1-3 15,1 2-1-15,-1-2 1 0,3 3-9 16,-2-3-27-16,0 0-28 16</inkml:trace>
  <inkml:trace contextRef="#ctx0" brushRef="#br0" timeOffset="16877.57">20877 8808 173 0,'0'0'4'0,"0"0"12"0,0 0-4 15,0 0-7-15,0 0-3 16,38-4-1-16,-28 4-28 16,-4-3-92-16</inkml:trace>
  <inkml:trace contextRef="#ctx0" brushRef="#br0" timeOffset="17012.78">20941 8858 134 0,'0'0'7'0,"0"0"6"16,0 0-9-16,0 0-2 0,0 0-2 16,0 0-5-16,0 0-23 15</inkml:trace>
  <inkml:trace contextRef="#ctx0" brushRef="#br0" timeOffset="17324.18">21066 8758 152 0,'0'0'7'0,"0"0"24"16,0 0-7-16,0 0-10 0,0 0-6 15,0 0-7-15,40-27 0 16,-34 27 0-16,-3 7-3 16,-1 5-4-16,-2-1 6 15,0 3 1-15,0-1 6 16,-7-2-4-16,2-2 0 0,3-3 0 16,-1-1-2-16,2-3 5 15,1-2 3-15,4 0 3 16,10 0 2-16,8-2 4 15,7-9-9-15,8 1-6 0,2-6-6 16,-1-5-56-16,-4-2-117 16</inkml:trace>
  <inkml:trace contextRef="#ctx0" brushRef="#br0" timeOffset="18229.95">18494 8818 35 0,'0'0'26'0,"0"0"0"0,0 0-4 16,0 0 14-16,0 0-11 0,0 0-2 15,0 0-5-15,0 0-3 16,0 0-9-16,0 0 1 15,0 0-6-15,0 0-2 16,0-19-1-16,0 19-7 16,0 5 2-16,2 3 8 0,0 2 5 15,2 3 0-15,-2 1 0 16,0 0-1-16,-1-1 0 16,1 4-1-16,-1 0 6 15,0-5-7-15,-1 3-1 16,0-2 3-16,0-2-3 0,0-1 2 15,2 0-1-15,0-3-1 16,0-1 2-16,0 1-1 16,-1-3-4-16,3-1 1 15,-1 0 0-15,1 0-1 0,-1-2-1 16,2 1 0-16,2-2 2 16,0 0 3-16,2 0 2 15,2 0-2-15,3 0-3 16,-3-3 1-16,2-3-1 15,0 3-1-15,-1-4-1 16,0 2-5-16,-2 0-7 0,-1-2-6 16,-2 0-5-16,0 2-6 15,-3-1-20-15,-3-3-58 16</inkml:trace>
  <inkml:trace contextRef="#ctx0" brushRef="#br0" timeOffset="18562.8">18453 8940 67 0,'0'0'45'0,"0"0"-43"0,0 0 0 0,0 0 3 0,0 0 6 16,0 0-2-16,41-15-3 16,-29 10 0-16,1 0 2 15,2 0-4-15,0 1-2 0,2-2 1 16,2 2-2-16,-2 1 0 15,-2-1-3-15,0 0-29 16,-1-2-57-16</inkml:trace>
  <inkml:trace contextRef="#ctx0" brushRef="#br0" timeOffset="18783.06">18763 8826 203 0,'0'0'3'16,"0"0"29"-16,0 0-6 16,0 0-15-16,0 0-1 15,0 0-1-15,0 0-9 16,0 0-1-16,18 0 2 16,-10-1-3-16,4 1-23 0,1 0-14 15,0 0-6-15,1 0-21 16,-3 0-30-16</inkml:trace>
  <inkml:trace contextRef="#ctx0" brushRef="#br0" timeOffset="18960.72">18867 8915 26 0,'0'0'123'15,"0"0"-113"-15,0 0-6 16,0 0 1-16,0 0 1 0,0 0 5 15,0 0-4-15,0 0 2 16,21 7-5-16,-9-10-3 16,3-3-22-16,1-3-90 15</inkml:trace>
  <inkml:trace contextRef="#ctx0" brushRef="#br0" timeOffset="19431.32">19032 8789 145 0,'0'0'17'15,"0"0"-2"-15,0 0-8 16,0 0 0-16,0 0 0 16,45-22 0-16,-37 19 1 15,3 3-6-15,-4 0 0 0,3 0 0 16,-2 0-2-16,1 3 0 15,0 4-1-15,-4 1 1 16,-1 2 1-16,0-2-2 16,-4 0 4-16,0 3-2 15,0-3 0-15,0 1-1 16,0-1 2-16,0-1 0 0,0 0 0 16,0-2 0-16,0 0-1 15,0-1 2-15,0-1-1 16,0 1-1-16,0 0-2 15,3 0 2-15,5-1 1 0,-2 2 0 16,4-1 0-16,-3 0 2 16,2 3-5-16,0-4 6 15,-2 3-3-15,-1-1 1 16,-2 0-2-16,-3-1-2 16,-1 0-3-16,0 2 3 0,-8-2 6 15,-6 3 2 1,-4 2-2-16,-4-1-4 0,2 0-17 15,-2-6-33-15,2-2-84 16</inkml:trace>
  <inkml:trace contextRef="#ctx0" brushRef="#br0" timeOffset="22653.34">23242 9224 73 0,'0'0'2'0,"0"0"-1"0,-43 7-2 0,28-5 1 16,-1 0 1-16,-1 0 5 16,-1-1 4-16,0-1-1 0,-4 2-2 15,-1-2-3-15,-2 0 3 16,1 0 3-16,-4 0 5 16,-1 2-1-16,-3-2-5 15,-2 1-2-15,-4 0 1 16,-1-1-1-16,-5 3-3 0,-4-3-1 15,-2 1-1-15,-6 1-1 16,-3-1 0-16,-4-1 1 16,-2 4-1-16,-6-4 1 15,-1 3-1-15,-2 0-1 16,-6 0 2-16,-2-2-2 16,0 2 1-16,-2-1-1 0,0 0 0 15,-1 0 0-15,3-1 1 16,-5 2-1-16,2 0 0 15,-2-1-1-15,2 0 1 16,-5 1 0-16,3-2 0 16,-1 2 0-16,0-1 0 0,2 1 0 15,0 1-1-15,-1 0-1 16,-1 1 1-16,-1 0 2 16,3 2-2-16,2 0 1 15,3 0 0-15,1 1 0 16,6-1 0-16,5 2 0 0,0-3-1 15,3 0 2-15,6-2-1 16,0 0 0-16,7-1 1 16,1-1 2-16,1 0 0 15,3-2 3-15,4 0 0 16,4 2-3-16,2-1-3 16,-1 1 2-16,4-2-2 0,3 0 2 15,1 0-2-15,0 0 0 16,1 0 0-16,3 0 0 15,1 0 1-15,0 0-1 16,3 0 3-16,-3 0-1 0,3 0-2 16,1 1 1-16,2 1-1 15,2 2 0-15,2-1 1 16,3 1-1-16,-1 0 0 16,5-1-1-16,0 1-6 15,3-1-23-15,1-1-37 0,1-2-67 16</inkml:trace>
  <inkml:trace contextRef="#ctx0" brushRef="#br0" timeOffset="23247.13">19076 9313 84 0,'0'0'6'0,"0"0"1"0,0 0-5 0,0 0-1 15,0 0-1-15,0 0 1 16,0 0 0-16,0 0-2 16,0 0 1-16,0 0 1 15,0 0 5-15,0 0 2 16,0 0 2-16,-13 5-4 0,9-2-4 16,-1 2-1-16,0 0-1 15,-2 2 1-15,3-2-1 16,-4 2 0-16,3-1 0 15,-1 1 0-15,3-2 0 16,-2-1 0-16,-1 0 0 0,2 2 0 16,1-1 1-16,-1 1-1 15,0 0 0-15,1-2 0 16,1 3 1-16,-2 0-1 16,3-2 0-16,1 1 0 15,0-1 1-15,0-1 0 0,0-1 3 16,1 4-1-16,5-3 2 15,0 2 2-15,2-2-1 16,5-1-1-16,0 1-1 16,3-1 0-16,4 0 0 15,5 1-2-15,8-1 0 0,3-3 0 16,4 0-22-16,4-3-74 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20:00.109"/>
    </inkml:context>
    <inkml:brush xml:id="br0">
      <inkml:brushProperty name="width" value="0.05292" units="cm"/>
      <inkml:brushProperty name="height" value="0.05292" units="cm"/>
      <inkml:brushProperty name="color" value="#FF0000"/>
    </inkml:brush>
  </inkml:definitions>
  <inkml:trace contextRef="#ctx0" brushRef="#br0">13956 13498 87 0,'0'0'8'0,"-1"-2"5"0,0 1-5 0,1-1-4 0,-1 2-3 16,1-1-1-16,0 1 1 16,0 0 2-16,0 0 9 15,0 0 4-15,0 0-4 16,0 0-10-16,0 0-7 16,0 8 2-16,0 1 6 0,0 5 1 15,0 2 0-15,0 1-1 16,0 0 0-16,1 0-2 15,1-1 1-15,2-1-1 16,-4 0 2-16,2-1-1 16,-2-2 1-16,3-1 0 0,-3-2-2 15,2-1-15-15,-1-3-32 16,1-5-10-16</inkml:trace>
  <inkml:trace contextRef="#ctx0" brushRef="#br0" timeOffset="411.54">13997 13506 12 0,'0'0'108'16,"0"0"-102"-16,0 0-2 15,0 0-2-15,0 0 0 16,0 0-1-16,29 37-1 0,-18-20 0 16,2 0 1-16,3 0 0 15,-1 0 0-15,5-2 0 16,-3-1 0-16,0-1 0 16,-1-2-1-16,-3-2 0 15,-2-2 1-15,0-2-1 0,-6 1 2 16,1-2-2-16,-4-4 1 15,0 0 7-15,0 0 27 16,-1-8-2-16,1-2-16 16,0-3-4-16,1-4-2 15,-1-2-2-15,1 1-4 0,-1-2-3 16,2 2-1-16,0 2-3 16,1 3-18-16,1 2-13 15,-1 4-34-15,-1 1-23 16</inkml:trace>
  <inkml:trace contextRef="#ctx0" brushRef="#br0" timeOffset="802.4">14387 13623 132 0,'0'0'-4'0,"0"0"10"16,0 0-4-16,0 0 0 15,36-5-1-15,-29-2 1 16,-2 3 1-16,-1-2 1 16,0 0 7-16,-4 0 2 15,2-1 68-15,-2-1-42 0,0 2-36 16,0-2-26-16,-2 1 21 16,-7 2-10-16,-3 3-10 15,0 2 14-15,0 0 5 16,-1 1 4-16,2 9-2 15,2 1-1-15,-3 1 1 0,6 1 0 16,0 3-2-16,3-1 3 16,3-1-1-16,0-1 2 15,0 0 2-15,6-3-1 16,5-2 1-16,3-1 2 16,0 0-2-16,6-2 0 0,-3-1-1 15,6-1-1-15,-3-3-12 16,2 0-32-16,-1 0-35 15</inkml:trace>
  <inkml:trace contextRef="#ctx0" brushRef="#br0" timeOffset="1044.4">14624 13547 168 0,'0'0'-3'0,"0"0"10"15,0 0-6-15,0 0 1 16,0 0-2-16,0 0 0 16,0 0 1-16,44 37 2 15,-29-27 10-15,2 0-6 16,3 0-4-16,-4-3-1 16,-1 2 0-16,1-2 0 0,-2 1-1 15,0-2-9-15,-3-2-39 16,-1-4-10-16</inkml:trace>
  <inkml:trace contextRef="#ctx0" brushRef="#br0" timeOffset="1258.43">14751 13547 196 0,'0'0'-3'0,"0"0"14"0,0 0-4 15,0 0-3-15,0 0-5 16,-37 26-1-16,30-9 1 16,-2 1 4-16,4 1-1 15,-3 1-2-15,5 1 1 0,-3-4 0 16,-1 3-10-16,2-6-67 16</inkml:trace>
  <inkml:trace contextRef="#ctx0" brushRef="#br0" timeOffset="1592.17">15045 13429 40 0,'0'0'5'0,"0"0"2"15,0 0 0-15,0 0-4 0,10 39-1 16,-3-31 0-16,-2-1-7 16,4-5-33-16</inkml:trace>
  <inkml:trace contextRef="#ctx0" brushRef="#br0" timeOffset="1976.74">14997 13370 92 0,'0'0'54'0,"0"0"-48"16,0 0-4-16,0 0-6 0,0 0 7 15,0 0 3-15,7 41 1 16,-7-20-1-16,0 5 2 16,0-1 2-16,0 3-2 15,0-2-3-15,0 0-3 16,0-5-1-16,-1-2 3 16,1-4 0-16,0-3-2 0,0-1 3 15,0-1 1-15,1-3 3 16,6 0-4-16,-1 0-1 15,3-2 0-15,2-2 0 16,1 1-1-16,3-3-3 0,-1-1-20 16,-1 0-32-16,1-3-36 15</inkml:trace>
  <inkml:trace contextRef="#ctx0" brushRef="#br0" timeOffset="2162.11">14982 13573 201 0,'0'0'-1'0,"0"0"11"0,0 0-7 16,0 0-2-16,51-10 0 16,-20 4 0-16,3-1-19 15,7-4-45-15,1-2-68 16</inkml:trace>
  <inkml:trace contextRef="#ctx0" brushRef="#br0" timeOffset="2879.95">15923 13401 128 0,'0'0'5'0,"0"0"3"0,0 0-4 15,0 0-5-15,0 0 1 16,0 0-2-16,0 0 4 16,-16 49-2-16,16-34 2 15,0-1 0-15,0 3 1 16,0-2 1-16,0 0 0 16,2-2-2-16,5-2-1 0,-2-2 2 15,3 0-2-15,2-4 1 16,1-2 1-16,2-2 2 15,2-1-3-15,0 0 2 16,1 0-2-16,0-4-1 16,0-3 0-16,-3 0 0 0,-3-2 0 15,-1 2 0-15,-3 1 0 16,-2 1-1-16,-2 2 1 16,0 2 0-16,0 1-1 15,0 0-1-15,2 0-4 16,0 4 1-16,-1 4 2 15,3 0 2-15,1 1 2 0,2 0-2 16,-1-3 0-16,2-1 0 16,2-2 1-16,0 0 0 15,1-3-1-15,1 0 2 16,-3 0-2-16,3 0 1 16,-3-6 1-16,-2-2 7 0,2-2 8 15,-6-2 3-15,-1 0 4 16,-2-1-2-16,-2-1-6 15,0-1-10-15,0 1-4 16,-4 0-1-16,-2 4 0 16,1 1-2-16,-4 3-1 15,4 3-9-15,-1 3-20 0,3 0-25 16,3 0-20-16,0 0-25 16</inkml:trace>
  <inkml:trace contextRef="#ctx0" brushRef="#br0" timeOffset="3264.18">16483 13437 113 0,'0'0'-10'0,"0"0"16"16,0 0-5-16,0 0-1 0,0 0 1 15,-40 45 3-15,32-32 1 16,4 0-2-16,2-1-2 0,2 1 1 16,0-1 0-16,0-1-1 15,7-2 2-15,1-1-1 16,2-4-1-16,2-4-1 16,1 0 5-16,3 0 6 0,-3-3 5 15,3-5 4 1,-3-1-7-16,1-2 1 0,-6 0-1 15,-1 1 0-15,-5-3 0 16,-2 3 0-16,0 1-4 16,-2-1-7-16,-8 2-1 15,-3 4 0-15,0 1-3 0,-2 3-3 16,2 0-18-16,0 0-20 16,0 0-31-16</inkml:trace>
  <inkml:trace contextRef="#ctx0" brushRef="#br0" timeOffset="3613.29">16625 13435 75 0,'0'0'48'0,"0"0"-45"15,42-1 5-15,-28 1-5 16,0 0-2-16,0 4-1 15,-1 5 1-15,0 3-2 16,-2 4 1-16,-1-2-1 16,-2 3 2-16,0 0 0 15,-3-3-1-15,-3-3 0 0,2-2-1 16,-4-2-1-16,0-5-2 16,0 0 8-16,0-2 45 15,0 0-2-15,-2-2-28 16,-2-5-5-16,1-2 0 15,1-4-2-15,0 1-6 0,2-1-1 16,0-1-3-16,2 1 0 16,9 2-4-16,5-1-27 15,1 2-35-15,4 2-23 16</inkml:trace>
  <inkml:trace contextRef="#ctx0" brushRef="#br0" timeOffset="4068.65">17094 13457 114 0,'0'0'3'0,"0"0"4"15,0 0 2-15,0 0 23 16,0 0-26-16,0 0-5 16,-38 12-2-16,22-5-3 15,3 1 8-15,2 1-4 16,-1 0 1-16,6 1 0 0,2 1-1 15,4-2-8-15,0-2-3 16,3-3-1-16,8 0 9 16,4-3 3-16,1-1-1 15,5 0 1-15,0-5-3 16,1-5 1-16,-1-1-1 0,1-3 2 16,-5-3 2-16,1-2-1 15,-5-3 2-15,-3-1-2 16,-2-1-2-16,-5-1 1 15,-2 1 1-15,-1 2 3 16,0 2 2-16,-1 1 3 0,-4 3 10 16,-1 1-2-16,1 6-5 15,-3 2-6-15,3 4-2 16,0 3-3-16,0 0 0 16,1 7 0-16,-3 5-6 15,1 8 6-15,3 1 0 16,1 3 0-16,2 2 4 0,0 1-4 15,2 1-31-15,6-4-20 16</inkml:trace>
  <inkml:trace contextRef="#ctx0" brushRef="#br0" timeOffset="4361.18">17796 13397 81 0,'0'0'3'0,"0"0"8"0,2 44-2 0,0-23-3 16,-2 0-1-16,0 4 0 15,0-1 0-15,0 0-4 16,-3-3 1-16,-1-3 0 16,-2-2 1-16,-2-3-2 15,2-7-13-15,-2-2-19 0</inkml:trace>
  <inkml:trace contextRef="#ctx0" brushRef="#br0" timeOffset="4602.59">17746 13421 121 0,'0'0'16'16,"0"0"-8"-16,34-41 2 15,-20 34-3-15,-1 2 2 16,-1 5-4-16,0 0-4 16,-1 0-1-16,-3 5-1 0,-2 5-2 15,-1 4 0-15,-5 3 4 16,0-1-2-16,0 0-3 15,-10 0 0-15,-4-2 7 16,-2-1-3-16,-3-2 0 16,4-2-10-16,-3-3-11 0,6-5-22 15</inkml:trace>
  <inkml:trace contextRef="#ctx0" brushRef="#br0" timeOffset="4950.85">17941 13400 172 0,'0'0'-5'0,"0"0"22"16,47-12-1-16,-29 12-11 0,-1 0-1 16,-1 3-4-16,-3 7-1 15,2 4 1-15,-1 1-2 16,-2 1 2-16,-4 0-1 15,-2-2 1-15,-2-1-3 16,-4-2-4-16,0-3 1 0,0-4-4 16,0-4 7-16,-5 0 6 15,-1 0 6-15,0 0 2 16,-1-3 7-16,4-8 3 16,1-1-7-16,2 0-9 15,0-3 3-15,9-2-6 16,4 2 0-16,5-1 0 0,4 0-14 15,3 1-20-15,0 5-32 16,-1-3-17-16</inkml:trace>
  <inkml:trace contextRef="#ctx0" brushRef="#br0" timeOffset="5263.31">18344 13437 162 0,'0'0'14'0,"0"0"-11"0,0 0 5 16,0 0 8-16,0 0-4 16,0 0-5-16,40 0-3 15,-36-7 5-15,2 0 5 16,-4-2-1-16,0-2-5 16,-2 1-4-16,0 0-4 0,0-2-2 15,-4 3-1-15,-7 1-4 16,-1 4-1-16,-2 1 8 15,0 3-2-15,-2 0 1 16,3 4-2-16,-1 6 4 16,4 2-2-16,5-1 1 15,3 5-1-15,2-2-1 0,2-3-4 16,11 1-20-16,5-7-34 16,8-2-39-16</inkml:trace>
  <inkml:trace contextRef="#ctx0" brushRef="#br0" timeOffset="5968.52">18768 13336 176 0,'0'0'25'0,"0"0"5"16,0 0-23-16,0 0-5 15,-43-22-2-15,20 22 1 16,2 1-2-16,-2 7 1 15,1 4-1-15,5 0 2 16,3 3-2-16,5-2-1 0,5 0-8 16,4 0-1-16,0 0 0 15,6-3 5-15,5-2 5 16,3-2 2-16,3-3-1 16,-1-2 2-16,2-1-1 15,2 0 1-15,-2-2 0 16,-1-6 2-16,1-3-3 15,0-3 1-15,-2-2 0 0,-3-1 0 16,-3-3 2-16,-3 0-1 16,-3-2-3-16,-3 0 0 15,-1-2 0-15,0-1-1 16,-1 2-5-16,-6-1-3 0,-5 3-6 16,1 3-2-16,-1 4 6 15,-2 6 7-15,-1 2-3 16,2 3 10-16,1 3-7 15,3 0 8-15,-3 9-6 16,3 5 1-16,3 7 0 16,0 2 0-16,3 5 0 0,3-1 2 15,0 3-1-15,7-3 3 16,2-1-1-16,4-4 1 16,5 1-2-16,1-3 3 15,1-3-2-15,2-1 1 16,0-4-2-16,0-3 4 0,3-2-2 15,-1-5 3-15,-2-2-1 16,0 0 0-16,1-2 0 16,-4-7-2-16,-2-3 0 15,-2 0-1-15,-3-2-2 0,-1 3-2 16,-8 2 2-16,-1 1 3 16,-2 5 25-16,0 3-13 15,0 0-10-15,0 0-8 16,0 3 2-16,0 7 0 15,0 1 1-15,0 3 0 16,4-1-1-16,0-1-19 0,1-4-33 16,3-5-49-16</inkml:trace>
  <inkml:trace contextRef="#ctx0" brushRef="#br0" timeOffset="6119.57">19142 13174 244 0,'0'0'-51'0,"0"0"57"0,0 0-23 0,0 0-78 16</inkml:trace>
  <inkml:trace contextRef="#ctx0" brushRef="#br0" timeOffset="6438.16">19265 13319 210 0,'0'0'-7'15,"0"0"9"-15,0 0-4 16,0 0-8-16,0 0 10 15,-41-17-1-15,23 18-3 16,0 8 4-16,1 2-3 16,3 3 5-16,3 2-2 0,5 1-3 15,5-1 1-15,1-1 2 16,0-2-3-16,13-3 7 16,1-2 0-16,8-2-1 15,3-3 2-15,3-2-2 16,4-1-9-16,-1 0-23 0,-3-3-11 15,-1-7-29-15</inkml:trace>
  <inkml:trace contextRef="#ctx0" brushRef="#br0" timeOffset="6651.5">19418 13201 135 0,'0'0'12'0,"0"0"15"16,0 0-18-16,-36 1-5 15,25 12 2-15,3 4 5 16,3 3-3-16,3 3-3 0,2-2 0 16,0 2-3-16,2-2 0 15,5 0 1-15,2-2 0 16,2-4-1-16,-2 1-18 16,-1-6-25-16,-2-4-16 15,-1-4-63-15</inkml:trace>
  <inkml:trace contextRef="#ctx0" brushRef="#br0" timeOffset="6908.19">19296 13350 170 0,'0'0'20'0,"0"0"-5"0,0 0-12 15,0 0-2-15,55-27 0 16,-32 24-1-16,1-1 0 15,1 0 1-15,0 4 2 0,-3 0 5 16,-2 0-2-16,1 2-3 16,-4 7 0-16,-1 1-5 15,-6 1 2-15,-3 2 0 16,-2-1 0-16,-4-1-1 16,-1-1-5-16,0-3-18 15,0-3-31-15,0-4-38 0</inkml:trace>
  <inkml:trace contextRef="#ctx0" brushRef="#br0" timeOffset="7043.64">19528 13218 199 0,'0'0'-63'0,"0"0"61"16,0 0-53-16</inkml:trace>
  <inkml:trace contextRef="#ctx0" brushRef="#br0" timeOffset="7733.16">19721 13319 202 0,'0'0'2'0,"0"0"10"16,0 0-6-16,0 0-11 16,0 0 6-16,0 0-1 0,-46-16 0 15,30 16-1-15,3 9 0 16,1 0 1-16,1 2-1 16,5 0 0-16,4 0-1 15,2 1-7-15,0-1-5 16,4-4 8-16,4 2 2 0,3-2 3 15,2-4 0-15,1-1 1 16,-3 1 1-16,1-3 0 16,-3 0 0-16,-1 0 1 15,-2-3-1-15,-2-4 1 16,0 0 1-16,0-4-1 16,-2 2-1-16,0 0 0 0,0-2 0 15,-2 1-1-15,2 2 2 16,-1 1-2-16,1 0 1 15,1 2-1-15,2 3 2 16,-1-2-2-16,1 3 0 0,3 1 0 16,-2 0 0-16,3 0-2 15,-1 1 2-15,-1 7-1 16,0 0 1-16,0 2-3 16,1 3 3-16,-2-1 0 15,0 0 1-15,-1-3-1 0,0 1 2 16,0-3-4-16,-3-3 2 15,1-2 0-15,0-2 2 16,-1 0 1-16,2 0 8 16,0-6-3-16,0-4-2 15,1 0-2-15,0-3 1 0,4 0 2 16,-4 2-3-16,3 1-3 16,-3 1 2-16,1 2 8 15,1 2 6-15,-1 3-11 16,1 2-4-16,-1 0-3 15,1 0-1-15,2 9-1 16,-3 2-2-16,0 2 4 0,0 1 1 16,-2 1-13-16,0-4-26 15,0-1-31-15</inkml:trace>
  <inkml:trace contextRef="#ctx0" brushRef="#br0" timeOffset="7932.58">20080 13262 229 0,'0'0'10'0,"0"0"17"0,0 0-13 16,0 0-11-16,0 0-1 15,0 0-3-15,0 0-25 16,0 0-10-16,0 0-32 15,0 0-35-15</inkml:trace>
  <inkml:trace contextRef="#ctx0" brushRef="#br0" timeOffset="8067.22">20080 13262 161 0,'39'54'39'0,"-39"-52"-16"0,0-2-12 16,1 3-8-16,6-1-1 15,-4-2-13-15,2 0-72 16</inkml:trace>
  <inkml:trace contextRef="#ctx0" brushRef="#br0" timeOffset="9541">13949 14057 7 0,'0'0'3'0,"0"0"6"0,0 0 5 0,0 0-6 16,0 0 3-16,0 0 1 15,0 0 8-15,0 0-5 16,0 0-7-16,45-2-5 15,-38 0-1-15,3 2 0 0,2 0-1 16,1-1 0-16,0 1-1 16,1 0 0-16,2 0 1 15,4 0-1-15,1 0 0 16,2 0 0-16,2 0 0 16,4 0 2-16,0 0-4 0,0 0 4 15,3 0-4-15,3 0 0 16,0-2 1-16,6-1 1 15,4 0-1-15,2-1 1 16,4 0-1-16,3-2 0 16,4 2-7-16,0-2-1 15,2 1 4-15,1-1 3 0,-2 0 2 16,3 1-1-16,-1-3 1 16,3 1 1-16,1-1 1 15,2-1 0-15,2 2-1 16,3 0 2-16,-3 1-2 15,-2 1 3-15,-1 0-1 0,-2 1 2 16,0 1-2-16,-2-1 2 16,3 2 1-16,-4-2 0 15,5 3 2-15,2-3-5 16,0 2 0-16,1-2 0 16,0 3-2-16,1-1 0 0,-2 1 0 15,-1 0-1-15,0-1 0 16,0 2 1-16,0-3-1 15,0 2 0-15,1-1 1 16,0 1 0-16,0-2-1 16,1 2 1-16,-2-1-1 15,0 1 1-15,0-2 0 0,0 3-1 16,5-1 1-16,-3-2 3 16,3 3 0-16,4-2-2 15,0 1-1-15,3 0 0 16,-3 1-1-16,0 0 1 0,1 0-1 15,0 0 0-15,0 0 2 16,-2 0-2-16,2-2 1 16,0-1 1-16,1 1 0 15,0-2 0-15,-2 2-1 16,0-1 0-16,-3 1-1 0,-1 0 0 16,-2 0 0-16,-1 1-1 15,0 0 11-15,-1 0 11 16,1 0-15-16,0-2-4 15,0 1 0-15,-4 0 0 16,-3-2-2-16,-3 1 0 0,-4-1 0 16,-3-1 0-16,-5 2 0 15,0-2 0-15,-3 1 1 16,-7-1-1-16,0 1 0 16,-5 0 0-16,-2-1-1 15,-5 1-22-15,-5-2-37 0,-5-1-64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14:52.802"/>
    </inkml:context>
    <inkml:brush xml:id="br0">
      <inkml:brushProperty name="width" value="0.05292" units="cm"/>
      <inkml:brushProperty name="height" value="0.05292" units="cm"/>
      <inkml:brushProperty name="color" value="#FF0000"/>
    </inkml:brush>
  </inkml:definitions>
  <inkml:trace contextRef="#ctx0" brushRef="#br0">8800 5192 40 0,'0'0'6'0,"0"0"9"0,0 0 1 16,0 0-3-16,0 0-1 15,-38-21-4-15,31 18-2 16,4 1 1-16,-3-1-3 0,2 2-1 16,1-2 3-16,3 3-3 15,-2-1-2-15,2 1 0 16,0 0-1-16,0 0-2 16,0 0-4-16,0 0 3 15,2 0 0-15,5 0-1 0,2-3 3 16,4 2 3-16,1-1 0 15,4-2-1-15,-1 1 0 16,1 0 0-16,3-1 0 16,-2 3-1-16,0-1 0 15,3 1 0-15,-4-2 0 0,4 2 2 16,1-1-4-16,-2 1 4 16,4-1-2-16,2 1 0 15,0 1 0-15,4-2 0 16,3 1 0-16,-1 1-2 15,5 0 4-15,-1-1-4 0,2-1 2 16,1 1 0-16,0-2 0 16,-1 3 0-16,1-3 2 15,2 3-1-15,1 0-1 16,0-2 1-16,3 1-2 16,1 1 2-16,-1-1-1 0,2-2 1 15,0 3 0-15,4-2-1 16,0 2 1-16,4 0-1 15,0-2-1-15,0 2 2 16,1 0-1-16,-1-2 0 16,1 1 1-16,1-2-1 0,0 0 1 15,-2-1-1-15,2-1 1 16,-2 1 0-16,2 0 0 16,2 0 2-16,0 1-3 15,-3 0 1-15,3 2 0 16,2-2-1-16,-4 3 0 15,3 0 0-15,0 0 2 0,1 0-3 16,0 0 1-16,1 0 1 16,0 0-1-16,3 0 0 15,1 0 0-15,0 0 1 16,5 0-1-16,-3 0-1 0,0-3 2 16,-1 0-1-16,1 2 0 15,-2 1 1-15,0 0 1 16,-2 0-1-16,0 0-1 15,2 0 3-15,2 0-1 16,-2 3-1-16,0-2 0 16,2 2 1-16,-2-2 3 0,3 1 3 15,-1-1-1-15,2-1-2 16,2 0-2-16,0 2-2 16,0-1 0-16,0-1 1 15,2 3-1-15,-1-2 1 16,-3 1-2-16,-1-1 0 0,0-1 0 15,3 2 0-15,0-1 1 16,2-1-1-16,2 0 2 16,2 0-2-16,1 0 2 15,3 1 0-15,-5-1-2 16,0 1 4-16,-4 1 0 0,4-1-1 16,-5 1 2-16,2 1-1 15,1 0-2-15,2 0 0 16,2 1 0-16,1-3-2 15,0 1 3-15,0 0-3 16,3 0 1-16,3-2 0 0,1 3-1 16,3-2 1-16,-1 1 0 15,4 1 0-15,-1 1 0 16,-4 0 1-16,1 0-1 16,1 2 0-16,0-2-1 15,1 2 0-15,2-2 1 16,-2 1-2-16,0-1 2 0,-1 1-1 15,-3-2 3-15,-1 3-3 16,0-3 2-16,-4 1 0 16,-1-1 1-16,1 0 0 15,-5 0 1-15,1-2-2 16,-4 0-1-16,-3-1 1 0,-2 0-1 16,-1 0-1-16,-3-1 0 15,-3-5 1-15,-1-2 0 16,-4-4 0-16,-3 1 0 15,-4-3 1-15,-4-2-1 16,-3-4-1-16,-2-1 1 0,-3-6 0 16,-1-1 0-16,-4-5 0 15,-1-1-1-15,-5-3 1 16,0 1-1-16,-6 1 0 16,-3-2 1-16,-3 0-1 15,-3 3-1-15,-3-3 4 0,-4-1 0 16,0 1 4-16,-4-3-3 15,-2 0-2-15,0-2 0 16,0 1 0-16,0 1-2 16,-4 0-1-16,-4-1 0 15,-1 0-2-15,-3-1 3 0,-3 1-3 16,-3 1 2-16,-5 3-2 16,-3 2 2-16,-4 4-4 15,-4 1 5-15,-4 3-1 16,-4 4 0-16,-1 2 0 15,-6 1 1-15,0 3 1 16,-5 0-2-16,-7 4 0 0,0 0-1 16,-3 2 3-16,0-2-3 15,-1 2 3-15,-4 1-1 16,2 0 0-16,-2 0 1 16,0 3-1-16,-1-2 0 0,-6 2 0 15,3 0 0-15,-2 2 1 16,-1-1-1-16,0 1-1 15,1 0 2-15,-2-1-1 16,1 2 0-16,-3 1 0 16,-2-1 0-16,-4 0 0 15,0-1 0-15,-1 4 0 0,-6-2 0 16,0 0 0-16,-1 2 0 16,-1-1 0-16,-4 1 0 15,-4 1 0-15,2-1 0 16,0-1 0-16,-2 2 0 0,1-2-1 15,-3 0 2-15,3-1-1 16,0 1-1-16,-3 0 1 16,4-2 1-16,0-1-2 15,-2 2 1-15,2-1 0 16,-2-2 0-16,0 2 0 0,-5 1 0 16,3-1 0-16,-3 1 0 15,0 3 0-15,-3-4 0 16,2 4 0-16,-1 0 1 15,-2-3-1-15,0 3-1 16,3 0 2-16,0 0-1 16,-1 0-1-16,-1 0-4 0,0 0 6 15,-1 0-1-15,-1 0 0 16,1 0 0-16,-2 3 1 16,3 0-1-16,1 0 1 15,0-2-1-15,2 3 0 16,1-2 0-16,0 1 0 15,3-2 1-15,-1 0-1 0,6 1 0 16,-2-1 1-16,-3-1-1 16,6 0 0-16,1 2 0 15,1-1 1-15,1-1-1 16,2 0 0-16,1 1 0 16,-1 2 0-16,2-3 0 0,1 3 1 15,-1-1-1-15,2 1 0 16,-1-1 0-16,3 2 0 15,1 0 0-15,0 1 0 16,1-1 0-16,1 2 0 16,2-2 0-16,3 3 0 0,-1-1 0 15,6 1 1-15,-2 0-2 16,5 2 1-16,2 1 0 16,2-2 0-16,3 2 1 15,1 0-2-15,5 0 1 16,3 1 1-16,3-2-1 0,5 2 0 15,3-1 0-15,4 0-1 16,4 1 1-16,-1 1 0 16,5-2 0-16,-2 3-1 15,2 1 0-15,2 0 1 16,0 2-1-16,3-1 1 0,2 4-1 16,2-1 1-16,-1 2-1 15,3 3 0-15,1 0 1 16,0 2-1-16,-1 0 1 15,1 4-1-15,2 1-1 0,-2 1 2 16,-2 0-2-16,3 1 2 16,-3-1-1-16,2 0 1 15,1 1 0-15,-1 2 0 16,2 1-1-16,2 0 0 16,3 2 2-16,2 2-2 0,7-2 1 15,3 1 0-15,3 2 0 16,19 2 3-16,11 1-5 15,11-6-47-15,10-8-94 16</inkml:trace>
  <inkml:trace contextRef="#ctx0" brushRef="#br0" timeOffset="4048.78">9050 7922 20 0,'0'0'2'0,"0"0"-1"0,0 0 0 0,0 0-1 0,0 0 0 16,0 0 0-16,0 0-1 15,0 0 6-15,0 0 21 16,0 0-13-16,0 0-9 15,0 0-4-15,7-14 2 16,-10 12-2-16,1 2 2 16,0-2 4-16,0 1 2 0,-1 1 3 15,2-1-1-15,1 1-4 16,-1 0-1-16,0-2-3 16,1 2-2-16,0-1 1 15,0 1-1-15,0 0-1 16,0 0-2-16,0 0 5 0,3 0-1 15,4 0-2-15,0 0 1 16,4 0 1-16,0 0-1 16,2 0 1-16,3 0 0 15,-2 0 0-15,2 0-1 16,4 0 0-16,-3 0 0 16,6 0 1-16,-2 0-1 0,2 0 0 15,2 0 0-15,-1 0 1 16,2-3-2-16,0 2 2 15,0-2-1-15,-1 0 0 16,2 0 0-16,2-1 0 0,0 1 0 16,2 0 0-16,1-1 0 15,1 2 0-15,-1 0 0 16,3-1 0-16,-2 0 0 16,1 0 0-16,0 2 0 15,2-1 0-15,-3 0 0 0,3 2 1 16,0 0-1-16,2 0 1 15,4 0-1-15,-1 0 0 16,-1 0 0-16,3 0 0 16,-1 0 0-16,-2-1 0 15,4 0 0-15,-1-3 2 0,4 1-2 16,-4 0 2-16,2-4 1 16,1 3 1-16,-4-2 1 15,3 2-2-15,-2-2-1 16,2-1-1-16,1 3 0 15,0-1-1-15,2 1 1 0,-3 1-1 16,0-1 0-16,2 1 1 16,-3 1-1-16,2-1 0 15,0 0 0-15,3 0 2 16,-5 0-2-16,4 0 0 16,-2 1 0-16,0 0 0 0,2-2 0 15,-2 1 1-15,4-1-1 16,-4 2 0-16,3-2 0 15,-2 1 1-15,0 1-1 16,-1-2 0-16,-1 2 0 16,2 0 1-16,-2 1-1 15,1-1 1-15,0 1-1 0,0 0 0 16,-1-1 1-16,4 1-1 16,0-1 0-16,2 0 1 15,3-1-1-15,0 0 0 16,0 0 2-16,-1-1-2 15,1 2 0-15,-4-1 0 0,0 2 0 16,2 0 0-16,-2 0 0 16,0 0 0-16,2 1 0 15,0 0 0-15,1 0 0 16,1 0 1-16,2 0-2 16,1 2 2-16,2-1-2 0,-1-1 2 15,-2 0-1-15,3 0 0 16,0 0 4-16,-1 0-3 15,0-3 3-15,-2 0-1 16,-1 2 1-16,0 0-3 16,-1 1 0-16,2 0-1 0,2 0 1 15,0 0-1-15,0 5 0 16,2-1 0-16,-4 1 0 16,4 1 0-16,0-1 1 15,-2-1-1-15,0 2 0 0,3-2 0 16,-3 2 0-16,1 1 0 15,1-3 1-15,1 2-1 16,0-2 0-16,0 2 1 16,0-2 0-16,3-1 1 15,-1 0 2-15,1 1-1 16,1-2-2-16,2 3 0 0,-2 1 0 16,1 1 0-16,2 0-1 15,0 3 1-15,1-3-1 16,-3 3 0-16,-1 0 1 15,0-3 1-15,-3-2 1 16,1-1 0-16,-3-1 2 16,3-2 1-16,1 2-3 0,2-2-2 15,-3 0 0-15,1 1 0 16,1 1-1-16,-4-2 2 16,1 2-2-16,-2-1 0 15,1-1 0-15,-1 0 1 16,-1 1 2-16,3-2-3 0,-1 0 2 15,1 0-2-15,2 0 1 16,0 0 0-16,0 0-1 16,-3-3 0-16,-2-4 1 15,0 1 3-15,-8-2 3 0,2 0-1 16,-2 0-1-16,-1 1-2 16,-1-2-2-16,1 1 0 15,-2 1 0-15,2-3-1 16,1 3 1-16,-3-2 0 15,-2-1-1-15,-1 2 0 16,-3-4 1-16,-4 1-1 0,-2 0 0 16,0-1 0-16,-4 0 1 15,-1-3-1-15,-2 0 2 16,-2-2-1-16,-2-3 0 16,-4-3-1-16,0-3 2 0,-3-3 0 15,-3-4 1-15,1-2 0 16,-3 0 1-16,0-1-4 15,-2 0 2-15,-1 0-1 16,0 1-1-16,0-3 2 16,-3-1-2-16,1-2 4 0,-5 1 1 15,-1 2 0-15,0-1 2 16,-2 4-4-16,0 1-1 16,0 3-2-16,-3 1 2 15,-1 2-4-15,-4 1 4 16,1 0-2-16,-4 0 0 15,1 0-4-15,-2 1 6 0,-2-1-2 16,1 3-1-16,-3-1 3 16,0 2-2-16,-2 0-1 15,-4 3 3-15,2 2-5 16,-7 1 0-16,-2 2 2 16,-4 1 1-16,1-1-6 0,-7 2 6 15,0 0-1-15,-2 0 1 16,-2 2-2-16,-3 1 4 15,-2 0-3-15,-2 0 2 16,-2 3-3-16,-1 0 3 16,-1 1-1-16,-1 1 0 15,-2 0-1-15,-1 2 1 0,-2-1-1 16,-1 0 3-16,-1 1-2 16,1 0 0-16,1-1 1 15,-3 1-1-15,1 0 0 16,2 0 0-16,1-2 0 15,-3 0 0-15,3 0 0 0,0 2 0 16,-3-3 0-16,-1-1 0 16,-3 2 0-16,0-1 0 15,-1 0 0-15,-1 0 0 16,0-1 0-16,0 1 0 16,1 1 0-16,-5 1 0 0,0 1 0 15,-1 1 0-15,-4 2-1 16,-3 0 2-16,-3 0-2 15,0 4 1-15,-2 2 0 16,-1 0 1-16,-1 3-1 16,-1-1 0-16,3-1 0 0,-1 0 0 15,-3 3 1-15,3-3-1 16,-1 0 0-16,1 1 0 16,-2-3 0-16,1 2 0 15,-3-4 0-15,1 3-2 16,-3-2 2-16,-3-1 0 15,3 0 0-15,2 1 1 0,-3 0-2 16,3 3 1-16,-1 0 1 16,3-1-2-16,-1 1 2 15,-4 2-2-15,3-2 2 16,-3-2-1-16,2 1 0 0,0 0 0 16,-2-1 0-16,1 0 1 15,0-1-2-15,-2-1 1 16,0 0 1-16,0 1-2 15,3-2 1-15,-1-1 0 16,0 0 0-16,5-1 1 0,-3 0-2 16,3 0 1-16,0 0 1 15,2 0-1-15,3-1-1 16,1-3 2-16,3-1-1 16,0 0-1-16,4-2 2 15,0-1-2-15,1 1 1 16,1-3 1-16,0 2-2 0,3-5 2 15,0 3-1-15,4 0 0 16,-2-1 0-16,6-2 1 16,-3 3-2-16,6 1 1 15,-5 0 0-15,3 2 0 0,-5 0 0 16,4 2 0-16,-2 2 1 16,3-1-1-16,1 3-1 15,-1-1 2-15,3 2-2 16,1 0 2-16,2 0-1 15,-2 0 0-15,1 6-1 16,-1 1 2-16,0 2-1 0,0 1-1 16,0 2 1-16,-2 1 0 15,1 3 0-15,1 1-1 16,-1 1 2-16,2 2-1 16,1 1 0-16,3-2 0 15,-3 1-2-15,2 0 2 0,1-2 1 16,0 3-2-16,3 1 2 15,2-1-1-15,0 2 0 16,4-2-1-16,3 5 1 16,3-2 0-16,-1 1 0 15,6 2 0-15,0-1 0 0,5-2 0 16,1 3-1-16,2-3 2 16,3 0-3-16,1 2-7 15,2 1 13-15,4 1-4 16,-3 2 1-16,3 1-2 15,-1 3 1-15,2-1 0 16,3 4 0-16,-1-3 1 0,2 0-1 16,3-1 0-16,-1-1 0 15,3 0 0-15,-2-2 0 16,5-1 0-16,0 0 0 16,0-1 1-16,5-2-2 0,2-2 1 15,4 0 0-15,1-3 0 16,3-2-1-16,3 2 2 15,2-4-2-15,7 3 3 16,8-4 0-16,10 1-1 16,11 0 2-16,13-3-5 0,14-3-11 15,8-6-50-15,12-5-168 16</inkml:trace>
  <inkml:trace contextRef="#ctx0" brushRef="#br0" timeOffset="5247.48">18256 6972 69 0,'0'0'4'0,"0"0"14"0,0 0-2 0,0 0-8 15,0 0-1-15,0 0-6 16,0 0 0-16,0 0-1 16,0 0 1-16,0 0 0 0,0 0-2 15,-27 14 2-15,25-7-1 16,0-3 0-16,0 2 0 15,1-2 0-15,1 2 0 16,0-3 0-16,0-2-1 16,0 2 2-16,1-3 5 15,7 0 7-15,1 0 8 0,5-6 1 16,3-2-9-16,3-4-5 16,6-2-3-16,5-3-1 15,6 0 0-15,7-3-3 16,5 0-1-16,4-3 1 15,3-4-7-15,2-4-65 0</inkml:trace>
  <inkml:trace contextRef="#ctx0" brushRef="#br0" timeOffset="8698.95">11998 8542 62 0,'0'-4'4'0,"-4"1"-1"0,0 0 10 0,1-1-1 15,1 2-4-15,-1-2 5 16,-2 2-1-16,2-1-3 16,0-1-4-16,-1 1 0 0,-3-1 0 15,4 1-1-15,-5-2 1 16,1 3-4-16,-3 0 0 15,-1 0-1-15,1-2 1 16,-4 3 1-16,-1-3-2 16,2 2 0-16,-5 0 0 0,1 0 0 15,-2 1 0-15,-3 1 0 16,-1-2 0-16,1 2 0 16,-5 0 0-16,0 0-2 15,0 0 2-15,-4 0 0 16,0 6 0-16,0-1 0 0,-1 2 2 15,-2-1-6-15,1 4 4 16,2-1-2-16,-3 0 0 16,3 2 0-16,0 2 1 15,-1 1 0-15,2-1 1 16,1 2 0-16,1 3 0 0,1-2 1 16,-1 0-1-16,1 2 0 15,0-2 0-15,0 1 0 16,3 3 0-16,-1-2-1 15,2 1 1-15,-3-1 0 16,5-1 1-16,-1 2-1 16,2-1 0-16,1 2 0 15,4-4 0-15,-1 1 0 0,3 0 0 16,2-1 0-16,0 1 0 16,2 1 1-16,1-1-2 15,1-1 1-15,-1 2 0 16,2-1 0-16,1 2 0 0,1-2-1 15,2 0 1-15,-3 1 0 16,4-2-1-16,1-1 1 16,0 1 0-16,0-2 1 15,0 3-1-15,0-3 0 16,0 0 0-16,0 1 0 0,1 0 0 16,2-2-1-16,-1 0 1 15,0 1-1-15,0 2 1 16,0-2 0-16,3 0 0 15,-3 3 1-15,2-1-1 16,0-2 0-16,2 3 1 0,-1 0-1 16,1-1 1-16,0 2 0 15,0-2-1-15,2 0 0 16,-2-1 0-16,1 2 2 16,2-3-2-16,-1 2 1 0,2-3-1 15,-1-2 0-15,2-1 0 16,0 1 0-16,2-5 1 15,1 3 0-15,-1-2 1 16,1 0-1-16,0 0 1 16,2 0 0-16,-1 0-1 15,3-2 1-15,-1 1-1 0,1-1 0 16,3 2 1-16,-2-3 0 16,4 3-1-16,-3-1-2 15,2-2 2-15,-1 0 1 16,3 2-2-16,-2-4 1 15,1 1 1-15,3-1-2 0,2 1 1 16,0-2 1-16,2 0-2 16,3-1 3-16,-1 0-2 15,3 0 0-15,-3 0 0 16,3 0 0-16,-2-2 0 16,1 1 2-16,0-2-3 0,-1 0 2 15,1 2-2-15,1-1 0 16,1 2 0-16,0-3 1 15,0 3 0-15,4 0-1 16,-4-1 0-16,0-1 0 16,1 1 0-16,1 1 0 0,1 0 1 15,-3-3-1-15,4 3 0 16,-1 0-1-16,3-1 2 16,-1-1-1-16,-1 2 0 15,3-1 0-15,-3 1 1 16,0-1-1-16,3 1 1 0,-3 0-2 15,0 0 2-15,-1 0-1 16,-3 0 0-16,2 0 0 16,-1 0 0-16,-1 0 0 15,3 0 0-15,1 0 0 16,1 0 1-16,1 0-1 16,1 0 0-16,1 0 1 0,2 0-1 15,-2 0 0-15,1 0 0 16,2 0 1-16,0-2-1 15,3-1 0-15,-3 2 2 16,2-1-2-16,-2 1 0 16,2-2 0-16,-2 3 0 0,2 0 0 15,-3 0 0-15,4 0 0 16,-1 0 1-16,0 0-1 16,-1 0-1-16,0-1 1 15,0-1 0-15,0 0 1 16,1 0 0-16,3 1-1 0,-3 1 1 15,-2 0 0-15,2 0-1 16,-2 0 0-16,-3 3 0 16,2 1 1-16,2-1-2 15,-2-1 2-15,0-2-1 16,1 0 1-16,-2 0 1 0,2 0 5 16,-3-5-3-16,2-1-2 15,0-1 0-15,2 0-1 16,1 0 1-16,-4-2-1 15,-1 2 0-15,0-1-1 16,-2-1 0-16,-2 1 1 0,1-1-1 16,-1-2 0-16,0-2 1 15,2-1-1-15,-5-5 1 16,1 2 0-16,-5-3-1 16,-1-1 1-16,-4 0-1 15,-2-1 2-15,-1 1 2 0,-3-3 1 16,-5 1 2-16,0-1 5 15,-5 0-3-15,1-2-3 16,-3-2-2-16,-2 1-2 16,1-2-1-16,-3-2 0 15,0 1 0-15,-2-4-1 16,-1 2 2-16,-3-1-2 0,0 1 1 16,0 0 3-16,-9 4 0 15,-3 1-2-15,-3-2 1 16,-1 5-1-16,-3-3-3 15,0 3 4-15,-2-3-3 0,2 1 4 16,-2 1-2-16,2-1-2 16,-3 2-1-16,3 1 3 15,-5 1-3-15,4-1 3 16,-4 3-2-16,-2 0-5 16,0 1 9-16,-1 1-4 0,-4 0 0 15,1 4-3-15,-5 1 5 16,1 0-3-16,-2 2-2 15,1 1 6-15,-3 0-4 16,-1 1 0-16,0 1 2 16,-1 0 1-16,0 2-2 15,-1 0 0-15,1 2 0 0,0 1 0 16,-1 0-2-16,3 2 3 16,-4 1-1-16,-1 0 0 15,-1 0 0-15,-1 0 0 16,1 0 0-16,1 0 0 0,0 0 0 15,4 1-1-15,-1 2 2 16,1 0-1-16,-1-1-1 16,2 0 2-16,-3-2-2 15,1 3 1-15,0-2 0 16,2 2 0-16,-1-1 1 16,2-1-1-16,1 0 0 15,-4 1-1-15,0-1 1 0,0 2 1 16,0-1-1-16,-1-1 0 15,3 3 0-15,0 0-1 16,0-1 2-16,1-1-1 16,0 2-1-16,1 1 1 0,-3 0 0 15,0-2 0-15,-3 1 0 16,2 0 0-16,2 1 0 16,-3 0 0-16,1-2 0 15,0 1-2-15,-3 1 2 16,1-2-1-16,-2 2-2 0,-2-1 3 15,2 2 2-15,-1-1-4 16,-1 0 2-16,1 1 0 16,0-1 2-16,-2 1-2 15,3 2 1-15,-2 1-1 16,0 3 0-16,-1-1-4 16,4 0-59-16,-4-8-54 0</inkml:trace>
  <inkml:trace contextRef="#ctx0" brushRef="#br0" timeOffset="9624.11">9765 12271 6 0,'0'0'3'0,"0"0"-2"0,0 0 0 0,41-10-3 16</inkml:trace>
  <inkml:trace contextRef="#ctx0" brushRef="#br0" timeOffset="11047.69">9894 12177 62 0,'0'0'17'16,"0"0"1"-16,0 0-11 16,0 0-3-16,0 0-3 15,0 0-1-15,0 0 1 16,0-4 1-16,0 2-1 0,0 2 0 16,-4-1-1-16,-1-1 0 15,1 1 0-15,0 1 1 16,-1 0 1-16,2 0 0 15,2 0 0-15,-4 0 0 16,5 0-1-16,-2 0 0 16,2 0-1-16,0 0 0 0,0 0 0 15,0 0 1-15,0 4-1 16,0 0 0-16,0-1 0 16,4 1 0-16,2-1 1 15,2-3 1-15,-1 2 1 16,3-2-1-16,2 0 0 0,1 0 0 15,2 0-1-15,2 0 0 16,3 0 0-16,-1 0-1 16,2 0 1-16,-1 0-1 15,3-4 2-15,-3 1-2 16,4-2 1-16,-1 1-1 0,-1-3 0 16,2 3 1-16,3-2-1 15,2 0 0-15,-1 2 0 16,3-1 0-16,2-1 0 15,-1 1 0-15,3 0 0 16,-2-1 0-16,1 1 1 0,0 0-1 16,0 2 0-16,1-1 0 15,1 1-1-15,2 0 2 16,0 1-1-16,3-1 0 16,0 0 0-16,-1 0 0 15,-1-1 0-15,1 0 0 0,-2-1 0 16,0 0 0-16,3 0 0 15,-1 1 0-15,1 1 0 16,0-1 0-16,0 1 0 16,-2 3 0-16,4-2 0 15,-3 2 0-15,0 0 0 0,1 0 0 16,1 0 0-16,1 0 0 16,1 0 0-16,-2 0 0 15,1 0 0-15,-3 4 0 16,0 1 0-16,-2-2 0 15,1 1 0-15,1 1 0 16,-2-2 0-16,3-1 0 0,-3 1 0 16,2-1 1-16,-1 0-1 15,0 0 0-15,1-1 0 16,-2 2 0-16,2 1 0 16,3 1 0-16,-1 0 0 0,1 0 0 15,-1 0 0-15,0-1 0 16,-1 1 0-16,1-2 0 15,-2 1 0-15,3-3 0 16,-1 2 0-16,0-3 1 16,1 0-1-16,-2 0 0 15,1 0 0-15,-1 0 0 0,-1 0 0 16,3 0 0-16,-2 1 0 16,2 1 0-16,0 2 0 15,3-1 0-15,-1 0 0 16,0 1 0-16,2-1 0 0,-1 1 0 15,0-1 0-15,2 0 0 16,0 0 0-16,-2-2 0 16,1 2 0-16,-5-3 0 15,1 0 1-15,-2 0-1 16,0 0 0-16,3 0 1 16,2 0 0-16,1-3 1 0,0 0-1 15,1 2-1-15,-2-2 2 16,1 0-2-16,-3 1 0 15,-1 0 0-15,0 2 1 16,-1-3-1-16,0 3 0 16,-3-1 0-16,-1-1 0 0,1 1 0 15,0-2 1-15,-2 0-1 16,3 1 0-16,2-2 0 16,-1 0 1-16,-1-1 0 15,1 0 0-15,-2 2 0 16,-2-1-1-16,-2 3 2 0,-1-2-2 15,0 2 0-15,2-2 0 16,-5 2 0-16,3 0 0 16,-1 1 0-16,-1 0 0 15,1 0 0-15,-4 0 0 16,2 0 0-16,-2 1 0 0,-1 4 0 16,0-1 0-16,0 3 0 15,2-4 0-15,1 3 0 16,0-1 0-16,-1 0 0 15,1-1 0-15,0 0 0 16,-6 2 0-16,-1-2 0 0,-3 2 0 16,-4 1 0-16,-2 0 0 15,-3-1-14-15,-5-5-38 16</inkml:trace>
  <inkml:trace contextRef="#ctx0" brushRef="#br0" timeOffset="13098.33">13942 10994 119 0,'0'-7'2'0,"-2"-2"2"0,1 2 0 16,0 0-3-16,-1 1 1 16,0-1-2-16,-2 2 1 15,0-1-1-15,0-1 0 16,-2 0 1-16,-1 2 3 0,-5 0 3 16,2 0 1-16,-3 1-2 15,-1 1 0-15,-1 2-3 16,-1 1 3-16,0 0-5 15,-2 0-1-15,0 0 0 16,-2 7 0-16,-1 1-1 0,2 2 2 16,-5 0-1-1,-1 3 1-15,2 0-2 0,-2-1 0 16,2 3 2-16,-2-1-1 16,6-1 1-16,-1 1 0 15,1 0 0-15,2 2-1 16,2 1 0-16,-1 0 1 0,1 1-1 15,-1 2 0-15,-1 3 0 16,1 1 1-16,0 2-1 16,0 2-1-16,1 2 2 15,-3 1-1-15,4-1 0 16,-1 0 0-16,2-2 2 0,0-1-2 16,3-2-2-16,3 0 2 15,-3-1 2-15,4 0-2 16,2 2 1-16,1 1 0 15,2 0-1-15,1 1 1 16,0 2-1-16,0-1 1 16,4 2-1-16,0-3 1 0,3 1-1 15,2-1 0-15,0-2 1 16,0-1-1-16,4 1-1 16,0-1 0-16,2 1 2 15,2-2-1-15,-1 3 0 16,1 0 1-16,0-3-2 0,3 0 2 15,-3 0-1-15,0 0 0 16,0-2 1-16,3-1 0 16,-3-1 0-16,4 0-1 15,1-4 0-15,1 0-3 16,1 0 6-16,0-2-1 0,2-2 0 16,-1 2-1-16,1-3 1 15,-2-1-2-15,-1 4 0 16,2-2 0-16,-1 1 1 15,1 1-1-15,-3-1 0 0,2 1 0 16,1-1 0-16,-3 1 0 16,2-3 1-16,1 2-1 15,-2 0 0-15,1-2 1 16,2 3-1-16,-1-2 0 16,2 1 0-16,2 0 0 15,-1 0 0-15,0 0 0 0,0 0 1 16,0-2-1-16,0-1 0 15,3-1 0-15,0 2 0 16,0-1 1-16,5-1-1 16,-2-1 0-16,3 1 1 15,1-1-1-15,-1-1 0 0,1 1 1 16,-1-2-1-16,3 3 0 16,1-2 1-16,-1-1-1 15,0 0 0-15,5 0 0 16,-3 0 0-16,1 0 2 15,-1 1-4-15,-1-1 4 0,0-1-2 16,1 0 0-16,1 0 0 16,5-2-4-16,-2 1 6 15,-1-1 0-15,2 0-2 16,-1-2 0-16,-2 1 0 16,-1-1 0-16,-1-1 1 0,2 0-1 15,-1 0 0-15,-3 0 0 16,3 0 1-16,-3 0-1 15,-2 0 0-15,0 0 0 16,0 0 0-16,0-1 0 16,-2-5 1-16,0 1-2 15,1-4 2-15,1 1-1 0,-1-4 1 16,0-1-1-16,-2-1 1 16,1-1-1-16,0-2 0 15,-2-1 1-15,-3 0-1 16,3-2 1-16,-3 0-1 15,-1-4 1-15,0-2 0 16,0-2 3-16,-1-3 3 0,-3-1-3 16,0 0-2-16,-2-1 0 15,0 2 0-15,-4 0-1 16,2-1 1-16,-3 4 0 16,0-3 3-16,-3 4-2 0,-2 0 0 15,-1-2 0-15,-2 1 1 16,-2-2 0-16,0-2 1 15,-4 0 0-15,1 0-3 16,-4 0 0-16,1 1 0 0,-3-2-1 16,0 2 0-16,0 0 5 15,0 0 0-15,-5-2 3 16,-3 2-6-16,1-2 0 16,-5-1-3-16,1 4 1 15,-1-1 0-15,0 1-1 16,0-1 0-16,-2 1 0 0,0 2 0 15,-2-3 1-15,1 2-1 16,-2 1 0-16,2-2 2 16,-3 1-1-16,1-2 0 15,-2 3-1-15,-1 1 1 16,1 0-2-16,-4 1 2 0,0 2-1 16,-2 0-1-16,-1 0 2 15,-1 1-3-15,-2-1 5 16,0 0-4-16,-4-2 0 15,-1 0 0-15,-4 1 4 16,-2-2-4-16,-4 0 0 16,-2 0 5-16,-3 3-4 0,0 0 2 15,-5 1-3-15,-4 3 3 16,-2 3-3-16,-5 4 1 16,-6 6-1-16,-3 3-3 15,-13 4-22-15,-5 8-35 16,-6 3-36-16</inkml:trace>
  <inkml:trace contextRef="#ctx0" brushRef="#br0" timeOffset="13687.37">13636 12205 150 0,'-2'0'7'0,"0"0"11"0,-1 0 7 0,2 0-15 16,1 0-7-16,0 0-2 0,0 0-1 15,0 0-1-15,0 0-1 16,4 0 2-16,6 0 1 15,5-1 0-15,4-5-1 16,0 2 0-16,5-2 3 16,2 0-3-16,1 1-1 0,0-1 1 15,0-1-13-15,-2 4-18 16,-2 2-12-16,-2-1-12 16</inkml:trace>
  <inkml:trace contextRef="#ctx0" brushRef="#br0" timeOffset="13780.18">13931 12236 58 0,'0'0'-6'0,"47"-2"6"15</inkml:trace>
  <inkml:trace contextRef="#ctx0" brushRef="#br0" timeOffset="15103.12">14987 11951 58 0,'0'0'3'0,"0"0"13"0,0 0-4 0,0 0-4 16,0 0 2-16,0 0-3 0,0 0-2 16,0 0-3-16,0 0-1 15,0 0-1-15,0 0 0 16,0 0-1-16,0 0-1 15,0-30-1-15,0 30 3 16,-1 0 1-16,0 0-1 0,0 4 0 16,1-1 0-16,-2 4 2 15,0-2-2-15,-2-1 1 16,2 4 0-16,0 1 0 16,0 2-1-16,0 2 1 15,2 3-1-15,-2 4 1 0,-2 3-1 16,1 5 1-16,1 4 1 15,-2 4 0-15,0 6 2 16,-1 4-2-16,0 5-1 16,-1 3 0-16,3 4 1 15,-1-1-1-15,-3 1 1 16,2-2 1-16,1-1 0 0,-4-1 0 16,3 0 1-16,-3 0 1 15,2-4-4-15,-3-3 3 16,3-5-4-16,-1-5 2 15,-2-1 1-15,4-4-2 16,-4-1 8-16,3-2-5 0,-5-2-2 16,4-3 1-16,-2-1 0 15,1-5 1-15,0-1-2 16,0-4-1-16,3-3-1 16,0-1 1-16,2-4-1 0,1-2-1 15,1 0-13-15,1-3-14 16,-3 0-22-16</inkml:trace>
  <inkml:trace contextRef="#ctx0" brushRef="#br0" timeOffset="15780.29">14580 13172 47 0,'0'0'19'0,"0"0"-14"0,0 0 1 0,0 0 7 16,0 0 1-16,0 0-9 0,0 0-4 16,0 0 0-16,0 0 2 15,0 0-1-15,0 0 2 16,0 0-2-16,0 0 1 15,24-4 0-15,-15 4 4 16,-4 4-3-16,3-1 1 16,-2 2-5-16,3 0 2 0,-1 1-1 15,-1-1-1-15,1 1 1 16,-2 0 0-16,4 0 0 16,-5 1 0-16,5-2 0 15,-4 1 0-15,3-3 0 16,-1 1 0-16,0 0 1 0,2-1-2 15,-3 1 0-15,1-1 0 16,-1-1-5-16,1-1-14 16,-2 1-6-16,0-2-17 15</inkml:trace>
  <inkml:trace contextRef="#ctx0" brushRef="#br0" timeOffset="16185.87">14899 13070 75 0,'0'0'3'0,"0"0"1"0,0 0-3 0,0 0-1 15,0 0 0-15,0 0 1 0,-46 42 2 16,34-27 5-16,-1 1-1 16,-1 2-3-16,-2 4-3 15,1 0 0-15,-1 2-1 16,1-3-6-16,2-2-29 16</inkml:trace>
  <inkml:trace contextRef="#ctx0" brushRef="#br0" timeOffset="16756.16">14568 13190 37 0,'0'0'27'0,"0"0"-2"0,0 0 0 16,0 0-4-16,0 0-10 15,0 0-9-15,0 0-2 16,0 0-2-16,0 0 2 16,0 0 0-16,-2-1 0 0,2 2 0 15,0 1 0-15,2 2 0 16,0 1 0-16,1-1 0 15,0 3 0-15,3-1-10 16,-1-2-27-16</inkml:trace>
  <inkml:trace contextRef="#ctx0" brushRef="#br0" timeOffset="21554.63">16028 12093 15 0,'0'-1'22'0,"0"-1"1"0,0 2-7 0,0 0-7 15,0 0-5-15,0 0 1 16,0 0-2-16,0 0-1 15,-3 0-1-15,3 0 2 0,0 0 3 16,0 0-1-16,0-1 2 16,0 1 5-16,0-2-4 15,0 1-1-15,0 1-2 16,0-1-1-16,0-1-1 16,-2 2-2-16,2-1 0 0,-1 1 2 15,1-2-3-15,0 2 2 16,0 0 1-16,-1 0-2 15,1 0 1-15,0 0 0 16,0 0-1-16,0 0-2 16,0 0 1-16,0 0-1 0,0 0 1 15,0 3-1-15,0 4 1 16,0 0 0-16,4 3 1 16,-1 0-2-16,-1 3 0 15,-1 1 1-15,2 0 0 16,-1 1 1-16,1 2-1 0,-1-2 0 15,0 2 0-15,0 0 0 16,0 3 1-16,1-1-1 16,1 1-1-16,-2 1 2 15,2 0-1-15,-2 3 0 16,2 1 1-16,-2 3-1 0,0-1 0 16,-2 4-2-16,0-1 3 15,0-2-1-15,0-1 0 16,0 0 0-16,0 0 0 15,0-1 0-15,0 1 1 16,0 0-1-16,0 1 1 16,0 0-2-16,0-2 2 0,0 0-1 15,1-2 1-15,-1 0-1 16,2-3 0-16,-1 2 1 16,-1-2 0-16,1 3 0 15,-1-2 1-15,0 2-1 16,0 0 0-16,0 2 1 0,0-1-2 15,0 0 0-15,0 0 1 16,0-1-1-16,0-1 1 16,1-1-1-16,0-1 1 15,1-2-1-15,0-3 0 16,-2 1 1-16,2-3-1 0,-2-3 2 16,2-3-2-16,-2 0 1 15,1-1 4-15,-1-4-1 16,0 3 0-16,0-1 0 15,1-1-2-15,1-2 0 16,-2 0-2-16,0-1 0 16,0 0 1-16,0 1-1 0,0-1 0 15,0-1-9-15,0 0-56 16,0 0 44-16</inkml:trace>
  <inkml:trace contextRef="#ctx0" brushRef="#br0" timeOffset="22103.72">15937 13309 73 0,'0'0'10'0,"-1"0"2"0,1 0-4 0,0 0-1 0,0 0-3 15,0 0 3-15,0 0 0 16,0 0-3-16,1 0-4 16,3 0 0-16,0 0 0 15,0 3 1-15,1 1 0 16,2 1 0-16,-1-2 0 15,1 3 0-15,0-2 0 0,0-1 2 16,1 3 1-16,-1-3-3 16,2 1 1-16,-4-1-1 15,1 1 0-15,2 0-1 16,0-1 0-16,-2 1 1 16,1-1-1-16,1-1 0 0,0 0-6 15,-4 0-13-15,0-2-12 16,1 0-56-16</inkml:trace>
  <inkml:trace contextRef="#ctx0" brushRef="#br0" timeOffset="22288.02">16099 13295 117 0,'0'0'12'0,"0"0"0"0,0 0-12 15,0 0 0-15,0 0 0 16,-16 42 1-16,14-26-1 16,-2 1-1-16,2-4-12 15,-2-1-18-15</inkml:trace>
  <inkml:trace contextRef="#ctx0" brushRef="#br0" timeOffset="23864.51">14574 12146 51 0,'0'0'8'0,"0"0"10"0,0 0-5 16,0 0-1-16,0 0 0 0,0 0 1 15,0 0 1-15,0 0-1 16,0 0 1-16,0 0-3 15,0 0-5-15,-4-20-4 16,4 20-2-16,0 0-2 16,0 0-3-16,0 0 2 15,0 1 2-15,0 2 4 0,0 3-2 16,2-1-1-16,-1 1 2 16,1 1-4-16,3 0 4 15,-1 3-2-15,-1-1 0 16,2-1 0-16,0 1 0 0,1-1 1 15,2-1-1-15,-1 2 0 16,1-2 0-16,1 0-1 16,1-1 2-16,1-1-2 15,1 0 1-15,0-1 0 16,1-1 0-16,-1-2 0 0,1 1 0 16,0-2 1-16,1 0-1 15,-3 0 1-15,2 0-1 16,-1-5 1-16,-1 1-1 15,2-2 1-15,-2 1-1 16,1-1 1-16,-3 0-1 16,2-1 0-16,0 2 0 0,0-2 0 15,-3 1 1-15,3 0-1 16,1-1 0-16,-1 1 0 16,1-1 0-16,-3 3 0 15,2-3 0-15,2 4 0 0,-4-1 0 16,2 0 0-16,1 1 0 15,-1 0 0-15,2 0 0 16,0 2 0-16,1-1 0 16,0 1 0-16,1 1 0 15,1 0 0-15,-1 0 0 16,3 0 0-16,-2 0 0 0,0 1-1 16,0 3 1-16,0 2 0 15,1 1 0-15,-2-1 0 16,1 2 0-16,-3-1-1 15,3-1 2-15,-3 0-1 16,3 1-1-16,-3-1 2 0,1-1-1 16,2 0 0-16,-2-1 0 15,3-3 0-15,1-1 1 16,-1 0-1-16,2 0 0 16,0-3 0-16,0-2 1 15,1-2-1-15,-1 0 1 0,-2 1-1 16,2 0 0-16,-3 1 0 15,1 2 0-15,-2 1 0 16,0 2 0-16,1 0 0 16,1 0 0-16,-1 4-1 15,2 4 2-15,-2 0-3 0,4 1 2 16,-2 1 0-16,1 0 0 16,2-1 0-16,-1-1 0 15,4-1 1-15,1 1-1 16,2-5 0-16,0 1 0 15,4-3 1-15,-3-1-1 0,0 0 0 16,-1-1 3-16,0-6 7 16,-3-3 2-16,-3 0 1 15,-5-2 1-15,1-1-1 16,-8 1-4-16,0 1-3 0,-3 2 0 16,-1-2-3-1,-5 4-2-15,0-1 0 0,0 3-3 16,-2-2-24-16,-8 3-54 15</inkml:trace>
  <inkml:trace contextRef="#ctx0" brushRef="#br0" timeOffset="26294.81">8360 11117 129 0,'-20'0'-20'0,"1"-1"36"0,0-3 3 0,0 0-8 15,4 3-1-15,-3 1-9 16,3 0 0-16,-2 0-2 15,-1 0 0-15,1 7-1 16,-5 2-2-16,-1 1 0 0,1 4 0 16,-1 3 3-16,-2 2 1 15,3-1 0-15,1 6 0 16,2 1 0-16,2 4-1 16,-1 1 1-16,2 1-2 0,3 5 0 15,0 2 1-15,0 1-1 16,3 2 1-16,-2 7 1 15,4 1 0-15,3 3 0 16,1-1 0-16,2 2 0 16,2-1 1-16,0-1-1 0,6 0 0 15,3 0 0-15,4 2 0 16,3 2 2-16,2-1-2 16,3 3 1-16,3-3-1 15,4 3 1-15,3-4 0 16,5-3 0-16,5-3-1 0,1-8 0 15,3-5-2-15,2-9 3 16,5-4 0-16,0-8-1 16,5-5 0-16,3-7 1 15,-2-1-2-15,2-4 2 16,1-12-3-16,0-8 4 16,-1-8-1-16,-2-5 1 0,-2-6 0 15,-5-5 4-15,-4-1 2 16,-5-2 4-16,-6-1-1 15,-5-1 3-15,-2-4 2 16,-6-1-5-16,-3-1 0 16,-6-1-3-16,-1-1-1 0,-8 1-1 15,-3-2-6-15,-2 1 2 16,-5 1-1-16,-9 1-1 16,-1 1 0-16,-3 3 0 15,-5 2-1-15,0 1-1 16,-4 4-3-16,0 1 4 15,-4 4-4-15,-1 5 2 0,-7 5 3 16,-2 5-5-16,-1 6 1 16,-4 7-13-16,-2 2-24 15,-2 7-18-15,-6 5-50 16</inkml:trace>
  <inkml:trace contextRef="#ctx0" brushRef="#br0" timeOffset="26892.42">6663 12180 56 0,'0'8'20'0,"5"-2"-18"0,-3 1 2 0,2 0 1 0,3 0 3 0,1 0 3 15,0 0-4-15,1-1 1 16,2-2-1-16,2-4 2 16,2 0 0-16,6 0-3 15,4-15 2-15,10-15 2 16,12-14-2-16,17-21-1 15,21-26-1-15,23-23-5 0,22-27 3 16,15-22-9-16,12-19-94 16</inkml:trace>
  <inkml:trace contextRef="#ctx0" brushRef="#br0" timeOffset="44745.55">6347 14026 124 0,'3'-7'3'0,"-3"-2"16"0,0 4 0 0,0 0 4 15,2 3-5-15,-2-1-7 16,0 1-1-16,0 2-1 16,0 0-6-16,0 0-8 0,0 2-3 15,0 5 4-15,2 6 6 16,-2 2 1-16,0 3 1 16,3 2-3-16,-3-1 4 15,2 2-3-15,-2 1-2 16,1-4-5-16,-1-1-29 15,0-2-14-15,0-4-68 0</inkml:trace>
  <inkml:trace contextRef="#ctx0" brushRef="#br0" timeOffset="45016.11">6236 14270 145 0,'0'0'0'0,"0"0"3"15,0 0 7-15,0 0-2 16,49-4-4-16,-33 1-1 16,1-1 0-16,2 1 0 15,-2-1 0-15,2 0-1 16,-1 1-1-16,-1-1 0 0,-1 2-1 15,-3-1 1-15,-1 1 0 16,-5 0-22-16,-3-2-55 16</inkml:trace>
  <inkml:trace contextRef="#ctx0" brushRef="#br0" timeOffset="45250.67">6274 14057 180 0,'0'0'28'16,"0"0"-24"-16,0 0-8 15,0 0 5-15,0 0-1 0,56-11 3 16,-29 7-1-16,1-1-6 15,7 1-20-15,-4 0-36 16</inkml:trace>
  <inkml:trace contextRef="#ctx0" brushRef="#br0" timeOffset="45835.17">6909 14061 144 0,'0'0'17'0,"0"0"-2"16,0 0 0-16,0 0-4 15,0 0-5-15,0 0 0 0,0 0-6 16,0 0 5-16,-47-11-5 16,33 21 0-16,3 1-2 15,0 2 3-15,-2 1-1 16,6 2-1-16,1 0 0 15,5-2 1-15,1-1 0 0,0-2-1 16,0-2 1-16,9-2 1 16,3-2 1-16,-2-3 2 15,2-2-1-15,3 0 0 16,1 0 0-16,-2-2 0 16,1-5-2-16,1-1 0 0,-3-4 1 15,-1 0-2-15,-3-1 1 16,-1-1 0-16,-3-1 0 15,1 2 0-15,-3 1-1 16,-1 0 1-16,0 2-2 16,-2 2 0-16,0 5-3 0,0 0-1 15,0 3 1-15,0 0-5 16,0 3 0-16,0 6 7 16,0 3-1-16,2 0-23 15,-1-1-50-15</inkml:trace>
  <inkml:trace contextRef="#ctx0" brushRef="#br0" timeOffset="46682.62">6346 14174 101 0,'0'0'1'0,"-38"3"6"0,27-1 6 16,1-1-2-16,8 3-6 15,2-1-5-15,7 1-5 0,13-3 8 16,7 1-3-16,6-2 6 15,7 0 0-15,3 0-1 16,6-3-3-16,1-2 1 16,3-1 0-16,-2 1 1 15,1-1-2-15,-2 1 4 0,-4-4-33 16,-6 1-72-16</inkml:trace>
  <inkml:trace contextRef="#ctx0" brushRef="#br0" timeOffset="49266.89">8223 14030 53 0,'0'-11'-2'0,"2"1"3"0,-2 1 10 0,2-1 3 16,-2 0 5-16,0-1 4 16,0 4 0-16,0-3 2 0,0 4-3 15,0-1-10-15,0 0-10 16,0 2-1-16,0 0-2 15,0 1-2-15,0 4-2 16,0-3 3-16,0 3 1 16,0 0 1-16,0 0 0 0,0 0-1 15,0 0 1-15,0 8 4 16,0 3-4-16,0 1 4 16,2 1-2-16,-1 3-1 15,1-2 1-15,3 0-1 16,-1 1 0-16,0-1-1 15,1 0 2-15,1-1-1 0,-3 2-7 16,-1 0-32-16,-2-2-16 16</inkml:trace>
  <inkml:trace contextRef="#ctx0" brushRef="#br0" timeOffset="49622.69">8189 14143 88 0,'0'0'25'0,"0"0"-1"16,0 0-2-16,0 0-6 15,0 0-13-15,0 0-5 16,0 0 2-16,0 0 0 0,0 0 1 15,18-3 0-15,-11 3 0 16,0 0 2-16,1 0-1 16,2 0 0-16,-2-2-1 15,3 2-1-15,-1-1 1 16,1-2 0-16,-1 3-1 0,2-2 1 16,-1 0-1-16,-2 2 1 15,1-2-1-15,-2 2 0 16,-1 0 0-16,-3 0-9 15,-2 0-32-15,0 0-24 16</inkml:trace>
  <inkml:trace contextRef="#ctx0" brushRef="#br0" timeOffset="49851.31">8216 13951 217 0,'0'0'9'0,"0"0"-25"15,58-11 15-15,-28 0-19 16,3-3-63-16</inkml:trace>
  <inkml:trace contextRef="#ctx0" brushRef="#br0" timeOffset="50585.26">9519 14033 96 0,'0'0'24'0,"0"0"15"0,0 0 0 16,0 0-13-16,4-43-6 15,-8 32-3-15,-3 1-4 16,1 2-6-16,-5 1-2 16,4 1-3-16,-4 5-1 0,2 1-5 15,-4 0 4-15,3 5 0 16,-1 7-1-16,0 3 0 16,2 2 2-16,1 2-1 15,1-1 0-15,6 1 1 16,1-3-1-16,0-4-1 15,0 2 0-15,10-5 1 0,1-1-1 16,0-4 2-16,4-1-1 16,1-3 0-16,0 0 1 15,-1-2-1-15,1-6 1 16,-1-2 0-16,-3-1-1 0,-1 0 2 16,-6-2-2-16,1 0 1 15,-3 2 0-15,-3 1-1 16,0-1 1-16,0 2 0 15,0 3 0-15,0 1 0 16,0 3 0-16,-3 2-1 16,3 0-2-16,0 0 0 0,0 4 1 15,0 5 0-15,0 1-2 16,5 1-2-16,2 1-6 16,2-2-11-16,1-1-27 15,2-2-34-15</inkml:trace>
  <inkml:trace contextRef="#ctx0" brushRef="#br0" timeOffset="51281.68">9709 13992 212 0,'0'0'1'0,"0"0"0"0,0 0-1 0,0 0 0 0,0 0-1 15,0 0-1-15,0 0 0 16,0 0 1-16,38 8 1 0,-33 1 0 16,-1 3-2-16,-1 0 4 15,1 1-5-15,-2-3 2 16,-2 0-1-16,0 0-4 16,0-2-4-16,0-2 0 15,0-1 6-15,-2-2-2 0,-2-1 10 16,1-2-2-16,-1 0 2 15,4-3 3-15,0-4-3 16,0-4-1-16,0-2-4 16,2 0 0-16,3 0-1 15,3-1 2-15,4 1-1 16,-4 0 1-16,3 2 2 0,3 1 1 16,-1 3 6-16,1 3-5 15,1 2-2-15,2 2-2 16,0 0 0-16,-1 6 0 15,-3 5 0-15,1 1-1 16,-6 0 1-16,3 0-4 0,-4 1 2 16,0-2 3-16,-6-1-1 15,1 0-1-15,-2-2 1 16,0-2-3-16,0 1-1 16,-1-4 2-16,-3 0 1 15,-3-3 3-15,2 0-1 0,1 0 3 16,2-4-1-16,0-6-3 15,2-2 2-15,0 0-1 16,2-1-1-16,5-4 0 16,6 0 7-16,0 1-5 15,2-2-1-15,2 2 0 0,3 1 3 16,0 2 3-16,2 4 1 16,1 3 0-16,1 5-4 15,-2 1-2-15,1 3 0 16,-2 8-1-16,1 8-2 15,-7 2 3-15,-2 3-2 0,-1 2-1 16,-4 1-10-16,1 0-11 16,1 0-25-16,-1-5-31 15</inkml:trace>
  <inkml:trace contextRef="#ctx0" brushRef="#br0" timeOffset="52015.12">11408 13922 166 0,'0'0'5'0,"0"0"28"0,0-4-3 0,0 1-12 0,-5-1-4 16,1-2-6-16,0 2-3 15,1 0-2-15,-4-2-1 16,3 2-1-16,-3-3-1 15,1 3 1-15,1 1-1 16,-4 0-1-16,-1 1 0 0,2 2-1 16,-3 0 1-16,-2 0-2 15,1 0 5-15,2 0-3 16,0 5 2-16,-1 0-2 16,3 1-1-16,3 1-7 15,0-1 0-15,3 1-2 0,2 0-6 16,0 0-5-16,0 0-7 15,0-2 4-15,8 1 4 16,0-5-6-16,-1-1-35 16</inkml:trace>
  <inkml:trace contextRef="#ctx0" brushRef="#br0" timeOffset="52897.62">11397 13934 33 0,'0'0'0'0,"0"0"1"0,0 0 0 16,0 0 1-16,0 0 3 15,0 0 15-15,0 0 7 0,0 0-1 16,0 0-1-16,0 0 0 16,18-32-5-16,-18 28-4 15,-2 1-3-15,-2-1-6 16,-2 0-1-16,0 0-4 15,-1 1 0-15,-1 1 1 0,-3 2-2 16,1 0-2-16,-1 0 3 16,-5 2-6-16,1 6 6 15,-3 1-1-15,3 2-1 16,-1 3 2-16,2 3-2 16,1-1 0-16,4 1 0 0,4-3-1 15,1 0 1-15,4-4-1 16,0-1-3-16,6-2 2 15,6-4 2-15,6-2 0 16,3-1 2-16,4 0 1 16,0-1-2-16,0-6-1 15,0-2-1-15,1-1 1 0,-6 0-2 16,0-4 2-16,-5 1 0 16,-3-1 2-16,-3 1-1 15,-3-1 3-15,-5 4 2 16,-1 2 0-16,0-1 2 0,0 6 0 15,-1-1-7-15,-3 4-1 16,-1 0-1-16,1 0 0 16,2 10 1-16,0 3-1 15,2 2 0-15,0 3-1 16,0 3 1-16,2 1-1 16,7 1 4-16,-3 3-2 0,4-1 0 15,-5 1 0-15,1-2 0 16,0 2 0-16,-5-2 0 15,1-2 0-15,-2 0 0 16,0-4 0-16,0 1 0 0,-3-4-2 16,-7 1 2-16,-2-5-1 15,-2-1-1-15,-1-4 2 16,0-3 2-16,2-3 2 16,-1 0 1-16,5-9 9 15,-1-5-2-15,2-3-3 16,6-4-2-16,2-5-6 0,2-1 1 15,13-3-3-15,7-2-13 16,5 2-19-16,5-1-26 16,3 2-31-16</inkml:trace>
  <inkml:trace contextRef="#ctx0" brushRef="#br0" timeOffset="53233.8">11755 13888 200 0,'0'0'37'0,"0"0"-7"0,0 0-29 0,0 0 0 0,-36 13-2 0,22 1 3 16,-1 3-1-16,3-1 0 15,1 1-1-15,5 0 2 16,3-3-2-16,3-3 0 16,0-2-4-16,7-2 4 15,6-4 1-15,1-2-2 0,3-1 5 16,0 0-3-16,0-6 1 15,1-3-1-15,-5-2 3 16,-3-1 4-16,-1-2 4 16,-5 1-1-16,-4-1 1 15,0 2-3-15,0 1-4 0,-9 4-6 16,-5 1-3-16,-1 5 2 16,-3 1-10-16,0 4 3 15,0 8-9-15,3 2-8 16,3 1-22-16,3-2-55 15</inkml:trace>
  <inkml:trace contextRef="#ctx0" brushRef="#br0" timeOffset="53496.18">11951 13922 51 0,'0'0'8'16,"0"0"14"-16,0 0-2 0,-36 41 2 15,26-25 1-15,5 1 5 16,-2 0-6-16,7-3-13 16,0-1-3-16,4-3-2 15,6-3 7-15,3-3-5 16,5-2-2-16,-1-2-9 15,1 0-48-15,-1-6-52 0</inkml:trace>
  <inkml:trace contextRef="#ctx0" brushRef="#br0" timeOffset="53616.69">12003 13864 106 0,'0'0'16'15,"0"0"-5"-15,-30-37 3 16,26 29-6-16,-1 0-10 15,5 0-34-15</inkml:trace>
  <inkml:trace contextRef="#ctx0" brushRef="#br0" timeOffset="54200.36">12065 13998 122 0,'0'0'5'0,"0"0"10"15,0 0-8-15,0 0-1 16,0 0 1-16,0 0 6 0,-14-39 1 16,12 28 3-16,2 2-2 15,0-2-5-15,0 1-5 16,0 3-2-16,5-1-3 15,4 3 0-15,1 2 0 16,4-1 0-16,2 4 0 0,2 0 0 16,-3 0 0-16,4 7 0 15,-2 2-1-15,-1 2 2 16,-3 0-2-16,-1 1 1 16,-5-1-1-16,-2 0 1 15,0-2 0-15,-5-2 0 0,0 0-2 16,0-1 1-16,-4-2-2 15,-2-2 4-15,-1-2 5 16,-1 0 1-16,2 0 0 16,-1-5 5-16,3-5-5 15,-1-1 1-15,3-2-2 16,2-1-2-16,0-1-3 0,0 0-1 16,9 2 0-16,2 2-1 15,3 0 1-15,3 2-4 16,0 3 5-16,2 4-1 15,-1 2 0-15,2 0-1 0,0 0 2 16,-3 8-2-16,-2 5-1 16,0 1-4-16,-3 3-10 15,-1 2-8-15,0-2-10 16,-2-2-9-16,1-1 13 16,0-3-4-16,3-2-62 0</inkml:trace>
  <inkml:trace contextRef="#ctx0" brushRef="#br0" timeOffset="54691.86">12563 14001 88 0,'0'0'20'0,"0"0"10"0,41-33-5 0,-30 20-4 15,-6 0-9-15,-3 0-4 16,-2 2 4-16,0 0 3 0,-5 1-2 16,-6 3 0-16,-2 1-2 15,-2 2-5-15,0 2 0 16,0 2-7-16,-1 0 3 15,3 6 1-15,-1 4-3 0,5 3 0 16,5 1 0-16,-1 1 0 16,5 0-3-16,0 0-2 15,5 1 3-15,6-5 2 16,0-2 0-16,5-2-2 16,-1-1 4-16,3-5-2 0,0-1 0 15,-2 0 2-15,0 0 1 16,-1 0 3-16,-1-7 3 15,-5 1 0-15,0-1-6 16,2 1-1-16,-6-1-1 16,1 3 0-16,-4-2 0 0,0 5 0 15,-1 0 0-15,1 1-1 16,0 1-2-16,2 9 1 16,-2 3 1-16,3 1 0 15,-4 3 1-15,1 1 0 16,-2-1-1-16,0-1 0 15,0 0-3-15,0-3 5 0,-6-1 2 16,-3-2-3-16,1-1 1 16,-6-3 4-16,-1-1-3 15,-1 0 0-15,1-3-2 16,0-2-11-16,2 0-46 16,5-7-75-16</inkml:trace>
  <inkml:trace contextRef="#ctx0" brushRef="#br0" timeOffset="55139.52">13574 13614 109 0,'0'0'45'0,"0"0"-44"0,0 0 3 0,-38 4-8 16,28 8 8-16,2 3-6 16,1 8 7-16,-1 0 10 15,2 7-1-15,4 4 3 16,0 1-12-16,2-1 1 16,0 2-2-16,0-1-4 15,0-5 3-15,0-3 0 0,0-3-1 16,0-4-2-16,2-4 0 15,0-5-2-15,-2-1 1 16,0-6-42-16,0-1-39 16</inkml:trace>
  <inkml:trace contextRef="#ctx0" brushRef="#br0" timeOffset="55616.03">13288 13888 208 0,'0'0'27'16,"0"0"-30"-16,0 0 7 16,0 0-4-16,42-22 0 15,-13 17 0-15,1-3 1 16,5 2 0-16,-1 0 0 16,3 1 1-16,-4-1 0 0,-1 0-2 15,-3 3 0-15,-5 1 1 16,-3 1-1-16,-8 1 0 15,-4 0 0-15,-2 0 0 16,-7 0-1-16,0 3 1 16,0 3-2-16,-2 6 2 0,-7-1 1 15,2 0-1-15,1 3 5 16,3-1-5-16,1 0 1 16,2-3 0-16,0-3-3 15,8 0 3-15,4-5-4 16,8-2 3-16,-2 0-1 15,4-3 2-15,-3-6 1 0,3-3 1 16,-5 0 6-16,-3-1 4 16,-6 0 7-16,-3 0-1 15,-5 1 0-15,0-2-11 16,-7 4-5-16,-8 0-5 0,-2 4 2 16,-2 2-3-16,-2 4-2 15,2 0-10-15,0 4-10 16,6 3-17-16,7 0-50 15,2-3-65-15</inkml:trace>
  <inkml:trace contextRef="#ctx0" brushRef="#br0" timeOffset="55887.32">13859 13807 217 0,'0'0'24'0,"0"0"-34"0,0 0 10 0,0 0 0 0,41 34-3 0,-36-22 2 16,-1-1-7-16,-4 1 3 16,2-2 6-16,-1-3 0 15,-1-3 1-15,0-3 7 16,1-1 5-16,-1 0 23 0,1 0 10 16,0-7-20-16,1-4-7 15,1-4 1-15,1-2-12 16,8-1-8-16,-1-2-1 15,7-1-7-15,2-2-37 0,7 2-29 16,4-5-112-16</inkml:trace>
  <inkml:trace contextRef="#ctx0" brushRef="#br0" timeOffset="56428.2">14742 13827 231 0,'0'0'-9'0,"0"0"13"0,0 0-3 0,0 0-1 16,0 0-1-16,0 0 6 16,0 0-2-16,0 0 1 0,-45-34 0 15,33 38 1-15,1 6-4 16,-1 2 1-16,3 2-1 15,1 0 0-15,4 0 0 16,2-4-2-16,2-1 0 16,2-1 3-16,8-5-2 0,1-3-1 15,1 0 2-15,2 0 1 16,1-7-1-16,-2-4 1 16,-2 1 4-16,-1-1 4 15,0 2 2-15,-5 0 6 16,-1 2-4-16,0 4 0 0,-2 2-6 15,1 1-6-15,0 0-4 16,1 3 2-16,3 4-2 16,3 4-3-16,2-1-12 15,3 0-13-15,1-5-32 16,0-3-133-16</inkml:trace>
  <inkml:trace contextRef="#ctx0" brushRef="#br0" timeOffset="57025.02">15081 13759 303 0,'0'0'3'0,"0"0"10"16,0 0-11-16,0 0-1 16,0 0-1-16,0 0-1 15,0 0-2-15,0 0 2 16,41-11-3-16,-32 19 4 0,2 2 0 15,-1 2-2-15,0 0-5 16,0-2 0-16,-5-1 0 16,1-2-2-16,-2-3-4 15,-2-1 6-15,0-2 0 16,-2-1-3-16,0 0 9 0,0 0 1 16,0-1 1-16,0-4 0 15,0-3 4-15,0 1-3 16,0 1 1-16,0-1-1 15,2 0-2-15,6 3 1 16,-3 1-1-16,3 0 0 0,1 3 1 16,3 0-1-16,0 0 2 15,1 0-2-15,0 9 1 16,3-1 1-16,-4 2-2 16,-1 0 0-16,1 1 0 15,-6-2 0-15,1-2 0 0,-3 0 0 16,-3-4-3-16,0 0 0 15,-1-2 3-15,0-1-4 16,0 0 16-16,0 0 3 16,0-4-5-16,0-3-6 15,0-3-2-15,1-1-1 0,8-1-1 16,0-1 1-16,3 2-1 16,3 1 2-16,2 3-2 15,2 2 0-15,1 3 0 16,1 2 0-16,2 0 0 15,-2 3 0-15,3 4-2 0,-2 3-17 16,-1-3-14-16,-1 0-38 16,-1-3-54-16</inkml:trace>
  <inkml:trace contextRef="#ctx0" brushRef="#br0" timeOffset="57359.92">15804 13755 211 0,'0'0'2'0,"0"0"10"0,0 0-13 16,0 0 0-16,-40-2 3 0,27 11-2 15,1-1 2-15,2 2 0 16,5 3 0-16,2-4-1 16,3-1-2-16,0 0 2 15,10-4 2-15,3-2-1 16,4-2-2-16,4 0 4 0,-1 0-2 15,2-6 3-15,-3-3 3 16,0 0 5-16,-3-1 4 16,-5-1 2-16,-4 0-1 15,-4-1 0-15,-3 2-2 16,0-2-6-16,-7 3-6 16,-5 0-9-16,-4 4 3 0,-4 3 1 15,0 2-12-15,0 0-13 16,2 5-23-16,4 0-37 15</inkml:trace>
  <inkml:trace contextRef="#ctx0" brushRef="#br0" timeOffset="57700.87">15972 13696 235 0,'0'0'7'0,"0"0"-8"0,0 0 2 16,0 0-1-16,38 15-3 16,-32-8 2-16,-1 1 1 15,4 1-1-15,-5 1 1 16,3-4 1-16,-2-1-1 0,-1-2 1 16,0-3 0-16,0 0 7 15,0 0 14-15,0-1 1 16,-2-5-9-16,1-1 1 15,0-5 3-15,0 3-2 16,1-2 3-16,-2-1-4 0,1-2-7 16,2 2 6-16,1-2-25 15,1 1 8-15,4 2-28 16,3 2-9-16,1 1-16 16,3 2-35-16,-1 0-25 15</inkml:trace>
  <inkml:trace contextRef="#ctx0" brushRef="#br0" timeOffset="57879.29">16314 13625 192 0,'0'0'-1'15,"0"0"8"-15,0 0 0 16,2 43-2-16,-2-29-2 0,0 1-2 16,-2-1 1-16,2-3-1 15,0-1 1-15,0-3 1 16,0-1-1-16,2-3-1 15,1-1 0-15,5-2-10 0,-4 0-57 16</inkml:trace>
  <inkml:trace contextRef="#ctx0" brushRef="#br0" timeOffset="58050.38">16231 13530 254 0,'0'0'-2'0,"0"0"12"16,-22-45-10-16,22 36 2 16,0 2-11-16,0 3-20 15,5 1-20-15,3 2-9 0,1 1-21 16</inkml:trace>
  <inkml:trace contextRef="#ctx0" brushRef="#br0" timeOffset="58385.88">16401 13625 222 0,'0'0'3'16,"0"0"-1"-16,0 0 0 16,40 2 1-16,-32-5 3 0,1-3-1 15,-1-1 2-15,-1 0 0 16,-1 0 12-16,-2-1 0 15,-2-1-4-15,-1 2-5 16,-1 0-9-16,0 1-1 16,-3 3-8-16,-6 1-4 0,-1 2 3 15,-2 0 10-15,1 10 1 16,-1 2 0-16,1 5-1 16,5 0 0-16,0 2 2 15,6-1-1-15,0-1 1 16,10 0-1-16,11-1-1 0,10-3 2 15,7-6-7-15,9-6-44 16,7-1-121-16</inkml:trace>
  <inkml:trace contextRef="#ctx0" brushRef="#br0" timeOffset="61094.9">8114 14398 75 0,'0'0'10'0,"0"0"1"0,0 0-4 15,0 0-2-15,0 0-4 16,0 0 0-16,0 0 6 16,0 0 9-16,0 0-2 0,0 0-7 15,0 0-6-15,0 0-1 16,-10-7-2-16,10 7 2 16,0 0 0-16,2 0-2 15,4 0 0-15,2-2-5 16,1 0 11-16,0-2 2 0,5 2 7 15,1-3-1-15,3 0-4 16,-1 2-2-16,4-4-1 16,1 0-3-16,1 1 0 15,1-1-1-15,-3 0 0 16,1 2-1-16,-3-1 0 16,-2 2 1-16,-4 1-1 0,-1 1-1 15,-4 1-42-15,-6 1-41 16</inkml:trace>
  <inkml:trace contextRef="#ctx0" brushRef="#br0" timeOffset="61231.27">8290 14384 124 0,'0'0'2'16,"0"0"-8"-16,0 0 14 15,0 0-6-15,58 0-2 16,-27-10-18-16,5-3-86 0</inkml:trace>
  <inkml:trace contextRef="#ctx0" brushRef="#br0" timeOffset="62439.86">8010 14847 113 0,'0'0'3'0,"0"0"2"0,0 0 1 0,0 0 2 16,0 0 4-16,0 0 8 15,0 0 0-15,0 0-3 16,0 0-3-16,0 0-1 16,0 0-6-16,0 0-11 15,0 0-2-15,-2-7 9 16,2 18 1-16,0 2-4 16,-2 0 1-16,2 2-1 0,0-2 1 15,0 1 0-15,-2-1-2 16,2 0 1-16,0-2 0 15,0-1 1-15,0 3 0 16,0-3-1-16,0 3 0 0,0-2 1 16,0-1-2-16,0 3 2 15,0-5 0-15,2 2-1 16,0-3 0-16,0 0 1 16,3 0-1-16,-3-1 0 15,3-1-1-15,0-2 1 0,1-1 1 16,-1 1 0-16,1-3 0 15,2 0 0-15,0 0-1 16,-2 0 3-16,1-1-3 16,1-4 1-16,0 1-2 15,-2 1 2-15,1-3-6 0,-2 0-13 16,2 0-34-16,-5-1-18 16</inkml:trace>
  <inkml:trace contextRef="#ctx0" brushRef="#br0" timeOffset="62767.88">7973 14973 57 0,'0'0'14'0,"0"0"10"0,0 0-12 0,0 0 10 16,0 0 15-16,0 0-5 16,0 0-20-16,0 0-6 15,0 0-3-15,38-27 0 16,-22 22-3-16,3 0 1 15,-3 1-5-15,1-1-6 0,2 2-16 16,-7-2-16-16,1 1-32 16</inkml:trace>
  <inkml:trace contextRef="#ctx0" brushRef="#br0" timeOffset="62987.63">8192 14907 190 0,'0'0'8'0,"0"0"-4"0,0 0-2 15,0 0 3-15,0 0-2 16,0 0-2-16,0 0 1 16,0 0 0-16,35-3-1 15,-23 1-1-15,-1 0 0 16,0 0-1-16,0 1-41 15,-4-1-61-15</inkml:trace>
  <inkml:trace contextRef="#ctx0" brushRef="#br0" timeOffset="63136.41">8258 14989 223 0,'0'0'8'16,"0"0"-12"-16,0 0 3 15,0 0 3-15,0 0-1 16,0 0-11-16,0 0-63 0</inkml:trace>
  <inkml:trace contextRef="#ctx0" brushRef="#br0" timeOffset="63557.28">8477 14929 113 0,'0'0'4'15,"0"0"13"-15,0 0 3 16,0 0-7-16,0 0-5 0,0 0-3 16,0 0 0-16,28-43 3 15,-22 28 3-15,-1 5 1 16,-3-3 3-16,-1 1-8 15,0 0 0-15,0 2 0 0,-1 2 0 16,0 0-2-16,0 4-1 16,0 0-3-16,0 3 1 15,0 1-1-15,0 0-2 16,0 0-9-16,0 5 5 16,0 5 6-16,0 0 1 0,0 5 0 15,0 2-2-15,0 0 1 16,4 1-1-16,-4 1 0 15,2-1 2-15,0 1-2 16,-2-1 0-16,2-2 0 16,-2 1-2-16,2-3-3 15,-2 0-25-15,0 0-18 16,0-2-6-16,0-3 2 0</inkml:trace>
  <inkml:trace contextRef="#ctx0" brushRef="#br0" timeOffset="63699.52">8489 15080 107 0,'0'0'26'0,"0"0"33"16,0 0-35-16,0 0-9 15,0 0-15-15,0 0 1 16,49-14 1-16,-23 2-7 16,10-2-45-16,3-3-80 0</inkml:trace>
  <inkml:trace contextRef="#ctx0" brushRef="#br0" timeOffset="64411.08">9567 14679 102 0,'0'0'5'0,"0"0"13"0,0 0-9 0,0 0-1 15,0 0 3-15,0 0 2 16,2-37 6-16,0 37-3 16,0 0-7-16,0 0-9 15,0 5 0-15,0 6-1 16,1 3 0-16,-1 5-1 0,0 3 5 16,-2-2-4-16,0 1 4 15,0-5-2-15,0 1-1 16,0-3 3-16,0-1 0 15,0 0 0-15,0 1-2 16,0-4 0-16,0 0-1 16,0-3 1-16,0 0 0 0,2-4 1 15,1 1-2-15,-1-2 7 16,1 0-2-16,1-1 0 16,0-1 0-16,-1 0-1 15,1 0 0-15,2 0 0 0,-2 0-1 16,2-1-2-16,1-4-1 15,1 1 0-15,2 0-6 16,-1-1-16-16,1 2-11 16,2-2-11-16,-6 0-7 15,3-2-30-15</inkml:trace>
  <inkml:trace contextRef="#ctx0" brushRef="#br0" timeOffset="64702.46">9526 14789 182 0,'0'0'0'0,"0"0"11"0,0 0-9 0,0 0-1 16,0 0 1-16,0 0-4 16,0 0 4-16,0 0 0 15,47-16 7-15,-34 13-3 0,3-1-3 16,-1 3-3-16,1-1 0 16,-2-2-20-16,0-1-75 15</inkml:trace>
  <inkml:trace contextRef="#ctx0" brushRef="#br0" timeOffset="64908.67">9771 14713 182 0,'0'0'82'0,"0"0"-69"0,0 0 16 15,0 0-14-15,0 0-6 16,0 0-4-16,0 0-3 15,0 0-1-15,10-11-3 16,-1 10-7-16,2 1-15 16,2-3-26-16,1 3-38 0,-1 0-5 15</inkml:trace>
  <inkml:trace contextRef="#ctx0" brushRef="#br0" timeOffset="65066.03">9863 14801 165 0,'0'0'31'16,"0"0"5"-16,0 0-19 16,0 0 0-16,0 0-5 15,0 0-9-15,0 0-1 16,0 0-1-16,18 5-21 0,-5-14-54 16</inkml:trace>
  <inkml:trace contextRef="#ctx0" brushRef="#br0" timeOffset="65428.92">10047 14632 264 0,'0'0'1'0,"0"0"12"16,0 0 4-16,0 0-4 16,0 0-8-16,0 0-3 15,0 0-2-15,13-35 0 0,-6 32 0 16,1 0 0-16,4 3-2 15,-3 0 2-15,-1 0-1 16,2 5 0-16,-1 7-4 16,-5 1-13-16,-1 5-9 15,-3 4-11-15,0-1-11 16,0-1 24-16,-7 1 11 0,-2-2 13 16,-1-4 0-16,2-3 16 15,0-4 3-15,5-1 1 16,-2-1-2-16,3-2-3 15,2-2 1-15,0-1-4 0,2-1 11 16,10 0-8-16,5-2-1 16,5-6-9-16,8 1-2 15,5-4-5-15,3-4-62 16,5-3-100-16</inkml:trace>
  <inkml:trace contextRef="#ctx0" brushRef="#br0" timeOffset="66281.77">11517 14730 66 0,'0'0'7'0,"0"0"4"0,9-48-1 15,-9 34 4-15,2 1-2 16,-2 2 4-16,0 1-2 0,0 1 2 16,0 2 9-16,0 2-3 15,0 0-1-15,0 1-7 16,0 4-3-16,0 0-4 16,0 0-6-16,0 0-2 15,0 3-1-15,0 6 2 16,0 5 0-16,3 3 0 0,-1 4 0 15,0 0 0-15,0 3 0 16,1-3 0-16,-3 1 1 16,2-2-1-16,-2-3 1 15,0-1-1-15,2-4 0 16,0 1 0-16,-1-1 0 0,3-4 1 16,2-1 0-16,0-2-1 15,0-3 0-15,1 0 1 16,3-2-1-16,0 0 0 15,1 0 1-15,0-6-1 16,3-1 1-16,1 0-3 0,1-2-19 16,-3-1-27-16,-1 0-24 15</inkml:trace>
  <inkml:trace contextRef="#ctx0" brushRef="#br0" timeOffset="66567.87">11434 14759 147 0,'0'0'6'0,"0"0"17"0,0 0 11 0,44-30-15 16,-29 22-9-16,5 0-6 16,-2 1-3-16,-2-1 0 15,6 5 1-15,-4-3-4 16,2 3-2-16,-2-2-42 16,-1-2-50-16</inkml:trace>
  <inkml:trace contextRef="#ctx0" brushRef="#br0" timeOffset="66766.28">11739 14705 272 0,'0'0'5'0,"0"0"0"15,0 0-5-15,0 0 3 16,0 0-3-16,0 0 0 0,0 0 1 15,0 0-6-15,54 1-18 16,-28-2-35-16,-1-6-18 16</inkml:trace>
  <inkml:trace contextRef="#ctx0" brushRef="#br0" timeOffset="67343.64">11855 14837 206 0,'0'0'4'0,"0"0"10"0,0 0-13 15,0 0 0-15,0 0 1 0,0 0-2 16,0 0-1-16,38-6-2 16,-26 6-6-16,0-1-10 15,-3-2-18-15,3-3-30 16</inkml:trace>
  <inkml:trace contextRef="#ctx0" brushRef="#br0" timeOffset="69313.94">12205 14615 42 0,'0'0'6'0,"0"0"8"0,0 0-5 0,0 0 8 16,0 0-2-16,0 0 8 16,-2 0-3-16,0-1 9 15,2-2-2-15,0 3 0 16,0-3-12-16,0-1-8 0,2 1-3 15,4-2-2-15,4 0-1 16,1 1 0-16,1 1-1 16,1 3 2-16,-2 0-2 15,1 0 0-15,-2 3 0 16,-1 8-3-16,-4 2 1 0,-2 1-1 16,-3 2-3-16,0 4 2 15,-1 0 2-15,-6 0-1 16,-4-2-1-16,0-1-4 15,0-3 1-15,4-4 5 0,1-1 1 16,3-5 1-16,3 0-1 16,0-2-8-16,7-2-4 15,4 0 12-15,5 0 1 16,-1 0 1-16,3-2 1 16,-1 2 1-16,0 0-1 15,1 0-1-15,-5 2 0 0,1 3 0 16,-6 4-1-16,1-2 1 15,-8 2-1-15,-1 0 1 16,-1 0 5-16,-12 1 0 16,-3 1 0-16,-1-1-4 15,-5 0-1-15,5-1 0 0,-1-4-1 16,5-3-29-16,6-2-97 16</inkml:trace>
  <inkml:trace contextRef="#ctx0" brushRef="#br0" timeOffset="70281.36">13553 14526 25 0,'0'0'12'0,"0"0"26"0,0 0-10 15,0 0-3-15,0 0-2 16,0 0-6-16,0 0-7 16,0 0-4-16,0 0-2 15,0 0-3-15,-10-37 1 0,10 34-2 16,0 1 1-16,0 1-1 16,0 0 3-16,0-2 4 15,0 3-1-15,0 0-4 16,2 0-2-16,2 0 0 15,0 0 0-15,-2 0 0 16,1 0 0-16,2 0-1 0,-1 5 1 16,-4 3 0-16,1 1 0 15,0 3-3-15,-1 2 11 16,0 2 0-16,0 2-4 16,-1 2 2-16,-2 0 3 15,-2 2-5-15,1 0 1 0,-1-2-2 16,3 1-1-16,-2-1 1 15,3-4-2-15,0-2 2 16,1-2-1-16,0-1-1 16,0-4 0-16,0-1 0 15,4-1 2-15,2-1-1 16,0-2 3-16,2 1-4 0,1-2 0 16,-3 1 0-16,3-2 0 15,-3 1 0-15,0-1-1 16,0 2 1-16,-2-2-1 15,1 1 0-15,-1-1 0 0,2 0-1 16,0 0-13-16,-1 0-16 16,-1-4-30-16,2-4-39 15</inkml:trace>
  <inkml:trace contextRef="#ctx0" brushRef="#br0" timeOffset="70716.24">13477 14628 89 0,'0'0'7'0,"0"0"7"0,0 0 0 16,0 0 2-16,39-1-2 0,-28-3-1 15,2 1-4-15,0-1-6 16,1 2-3-16,-1-1 1 16,3 1 1-16,-1 0-4 15,0-1-6-15,1-4-35 16</inkml:trace>
  <inkml:trace contextRef="#ctx0" brushRef="#br0" timeOffset="71008.78">13745 14614 74 0,'0'0'64'0,"0"0"-58"15,0 0 24-15,0 0 6 16,0 0-11-16,39 1-16 16,-26-2-4-16,1-2-3 15,-1 0-1-15,3 2-1 16,-1-2 1-16,-2 3-1 0,1-3-1 15,-1 3-12-15,-1-1-28 16,-5 1-45-16</inkml:trace>
  <inkml:trace contextRef="#ctx0" brushRef="#br0" timeOffset="71158.02">13874 14698 170 0,'0'0'10'0,"0"0"24"15,0 0-32-15,0 0-2 0,0 0 0 16,0 0 6-16,0 0-13 16,37 7-31-16,-23-14-36 15</inkml:trace>
  <inkml:trace contextRef="#ctx0" brushRef="#br0" timeOffset="71499.05">14105 14561 146 0,'0'0'19'0,"0"0"24"15,0 0-25-15,0 0-18 0,0 0 6 16,0 0-6-16,-31 39 0 16,22-21 3-16,1 1-3 15,0-1 0-15,4-1 0 16,0-1 0-16,3-3 1 0,1-2-1 15,0-4-1-15,0-3 0 16,5-1-1-16,2-3 7 16,4 0-4-16,0 0 0 15,0 0 2-15,3 0 0 16,1-3 1-16,-1-1-3 16,-1 1 1-16,1-1-1 0,-1 1-1 15,-2 0 1-15,0-1-2 16,-2 4-3-16,0-1-29 15,-4-2-34-15,-3 0-5 16</inkml:trace>
  <inkml:trace contextRef="#ctx0" brushRef="#br0" timeOffset="71683.72">14179 14587 199 0,'0'0'16'0,"0"0"17"16,0 0-9-16,0 0-18 16,0 0-12-16,0 0 8 15,-7 43-4-15,7-18-8 16,0 2-23-16,3 0-47 0</inkml:trace>
  <inkml:trace contextRef="#ctx0" brushRef="#br0" timeOffset="73392.83">14857 14475 116 0,'0'-9'24'0,"2"-1"7"0,-2 1-3 0,0 1-14 15,0 1-6-15,0 2-2 16,0 2 8-16,0 0-4 16,0 3 3-16,0 0-11 15,0 0-2-15,0 10 1 0,0 4-4 16,-2 6 4-16,2 1 1 15,0 2-1-15,0 1-1 16,0-2 0-16,0-1 1 16,0-4-1-16,0-1 1 15,0-4-1-15,2 1 1 0,0-3 0 16,1-3 1-16,3-1 0 16,-1-2 0-16,3-1-1 15,0-3 1-15,2 0 0 16,-1 0-1-16,0 0-1 15,2 0 1-15,-5-3-3 16,2-3-16-16,-3-1-24 0,-1-2-44 16</inkml:trace>
  <inkml:trace contextRef="#ctx0" brushRef="#br0" timeOffset="73613.75">14823 14607 67 0,'0'0'141'0,"0"0"-120"16,0 0 12-16,0 0-15 0,0 0-15 15,0 0-2-15,0 0 3 16,0 0-3-16,0 0 0 16,30-31 0-16,-13 25-1 15,1 0 1-15,0 1-2 16,2-1-12-16,-3 0-46 15,0-1-39-15</inkml:trace>
  <inkml:trace contextRef="#ctx0" brushRef="#br0" timeOffset="73798.22">15056 14490 87 0,'0'0'103'0,"0"0"-52"16,0 0-7-16,0 0-14 15,0 0-10-15,0 0-7 16,0 0-11-16,0 0-3 16,-10-7-2-16,11 7-23 0,5-1-10 15,1-2-30-15,2 0-61 16</inkml:trace>
  <inkml:trace contextRef="#ctx0" brushRef="#br0" timeOffset="73948.89">15085 14547 149 0,'-4'10'17'16,"3"-4"-4"-16,1-3-3 15,0 1-4-15,0 0-6 16,0-2-3-16,9-2-7 0,0 0-18 16,3 0-27-16</inkml:trace>
  <inkml:trace contextRef="#ctx0" brushRef="#br0" timeOffset="74155.22">15250 14468 167 0,'0'0'42'0,"0"0"8"16,0 0-35-16,0 0-18 16,0 0 4-16,0 0 1 15,0 0-1-15,9 39 2 16,-4-21 1-16,1 0-2 0,0 2-1 15,1-2 0-15,-2 1 1 16,-2-1-4-16,-2-4-10 16,-1-5-46-16,0-3-45 15</inkml:trace>
  <inkml:trace contextRef="#ctx0" brushRef="#br0" timeOffset="74290.32">15260 14501 248 0,'0'0'19'0,"0"0"-14"16,25-46-1-16,-7 30-4 16,5 2-4-16,4-3-40 15,0 0-73-15</inkml:trace>
  <inkml:trace contextRef="#ctx0" brushRef="#br0" timeOffset="74652.8">15929 14313 101 0,'0'0'7'16,"0"0"15"-16,0 0 22 16,0 0 14-16,0 0-29 15,0 0-15-15,0 0-4 16,18-16 2-16,-22 16-12 15,0 9 5-15,-2 3-4 16,2 4-1-16,-1 6 0 0,1-1 0 16,2-1 1-16,0 1-1 15,2-3 0-15,0-2-1 16,0 0 0-16,0-5 2 16,4 1-3-16,0-2 3 0,3-1-1 15,-1-3 1-15,2 0-1 16,-1-1 0-16,3-1-2 15,0-3-2-15,0-1-3 16,2 0-9-16,2 0-14 16,-4-3-24-16,2-5-37 0</inkml:trace>
  <inkml:trace contextRef="#ctx0" brushRef="#br0" timeOffset="74960.05">15849 14422 124 0,'0'0'29'0,"0"0"2"0,0 0-5 0,0 0-5 0,0 0-7 16,0 0-9-16,42-12-4 15,-31 7 0-15,3 1-1 16,1 0 0-16,1 0 1 16,3-1-5-16,-3-1-44 15,1 0-45-15</inkml:trace>
  <inkml:trace contextRef="#ctx0" brushRef="#br0" timeOffset="75231.14">16099 14360 135 0,'0'0'9'0,"0"0"-6"15,0 0 3-15,0 0 28 16,0 0 0-16,0 0-17 16,0 0-3-16,0 0 3 0,17 0-7 15,-6-3-5-15,1-1-4 16,3 1-1-16,-1 0 1 16,2 0-4-16,-2 2-13 15,2-2-17-15,-2 0-21 16,-2 3-11-16,1-3-26 0</inkml:trace>
  <inkml:trace contextRef="#ctx0" brushRef="#br0" timeOffset="75436.8">16222 14424 235 0,'0'0'7'16,"0"0"2"-16,0 0 2 15,0 0 1-15,0 0-6 16,0 0-1-16,0 0-2 0,0 0-2 16,18 1 0-16,-4-1-1 15,6-5-7-15,-2 0-26 16,4-2-34-16,-1-3-50 16</inkml:trace>
  <inkml:trace contextRef="#ctx0" brushRef="#br0" timeOffset="75977.03">16506 14164 154 0,'0'0'1'15,"0"0"4"-15,0 0-4 0,0 0-1 16,0 0 1-16,0 0 0 16,0 0 10-16,0 0 10 15,2-16-7-15,-2 16-9 16,0 0-5-16,0 3-1 16,0 4 0-16,0 4 3 0,0 2 0 15,-2 0-1-15,-3 1-2 16,2 3 3-16,0-2-1 15,1-1 2-15,-1 0-1 16,0-1 1-16,2-1-1 16,0-1 0-16,1 0-1 15,0-1 2-15,0-2-2 16,0 1 0-16,1-2 1 0,4-1-1 16,1-1 2-16,0-1 1 15,2-1-2-15,5-3 1 16,-2 0-2-16,0 0 1 15,1 0-1-15,-2-2 0 0,-1-3 1 16,-4-2 10-16,-2 1 5 16,-1-1 5-16,-2 0-2 15,0-1-8-15,0 0 0 16,-4 1-6-16,-2 1-3 16,-4 4-7-16,-3 2-4 0,-4 2-9 15,-3 11-15-15,-2 0-39 16,-7 0-79-16</inkml:trace>
  <inkml:trace contextRef="#ctx0" brushRef="#br0" timeOffset="78690.37">8502 15479 24 0,'0'-1'61'0,"0"-1"-59"0,-2 2 5 0,2 0-4 0,-2 0-1 15,2 0-2-15,0 0 0 16,0 0 0-16,0 0 1 16,0 0 5-16,-2 0 0 0,1 2-1 15,-1 2-1-15,2 0-2 16,0 2-1-16,0 2-1 16,0 1 0-16,0 1 1 15,0 2-1-15,0 1 0 16,0 4 0-16,0 0 0 0,0 3 0 15,0 2 0-15,1 2 1 16,-1 1-1-16,1 4 0 16,2-1 0-16,-3 3 0 15,0 1 1-15,0-3-2 16,2 2 2-16,-2-2-1 0,0-2 1 16,0 2-1-16,0-1 1 15,0 0 2-15,0-1 3 16,0 3 0-16,-2-2-3 15,-2 1-1-15,1-2-1 16,1-2 0-16,-2 0 0 0,1-4 1 16,0 0 2-16,2-4 0 15,0 0 0-15,1-2 2 16,0-3-3-16,0-2-2 16,0-2 0-16,0 1 0 15,0-3 0-15,0-1 0 16,0-2-1-16,0 0 2 0,0-1-1 15,0-1 1-15,0-1-2 16,0 2 4-16,0-1 5 16,0-1-8-16,0 3-1 15,0-2 0-15,0 2-9 16,0 3-16-16,0-4-13 0,0 1-25 16</inkml:trace>
  <inkml:trace contextRef="#ctx0" brushRef="#br0" timeOffset="79217.03">8377 16330 21 0,'0'0'31'0,"0"0"-22"0,0 0 14 15,0 0-1-15,0 0-4 16,43 0-3-16,-32 0-6 16,-4 1-5-16,3 1-2 15,0-1-1-15,-2-1 2 0,1 3-2 16,-1-2 0-16,0-1 0 16,1 0-1-16,0 0-7 15,0 0-28-15,0-7-82 16</inkml:trace>
  <inkml:trace contextRef="#ctx0" brushRef="#br0" timeOffset="79415.07">8590 16223 177 0,'0'0'5'16,"0"0"21"-16,0 0-7 15,0 0-14-15,0 0-6 16,0 0 1-16,-30 41 0 16,26-22-6-16,2 0-15 0,-3 4-20 15,3-1-9-15</inkml:trace>
  <inkml:trace contextRef="#ctx0" brushRef="#br0" timeOffset="80355.17">8290 16825 77 0,'0'0'8'0,"0"0"-4"0,9-44-1 0,-6 33-1 0,3 2-1 16,-2 2-1-16,-3 2 0 15,1 3-4-15,2 2-11 0,-4 0 6 16,2 0-4-16</inkml:trace>
  <inkml:trace contextRef="#ctx0" brushRef="#br0" timeOffset="81209.02">8393 16691 72 0,'0'0'6'0,"0"0"6"0,0 0-5 16,0 0-1-16,0 0-2 0,0 0 0 15,0 0 2-15,0 0 1 16,0 0 3-16,0 0 5 15,0 0 3-15,0 0-3 16,0-6 2-16,0 6-4 16,0 0-11-16,0 0-4 0,0 0-4 15,0 0 4-15,0 0-3 16,2 0-7-16,-1 0-3 16,3 0-4-16,-2 0-8 15,0 0-29-15</inkml:trace>
  <inkml:trace contextRef="#ctx0" brushRef="#br0" timeOffset="82149.09">8391 16678 119 0,'0'0'8'0,"0"0"28"0,0 0-6 16,0 0-12-16,0 0-10 0,0 0-2 16,0 0-5-16,0 0-2 15,0 0 2-15,0 0-1 16,-8 27 0-16,8-15 1 16,0 1-1-16,0 3 0 0,2-3 1 15,4-2-1-15,-1-1 1 16,3-2-1-16,-3-2 0 15,3-1 0-15,-2-3 0 16,2-2 0-16,-1 0-1 16,-1 0 1-16,2-2 1 15,-2-6 2-15,0-2 0 0,-2-1-1 16,1-2-1-16,-1 0 0 16,-2-1 0-16,1 1-1 15,0 2 0-15,-3 2 0 16,0 2 0-16,0 0 0 15,0 4 1-15,0 2-1 0,0 0 1 16,0 1-1-16,0 0-3 16,0 5 0-16,2 5 2 15,0 5 2-15,1 3-1 16,1 3 1-16,0 2-1 16,0 3 1-16,-1-2-1 0,1 3 0 15,1-2 0-15,-5-2 0 16,0-1 0-16,0-3 0 15,0-3-3-15,0-1 4 16,0-5-1-16,-5-1-1 16,-1-5 2-16,3 0 0 15,-5-3 0-15,3-1 0 0,-1 0 1 16,0-2-1-16,2-7 1 16,-1-2-2-16,2-2 0 15,3 0 3-15,0-1-3 16,0-1 1-16,2 1-1 0,6 1-1 15,4 0-1-15,-1 3-15 16,5 1-27-16,-3 2-19 16,0 0-19-16</inkml:trace>
  <inkml:trace contextRef="#ctx0" brushRef="#br0" timeOffset="82505">8634 16822 153 0,'0'0'29'0,"0"0"-1"0,0 0-16 0,0 0-7 16,0 0-3-16,0 0-3 16,0 0 2-16,0 0 2 15,0 0-1-15,3 37-1 16,-1-24 0-16,-2 2 0 0,0 0-1 16,2 2 0-16,-2 0-1 15,2-3 1-15,-2 3 0 16,2-2-1-16,1-3-26 15,1-2 1-15,-2-6-29 0,1-4-15 16</inkml:trace>
  <inkml:trace contextRef="#ctx0" brushRef="#br0" timeOffset="82718.74">8704 16845 170 0,'0'0'8'16,"0"0"31"-16,0 0-18 15,0 0-18-15,0 0-6 0,0 0 4 16,0 0-1-16,6 42 0 16,-4-21-1-16,-2 0-13 15,1 0-28-15,-1-1-19 16</inkml:trace>
  <inkml:trace contextRef="#ctx0" brushRef="#br0" timeOffset="83479.38">8325 16557 37 0,'0'0'1'0,"0"0"0"0,0 0 6 16,0 0 17-16,0 0 0 16,0 0-8-16,0 0-5 15,0 0 1-15,0 0 3 16,0 0-3-16,0 0 1 0,8 3-1 16,-6-9-4-16,0 0-2 15,1-1-1-15,-1 0-1 16,2-2-1-16,0 2-1 15,0-2 0-15,-1 2-1 16,2-1 0-16,-1 2-1 0,-2 1 0 16,-1 2 0-16,2 0 1 15,0 2-1-15,1 1 1 16,-1 0 1-16,4 0-1 16,1 7 1-16,4 4-2 15,2 4 1-15,3 0-2 0,-1 1-43 16,1-2-50-16</inkml:trace>
  <inkml:trace contextRef="#ctx0" brushRef="#br0" timeOffset="85429.65">9964 15266 91 0,'-2'-1'3'0,"-3"-2"-2"0,1 0-1 16,1 1-3-16,-1 2 0 16,0-1 5-16,0 1 6 0,1 0 9 15,1 0 7-15,0 0 2 16,0 0-5-16,-2 0-15 16,3 7-4-16,0 3-2 15,0 6 0-15,1 3 0 16,0 6 0-16,0 0 0 0,0 5 0 15,0 4 1-15,0 0-1 16,0 2 0-16,1 1 0 16,1 0 0-16,2 1 2 15,-4-2-2-15,0 1 0 16,0 1 0-16,0-3 0 0,0-1 0 16,0-2 0-16,0-1 0 15,-6-3 0-15,2-2 1 16,-3-2-1-16,1-3 0 15,-5 0 1-15,4-5-1 16,0 0 1-16,-2-4-1 0,2 0 1 16,3-4-1-16,-1 0-2 15,2-3-33-15,2-3-16 16,1-2-63-16</inkml:trace>
  <inkml:trace contextRef="#ctx0" brushRef="#br0" timeOffset="85700.85">9798 15967 85 0,'0'0'50'0,"0"0"-50"0,0 0 1 0,0 0 5 0,0 0 0 16,0 0-4-16,0 0-2 15,41 32 1-15,-34-29-1 16,2 0 1-16,4-3-5 16,-2 0-24-16,-2-1-59 0</inkml:trace>
  <inkml:trace contextRef="#ctx0" brushRef="#br0" timeOffset="85842.56">9948 15923 138 0,'0'0'44'0,"0"0"-13"15,0 0-2-15,0 0-5 0,0 0-16 16,0 0-12-16,0 0 3 16,-4 23-4-16,8-3-24 15,2 1-38-15,0 1-35 16</inkml:trace>
  <inkml:trace contextRef="#ctx0" brushRef="#br0" timeOffset="87031.29">9771 16445 137 0,'0'0'15'0,"0"0"15"0,0 0-7 0,0 0-11 0,0 0-3 16,0 0-4-16,0 0-5 15,0 0-2-15,0 0 2 16,0 0 2-16,0 0-2 16,0 0 0-16,-6 35 0 15,12-25 0-15,2-4 0 16,-1-1 0-16,3-2 0 0,0-1 0 16,0-2-2-16,-1 0 2 15,3 0 0-15,-3-2-1 16,-2-5 0-16,1 0-4 15,-1 0 9-15,0-1-3 16,-5 0 1-16,2-3-2 0,-4 2 2 16,0 0-2-16,0 0 0 15,0 2 0-15,0-1 0 16,0 2 0-16,0 0 0 16,0 5 0-16,0-1-3 15,0 2 3-15,0 0-3 0,0 2-6 16,0 6 8-16,1 5 1 15,1-1 1-15,2 3-1 16,-2 3 0-16,2-1 0 16,-3 1 0-16,2 0 1 15,1 2-2-15,-4-3 2 0,0 0-1 16,0 0-1-16,0-3 1 16,0 0 0-16,0-2 1 15,-8-2 3-15,2 0 3 16,-1-3 2-16,-2-2 1 0,0 1-2 15,1-2-5-15,3-1 0 16,1-1-2-16,-1-2-5 16,3 0-23-16,2 0-60 15</inkml:trace>
  <inkml:trace contextRef="#ctx0" brushRef="#br0" timeOffset="87615.04">9973 16717 92 0,'0'0'10'0,"0"0"18"0,0 0-12 15,0 0-10-15,0 0-6 16,0 0 0-16,0 0 1 0,0 0 0 16,0 0-1-16,0 0 1 15,0 0-1-15,-6-27 2 16,10 23 1-16,0 1 3 15,0 3 3-15,1-1-2 16,2 1-5-16,-3 0-2 0,3 0 0 16,-2 0 0-16,1 3-1 15,-1 2-3-15,0 4 1 16,-1-2 2-16,-4 4 0 16,0-1-2-16,0 3-2 15,0-1 4-15,-2 3-2 0,-8-2 0 16,2 1 2-16,-1-3 1 15,2 1 1-15,0-4 0 16,0-2-1-16,3-2 2 16,2-1 3-16,0-3 8 15,2 0 5-15,0 0-11 16,0 0-2-16,2-1 4 0,5-5 3 16,3 0-7-16,2 1-3 15,1 0-2-15,1 1-2 16,-1-2-25-16,1 2-44 15,-3 0-67-15</inkml:trace>
  <inkml:trace contextRef="#ctx0" brushRef="#br0" timeOffset="87942.18">10129 16750 157 0,'0'0'8'0,"0"0"10"0,0 0-11 15,0 0 2-15,0 0-5 16,-9-41 4-16,9 37 4 16,1 1-6-16,5 1-4 0,0 2-2 15,1 0 0-15,3 2 0 16,-4 6-2-16,1 4 1 16,-5 0-1-16,0 3-5 15,-2-1 1-15,0-2 5 16,0-1 2-16,-2-3 7 15,0-1 7-15,-2-3-3 0,2-1-1 16,2-3-2-16,0 0-8 16,0 0 0-16,6 0-3 15,4-7 5-15,4-6-7 16,2-2-21-16,-2-4-35 16,-2-2-32-16</inkml:trace>
  <inkml:trace contextRef="#ctx0" brushRef="#br0" timeOffset="88417.71">9763 16284 89 0,'0'0'10'0,"0"0"15"0,0 0 1 16,0 0 8-16,0 0-5 0,0 0-14 16,0 0-3-16,0 0 2 15,0 0-2-15,0 0-7 16,-4-29-1-16,4 18-2 16,0-1-1-16,0 0 0 15,0-2 0-15,0 4 1 0,4 0 1 16,-2 2 2-16,4 2-3 15,6 2-1-15,-1 4-2 16,7 0 1-16,4 1-1 16,9 9-2-16,3 3-11 15,4-3-35-15,5-3-88 16</inkml:trace>
  <inkml:trace contextRef="#ctx0" brushRef="#br0" timeOffset="89051.25">11673 15257 137 0,'0'0'12'0,"0"0"18"0,0 0 4 0,0 0-9 15,0 0-7-15,0 0-10 16,0 0-7-16,0 0 0 16,0 0-2-16,0 0 0 0,7-14-1 15,-4 31 1-15,0 7 1 16,1 5 0-16,-2 6 1 15,0 5 1-15,0 5-2 16,1 4 0-16,3 1 1 16,-2 2-1-16,-1 1 1 0,4-1 0 15,-3 2-1-15,1-6 1 16,1-5-1-16,-2-4 0 16,-2-3 1-16,4-4 0 15,-4-3 6-15,0-2 1 16,0 0 0-16,-2 0-4 0,0-1 1 15,0-3-2-15,0-1-2 16,0-2 0-16,0 0-1 16,-2-1 0-16,-2-1-2 15,-3-4-24-15,-3-2-52 16,0-7-97-16</inkml:trace>
  <inkml:trace contextRef="#ctx0" brushRef="#br0" timeOffset="89258.89">11618 16162 186 0,'0'0'0'0,"0"0"7"16,0 0-2-16,0 0-2 16,0 0-1-16,0 0 3 15,0 0 1-15,0 0-4 16,0 0-1-16,43 14 0 0,-30-14-2 15,3 0-29-15,-4 0-33 16,2-1-38-16</inkml:trace>
  <inkml:trace contextRef="#ctx0" brushRef="#br0" timeOffset="89358.89">11748 16134 132 0,'0'0'74'0,"0"0"-23"0,0 0-20 16,0 0-20-16,0 0-13 15,0 0-16-15,0 0-7 16,-5 54-20-16,3-27-72 15</inkml:trace>
  <inkml:trace contextRef="#ctx0" brushRef="#br0" timeOffset="90069.86">11634 16618 123 0,'0'0'1'0,"0"0"2"0,0 0-2 15,44 34 1-15,-32-27-2 16,-3-1 2-16,1-3 0 16,0-2 4-16,-1 2 11 0,1-3 1 15,-2 0-2-15,-1 0-8 16,-1-4-4-16,0-3-1 16,-3-2 0-16,-1 1 1 15,0-1 6-15,-2-1-2 16,0 0-1-16,0 0 0 15,0 3 0-15,0 3-2 0,0-2 3 16,0 6 2-16,0-1 0 16,0 1 2-16,0 0-12 15,0 1-3-15,0 9 2 16,5 3 1-16,0 1 0 16,3 4 0-16,-2 1 0 0,3 0-2 15,-2 0-1-15,0-2 1 16,-3-2 4-16,-1-2-2 15,-1-2 0-15,-2-3 0 16,0-2-3-16,0 1 2 16,-5-1 2-16,-1-1 2 0,-6 1-2 15,2 0 0-15,-1 0-11 16,-1-1-23-16,3-3-29 16,-1-2-57-16</inkml:trace>
  <inkml:trace contextRef="#ctx0" brushRef="#br0" timeOffset="90631.65">11960 16720 136 0,'0'0'23'0,"0"0"20"0,0 0-14 16,0 0-12-16,0 0-8 0,0 0 8 16,0 0 1-16,0 0-9 15,0 0-4-15,0 0-2 16,-3-15-3-16,9 12 1 16,2 0 0-16,-1 1-1 15,1 2-1-15,2 0 0 16,-4 0-1-16,1 5 0 0,-3 3-6 15,-2 2 2-15,-1 4 1 16,-1-1 1-16,0 2 0 16,0 0-2-16,-3-1 2 15,-1-4 3-15,-2-3 0 16,4 0 2-16,1-4 0 0,-1-3 1 16,2 0 3-16,0 0-4 15,0 0-3-15,0 0 2 16,2 0 3-16,1 0 1 15,3 0-2-15,-1 0-1 0,4 0 0 16,-5 2-1-16,3 2 1 16,-3 0-1-16,0 2 2 15,-1 0-2-15,-1-1 1 16,-2 1-1-16,0 0 0 16,0 1 1-16,-3-1-2 0,-3 1 3 15,-3 1 0-15,0-1-1 16,0-1-3-16,1-2 0 15,1-1-14-15,1-3-29 16,4 0-50-16</inkml:trace>
  <inkml:trace contextRef="#ctx0" brushRef="#br0" timeOffset="91030.16">12097 16720 243 0,'0'0'-9'16,"0"0"17"-16,0 0-1 0,0 0 1 0,0 0-1 0,0 0-7 15,0 0 0-15,0 0 1 16,0 0 1-16,39-30-1 16,-33 30 1-16,3 2-2 0,-1 5-1 15,-1 0 0-15,-1 2-3 16,-4 1-6-16,1 2-1 15,-3 0 7-15,0-2 2 16,0-1 3-16,0-1 0 16,-3-1 0-16,1-2 1 0,2-2 0 15,0 0-1-15,0 0 1 16,0-1 0-16,2 0-1 16,4 2 3-16,0-1 3 15,0 2-2-15,1 0 0 0,-1 1-2 16,-3 0-2-16,0 1 0 15,-3 0 0-15,0 1-2 16,-6 1 1-16,-6-1-4 16,-4 0-24-16,-6-3-69 15</inkml:trace>
  <inkml:trace contextRef="#ctx0" brushRef="#br0" timeOffset="91443.83">11623 16495 210 0,'0'0'8'0,"0"0"14"0,0 0-22 0,0 0-1 0,0 0 5 16,0 0-4-16,0 0 0 15,0 0 1-15,15-43-1 16,-13 31 3-16,-2-2 1 15,2 2 9-15,-1-1-2 16,-1 3 2-16,2 3 0 0,4 2-7 16,0 4-4-16,4 1-2 15,5 1-3-15,4 10-5 16,5 1-18-16,6 4-20 16,1-6-65-16</inkml:trace>
  <inkml:trace contextRef="#ctx0" brushRef="#br0" timeOffset="92154.77">13882 15077 158 0,'0'0'12'0,"0"0"37"0,0 0-31 16,0 0-12-16,-11-38-1 0,8 35-4 16,3 0 2-16,-2 2 4 15,2 1 3-15,0 0-10 16,0 10-2-16,0 5 1 15,0 8 2-15,2 4-1 16,4 4 1-16,2 6-1 0,-3 3 1 16,3 1-1-16,-1 3 0 15,0 0 1-15,-4 0-1 16,1 1 1-16,-2-2-1 16,0-3 0-16,0 0 0 15,0-7 0-15,-2-2 0 16,0-6 1-16,1-1-1 0,-1-5 0 15,1-1 0-15,-1-4-1 16,0-2-12-16,0-2-14 16,0-5-30-16,0-3-9 15</inkml:trace>
  <inkml:trace contextRef="#ctx0" brushRef="#br0" timeOffset="92353.73">13826 15715 99 0,'0'0'4'16,"0"0"7"-16,0 0-5 0,0 0-5 15,40 31-1-15,-26-30-9 16,-4-1-31-16</inkml:trace>
  <inkml:trace contextRef="#ctx0" brushRef="#br0" timeOffset="92474.88">13943 15696 123 0,'0'0'51'0,"0"0"15"0,0 0-27 16,0 0-9-16,0 0-17 16,0 0-16-16,0 0-5 15,0 23 3-15,-3 3-20 16,-1 1-52-16</inkml:trace>
  <inkml:trace contextRef="#ctx0" brushRef="#br0" timeOffset="93279.08">13628 16387 150 0,'0'0'9'0,"0"0"41"0,0 0-18 0,0 0-16 15,0 0-11-15,0 0-6 16,0 0-1-16,0 0 1 16,0 0 0-16,0 0 1 15,23 19 0-15,-9-6 0 0,0-2-2 16,1-1 2-16,-1-3 2 15,1-2-2-15,-1-1-2 16,-1-4-10-16,-3 0-5 16,0 0 2-16,-3 0 4 15,-2-7 9-15,-3 1 2 16,0-3 3-16,0 1-1 0,-2 1-1 16,0 0 0-16,0 2 0 15,0 2-1-15,0 1 2 16,0 2 0-16,0 0-6 15,0 7 6-15,0 6-1 0,0-1 2 16,0 3-1-16,0 5-1 16,1-2-1-16,2 1 0 15,-1-2 0-15,-1 0 1 16,-1-3-2-16,0-1 2 16,0-4-2-16,-4-1 0 15,-1-2 5-15,-6-1 9 0,1-2-1 16,0-1-2-16,-2-1-6 15,2-1-4-15,1 0 1 16,2 0-9-16,0-3-16 16,5-5-25-16,2-1-29 15</inkml:trace>
  <inkml:trace contextRef="#ctx0" brushRef="#br0" timeOffset="93748.98">13944 16559 91 0,'0'0'6'0,"0"0"21"0,0 0-2 0,0 0 4 16,0 0-3-16,0 0-14 16,0 0-9-16,0 0 0 15,0 0 0-15,0 0-2 16,-5 52 0-16,4-34 0 0,1 2-1 15,0-1 1-15,0-1-1 16,0-2 0-16,0-5 0 16,1 1 2-16,3-5-2 15,2-2 0-15,0-2 0 16,1-3 1-16,2 0-2 0,1 0 2 16,3-3 2-16,-2-2-2 15,4-2 0-15,1 1-1 16,-1-1-2-16,0 1-27 15,-2-1-31-15,-1 0-17 16</inkml:trace>
  <inkml:trace contextRef="#ctx0" brushRef="#br0" timeOffset="93969.62">14059 16632 39 0,'0'0'127'0,"0"0"-123"15,0 0-2-15,0 0 1 0,-6 44 0 16,5-27-1-16,1 3 1 16,0 1-3-16,0 2 0 15,-1-3-25-15,0-3-27 16</inkml:trace>
  <inkml:trace contextRef="#ctx0" brushRef="#br0" timeOffset="94368.54">14122 16624 109 0,'0'0'6'16,"0"0"-1"-16,0 0 9 15,0 0-2-15,13 48-4 0,-7-37-4 16,1-1-3-16,0-1 0 16,0-1 0-16,1-3-1 15,-1-3 1-15,2-2 4 16,-2 0 8-16,0 0 7 15,-1-8-4-15,1-2-3 0,-2-3 5 16,1 2-4-16,-4-1 1 16,0 1 0-16,-1 3-1 15,-1 2 2-15,0 3-1 16,0 3-4-16,0 0-8 16,0 0-8-16,1 11 4 15,2 2 2-15,3 4-1 0,-2 6-12 16,1 0-22-16,0-2-20 15,-2-7-68-15</inkml:trace>
  <inkml:trace contextRef="#ctx0" brushRef="#br0" timeOffset="94950.7">13645 16056 102 0,'0'0'22'0,"0"0"6"0,0 0-17 15,0 0 6-15,0 0 6 0,0 0-4 16,0 0-4-16,0 0-4 16,20-43-4-16,-16 34 2 15,3-3-2-15,-4 0-3 16,4 1-1-16,-1 1-3 15,-2 2 1-15,3 0 1 16,-1 4-2-16,4 1 2 0,1 3-3 16,2 0 2-16,4 13-1 15,2 4 3-15,3 5-1 16,3 3-2-16,2 1-11 16,0-4-49-16,0-6-72 15</inkml:trace>
  <inkml:trace contextRef="#ctx0" brushRef="#br0" timeOffset="96992.84">15095 14986 76 0,'0'-6'24'0,"0"-1"22"0,0 0 8 16,0 0-23-16,-2 3-6 0,0 0-6 16,2 1-8-16,-2 3-4 15,2 0-6-15,0 0-2 16,0 0-1-16,0 10-4 15,0 7 5-15,0 6-1 16,0 6 2-16,0 2 0 0,4 5 1 16,-1 2 0-16,4 1-1 15,-1-1 0-15,1 5 0 16,1-2 0-16,2 0-2 16,-3-2-9-16,1-3-3 15,-2-4 1-15,1-4 0 0,-3-4-3 16,0-5-9-16,-2-5-33 15,-2-6-59-15</inkml:trace>
  <inkml:trace contextRef="#ctx0" brushRef="#br0" timeOffset="97220.88">15033 15543 92 0,'0'0'19'0,"0"0"20"0,0 0-3 16,0 0-31-16,0 0 4 16,0 0 6-16,0 0-5 15,0 0-4-15,0 0-3 16,43 39-2-16,-28-34 0 16,-1-1 0-16,1-1-4 0,1-3-25 15,-3 0-41-15,0 0 6 16</inkml:trace>
  <inkml:trace contextRef="#ctx0" brushRef="#br0" timeOffset="97341.6">15203 15523 128 0,'0'0'44'0,"0"0"7"15,0 0-31-15,0 0-8 16,0 0-9-16,0 0-10 16,0 0 1-16,-10 16-1 15,10 6-22-15,0 1-42 16</inkml:trace>
  <inkml:trace contextRef="#ctx0" brushRef="#br0" timeOffset="97983.82">14980 16067 185 0,'0'0'2'0,"0"0"21"0,0 0-8 15,0 0-9-15,0 0-2 16,0 0-4-16,0 0 0 16,0 0 0-16,0 0 1 15,-7 30-1-15,18-20 1 16,-2-2-1-16,2 2 0 0,2-6 0 16,1-1 0-16,0-3-1 15,0 0 1-15,-1 0-1 16,-2-5 3-16,0-4-1 15,0-1 1-15,-2-1-1 16,-3-2 0-16,0 1 0 0,-1 0-1 16,-2 0 0-16,-3 4 0 15,0 1-1-15,0 3 1 16,0 2 1-16,0 2-1 16,0 0 0-16,-3 3 0 15,3 6 0-15,0 3 0 0,0 2 0 16,0 4 0-16,6 0 0 15,0 0 0-15,1 3 0 16,1-3 1-16,-3 0-1 16,1-1 1-16,-1-1-1 15,-3-2 0-15,-1-1 2 16,-1-5-2-16,0 0 2 0,-1-4 7 16,-6 1 7-16,-2-2-9 15,0 1-5-15,0 0-3 16,1-2-25-16,-3-2-75 15</inkml:trace>
  <inkml:trace contextRef="#ctx0" brushRef="#br0" timeOffset="98331.56">15248 16267 124 0,'0'0'-3'0,"0"0"10"0,0 0 16 0,0 0 2 16,0 0-1-16,0 0 1 15,0 0-5-15,16 44-4 0,-12-32-9 16,0-1-4-16,-1 0 1 16,3-1-3-16,1-1 1 15,-3-1-1-15,1-1 0 16,0 0-1-16,-1-2 1 15,0-1-1-15,0 2 0 0,-4-2 0 16,0 0 0-16,0 2 0 16,-2-2 0-16,-9 0-1 15,-2 1-3-15,-3-2-8 16,-2 2-17-16,-2-3-15 16,2-2-3-16,3 0 17 0,1-2-17 15</inkml:trace>
  <inkml:trace contextRef="#ctx0" brushRef="#br0" timeOffset="98494.9">15289 16274 64 0,'0'0'37'0,"0"0"-35"16,0 0 3-16,43-27-3 16,-33 23-2-16,-1-1 1 15,-2 1-1-15,1 3 0 0,-2 1 0 16,-1 0-1-16,0 0-14 15,-2 0-42-15</inkml:trace>
  <inkml:trace contextRef="#ctx0" brushRef="#br0" timeOffset="98701.04">15415 16297 112 0,'0'0'14'0,"0"0"35"0,0 0-11 15,0 0-17-15,0 0-7 16,25 37 0-16,-16-28-5 15,-3-1-2-15,1-1-2 16,0 3 0-16,0-3-3 0,-2 2-2 16,-1 0 1-16,0-1-1 15,-4 0 1-15,0 1-1 16,-4-4-4-16,-3 1-9 16,-7-2-28-16,1-3-66 15</inkml:trace>
  <inkml:trace contextRef="#ctx0" brushRef="#br0" timeOffset="98843.67">15408 16296 130 0,'0'0'83'16,"0"0"-79"-16,35-40 8 0,-21 24-3 16,-1 2-8-16,0-2-6 15,-3 1-54-15,-8 1-65 16</inkml:trace>
  <inkml:trace contextRef="#ctx0" brushRef="#br0" timeOffset="99191.38">15016 15922 130 0,'0'0'4'0,"0"0"28"0,0 0-10 16,0 0-10-16,0 0 6 16,-1-41-4-16,8 30-1 15,1-1 1-15,1 1-3 16,-2-5-4-16,0 5-3 15,0-2 3-15,-1 3 0 0,1 2-3 16,0 1 0-16,2 5-2 16,2 2-2-16,3 0 0 15,6 4-4-15,-2 9-14 16,6-1-12-16,3-3-36 16,0-4-77-16</inkml:trace>
  <inkml:trace contextRef="#ctx0" brushRef="#br0" timeOffset="99625.98">16220 14702 221 0,'0'0'0'0,"0"0"5"0,0 0 3 16,0 0 6-16,0 0-1 15,0 0-13-15,0 0-2 16,0 0 2-16,7 64 5 0,-3-30-4 16,1 4 0-16,4 5 0 15,0 4 0-15,2 1 0 16,3 1 0-16,-1-1 0 16,2-3-1-16,-3-2 0 15,-2-3-2-15,-2-3-2 16,-2-2 0-16,-4 0-9 0,-2-3-19 15,0-2-12-15,-6-6-20 16</inkml:trace>
  <inkml:trace contextRef="#ctx0" brushRef="#br0" timeOffset="99811.28">16182 15387 265 0,'0'0'5'15,"0"0"-3"-15,0 0-3 0,0 0 2 16,43-8 1-16,-23 7-2 16,-1 1 0-16,4-1-3 15,0-1-12-15,-2 0-18 16,0-3-39-16,-1 0 0 16</inkml:trace>
  <inkml:trace contextRef="#ctx0" brushRef="#br0" timeOffset="99931.89">16415 15323 138 0,'0'0'40'15,"0"0"25"-15,0 0-43 16,0 0-22-16,0 0 3 16,-25 52-3-16,18-18 1 15,-2 3-3-15,-1 5-18 0,2 2-45 16,-1 0-60-16</inkml:trace>
  <inkml:trace contextRef="#ctx0" brushRef="#br0" timeOffset="100459.13">16250 15960 294 0,'0'0'12'0,"0"0"-6"15,0 0-7-15,0 0 2 16,0 0-2-16,0 0-1 16,0 0 2-16,0 0 1 0,41 44-1 15,-30-35 0-15,-3-2 1 16,0-1-2-16,-1-5 0 16,0-1 1-16,0 0 0 15,-3 0 0-15,0-7 0 16,-3 0 0-16,-1-2 1 15,0 1-2-15,0 0 1 0,0 2 0 16,0 1 0-16,0 1 1 16,0 4-1-16,0 0-1 15,0 3-4-15,4 8 3 16,0 2 3-16,1 6-1 16,4 1 1-16,-4 2-1 0,3 0 1 15,-1 0-1-15,0 0 0 16,-3-4 0-16,-1-1 0 15,-3-1-1-15,0-4-4 16,0-3 8-16,-7-2-3 16,-5-1 0-16,-1 0 3 0,-5-2-1 15,1 0-1-15,0 0 0 16,3-2-3-16,0-1-28 16,6-1-16-16,4 0-45 15,4 0-49-15</inkml:trace>
  <inkml:trace contextRef="#ctx0" brushRef="#br0" timeOffset="100828.34">16468 16127 196 0,'0'0'20'0,"0"0"-17"0,0 39 7 0,0-15-2 15,2-2-3-15,-1 3-3 16,3-2-1-16,0-2-1 0,1-2 2 16,2-4-1-16,-1-3 0 15,0-2-1-15,1-4 1 16,-1-4-1-16,2 0 0 16,-3-2 2-16,-1 0 2 15,0-6 7-15,-2-1 1 0,-2-3 1 16,0-1 2-16,0-1-5 15,0 1-3-15,0 1-1 16,-4 2-6-16,-2 3 1 16,1 0-2-16,-2 5-3 15,1 0-3-15,1 0-10 16,-2 8-2-16,3-1 2 0,-1 3-18 16,1-3-44-16,4-3-37 15</inkml:trace>
  <inkml:trace contextRef="#ctx0" brushRef="#br0" timeOffset="101127.02">16591 16263 305 0,'0'0'8'0,"0"0"-8"15,0 0-2-15,0 0-1 0,0 0 3 16,-5 48 1-16,3-32 0 15,1 1 0-15,1-1 0 16,0-4 0-16,0-2-1 16,8-1 0-16,-3-5 2 15,0 0-7-15,1-4 2 16,-3 0 4-16,1 0-1 0,-2 0 3 16,0-2 3-16,-2-7 17 15,0-4-17-15,0 2-6 16,0-3-11-16,-8 2-1 15,-2 1-18-15,-1 2-39 0,-6-2-42 16</inkml:trace>
  <inkml:trace contextRef="#ctx0" brushRef="#br0" timeOffset="101519.38">16054 15820 227 0,'0'0'0'0,"0"0"7"0,0 0-9 0,0 0 2 0,0 0 2 16,0 0-1-16,0 0 3 16,0 0 4-16,0 0 6 15,35 21-4-15,-27-21 3 16,1-3 0-16,0-5-4 0,2-2-3 16,-2 0 4-16,-3 0 2 15,4 1-5-15,-4 2-4 16,1 5-2-16,1 2-4 15,2 2-5-15,1 18-27 16,0 2 0-16,-1 6-31 16,2 4-131-16</inkml:trace>
  <inkml:trace contextRef="#ctx0" brushRef="#br0" timeOffset="104402.14">8529 17693 82 0,'-2'0'20'0,"0"0"1"0,0 0-2 0,0 0-6 0,1 0-7 15,0-1-2-15,0-1-4 16,-1 0 1-16,0 2 7 16,-1-1 4-16,1 0 2 15,0 1-2-15,0-1-1 0,1 1-3 16,1 0-1-16,0 0-3 15,0 0-4-15,-2 0 0 16,2 3 0-16,0 4 0 16,0 1 0-16,0-2 1 15,0 1-2-15,2 1 1 0,-1-1 1 16,8-1-1-16,-5 0 1 16,3 0 0-16,-1-2-1 15,1-1 0-15,0-1 2 16,-2-1-2-16,3 0 0 15,-5-1 1-15,3 0 1 0,1 0 0 16,-3-2 0-16,3-5-1 16,-3-1 0-16,3-1 0 15,-2 1-1-15,2-2 1 16,-3 0-1-16,-2 0 0 16,1 0 1-16,-1 1-1 15,0 1 0-15,0 1 2 0,-2 1-2 16,0 3 3-16,0-1-3 15,0 3 0-15,0 1 2 16,0 0-1-16,0 0-1 16,0 0 0-16,0 0-3 15,0 3 1-15,2 4 2 0,-2 3 0 16,4 2 0-16,-3 3 0 16,6 0 2-16,-5 1-2 15,2 2 0-15,0-1 1 16,-1 2-1-16,-1-2 0 15,-2-1-1-15,0-1 1 0,0-1-3 16,0-1 6-16,-2-3-3 16,-5 1 0-16,1-2 1 15,-2-4 1-15,0 0-1 16,1-1 0-16,1-2 0 0,-2-1 0 16,4 0 2-16,-3-1-2 15,3 0 0-15,2 0 2 16,0-5-3-16,2-1-1 15,0-4-2-15,2 1 0 16,5-2 0-16,4 1-17 16,4-4-20-16,-2 2-36 0</inkml:trace>
  <inkml:trace contextRef="#ctx0" brushRef="#br0" timeOffset="104943.81">8791 17818 99 0,'0'0'3'0,"0"0"6"0,0 0-1 16,0 0-3-16,0 0 0 16,0 0 2-16,0 0 2 15,0 0-3-15,0 0 0 0,0 0 7 16,0 0-3-16,0 0-4 16,0 0-4-16,0 37-1 15,0-26 0-15,0 0 0 16,2 0 0-16,-2 0-1 15,2-1 1-15,-1 1 1 0,3-2 1 16,-4 2-3-16,2-2 0 16,-2 0 1-16,2 0-5 15,-2 0-9-15,0 0-7 16,0-3-10-16,0 0-8 16,0-3-33-16</inkml:trace>
  <inkml:trace contextRef="#ctx0" brushRef="#br0" timeOffset="105312.56">8883 17814 63 0,'0'0'6'0,"0"0"8"0,0 0-1 0,0 0 2 0,0 0-4 15,0 0 0-15,0 0 17 16,0 0-5-16,0 0-5 16,8 47-4-16,-6-27-5 0,3 2-6 15,-1 2-2-15,1 3 1 16,2-1-40-16,-3-6-46 16</inkml:trace>
  <inkml:trace contextRef="#ctx0" brushRef="#br0" timeOffset="106457.83">9982 17463 145 0,'0'0'5'0,"0"0"25"0,0 0-21 0,0 0-7 15,0 0-1-15,0 0 0 16,0 0 5-16,0 0 8 16,0 0 0-16,0 0-4 15,0 0-8-15,0 0-5 16,-31-23 2-16,35 35 1 16,3 2 0-16,-2 2 1 0,3-1 0 15,1 1-1-15,-1-5 0 16,2 0 0-16,-1-3 0 15,0-3-3-15,2 0 0 16,0-5-2-16,-4 0 1 16,4 0 0-16,-2-2 0 0,-3-5 0 15,2 0-4-15,-3-2 2 16,1-2-4-16,-2 2-1 16,-2-2 4-16,-1 1 6 15,-1 2 1-15,0-1 1 16,0 2 1-16,0 4 0 0,-1 1 8 15,-1 0 0-15,-2 2 3 16,-1 0-5-16,3 3-6 16,0 5 0-16,0 5-1 15,2 1-1-15,0 5 1 16,0-1-1-16,0 2 2 0,2-1-2 16,2-1 1-16,1 2-1 15,-1-4 1-15,-2-2-1 16,-1-1 1-16,-1-5-1 15,0 2 1-15,0-3 0 16,0-2 0-16,-5 0 3 0,-3-1-1 16,-2 1-1-16,1-1 0 15,0 0-2-15,-3-2 1 16,4-1-2-16,2-1 0 16,3 0-8-16,1-1-32 0,2-7-47 15</inkml:trace>
  <inkml:trace contextRef="#ctx0" brushRef="#br0" timeOffset="106998.86">10199 17785 114 0,'0'0'-1'0,"0"0"10"0,0 0-2 0,0 0 4 16,0 0 1-16,0 0 4 16,0 0 3-16,0 0-4 15,0 0-4-15,0 0-10 0,-22-37 4 16,26 29-2-16,5 2-2 15,-2-1 0-15,4 3-1 16,0 1 0-16,-4 2 0 16,4 1-1-16,-5 0-1 0,1 0 0 15,-1 5 1-15,-1 5-1 16,-3 3 1-16,0-2-14 16,-2 4 17-16,0-2-2 15,0 1 3-15,-6-3-2 16,-1 1 1-16,1-3-2 15,0 0 1-15,0-3 0 0,4-2 0 16,-3 0 0-16,4-1 1 16,0 0 0-16,1-3 4 15,0 1 1-15,0 1 0 16,0-2-2-16,0 0-1 16,1 0 3-16,5 0-5 0,2 0 0 15,2-6-1-15,1-1 0 16,3-1-5-16,-1-3-15 15,1-1-36-15,-1 0-26 16</inkml:trace>
  <inkml:trace contextRef="#ctx0" brushRef="#br0" timeOffset="107348.06">10355 17723 213 0,'0'0'-8'0,"0"0"34"0,0 0-17 16,0 0-5-16,0 0 0 15,0 0 3-15,0 0 2 16,0 0-4-16,0 0 3 0,0 0-2 16,20-33-4-16,-11 33-2 15,2 0 1-15,-1 0-3 16,0 9-8-16,-5 5-14 15,0 5-12-15,-5 2 2 16,0-1 12-16,-7 0 9 0,0-2 12 16,-4-3 10-16,2-5 16 15,2-2 9-15,1-3-10 16,4-1-18-16,2-4-1 16,0 0-9-16,12 0-13 15,5-10 17-15,9-6-39 0,4-7-72 16</inkml:trace>
  <inkml:trace contextRef="#ctx0" brushRef="#br0" timeOffset="108172.86">11555 17436 205 0,'0'0'-9'0,"0"0"15"0,0 0-10 15,0 0-1-15,0 0 3 16,0 0-1-16,18 38 3 16,-13-26 0-16,1-1 2 0,4 1-2 15,-3-4 2-15,3 2-1 16,2-6-1-16,-2 0 2 15,2-2-6-15,0-2-9 16,-2 0-2-16,-1 0 11 16,-3-6 5-16,2-2 0 0,-2-2 4 15,-3-2 12-15,0-2-9 16,0 1-3-16,-1-1-3 16,-2-1-2-16,0 3 0 15,0 2 0-15,0 3 0 16,0 4 2-16,0 1 9 0,-2 2 0 15,-1 0-8-15,2 1-1 16,1 9-1-16,0 1-1 16,0 3 1-16,0 2-1 15,0 3 0-15,2-1 0 16,2 2 2-16,-1-2-2 0,2 2 1 16,-1-3 1-16,-2 0-1 15,-2 0-1-15,0-4 1 16,0 0-1-16,0-4 6 15,-8-1 8-15,2-2 0 16,-2-1-1-16,3-2-5 0,-3 1-6 16,2-2-2-16,-2-2-15 15,3 0-46-15,1 0-56 16</inkml:trace>
  <inkml:trace contextRef="#ctx0" brushRef="#br0" timeOffset="108684.89">11801 17604 74 0,'0'0'49'0,"0"0"-48"0,0 0 3 0,0 0-2 16,0 0 4-16,0 0 7 15,18-42 18-15,-15 38-2 0,3-3-2 16,-2 3-11-16,1 0-7 16,4 2-3-16,-2 2-4 15,1 0-1-15,2 0-2 16,-5 3-9-16,1 7 1 16,-2 1-13-16,-4 3-5 15,0-1-3-15,0 0 10 0,-4 0 16 16,-2-2 5-16,1-4 1 15,-2-1 5-15,5-2 1 16,1-1-1-16,1-3-5 16,0 0-4-16,0 0 3 15,5 0 2-15,2 3 5 0,1-2 0 16,1 2-2-16,3 0-1 16,-5 4 2-16,1 3-2 15,-1-3-2-15,0 2 1 16,-4 2-2-16,-2-3 0 15,-1 1 1-15,0-2 6 0,-4 3 0 16,-7 0-3-16,0-3-3 16,-1 2-3-16,-1-2 0 15,0-3-5-15,3-1-31 16,2-3-25-16,4-1-37 16</inkml:trace>
  <inkml:trace contextRef="#ctx0" brushRef="#br0" timeOffset="109119.3">11991 17599 250 0,'0'0'1'0,"0"0"7"0,0 0-5 0,0 0 0 16,0 0 0-16,0 0-3 15,0 0 1-15,0 0 0 0,0 0 0 16,0 0 0-16,41-8 1 16,-35 12-1-16,-2 6-1 15,-1 0-5-15,-2 2-8 16,-1 1-5-16,0 2 3 16,-3-1 8-16,-4-1 5 0,-1-3 2 15,5-2-1-15,-2-3 4 16,1-1 3-16,4-4-3 15,0 0-5-15,1 0 2 16,9 0 2-16,-1 0 4 16,1 0 7-16,2 0-2 0,0 0-3 15,0 4-3-15,-2 3-3 16,-3 0-1-16,-3 6 2 16,-2 1-3-16,-2 1-1 15,0 3 2-15,-11 1-1 16,-5 1-13-16,-4-1-7 0,-2-6-38 15,0-4-50-15</inkml:trace>
  <inkml:trace contextRef="#ctx0" brushRef="#br0" timeOffset="110059.16">13788 17335 54 0,'0'0'75'0,"0"0"-65"0,0 0 3 16,-25 40-7-16,21-21-2 15,2 3 1-15,2 2 2 0,0-4-1 16,0 0 4-16,0-1 4 16,3-4-4-16,3-5-5 15,2-1-3-15,2-4-4 16,-1-3 4-16,1-2 0 16,0 0-2-16,-1-6-1 0,-2-4 1 15,1-1-1-15,-3-1 3 16,-2 1-3-16,-1-2 4 15,-1 3-1-15,-1 1 5 16,0 0-2-16,0 3-2 16,0 3 0-16,0 0 6 0,0 3-1 15,0 0-9-15,3 8-3 16,1 5 4-16,3 5-1 16,-1 3 3-16,1 2 1 15,0 1-2-15,-1 0-1 16,-1-2 2-16,-5-1-2 0,0-3 0 15,0-3-3-15,0 0 3 16,-11-1 3-16,1-1-2 16,-3-1 1-16,0-1-2 15,-2-1 0-15,2-3-17 16,1-3-34-16,3-2-46 0</inkml:trace>
  <inkml:trace contextRef="#ctx0" brushRef="#br0" timeOffset="110414.9">14034 17638 94 0,'0'0'119'0,"0"0"-117"0,0 0 4 0,0 0-6 15,0 0-3-15,0 0-1 16,0 0 2-16,-21 39 3 16,16-26-1-16,2-1-1 15,1 1 5-15,0-2-2 0,2 0-2 16,0 0 1-16,0-3 1 16,2-1-4-16,5-3 4 15,1-2-4-15,4-2 4 16,-2 0 2-16,2-3 5 15,4-4-1-15,-1 1-6 0,3-3-1 16,-3 2-1-16,-3 3-10 16,-1-2-21-16,-2 2-23 15,-4 0-19-15</inkml:trace>
  <inkml:trace contextRef="#ctx0" brushRef="#br0" timeOffset="110599.19">14067 17680 182 0,'0'0'0'16,"0"0"27"-16,0 0-11 15,0 0-10-15,0 0-6 0,0 0-2 16,0 0 2-16,0 0 2 16,-4 54-1-16,6-32 1 15,0 0-8-15,-1 1-17 16,0-7-48-16</inkml:trace>
  <inkml:trace contextRef="#ctx0" brushRef="#br0" timeOffset="110961.61">14282 17627 247 0,'0'0'23'0,"0"0"-12"16,0 0-2-16,0 0-2 16,0 0-5-16,0 0-6 0,0 0 4 15,0 0-1-15,-25 38-1 16,19-20 2-16,-1 1-6 16,2-4 1-16,3-1 3 15,2-2 1-15,0-2-7 16,0-5-7-16,2-2 5 0,4 0 3 15,0-3 6-15,2 0 2 16,2 0 1-16,1-1 1 16,0-4 2-16,3 1 1 15,-1 0-3-15,0 0-2 16,3-1 0-16,-1 0-1 0,1 0 0 16,-3 0-9-16,-1-1-26 15,-5-1-46-15</inkml:trace>
  <inkml:trace contextRef="#ctx0" brushRef="#br0" timeOffset="111125.92">14374 17646 235 0,'0'0'12'16,"0"0"21"-16,0 0-23 15,0 0-10-15,0 0 1 0,-8 53-1 16,8-29-2-16,0 1-16 15,2-3-25-15,1-1-58 16</inkml:trace>
  <inkml:trace contextRef="#ctx0" brushRef="#br0" timeOffset="113580.48">15223 17161 47 0,'7'4'63'0,"-3"1"-59"0,3 0-1 0,-1 1 3 15,1 0-2-15,1 0 3 0,-2 0-2 16,-1 0 0-16,-1-2-3 16,2-3 1-16,0-1 1 15,-2 0 8-15,2 0 0 16,-1-4-2-16,3-2-2 16,-4-3-4-16,2-2-1 0,0-1 0 15,-4 0 2-15,1 1-1 16,-2 1-2-16,2 2-1 15,-3 3 0-15,0 1-2 16,0 4 2-16,2 0-2 16,-2 0-7-16,2 7 4 0,0 5 5 15,2 3 2-15,2 5 2 16,-2-1-2-16,3 3-1 16,0 2 1-16,2-1-1 15,-5 2-1-15,1-2 1 16,-1-2-3-16,-4-2 0 0,2-2 1 15,-2-4 1-15,0-5-1 16,0 0-2-16,-5-4 6 16,-1-1 0-16,-2-1 3 15,2 0-3-15,-4-2-2 16,5 0 0-16,-4 0-4 0,5 0-16 16,1-3-35-16,1-4-68 15</inkml:trace>
  <inkml:trace contextRef="#ctx0" brushRef="#br0" timeOffset="114020.96">15491 17426 152 0,'0'0'-3'0,"0"0"13"0,0 0 1 0,0 0-7 15,0 0-6-15,0 0 2 16,0 0 1-16,0 0 0 0,0 0 3 16,0 40-2-16,2-32 0 15,3 2-1-15,2-3 3 16,0 1-1-16,1-1-1 15,-1 0 1-15,3 0-2 0,0 0 1 16,-4-1-2-16,3-1 3 16,-3 1 7-16,2-2 4 15,-3 2 3-15,1-2-6 16,-3-1-2-16,0 1-6 16,-2 1-1-16,-1 0-2 0,0 2 0 15,0-1 2-15,-4 4 1 16,-5 0-3-16,0-2-8 15,-3 0-18-15,1-1-1 16,-1-2-4-16,1-5-16 16,5 0-36-16</inkml:trace>
  <inkml:trace contextRef="#ctx0" brushRef="#br0" timeOffset="114149.97">15576 17431 168 0,'0'0'-11'0,"0"0"11"16,25-36 5-16,-14 26-7 16,2-1-57-16</inkml:trace>
  <inkml:trace contextRef="#ctx0" brushRef="#br0" timeOffset="114492.11">15685 17436 210 0,'0'0'-2'0,"0"0"10"16,0 0-1-16,0 0-5 16,0 0-1-16,0 0 0 15,0 0 0-15,5 34 2 16,2-27 2-16,-2 0-1 15,5 0 4-15,-3 1-4 0,2 1-3 16,0-1 1-16,-2 0 2 16,2 1 2-16,-6-1-2 15,2 2-1-15,-2-3 2 16,-1 0-2-16,-2 1-1 16,0-2 0-16,0 1-1 0,0-1 2 15,-6 0-6-15,1 0-14 16,-4-2-12-16,0-3-30 15,0-1-67-15</inkml:trace>
  <inkml:trace contextRef="#ctx0" brushRef="#br0" timeOffset="114619.19">15745 17388 179 0,'0'0'-14'16,"32"-41"14"-16,-13 17 0 15,-1-2-66-15</inkml:trace>
  <inkml:trace contextRef="#ctx0" brushRef="#br0" timeOffset="115416.13">16430 17024 121 0,'0'0'25'16,"0"0"16"-16,0 0-9 15,0 0-10-15,0 0-6 0,0 0-12 16,0 0-1-16,0 0-3 16,0 0 0-16,4 13 0 15,1-7 1-15,0 1 0 16,3 1 1-16,-1-4 0 16,2 1-1-16,-2-2-2 0,2-3 2 15,0 0 0-15,-2 0 2 16,1 0-2-16,-4 0 1 15,1-3-1-15,0-3 1 16,-3 0-1-16,0-1 0 16,-2 0 1-16,0 3 2 0,0-2-2 15,0 2-1-15,0 3 1 16,0-1-1-16,0 2-1 16,0 0-2-16,1 0-5 15,2 7 3-15,2 2 5 16,-1 1-1-16,2 2 0 15,3 3 1-15,-1 0-3 0,-2 1-4 16,1 1 2-16,-1 0 1 16,-2-1 2-16,0-1-1 15,-2 0 2-15,-2-3-1 16,0 1 0-16,0-3 3 0,-4-3-1 16,-4 0 0-16,0-1 6 15,-1 0-2-15,-5-3 4 16,3 3-5-16,-2-4-2 15,1 1-2-15,2 0 2 16,3-2-2-16,-2-1 0 0,6 0-8 16,1 0-30-16,0 0-59 15,2-4-57-15</inkml:trace>
  <inkml:trace contextRef="#ctx0" brushRef="#br0" timeOffset="115813.94">16719 17165 190 0,'0'0'-2'0,"0"0"18"0,0 0-9 0,0 0-6 0,0 0 0 15,0 0-2-15,0 0-8 16,0 0 7-16,0 0 4 16,0 0 6-16,0 39 0 0,0-24 0 15,0 0-3-15,0 2 0 16,0-1-2-16,0 2 1 15,0-2 1-15,0 1-3 16,0 0 1-16,0-3 0 16,4 1 1-16,0-2-3 15,1-2-7-15,0-3-14 0,3-1-25 16,-1-5 1-16,1-2-64 16</inkml:trace>
  <inkml:trace contextRef="#ctx0" brushRef="#br0" timeOffset="116340.85">16846 17246 117 0,'0'0'7'15,"0"0"-1"-15,0 0 1 0,0 0 0 16,0 0-2-16,0 0-2 16,0 0 0-16,-21 37 3 15,14-27-2-15,3 1 1 16,0 0 1-16,-2 1 0 0,3-1-3 15,-1 3 2-15,1 0 1 16,1-1-1-16,1-1 4 16,1 0-2-16,0 0 1 15,0-4-1-15,0 2-1 16,0-3-2-16,6-1-3 0,-2-2 1 16,-1-1 2-16,3-3-2 15,-2 0-2-15,1 0 2 16,1 0-3-16,0-3 2 15,0-2-3-15,-2-2 3 16,-3 1-1-16,1-1 1 16,-1-2-1-16,-1 2 1 0,0-1 0 15,0-1-1-15,-2 3 1 16,-4 1-3-16,-1-1 0 16,0 6-3-16,-1 0-21 15,3 0-22-15,-4 0-18 16</inkml:trace>
  <inkml:trace contextRef="#ctx0" brushRef="#br0" timeOffset="116860.58">16839 17141 200 0,'0'0'-4'0,"0"0"9"15,0 0 2-15,0 0-7 0,0 0-3 16,0 0 2-16,0 0 2 15,-42 41 3-15,32-23 0 16,2 5-1-16,1 1 0 16,3-1 3-16,-3 4 0 15,5-2-2-15,2-3-8 0,0-1-12 16,0-4 2-16,0-1 8 16,5-5 4-16,3-1 0 15,0-4 3-15,0-1 0 16,3-2 2-16,-3-3-1 15,1 0 0-15,0 0 2 0,-2-1-2 16,0-5 2-16,-3 0 7 16,-1-1 7-16,1-1 2 15,-4 1-1-15,0 0-5 16,0-1-7-16,-6 2-3 16,1 1-8-16,-3 1 2 0,2 3-5 15,-3 1-5-15,3 0-14 16,-2 2-27-16,3 3-30 15</inkml:trace>
  <inkml:trace contextRef="#ctx0" brushRef="#br0" timeOffset="118154.74">7790 17885 104 0,'1'1'6'0,"1"3"-6"0,1 1 2 0,1-1-1 0,2 3 1 15,0 2 2-15,-2-2 0 16,3-2-1-16,1 3 3 16,0-5 6-16,-2-1 3 15,3-2 1-15,-2 0 7 16,4-3-8-16,0-11 3 0,5-3-6 15,2-8-6-15,4-5-5 16,5-8-1-16,2-6-10 16,1-8-65-16,1-4-76 15</inkml:trace>
  <inkml:trace contextRef="#ctx0" brushRef="#br0" timeOffset="119513.69">4960 14510 135 0,'-7'0'-5'0,"-1"0"19"0,0-2 7 15,-1 0-10-15,1 1-7 0,1-1 0 16,-3 1 0-16,4 0 3 15,-1 0 1-15,3 1-1 16,0 0-4-16,2 0-2 16,2 0-2-16,0 6-1 15,0 1-4-15,4 2-4 0,7 1-1 16,5-2 4-16,6-1 3 16,3-1 2-16,6-6-2 15,4 0 5-15,6 0 1 16,2-10 0-16,8-2 0 15,0-3-1-15,5 0-1 0,2 0 0 16,5 2 1-16,2-1 1 16,4 3 4-16,3 2 2 15,3 2-1-15,-2 0-1 16,2 3 0-16,-4 1-2 16,-1-1-1-16,-1-2 1 15,-6 0 0-15,-3 1 1 0,-4-4-1 16,-5 2-2-16,-2-3 0 15,-8 3 0-15,-4-3-16 16,-10 3-33-16,-8-3-29 0</inkml:trace>
  <inkml:trace contextRef="#ctx0" brushRef="#br0" timeOffset="119671.3">6408 14229 86 0,'0'0'4'16,"0"0"25"-16,0 0 3 15,0 0-21-15,0 0-10 0,-33 41 4 16,28-11-1-16,-5 4-2 16,-4 7-1-16,-2 4 1 15,-13 4-3-15,-8 1-68 16</inkml:trace>
  <inkml:trace contextRef="#ctx0" brushRef="#br0" timeOffset="120567.23">3536 14033 91 0,'0'0'1'0,"0"0"3"0,0 0 1 16,0 0 4-16,0 0 8 15,0 0 0-15,0-41 0 16,-4 35-11-16,-3 3 2 0,0-1-3 16,-2 0 1-16,3 1 1 15,-3 0-2-15,0 3-5 16,2 0 1-16,-4 0-4 15,-1 6 5-15,0 5-4 0,-2 1 2 16,0 3 2-16,-1 4-2 16,-1 1-2-16,1-1 2 15,-1 4 2-15,3-1-2 16,3 2 0-16,4-3 0 16,1 0-2-16,5-5-1 15,0 1 2-15,1-3 0 0,9-4-1 16,2-4 2-16,3-1-1 15,1-4 1-15,-1-1 2 16,-1 0-2-16,-1 0 3 16,-2-3 2-16,-1 0-3 15,-4 1 0-15,-5 1 1 0,-1 1 4 16,0 0 21-16,-3 1-15 16,-6 8-12-16,-4 5-3 15,2 3 2-15,-3 5 1 16,1 3-1-16,2-1 0 15,1 2 0-15,6-4 0 16,2 1 0-16,2-3 0 0,0-3 0 16,8-3-1-16,6-4 0 15,1-3 0-15,6-4 0 16,2-3-9-16,0 0-25 16,0-6-33-16</inkml:trace>
  <inkml:trace contextRef="#ctx0" brushRef="#br0" timeOffset="120987.6">3601 14319 110 0,'0'0'24'0,"0"0"-29"0,0 0 5 0,0 0 1 15,20 42 2-15,-17-29-1 0,-1 0-2 16,0-2 1-16,-2-1 1 16,0 0-1-16,0-3 1 15,0-1 4-15,0-1 1 16,0-2 4-16,0-1-4 16,-5-2-2-16,3 0 1 0,-2 0 1 15,1 0 1-15,1-7-4 16,0-2 3-16,2-1-3 15,0-4-2-15,0 0 0 16,2 0 0-16,5 2-2 16,0 1 0-16,-1 1 3 0,1 4-4 15,4 3-1-15,-2 3 2 16,0 0-2-16,1 0 0 16,2 3 0-16,-1 7 0 15,1 0 1-15,-1 4-4 0,-2-4-25 16,2 2-12-1,-2-4-47-15</inkml:trace>
  <inkml:trace contextRef="#ctx0" brushRef="#br0" timeOffset="121900.19">3918 14282 81 0,'0'0'43'16,"0"0"-40"-16,0 0 3 0,0 0-4 0,0 0 1 15,0 0 0-15,-42-18-8 16,33 29 7-16,-3 1-1 16,4 3-4-16,-1 1 7 15,5 0-4-15,1-2 0 16,1 1 0-16,2-4 0 0,0-3-1 15,5-1 1-15,3-2-1 16,-1-4 1-16,2-1 3 16,2 0 3-16,-2 0 4 15,0-4 5-15,-2 0-4 16,0 0-4-16,-1 2 1 0,-1 1-3 16,1 1-4-16,-2 0-2 15,1 8-4-15,0 5 3 16,-1 4 4-16,-2 2-1 15,0 3 3-15,-1-1-3 16,-1 1 0-16,0-1-1 0,0-1 1 16,-5-2-1-16,-4-3 3 15,0-1-1-15,0-4 0 16,-1-3 2-16,0-5-3 16,3-2 4-16,3 0-1 15,0-11-5-15,4-6-11 0,0-4-4 16,0-6-4-16,4-1-1 15,5-4 3-15,1-2 5 16,0-1 9-16,3-1 2 16,-1-5 2-16,3 3 1 15,-1-3-1-15,-1 1-1 0,3 3 1 16,-5 4 0-16,0 3 1 16,-4 5 0-16,0 3 3 15,-5 7 9-15,0 2 7 16,-2 6 0-16,0 2-6 15,0 5-2-15,0 0-13 0,0 5-1 16,0 9 0-16,-4 5 0 16,1 5-1-16,2 2 0 15,1 3 3-15,0 1 0 16,0 0 0-16,0-2-1 16,6 1 1-16,0-2 0 0,3-3-1 15,1-4 1-15,-1-3-1 16,3-3-2-16,-2-3 5 15,1-4-2-15,-2-4-1 16,2 1 3-16,-2-4 1 16,-2 0 1-16,2 0-1 0,-4-5 2 15,3-4 0-15,-4 0-1 16,1-2-2-16,-3 3 0 16,0 1 2-16,0 0 4 15,-2 4 0-15,3 0-2 16,-1 2-5-16,3 1-3 15,1 0 0-15,3 0 1 0,1 0-7 16,1 0-13-16,1 0-35 16,0-1-4-16</inkml:trace>
  <inkml:trace contextRef="#ctx0" brushRef="#br0" timeOffset="122313.79">4326 14141 208 0,'0'0'7'0,"0"0"2"0,0 0-6 0,-10-41-2 15,10 35 0-15,-2 2-1 16,-1 1-1-16,1 3-3 16,-2 0-7-16,0 0 4 15,-1 7 2-15,-2 3 2 16,0 4 3-16,1 2 1 0,-1 4-1 15,3 1-1-15,4-1 2 16,0 0-2-16,0 1 1 16,0-5-2-16,7 2 1 15,3-2-3-15,2-5 2 16,1 1 0-16,-2-1 3 0,5-4 1 16,-5 0 0-16,1 0 1 15,-3-1-2-15,-1-2-1 16,-4 3 0-16,-4-1 0 15,0 0-3-15,0 0 8 16,-8 0-4-16,-3 0 3 16,1 0-1-16,2-3-3 0,1-2-2 15,3-1-14-15,2 0-19 16,2-3-4-16,0-8-21 16</inkml:trace>
  <inkml:trace contextRef="#ctx0" brushRef="#br0" timeOffset="122668.84">4462 14155 11 0,'0'0'17'0,"0"0"-1"0,0 0 4 16,0 0-2-16,0 0-1 16,0 0-19-16,0 0 7 15,0 0-5-15,0 0-2 16,8 34 4-16,-6-14-1 15,0 3-2-15,2-3-1 16,2 1 1-16,-2-4-1 0,3-1 1 16,-1-4 0-16,4-6 0 15,-1-1 1-15,2-4-2 16,2-1 5-16,-2 0-1 16,0-3 3-16,-1-2 7 15,-2-3 10-15,-3-1 14 0,-1-1-4 16,-2-2-5-16,-2 2-5 15,0-3-5-15,0 1-7 16,0 2-5-16,-6-2-2 16,2 1-2-16,1 2-1 15,3 0-22-15,-2 0-61 0</inkml:trace>
  <inkml:trace contextRef="#ctx0" brushRef="#br0" timeOffset="123600.78">3523 16099 57 0,'0'0'3'0,"0"0"4"0,38-21 4 0,-27 7-2 16,-2 0 3-16,2-2-2 15,-6 1 0-15,1 0-2 16,-4-2 0-16,-2 2-1 0,2-1 3 16,-2 3-4-16,0 1-4 15,0 0-2-15,0 4 1 16,0-1-1-16,0 6-1 16,0 2-6-16,2 1-6 15,3 0 6-15,0 7-1 16,2 6-2-16,-3 5 10 0,2 2 2 15,-1 5 2-15,2 0 4 16,-3 0 1-16,1 1 1 16,-1-2-1-16,-2-1-1 15,-2-3 0-15,0-2-2 16,0-1 2-16,-2-1-2 0,-4-5 1 16,-1 1-3-16,0-4 0 15,0-5-14-15,3-3-39 16,-3 0-19-16</inkml:trace>
  <inkml:trace contextRef="#ctx0" brushRef="#br0" timeOffset="123820.83">3706 15878 254 0,'0'0'-6'0,"0"0"1"15,0 0 3-15,0 0-2 16,22 37 1-16,-17-23 3 16,2 6-2-16,-1 0 5 15,-3 1-3-15,1 3 2 0,0 1-2 16,-2 1 1-16,-2-3-31 16,0-4-52-16</inkml:trace>
  <inkml:trace contextRef="#ctx0" brushRef="#br0" timeOffset="124114.53">3663 16112 254 0,'0'0'0'0,"0"0"1"15,0 0 0-15,40-39-1 16,-25 26 2-16,-1 1-2 15,0 3 0-15,-3 3 0 16,0 2 0-16,-1 2-3 16,-2 2-1-16,1 0 0 0,-3 7-1 15,0 3 2-15,-2 0 1 16,0 3 3-16,1-2 0 16,-1-1 0-16,0 0 0 15,2-3-1-15,2-1 3 16,-1-5-3-16,1-1-46 15,2-5-86-15</inkml:trace>
  <inkml:trace contextRef="#ctx0" brushRef="#br0" timeOffset="124256.3">3889 15919 265 0,'0'0'14'16,"0"0"-13"-16,0 0-1 15,0 0-29-15,0 0-87 16,0 0 15-16</inkml:trace>
  <inkml:trace contextRef="#ctx0" brushRef="#br0" timeOffset="124647.97">3992 16010 153 0,'0'0'17'0,"0"0"-21"16,0 0-8-16,0 0 15 16,0 0-2-16,0 0 0 15,0 0 2-15,-2 3 3 16,2-3 1-16,0 0-6 0,2 0 0 16,3 0-1-16,3 0-2 15,-1 0-2-15,3 7 0 16,0 3 2-16,-1 0 2 15,0 1 0-15,-2-1 0 16,-2-3 0-16,1 2 0 16,-4-5-2-16,0-1 4 0,-2 0 1 15,0-3 0-15,2 0 0 16,-2 0 2-16,0 0 15 16,0-3-9-16,1-6-8 15,4-2-2-15,-3-2 0 16,2-1 0-16,5 1 0 0,-1 1-1 15,4 0-2-15,1 5-15 16,3 0-24-16,-3 1-10 16,3 2-55-16</inkml:trace>
  <inkml:trace contextRef="#ctx0" brushRef="#br0" timeOffset="125352.88">4324 15967 145 0,'0'0'31'16,"0"0"18"-16,0 0-27 0,0 0-13 16,0 0-7-16,0 0-2 15,-37-17-4-15,28 17-5 16,1 5-7-16,1 5 2 16,-1 1 2-16,6 2 5 15,0-2 3-15,2 1 2 0,0-4-4 16,0-1-10-16,6-3-5 15,6-4 12-15,1 0 3 16,3-8-2-16,2-4 4 16,0-2-1-16,-1-4 4 15,2-2 2-15,-6 2 1 0,1-1 6 16,-6-2 9-16,-3 1 13 16,-1 0-4-16,-4 0-10 15,0-1-6-15,-2 2-6 16,-4 1-3-16,-1 1 1 15,-2 5-2-15,0 3 0 16,2 3-2-16,-2 4-4 0,3 2-2 16,-2 2 2-16,2 9-11 15,0 5 5-15,3 2 5 16,3 4-3-16,0 0 4 16,0 1 1-16,2 0 3 0,5-2 0 15,0-4 1-15,4 2 0 16,-2-4 1-16,2-2 1 15,3-2-1-15,-3-1 1 16,2-4 1-16,-1-3 0 16,3-2 3-16,-4-1-1 15,0 0 0-15,-1-1-1 0,-1-7 4 16,1-3-3-16,-3-1 1 16,0-2-1-16,-2-2-1 15,1 0 1-15,-4 3-3 16,0 1 1-16,0 2-1 0,-2 5 16 15,0 1 6-15,0 3-4 16,0 1-11-16,0 0-12 16,0 2-2-16,1 6 3 15,3 1 3-15,1 0 0 16,1 0 1-16,3-1 0 16,0-4 0-16,1-1-2 0,1 0-14 15,-1-3-19-15,2 0-20 16,-5-4-31-16</inkml:trace>
  <inkml:trace contextRef="#ctx0" brushRef="#br0" timeOffset="125452.93">4645 15789 107 0,'0'0'6'0,"0"0"5"0,0 0-9 0,-3-37-2 16,2 35-7-16,0 2-76 15</inkml:trace>
  <inkml:trace contextRef="#ctx0" brushRef="#br0" timeOffset="125823.49">3972 16280 114 0,'0'0'6'0,"62"-13"0"15,-26 5 8-15,5 1-9 16,1-1-2-16,2-3-2 0,2 1 2 15,2-1 10-15,0-1 5 16,1 0-8-16,-5 2-5 16,-1 0-4-16,-3 1 1 15,-6 2-2-15,-5 3 1 0,-9 1-3 16,-5 3-16-16,-6 0-31 16,-9 3-58-16</inkml:trace>
  <inkml:trace contextRef="#ctx0" brushRef="#br0" timeOffset="126085.74">4135 16463 171 0,'0'0'1'0,"70"-14"7"16,-30 5 4-16,0-1 1 15,1 2-1-15,-2-2-6 0,-1 2-2 16,-2 3-2-16,-5-1 0 16,-2 4-2-16,-6-1-9 15,-5-1-85-15</inkml:trace>
  <inkml:trace contextRef="#ctx0" brushRef="#br0" timeOffset="126881.81">4294 15513 71 0,'0'0'-15'15,"-53"-9"22"-15,28 2-4 0,0-1-2 16,-2-1 1-16,0-1-1 16,-4 2-1-16,-3-2 9 15,-2 3 9-15,-1 0-6 16,-3 2 5-16,-1 3-7 0,1 0 6 16,0 2-6-16,-3 0-5 15,-1 9-2-15,2 5-2 16,-6 4-1-16,1 2 0 15,-2 6 0-15,2 5-3 16,1 3 5-16,2 5-5 16,4 5 2-16,0 5 3 0,5 4-2 15,6 5 2-15,4 4-2 16,7 1 0-16,7 2-2 16,5 2 4-16,6-3-2 15,2 0 1-15,11-6-1 16,7-3-4-16,5-8 0 0,2-4 2 15,2-6 1-15,6-3 0 16,5-4 0-16,2-5 2 16,8 0 3-16,4-5-2 15,4-2 1-15,0-1 1 16,7-4-3-16,0-1 1 0,2-3 0 16,-1-5 1-16,2-2 0 15,4-2-1-15,-3-2-1 16,0-12 1-16,-2-6-1 15,-3-4 3-15,-1-9 12 16,-5-5 4-16,-4-3 3 0,-4-4-8 16,-6-3-4-16,-8-4-3 15,-5 1 0-15,-7-5-3 16,-10 1 1-16,-7 1 0 16,-7 3 0-16,-10 3-1 15,-13 6-2-15,-6 8-1 0,-5 6 1 16,-5 7-7-16,-3 8 2 15,-8 7-15-15,0 6-58 16,-4 0-74-16</inkml:trace>
  <inkml:trace contextRef="#ctx0" brushRef="#br0" timeOffset="127537.71">3469 16818 138 0,'0'0'6'0,"0"0"27"0,0 0-20 0,0 0-20 15,0 0 10-15,0 0-4 16,0 0 0-16,11 50 1 16,-4-36 1-16,5-1-1 15,3-3-1-15,3-6 1 16,5-4 0-16,3-5 3 0,10-15 5 15,2-12 1-15,6-9 0 16,6-6-5-16,8-7-2 16,2-4 0-16,3-6-10 15,-1 2-69-15</inkml:trace>
  <inkml:trace contextRef="#ctx0" brushRef="#br0" timeOffset="133282.29">8706 18295 158 0,'-6'0'-3'0,"3"0"10"0,-2 0 3 0,3 0-7 16,-1 0-2-16,2 0 0 16,1 0-2-16,0 3 0 15,0 1 0-15,0-1 1 0,0 2 1 16,2 2 1-16,4-2 4 16,0 2 2-16,2-2 1 15,1-1-4-15,-1 0 1 16,4-1-3-16,-1-3 2 0,1 0 2 15,3 0 1-15,3-8-1 16,2-7-3-16,7-7 1 16,4-6-4-16,2-10-48 15</inkml:trace>
  <inkml:trace contextRef="#ctx0" brushRef="#br0" timeOffset="134170.22">10165 18204 31 0,'0'0'30'0,"0"0"8"0,0 0-12 0,0 0-2 15,0 0-2-15,0 0-2 16,0 0-5-16,0 0-6 16,0 0-7-16,0 0-3 0,0 0-1 15,0 0 2-15,0 0 0 16,22 26 0-16,-13-19 0 16,1 3 2-16,-1-2-2 15,1-2 0-15,2-2 1 16,1-4-1-16,0 0 2 15,3-5 6-15,0-8 7 0,4-5-1 16,1-5-5-16,5-3-5 16,0-5-3-16,3-1-7 15,1-3-34-15,5-4-54 16</inkml:trace>
  <inkml:trace contextRef="#ctx0" brushRef="#br0" timeOffset="134895.56">11798 18163 0 0,'0'0'31'0,"0"0"-29"0,0 0-2 0,0 0 3 16,0 0 7-16,3 40 7 16,1-30 4-16,0 1 4 15,2 1-7-15,0-2 1 16,3-2-6-16,-2-1-5 16,4-2 1-16,0-4 2 15,1-1 3-15,3-2 6 0,3-12 1 16,2-4 1-16,4-6-7 15,8-2-4-15,2-8-8 16,6-3-6-16,0-3-44 16,-2-4-63-16</inkml:trace>
  <inkml:trace contextRef="#ctx0" brushRef="#br0" timeOffset="135608.21">13866 18105 142 0,'0'0'-1'16,"0"0"14"-16,0 0 11 0,0 0-4 0,0 0-9 15,0 0-6-15,0 0-3 16,0 0-2-16,0 0 0 0,0 0 1 15,0 0-1-15,-2 31 2 16,9-19 2-16,0-2-1 16,2-2-1-16,2 2-1 15,2-7 1-15,1-3 1 16,4 0 0-16,1-7 5 0,2-12 9 16,5-5-3-16,4-7-1 15,5-6-8-15,3-6-4 16,3-5-15-16,1-2-59 15</inkml:trace>
  <inkml:trace contextRef="#ctx0" brushRef="#br0" timeOffset="136177.1">15384 18011 81 0,'0'0'3'0,"0"0"17"0,0 0 5 0,0 0-2 16,0 0-1-16,0 0-5 15,0 0 3-15,0 0 3 16,0 0 1-16,0 0 0 0,40 9-7 15,-29-19-6-15,5-4-5 16,0-5-3-16,8 0-1 16,1-4-2-16,4-2-5 15,3-2-18-15,0-3-29 16,4-4-42-16</inkml:trace>
  <inkml:trace contextRef="#ctx0" brushRef="#br0" timeOffset="136647.53">16305 17949 179 0,'0'0'5'0,"0"0"9"0,0 0-9 0,0 0-7 0,0 0 10 15,0 0 0-15,0 0-1 16,55-34-2-16,-30 21 1 15,2-3-4-15,4-1-1 16,5-3-11-16,0-5-44 16,2-4-97-16</inkml:trace>
  <inkml:trace contextRef="#ctx0" brushRef="#br0" timeOffset="141377.76">8068 16642 44 0,'0'3'9'0,"-2"1"1"0,-2-1-7 0,0 4-3 16,-2-1 1-16,2 1 2 15,-3-3 0-15,3 2 2 16,0-2 5-16,-2 1 1 16,3 1-4-16,1-3-2 0,-3 2-2 15,3 0-2-15,-1-2 0 16,1 3-1-16,0-2 1 16,2 2-1-16,0-1 0 15,0 3 0-15,0-3 0 16,0 4 0-16,0-1 2 0,0 1-2 15,0-1 0-15,0 2 0 16,0-1 0-16,0-1 1 16,0 1-1-16,0-1 0 15,0 1 1-15,0-1-1 16,0-2 0-16,0 1 1 0,0-1-1 16,2-3-1-16,-1 1 2 15,3-2 0-15,-2 0 1 16,5-2 1-16,-4 2-1 15,5-2 1-15,-3 1-1 16,3-1-1-16,-2 0 0 0,2 0 0 16,-3 3-1-16,1 0 0 15,0 1 0-15,0 1 0 16,0 0-1-16,-2 2 1 16,1 0 0-16,1 3 1 15,-3 0-1-15,2 1 0 0,-1-2 0 16,-2 1-1-16,-2 1-2 15,0-1 1-15,0 2 2 16,0-2 0-16,0 0 0 16,-4-2 0-16,-4 3 0 15,2-1 0-15,-1 0 1 0,1-3-4 16,-4 3-3-16,4-3-1 16,-1-1 2-16,3 0 4 15,2-5 1-15,0 1 1 16,2-2 0-16,0 0 2 15,0 0-2-15,0 0 1 16,0-2-1-16,0 1 1 0,4-1 0 16,-2-2 0-16,2 4-1 15,1 0-1-15,-1 0 0 16,2 0-1-16,0 0 0 16,-1 0-1-16,1 4 0 15,0 1 0-15,-2 0 0 0,4 1 2 16,-3 1 0-16,1 1 0 15,-2 1 2-15,0 2-2 16,-1-1 0-16,0 3 0 16,-3 1 1-16,0 0-1 0,0 1 1 15,0 2-1-15,0 0 0 16,-3-1 0-16,-1 2 0 16,1 3-1-16,1 2-2 15,0 0-1-15,0-1-10 16,-2 1-8-16,2 0 4 15,1-2-3-15,-1 0 8 0,0-2-12 16</inkml:trace>
  <inkml:trace contextRef="#ctx0" brushRef="#br0" timeOffset="141591.09">8110 17527 0 0,'0'0'20'0,"0"0"-7"0,-1 37-5 0,1-26 0 16,0 2-6-16,0 1 3 0,0-2-1 15,0 0 0-15,5-2 2 16,-3 3-3-16,2-3-1 15,1-1-1-15,1 2 0 16,-1 0-1-16,4 2 1 0,-5 0-1 16,3-2 0-16,-1 3 0 15,1-4-1-15,1 0 0 16,0-1 0-16,-2-2-2 16,3-3 2-16,-2 2-1 15,2-2-7-15,-2-2-24 0</inkml:trace>
  <inkml:trace contextRef="#ctx0" brushRef="#br0" timeOffset="146635.63">18149 13630 111 0,'0'0'1'0,"0"-5"-1"0,5 0-2 0,6-4-1 0,5-2-12 16,5-9-36-16</inkml:trace>
  <inkml:trace contextRef="#ctx0" brushRef="#br0" timeOffset="147604.71">16240 14013 170 0,'0'0'4'0,"0"0"13"0,0 0 2 16,0 0-12-16,0 0-5 16,0 0-2-16,0 0-3 0,0 0-3 15,0 0-27-15,0 0-2 16,0 0-23-16</inkml:trace>
  <inkml:trace contextRef="#ctx0" brushRef="#br0" timeOffset="148564.63">22467 13259 83 0,'0'0'5'0,"0"0"-7"0,0 0 2 16,0 0 1-16,0 0-3 16,0 0-1-16,0 0 2 15,42 0 1-15,-35-1 0 0,3 1 0 16,-2 0 0-16,-1-2-70 16</inkml:trace>
  <inkml:trace contextRef="#ctx0" brushRef="#br0" timeOffset="148869.32">22556 13269 60 0,'0'0'4'16,"0"0"-26"-16,0 0 19 0,0 0 2 15,0 0-2-15,0 0 1 16,0 0 2-16,0 0 12 15,0 0 20-15,0 0-8 16,0 0-4-16,-2 0 3 0,2 0 0 16,-2 0-2-16,1 0-11 15,0-1-10-15,1-1 2 16,-1 1-2-16,-3-3 1 16,2 2-1-16,1-1 1 15,-1 2-1-15,1-1 0 16,1 1-2-16,0 0-6 0,0 0-51 15,0-3-40-15</inkml:trace>
  <inkml:trace contextRef="#ctx0" brushRef="#br0" timeOffset="149908.47">22624 13278 133 0,'0'0'1'0,"0"0"1"16,0 0-1-16,0 0-1 16,0 0 0-16,0 0 1 15,0 0 0-15,0 0 1 0,0 0 12 16,-29 0 7-16,27-3-10 15,2-3-11-15,-1 3 3 16,1-4-3-16,0 3-1 16,0-3 0-16,0 0 0 15,5-1-1-15,3 1 4 16,3 2-1-16,3-2 0 0,-3 2 0 16,3 4 0-16,-2 0-1 15,1 1 0-15,-2 0 0 16,0 0 1-16,0 2-2 15,-2 5 1-15,-1 2 0 0,0-2 0 16,0 2 0-16,-1 0 1 16,-2-1-1-16,-1 0 0 15,0-2 0-15,-2 0 0 16,0-2 0-16,-2-1 0 16,0 1 1-16,0-3 2 0,-2 0-1 15,-2 0-1-15,-1-1 2 16,1 0-2-16,-2 0 1 15,1 0-1-15,0 0 1 16,1-2-2-16,0-1 2 16,2-1-2-16,1 0 0 0,1 0-1 15,0-2 1-15,0-2-3 16,0 1 3-16,3-1 0 16,2 1 2-16,2 0-2 15,-2 0-2-15,2 1 2 16,-4 1 0-16,3 0 0 15,2 1 2-15,-2 1 1 0,1 1 2 16,-1 0 3-16,2 2-3 16,0 0 0-16,-1 0-4 15,1 0 1-15,-1 6-2 16,2 2 1-16,-5 2-1 16,1 0 0-16,1 0 1 0,-4 0-1 15,0-3 1-15,0 3-1 16,-1-2 0-16,-1-2-1 15,0 1-1-15,0-1-4 16,0-2-3-16,0-1 3 16,0 0 2-16,0-2-4 0,-2-1 7 15,-1 0 2-15,1 0 1 16,0 0 0-16,-1-1 0 16,2-5-2-16,1-1 0 15,0-1 0-15,2 0 2 0,4-3-3 16,4 0 1-16,-2 1 0 15,1 0 1-15,2 0 0 16,3 0 1-16,-4 3 4 16,2 0 4-16,0 1-2 15,1 1-4-15,-1 2 7 16,0 1 0-16,0 2-6 0,-3 0-1 16,0 0-4-16,-3 5 0 15,0 3 0-15,-2 2 1 16,-1 0-1-16,-2 0 0 15,-1 0-4-15,0-2-3 16,0 1-2-16,0-2-3 0,0 0-20 16,-2-1-29-16,1-4-33 15</inkml:trace>
  <inkml:trace contextRef="#ctx0" brushRef="#br0" timeOffset="150307.72">23153 13178 180 0,'0'0'8'0,"0"0"17"0,0 0-3 16,0 0-15-16,0 0-6 0,0 0 1 16,0 0-2-16,0 0-1 15,0 0 2-15,-43 37-1 16,37-22 0-16,2 0 2 15,3-2-2-15,1-2-3 16,0 0 2-16,1-2 1 0,4-3 0 16,3-3 2-16,-2-1-4 15,3-2 3-15,-3 0 2 16,3 0-1-16,1-3 0 16,-3-4 0-16,-2 0 3 0,-1-3 4 15,1-1 3-15,-3-1 0 16,-2-1-2-16,0 1-2 15,0-2-4-15,0 1-2 16,-2 4-2-16,-4 0-2 16,0 4-2-16,0 3-1 15,-1 2-16-15,1 0-18 0,-1 1-32 16,0 3-21-16</inkml:trace>
  <inkml:trace contextRef="#ctx0" brushRef="#br0" timeOffset="150769.82">23245 13154 133 0,'0'0'20'0,"0"0"11"0,0 0-23 0,0 0-9 16,0 0 0-16,0 0 0 0,0 0 1 15,0 0 1-15,9 41 0 16,-8-29 0-16,0 0 0 16,0-2 1-16,1 2-1 15,1-3 1-15,0 0-2 16,0-2 1-16,1-3 0 0,0 1 1 15,0-3-1-15,0-1 1 16,1-1 2-16,-1 0 2 16,0 0 3-16,0 0 4 15,0-2 3-15,-2-5-2 16,0 0-2-16,1-2-1 16,-1-2-6-16,2-2-3 0,-2 0-1 15,0-1-1-15,2 1 1 16,-2 1-2-16,2 0 1 15,-2 4-1-15,0 1-1 16,1 3-18-16,0-1-27 0,2 2-67 16</inkml:trace>
  <inkml:trace contextRef="#ctx0" brushRef="#br0" timeOffset="151011.98">23470 13133 190 0,'0'0'6'16,"0"0"0"-16,0 0-3 15,0 0-3-15,0 0 0 16,0 0 3-16,0 0 0 0,0 0-1 16,-8 39 1-16,5-29 0 15,1-1 1-15,0 1-1 16,0-2 0-16,1 1-1 15,1-2 1-15,0 0-2 16,0-4-15-16,0-3-63 0</inkml:trace>
  <inkml:trace contextRef="#ctx0" brushRef="#br0" timeOffset="151176.48">23455 13057 103 0,'0'0'111'0,"0"0"-99"16,-22-45 14-16,19 38-10 16,-1 2-10-16,3 3-6 15,0 2-7-15,0 0-84 0,-3 0-85 16</inkml:trace>
  <inkml:trace contextRef="#ctx0" brushRef="#br0" timeOffset="151559.54">22825 13219 203 0,'0'0'1'15,"0"0"3"-15,0 0-3 0,0 0 1 16,0 0 10-16,45 2 6 16,-12-5 2-16,9-4-12 15,10 1-2-15,8 2-5 16,3-1-1-16,0-1-62 16</inkml:trace>
  <inkml:trace contextRef="#ctx0" brushRef="#br0" timeOffset="153853.46">18757 14733 174 0,'0'0'0'0,"0"-3"1"0,0-1-2 0,0 0-3 15,0 0-17-15,0-1 17 16,0-2 5-16,0 2 5 15,0-2 16-15,0 0 5 0,0 1-10 16,0-1-1-16,2 1-9 16,4 0-1-16,0 1-3 15,2 2-1-15,-1 0-1 16,2 3 0-16,2 0-2 16,-2 1 1-16,0 8-1 15,2 1 1-15,-4 5-1 0,1 1 0 16,-3 1-1-16,2 0-5 15,-5 1-8-15,-1-3-2 16,1-1-2-16,-2-3 9 16,0-4 4-16,1-1 6 15,0-3 0-15,-1-2 0 0,0-1 1 16,1 0 12-16,-1 0 7 16,1-4-17-16,-1-3-2 15,0-1-1-15,2-2 1 16,0-1-1-16,-2 0 0 15,2-1 0-15,1 0 0 16,1-1-1-16,3 1 2 0,0 2 0 16,2-2 1-16,1 5 0 15,4 4-1-15,-3 0 1 16,3 3 2-16,-1 0-1 16,3 3-2-16,-3 7-1 0,0 3 2 15,-1 3-2-15,-3-1 0 16,-1 0 0-16,-2 1 0 15,-3-3 0-15,-1-1 0 16,-1-1-2-16,-1-4-2 16,0-1-2-16,0-3 3 0,0-3-5 15,-2 0 5-15,0 0 7 16,1-3-1-16,0-6-3 16,0-1 6-16,1-2 2 15,0-1-2-15,0-2-1 16,4-3-2-16,4 3-1 0,4-1-2 15,0 2 0-15,3 1 0 16,-1 3 0-16,1 4 0 16,1 2 0-16,0 4 0 15,1 0 0-15,1 3 0 16,-2 6 0-16,-2 3 0 16,0 4-5-16,-2-2-10 0,-4-1-9 15,3-2-6-15,-2-1-1 16,1-6-18-16</inkml:trace>
  <inkml:trace contextRef="#ctx0" brushRef="#br0" timeOffset="154230.66">19417 14657 109 0,'0'0'15'0,"0"0"27"0,0 0-7 0,0 0-25 15,0 0-8-15,-41-16 2 16,34 16-5-16,-3 9 3 16,2 0-2-16,3 3 0 15,3 1 0-15,0-1 0 16,2 1-1-16,0-1-3 0,4-1 6 16,6-4-3-16,-3 1 1 15,3-5 0-15,2-1 0 16,-3-2-1-16,2 0 2 15,-1 0 1-15,0-6 3 16,-3-4 5-16,-1 0 2 0,-3 0 7 16,-1-1-3-16,-2 0-3 15,0-1-5-15,0 1-1 16,-3 1-5-16,-3 1-3 16,-1 4-1-16,-1-1 0 15,-3 6-21-15,1 0-16 0,-3 0-31 16,1 0-31-16</inkml:trace>
  <inkml:trace contextRef="#ctx0" brushRef="#br0" timeOffset="154722.29">19501 14607 90 0,'0'0'19'0,"0"0"7"0,0 0-7 16,0 0-7-16,0 0-1 15,0 0-5-15,0 0-2 16,0 0-2-16,0 0 0 16,0 0-1-16,22 38 2 15,-19-25 0-15,1 1-2 0,2 2 1 16,0-2-2-16,0 0 2 16,-1-1-3-16,-1-3 3 15,2-1-3-15,-3-2 2 16,1-3-1-16,-2-3-1 15,1-1 2-15,-1 0 5 0,0 0 19 16,-1 0 4-16,-1-8-5 16,0-1-11-16,0-2-6 15,0-3-2-15,0 0-2 16,0-2-3-16,3 0 0 16,0 1-4-16,3 0-18 0,0 4-25 15,3-2-34-15,1 3-32 16</inkml:trace>
  <inkml:trace contextRef="#ctx0" brushRef="#br0" timeOffset="154913.65">19736 14614 198 0,'0'0'1'0,"0"0"16"15,0 0-2-15,0 0-10 16,8 37-1-16,-6-27-2 0,0 1-1 15,1 1 1-15,-2-2 0 16,3 0-2-16,-2-1 0 16,0-4-8-16,1-2-39 15,-1-3-43-15</inkml:trace>
  <inkml:trace contextRef="#ctx0" brushRef="#br0" timeOffset="155090.51">19734 14525 258 0,'0'0'11'0,"0"0"8"15,-17-43-6-15,15 33-9 16,2 3-3-16,0 3-1 16,0 1-7-16,0 3-26 15,3 0-50-15,4 0 8 16</inkml:trace>
  <inkml:trace contextRef="#ctx0" brushRef="#br0" timeOffset="155517.54">19827 14659 99 0,'0'0'1'15,"0"0"1"-15,0 0-1 0,0 0 4 16,0 0 15-16,36-12 20 16,-32 4 6-16,-1 1-13 15,-1 0-10-15,0 0-8 16,1-1-5-16,-3-1-7 16,0 2 0-16,0 0-2 15,0 1-2-15,-4-1-2 0,0 3-6 16,0 0-1-16,0 2 7 15,0 1-4-15,-1 1 8 16,1 0-2-16,-1 0 2 16,2 5-1-16,-3 4 0 15,2 5 0-15,1 2 0 0,-1-2-1 16,4 2 1-16,-4-1 0 16,4-3 0-16,0-1 0 15,0-2 0-15,0-2-1 16,0-2 5-16,8 1 1 15,3-3-2-15,3 0 0 0,2-2-2 16,-2-1-20-16,1 0-113 16</inkml:trace>
  <inkml:trace contextRef="#ctx0" brushRef="#br0" timeOffset="158550.75">20911 14521 76 0,'0'0'11'0,"0"0"1"0,0 0 1 0,0 0 1 0,0 0 10 16,0 0 1-16,0 0-8 16,0 0-5-16,0-1-3 15,0 0-3-15,0-2-2 16,0 3-3-16,0-2-1 15,0 1 1-15,0 0 0 0,0-1 0 16,0 0 0-16,0 0 2 16,0-1-2-16,0 0 1 15,0 0-2-15,-2 1 1 16,-1 0-1-16,1-1 0 16,-1-1-1-16,2 2 2 0,-3 0-1 15,1-1 2-15,-1 0 0 16,2 3 2-16,-1-1 1 15,1-1-3-15,-2 2-3 16,0 0 1-16,1-1-2 16,-3 1 3-16,1 0-1 15,2 0 0-15,-2 0 1 0,1 0-1 16,0 1 0-16,-1 4-1 16,0 0 1-16,-1 0-3 15,-1 0 0-15,1 2 1 16,0-1-1-16,1 0 4 15,-4 0-1-15,5-1 0 0,1 3 1 16,-3-2-2-16,3 0 1 16,2 1 0-16,0 0 0 15,0 0 0-15,1-1-4 16,0 0 1-16,0-1 1 16,0-2 2-16,0 3 0 0,0-2 2 15,3 2-2-15,0-2 1 16,1-3-1-16,-2 3 0 15,1 0 0-15,0-2 0 16,0 1-1-16,2-1 1 16,-2-1-2-16,1-1 4 0,0 0-2 15,0 0 0-15,-1 0 1 16,2 0 1-16,1 0-1 16,-1 0-1-16,1 0 0 15,-2-1 1-15,1-1 0 16,1 0-2-16,0 0 2 0,0-1-1 15,-2 0 0-15,1-1 0 16,-1 1 0-16,0 0 0 16,-1-1 0-16,2 1 0 15,-1-1 1-15,-1 1-2 16,-1 0 1-16,0-1 1 16,0 0-2-16,0 0 2 0,0-1-1 15,-2 2 0-15,2-1 1 16,-1-1-1-16,-1 0 0 15,2 0 1-15,0 0-1 16,-1 0 0-16,0 0 0 16,4 0 0-16,-5-1 0 0,2 3 0 15,-1-1 0-15,0 1 0 16,0 0 0-16,0 0 0 16,0 1 0-16,1 0 0 15,-2 1 0-15,1 1 0 16,-1-2 0-16,1 2 0 0,-1 0-1 15,0 0 1-15,0 0-1 16,2 0-2-16,-2 0-1 16,0 0 0-16,0 0 4 15,2 2 0-15,-2 0 0 16,0 2 0-16,0 0 0 0,0 1-1 16,1-1 2-16,-1 1-2 15,0-1 1-15,0 3 0 16,1-1 1-16,-1-2-1 15,1 3 0-15,0-1 0 16,0 1 1-16,1-1 2 16,-1 1-3-16,2-3 0 0,-1 3 1 15,2-3 1-15,-1 2-1 16,2 0 0-16,-1-2 0 16,-1 0 0-16,1-1 1 15,2 0-1-15,1-2 3 0,0-1 2 16,-2 0 2-16,1 0 3 15,0 0 0-15,0 0 0 16,-1 0-1-16,1-4-5 16,0 1-1-16,1-1-4 15,1 0 0-15,0-6-18 0,2-3-77 16</inkml:trace>
  <inkml:trace contextRef="#ctx0" brushRef="#br0" timeOffset="159405.51">22071 14236 79 0,'-4'-10'4'0,"-2"0"16"0,1 2-3 15,-2-2-5-15,1 4 2 16,-3 0-9-16,-1 2-2 16,0 2 1-16,1 2-1 15,-2 0-3-15,3 0 1 16,0 0-1-16,3 2 0 16,-4 4-1-16,5 1 0 0,1 3 1 15,-2 1 0-15,2 3 0 16,1 2-1-16,1 3 2 15,0-1 0-15,1 2 1 16,0 1 0-16,0-2-2 0,0-1 0 16,4-1 1-16,0 0 5 15,0-1 0-15,0-1 1 16,-1 0 0-16,0-1-1 16,1 0-2-16,-2 0-1 15,-2-2 0-15,0 0 1 16,0-3-2-16,0 2 0 0,0-4-1 15,0 1-1-15,0-3 1 16,0 1-3-16,-7 0-14 16,3-4-26-16,-1-2-19 15</inkml:trace>
  <inkml:trace contextRef="#ctx0" brushRef="#br0" timeOffset="159676.13">21837 14441 83 0,'0'0'2'0,"0"0"1"0,0 0 6 0,39 0-5 16,-22 0 4-16,2 0 0 16,1 0 1-16,3 0-6 15,1 0-2-15,-1 0-7 16,-2-2-34-16</inkml:trace>
  <inkml:trace contextRef="#ctx0" brushRef="#br0" timeOffset="160074.57">22147 14415 107 0,'0'0'12'16,"0"0"29"-16,0 0-6 0,0 0-13 16,0 0 5-16,0 0-13 15,0 0-10-15,12-7-5 16,-13 7 1-16,-3 0 3 16,1 3-2-16,-3 4-1 15,2 0 1-15,1 2-1 0,1 0-1 16,0 0 0-16,2 1-6 15,0-3 1-15,0 0 0 16,2-3 5-16,3 2 0 16,3-6 1-16,1 2 0 15,0-2 1-15,2 0 0 0,3 0-1 16,-3-2 2-16,1-5-1 16,1-1 0-16,-2 1 0 15,-1-1 2-15,-2-1 2 16,-4 0 3-16,-2 0 2 15,-2 1-1-15,0 1-2 16,-1-2-5-16,-6 2-3 0,0 3 3 16,-6-1-4-16,4 3 1 15,-3 2-1-15,1 0-17 16,2 0-4-16,1 0-24 16,1 0-26-16,2 0-55 0</inkml:trace>
  <inkml:trace contextRef="#ctx0" brushRef="#br0" timeOffset="160422.71">22336 14368 104 0,'0'0'11'0,"0"0"-1"0,0 0 15 16,42-3-8-16,-34 3-11 0,-1 3-2 15,0 0-1-15,0 6 0 16,-1-2-2-16,-3 1 0 16,-1 0-1-16,0 1-2 15,-2-3-6-15,0-2-2 16,0 1 0-16,0-3 6 16,0 0 3-16,-4-2 11 0,1 0 2 15,-3 0 16-15,3-5 3 16,2-2 2-16,-2-1-9 15,3-2-5-15,0-2-7 16,0 0 0-16,7-1-6 16,3-1-4-16,4 1-3 0,4-1-13 15,1-2-52-15,2 2-81 16</inkml:trace>
  <inkml:trace contextRef="#ctx0" brushRef="#br0" timeOffset="161314.72">18864 15137 134 0,'0'0'3'0,"0"0"10"0,0 0 3 15,0 0-6-15,0 0-1 0,0 0 2 16,0 0-3-16,0 0 3 16,0 0-8-16,0 0 2 15,0 0 1-15,0 0-3 16,6 15 0-16,-6-1-3 15,0 2 1-15,0 1-1 0,0 0 1 16,0 0-1-16,0 0 0 16,0-1 0-16,0 1 1 15,0-3-2-15,1 2 2 16,1-4 1-16,2-1 1 16,-2-2 3-16,2-3 0 0,1 1 1 15,1-1 0-15,2-4 0 16,-2 2-2-16,3-2 0 15,1-2 2-15,-1 0-5 16,1 0 0-16,4 0-2 16,-3-4 0-16,0-1 0 15,2-3-2-15,0 1-15 0,-1-1-14 16,-2-1-26-16,-2-2-38 16</inkml:trace>
  <inkml:trace contextRef="#ctx0" brushRef="#br0" timeOffset="161677.06">18817 15245 114 0,'0'0'28'0,"0"0"2"0,0 0-20 15,0 0-2-15,0 0 7 16,0 0-4-16,0 0-4 0,0 0 1 15,45-6 0-15,-34 4-2 16,2-2 1-16,1 1-2 16,1 1-3-16,3-1-2 15,-2 1-3-15,1-2-32 16,-1 0-71-16</inkml:trace>
  <inkml:trace contextRef="#ctx0" brushRef="#br0" timeOffset="161925">19150 15179 210 0,'0'0'24'0,"0"0"-13"16,0 0-6-16,0 0 2 15,0 0-2-15,0 0-3 16,38 0-2-16,-22 0 1 16,-3 0-1-16,5 0-1 15,-3 0-21-15,4-2-24 16,-5 0-24-16</inkml:trace>
  <inkml:trace contextRef="#ctx0" brushRef="#br0" timeOffset="162096.17">19242 15283 254 0,'0'0'7'0,"0"0"-3"16,0 0-3-16,0 0-1 0,36-6-1 15,-17-2-53-15,1-2-69 16</inkml:trace>
  <inkml:trace contextRef="#ctx0" brushRef="#br0" timeOffset="162488.62">19496 15200 203 0,'0'0'1'16,"0"0"-4"-16,0 0 4 15,0 0 3-15,0 0-1 0,0 0 2 16,0 0-1-16,0 0 4 16,17-29 5-16,-13 20-5 15,0-1-1-15,-1 0-3 16,-1 0 2-16,-2-1-5 16,1 1 2-16,-1 3-1 0,0-3 2 15,0 3-2-15,0 1 0 16,0 1-1-16,0 2-1 15,0 0 0-15,0 3-2 16,1 0-3-16,1 1 1 0,2 9 4 16,-2 0 0-16,2 4 0 15,0 2 1-15,2 1-1 16,-1 3 0-16,1 0 1 16,0 0-1-16,1 1 0 15,-1-1-13-15,-2-2-17 16,2-1-18-16,-4-2 10 15,1-4-13-15</inkml:trace>
  <inkml:trace contextRef="#ctx0" brushRef="#br0" timeOffset="162636.68">19561 15328 125 0,'0'0'23'16,"0"0"42"-16,0 0-25 15,0 0-21-15,0 0-14 16,0 0-2-16,0 0-3 15,0 0 1-15,36-19-2 16,-13 11-35-16,3-2-71 0</inkml:trace>
  <inkml:trace contextRef="#ctx0" brushRef="#br0" timeOffset="163277.76">20565 14995 138 0,'0'0'9'0,"0"0"-3"0,0 0 7 16,0 0 5-16,0 0 6 15,0 0-14-15,0 0 0 16,0 0-2-16,0 0-1 16,2-4-5-16,-2 4-3 15,2 0 0-15,-2 6 1 0,0 3 0 16,1 1 0-16,-1 3 0 16,1 0 0-16,0 1 0 15,-1-1 0-15,1 1 0 16,1-1 1-16,-1-1-1 15,3 1 0-15,-2 0 0 0,-1-2 0 16,1 1 0-16,0-3 1 16,1 1-1-16,-1-4 0 15,2 0 3-15,-1-1 3 16,2 0 1-16,1-3-2 16,2 0-1-16,0 0 2 0,-1-2-1 15,1 0-1-15,1 0-1 16,-4 0 0-16,3 0-3 15,-3 0 0-15,1-3 0 16,0 0-5-16,-2-2-12 16,-2 0-17-16,-2-1-48 0</inkml:trace>
  <inkml:trace contextRef="#ctx0" brushRef="#br0" timeOffset="163584.7">20527 15107 137 0,'0'0'10'0,"0"0"17"0,0 0-3 15,0 0-6-15,0 0 4 16,0 0-8-16,0 0-2 0,0 0-4 16,0 0-2-16,36-3-4 15,-23 0-1-15,1 2-1 16,3-1 0-16,1 0-7 16,-5-1-22-16,2 0-33 15,-3-3-52-15</inkml:trace>
  <inkml:trace contextRef="#ctx0" brushRef="#br0" timeOffset="163776.1">20754 15040 231 0,'0'0'37'0,"0"0"-7"15,0 0-12-15,0 0-10 16,0 0-1-16,0 0-5 15,0 0-2-15,0 0-1 16,44-21-11-16,-35 21-25 0,-1-3-40 16,-3 0-63-16</inkml:trace>
  <inkml:trace contextRef="#ctx0" brushRef="#br0" timeOffset="163926.71">20826 15083 180 0,'0'0'36'15,"0"0"-11"-15,0 0-12 16,0 0-3-16,0 0-9 16,0 0 3-16,0 0-4 15,0 0 0-15,39 18-30 0,-26-19-86 16</inkml:trace>
  <inkml:trace contextRef="#ctx0" brushRef="#br0" timeOffset="164408.73">20999 15002 202 0,'0'0'-4'0,"0"0"8"16,0 0-3-16,0 0-2 16,0 0-8-16,0 0 2 0,0 0 10 15,0 0 4-15,-11-33 3 16,11 29 0-16,0-2-2 15,8 2-6-15,-1-1 4 16,2 0-6-16,2 3 2 16,0 0-2-16,-2 0 1 0,1 2 0 15,-3 0 0-15,1 4-1 16,-3 4 1-16,1 3-1 16,-4 2-2-16,-2 0-11 15,0 3-9-15,0-4-5 16,-5 5 3-16,-2-3 14 0,-2-3 7 15,0 1 3-15,-2-1 0 16,1-4 2-16,3-1 0 16,-2 1 1-16,4-3-2 15,0-1 0-15,3 0-1 16,1-3 0-16,1 1 4 16,0-1 6-16,0 0 7 0,0 0 12 15,2 0 0-15,4 0-8 16,2 0-2-16,3 0-4 15,1-2-3-15,4-1-4 16,2 0-5-16,5 0-1 16,2-1-5-16,1-4-43 0,1-2-130 15</inkml:trace>
  <inkml:trace contextRef="#ctx0" brushRef="#br0" timeOffset="164964.65">22011 14843 127 0,'0'0'75'0,"0"0"-69"0,0 0-2 15,0 0-3-15,0 0-1 16,0 0 0-16,0 0 1 16,0 0 1-16,0 0 1 15,9 37 2-15,-9-23-2 16,0 1-1-16,0 1 0 0,0 1-1 16,-2-1 1-16,2-3-1 15,0 2 1-15,0-4-1 16,0 0 1-16,0-3 0 15,0 2-1-15,0-3 3 16,2-3 1-16,2 2 5 0,1-2-1 16,1-1-2-16,1-2-4 15,0 2-1-15,4-3-1 16,-1 0-2-16,2 0-7 16,0 0-10-16,-4 0-4 0,1-7-18 15,-3 0-34-15</inkml:trace>
  <inkml:trace contextRef="#ctx0" brushRef="#br0" timeOffset="165248.84">21976 14948 67 0,'0'0'35'0,"0"0"-20"16,0 0 13-16,0 0-8 16,0 0 11-16,0 0-13 15,0 0-6-15,0 0 3 16,0 0 2-16,21-5-6 16,-11 1-5-16,1 1-5 0,3-1-1 15,-1-1 0-15,2 2 0 16,0 0-6-16,-1 0-20 15,1 0-32-15,-3-1-51 16</inkml:trace>
  <inkml:trace contextRef="#ctx0" brushRef="#br0" timeOffset="165448.63">22251 14858 308 0,'0'0'9'0,"0"0"10"16,0 0-2-16,0 0-10 16,0 0-6-16,0 0-1 15,0 0-1-15,0 0-6 16,40-17-12-16,-33 17-12 0,1 0-32 16,-1 0-63-16</inkml:trace>
  <inkml:trace contextRef="#ctx0" brushRef="#br0" timeOffset="165604.66">22284 14956 166 0,'0'0'119'0,"0"0"-109"16,0 0-7-16,0 0 0 16,0 0-2-16,0 0 2 15,0 0-3-15,0 0-28 16,44 7-53-16,-32-14-112 0</inkml:trace>
  <inkml:trace contextRef="#ctx0" brushRef="#br0" timeOffset="165982.17">22431 14827 225 0,'0'0'-3'15,"0"0"12"-15,0 0 0 16,0 0 0-16,0 0-1 15,40-23-1-15,-31 23-5 0,-3 0 0 16,2 0-3-16,-6 7 0 16,0 1 2-16,-1 3-2 15,-1 0-13-15,0 2-17 16,-3-2-22-16,-6-1 10 16,4 1 13-16,-2-5 19 15,4 0 12-15,1 0 2 0,2-3 9 16,0-1 0-16,4 1 2 15,4 0 1-15,0 0-2 16,2 0-1-16,-1 2 4 16,-4 1-5-16,1-2-2 15,-3 1-2-15,-3-1-1 0,0-1-3 16,-1 3 7-16,-9-2 1 16,-4 0-7-16,-2 0 3 15,-4-2-7-15,2-1-8 16,2-1-50-16,3-3-60 0</inkml:trace>
  <inkml:trace contextRef="#ctx0" brushRef="#br0" timeOffset="176891.54">15650 13465 15 0,'-9'0'12'0,"-1"0"17"0,-2 0-7 0,0 0-3 0,-1 0-7 15,0 0-7-15,0 0-2 16,0 0-3-16,3 3 2 0,-1-2-2 16,0 1 0-16,4-1 0 15,-2-1 0-15,0 2 0 16,2-1 0-16,1-1 1 16,-1 0-1-16,0 0 4 15,2 0 2-15,1 0-1 0,-2 0-1 16,3 0-3-16,1 0 0 15,-2 0-1-15,-1 0-1 16,0 0-4-16,1 1-2 16,-2 1 5-16,1-1 1 15,-1 0 1-15,1 1 0 0,-5-1 0 16,4 1 0-16,0-2 0 16,1 1 0-16,-2 2-1 15,1-3 2-15,1 2-1 16,-1-1 0-16,2 0 0 15,-4 2 0-15,1-1 0 16,-3 2 0-16,0 0 0 16,1-1 0-16,-2 3 1 0,1-3-1 15,2 1 1-15,0-1-1 16,3 1 0-16,-2-1 0 16,1 0 0-16,-1 1 0 15,2 0 0-15,-3 0 0 0,1 1-1 16,-2 0 1-16,2 0 1 15,-1 1-1-15,1-2 1 16,-1 1-1-16,2 1 0 16,-1-2 1-16,3 0-1 15,-4 1 0-15,4 0 0 0,-2-2 0 16,2 3 1-16,2-2-1 16,-1 2 0-16,3-1 0 15,-2 0 0-15,0 2 0 16,1 0 0-16,0 0 2 15,1-1-2-15,-1 1 0 0,1-1 0 16,0-1 0-16,0 2 0 16,0 0 0-16,0 2 0 15,0-2 0-15,0 1 0 16,0-2 0-16,0 2 1 16,0-1-1-16,0-1 0 0,0 0 0 15,0-1 0-15,1 0 0 16,1 0-1-16,2-1 2 15,-2 1-1-15,1-2 0 16,3 2-1-16,-1-1 2 16,0-1-1-16,1 2 1 0,0-1-1 15,1 2 1-15,-2 0-1 16,4-1 0-16,-4 3 0 16,1-1 0-16,0 0 0 15,-2 0 0-15,2 0 0 16,-1 0 0-16,-1 0 0 0,0 0 0 15,-2 0-1-15,0 2 2 16,-1-2-1-16,0 0 0 16,0 3 1-16,1-3-1 15,0 3 0-15,0-3 0 16,1 2 1-16,-3-2-1 0,2 0 0 16,-1 0 0-16,1-1 0 15,-1 1 0-15,0 0 0 16,1-3 0-16,0 2 0 15,0-2 1-15,0 1-1 16,1-1 0-16,1 0 0 16,2 0 1-16,-1-1-1 0,2 1 1 15,0 2-2-15,1-3 2 16,0 1-1-16,0 0 1 16,1-1-1-16,-2 1 0 15,2 0 1-15,-2 0-1 16,-1 0 2-16,0 0-4 0,2 0 2 15,-4 1 0-15,-1 0 0 16,0 0-1-16,2 0 1 16,-3 2 0-16,0-1 1 15,1 1-1-15,-1 0 2 0,2 0-2 16,-1 2 0-16,-2-2 0 16,2 0 0-16,0 0 0 15,1 0-2-15,-1 2 4 16,1-2-2-16,2 2 0 15,1 0 0-15,0 0 0 0,1 2 0 16,1-1 1 0,-2 0-1-16,0-3 0 0,-1 2 0 15,1-2 0-15,-3 0 0 16,1-2 0-16,0 1 1 16,-1-1-1-16,1 0 0 15,-3 1 1-15,0-2-1 0,-1 3 1 16,-1 1-1-16,0 1 0 15,0-1 0-15,0 1 1 16,0 0-1-16,0-1 1 16,-1 2-1-16,1 0 0 15,-2-1 1-15,2 0-1 16,0-1 1-16,0-1 0 0,0 3-1 16,0-3 1-16,0 0-1 15,2-1 0-15,-2 0 0 16,2-1 0-16,-1 1 0 0,2 1 0 15,0 1 0-15,-1-2 0 16,1 1 0-16,-2 3 0 16,1-3 0-16,0 1 0 15,0 1 0-15,0 0 1 16,0 1-2-16,2-2 2 16,-3 2-1-16,1 2 0 0,0-1 0 15,2 2 2-15,-2-2-4 16,0 3 2-16,2-1 2 15,0 0-2-15,0 1 0 16,-2 0 0-16,2-1 0 16,1 1 0-16,-3 1 0 0,1-1 0 15,1-2 0-15,1 3 0 16,-3-2 0-16,0-1 0 16,-1 1 0-16,1 0 1 15,0 0-1-15,0-2 0 16,0 2 0-16,0 0 0 0,-2-1 0 15,0 0 0-15,0 0 0 16,2 1 0-16,-2 0 1 16,1-1-1-16,0 0 0 15,0 1 1-15,1 0 0 16,-1-2-2-16,2 3 1 16,0-4 0-16,-3 3 1 0,2-3-1 15,-1 3-1-15,0-2 2 16,0 0 1-16,1-1 0 15,-2 0-2-15,2 0 1 16,-1 0-1-16,2-1 1 0,-1-1-1 16,0 0 0-16,-1 1 0 15,1-1 0-15,1 1 1 16,0 0-1-16,-1 2 0 16,-2-1 0-16,3 2 2 15,-2-1-2-15,-1 2 0 0,2-2 1 16,-1 2-2-16,0 0 2 15,-1-1-1-15,0 1 0 16,0 0 0-16,0 0 0 16,0 1 1-16,0 0-1 15,0-1 0-15,0 1 1 16,0-1 0-16,0-2 0 16,1 2-1-16,2-2 1 0,-1 2-1 15,0-3 0-15,-1 2 0 16,2 0 1-16,-2 1 0 15,0 1-2-15,2-3 2 16,-3 2-1-16,0-1 0 0,0-1 0 16,0 0 0-16,0 1 1 15,2-1-1-15,-2-1 0 16,2 1 0-16,-2-2 0 16,1 2 1-16,2 1-1 15,-1-4 0-15,0 2 2 0,2-1-2 16,-2-1 0-16,-1 1 0 15,2-3 0-15,2 2 0 16,-1-1 1-16,-2 0 1 16,4 3-1-16,0 0-1 15,-3 0 1-15,-1 1-1 16,2 1 0-16,0 1 0 0,-4-1 0 16,2 1 1-16,1-1-1 15,-1 0 1-15,3-2-1 16,-1 2 1-16,-2-1-1 15,1 0 0-15,1 0 1 16,0-2-1-16,-1 2 0 0,1-2 0 16,0 1 0-16,-1-1 1 15,0 0-1-15,-1 1 0 16,2 1 0-16,-2 0 1 16,0 0-1-16,-2-2 0 0,2 0 2 15,-1 0-2 1,1-2 0-16,-1 3 1 0,2-3 1 15,-1 3-2-15,0 0 0 16,0 1 0-16,1 1 0 16,-1-1 1-16,1 0 0 15,1 0-1-15,-2-3 0 0,1 1 0 16,1-1 0-16,0-1 1 16,0 3-1-16,1 0 0 15,2 2 0-15,-4-1 1 16,3 0-1-16,-2 0 1 15,-1-1-1-15,1-1 0 0,1-2 0 16,-2-1 1-16,1 1-2 16,0 0 2-16,0-1 1 15,0 1 0-15,0 1 0 16,2-1-1-16,-3 0-1 16,1 0 1-16,0 1 0 0,1-3 0 15,-1 2 0-15,2-1-1 16,0 0 1-16,2-1-1 15,-4 1 0-15,3-1 1 16,-2 0-1-16,4-1 0 16,-4 0 0-16,0-1-3 0,2-1 2 15,-3-2 0-15,2 1 3 16,0-1 0-16,-1 2 0 16,1-2 2-16,-1 1-2 15,1-1-1-15,0 3-1 16,-1 0 1-16,2-2-1 0,-2 5 1 15,1-2-1-15,0 2 0 16,2 1 1-16,-4 0-1 16,2 0-1-16,-1 2 0 15,2-1 3-15,0-1-1 16,-2 1-1-16,1-3 0 0,1 2 0 16,2-2 0-16,0 0 0 15,-1-1 0-15,4 1 0 16,-4 0-1-16,0 1 1 15,2-3-1-15,-1 3 1 16,-1-2 0-16,2 0-3 16,-2-1 2-16,1 0 2 15,-1 0 0-15,0-1-1 0,2 1 0 16,1 0 0-16,-4-2 0 16,4 1-3-16,-2-1 3 15,0 2 1-15,1-3-1 0,0 0 0 16,-4 3 0-16,3-2 1 15,0 0 0-15,1 0 1 16,0 0-2-16,0-1-4 16,0 0 5-16,2 0 1 15,1 0 0-15,-2 0-1 16,2-2 1-16,-1 0-2 0,-1-3 0 16,-1 1 0-16,2 0 1 15,0-1 1-15,1-1-1 16,0 0-1-16,3-1 1 15,-1 0 0-15,4-1-1 0,-2 0-1 16,-2 1-1-16,0 0-4 16,0 0-11-16,-1-1 19 15,0-1-1-15,-1 1 1 16,1-2 0-16,0 1 2 16,1-2-2-16,0-1 2 15,0 1-1-15,1-1-2 0,-2-3 2 16,-2 2-2-16,0 0 0 15,-1-1-1-15,-2-1 1 16,-2 1 2-16,-1-1 9 16,0-2 3-16,0 1-2 15,-2-1-5-15,0-1-4 0,1 0-2 16,2-1 0-16,2 0-2 16,-2 0 1-16,1-4-1 15,1 3 0-15,1-4 0 16,-2 0 1-16,0 0-1 0,1-2 0 15,-1 3 0-15,-1 1 0 16,1 0 0-16,-2-1 0 16,0-1 2-16,0 0-2 15,-1-1 0-15,1-1 1 16,0-1 5-16,0 0 1 16,-2-1-3-16,-1 0-2 0,3-1-1 15,-2-1-1-15,0-2 0 16,2-4 0-16,-2-1 0 15,0-5-1-15,1-1 0 16,0-1 1-16,-1-2-1 16,-1 2 1-16,3 2-1 0,-3 1 3 15,-1-1-1-15,-2 1 1 16,0-2 0-16,0 2 3 16,0-3-4-16,0-1-1 15,0-2 1-15,-2-1-1 16,0-2 0-16,1-2 0 0,-1-1 0 15,-2-1 0-15,2 0 1 16,0 4-1-16,-1 5-1 16,0 2 1-16,-4 8-1 15,1-1 2-15,-2 7 1 16,2-1 0-16,0 1 1 0,1 2-2 16,1 3 1-16,-1 1-3 15,0-1 2-15,3 6-1 16,-3-3 2-16,2 2-2 15,1-1 0-15,-1-1 0 16,1 1 0-16,-1-3 1 0,2 1-1 16,-1 0 0-16,0-2 0 15,0 3-1-15,1-1 1 16,-5 4-4-16,3 0 1 16,-2 2 2-16,-1 1 1 15,-1 0 2-15,-1 1 1 16,2 1 0-16,-3-1-5 0,3 0 5 15,-5 1-3-15,2-1 1 16,0-2-2-16,-3 2-2 16,-1 0 2-16,-3-1 0 15,1 0 0-15,-6-1 2 16,2 2-2-16,-5-2 0 0,-2 2 0 16,0 1 2-16,1-1 1 15,3 1-2-15,-3 3 0 16,4-1-1-16,3 5 0 15,1-1 1-15,-1 4-2 0,1-1 1 16,-1 3 0-16,2-1 1 16,0 1 0-16,-3 1 0 15,1 0 0-15,2-1 0 16,-4 1 0-16,0 0 1 16,0-2-2-16,-1 2 2 15,1-3 0-15,-1 2-1 0,2-2 0 16,-2 3 0-16,4-1 1 15,-1-1-2-15,2 2 2 16,-1 0-1-16,3 0-1 16,-1 0 1-16,1 0-1 15,0 0 0-15,0 0-1 0,0 0 1 16,0 2 0-16,-2 3 1 16,-1 1 0-16,-3 0 0 15,2 2-3-15,-6 1 1 16,5 2 3-16,-3-1 0 15,6 1 2-15,0 1-17 16,3 0-33-16,0-4-30 0,0-4-115 16</inkml:trace>
  <inkml:trace contextRef="#ctx0" brushRef="#br0" timeOffset="179446.88">16723 16155 66 0,'0'0'11'0,"0"0"-10"0,0 0-2 0,0 0-1 0,0-3 2 16,-1 2 4-16,0-1 12 15,-1 2 3-15,2-2 0 16,0 0 0-16,-1 2 2 16,1 0-11-16,0 0-5 0,0 0-3 15,0 0-2-15,0 0-5 16,0 0 4-16,0 0 0 16,2 0-2-16,2 3 0 15,1 0 1-15,-1 1 1 16,4 0 1-16,-3 2 0 0,3 1 1 15,-1-3-1-15,4 1 1 16,-2 0 0-16,1 2-1 16,1-1 1-16,2 1-1 15,0-1 0-15,-2 2 0 16,2-1 0-16,-2-1 0 0,1 1 0 16,0-3 0-16,2-1 2 15,0 2 0-15,4 0 7 16,-3 1-1-16,2 1-3 15,1-1-3-15,1 1-2 16,-1 0 0-16,-2-1 2 0,1-1-2 16,1 0 0-16,-2 0 0 15,-3 1 1-15,1-3 2 16,-1-1 1-16,-3 0 3 16,1 0 1-16,-1-1-1 15,-5-1 0-15,2 1 1 0,-3-1-2 16,-1 2 1-16,1-2-4 15,-2 1 0-15,0-1-1 16,-1 0-1-16,1 3 0 16,0-3-1-16,2 0 0 15,-1 3 1-15,-1-2-7 16,0 1-11-16,1-2-10 0,-2 0-26 16,0 0-27-16</inkml:trace>
  <inkml:trace contextRef="#ctx0" brushRef="#br0" timeOffset="179861.56">17221 16188 99 0,'0'0'27'0,"0"0"-3"0,0 0-3 0,0 0-12 15,0 0-6-15,0 0 1 16,0 0 7-16,0 0-1 15,0 0-4-15,0 0-2 0,29 38-1 16,-25-27-3-16,2 2 0 16,-2 0 0-16,0 0 1 15,-3 1 0-15,-1-3 1 16,0 3 1-16,0-1 1 0,0-1-1 16,-5 0 0-16,-5 4-1 15,-3 0 1-15,-3 2-1 16,1-2-39-16,-1-4-41 15</inkml:trace>
  <inkml:trace contextRef="#ctx0" brushRef="#br0" timeOffset="180614.65">16483 16013 99 0,'0'0'25'0,"0"0"8"0,0 0-30 15,0 0-1-15,0 0-1 16,0 0-22-16,46 7-17 15,-33-7-66-15</inkml:trace>
  <inkml:trace contextRef="#ctx0" brushRef="#br0" timeOffset="180879.08">17207 16333 51 0,'0'0'1'15,"0"0"0"-15,0 0-2 16</inkml:trace>
  <inkml:trace contextRef="#ctx0" brushRef="#br0" timeOffset="182427.91">17252 16202 42 0,'2'4'3'0,"1"0"1"0,4-1 3 15,-3 4-2-15,0-1-3 0,3 0-1 16,-2 2-1-16,4-2 2 15,-3 0-1-15,1 2 1 16,1-1 1-16,0 0-1 16,-2 0-2-16,1-1 0 15,-4 1 1-15,1-1-1 16,-3-2 0-16,-1 1 0 0,0 1 0 16,0-1 1-16,0 0 10 15,-5 0-1-15,0 2-4 16,-3 0-1-16,0 1-3 15,0 1 1-15,-1-1-2 16,2 0 0-16,-2-1 0 0,4 1 2 16,-3-1 2-16,1-1 8 15,0 0 7-15,2-1-5 16,-1-2-4-16,1 3-7 16,1-2-3-16,0 1 0 15,-1-1-1-15,0 1 1 0,1-2-1 16,0 0 1-16,2-1-1 15,-1-1 1-15,3-1 0 16,-3 0 2-16,2 0 3 16,1 0 6-16,0 0-3 15,0 0-1-15,-1 0-2 0,1 0-3 16,-1 0 0-16,0 0 1 16,0 0 0-16,0 0 1 15,0 0 4-15,0 0 1 16,-1 0 1-16,2 0-3 15,-3 0 0-15,3 0-4 0,-2 0-2 16,2 0-2-16,0 0 1 16,0 0-3-16,0 0-7 15,5 0-14-15,2-3-36 16,1-8-54-16</inkml:trace>
  <inkml:trace contextRef="#ctx0" brushRef="#br0" timeOffset="185034.46">19430 14223 90 0,'0'-2'4'0,"0"-1"1"0,-2-1 0 0,1 1 0 0,-1 1-3 16,2-1 3-16,-4 2 8 15,4-2 7-15,-1 3 3 0,1-1-3 16,-1 1-9-16,1 0-10 15,-2 0-1-15,0 0 0 16,0 0 1-16,-4 0-2 16,2 0 1-16,1 0 0 15,-3 0 1-15,2 0 2 0,1-3 0 16,-2 3 0-16,0-1 0 16,1-1-1-16,-2-1 1 15,0 2-1-15,1-2 0 16,-6 1 3-16,1-2-2 15,0 2 0-15,0-1 0 16,-3 1-1-16,1-1 3 0,-2 2-4 16,2 0 0-16,-1 0 0 15,1 1-1-15,0 0 0 16,2-1 0-16,-1 1 1 16,-3 0-2-16,1-3 1 0,-1 3 1 15,1 0-1-15,-3 0 0 16,3 0-1-16,0 0 2 15,-1 0-1-15,-1 0 0 16,1 0 0-16,-1 0-1 16,1 4 1-16,-1-2 1 15,-3 2-1-15,1-2 0 0,0 1 0 16,-1 1 0-16,-1-1-1 16,0 1 2-16,2 2 0 15,-1-1-1-15,3 2 0 16,-2 2 0-16,4-1 0 0,-1 2 0 15,1-1 0-15,-1-1 0 16,1 3 0-16,1-2 0 16,-2 1 0-16,1 2 1 15,-1 0-1-15,0 1-1 16,1-2 1-16,0 1 0 16,1-1 0-16,-2 3 1 0,2-5-1 15,-1 2 0-15,1-1 0 16,-2 3 0-16,3-3 0 15,-2 1 0-15,1 1 0 16,0 0 0-16,1 1 0 16,3 0 0-16,-2 0 0 0,1 1 1 15,1 0-2-15,0 0 2 16,3 2-2-16,-3-1 2 16,3 1-1-16,-3 1 0 15,2 0-1-15,0 1 1 16,0-2 1-16,-1 3-1 0,1-1-1 15,2-1 2-15,-3 2-1 16,1-2 0-16,-2 0 0 16,2 1 0-16,0 1 0 15,-1-1 1-15,-1 2-1 16,2 1 0-16,0-1 0 0,1 0 0 16,1 0 1-16,0 1-1 15,2-2 0-15,0 1 0 16,0 0 0-16,1-2 0 15,-2 3 0-15,-1-1 0 16,2-3 0-16,0 3 1 0,0-1-1 16,1-1 1-16,1 1-1 15,0-1 1-15,0 1 1 16,0-1-2-16,0 0 0 16,0 1 1-16,2-2-1 15,1 0 0-15,1-3 2 0,1 3-2 16,-2-3 0-16,0-1 0 15,2 0 2-15,-1 0-1 16,1 2 0-16,3-3 0 16,-1 3 0-16,1 0-1 15,4-1 1-15,0 1 0 16,-1 0-1-16,0-1 2 0,2 1-1 16,-1-2-1-16,1 3 0 15,-1-2 0-15,0 0 1 16,2-1-1-16,-3 2 0 15,0-3 0-15,0 1 0 16,1-2 0-16,0-1 1 0,0 0-2 16,2-2 1-16,-3 1 2 15,2 1-2-15,1-3 1 16,-1 3 0-16,1 0-1 16,-1 1 0-16,3 1 0 15,-3-1 0-15,3 2 0 16,0 0 0-16,0-1 0 0,0-1 0 15,3 1-1-15,-2-2 2 16,2 1-1-16,1-2-1 16,-2 2 1-16,4-2 0 15,-4-2 0-15,6 0 0 0,-3 0 0 16,1-4 1-16,0 1 0 16,1-2 1-16,-1-1-1 15,-2-1-1-15,3 0 1 16,-1 0 2-16,1 0-2 15,0 0 0-15,4-1 0 16,-2-4 0-16,1 1-1 0,1-3 1 16,-1 0-1-16,1-1 0 15,-2 0 1-15,0-1 0 16,0 0 1-16,-1-1-1 16,1-1 2-16,-2-2-2 15,1 2 0-15,-1-4-1 0,2 0 1 16,-1-2 0-16,2-2 0 15,1-1-1-15,0 0 1 16,0-2 0-16,-2 0 0 16,-3-1 0-16,2 1 0 0,-4-2 3 15,1 0-1-15,-4-4-1 16,0 2-1-16,-2-3 1 16,-1 1 1-16,-1-1 1 15,-1-2 0-15,0 1 2 16,-2-1 2-16,0-2-3 0,1-1 2 15,-2 0-4-15,0-3 0 16,-1-1-1-16,0-2 2 16,-5-1-1-16,-2 1 0 15,-1-1 2-15,0 0 1 16,-9-2 1-16,-6 3-5 16,0-2 1-16,-5-1-2 0,-1 1-1 15,-1 3 0-15,-1 0 0 16,0 3 0-16,-1 5 0 15,0 4-1-15,-3 3-3 16,0 7-1-16,-1 7-9 0,-2 6-17 16,1 4-3-16,-4 4-81 15</inkml:trace>
  <inkml:trace contextRef="#ctx0" brushRef="#br0" timeOffset="185760.76">19231 15852 56 0,'5'-9'1'0,"-1"-3"4"0,-1 3 4 0,0-2-4 0,-3 4 5 16,0 0 10-16,0 3 9 15,0 0 13-15,0 1-11 16,0 1-8-16,-3 1-7 0,2 1-8 16,0 0-6-16,1 3-5 15,0 5 2-15,0 4-1 16,0 1 2-16,0 2 0 15,3 2 0-15,2 1 0 0,1 1 0 16,3 1 0-16,0 1-1 16,-2 0 1-16,5 1 1 15,-2 1-1-15,0-1 1 16,1 4-1-16,-1-2 0 16,1 0 0-16,-4 3 0 15,1-1 0-15,0 2 1 0,-1-5 0 16,-2 2 3-16,3-3 2 15,-4-3-2-15,0 0 0 16,1-3 1-16,-2-2-2 16,1-2 1-16,0-3 0 15,-2 1 1-15,0-2 1 0,0-2-2 16,0 0-2-16,-2-2-1 16,1-1 1-16,0 1-1 15,-1-1 0-15,0-3 0 16,0 4 0-16,0-2 0 0,0 1-1 15,0 3-5-15,0-1-22 16,-3-1-51-16</inkml:trace>
  <inkml:trace contextRef="#ctx0" brushRef="#br0" timeOffset="186086.82">19288 16395 99 0,'0'0'36'0,"0"0"0"0,0 0-25 16,0 0-4-16,0 0 10 16,0 0-9-16,0 0-5 15,46 11 1-15,-29-9-1 16,1-2-8-16,-2 0-10 0,-1 0-4 15,-4-6 11-15,0 1 6 16,-5-2 1-16,0 1 5 16,-2-1 26-16,-2 2 6 15,-2-2-1-15,0 4-16 0,0 2-14 16,0 1-5-16,0 0-9 16,0 8-48-16,-2 7 37 15,-8 3-55-15</inkml:trace>
  <inkml:trace contextRef="#ctx0" brushRef="#br0" timeOffset="186934.84">19315 16980 24 0,'0'0'13'0,"0"0"12"0,0 0-4 16,0 0-5-16,24 43-4 16,-14-37-2-16,2-2 4 15,1-1-2-15,1-2 0 0,0-1-8 16,0 0 0-16,-1 0 0 16,-1-1-4-16,1-5-4 15,-5-1 3-15,2-2 0 16,1 3 1-16,-4-5 1 15,-1 4-1-15,-1 1 1 16,-2-1-1-16,-2 3 1 0,-1 1 1 16,0 3 16-16,0 0 9 15,0 0-6-15,0 0-16 16,-2 7-2-16,-1 3-3 16,0 4 1-16,2 1-1 0,1 2 2 15,-2 1-1-15,2 1-1 16,0 1 0-16,0 2 0 15,0 1 1-15,0 0-1 16,0 0 0-16,3 0 1 16,0-1-1-16,-1-3 0 0,1-3 0 15,0-1 1-15,-3-4-1 16,0-4 0-16,0 0 1 16,-4-4 11-16,-2-1 13 15,-2 0-5-15,1-2-5 16,-4 0-5-16,0 0-2 0,4 0-1 15,-5 0-2-15,4 0-3 16,1-3-2-16,1 2 1 16,2-2-3-16,2 0-7 15,0 0-20-15,2-1-23 16,0-1-15-16,0-3-37 16</inkml:trace>
  <inkml:trace contextRef="#ctx0" brushRef="#br0" timeOffset="187547.14">19664 17173 115 0,'0'0'83'0,"0"0"-52"0,0 0-25 0,0 0-2 0,0 0-3 16,0 0-1-16,0 0-1 15,0 0-1-15,0 0 4 16,0 0-1-16,0 0-1 0,-1 47 0 16,0-33 0-16,1 3 0 15,0 1 0-15,-3 1 2 16,3 1-1-16,0 3 1 16,0-3 0-16,0-1 0 15,0-1-2-15,0-3 1 0,3-2-1 16,0-3 2-16,1 0 1 15,2-3-1-15,0 0 0 16,1-1 0-16,-1-4-1 16,2-1 1-16,-3-1-1 0,1 0 3 15,-3 0 3-15,1-1 6 16,-1-5-4-16,-3-1 2 16,0 0-2-16,0-1-3 15,0 0 1-15,-5-1-1 16,0 2-3-16,-3 0 3 0,1 3-4 15,1 1-3-15,0 3 1 16,0 0 1-16,1 0-14 16,3 0-13-16,-2 0-16 15,0 4-10-15,4-2-41 16</inkml:trace>
  <inkml:trace contextRef="#ctx0" brushRef="#br0" timeOffset="187988.07">19823 17246 161 0,'0'0'18'0,"0"0"18"0,0 0-22 0,0 0-12 16,0 0-1-16,-16 42-1 16,13-22 2-16,0 0-2 15,2 1 4-15,1-1 3 16,0 1-2-16,0-6-3 16,2 0-1-16,5-3 0 0,1-4 0 15,2-1-1-15,-3-4 2 16,2-1-6-16,0-2 4 15,0 0 5-15,-2-7 5 16,0-3 2-16,0-2-1 0,-4-2 0 16,-1 0-3-16,-2 1-2 15,0 0-2-15,0 2 6 16,-5 2-6-16,-4 2 0 16,1 3-5-16,-1 1-3 15,-3 3 3-15,2 0-28 16,-1 2-26-16,-3 3-32 0,3 0-33 15</inkml:trace>
  <inkml:trace contextRef="#ctx0" brushRef="#br0" timeOffset="188897.69">19279 16780 60 0,'0'0'3'0,"0"0"4"0,0 0 9 0,0 0 2 0,0 0-1 16,0 0 1-16,0 0 5 16,0 0 1-16,0 0-6 15,0 0-9-15,0 0-6 16,0 0-2-16,-3 0-1 15,3 0-2-15,0 0 2 0,0 0 3 16,1 0-3-16,2 0 0 16,5 0 1-16,-3 0-2 15,4 0 1-15,-2 0 0 16,4 0-2-16,3 0 0 16,-1 0 2-16,3 0 0 0,-1 0 2 15,1-3 0-15,1 2-1 16,-1-1 3-16,-1-2 0 15,1 2 3-15,0-2-1 16,1 1-2-16,2-1 0 0,-3 1-1 16,1-2 0-16,1 1 0 15,-2 1-1-15,-1-2 0 16,-1 1-1-16,-1 1-1 16,1 0 2-16,-5 1-2 15,1-1 0-15,1 1 0 16,-4 1 0-16,0-1 1 0,-2 2-1 15,-1-1-1-15,-2 1-14 16,-2 0-18-16,-2 0-33 16,-9 0-25-16</inkml:trace>
  <inkml:trace contextRef="#ctx0" brushRef="#br0" timeOffset="189431.44">19311 16790 4 0,'0'0'19'0,"0"0"17"0,48-7-7 15,-32 4-7-15,3-2-4 16,0 0-6-16,1 2-4 0,1-1-4 16,-4-2 1-16,3 3-1 15,0-2 0-15,-1 1 3 16,3-1 7-16,-3-1 1 16,3 2-3-16,2-1-3 0,-3 0-4 15,0 2-1-15,-1-2-3 16,-1 2 1-16,-4 0-1 15,-1 2 2-15,-8-2-1 16,1 3 2-16,-5 0 0 16,0 0-1-16,-2 0 0 0,0 0 4 15,0 0-7-15,0 0-8 16,0-2-63-16</inkml:trace>
  <inkml:trace contextRef="#ctx0" brushRef="#br0" timeOffset="190963.16">16058 15851 59 0,'2'0'5'0,"0"0"-3"0,2-1-2 0,-2-1 1 0,1-1-1 16,-2 2 2-16,0 1 3 0,0 0 7 15,0 0 2-15,-1 0-1 16,0 0 2-16,0 0-3 16,0 0-8-16,1 0-4 15,0 0 0-15,3 1 0 16,-2 5 1-16,0-2-2 15,2 2 2-15,-1-2 0 0,2 1-2 16,-3-2 2-16,-1-1 0 16,2 0 5-16,-1-2 12 15,1 0 2-15,1 0-2 16,-3 0-4-16,2 0 0 16,1-2-4-16,-2-1-4 0,0-1 2 15,1-2 6-15,5-2 0 16,-1-2-9-16,5-4-4 15,2-1-1-15,4-2 0 16,2-1 0-16,3 1 0 16,-1-3 0-16,1 0 2 0,-3 2-2 15,4-1 0-15,-6 2 0 16,0 0 0-16,0 2 0 16,-2 3 0-16,-2-1 0 15,-1 2 0-15,-3 1 0 16,-1 3 0-16,-2 0 0 15,-5 2 0-15,1 1 0 0,-3 0 0 16,1 1 4-16,-1 1-1 16,0 0-1-16,0 2-2 15,0 0-1-15,0 0-5 16,1 0-10-16,3 0 4 0,-2 4-7 16,3-1-12-16,0-1-33 15,1-2-15-15</inkml:trace>
  <inkml:trace contextRef="#ctx0" brushRef="#br0" timeOffset="192058.95">19651 16620 48 0,'0'5'19'0,"1"-1"-16"0,2 1 0 0,-1-1-1 16,3 0 0-16,-2 0 2 15,1-1-2-15,0 0 0 16,-2 0-1-16,0-1 0 0,-1 0 1 16,1-2 8-16,-1 0-1 15,1 0 4-15,3 0 4 16,1 0 0-16,2-2-2 15,3-4-11-15,-1-3-1 16,3-1-1-16,1-2-2 16,3-3 3-16,1 1 1 0,-1-3 12 15,4-1 0-15,-3-1 0 16,2-2-1-16,0-1 0 16,-2 1-9-16,0 0 0 15,-4 3 3-15,-1 3-5 0,-6 5-1 16,-1 2 2-16,-2 2 0 15,-4 4-1-15,0 0-2 16,0 2-2-16,0 0-4 16,0 0 9-16,0 0-17 15,-4 7-14-15,0 0-6 0,-1 3-22 16,-3-3-28-16</inkml:trace>
  <inkml:trace contextRef="#ctx0" brushRef="#br0" timeOffset="192235.14">19793 16567 75 0,'0'0'-9'0</inkml:trace>
  <inkml:trace contextRef="#ctx0" brushRef="#br0" timeOffset="193601.78">16437 15787 107 0,'0'0'8'16,"0"0"18"-16,0 0-6 0,0 0-11 15,0 0-5-15,-35-38 0 16,30 32 5-16,-5 1 4 16,-1 0 0-16,1 2-8 15,-2-1 0-15,1 1-3 0,-1 0-1 16,1 1-1-16,1 0 1 15,-4-1-1-15,3 2 1 16,0 1 0-16,-1 0 1 16,-1 0 2-16,0 0-2 15,0 0 0-15,-1 4-1 16,1 3-1-16,-1 0 0 0,-1 0 1 16,3 3-1-16,-2-1 0 15,1 1 0-15,-2 4-1 16,2 0 1-16,-1 1 0 15,1 1-2-15,0 0 3 16,1 4-2-16,3-2 0 16,0 2 1-16,-2 0 0 0,6 2 0 15,-3 0 0-15,3 1 1 16,-2 0-2-16,5 2 1 16,0-2 1-16,1 1-2 15,1 0 0-15,0 2 1 0,0-2 0 16,0-1 0-16,4-1 0 15,4 0 1-15,-3-1-1 16,3-1 0-16,0 0 0 16,3 1 1-16,0-1-1 15,3 1 1-15,-1-1-1 16,3-1 0-16,2-1 0 0,3 2 0 16,1-4 1-16,1-2-1 15,4 4 0-15,2-4 2 16,2 1-2-16,2 0 1 15,3-2 0-15,-1-2-1 16,2-1 1-16,-3-3 1 0,-1-1-2 16,0 0 1-16,-1-5 0 15,3-1 0-15,-1 0-1 16,2 0 1-16,2 0 0 16,-4 0-1-16,3-4 2 0,-4-4-2 15,1-2 2-15,-4-2-1 16,-1 1 0-16,0-5 0 15,-2 1 2-15,-2-2 1 16,2-2 0-16,-4-1 0 16,-2-1-1-16,1-3-1 15,-5-2 0-15,-2-1 0 0,-3-4 0 16,-1-2-1-16,-4-3 1 16,0-3-1-16,-4-2 0 15,-1-2 0-15,-2 1 2 16,0 0-2-16,-3 0 1 0,-7 2 0 15,-6 0 0-15,-3 1-1 16,-7 0 0-16,-3 4-1 16,-7 0 8-16,-2 0-3 15,-3 7-2-15,-5 2-1 16,-2 3-1-16,-3 3 0 16,0 6-2-16,0 6 2 0,1 6-2 15,4 2-8-15,5 2-22 16,7 7-66-16</inkml:trace>
  <inkml:trace contextRef="#ctx0" brushRef="#br0" timeOffset="194591.34">19342 16237 59 0,'-9'-8'8'0,"-4"1"22"0,-2 0-5 0,-4 2 3 0,-5 4 6 0,-3 1-13 16,-4 0-4-16,-4 0-7 16,-2 6-5-16,1 2-2 15,-3 5-2-15,1 0 0 16,-2 2-1-16,3 4 1 15,-1 2-3-15,4 3-4 0,1 2-1 16,4 2 3-16,2 4 2 16,5-1 1-16,6 1-1 15,3 3 1-15,8 0 0 16,3 2 0-16,2 3 1 16,0 2-2-16,10 2 1 15,4 3 0-15,4 3 0 0,2 2 4 16,3 2 0-16,2 2 4 15,-1 1 0-15,3 0-2 16,0 0-4-16,4-4 1 16,0 0 0-16,0-2-1 15,3-5-1-15,0-3 8 0,4-3 3 16,2-4-3-16,0-7 2 16,5-3-4-16,-1-5-3 15,2-4 0-15,2-5-1 16,-2-5 0-16,2-6-3 15,-2-1 6-15,2 0 0 0,2-11-1 16,-2-5 4-16,-2-1 0 16,-4-3 0-16,1-4-3 15,-5 0-2-15,-1-3-2 16,-6-4 0-16,0-2 2 16,-1-4-3-16,-3-4 1 0,-3-2-1 15,-1-3 1-15,-6-1-1 16,-2 0 1-16,-5-3-1 15,-6 1 1-15,-4 0 0 16,0-1 0-16,-9 1-1 16,-8 0 1-16,-3 1-1 0,-7 1-1 15,-4 2 1-15,-6 1 2 16,-3-3-1-16,-4 6-1 16,-8-3-8-16,-6 4-19 15,-6 0-38-15,-6 3-101 16</inkml:trace>
  <inkml:trace contextRef="#ctx0" brushRef="#br0" timeOffset="197794.79">16816 16841 95 0,'-1'0'0'0,"0"0"4"0,-1 0-4 15,0-3 0-15,-3 3 1 16,2-1-1-16,-2 1 7 15,-3 0 8-15,2 0 4 0,-3 0 7 16,-2 0-5-16,2 0-9 16,0 0-8-16,-4 0-2 15,3 0-2-15,-1 0 0 16,0 0-1-16,1 0-2 16,0-3 4-16,1 0-1 0,0 0 1 15,-1 0 7-15,5 2 5 16,-4-1-2-16,4 0-4 15,-1 0-3-15,3 2-3 16,-1-1 0-16,0-1-1 16,0 2 0-16,-1-1 0 0,2 0 0 15,-3 1 0-15,1 0 1 16,1 0 1-16,-2 0-1 16,0 0 0-16,-2 0 0 15,3 0-1-15,-3 4 0 16,0 1 0-16,-1 1 0 15,-3 3-1-15,0-1 1 0,1 2 0 16,0 0 0-16,-3 0 0 16,1 5 0-16,1-3 0 15,1-1 1-15,-1 1-1 16,2 3 0-16,1-5 0 0,0 2 0 16,3-1 0-16,-3 0 0 15,2 0 0-15,1 0 0 16,1 0 0-16,-2-1-1 15,2 0 1-15,-1 0 0 16,2 1 0-16,1-1 0 16,-3 3 0-16,2 1 0 0,-2 0 1 15,1 1-1-15,1 1-1 16,0-1 2-16,-2 2-1 16,2-1 0-16,0 1 0 15,-2 1 0-15,2 0-1 16,1 2 1-16,1-1 0 0,0 0 0 15,0 2 0-15,2-1-1 16,0-2 1-16,0-1 0 16,0 0-1-16,0 0 1 15,6-3-1-15,-2 0 1 0,3-1 0 16,-1 3 2-16,0-2-1 16,0-1 0-16,-1 2 2 15,3 0 0-15,-2-1 0 16,2 0 0-16,1 0 1 15,0 2 0-15,2-2-2 16,2 3 0-16,-1-3-1 0,-1 0 2 16,0 2-2-16,3 0 1 15,-1-1-2-15,2 1 3 16,1-2-2-16,0-1 0 16,-1 0 1-16,2 0 0 15,0-4 2-15,3 2 0 0,-1-2-2 16,-1 1-2-16,3-1 1 15,-4-2 0-15,2-3 0 16,-1 1-1-16,-2-1 1 16,2-1 0-16,1-1-1 15,-2-2 2-15,0 0 1 0,0 0-2 16,0 0 0-16,0 0 1 16,-2-3-1-16,0-1 0 15,0-3-1-15,0 3 2 16,1-2-2-16,0-2 1 15,0-1 0-15,-3-1 1 0,0 1-2 16,1-2 3-16,1-3-2 16,-1 0 0-16,-1 0 2 15,-1-2-2-15,1-3 0 16,-2 1 0-16,2-3 1 16,-2 1-2-16,1-1 1 0,-3-1-1 15,-1 1 0-15,1 0 1 16,-2 0 1-16,0-2-2 15,-2 2 1-15,1-2-1 16,-4-1 1-16,-2-2-1 16,0 1 1-16,0-2-1 0,0 0 0 15,-2 0 1-15,-4 1 0 16,1 2 0-16,-2 1-1 16,0 3 1-16,-2 0-1 15,1 2 1-15,-3 0-1 16,0-1 0-16,-2 3 0 0,-1-2 0 15,1 1 0-15,-2 1 0 16,2-2 0-16,-2-2 0 16,2 2 0-16,0 0 1 15,-1 1-1-15,2-1 0 16,-1 2 1-16,1 2-2 16,2 1 1-16,-4 2-2 0,1 2 0 15,-1 0 1-15,3 2 0 16,-2 1 1-16,-1 1-1 15,-1 0 1-15,1 1 0 16,1-1 0-16,-3 2 0 16,1-1 0-16,-4 1 0 0,2-1 0 15,-3 3-1-15,1-2 1 16,2 1-1-16,-5 0 2 16,5-1-1-16,1 1 0 15,1 2 0-15,2-1 0 16,0 1 0-16,1 0-3 0,2 0 5 15,3 0-4-15,-3 0 2 16,4 0 0-16,-3 0-1 16,3 3 1-16,-3 0-2 15,2 1 2-15,1 2-1 16,-1 2 0-16,-1 1-1 0,1 2-1 16,-1 2-2-16,-2 4 0 15,-2 0 1-15,0 1-2 16,-3 4 3-16,0 0 3 15,-1 0 0-15,2-2-1 16,-1 1 1-16,2-3 0 0,0 1 0 16,1-1 1-16,3-1-1 15,2 0 0-15,-1 1-1 16,4-2 1-16,2 2-2 16,2 0 1-16,0 0 0 15,0 2 1-15,2 2-1 0,6 0 1 16,-2 2-1-16,3 0 1 15,-2-1-1-15,3 0 1 16,0 0 0-16,-2-1 0 16,3 0 0-16,-1-1 1 15,1 0-1-15,-1 3 0 0,2-1 0 16,1 0 0-16,0-2 0 16,-2-1 0-16,2 1 0 15,-2-1 0-15,0-1 0 16,1-4 0-16,1 1 0 15,2-2 0-15,1-1 0 0,0-2 1 16,1-1-1-16,2 0 0 16,0-3-1-16,2 2 3 15,1-4-2-15,3 0 1 16,-5-1 0-16,4 2 0 16,1 2 1-16,-4-2-1 0,2 1-1 15,-4 0 0-15,1 0 0 16,-3-4 1-16,-1-3-1 15,-1 0 2-15,1 0-2 16,-2 0 2-16,4-9 0 16,-5 0 0-16,3-3-1 0,-3-2 0 15,-2 1 0-15,1-4 1 16,-1 0-1-16,0-1 1 16,0-4 1-16,0-2-3 15,-4 1 1-15,4-2-1 16,-2-1 1-16,-3 2-1 0,0 0 2 15,0 1-2-15,-3-1 1 16,-1 3 0-16,0-3-1 16,-2 2 2-16,0-2-1 15,0 0 0-15,0 1 0 16,0-2-1-16,0-1 1 16,0-2-1-16,-3 1 0 0,0 0 2 15,0-1-2-15,-5 2 0 16,4 2 0-16,-4 1 0 15,1 2 0-15,-4 2 0 16,3 0 1-16,0 1-1 16,-3 0 0-16,2 0 0 0,2 0 0 15,-3 1 0-15,0-1 0 16,4 2 0-16,-3-1 0 16,2 0 0-16,-4 4 0 15,3-1 0-15,0 1 0 0,-3 2 0 16,2 4 0-16,2 0-1 15,-4 1-1-15,4 2 1 16,-2 0 0-16,1 2 1 16,0-1 0-16,0 1 0 15,3 0 0-15,-3-1 1 16,1 0-1-16,-2 2 0 0,0-2 1 16,0 2 1-16,-3 0-2 15,0 1-2-15,-1 0 4 16,-1 0-1-16,2 0 0 15,-1 0-1-15,2 2 0 16,2 2 0-16,-2-1 1 0,3 0-1 16,2 0 0-16,2 0 0 15,-1-2 1-15,3-1 0 16,0 0 0-16,1 0 0 16,1 0-1-16,0 0 0 15,0 2 0-15,0-2-1 0,0 2 1 16,0 0-1-16,0 1-1 15,0 0 0-15,-2 0-6 16,2 1-2-16,-2-1-1 16,0-1-12-16,2 0-13 15,0-2-41-15,0 0-20 0</inkml:trace>
  <inkml:trace contextRef="#ctx0" brushRef="#br0" timeOffset="207108.69">16604 15578 20 0,'0'0'4'0,"0"0"-3"0,0 0-1 15,0 0 1-15,0 0 7 16,0 0 11-16,0 0-2 16,0 0-12-16,0 0 11 15,0 0-5-15,3 3 0 16,2-3-3-16,-1-1-6 0,0-1-1 16,-2 1-1-16,-2 1 0 15,0 0 17-15,0 0 12 16,0 0-11-16,0 0-2 15,-2 0-6-15,-4-1 4 16,1 0-8-16,0 1-4 16,-2 0 0-16,1-2-1 0,-4 2 0 15,-2-1-1-15,1 1 1 16,-3 0 0-16,1 0-1 16,-2 0 0-16,0 0 0 15,-2 0 0-15,1 0 1 16,-6 1 0-16,1 1-1 0,-1 1 0 15,-3 1 1-15,1 0-2 16,1 1 5-16,2 1 0 16,2 1-2-16,2 0-2 15,1 0 0-15,3 2 0 16,1-2 0-16,2 3 0 16,0 1 0-16,1 0-1 0,1 2 1 15,3 4-1-15,-3 3 0 16,0 1 0-16,1 4 1 15,0 2-1-15,-1 0 1 0,-2 2 0 16,2 1 0 0,-3 0-1-16,-1-1 1 0,1-1 0 15,0 0 1-15,0-1-1 16,2 0 1-16,-1-3 1 16,2 1-1-16,2-3 0 15,1 1 0-15,3-3-2 16,0 1 1-16,2-1 0 0,0-2-1 15,0-2-1-15,2-2 0 16,3 3-2-16,3-2 2 16,-1-1 2-16,2 0 6 15,-2 2-3-15,1-2-2 16,0 0 0-16,0 0 1 0,1-1-1 16,0 0-1-16,5-2 4 15,1 2-1-15,3-4-9 16,-3-5-43-16,2-4-101 15</inkml:trace>
  <inkml:trace contextRef="#ctx0" brushRef="#br0" timeOffset="213245.99">11271 13172 61 0,'0'0'5'0,"0"0"-1"0,0 0 1 0,0 0 4 16,0 0-1-16,41 5 6 16,-23-7 1-16,4-2 0 0,0-5 4 15,5 2-4-15,2 0-1 16,4 0-5-16,4-1 0 15,-3-1 0-15,5 1 1 16,-1-1-2-16,2-1 0 16,1 0-1-16,1 0 1 15,3-2-2-15,0 1 0 0,0 2-3 16,-3-1-1-16,-2 1-2 16,-4-1 1-16,0 5 0 15,-8 0-1-15,-3 2 1 16,-7 1 1-16,-3 1-9 15,-10-1-51-15,-2 0-51 0</inkml:trace>
  <inkml:trace contextRef="#ctx0" brushRef="#br0" timeOffset="213437.6">12020 12907 248 0,'0'0'-9'0,"0"0"11"0,50 18 0 15,-28 1-1-15,-7 6-9 16,-5 8-50-16,-8 3-93 16</inkml:trace>
  <inkml:trace contextRef="#ctx0" brushRef="#br0" timeOffset="-210938.61">22089 13627 17 0,'0'1'65'0,"0"-1"-51"0,0 0-7 16,0 0 10-16,0 0 7 0,-2 0-15 15,-3 0-8-15,-1 0 3 16,0 0 3-16,0 0-1 16,-1 0-1-16,-2 0-1 15,1 0-1-15,-5 0-2 16,1 2-1-16,-4 2 0 0,-3-1 0 15,-2 1 0-15,-3 0 0 16,-2-1 0-16,-1 2 0 16,-2-3 0-16,0 1 0 15,-1 1 1-15,-4-1-2 16,1 0 2-16,-4 2-1 0,0-1 0 16,-7 1 0-16,0-2 1 15,-2 3-1-15,-3-1-2 16,0-1 3-16,-2 1 0 15,-1-1 0-15,3 1 1 16,-5 0 0-16,0 0-2 0,-2 0 0 16,1-1 0-16,1 1 0 15,-2 0 0-15,0 0 0 16,0-1 0-16,3-1 0 16,-1 1 0-16,2 0 1 15,6-1 0-15,-1 1-1 0,4-1 0 16,4-1 2-16,4-1-2 15,7 2 1-15,2-3 1 16,7 1 3-16,6-1 1 16,4 2-3-16,4-1-3 15,5 1-2-15,0-2-22 0,4 0-32 16,8 0-36-16</inkml:trace>
  <inkml:trace contextRef="#ctx0" brushRef="#br0" timeOffset="-210333.45">20546 13668 122 0,'0'0'0'0,"0"0"4"0,0 0-1 0,0 0 18 0,0 0 3 16,0 0-9-16,0 0 2 16,0 0-4-16,0 0-1 15,0 0-7-15,0 0-9 16,1 2-1-16,-4 0 5 15,-3 1 2-15,0 2 4 0,-1 0-10 16,-3 1 7-16,2 0-6 16,1-1 7-16,-3 2-5 15,1 0 2-15,1-1 0 16,-2 1-8-16,-1-1 12 16,1 2-5-16,0-3 0 15,0 2-3-15,3-3 6 0,-3 2-3 16,2-2 1-16,3 0 0 15,1-1 0-15,-2 3-2 16,2-3 1-16,1 2-1 16,-1-1 2-16,2 2-2 0,-1-3 0 15,1 3-2-15,2-1 0 16,-1-1 3-16,1 1 1 16,0-1-1-16,0 1 2 15,1 0-1-15,6-1 5 16,0 2 6-16,3-2 2 0,2 2-3 15,3-2-5-15,6 3-3 16,5-1-1-16,6 0 1 16,6 4-2-16,2-9-7 15,6-1-103-15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21:05.144"/>
    </inkml:context>
    <inkml:brush xml:id="br0">
      <inkml:brushProperty name="width" value="0.05292" units="cm"/>
      <inkml:brushProperty name="height" value="0.05292" units="cm"/>
      <inkml:brushProperty name="color" value="#FF0000"/>
    </inkml:brush>
  </inkml:definitions>
  <inkml:trace contextRef="#ctx0" brushRef="#br0">3849 4364 110 0,'0'0'1'0,"0"0"4"0,0 0 5 0,0 0-7 16,0 0-5-16,0 0-2 0,0 0 1 16,0 0 3-16,38-6 0 15,-28 9 0-15,2 0 1 16,1 0 0-16,3 0-1 16,-2 0 0-16,0 1 0 15,1-2-1-15,0 1 1 0,1 0-1 16,2 0 0-16,0 1 1 15,2-1 0-15,2 0 0 16,3-2 0-16,0 2 1 16,-1-1 0-16,7-1-1 15,0-1 2-15,3 0-2 0,3 0 1 16,2 0 1-16,3 0 1 16,1-5 0-16,2 0-1 15,0-2 0-15,-1 1 0 16,-1 2 0-16,1-1 0 15,1 0 1-15,2 4-2 0,-2-2 0 16,2 3-1-16,-3-1 1 16,2-1 0-16,0 2-1 15,3-3 1-15,0 0 0 16,3 0 0-16,-1-3 1 16,-2 1-1-16,0 0 2 0,1-1-3 15,-4-1 0-15,4-2 0 16,1 2 0-16,3-1 1 15,2 2 0-15,-2-1 0 16,4 1 1-16,-1 3 0 16,1-1 0-16,1 1 1 0,1 2-2 15,0 0 0-15,-3 1 0 16,5-1-1-16,-2 1 0 16,-3 0 0-16,3 0-1 15,0 0 0-15,-4 0 1 16,2 0-1-16,0 5-1 15,0 0 1-15,0 0 1 0,0-1-1 16,-1 2 1-16,3-2 1 16,0 0-1-16,3 0 1 15,2-1-1-15,2 1 2 16,4-2-2-16,3-1 1 16,-1 1 0-16,-1-1-1 0,2 2 1 15,-1-2 0-15,4 1 0 16,-2-1 0-16,2-1 0 15,0 0 1-15,4 2 1 16,-1-2 1-16,1 1 1 0,0-1 2 16,1 0-4-16,3 0-1 15,2 0 0-15,1 0-1 16,3 0 2-16,1 0-3 16,2 0 1-16,-1 0 0 15,0 0 0-15,3-4-1 16,2 0 1-16,2-1-1 0,-2 2 1 15,5-4 0-15,-4 3 0 16,3 0-1-16,-1-1 0 16,-2 0 0-16,3 3 0 15,-4-5 0-15,2 3 1 16,0-3 3-16,-3 2-1 0,-2 0 1 16,-1-2-1-16,-1 1 0 15,-1-1-1-15,-2 0 2 16,-1 0-1-16,-2-2 2 15,-7 2-3-15,-4-3 1 16,-4 2 1-16,-5-1 1 0,-3 1 0 16,-4-1 0-16,-1 2-1 15,-3 0-2-15,-5 3 0 16,-2 1 0-16,-5 0 0 16,-3 3 2-16,-5 0-1 15,-9 5-19-15,-9-3-61 16</inkml:trace>
  <inkml:trace contextRef="#ctx0" brushRef="#br0" timeOffset="32715.2">15809 4860 12 0,'0'0'2'0,"0"0"-1"0,0 0-1 0,0 0 1 16,0 0-1-16,0 0-1 15,0 0-1-15,0 0 1 16,0 0 1-16,0 1 0 16,0-1 0-16,0 2-3 15,0-1-5-15,0-1 7 0,0 0 1 16,0 0 0-16,0 0 0 15,0 0 1-15,0 3-1 16,0-3 0-16,0 1 0 16,0-1 0-16,0 3 0 15,1-2 0-15,1 2 0 16,-2 0 1-16,0-1-2 0</inkml:trace>
  <inkml:trace contextRef="#ctx0" brushRef="#br0" timeOffset="72223.39">1654 4202 113 0,'0'0'-11'0,"0"0"12"0,0 0-5 16,0 0 2-16,0 0 2 16,0 0-1-16,0 0 1 0,0 0 0 15,0 0 0-15,40 10 0 16,-35-6 1-16,4-2 1 16,0-1-2-16,-2-1 1 15,6 0 1-15,0 0 4 0,2-1-1 16,6-11 2-16,0-5 2 15,7-8 6-15,4-5-6 16,3-9 1-16,5-6-2 16,6-6-3-16,9-6-2 15,5-8 0-15,10-5 2 0,8-2 0 16,0-9-7-16,0-7-122 16</inkml:trace>
  <inkml:trace contextRef="#ctx0" brushRef="#br0" timeOffset="73456.48">1384 8822 46 0,'0'0'14'0,"0"0"-10"0,0 0 8 0,0 0 2 0,0 0-8 16,0 0-3-16,0 0-1 16,0 0-2-16,0 0 0 15,0 0 0-15,-7-15 0 0,7 14 1 16,0 1-2-16,3 0 0 15,3 0 1-15,-2 0-1 16,4 4 1-16,-2 1-2 16,1 2 0-16,-1 2 1 15,1 2-4-15,0-4 1 16,0 4 3-16,1-2 1 16,-1-3 2-16,0-1 0 0,2 1 1 15,0-5 2-15,2-1 1 16,4-5 6-16,6-12 11 15,1-9 3-15,11-11-6 16,10-12-11-16,13-11-2 0,11-11-1 16,11-6-1-16,11-9 2 15,9-7-3-15,0-9-105 16</inkml:trace>
  <inkml:trace contextRef="#ctx0" brushRef="#br0" timeOffset="77173.25">4580 9917 33 0,'0'0'18'0,"0"0"-7"0,0 0 6 15,0 0-4-15,0 0-3 0,0 0-3 16,0 0-3-16,0 0 0 16,0 0 0-16,0 0-3 15,0 0-4-15,0 0 1 16,0 0 4-16,-25-11-1 0,25 12-1 15,0 2-1-15,0-2 2 16,0 1-1-16,7-2 1 16,-1 2 0-16,2-1-1 15,0 0 0-15,1-1 1 16,1 2-1-16,-2-1 0 0,3 0 0 16,1 1 0-16,1-1 1 15,3-1-1-15,1 0 0 16,4 0 1-16,0 0 0 15,2 0-1-15,0 0 1 16,1 0-1-16,3 0-1 16,-3-3 1-16,3 1 0 15,0-2 2-15,-2 0-1 0,4 0 0 16,0 1 1-16,0-1-1 16,2 1 0-16,1 0 0 15,-1 2 0-15,0-2-1 16,1 0 1-16,-1 2-1 0,2-2 1 15,1-1-1-15,-1 1 1 16,3 0 0-16,-1-1-1 16,4 2 1-16,-3-2-1 15,1 3 0-15,1 0 0 16,-4 0 0-16,-1 1-1 0,0 0 2 16,0 0-2-16,-2 0 2 15,0 0-1-15,1 0-1 16,3 0 1-16,1 0 1 15,-2 0-1-15,5 0 0 16,-2 0 1-16,-1 0-1 0,1 0 0 16,-1 0 0-16,-1 0 2 15,1 0-2-15,3 0 0 16,-1 0 0-16,1 0 0 16,1 0 0-16,-3 0 0 15,3 0 0-15,-6 0 0 0,3 2-2 16,-3-1 2-16,4 2 0 15,-2-2 0-15,0-1 2 16,4 0-2-16,0 0 0 16,0 0 0-16,0 0 0 15,0 0 1-15,1 0-1 0,1 0 0 16,-2 0 0-16,5 0 0 16,-3 0 0-16,3-1 0 15,0 0 0-15,-2-1 1 16,-1 1-1-16,0-1 1 15,1 2-1-15,-3 0 0 16,0 0-1-16,-1 0 1 0,-2 0 0 16,-1 0 0-16,-5 0 0 15,1 0 0-15,-1 0 0 16,-2 2 0-16,0 1 0 16,1 1 1-16,3 0-1 15,2-1 1-15,-1 1 0 0,1 2 0 16,4-3-1-16,-3 0 1 15,0-2-1-15,1 1 0 16,-1 0 1-16,-1 0-1 16,0-2-1-16,1 1 2 0,1-1-1 15,-1 3 0-15,0-2 1 16,1 1-1-16,-1-1 0 16,0 0 0-16,0 1 0 15,-2 1 0-15,3 0 0 16,2 0 0-16,-3-1 1 15,4 1-1-15,1 1 0 0,1-3 0 16,0 1 1-16,0-2 1 16,3 0-2-16,-3 0 0 15,1 0 0-15,1 0 1 16,-1-2 1-16,1-1-1 16,1 1 0-16,0-1 2 0,-1 1-2 15,0 0-1-15,2 0 1 16,-1 0-1-16,0 2 0 15,4-1 0-15,-3-1 0 16,2 2 0-16,0 0 1 16,-1 0-1-16,0 0 2 0,-2 0-2 15,-2 0 1-15,1 0-1 16,-4 0-1-16,0 0 1 16,-2 0 0-16,1 0 1 15,-1 0 1-15,1 0 0 16,5 3 0-16,-4 0-1 15,4 0 0-15,-3-1 0 0,1 1-1 16,0-1 2-16,-1 0-1 16,-1 2-1-16,0-2 0 15,3 1 0-15,-1 0 0 16,3 0 0-16,-2-2 1 0,1 2-1 16,3-2 1-16,-3 1-1 15,2-2 1-15,2 0 0 16,-2 0 1-16,2 0 1 15,-1 0 3-15,-2 0-2 16,2 0 0-16,-2 0-1 0,1 0-1 16,1-2-1-16,2 2 0 15,1 0 0-15,-1-1-1 16,-2 1 2-16,2 0-2 16,-2-1 1-16,-1-1 0 15,0 1-1-15,-2 1 0 16,-1-3 0-16,-5 3 0 0,2-1 0 15,-3-1 1-15,1 2 1 16,1-1 0-16,-3 1 1 16,2 0-1-16,1 0-1 15,0 0 1-15,-1 0-1 16,-2 0 1-16,2 0-1 0,-2 1 0 16,0 2-1-16,1 0 0 15,1-2 1-15,1 1-1 16,3-2 1-16,-4 0-1 15,4 0 0-15,1 0 1 16,-1-6 0-16,1 3 0 16,1 0-1-16,0 0 1 0,2 0-1 15,1-1 0-15,-1 3 1 16,2-1-1-16,-3 0 0 16,4 0 0-16,-2 2 1 15,4-1-1-15,3-2 0 0,1 2 0 16,3-1 0-16,0-1 1 15,-1 0-1-15,3 2 0 16,-4-2 2-16,0 2-2 16,-1-1 0-16,-5 1 0 15,1-2 0-15,-2 0 0 0,-2-1 1 16,0 1 2-16,3 0 0 16,3-1 0-16,-2 1 1 15,0 0 0-15,-1 0 1 16,-2 1 3-16,-2-2-2 15,-4 0 3-15,-4 0-3 0,-4 2 1 16,-1 0-2-16,-2-2 1 16,-4 2-4-16,-5-1 0 15,1 2-1-15,-7-2 0 16,2 3 0-16,-1-3 0 16,-1 2 0-16,-1 1 0 15,-1 0 2-15,-1 0-3 0,-1 0 0 16,-3 0-3-16,-1 0-1 15,-3 0-9-15,0 0-8 16,-3 0-27-16,-2 0-36 16</inkml:trace>
  <inkml:trace contextRef="#ctx0" brushRef="#br0" timeOffset="79336.38">14389 9428 96 0,'0'0'3'0,"0"0"2"0,0 0 1 16,0 0-5-16,0 0 0 16,0 0-1-16,0 0 1 15,0 0 1-15,0 0 3 0,0 0-3 16,0 0-1-16,0 0-1 16,0 0-2-16,0 0 2 15,2 0 0-15,2 1 1 16,6-1 2-16,3 0 8 15,8-7 11-15,12-5-1 16,9-9-4-16,14-5-5 0,16-5-8 16,9-2-3-16,12-1 1 15,6-2 0-15,8-3-37 16,-3-6-96-16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22:40.451"/>
    </inkml:context>
    <inkml:brush xml:id="br0">
      <inkml:brushProperty name="width" value="0.05292" units="cm"/>
      <inkml:brushProperty name="height" value="0.05292" units="cm"/>
      <inkml:brushProperty name="color" value="#FF0000"/>
    </inkml:brush>
  </inkml:definitions>
  <inkml:trace contextRef="#ctx0" brushRef="#br0">5599 2637 46 0,'0'-4'7'0,"2"1"-3"0,0 0-3 0,-1 0 0 16,1-1 0-16,2 3-1 16,-2-1 0-16,0 1 0 15,0-1 0-15,1 2 0 0,0 0 0 16,-1 0 0-16,2 0-1 15,-2 0 0-15,0 3 0 16,1 4 0-16,1-1 2 16,-2 1 0-16,1 0 0 15,2-3 0-15,-1 2 0 0,1-3-1 16,1-3-10-16,3 0 21 16,4 0 1-16,3-13 4 15,8-11 3-15,10-7-3 16,11-9-4-16,8-15-3 15,15-8-4-15,8-8-3 0,13-6-2 16,7-1 0-16,0-7-8 16,-2 1-79-16</inkml:trace>
  <inkml:trace contextRef="#ctx0" brushRef="#br0" timeOffset="22559.9">18265 3526 95 0,'0'-4'5'0,"0"-2"10"16,-2 0-3-16,-1 1 6 0,-1-1-4 16,-2 2-1-16,1-2 0 15,0 3-9-15,-1 2 5 16,3-2-3-16,-1 3-5 0,-4 0 4 15,-1 0-10-15,-1 0 8 16,-5 4-6-16,-3 6 3 16,-1 0 4-16,2 3-1 15,-2 2-3-15,4-3 0 16,1 5-1-16,3-3 0 16,3 0 0-16,1-1 1 0,3 0 0 15,4-2 2-15,0-1-1 16,0 0 2-16,0-3 5 15,5 0-3-15,4-1 3 16,3-3 0-16,0 1 0 16,3-2-1-16,1 0 1 0,1-2-3 15,4 0-2-15,-3 0-1 16,1 0 0-16,2 0-2 16,-3 0-13-16,2-1-27 15,-4-6-37-15</inkml:trace>
  <inkml:trace contextRef="#ctx0" brushRef="#br0" timeOffset="22822.85">18448 3513 83 0,'0'0'63'0,"0"0"-71"0,0 0 6 16,0 0 10-16,3 37 2 0,-2-25-1 16,1 0-5-16,-1 0-1 15,0-2-2-15,0 1 0 16,0-4 0-16,1 0 0 16,-2 2 1-16,2-5 0 15,-2 0-15-15,0-1-37 0,0-2-26 16</inkml:trace>
  <inkml:trace contextRef="#ctx0" brushRef="#br0" timeOffset="23165.24">18466 3591 89 0,'0'0'14'0,"0"0"15"16,0 0 9-16,0 0-13 16,0 0-14-16,0 0-7 15,0 0-1-15,41-25-1 16,-28 25-1-16,1 0 0 15,1 4 1-15,3 3 0 0,2 0-1 16,-2-1 0-16,0 0-1 16,-1 2 1-16,-1-4 0 15,-3 1-1-15,-1-1 1 16,-5-4 0-16,1 1 1 16,-3-1 3-16,0 0 12 0,-1 0 11 15,-2-4 0-15,-1-3-9 16,1-4-9-16,-2-1-4 15,0-3-2-15,1-1-2 16,0 0 0-16,-1 0-2 16,2 1 1-16,0 2-2 15,0 5-8-15,1 1-7 0,2 7-21 16,1 0-60-16,-1 0-27 16</inkml:trace>
  <inkml:trace contextRef="#ctx0" brushRef="#br0" timeOffset="23747.96">18929 3489 19 0,'0'0'129'0,"0"0"-112"0,0 0 16 15,0 0-28-15,0 0-6 16,0 0-11-16,0 0 7 16,0 0 0-16,0 0 8 0,5 43 1 15,-3-30-4-15,0 1 0 16,2-3 1-16,-2 1-1 16,1-3 1-16,-1 0 0 15,-1-2 0-15,0 0 0 16,2-4-1-16,-1 0-13 0,0-2-15 15,0-1 12-15,-2 0 19 16,1-5-2-16,1-4-6 16,-2-2-5-16,2-1 8 15,-1-2 2-15,1 3 1 16,3-2 1-16,-2 2 5 0,0 2 3 16,3 2 1-16,-2 4 1 15,1 0-4-15,2 3-6 16,1 0-4-16,2 0 0 15,0 6-2-15,1 5 2 16,3 1 0-16,-3-1 0 0,1-1 2 16,-1-2 0-16,0-1 0 15,2-1 1-15,-6-4 9 16,-1-1 6-16,1-1-3 16,0 0 22-16,-2-3 12 15,1-8-20-15,-4-5-12 0,2-1-5 16,-2-4-3-16,-1 1-3 15,0-1-2-15,2 5-1 16,-3-1-2-16,0 3-37 16,0 1-82-16</inkml:trace>
  <inkml:trace contextRef="#ctx0" brushRef="#br0" timeOffset="24566.72">18376 4057 103 0,'0'0'1'0,"0"0"-1"0,0 0 9 16,0 0-10-16,0 0 3 0,0 0-2 15,0 0 2-15,-30 37-1 16,30-27 2-16,0 0 0 16,0 4-2-16,4-1 1 15,4 0-3-15,3 1 2 16,2 0 2-16,1 0-2 16,3-1 11-16,3 1-6 0,-1-1-2 15,4-3 4-15,2 1-1 16,1-1 6-16,4-1 0 15,1-1-3-15,-1-3 0 16,1 0-4-16,2 1-1 16,-4-3-3-16,-2 1 0 0,-1 0-1 15,-1-1 1-15,-2 0-2 16,-1-1 1-16,-4 2 1 16,-2 0-1-16,-3-1-9 15,-2-2-54-15,-5-1-21 16</inkml:trace>
  <inkml:trace contextRef="#ctx0" brushRef="#br0" timeOffset="24723.76">18904 4249 213 0,'0'0'1'0,"0"0"13"16,0 0-5-16,0 0-6 15,45-6-2-15,-31 18-1 16,-1 6-1-16,-1 2-2 15,-6 7-3-15,-6 1-81 16</inkml:trace>
  <inkml:trace contextRef="#ctx0" brushRef="#br0" timeOffset="25265.36">19304 4591 123 0,'0'0'13'0,"0"0"10"0,0 0-15 15,-45-4-8-15,27 4-1 16,-2 7 7-16,-1 4 1 16,0 1-3-16,-1 0-2 0,6 1 0 15,1 1 1-15,3-1 0 16,3 0 3-16,3 0-2 16,4-3-1-16,2-1 3 15,0 0-5-15,4 0-1 16,7-3-1-16,2-1 15 15,3-1-5-15,3-1-1 0,5-1-1 16,3-2-3-16,3 0-2 16,2 0-1-16,0 0-37 15,-1-7-52-15</inkml:trace>
  <inkml:trace contextRef="#ctx0" brushRef="#br0" timeOffset="25606.08">19519 4641 179 0,'0'0'19'16,"0"0"12"-16,0 0-22 0,0 0-8 15,-47-3-2-15,36 13 1 16,-1-2 1-16,3 4-2 16,1-1 0-16,3-1-1 15,3 0-1-15,2 0 0 16,0-3 3-16,0-2-2 15,5-1 4-15,5-2 5 0,2-2 0 16,1 0 0-16,3 0 0 16,-3-1-2-16,1-5-1 15,-3-5 1-15,-3 1 4 16,-1-3 5-16,-3 2-1 16,-3 0-7-16,-1-1-4 0,-1 2-4 15,-9 3 4-15,-5 6-5 16,-2-1 1-16,2 2-17 15,-4 0-14-15,5 6-10 16,4 1-33-16</inkml:trace>
  <inkml:trace contextRef="#ctx0" brushRef="#br0" timeOffset="26053.31">19648 4644 174 0,'0'0'4'0,"0"0"5"16,0 0 6-16,0 0-14 15,0 0-3-15,0 0-4 0,0 0-4 16,0 0 0-16,0 0 3 16,33 28 7-16,-28-18 3 15,-3-3-2-15,-1 2 1 16,3-4-5-16,-3 0 4 15,-1-3 5-15,0 1-1 16,0-3-4-16,0 0 1 0,0 0 13 16,0 0 21-16,0-3-21 15,0-5-13-15,0-1-4 16,0-2 3-16,6-3-3 16,-1 1 8-16,3 0-5 15,2 1 0-15,-1 0 1 0,1 4 1 16,0 0-3-16,3 3 2 15,-1 1 0-15,1 2-1 16,1 2-1-16,-1 0-1 16,0 3 0-16,-2 8-1 15,0-2-1-15,-4 5 0 0,-1-1 1 16,-3 1-4-16,-1-3-40 16,-1-2-34-16,0-3-44 15</inkml:trace>
  <inkml:trace contextRef="#ctx0" brushRef="#br0" timeOffset="26366.14">19993 4547 177 0,'0'0'5'0,"0"0"1"0,0 0-5 16,0 0-4-16,0 0-5 15,0 0 1-15,0 0-1 16,38 40 11-16,-33-27-3 16,-1-3 0-16,2-3 4 0,-3-3 1 15,1-1 3-15,0-3 21 16,-1 0 11-16,2 0-4 16,-2-3-14-16,2-7-7 15,-2 1-1-15,1-6 4 16,0 2-11-16,0-1-5 0,0 1 0 15,4 1-2-15,-1 2-23 16,2 1-18-16,2-1-75 16</inkml:trace>
  <inkml:trace contextRef="#ctx0" brushRef="#br0" timeOffset="26837.98">20323 4493 109 0,'0'0'4'0,"0"0"24"16,0 0 6-16,0 0-8 16,0 0-8-16,0 0-2 15,0 0-8-15,0 0-4 0,0 0-3 16,14-8-1-16,-9 5 2 15,-1 2 4-15,1-1 2 16,-1-1-3-16,4-1 4 16,-2-2 2-16,0 1-2 15,-1-3 0-15,-1 0-3 16,2-2-3-16,-1 0 0 0,2-1-2 16,-4 2-1-16,1 0 1 15,-2 3 0-15,0 1-1 16,0 1 0-16,-2 2-1 15,0 2-1-15,0 0-5 16,0 0-7-16,0 6 13 0,0 4 1 16,0 4 4-16,-3 2-3 15,3 1-2-15,0 2-1 16,0 0 1-16,0 3 1 16,0-2 0-16,3 0 1 15,-3 1-3-15,0-2-20 0,0 1-44 16,0-5-21-16,-3-4 21 15</inkml:trace>
  <inkml:trace contextRef="#ctx0" brushRef="#br0" timeOffset="26950.33">20397 4631 173 0,'0'0'58'0,"0"0"-25"16,0 0-31-16,0 0-4 15,0 0-12-15,47-17-56 16,-29 17-87-16</inkml:trace>
  <inkml:trace contextRef="#ctx0" brushRef="#br0" timeOffset="27429.16">19432 5230 199 0,'0'0'0'16,"0"0"9"-16,0 0-16 0,0 0 10 16,0 0 5-16,0 0-7 15,-45 20 2-15,27-10 4 16,0 4-1-16,1 1-4 15,3 2 1-15,4 1-2 16,2-1 1-16,2 0-4 16,4-1 2-16,2-3-1 0,0-1-2 15,8-2-1-15,5-2-2 16,6-3 17-16,5-2-11 16,3-3-29-16,3 0-51 15</inkml:trace>
  <inkml:trace contextRef="#ctx0" brushRef="#br0" timeOffset="28054.55">19613 5325 171 0,'0'0'9'15,"0"0"27"-15,0 0-12 16,0 0-15-16,0 0-5 0,0 0-3 16,-46-28 3-16,33 28 2 15,0 5-6-15,-1 4 0 16,3 3 0-16,0-1 0 15,3 2-3-15,5-3 0 16,-1 1 0-16,3-4 1 0,1 2-2 16,0-5-2-16,5 0 0 15,1-1-2-15,4-3 17 16,3 0-7-16,-2 0 0 16,0 0-1-16,1-8 0 15,0-1-2-15,-2-2-1 0,-1-2 3 16,-1 0 0-16,3 0-1 15,-3 2 0-15,0-2 0 16,2 3 1-16,-5 2 2 16,3 1 0-16,-2 2 0 15,4 2-2-15,-4 2-1 16,4 1-1-16,0 0-1 0,0 7-1 16,-1 3 0-16,-1 3 1 15,-3 1-1-15,-1 0-6 16,-1 0 7-16,-1-2 9 15,-2 1-6-15,0-5 3 16,0 1-3-16,0-5 0 0,0-1-3 16,0-3 1-16,0 0 6 15,0 0 2-15,2-7-7 16,1-5-3-16,1 0 10 16,2-1-5-16,1-2-1 15,1 3 2-15,0-1-1 0,1 3-2 16,0 0 1-16,-2 5 1 15,0 0 2-15,0 2 1 16,3 0-2-16,-1 3-2 16,0 0-1-16,1 0 1 15,3 4-1-15,-1 3 0 0,1 2 1 16,-1 2-1-16,-5 0-6 16,2-3-48-16,-6-2-65 15</inkml:trace>
  <inkml:trace contextRef="#ctx0" brushRef="#br0" timeOffset="28337.83">19982 5239 193 0,'0'0'7'0,"0"0"6"0,0 0-12 0,0 0 4 0,37 1-1 16,-25 9-1-16,1 0-2 15,-3 3 0-15,1-4 0 16,-2 2 1-16,1-4-2 16,-4 0 0-16,0-3 0 0,-2-1 3 15,-2-3 4-15,1 0 22 16,0-3 7-16,0-6-16 16,1-3-10-16,0-2-6 15,4-2 0-15,-2-1-3 16,4 0-12-16,3 0-44 15,-2 3-102-15</inkml:trace>
  <inkml:trace contextRef="#ctx0" brushRef="#br0" timeOffset="28673.47">20353 5171 225 0,'0'0'3'0,"0"0"0"16,0 0-2-16,0 0-2 0,0 0 2 16,0 0-1-16,42-16 0 15,-32 15 5-15,-3 1 1 16,1 0-1-16,-2 0-5 16,-1 4-4-16,-4 6 1 15,-1 4-1-15,0 0-11 16,-7 2 15-16,-3-2 6 0,-1-1-8 15,-2-3 7-15,3-3 2 16,4-3 8-16,0-1 1 16,3-3-4-16,3 0-9 15,5 0-7-15,14 0 21 16,8-4-8-16,9-5-5 0,9 2-13 16,-1-4-80-16</inkml:trace>
  <inkml:trace contextRef="#ctx0" brushRef="#br0" timeOffset="29327.83">19633 5996 64 0,'0'0'76'0,"0"0"-45"0,0 0 0 0,0 0-29 0,-40-26-1 15,29 26 7-15,-1 0-6 16,-2 0 5-16,0 3 2 0,0 7 2 15,0 0 1-15,1 4-4 16,2 0-2-16,4 3 0 16,-2-5-1-16,5 5-3 15,3-3-2-15,1 0-2 16,0-1-1-16,10-3-4 16,2 3 12-16,8-5 0 0,5-2-2 15,4-2 1-15,8-4-26 16,1 0-83-16</inkml:trace>
  <inkml:trace contextRef="#ctx0" brushRef="#br0" timeOffset="30004.83">19905 6029 109 0,'0'0'75'0,"0"0"-70"0,0 0 4 15,-44-6-6-15,31 6 1 16,1 4-1-16,1 3-3 16,-1 4 0-16,0 1-2 15,4 1 1-15,1-1-1 16,1 1 0-16,2-1 0 0,4-4-2 16,0 2-1-16,0-4 0 15,0-2-1-15,3 2 6 16,4-5 6-16,-1 1-4 15,3-2-3-15,1 0 2 16,2 0-1-16,-1-5 1 0,3-3 1 16,0-1 3-16,-1-2-2 15,0-1-1-15,-2 1 1 16,1 0 0-16,-2-1 0 16,-1 1 0-16,2 1 1 15,-1 2-2-15,-3-1-1 0,1 2 1 16,1 3-2-16,-2-2 1 15,1 5 0-15,-1-1-1 16,2 2 0-16,-2 0-1 16,1 3 0-16,2 7-2 15,-2-1 2-15,-1 3 1 0,0 0-2 16,-1 0 1-16,-5 1-2 16,1-3 1-16,-2 0-3 15,0-3-6-15,0-1 1 16,-3-2 0-16,-2-4 7 0,0 0 4 15,0 0 2 1,1-4-1-16,1-3 4 0,2-4 7 16,1-1-4-16,0-2 4 15,2-3-9-15,7 3-3 16,3-2 1-16,0 2 0 16,3 1 3-16,1 0-1 15,-1 3-1-15,2 2 1 0,-1 1-1 16,1 1 0-16,-2 6-3 15,2 0 0-15,-3 0-1 16,0 3-2-16,-2 7 1 16,-1 0-17-16,-2 0-67 15</inkml:trace>
  <inkml:trace contextRef="#ctx0" brushRef="#br0" timeOffset="30366.55">20395 5931 212 0,'0'0'3'0,"0"0"-2"0,0 0-1 0,0 0 0 0,0 0-5 15,38 5 5-15,-29 8 0 16,-1 1 3-16,2 1-2 15,-1 0 1-15,0-3-2 16,-1-1 0-16,-3-4 0 16,2-1 1-16,-5-2 0 0,0-4 8 15,0 0 14-15,0 0 16 16,-1-11-16-16,1-1-12 16,0-2-4-16,1-3-1 15,0-2-1-15,1 1-2 16,4 0-2-16,-1 2 0 0,2 2-4 15,3 4-11-15,0 1-22 16,-1 5-46-16,1 1-44 16</inkml:trace>
  <inkml:trace contextRef="#ctx0" brushRef="#br0" timeOffset="30829.33">20668 5978 187 0,'0'0'5'15,"0"0"14"-15,0 0 4 16,0 0-17-16,0 0-3 16,0 0 1-16,24-36-4 15,-15 29 1-15,3 0 1 0,0 1-1 16,0 4 0-16,2 0 0 15,-2 2-1-15,0 0 0 16,-6 2-1-16,-1 7-2 16,-5 5-5-16,0 0-29 15,-8 2-5-15,-6 1 9 16,-1-4 16-16,0 0 15 0,3-3 3 16,2-3 1-16,6-6 1 15,-1 1 1-15,5-2-3 16,0 0 4-16,5 0 14 15,6 0-14-15,0-2 0 16,3 1 0-16,-1-1 2 0,1 2 3 16,-3 0 3-16,-1 0-2 15,0 0-3-15,-7 7-8 16,-1-1-1-16,-2 0-5 16,-2 5 13-16,-12-1 2 15,-7 1 0-15,-6-1-17 0,-5 0-27 16,-6-5-27-16</inkml:trace>
  <inkml:trace contextRef="#ctx0" brushRef="#br0" timeOffset="31797.72">20761 4537 47 0,'0'0'19'0,"0"-1"0"0,0-1 0 0,0-2 2 15,0 0 5-15,0 0-7 16,0-1 1-16,0-2-2 16,5 0-1-16,2-1-1 15,4-1-3-15,7-2-1 0,4 0-7 16,9-1-2-16,5-5-7 16,5-4-74-16</inkml:trace>
  <inkml:trace contextRef="#ctx0" brushRef="#br0" timeOffset="33330.98">20780 5225 27 0,'0'0'24'0,"0"0"-2"0,0 0 1 15,0 0-7-15,0 0 7 16,0 0 5-16,0 0-5 15,0 0 2-15,0 0-10 16,0 0-9-16,0 0-1 0,0 0-3 16,0 0-2-16,0 0 2 15,9-27 1-15,7 15 2 16,2-2 0-16,4-3-1 16,4 1-1-16,-2 1-2 15,0-1-1-15,0 2-5 16,-4 1-60-16,-7 0-37 0</inkml:trace>
  <inkml:trace contextRef="#ctx0" brushRef="#br0" timeOffset="33929.12">21037 5885 102 0,'0'0'6'0,"0"0"27"0,0 0-9 0,0 0-10 16,0 0 5-16,0 0-4 16,22-44 3-16,-5 28-4 0,4-2 0 15,5-1-4-15,6-3-5 16,1 1-4-16,5-2-1 16,-4 0-27-16,-3-1-105 15</inkml:trace>
  <inkml:trace contextRef="#ctx0" brushRef="#br0" timeOffset="35131.94">19617 6800 0 0,'0'0'10'0,"0"0"-4"0,0 0 0 0,0 0 9 15,0 0 1-15,0 0 0 16,0 0 1-16,0 0 1 15,0 0-7-15,0 0-6 0,0 0-3 16,0 0 8-16,0 0-8 16,-8 8-1-16,11-12 0 15,-2 1 3-15,3-1 4 16,-4 2 11-16,0 0-2 16,2-1-6-16,-2 1-7 0,0 2-3 15,0 0-1-15,0-3-1 16,0 3 0-16,0 0 2 15,-4 0 1-15,-1 0-1 16,1 3 6-16,-4 6-10 16,2 2 1-16,0 2 3 0,0 4-1 15,1-3-2-15,1 1 1 16,2-3 1-16,0 1 1 16,2-3 0-16,0-3 3 15,0-1-2-15,5-1-2 16,3 0 2-16,4-3 4 0,3 0 1 15,1 2-5-15,5-4 5 16,0 0-7-16,2 0-29 16,-1 0-28-16,1 0-15 15</inkml:trace>
  <inkml:trace contextRef="#ctx0" brushRef="#br0" timeOffset="35750.33">19838 6841 75 0,'0'0'9'0,"0"0"23"0,0 0 5 0,3-40-7 16,-3 34-3-16,0 2-6 0,-3 1-14 16,-3 3-6-16,-1 0 2 15,-1 2-2-15,0 5 4 16,-1 4-5-16,3 2 6 16,0 4-6-16,4-3-1 15,1-1-1-15,1 0 1 16,0-2-2-16,0-2-2 0,5-1 0 15,1-5-1-15,1 1 3 16,1-2 3-16,2-2 7 16,-1 0-7-16,1-2-4 15,0-5 2-15,-1-1 0 16,0-4 1-16,0-2 2 0,-2 1 1 16,1 1-2-16,-3 0 2 15,0-2-2-15,3 4 1 16,-4 2 1-16,5 1 0 15,-2 1-2-15,5 1 0 0,-1 3 1 16,0 2-1-16,3 0-1 16,-2 0 0-16,0 7 1 15,-4 1 1-15,1 4-1 16,-3-1-1-16,2 3 1 16,-7 0 1-16,-1-2 0 15,0-1 0-15,0 0-1 0,0-5-4 16,-1 0 1-16,-5-2 3 15,5-4 3-15,0 0 1 16,1 0-2-16,0-7-3 16,1-4 12-16,9-5-9 15,0 0 0-15,3-2-2 0,2 1 0 16,0 0 1-16,2 4 1 16,-3 2 0-16,1 5 4 15,-2 2-2-15,0 2-1 16,0 2-1-16,-1 2-2 15,1 7 0-15,-1 3 1 0,-3 5-11 16,-3-1-33-16,-3-1-41 16,-2-2-2-16</inkml:trace>
  <inkml:trace contextRef="#ctx0" brushRef="#br0" timeOffset="36078.75">20319 6774 73 0,'0'0'3'0,"0"0"11"0,0 0 7 0,0 0 14 15,0 0 5-15,0 0-8 0,0 0-19 16,0 0-15-16,36-31 0 16,-30 39 0-16,2 4 2 15,0 1 0-15,-2-1 4 16,2 1-2-16,-2-3-1 0,3-1-1 15,-3-4-1-15,0-2-1 16,1 0 4-16,0-3 4 16,-1 0 7-16,0-3 5 15,0-5-1-15,1-2-4 16,-4-4-4-16,2-2-4 16,1 0-2-16,-1-1-2 0,3 0-6 15,-1 3-25-15,5 1-32 16,-1-1-47-16</inkml:trace>
  <inkml:trace contextRef="#ctx0" brushRef="#br0" timeOffset="37304.75">20684 6733 61 0,'0'0'18'0,"0"0"2"0,0 0-7 0,0 0 3 15,0 0-5-15,-4 0-4 0,1 0-2 16,-1 0-4-16,0 0-1 16,0 5 3-16,-2 0 0 15,1 5-1-15,1-2-1 16,-6 2 0-16,6 2-1 15,-3 0 0-15,1-1 1 0,0-3-1 16,0 2 0-16,2-2 2 16,0 0-2-16,0-3 0 15,2-1 1-15,1 1 0 16,1-3-1-16,0-2 0 16,0 1-2-16,0-1 2 15,2 0 6-15,3 0 13 0,3 0-10 16,4-1 1-16,-1-4-5 15,0-1-2-15,2 2-2 16,-1 1 0-16,0 0-1 16,-2 0 2-16,1 2-2 15,-4-2 0-15,0 3 1 0,-2 0-2 16,-1 0-7-16,-2 0-32 16,-2 0-17-16,0 2 13 15</inkml:trace>
  <inkml:trace contextRef="#ctx0" brushRef="#br0" timeOffset="37559.96">20688 6747 99 0,'0'0'2'0,"0"0"-3"0,0 0-3 16,0 0 12-16,0 0 0 0,0 47 3 15,0-33-4-15,2 2-3 16,0 1-3-16,-1 0 0 16,1 0 0-16,-1-3-14 15,0-1-24-15</inkml:trace>
  <inkml:trace contextRef="#ctx0" brushRef="#br0" timeOffset="38392.72">20997 6727 8 0,'0'0'9'0,"0"0"9"0,0 0-5 0,0 0-1 16,0 0 2-16,0 0-11 15,0 0 2-15,0 0-5 0,0 0 1 16,0 0-1-16,0 0 1 16,0 7 0-16,0-7 1 15,0 1 1-15,0-1 1 16,0 1 1-16,3 1-4 15,0-1 2-15,1 0-2 0,-2-1 6 16,-1 3-6-16,1-3 0 16,0 0-1-16,2 1 1 15,-1-1-1-15,-1 0 0 16,-2 0 1-16,2 0 4 16,0 0-2-16,0 0-1 15,-1 0-2-15,1 0 1 0,0 0-2 16,-2 0-1-16,2 0-1 15,-2 0 2-15,0 0-3 16,0 0 2-16,0 0-2 16,0 0-4-16,0 0 1 0,0 0-11 15,0 2-27-15</inkml:trace>
  <inkml:trace contextRef="#ctx0" brushRef="#br0" timeOffset="38555.87">20997 6727 96 0</inkml:trace>
  <inkml:trace contextRef="#ctx0" brushRef="#br0" timeOffset="38742.39">20997 6727 96 0,'10'13'7'0,"-8"-10"-7"0,-1 0 3 0,3 2 0 0,0 1-1 15,1 1 0-15,-2 1-1 16,0-2 2-16,2 0 0 16,-2 0-2-16,1-2 3 0,0-2 6 15,1-2 4-15,0 0 10 16,-1 0 8-16,2-1-3 16,1-6-7-16,3-5-1 15,0-1-7-15,1-3-1 16,5-2-5-16,0-2-3 0,4-3-4 15,3 0 1-15,3-4-4 16,0-3-37-16,1-8-111 16</inkml:trace>
  <inkml:trace contextRef="#ctx0" brushRef="#br0" timeOffset="41119.33">21405 4313 83 0,'-7'0'3'0,"3"0"6"0,-1 0 4 0,2-4-6 0,-1 1 2 16,2-1 3-16,0 1-3 16,-2-2 0-16,3 3 0 15,0-1-1-15,0 0-5 16,1 2 1-16,0 0 0 16,0-1-4-16,0 0-2 0,0 2-2 15,7-3 1-15,1 3 1 16,1 0 3-16,3-1 0 15,2 1-1-15,1 0-2 16,-1 0 4-16,0 0-2 16,1 4 2-16,-1 1-2 15,0 1 1-15,0 2-1 0,0-1 0 16,2 1 0-16,-2 2 0 16,2 0-1-16,-2 2 1 15,0 3 0-15,-3-1-1 16,1 3 1-16,-4 1-1 0,-3 1 0 15,-1 0 1-15,0 2-1 16,-1 2 0-16,-1 1 1 16,-2 1 0-16,0 3 0 15,0 0 0-15,0 0-2 16,0 2 2-16,-3-1 0 0,-2 1-1 16,-2 1 4-16,-1-2-6 15,-1 1 4-15,2 1 3 16,1-2-4-16,-1 5 0 15,3-1 0-15,-3-1 1 16,5 4-1-16,-1-3 1 0,3 2-1 16,0-2 1-16,0 1 1 15,2-4-1-15,8 2 0 16,-3-2 0-16,3-3 1 16,0-1-1-16,3-5 0 15,-6-4 0-15,2-5-3 16,2-4 2-16,-3-1 1 0,1-4-2 15,1-3 3-15,-5 1 0 16,3-1 0-16,-5 0 2 16,-1 0-1-16,0 0-1 15,-2 0 1-15,0 0-3 16,0 6-6-16,-4 1 3 0,-3 3 3 16,0 3 4-16,-3 2-2 15,1 4-2-15,0 1 0 16,2 3 0-16,0 2-2 15,1 3 2-15,3 2-4 16,0 3 3-16,3 1 0 0,0 0 1 16,0 2 0-16,0-1 0 15,3-1-1-15,5 0 0 16,-2-2 1-16,3 0 0 16,0-1 0-16,1 3 0 15,1 2 0-15,1 4 0 0,2-1 0 16,-1 3 1-16,3-1-1 15,-1 0 1-15,-2 0-1 16,3-1 0-16,-2-2 1 16,-1-2-1-16,-2 0 0 15,0 0-1-15,-5 0 1 0,-1-2 1 16,-1-2-1-16,-4 1 0 16,0-4 0-16,0-4 2 15,-4 1 3-15,-5-3 2 16,-4-2 2-16,-3 0 2 15,-7-1-5-15,-3 3-3 16,-5-2 4-16,-6 3-31 0,-4-5-68 16</inkml:trace>
  <inkml:trace contextRef="#ctx0" brushRef="#br0" timeOffset="44080.35">21272 4334 83 0,'2'0'2'0,"-2"0"-1"0,1 0 0 0,-1 0 0 15,0 0 0-15,0 0-7 0,0 0 6 16,0 0 4-16,0-3-2 16,0 0 3-16,0-1 1 15,0 1 4-15,0-1-1 16,0 1-4-16,0 0 0 16,0-2-5-16,0 2 1 0,0 0-3 15,1-1 1-15,7 4-1 16,-1-3 1-16,5 1-1 15,1 1 3-15,3 1-2 16,3 0 0-16,-3 0 0 16,3 0 2-16,-2 1-1 15,1 7 0-15,-3-1-1 16,2 4 1-16,0-1 0 0,1 3 0 16,-1 1 0-16,0 0 0 15,-2 3 0-15,0 0 0 16,-3 3 0-16,0-1 0 15,-2 1 1-15,-1-2-1 0,-1 1 0 16,-1 1 0-16,-1-2-1 16,-3 5 1-16,-2-2 0 15,-1 1-1-15,0 1-3 16,-2 1 3-16,-6 2 0 16,0 1 4-16,-3 0-2 0,3 1 3 15,1 2-2-15,4 0-2 16,1 1 0-16,-1-1 1 15,3-3 0-15,0 3-1 16,0-4 0-16,0-1 0 16,5-2 1-16,-3-2 0 15,3-4 0-15,1-4-2 0,-1 0 1 16,3-5 1-16,1-2-3 16,1-2 6-16,0 0 1 15,4-2-1-15,-3-1-1 16,3-1-9-16,-3 0 15 0,0 0-8 15,-1 0 0-15,0 0 0 16,-6 0 0-16,0 0-1 16,-3 0 0-16,-1 2-11 15,0 3-2-15,-6 3 7 16,-3 3 3-16,-3 3 7 0,0 3-3 16,0 3-1-1,-2 2-2-15,3 4 0 0,-3 0 1 16,2 1 1-16,1 0 0 15,3 1 0-15,2 2 0 16,2-3 0-16,1 3-1 16,3-1 0-16,0 1 1 0,3 0-1 15,7 1 1-15,2 1-1 16,-1 2 1-16,3 1 0 16,-4 1 1-16,1 2-1 15,-3 2-1-15,0-2 0 16,-1-1 0-16,-1 1 0 0,-3 0 1 15,1 1 0-15,-1 1 0 16,-1-2 0-16,0 1 0 16,-1-1 0-16,1-1 0 15,0-4 0-15,0 1 0 16,-2-1 1-16,0 2-1 0,0-2 1 16,0 2-1-16,0 2 0 15,-4 0 0-15,-1-1 1 16,-2 0-1-16,2-3-1 15,-3 0 1-15,2-2 0 16,0-2 0-16,1-4-1 0,2-1 1 16,2 0 0-16,-1-4 0 15,2 0-1-15,0 1 1 16,0-1 0-16,0 1 0 16,0 1 0-16,0-1 0 15,0 2 0-15,0-3 0 16,-2 1-6-16,-3-2-25 0</inkml:trace>
  <inkml:trace contextRef="#ctx0" brushRef="#br0" timeOffset="65642.39">20832 4462 85 0,'0'0'11'0,"0"0"6"0,0 0-1 0,0 0 0 16,0 0-2-16,0 0-2 15,0 0-4-15,0 0-2 16,0 0-2-16,0 0 5 16,0 0-7-16,0 0-2 0,0 0-2 15,-1-31-4-15,1 32 0 16,1 5 2-16,1 1 4 15,0 1 1-15,0 0-2 16,2-1 2-16,-2 0-1 16,1 0 0-16,-1-3-1 0,1 2 1 15,0-2-2-15,0-1 1 16,1 1 2-16,0-1-3 16,1-3-1-16,-2 0 1 15,1 0-3-15,4 0 7 0,-3-1 2 16,4-8 0-16,0-1-3 15,1-3 2-15,3-1-2 16,-1 0 2-16,3-2 0 16,1-1 0-16,3 0 1 15,-2-3-2-15,6 0-2 16,-1-4 1-16,2 0-1 0,-1 1 1 16,0-1-1-16,-1 3 0 15,-6 5 2-15,-2 2-1 16,-3 4-1-16,-4 3 1 15,-1 3 0-15,-4 1 0 16,-1 3-1-16,-1 0-5 0,1 0-12 16,-1 4-6-16,0 2-5 15,0-3-32-15</inkml:trace>
  <inkml:trace contextRef="#ctx0" brushRef="#br0" timeOffset="69484.89">20754 5187 78 0,'0'0'4'0,"0"0"-1"0,0 0-1 0,0 0 0 15,0 0 0-15,0 0 1 16,0 0 2-16,0 0 3 16,0 0 0-16,0 0-2 15,0 0-5-15,40-26 0 16,-37 26-2-16,2 0 0 0,-3 0 0 15,-1 3 1-15,1 4 0 16,-1-3 1-16,1 3-1 16,1 0 0-16,1 1 1 15,-2-2-2-15,2 0 2 16,1 1-1-16,0-3 0 0,-1-1 1 16,1 1-2-16,1-2 1 15,1 1 0-15,-2-3 1 16,4 0-1-16,-2 0 1 15,1 0-1-15,-3 0 2 16,2-4 2-16,-1-4 3 0,0-3-2 16,0-2-1-16,5-1 1 15,-2-2 2-15,4-3-2 16,7-3 0-16,-1-5 0 16,7-3-3-16,4-2-1 15,4-4 0-15,-1 2-1 0,4 0 2 16,-6 7 1-16,-2 4-3 15,-5 5-3-15,-7 6-17 16,-7 0-48-16</inkml:trace>
  <inkml:trace contextRef="#ctx0" brushRef="#br0" timeOffset="71311">21211 5865 2 0,'0'0'21'0,"0"0"-6"0,0 0-6 0,0 0-4 0,0 0 3 15,0 0-2-15,0 0 2 16,0 0 12-16,0 0 6 16,0 0-14-16,0 0-6 15,0 0-4-15,2 0 0 0,-2 0 1 16,0-1-1-16,0-3 1 15,0-1 4-15,0-1-2 16,3-1 3-16,1 0-1 16,2-5 2-16,2-1 1 15,3-3-7-15,2-4 0 0,4 1 6 16,4-4-9-16,0 1 2 16,2-2-3-16,-2 4-37 15,-4-1-72-15</inkml:trace>
  <inkml:trace contextRef="#ctx0" brushRef="#br0" timeOffset="72245.85">21132 6739 56 0,'0'0'6'0,"0"0"-6"0,0 0 1 0,0 0 0 16,0 0-1-16,0 0 2 16,0 0-2-16,0 0 4 15,0 0 3-15,0 0 1 16,0 0-1-16,0 0 0 0,0 0 0 16,0 0-1-16,21 20 3 15,-17-20-1-15,1 0 0 16,4-5-1-16,2-2-2 15,6-6-3-15,7-4 1 16,5-7 0-16,5-7-10 16,5-13-76-16</inkml:trace>
  <inkml:trace contextRef="#ctx0" brushRef="#br0" timeOffset="76955.64">2613 5389 14 0,'-4'3'19'0,"-1"-3"-5"0,1 2-2 16,-3-1-1-16,4 0-2 15,-3 1 0-15,2-1 0 16,-3-1-3-16,3 1 2 16,-1 1-2-16,0-2 0 0,1 2-5 15,2 1-1-15,0-1 0 16,0-2 1-16,1 2-1 15,1-2 0-15,0 1 0 16,-2-1-1-16,2 0 0 16,0 1-1-16,0-1 2 15,0 0 1-15,0 2-1 0,0-2 0 16,2 1 1-16,0 0-1 16,3 0 1-16,-3 1 0 15,2 0-1-15,1 0 0 16,2-1 1-16,-3 2 0 15,3 0-2-15,-1-2 1 0,1 3-1 16,2-2 0-16,2-1-1 16,-2 2 0-16,5-2-2 15,-1 1 4-15,3-2-1 16,-1 1 0-16,1-1 1 0,-1 0 3 16,2 1-3-16,0 0 4 15,-1 0-5-15,1-1 2 16,2 0-2-16,1 0 1 15,0 0 2-15,0 0-2 16,3 0 1-16,2 0-2 16,1 0 3-16,0 0-3 0,1 0 3 15,0 0-2-15,-2-1 0 16,2-1 1-16,-2-1-1 16,3 1 1-16,-1-1-1 15,4-3 1-15,1 3 0 16,4-1-1-16,0 1 1 0,-1-1-1 15,1 1 0-15,-1-1 0 16,-1 2 2-16,1-2-2 16,2 1 0-16,1 1 0 15,-2 1 1-15,3 0-1 16,-1-2 1-16,3 3-1 0,-5-1 0 16,-1 1 0-16,-1 0 0 15,1 0 0-15,4 0 0 16,-1 0 0-16,4 0 0 15,5-2 0-15,0 2 1 16,0-1-1-16,0-2 0 0,2 3 1 16,-4 0-1-16,2 0 0 15,1-1 0-15,2 1 0 16,-3 0 1-16,2-2-1 16,-1 2 0-16,2-1 0 15,2-1 0-15,-1 2 1 0,5-1-1 16,0 1 1-16,4-2-1 15,-2 1 0-15,1 1 0 16,3-3 1-16,-2 3-1 16,-1-1 0-16,3-1 0 15,-1 1 1-15,3 1 0 16,1 0-1-16,2-3 2 0,5 3-1 16,-1 0-1-16,0 0 1 15,4 0 0-15,-4 0-1 16,-2 0 1-16,-2 3 0 15,3 1-1-15,-3-1 0 16,0 3 1-16,-2-3-1 0,2 1 1 16,2 0 0-16,0-1-1 15,-2-1 0-15,-2 0 1 16,-4 1-1-16,1 0 1 16,-4-2-1-16,-4 2 0 0,-7 3 1 15,-6 0-2-15,-8-1-8 16,-14 1-76-16</inkml:trace>
  <inkml:trace contextRef="#ctx0" brushRef="#br0" timeOffset="80544.81">2609 6753 49 0,'0'0'8'0,"0"0"-1"0,0 0 3 16,0 0-5-16,0 0-2 16,0 0-1-16,0 0 0 15,0 0-2-15,0 0 1 16,0 0-1-16,0 0 0 0,0 0 0 15,0 0 0-15,0 0 0 16,2 0-2-16,0 0 2 16,0 0 0-16,0 0 0 15,3 0 0-15,-1 0 0 16,1 0-2-16,2 0 0 0,0 0 3 16,1 0-1-16,0 0 1 15,2 0-1-15,1 0 1 16,-1 0-1-16,-1-2 0 15,3 0 0-15,0 0 0 16,-1 1 1-16,0-2-1 16,1 0 1-16,-1 2-1 0,1 0 0 15,0-3 0-15,3 3 0 16,-1-2 0-16,4 0 0 16,-2 1 0-16,1-1 0 15,2 1 0-15,1-1 0 0,-1-1 0 16,2 1-1-16,-1 2 1 15,-4-5-1-15,4 3 1 16,-3-1 0-16,1 1 1 16,1-1 0-16,-2 1 0 15,6 0 0-15,-3-1 1 16,2 3-1-16,0-2 0 0,1 1-1 16,-3 1 2-16,4-1-2 15,-1 0 1-15,2 2-1 16,-2-2 0-16,0 1 0 15,2 1 1-15,2-1-1 16,0 0 1-16,0 1-1 0,-1 0 0 16,3 0 2-16,2 0-2 15,-2 0 0-15,0 0 0 16,0 0 0-16,0 0 0 16,-1 0 0-16,1 0 0 15,0 0 0-15,-4 0 0 0,2 0 0 16,-2 0 1-16,0 0 0 15,2 0-1-15,0 0 1 16,-2 0-1-16,2 0 1 16,0 1-1-16,2 1 0 15,-3 0 1-15,3 0-1 0,0 0 0 16,-2 2 0-16,0-1 0 16,-2 0 0-16,0 0 0 15,0 0 2-15,2 1-2 16,-2 0 1-16,4-1-1 15,-2 1 0-15,2-1 1 16,0 0-1-16,3 1 1 0,-3-2-1 16,0 1 1-16,0-1-1 15,0 1 0-15,0 0 0 16,0-2 1-16,3 2-1 16,1 0 1-16,-1-2-1 15,5 3 1-15,-1-2-1 0,0 1 0 16,1 1 0-16,2 0 0 15,-3-1 0-15,1 0 0 16,-1 0 1-16,-1 1-1 16,2-1 0-16,-2 1 0 0,1-1 0 15,0 1 0-15,-3 2 0 16,1-2 0-16,-1 3 0 16,-2-1 0-16,1 1 0 15,-1 0 0-15,0 2 1 16,3-1-1-16,2 0 0 15,-2-1 0-15,3 0 0 0,-3-2 0 16,2 0 0-16,-3-2 0 16,0 1 0-16,-3-3 0 15,1 3 0-15,0-1 0 16,-2 1 1-16,2-2-2 16,1 1 2-16,-1 0-1 0,2-2 0 15,-3 2 0-15,1 0 0 16,0-2 0-16,-2 3 0 15,-2-1 0-15,2 0 0 16,0-1 1-16,0 0-1 16,3 3 2-16,1-2 0 0,3-1 0 15,-1 2 0-15,4-1-1 16,-1 2 0-16,-2-4-1 16,1 3 1-16,2-2 0 15,-1-1 0-15,2 2 1 16,-1-3 0-16,5 1 1 0,0-1 0 15,1 0-1-15,-2 0 1 16,4 0-2-16,1 0 0 16,0 0 0-16,2-2 0 15,4-3 1-15,0 1 0 16,0-3 4-16,-1 0-2 0,1 3 1 16,2-3-1-16,-2 2 0 15,1-2-2-15,-1 3 0 16,0-2 0-16,2 2-1 15,-4-2-1-15,3 2 0 16,3 0 1-16,0 0 0 0,-2-1-1 16,2 2 0-16,-1 0 1 15,0-1-1-15,3 1 0 16,-2 1 1-16,1 0-1 16,3-1 0-16,-2 2 0 15,3-2 1-15,0 0-1 16,4-1 0-16,2-2 0 0,1 2 0 15,3-3 0-15,-1 3 1 16,-1-2 0-16,1 3-1 16,4-1 1-16,0 1-1 15,2-1 1-15,0-1-1 16,0 1 1-16,2-3 1 0,1 3 1 16,2-2 1-16,-3 2 2 15,3-2-2-15,0 3-1 16,1-2 3-16,-1 2-4 15,1 0 1-15,0 1 0 16,-1 0-1-16,2 1 1 0,-2 1-1 16,1-1 2-16,1 0-2 15,2 1 1-15,-1-3 0 16,3 2-2-16,1-1 0 16,-1 2 0-16,-2-1 0 15,2-2 0-15,0 3-1 16,3-1 0-16,0-1 1 0,3-1 0 15,7 2-1-15,-2-2 1 16,1 3-1-16,1 0 1 16,-1-1 0-16,2 1-2 15,-1-2 2-15,4 1-1 0,-1-2 0 16,2-1 1-16,0-2 1 16,1-1 1-16,-1 1-2 15,-1 0 1-15,2 0-1 16,-3 0 0-16,-3 0 0 15,-4-1 0-15,-4 1-1 16,-3-1 0-16,-6 3 1 0,-5 0-1 16,-3 1 0-16,-6 0-1 15,-6 3 0-15,-8 0 0 16,-9 0-19-16,-12 4-36 16,-10 0-36-16</inkml:trace>
  <inkml:trace contextRef="#ctx0" brushRef="#br0" timeOffset="83279.05">2465 7954 64 0,'0'0'2'0,"0"0"-2"0,0 0 1 0,0 0 1 15,0 0-1-15,0 0 0 16,0 0-1-16,0 0 1 0,0 0 0 16,0 0 0-16,0 0 0 15,0 0 1-15,23 10 0 16,-19-7 0-16,3 1-2 16,-1-1 1-16,6 4-1 15,-3-4 0-15,5 3 0 0,1-1 0 16,3 1 1-16,4-1-1 15,0 0 1-15,5 1 0 16,2 1-1-16,3-3 0 16,1 1 1-16,7-2-1 15,3 1 0-15,3-2 0 0,2-2-1 16,3 0 1-16,0 0 1 16,3 0 1-16,2 0-1 15,0 0 4-15,4 0-2 16,3 0 0-16,4 0-1 15,0-4 0-15,0 1-2 0,0 0 3 16,0 1-2-16,3-1-1 16,-3 2 1-16,2-1 0 15,2-1 0-15,3 2 0 16,0-2 1-16,2 1-1 16,2 1 0-16,-2 1 0 15,-2 0 2-15,-1 0-2 0,2 0 2 16,-2 0 1-16,1 1 0 15,-2 4-2-15,1-1 1 16,1-1-2-16,-2 1 0 16,-1 1-1-16,1 1 1 0,-7-1 0 15,1-1 2-15,1 2 1 16,-6-2 2-16,1 0 1 16,-2 0-2-16,-1 2 0 15,-3-2-2-15,-7 1-1 16,0-1-1-16,-5 0-1 0,-5 0 1 15,-1-1-1-15,-5 0 1 16,-2 1-1-16,-4 1 0 16,-2-1 0-16,-3 3 1 15,-2 0-3-15,-4 0-25 16,-3-1-41-16</inkml:trace>
  <inkml:trace contextRef="#ctx0" brushRef="#br0" timeOffset="85669.04">10982 7456 13 0,'0'0'8'0,"-1"-3"-5"0,1 2 1 0,0 0 1 15,0 0-3-15,0 0 2 0,0-2 1 16,0 0 0-16,0 3-1 15,0-3 2-15,0-1 1 16,0 4-1-16,0-3-2 16,1 2 2-16,1-2-1 0,-2 2-2 15,2 0 2-15,-2 1-1 16,0-2 0-16,0 2 5 16,0-1 3-16,0-1-2 15,0 0 0-15,0-1-2 16,0 2 2-16,0-2 1 15,0 3-2-15,0-4-2 0,0 4-3 16,-1-1 1-16,1-1-4 16,0 2 1-16,0 0-1 15,-1 0 0-15,1 0 0 16,0 0-1-16,0-2 0 16,0 2 0-16,0 0 0 0,0 0 0 15,0 0-1-15,0 0 1 16,0 0 0-16,0 0-1 15,0 0 1-15,0 0 0 16,0 0 0-16,0 0-1 16,0 2 1-16,1 0 0 0,0-1 0 15,1 1 1-15,0 0-1 16,-2-2 0-16,2 3 0 16,-2-2 0-16,2 0 0 15,-1 1 0-15,0 0 0 16,0 1 0-16,1-1 0 0,-1 0 0 15,2 1 0-15,-3 1 0 16,2-1 0-16,-2-1 0 16,3 0 0-16,-2 1 0 15,-1-2 0-15,2 1-1 16,-1-1 1-16,0 1 0 0,-1-1 0 16,1-1 1-16,0 1-1 15,1 1 0-15,-2-2 0 16,0 0 0-16,0 0-1 15,2 0 0-15,0 0 2 16,0 0-1-16,3 0 0 0,3 0 1 16,2-6-1-16,3-2-1 15,3-1 2-15,2-2-2 16,4-3 1-16,3-2 0 16,0-1 0-16,3-2 1 15,6-6-5-15,0-2 7 16,4-3-1-16,6-5 0 0,5-1 8 15,-1-2-2-15,2 1 0 16,2 0-4-16,0 4-2 16,-3 2 0-16,4 0-1 15,-3 2 0-15,-1 2-1 0,2 0 1 16,-6 2-1-16,2-1 1 16,-8 2-1-16,-1 1 0 15,-2 3 0-15,-5 1 0 16,-1 3 0-16,-3 2 1 15,-2 2-1-15,-3 1 1 16,-5 5-1-16,-1 1 0 0,-5 2 0 16,1 0-1-16,-5 3 1 15,-1 0-2-15,0 0-8 16,-3 0-16-16,1 4-23 16,-4-2-26-16</inkml:trace>
  <inkml:trace contextRef="#ctx0" brushRef="#br0" timeOffset="88061.18">2711 9230 53 0,'-4'1'6'0,"2"-1"10"0,0 0-3 0,1 0-2 15,1 0-7-15,0 0-3 0,-1 0 1 16,1 0 1-16,0 0 15 15,0 0 4-15,0 0-13 16,0 0-5-16,0 0-3 16,0 0-2-16,0 0-3 15,0 0 3-15,0 0 1 16,0 0-2-16,4 0 2 0,0 0 0 16,1 0-1-16,1 0 1 15,1 0 0-15,0 0 0 16,0 0 1-16,1 0-1 15,2 0 0-15,0 0 0 16,-1 0 0-16,1 0 2 0,-1 0-2 16,1 2 0-16,2 2 0 15,-1-3 0-15,2 1 0 16,-1 2-2-16,3-1 2 16,-1 0-1-16,1-2-1 15,3 3 3-15,-1-2 0 0,2 1-1 16,-3 1 0-16,1-1 0 15,0-2 1-15,0 3-1 16,-1-1-1-16,1 0 1 16,-1-3-1-16,1 1 1 15,4 2 0-15,-1-2 1 0,-2 1-1 16,4 0 1-16,1 0-1 16,-1 1 0-16,2-1 0 15,1 1 2-15,2 1-4 16,0-1 4-16,-2 0-4 15,4-2 2-15,-3 3-1 16,3-2 1-16,0-1 0 0,2-1 0 16,3 0 0-16,-1 0 1 15,4 0 1-15,-1 0-2 16,1 0 1-16,-1 0-2 16,-1 0 1-16,1 0-2 15,-2 0 4-15,0 0 0 0,4-1 1 16,-1-1-2-16,3 2 2 15,1-1 1-15,1-2-3 16,-1 3 0-16,2-1-1 16,-2 0 1-16,1 1 2 15,-3-1-3-15,3 1 2 0,0 0 2 16,0 0-3-16,0 0 1 16,3 0-1-16,-5 1-1 15,4 3 0-15,-3-2 1 16,3 0-1-16,1-2 1 15,2 0-1-15,2 0-1 0,-2 0 2 16,3 0-1-16,1-2 0 16,-4-2 1-16,2 3-1 15,-1-1 1-15,2-1-2 16,-5 2 2-16,2-1-1 16,-3 0 0-16,-1 0 0 0,-1 2 0 15,-4 0 0-15,3 0 1 16,-1 0-2-16,-2 0 2 15,-1 0-1-15,0 4 2 16,-5-1 1-16,-1 1-1 16,-2-2 1-16,-5 4 0 0,2-2-1 15,-3 2 0-15,-2-1-1 16,0 5 0-16,-3 4-1 16,-2 0-5-16,-3-1-49 15,-2-3-52-15</inkml:trace>
  <inkml:trace contextRef="#ctx0" brushRef="#br0" timeOffset="89926.42">8694 8342 51 0,'0'-3'10'0,"-2"2"-2"0,0-2 0 15,-1 3-4-15,2-3-3 16,1 2-1-16,-1 1 0 16,0-2 0-16,1 2 0 15,0-1 0-15,0 1 1 0,0 0 0 16,0 0 3-16,0 0 0 15,0 0 1-15,0 0-3 16,0 0-2-16,0 0 0 16,0 0 1-16,0 1-1 15,1 5 0-15,4-2 1 0,-3 3-1 16,3 0 1-16,2 2-1 16,-1-2 0-16,1 0 0 15,2-1 0-15,2-1-1 16,2-3 1-16,1-2 0 15,1 0 2-15,6-1 4 0,1-11 6 16,5-5 1-16,3-4 1 16,5-6 0-16,3-3-6 15,1-3-2-15,7 2-2 16,-2-3-2-16,4 4-2 16,-4-1-35-16,-2-2-73 15</inkml:trace>
  <inkml:trace contextRef="#ctx0" brushRef="#br0" timeOffset="90979.89">11213 8329 39 0,'0'0'2'0,"0"0"5"0,0 0 4 0,0 0 1 16,0 0-5-16,0 0 4 16,0 0 4-16,0 0 5 15,-13-39-3-15,11 37-1 16,0-1-7-16,2 2-3 15,0 0-4-15,0 1-1 16,0 0-1-16,0 0-1 0,0 0-1 16,0 0 2-16,0 5 0 15,0 2 1-15,0 0-1 16,0 2 0-16,2-1 0 16,2 1 0-16,-2-2 1 15,1 0-2-15,1-3 1 0,-2-1 0 16,1 0 0-16,0-1 0 15,3-2 0-15,-2 0-1 16,-1 0 1-16,3 0 0 16,1-3 1-16,4-6 3 15,2-5 1-15,0-3 2 0,4-4 4 16,5-2 1-16,1-4-1 16,5-4 0-16,5-2-4 15,8-1 4-15,3-7-7 16,6-6-2-16,12-3-1 15,9-11-1-15,4-10-30 16,1-11-155-16</inkml:trace>
  <inkml:trace contextRef="#ctx0" brushRef="#br0" timeOffset="98719">19069 11614 17 0,'0'0'30'0,"0"0"-5"0,0 0-1 16,0 0-8-16,0 0 7 0,0 0-4 16,0 0 2-16,-2-2-1 15,2 0-2-15,0 2-4 16,0 0-4-16,0-3-3 15,-2 3 0-15,2 0-3 16,-1-1 2-16,0-1-2 0,-1 1-1 16,2 1-1-16,-1-3 2 15,0 3 0-15,-1-2-1 16,1 1 0-16,-1-2-1 16,-3 2 2-16,2-2-1 15,-1 2-1-15,0-2 0 0,0 3 2 16,1-3-2-16,-1 3-1 15,0-1 0-15,0 1-1 16,1 0 0-16,-4 0 0 16,1 0 1-16,1 0 0 15,-1 0 1-15,1 0 1 0,-4 0 0 16,4 0-1-16,-2 0-2 16,-1 1 1-16,-1 3-2 15,-1 1 2-15,2 0-3 16,-5 1 4-16,3-2-2 15,0 3 0-15,0-2 1 0,0-1-1 16,-1 3 0-16,1-1 0 16,1-1 0-16,-2 1 1 15,-2 1-2-15,4-1 2 16,0-2-1-16,-3 3 0 16,0-3-1-16,1 3 2 0,0-1-2 15,1 0 3-15,-1 3-2 16,0-2 1-16,2 0-1 15,0 1 0-15,0-1 0 16,4 2 1-16,-3-2-1 16,3 0 0-16,0 0 0 0,-1 0 0 15,1-1 0-15,0 1 0 16,1 0 0-16,-2 2 0 16,0-2 0-16,0 2 0 15,1-3 0-15,0 3 0 16,2 1-1-16,-2-2 1 0,2-1 0 15,0 3 0-15,1-2-1 16,-3 0 0-16,4 2 1 16,0-3 1-16,-1 3-2 15,1-2 1-15,1 1 0 16,0 1-1-16,0-1 1 16,0 0 0-16,0 1 1 0,0 0-1 15,0 0 0-15,0 2 0 16,1-3 0-16,1 0-2 15,0 0 1-15,3-1 1 16,-2-1-1-16,0 1 0 16,1-1 2-16,1 1-1 15,-1-1-1-15,3 0 2 0,-1 2 1 16,-2-1-3-16,2 0 1 16,-1-1-1-16,3 2-2 15,-1-4 1-15,2 3 2 0,0-2 0 16,-2 1 2-16,4-3-2 15,0 3 3-15,-3-1-4 16,3-2 2-16,1 2 0 16,-1 0-3-16,1-1 0 15,-3-1 1-15,2-1 1 16,2 0-2-16,0 0-1 16,3 0 0-16,-2 0 15 0,2 1-10 15,3-1-2-15,-3 0 1 16,-1-1-1-16,2 0 1 15,3 1-1-15,-3-3-1 16,0 0-1-16,4 0 1 0,-3 0 1 16,2 0 0-16,0 0 2 15,-1 0-1-15,3 0 0 16,-2-4-3-16,3-1 3 16,1 1-1-16,-1-3 0 15,2 1 1-15,1 0 0 16,0-2-1-16,1-1 1 0,-2 1-1 15,-1-2 0-15,-2 3 1 16,1-3-1-16,-4-1 0 16,-1-1 1-16,1 1 0 15,-4-2-1-15,0-1 2 16,-2 0 2-16,1-2 0 0,-2-1-2 16,-1 0 1-16,-3 1-1 15,0-1 2-15,-4 0 1 16,0 2 0-16,-1-2 5 15,-3 1-4-15,0-1 0 16,0 0 0-16,-4 0 1 0,-3-2-2 16,-5 1-1-16,-2-2 2 15,-2 0-3-15,-2-1-1 16,-2-2-1-16,-1 0 0 16,-3 1-1-16,-1 1 0 0,-2 3 0 15,-2 4-1-15,-4 6-10 16,-1 3-24-16,-2 5-18 15,-1 0-44-15</inkml:trace>
  <inkml:trace contextRef="#ctx0" brushRef="#br0" timeOffset="99523.72">19071 12292 92 0,'1'-3'7'0,"0"-1"0"0,-1 1 8 16,0 0 4-16,0 0 6 0,0 2 0 16,0-2-2-16,0 2-4 15,0-1-1-15,0 2-7 16,0 0-4-16,0 0-5 16,0 0-5-16,0 0 0 15,0 2 3-15,0 6 1 16,0 6-2-16,0 3 2 0,0 3 1 15,0 4-2-15,0 4 2 16,0 1-2-16,0 1 1 16,0 4 1-16,0-1-3 15,0-1 2-15,0 1 1 16,-2-2 0-16,0-3-2 0,2-1 1 16,-2-3 0-16,-2-2 0 15,2-2 1-15,0-4 0 16,0-4 1-16,1-3 3 15,1-2-3-15,-2-1-1 16,2-2-1-16,0-1 0 16,0-2-1-16,-2 0-4 0,2-1-16 15,0 0-23-15,0-5-64 16</inkml:trace>
  <inkml:trace contextRef="#ctx0" brushRef="#br0" timeOffset="99936.88">19078 12327 81 0,'0'0'8'0,"0"0"11"0,0 0-1 16,0 0 2-16,0 0-7 16,0 0-2-16,0 0-7 15,0 0 2-15,0 0 4 0,0 0-9 16,-29-8 3-16,22 15-8 15,-3 2 5-15,-1 2 5 16,1 3 5-16,-3 0 1 16,0 1-4-16,1 0 1 15,-1-2-4-15,2 2 0 16,0-6-3-16,4 2-2 0,0-1 1 16,1-3-4-16,3-4-33 15,3-3-50-15</inkml:trace>
  <inkml:trace contextRef="#ctx0" brushRef="#br0" timeOffset="100149.83">19029 12273 204 0,'0'0'45'15,"0"0"-46"-15,0 0 1 16,40 9 2-16,-22-6-1 16,5 3 0-16,-1 1-1 0,2-2-1 15,0-2-55-15,0-3-94 16</inkml:trace>
  <inkml:trace contextRef="#ctx0" brushRef="#br0" timeOffset="101930.02">20836 11560 66 0,'0'0'31'0,"0"0"-1"0,0 0 1 0,0 0-6 15,0 0-4-15,0 0-3 16,0 0-9-16,0 0-2 16,0 0-5-16,0 0 1 0,0 0 3 15,-37-19-3-15,31 17 2 16,1 2-1-16,-1 0-1 15,0 0-1-15,-3 0-1 16,3 0 0-16,-3 0 2 16,1 0 5-16,-2 0 1 0,0 0-3 15,0 0 2-15,-1 0-3 16,-4 0-1-16,-1 0-2 16,2 4 0-16,-3-1 0 15,-1 4-2-15,-3-1 0 16,1 0 1-16,-1 2-1 0,-3 2 0 15,0 0 0-15,0 4 0 16,0-1 1-16,1 1-1 16,-1 1 0-16,1 0 1 15,3 3-1-15,-2-2 0 16,3 0 1-16,0 0-1 0,3 0 0 16,1 0 0-16,-1-2 0 15,4 2 0-15,0-2 1 16,4 2-2-16,-2 1 1 15,3-2 0-15,0 3 0 16,4 1-1-16,-2 0 1 0,4-1-1 16,1 2 2-16,0 0-2 15,0 1 1-15,0-2-1 16,6-1 1-16,-1 0-1 16,6-2 2-16,-4 1-1 15,4-1 2-15,1-2-1 0,1 2 0 16,2-2-2-16,-1-1 1 15,3-2 0-15,1 2-1 16,1-2-1-16,3-2 8 16,0-2-6-16,3 1 2 15,1-3-1-15,2-2 2 16,1-3-3-16,0 0 1 0,0 0 2 16,1 0-2-16,2-5 1 15,-3-2 0-15,0-1 0 16,1-1 2-16,-2-1-1 15,-1-3 0-15,0 1 1 16,0-1 0-16,-2-3-2 0,-1-1 0 16,-4 0 2-16,0-4 12 15,-2 0-8-15,-1-5-3 16,0 2-3-16,-2-3 1 16,-1 0-3-16,-3 0 1 0,-1 1 0 15,-4 0 0 1,-2 0 1-16,-4-1 0 15,0-3 6-15,-4 0 3 0,-6 0-6 16,-3 0-1-16,-4 2 3 16,-1 1-5-16,-1 7-3 15,-5 3 0-15,-1 7-5 0,-4 6-13 16,-1 4-24-16,-3 4-25 16,0 9-24-16,3 3-96 15</inkml:trace>
  <inkml:trace contextRef="#ctx0" brushRef="#br0" timeOffset="102447.38">20598 12303 224 0,'-1'0'12'0,"0"0"13"0,1 0-11 16,0 0-3-16,0 0-3 15,0 0-5-15,0 7-7 16,0 2 4-16,0 5 1 0,0 3 0 16,1 5 1-16,3 3 0 15,2 3 0-15,-2-1-1 16,2 3 0-16,0-1 0 15,-3-2 0-15,0-3-1 16,0-2 0-16,1 0 1 0,-2-5-2 16,0 0 2-16,0-3-1 15,-1-1 0-15,0-2 1 16,0-1-1-16,-1-1 1 16,0-2-1-16,0-2-3 15,0 1-17-15,-4-4-31 16,1-2-74-16</inkml:trace>
  <inkml:trace contextRef="#ctx0" brushRef="#br0" timeOffset="102768.87">20565 12278 216 0,'0'0'-2'0,"0"0"10"0,0 0-13 0,0 0 4 15,0 0 4-15,0 0 10 0,-45 41-7 16,32-24 0-16,0 1-1 15,-3 1-2-15,1-1-3 16,0 1 1-16,1-2-1 16,0-4-9-16,3-2-11 15,4-4-25-15,-2-6-33 0</inkml:trace>
  <inkml:trace contextRef="#ctx0" brushRef="#br0" timeOffset="102953.04">20536 12269 280 0,'0'0'6'16,"0"0"-3"-16,60 13 1 16,-31-6 0-16,2 2-2 15,3 0-2-15,-1 0 2 0,0 0-10 16,0-5-79-16</inkml:trace>
  <inkml:trace contextRef="#ctx0" brushRef="#br0" timeOffset="103986.86">22096 11525 72 0,'0'0'2'0,"0"0"2"0,0 0 10 0,0 0 3 0,0 0 3 16,0 0 5-16,0 0 1 15,0 0-2-15,3-36-2 16,-3 32-5-16,0 0 4 15,-3 1-7-15,-4-1-11 16,1 1-3-16,-3 0 0 0,-1 2 0 16,-5 1 4-16,-2 0-1 15,-2 0 0-15,-4 0-2 16,-4 8 0-16,-1 2 0 16,-2 3 0-16,-1 4 1 15,-2 3-2-15,2 1 0 16,1 3 0-16,2 3 0 0,3 0 0 15,1 3 0-15,5-3 0 16,2 0-2-16,3-1 4 16,3-1-4-16,1 2 1 15,4-4 1-15,0 2 0 16,4 1-2-16,2 1 2 0,0-1-1 16,3 2-1-16,8 0 1 15,2-1-1-15,5 0 1 16,1-3 0-16,4-1 0 15,4-4 1-15,1-2 3 16,1-3 0-16,3-1-2 0,0-3-1 16,0-5 1-16,2 1 1 15,-2-6 2-15,-1 0-3 16,-2 0 3-16,0-7 1 16,-2-3 3-16,-4-3-2 15,1-2-1-15,0-1 0 0,1-4-1 16,-6 1 1-16,4-5 2 15,-4-1-2-15,-2 0-3 16,-1-1-1-16,-3-1 0 16,-3 1 0-16,-2-1 1 15,-4 0-1-15,-2-1 2 0,-2-2 1 16,0-1 12-16,-5-2-8 16,-7-1-1-16,-3 2-3 15,-4 0-2-15,-2 7-2 16,-3 3-1-16,-3 7-1 15,-2 7-3-15,-3 8-24 0,2 0-26 16,-6 8-42-16</inkml:trace>
  <inkml:trace contextRef="#ctx0" brushRef="#br0" timeOffset="104387.02">21947 12215 206 0,'0'0'-4'0,"0"0"16"0,13 37 3 0,-9-17-1 0,0 1-3 15,2 5-3-15,-3 2-3 16,0 2-1-16,1 1-3 16,-1 0 1-16,1-1-2 15,-2-3 0-15,2-4 0 0,-4-1 0 16,2-3 1-16,-1-4-1 15,-1-3 0-15,0-2 1 16,0-1-2-16,0-4-4 16,0-5-9-16,0 0-50 0,-3-1-40 15</inkml:trace>
  <inkml:trace contextRef="#ctx0" brushRef="#br0" timeOffset="104627.86">21919 12285 190 0,'0'0'0'16,"0"0"18"-16,0 0 0 0,0 0-2 16,0 0-4-16,0 0-10 15,-41-2 0-15,24 12-1 16,-1 4 4-16,-1 1-1 15,0-1-5-15,-3 0-12 16,4-2-19-16,-1-2-15 0,5-4-7 16,1-2-40-16</inkml:trace>
  <inkml:trace contextRef="#ctx0" brushRef="#br0" timeOffset="104805.67">21874 12244 235 0,'0'0'46'0,"43"-5"-43"16,-20 5 7-16,1 0 0 15,3 3-1-15,-2 4-6 16,-1 3-2-16,-1 0 0 0,-3 4-2 16,-2-4-15-16,-6 0-77 15</inkml:trace>
  <inkml:trace contextRef="#ctx0" brushRef="#br0" timeOffset="105411.02">18929 13106 261 0,'0'0'27'0,"0"0"-23"0,0 0-3 16,0 0-1-16,39 0 2 15,-27 3-3-15,0 6 0 16,-1 3-1-16,0 1 0 0,-4 2 1 15,-3 2-1-15,-2 0 5 16,-2 0-2-16,0 0-6 16,-6-1 1-16,-4-2-3 15,-3-1-32-15,0-2-25 16,1-4 5-16,1-4 13 16</inkml:trace>
  <inkml:trace contextRef="#ctx0" brushRef="#br0" timeOffset="105682.28">19073 13080 269 0,'0'0'-8'16,"0"0"16"-16,0 0 4 16,0 0-4-16,0 0-13 15,0 0 5-15,0 0 1 16,0 0 6-16,-40 57-8 0,32-34 1 15,1 1 4-15,5-4-2 16,2 0-1-16,0-5-1 16,5-1 0-16,5-2-1 15,5-5-1-15,0-2-2 16,5-4 4-16,0-1-21 16,2 0-39-16,-2-10-58 15</inkml:trace>
  <inkml:trace contextRef="#ctx0" brushRef="#br0" timeOffset="105873">19256 13133 267 0,'0'0'22'16,"0"0"4"-16,0 0-22 16,0 0-6-16,0 0 4 15,-10 37-5-15,6-18 5 0,2 1-2 16,0 0 0-16,0 1 0 15,2-2 0-15,0-5-6 16,0 0-15-16,4-5-36 16,4-6-80-16</inkml:trace>
  <inkml:trace contextRef="#ctx0" brushRef="#br0" timeOffset="106036.09">19351 13161 316 0,'0'0'11'0,"0"0"16"16,0 0-24-16,0 0-7 16,0 0 3-16,10 36 0 15,-2-11 1-15,-2 1 0 16,4-1-39-16,-4-2-94 16</inkml:trace>
  <inkml:trace contextRef="#ctx0" brushRef="#br0" timeOffset="106457.27">20409 13093 264 0,'0'0'14'16,"0"0"15"-16,0 0-12 0,0 0 0 16,0 0-10-1,0 0-6-15,-19-38 11 0,21 36-10 16,8 1 4-16,-1 1-5 15,2 0-2-15,5 0 0 16,-1 7-1-16,-1 4-11 16,-2 3 11-16,-2-1 0 15,-3 4 6-15,-5-2-15 0,-2 1 8 16,0-3-2-16,-10 2-2 16,-2-3-2-16,0 0-4 15,-1-2 1-15,2-5-29 16,2-2-41-16,3-3-48 0</inkml:trace>
  <inkml:trace contextRef="#ctx0" brushRef="#br0" timeOffset="106714.12">20562 13071 229 0,'0'0'23'0,"0"0"3"15,0 0-13-15,0 0 3 16,0 0-3-16,0 0-9 15,0 0 5-15,0 0-9 16,-17-18 1-16,8 30 2 16,0 2-3-16,0 3 3 0,5-1-2 15,3 2-3-15,1-1 2 16,0-3-2-16,2 0 2 16,10-2-2-16,-1-4-1 15,5-2-3-15,-1-3-9 16,3-3-17-16,-2 0-33 0,4-3-36 15</inkml:trace>
  <inkml:trace contextRef="#ctx0" brushRef="#br0" timeOffset="106885.5">20703 13118 147 0,'0'0'44'0,"0"0"15"0,0 0-11 16,0 0-25-16,0 0-11 15,0 0-11-15,0 0 4 16,0 0-3-16,0 26-2 15,0-10 0-15,0 2 0 16,0-1 0-16,2 0-2 0,2-1-18 16,1-5-45-16,0-4-90 15</inkml:trace>
  <inkml:trace contextRef="#ctx0" brushRef="#br0" timeOffset="107196.92">20831 13123 348 0,'0'0'4'0,"0"0"7"15,0 0-4-15,0 0-3 16,36-26-3-16,-24 26-2 0,-2 0-2 16,-1 7-3-16,-4 7-9 15,-2 1-11-15,-3 2 15 16,0 1 8-16,0-2-2 15,-5-2 5-15,-2-1-2 16,-1-5 4-16,0-2-4 0,2-2 16 16,1-4-7-16,3 0 0 15,1 0 0-15,1 0-3 16,3 0-8-16,9-7 13 16,7 0-8-16,8-3 0 0,7 0-18 15,5-2-16-15,6-3-51 16</inkml:trace>
  <inkml:trace contextRef="#ctx0" brushRef="#br0" timeOffset="107795.53">21868 12937 261 0,'0'0'-3'0,"0"0"15"16,0 0 6-16,0 0 0 16,0 0-5-16,0 0-7 0,0 0 3 15,0 0-2-15,0 0 2 16,2-36-5-16,12 36-2 15,0 0-2-15,1 0-1 16,-3 9 0-16,-1 3-2 16,-2 3 1-16,-4-1-2 15,-4 2 1-15,-1-1 2 0,0-2 0 16,-5-3-1-16,-6 0 0 16,1-3 4-16,0-2 1 15,-1-3-2-15,2-1 3 16,2-1-6-16,1 0-1 15,4-1 1-15,2-9-13 0,0 0-4 16,5-3-3-16,7-3 23 16,2 1 0-16,3-2-2 15,-1 1-1-15,-1-1 3 16,1 3-1-16,-4 3 1 16,0 0 0-16,-6 3-1 0,0 4 1 15,-4 1 3-15,-2 3 4 16,0 0 4-16,0 0-9 15,-2 2 1-15,-4 8 2 16,0 1-7-16,-1 3 3 16,4 1-3-16,1 1 1 0,2-2 0 15,0-1-1-15,3 0 0 16,6-1-8-16,3-7-21 16,-1-1-63-16</inkml:trace>
  <inkml:trace contextRef="#ctx0" brushRef="#br0" timeOffset="108002.89">22149 12954 108 0,'0'0'212'0,"0"0"-188"0,0 0-3 0,0 0-23 16,0 0-1-16,0 0 4 15,0 0 1-15,0 38-1 16,0-21-1-16,0 3 0 15,2-2-14-15,-1-3-3 16,1 2-1-16,1-6-15 0,-1-4-28 16,2-1-44-16</inkml:trace>
  <inkml:trace contextRef="#ctx0" brushRef="#br0" timeOffset="108315.59">22241 12955 176 0,'0'0'26'0,"0"0"20"16,0 0-12-16,0 0-18 16,48-33-6-16,-34 33-5 15,0 0-2-15,-3 0-2 16,-4 5-3-16,2 5-1 0,-7 0-2 16,-1 2 4-16,-1 0 3 15,0-1 2-15,0-2-1 16,0 0 0-16,0-3-8 15,0 0 10-15,0 1-6 16,6 0-1-16,2 0 4 0,2 0 1 16,-3 0 3-16,0 3 0 15,-3-1-2-15,-4 4-3 16,-5 2 0-16,-17 1 1 16,-10 3 2-16,-16 0-21 15,-13-2-39-15,-11-4-151 0</inkml:trace>
  <inkml:trace contextRef="#ctx0" brushRef="#br0" timeOffset="108742.8">19141 11072 186 0,'0'0'-25'0,"0"0"27"0,0 0 0 0,0 0 3 15,0 0-4-15,0 0-1 16,-39-3 0-16,37 7 0 15,1-1-1-15,0-1-4 0,1-1-32 16,-1-1 11-16,0 1-39 16</inkml:trace>
  <inkml:trace contextRef="#ctx0" brushRef="#br0" timeOffset="109319.83">19016 10941 116 0,'0'0'22'0,"0"0"5"0,0 0-10 0,0 0-1 0,0 0-14 16,0 0-2-16,0 0 10 15,0 0-4-15,-5 37 2 16,5-13-4-16,0 9-3 16,0 7 1-16,3 5-1 15,0 8-1-15,1 2 2 16,0 2-2-16,1 0 1 0,-1-2-2 16,2-3-8-16,1-4-18 15,0-6-29-15,-2-6-46 16</inkml:trace>
  <inkml:trace contextRef="#ctx0" brushRef="#br0" timeOffset="109867.55">19644 11923 66 0,'0'0'133'0,"0"0"-127"0,0 0 6 0,0 0-2 0,0 0 4 16,0 0 0-16,0 0-14 15,0 0-6-15,0 0 8 16,0 0 2-16,56-9-2 16,-25 6 3-16,2 3-3 0,6 0-2 15,0-1 0-15,5-1-2 16,0-2 4-16,3 1 1 16,0-1 0-16,0 0-1 15,-3 1 1-15,-3-1-3 16,-6 1 0-16,-1 0 1 0,-7 1-1 15,-4 0-1-15,-3 2-12 16,-6-2-50-16,-4 0-44 16</inkml:trace>
  <inkml:trace contextRef="#ctx0" brushRef="#br0" timeOffset="110665.77">20074 11820 61 0,'0'0'8'0,"0"0"1"0,0 0 17 16,0 0-5-16,0 0 3 15,0 0-8-15,0 0-3 0,0 0 5 16,0 0 0-16,0 0-6 16,0 0-9-16,0 0-1 15,22-24-2-15,-13 24 1 16,2 5 2-16,3 0-3 16,0 3 1-16,2 0 0 0,-1 0 0 15,2 1 2-15,0 1 1 16,-3-2 1-16,-1 2 3 15,-2 1-1-15,-5 2-4 16,-4 4 5-16,-2 3 1 16,-8 7-4-16,-10 7-3 15,-7 3 3-15,-5 6-3 0,1 2-20 16,2-5-34-16,9-4-83 16</inkml:trace>
  <inkml:trace contextRef="#ctx0" brushRef="#br0" timeOffset="111157.45">20872 11924 187 0,'0'0'-3'0,"0"0"22"0,0 0 5 0,0 0-8 15,0 0 10-15,0 0-13 16,0 0-12-16,0 0-8 16,0 0 9-16,0 0 3 15,39 1 2-15,-9-1-2 16,6 0-1-16,6 0-1 0,4 0-3 16,1-1 1-16,2-4 0 15,3 0 2-15,-6 1-1 16,4-2 0-16,-4 1-1 15,-2 0 0-15,-2 1 1 16,1-2-1-16,-4 2-1 0,-3 0 1 16,-6 0-1-16,-3 1-6 15,-5-1-10-15,-7 0-31 16,-8 0-56-16</inkml:trace>
  <inkml:trace contextRef="#ctx0" brushRef="#br0" timeOffset="111354.59">21553 11803 292 0,'0'0'-1'16,"0"0"13"-16,0 0-3 16,0 0-2-16,0 0 0 15,0 0-2-15,0 0-4 16,34 40-1-16,-34-11 2 15,0 5-4-15,-19 3-33 16,-13 2-92-16</inkml:trace>
  <inkml:trace contextRef="#ctx0" brushRef="#br0" timeOffset="113163.16">18917 10576 92 0,'-6'0'5'0,"-1"0"11"0,1 0-1 0,-1 0-1 0,-3 0-4 15,1 0-3-15,-1 0-4 16,-1 3 8-16,0 1 8 15,-3-1-5-15,3 3-8 16,-1 1-3-16,1 1-1 0,0 0-2 16,-1 3 7-16,2 2-6 15,-1 4-1-15,2 3 0 16,0 2 0-16,4 2-1 16,-1 3 1-16,4-1 0 15,2 0-1-15,0-4-1 16,6-2-3-16,3-5 0 0,3 0 6 15,4-4 0-15,3-1 0 16,-1-1-1-16,6-2 0 16,1-3-2-16,0 0 2 15,2-3 1-15,1-1 0 16,0 0 1-16,-2-2 0 0,0-4 3 16,-2-2 6-16,-3-2-6 15,-3 0 3-15,-6-3 0 16,-3 1 7-16,-3-3 5 15,-4-2-3-15,-2-1-2 16,0-3-4-16,-2-2-4 0,-8 0-1 16,0-4-1-16,-3 0-6 15,0 1-10-15,-2-2-12 16,0 3-18-16,-2-1-56 16</inkml:trace>
  <inkml:trace contextRef="#ctx0" brushRef="#br0" timeOffset="113482.83">18840 10306 23 0,'0'0'159'0,"0"0"-151"0,0 0-10 16,0 0-10-16,0 0 10 15,0 0 3-15,2 40 1 0,-2-23 1 16,0 3-3-16,0 0 0 15,0 0-17-15,0-3-25 16,0-3-13-16</inkml:trace>
  <inkml:trace contextRef="#ctx0" brushRef="#br0" timeOffset="113711.26">18862 10331 227 0,'0'0'21'16,"0"0"-5"-16,0 0-18 15,0 0-7-15,0 0 8 16,0 0 4-16,0 0 1 16,-29 39-1-16,18-26-9 0,0 0 7 15,-1-2-4-15,-1-1-9 16,0-1-40-16,0-7-47 15</inkml:trace>
  <inkml:trace contextRef="#ctx0" brushRef="#br0" timeOffset="113902.86">18737 10294 202 0,'0'0'1'0,"0"0"-2"0,42-8 3 15,-24 8 0-15,6 0 1 16,-1 0-3-16,0 0 0 16,1 1 1-16,-3 2-1 15,1 1-14-15,-5-1-55 16,-2-1-19-16</inkml:trace>
  <inkml:trace contextRef="#ctx0" brushRef="#br0" timeOffset="114715.02">18967 10005 82 0,'0'0'14'0,"0"0"10"0,0 0-2 0,0 0-3 15,0 0-9-15,0 0-3 0,0 0-3 16,0 0 2-16,0 0 7 16,0 0-11-16,-36-10 0 15,29 13-3-15,0 6 1 16,-1-1-1-16,1 5 1 15,0 1 1-15,0 2-1 0,0 5 1 16,1-2 2-16,2 1-2 16,4 1 0-16,0-3 1 15,0-1-2-15,4-4 1 16,4-3 1-16,4-1-2 16,0-5 8-16,3-3-4 15,1-1 0-15,2 0 0 0,-1-3-2 16,-1-5 1-16,0-2-1 15,-1-2-1-15,-2-3 0 16,-1 1 4-16,-3-2-2 16,-3 0 0-16,-2-1-1 0,-1 0 2 15,-3-1-1-15,0 2 0 16,-5 3-3-16,-1 5-1 16,-7-2-1-16,0 7-4 15,-1 3-8-15,-2 0-12 16,-2 2-15-16,3 6-11 15,-1-1-20-15</inkml:trace>
  <inkml:trace contextRef="#ctx0" brushRef="#br0" timeOffset="115027.73">19182 10047 238 0,'0'0'14'0,"0"0"23"0,0 0-10 0,0 0-19 16,0 0-12-16,0 47 1 16,-1-15 1-16,1 9 8 15,0 5-4-15,0 2-43 16,0-6-121-16</inkml:trace>
  <inkml:trace contextRef="#ctx0" brushRef="#br0" timeOffset="115910.78">20460 10964 78 0,'0'0'35'0,"0"0"-9"0,0 0 5 0,0 0-10 0,-8-43 2 16,5 36-12-16,0 0-5 15,-1 3 1-15,0 1-1 16,1 0 1-16,1 3-4 16,0 0 4-16,-1 0-3 0,3 0-1 15,-2 7-3-15,1 3 2 16,1 6-1-16,0 3 2 16,0 4-2-16,3 4 0 15,4 5-2-15,0 3 1 16,-1 3 0-16,0 5 1 15,0 1-1-15,1 2 0 0,-1-1 0 16,-1 1 0-16,1-5 0 16,-3-3-4-16,1-4-3 15,-1-3-10-15,1-9-22 16,-4-1-21-16,2-8 7 16</inkml:trace>
  <inkml:trace contextRef="#ctx0" brushRef="#br0" timeOffset="116723.54">20346 10515 127 0,'0'0'22'0,"0"0"-11"0,-38-2 1 0,22 2-10 15,1 9-2-15,1 3 2 16,-2 5-1-16,3 1 0 0,5 5 3 16,1 1 0-16,5 1 1 15,2-2-4-15,0 0-2 16,8-2 2-16,5-3-1 16,2-2-1-16,2-4 0 15,5-4 3-15,1-2 2 0,2-3-1 16,1-3 0-16,0 0 3 15,0-4-2-15,-2-8-1 16,-3-1-3-16,-3-3-2 16,-1-2 12-16,-8-3 1 15,-2-2 3-15,-5-2-3 0,-2-2-1 16,0-2-3-16,-3 2-5 16,-10 1-1-16,-3 3-4 15,-3 4 2-15,-2 7-10 16,-5 4-14-16,1 7-5 15,-2 1-18-15,1 0-36 16</inkml:trace>
  <inkml:trace contextRef="#ctx0" brushRef="#br0" timeOffset="118453.06">20201 10110 82 0,'0'13'79'0,"0"-3"-63"0,0 3 18 0,0 1-16 0,0 4 1 16,0 1-12-16,1 4-4 15,0-1 0-15,1-1-3 16,2 0 1-16,-2-2-1 16,-2-1-5-16,2-3-3 0,-1-1-6 15,-1-1-12-15,0-2-18 16,0-5-22-16</inkml:trace>
  <inkml:trace contextRef="#ctx0" brushRef="#br0" timeOffset="118715.72">20146 10100 176 0,'0'0'-9'15,"0"0"14"-15,0 0-4 16,0 0 0-16,-37 32-3 0,28-24 4 16,1 1-2-16,0-2-1 15,1 0 0-15,3-1-10 16,0-2-10-16,0-4-13 15,3 0-72-15</inkml:trace>
  <inkml:trace contextRef="#ctx0" brushRef="#br0" timeOffset="118865.84">20078 10018 129 0,'0'0'0'0,"0"0"-2"16,0 0-5-16,0 0-31 16</inkml:trace>
  <inkml:trace contextRef="#ctx0" brushRef="#br0" timeOffset="119207.9">20206 9851 166 0,'0'0'34'16,"0"0"9"-16,0 0-29 15,0 0-19-15,0 0 14 16,0 0-12-16,0 0 3 16,-28 39 1-16,28-25-4 15,0-2 1-15,2-2 0 0,5-2 0 16,4-2 1-16,-2-2-3 15,2-4 7-15,0 0 5 16,1 0-5-16,0-4 2 16,-2-3 3-16,-3-5 5 0,0-2 0 15,-2 0-2-15,-5-3-3 16,0 1-5-16,0 1-3 16,-1 2 0-16,-9 4-1 15,4 4-9-15,-4 5-15 16,5 0-47-16,-4 1-63 15</inkml:trace>
  <inkml:trace contextRef="#ctx0" brushRef="#br0" timeOffset="119492.81">20382 9886 235 0,'0'0'5'15,"0"0"4"-15,0 0-7 16,0 0-1-16,0 0-2 16,0 0-11-16,0 0 2 0,0 0 7 15,27 38 4-15,-34-22 3 16,-4-2-6-16,2-4 4 16,2-3 14-16,4 2 1 15,2-5-6-15,1-3-6 16,4-1-5-16,12 0 0 0,11 0 12 15,10-9-6-15,10-4-3 16,9-6-40-16,5-1-155 16</inkml:trace>
  <inkml:trace contextRef="#ctx0" brushRef="#br0" timeOffset="120240.89">21767 10698 74 0,'0'0'14'0,"0"0"12"0,0 0 9 16,0 0-8-16,0 0 1 0,0 0-3 15,-5-38-5-15,2 34-4 16,1 1-7-16,0-1-1 16,-1 2-2-16,2 1-3 15,1 1-3-15,0 0-6 0,0 8 9 16,0 6-5-16,0 5 1 16,0 8 1-16,4 5 0 15,2 2-1-15,1 8 1 16,-1 3 0-16,0 4 0 15,1-1 0-15,0 0 0 16,-3-2-1-16,3-5 2 0,-3-1-2 16,-1-6 1-16,2-4 0 15,-1-3 0-15,-1-2 0 16,-1-2 0-16,-1-5 0 16,0 2 0-16,0-3 0 0,-1 0 0 15,0-1 0-15,0-2 0 16,0 0-1-16,0-1-7 15,0-2-38-15,0-1-10 16,0-3-2-16,0-2 4 16</inkml:trace>
  <inkml:trace contextRef="#ctx0" brushRef="#br0" timeOffset="120711.1">21682 10678 145 0,'0'0'30'0,"0"0"-1"0,0 0-19 0,0 0-9 16,0 0-2-16,-40 35-1 15,38-24-17-15,-2-1-20 16,2-2-1-16,2-2 2 15</inkml:trace>
  <inkml:trace contextRef="#ctx0" brushRef="#br0" timeOffset="121150.95">21729 10353 125 0,'0'0'32'0,"0"0"-29"0,-49-3 3 16,30 8-5-16,1 9-2 16,-3 4 1-16,3 6 1 15,1 1 3-15,4 3 3 16,3 2 0-16,6 0 0 15,4-1 2-15,0-3-4 16,11-2-1-16,4-4-3 0,3-4-3 16,4-5 1-16,3-4-1 15,1-4 6-15,2-3 0 16,1-2 6-16,-2-9-9 16,-2-3 3-16,-3-4-2 15,-1-4 9-15,-5-2 2 16,-4-4-2-16,-5-1 0 0,-5-2-6 15,-2 1-2-15,-2 3-3 16,-12 3 0-16,-4 3-5 16,-5 5-8-16,-3 4-5 15,0 7-10-15,-3 2-3 0,0 3-39 16</inkml:trace>
  <inkml:trace contextRef="#ctx0" brushRef="#br0" timeOffset="121648.78">21524 9785 152 0,'0'0'1'0,"0"0"16"0,0 0-3 15,0 0-12-15,0 0-1 16,-36 27 1-16,36-11 4 0,0 1 1 15,0 0-3-15,3-1-2 16,7-1 0-16,2-2-3 16,3-6 2-16,3 1 1 15,-2-5 0-15,4-3 0 16,-3 0 3-16,0 0 1 0,1-7 1 16,-5-2 1-16,-2-2 0 15,-2 0-2-15,-4-6 2 16,-3 1 0-16,-2 2 2 15,0-3-2-15,-2 1-4 16,-7 2-3-16,1 4-2 16,-5 3-10-16,-1 6-8 0,2 1-14 15,-1 0-39-15,2 5-23 16</inkml:trace>
  <inkml:trace contextRef="#ctx0" brushRef="#br0" timeOffset="122191">21749 9831 141 0,'0'0'17'0,"0"0"18"0,0 0-14 0,0 0 0 0,0 0-3 16,0 0-5-16,0 0-8 15,0 0-2-15,0 0-2 16,24-3 0-16,-16 3 0 16,0 1 0-16,-2 5-1 15,-2 1 0-15,-1 0-4 0,0 0 2 16,-3 0-2-16,0 3-2 15,-3-3 2-15,-4 3 3 16,-1-1 6-16,-1-1-3 16,1-2-2-16,3 0 1 15,-1-1 0-15,4-3-1 16,0 0-1-16,2-2-8 0,0 1-7 16,0-1 7-16,4 2 5 15,3-2 8-15,2 1-4 16,3 1 1-16,-2 1 2 15,2 0-2-15,0 3 0 16,-5 1 0-16,0 0-1 0,-3 1-2 16,-3-1 4-16,-1 2 3 15,0-3 3-15,-6 2 2 16,-7-1 1-16,-8-1-5 16,-1 1-1-16,-5-1-4 15,-2-2-11-15,-4-4-112 0</inkml:trace>
  <inkml:trace contextRef="#ctx0" brushRef="#br0" timeOffset="124724.17">17460 10005 66 0,'-2'0'29'0,"0"0"-24"0,-1 0 9 0,2-3-5 15,-1 2 0-15,0-2-1 0,1 2 1 16,-1-1-1-16,-1 1-2 16,-1 1-3-16,3 0-2 15,0-1 0-15,0 1-2 16,0 0 1-16,1 0 0 15,0 0 0-15,0 0-2 0,0 0 0 16,0 0-2-16,0 0 3 16,5 0 2-16,3 0 0 15,1 0 1-15,4 0-2 16,1 0 3-16,3 0-2 16,4 0 1-16,1 0 1 0,5-1 0 15,2-3-2-15,1 1 2 16,7-2 2-16,1-2-1 15,2 1-1-15,5 0 0 16,-2 0 0-16,2-1-1 16,-1 2-2-16,3-1 1 15,-2 2 0-15,2-3-1 0,3 2 1 16,3-1-1-16,2-1 0 16,-1 2 0-16,5-3 0 15,2 0 0-15,-1 0 0 16,3-1 0-16,-2 1 0 15,3-1 1-15,2-1-1 0,-1-1 0 16,2 1 0-16,0-1 0 16,3 1 1-16,2-1-2 15,2-1 1-15,-1 2 1 16,1 0-1-16,2 0 1 16,1-1-2-16,4 0 2 0,1-1-1 15,1 3 0-15,0-2 0 16,5 1 0-16,-1 0 0 15,1-1 0-15,3 1 1 16,5 0 2-16,5 0-1 16,3-1-1-16,4 1 0 0,4 0 0 15,-1-2-1-15,2 1 1 16,5 1-1-16,-1 1 1 16,5-4-1-16,3 1 1 15,1 1 0-15,6-2 0 16,4 2 0-16,-4-2-1 0,2 1 0 15,0 0 0-15,2 0 0 16,-3 1 5-16,1 0 8 16,-1-1-2-16,-3-1-1 15,-1 2-3-15,-6-2-2 16,-4 2 0-16,-3 0-2 0,-6-1-2 16,-7 4 1-16,-1 1 0 15,-9 2-2-15,-7 3 1 16,-7 2-1-16,-6 0-13 15,-14 0-56-15,-6 2-97 16</inkml:trace>
  <inkml:trace contextRef="#ctx0" brushRef="#br0" timeOffset="125328.85">22992 11289 111 0,'-4'0'22'0,"0"0"6"0,2 0 13 0,2 0-17 15,0 0-16-15,0 0-11 16,9-1 3-16,1 1-4 16,8-1 3-16,0 0 0 0,9 0 2 15,4-2-4-15,5 0-55 16,2-5-37-16</inkml:trace>
  <inkml:trace contextRef="#ctx0" brushRef="#br0" timeOffset="125463.52">23971 11160 262 0,'0'0'-19'16,"51"-3"20"-16,-32 3-1 15,-8-3-43-15</inkml:trace>
  <inkml:trace contextRef="#ctx0" brushRef="#br0" timeOffset="126174.75">16323 12262 117 0,'0'0'-1'0,"0"0"4"0,0 0-1 0,0 41 1 16,0-24 1-16,0-1 1 15,0 0-1-15,0-1 0 16,0 1 0-16,0-2-2 15,0 1 0-15,0 0-2 0,2-4 0 16,2 1 1-16,-1-3-1 16,2-3 0-16,1-2 1 15,-2-2-6-15,-1-2-14 16,3 0 2-16,-4-2-5 16,-2-7-13-16,0-3-18 15</inkml:trace>
  <inkml:trace contextRef="#ctx0" brushRef="#br0" timeOffset="126502.8">16341 12378 25 0,'0'0'37'15,"-10"-43"-9"-15,8 20-12 16,2 2 6-16,0 2-14 16,3 2-6-16,8 3-1 15,-2 1 0-15,5 2-1 0,-2 1 0 16,2 1 0-16,0 4 1 16,-3 0 2-16,1 4 0 15,0 1-1-15,-5 0 0 16,1 4 0-16,-2 5-2 0,-2 3 2 15,-4 1-3 1,0-1 2-16,0 2-1 0,-8 0 2 16,-4-1-2-16,-2-1 0 15,-1-2 1-15,0 0-1 16,1-4 1-16,3 0-1 16,4-2 2-16,3-1 0 0,4 1 0 15,0 2-5-15,4-1 1 16,5 1 2-16,5 1 1 15,3 0 1-15,-2-1-3 16,3-2 0-16,1 0 1 16,0-4-40-16,-2 0-44 0</inkml:trace>
  <inkml:trace contextRef="#ctx0" brushRef="#br0" timeOffset="126959.8">16656 12215 152 0,'0'0'-16'0,"0"0"14"0,0 0-2 15,0 0 6-15,0 0-2 16,0 46 1-16,0-32 0 0,2-1-2 16,2-3 2-16,-3-1-1 15,0-4 0-15,0 1 0 16,-1-4 1-16,0-2-1 15,0 0 3-15,0 0 0 16,-2-4-2-16,-1-5-9 0,-3-2-1 16,1 0 8-16,1-2 2 15,0 2-1-15,3 1 0 16,1 3 0-16,0 2 3 16,0 2-4-16,9 2 1 15,0 1 0-15,2 0 0 0,2 0 1 16,2 1 1-16,2 4 1 15,-2-2-2-15,1 0 0 16,-3-2 2-16,-1 0 0 16,-5-1 2-16,-1 0 3 15,-3 0 5-15,-1-1 11 16,-2-5 13-16,0 0-14 0,0-2-13 16,-1-2-5-16,-3 1-3 15,-1-2-1-15,2 1-13 16,0 0-35-16,-1 0-31 15</inkml:trace>
  <inkml:trace contextRef="#ctx0" brushRef="#br0" timeOffset="127414.18">16855 12128 174 0,'0'0'2'0,"0"0"-7"0,0 0 7 0,0 0-1 15,0 0 0-15,40 47 0 16,-35-35-1-16,3-1 1 16,-6 1-2-16,1-4 2 15,-1-1 0-15,-1 0-1 0,-1-4 1 16,0-2-2-16,0 0 2 16,0-1 2-16,-1 0 0 15,-4-5-1-15,1-5-1 16,-2-2-2-16,1-4 1 15,-3 2-1-15,5-2 2 0,2 2-2 16,1 1 3-16,0 3 3 16,0 0 0-16,3 3-5 15,8 3 1-15,0 2-1 16,1 2 1-16,1 0-2 16,-1 0 1-16,5 6 1 0,-4-2-1 15,1 1 0-15,-5-1 0 16,0-4 2-16,-2 0 5 15,-3 0 13-15,-2-4 9 16,-2-6-5-16,0-3-8 16,0-4-5-16,-6-3-3 0,-1-3-6 15,4-1-1-15,-1-3-12 16,2-3-41-16,-1-6-113 16</inkml:trace>
  <inkml:trace contextRef="#ctx0" brushRef="#br0" timeOffset="131044.67">17237 7802 63 0,'-8'0'3'0,"2"0"2"0,-1 0-2 0,3 0 2 15,-2 0 2-15,0 0 4 0,3 0 0 16,-5 0 2-16,4 0-1 16,0 0-4-16,0 0-4 15,0 0-4-15,1 0 0 16,-3 0 0-16,2 2 0 15,0 1 0-15,2-2 0 0,-2 1 0 16,2-1 1-16,1 2-1 16,1-2-1-16,0 1-3 15,0 0 2-15,5 0 1 16,2-1 1-16,2-1 1 16,0 0 0-16,2 0 3 0,3 0-1 15,1 0 1-15,5 0 0 16,2-2 1-16,3-1-2 15,5-2 0-15,7 1-3 16,1-1 1-16,6-1 0 16,0-1-1-16,6-2 2 0,0 2-1 15,2 0-2-15,0-2 2 16,3 2-1-16,0-1 0 16,0-2 1-16,-1 1-1 15,0 1 1-15,2-1 1 16,0 1-1-16,0-2 0 0,2 1-1 15,4 1 1-15,-3-1-1 16,2 2 0-16,1-3 1 16,2 0-1-16,0 0 0 15,1-1 3-15,4-2-1 16,2-3 1-16,5 2 2 0,-2-2-1 16,8-2-2-16,2 1 2 15,6 0-2-15,-4-1 0 16,1 2 0-16,2-1-1 15,0 0-1-15,1-2 0 16,-2 1 1-16,5-2 2 16,3 2-1-16,-2-2 1 0,4 0 2 15,1 0-1-15,4-2 0 16,5 0-3-16,0 1 1 16,8-2-1-16,-2 2 1 15,-2 1-2-15,1 0 0 16,2 1 0-16,-1 0 1 0,-3 2 0 15,4 1-1-15,-2-1 0 16,1 1 2-16,-1 2-1 16,2-3 1-16,2 3 3 15,-2 1-2-15,2-1-1 16,-1 1 1-16,1 0-2 16,-4-1 0-16,1 0-1 0,-2 1 2 15,-2-1 1-15,2-2-3 16,-5 1 1-16,2-1 2 15,-2 0-1-15,1 2 2 16,-6 0-3-16,-2 1 1 16,-6 3-2-16,-13 0 0 0,-4 2 1 15,-12 2-1-15,-7 5 0 16,-10 1-1-16,-9 0-19 16,-12-3-87-16</inkml:trace>
  <inkml:trace contextRef="#ctx0" brushRef="#br0" timeOffset="132959.59">18642 8584 78 0,'-8'1'12'0,"1"-1"4"0,-2 0-8 16,0 3-3-16,2 1-2 15,-3-3 1-15,-1 5-2 16,3-2 2-16,-3 1 0 16,1 2 5-16,-2 0-3 0,0 3 0 15,-1 1-3-15,2 3-2 16,-2-1 0-16,1 3-1 16,2-1 0-16,3 1 1 15,-2 1-1-15,2 0 0 16,0 0 2-16,1-1-2 15,-4 1 1-15,3-1 1 0,1-1 1 16,2 2 0-16,0-3-1 16,3-1-2-16,1 3 1 15,0-4-1-15,0 1 0 16,5-3 0-16,4 2 2 16,-1-2 1-16,4 1-1 0,1-4 0 15,3 0-1-15,-2 2 1 16,4-2 0-16,1-3 0 15,1-1 3-15,0-2-2 16,0-1 4-16,3 0 0 16,-2 0-1-16,0-5-2 0,0-4-1 15,1 1-2-15,-4-2 1 16,1-2-1-16,0 2 2 16,-2-2-1-16,0-1 0 15,-2 0 1-15,0 0 0 16,-3-1 4-16,-2 0-2 0,0-2 2 15,-2 1-2-15,-1-2 1 16,-4-2-3-16,0-2 0 16,1-2-1-16,-4-4 0 15,0 1-1-15,-3-3 2 16,-4 2-2-16,-4 1-1 0,-2 2 0 16,-1 4 1-16,-1 7-2 15,0 8-1-15,-2 4-20 16,-2 1-41-16,1 0-62 15</inkml:trace>
  <inkml:trace contextRef="#ctx0" brushRef="#br0" timeOffset="133685.35">18698 9054 62 0,'0'0'4'0,"0"0"2"0,0 0-1 16,0 0 1-16,0 0-1 16,0 0-2-16,0 0 0 15,0 0 0-15,0 0 0 0,0 0 1 16,0 0 0-16,0 0-1 16,0 0 0-16,27 51-2 15,-26-37-1-15,0 4 1 16,1 1 0-16,-1 1-1 15,1 4 2-15,3 0 0 0,-3 3 0 16,-2 3 0-16,1-1-1 16,1 3 1-16,-1-2 2 15,1 1-2-15,0 0 1 16,3-2 0-16,-2-2-2 16,1-2 2-16,0-1-2 0,1-1 0 15,-2-2-1-15,-1 2 0 16,0-3 1-16,0 0-1 15,-2-1 0-15,0-2 0 16,0-2 1-16,0-1 0 16,0-4-1-16,0-3 1 15,0 0 0-15,0-2 1 0,0-3-2 16,0-1 1-16,0 0-2 16,0-1 1-16,-6 0-1 15,0-6-73-15</inkml:trace>
  <inkml:trace contextRef="#ctx0" brushRef="#br0" timeOffset="134333.63">18672 9003 29 0,'0'0'13'0,"0"0"11"0,0 0-7 0,0 0-10 0,0 0-2 16,0 0-1-16,0 0-1 15,0 0 1-15,0 0 3 16,-37 18 0-16,34-7-1 16,-2-1 0-16,1 2-1 15,-2 1-2-15,0 1-1 0,0-1 1 16,-1-1-1-16,-1-2 1 15,-1 0 1-15,3 0 4 16,-3-1 1-16,3-1-4 16,-5 2-3-16,4-1-1 15,-1 1 0-15,1-2-1 0,0-1 0 16,4 1 0-16,-1-3 0 16,2-1 2-16,1-1-4 15,1-2 1-15,0 0-8 16,0-1-32-16,0 0-15 15</inkml:trace>
  <inkml:trace contextRef="#ctx0" brushRef="#br0" timeOffset="134641.03">18600 9049 59 0,'0'0'13'16,"0"0"-10"-16,0 0 3 0,0 0-2 15,0 0 5-15,0 0 3 16,0 0 2-16,0 0-2 16,0 0-2-16,34-14 1 15,-25 14 1-15,2 0-6 16,-1 3-1-16,4 3 1 15,0-1-3-15,1 0-1 0,1-1 0 16,2 3-1-16,0 0-1 16,4 0 1-16,-4-5-5 15,0-2-58-15</inkml:trace>
  <inkml:trace contextRef="#ctx0" brushRef="#br0" timeOffset="135820.85">20140 8439 76 0,'0'0'6'0,"0"0"3"0,0 0-1 0,0 0-4 16,0 0 1-16,0 0 3 16,0 0 1-16,0 0-2 15,0 0-3-15,0 0 0 0,0 0 1 16,0 0-2-16,-45-2 0 15,34 2 1-15,-2 2 2 16,-1 2 1-16,-1 2 0 16,-1 1-4-16,1 0-1 15,1 1 0-15,1 2-2 0,1 1 0 16,1 1 0-16,1 2 0 16,1 0 0-16,1 2 1 15,0 1-1-15,1 0 0 16,0 4 0-16,3-2 1 15,-2 1-1-15,3-2 0 0,1 1 0 16,2-1 0-16,0-2 0 16,0-3 1-16,5 1-1 15,4-3 0-15,1-1 0 16,-1 0 1-16,4-1 0 16,0-1 2-16,2-2 0 0,2-1 2 15,1-2-1-15,-2-1 3 16,2 2 0-16,1-4 0 15,-2 0-3-15,1 0 0 16,-1 0 1-16,1 0-2 16,-4 0 2-16,0-6-1 15,0 1-2-15,0-4 2 0,-1-1 0 16,-2-1 3-16,3-3-2 16,-5-2 0-16,2-1-3 15,-1 0-1-15,-3-2 0 16,-2 2 0-16,-2-1 0 15,-2-1 1-15,-1 1-1 0,0-2 1 16,0 0 1-16,-2 2-1 16,-4-2 0-16,-2 0 2 15,-1 3-3-15,1 1 0 16,-2 2-1-16,0 3 2 16,-1 2-4-16,4 5 1 0,-5 4-8 15,2 0-24-15,-1 3-64 16</inkml:trace>
  <inkml:trace contextRef="#ctx0" brushRef="#br0" timeOffset="136304.79">20127 8861 134 0,'0'0'7'0,"0"0"1"0,0 0-8 0,0 0 1 16,0 0 0-16,0 0 0 15,13 41 1-15,-11-19-1 16,-1 4 3-16,-1 3-2 0,2 0 0 16,1 5 0-16,0 0 0 15,2 2 2-15,-2-1-2 16,1 2 0-16,2 1 1 16,-1 1-1-16,1 0 1 15,1 1 0-15,0 2 0 16,-1-3 3-16,-1 0 0 0,1-5-2 15,-3 0 0-15,1-4-1 16,-2-5 0-16,-1-2-1 16,1-4 0-16,-2-5 0 15,0-3-1-15,0-1-1 0,0-7 0 16,0 0 0-16,0-2-1 16,0-1-17-16,0-4-66 15</inkml:trace>
  <inkml:trace contextRef="#ctx0" brushRef="#br0" timeOffset="136718.71">20109 8961 89 0,'0'0'3'0,"0"0"12"0,0 0 12 15,0 0-6-15,9-41-10 16,-8 37 1-16,-1 1 9 15,0 2-10-15,0 1-5 0,0 0 2 16,0 0-1-16,-1 1-6 16,-7 8 1-16,-2 6-1 15,-2 2-1-15,-3 3 1 16,-1 2 0-16,1 0-1 16,-1-1 0-16,3-2 0 0,4-1 0 15,-1-2-1-15,4-5 0 16,2-4-17-16,3-4-31 15,1-3-24-15</inkml:trace>
  <inkml:trace contextRef="#ctx0" brushRef="#br0" timeOffset="136931.53">20129 8882 102 0,'0'0'4'0,"0"0"0"15,0 0 2-15,34-20 10 16,-25 18 0-16,1 2 1 16,2 0-2-16,0 1 3 15,5 7-7-15,-1 1-6 16,4 5-3-16,4-2-1 16,1 1-3-16,-1-6-41 0,1-5-65 15</inkml:trace>
  <inkml:trace contextRef="#ctx0" brushRef="#br0" timeOffset="137742.88">21597 8153 92 0,'0'0'16'0,"0"0"3"0,0 0-10 0,0 0-6 16,0 0 0-16,-36-11 3 15,26 8 4-15,-1 2 2 0,-3-1 1 16,2 2-6-16,-3 0-4 15,0 0-1-15,-4 9-1 16,-1-1-2-16,0 4 2 16,0 2-1-16,-2 0 2 15,4 2-2-15,0 2 2 0,1 0 2 16,3 2 0-16,1 2-2 16,1-1 0-16,5 2-1 15,0-3-1-15,5 1 1 16,2-4-1-16,0 2 0 15,1-5 1-15,8 3-1 0,4-2 1 16,0-2 0-16,3 1 1 16,1-2 1-16,4-1-2 15,1-1 1-15,1-3 0 16,1-1-1-16,-1-2 6 16,2-2-2-16,-2-2 2 15,-2 0-1-15,1 0 2 0,-4-3-1 16,0-5 1-16,-3 0-4 15,-1-2 1-15,-4-1 2 16,1-3-2-16,-3-1-1 16,-5-2-3-16,0 0 1 0,-2-4-1 15,-1 0 1-15,0-2-1 16,0-3 0-16,-1 4-1 16,-5 0 1-16,-1 1 0 15,-2 3-1-15,-2 5 0 16,1 1 0-16,-2 7-2 15,0 5-1-15,-2 0-8 0,2 1-29 16,-1 10-45-16,-1-2-60 16</inkml:trace>
  <inkml:trace contextRef="#ctx0" brushRef="#br0" timeOffset="138191.73">21463 8693 102 0,'0'0'20'0,"0"0"-15"0,0 0-4 0,0 0 1 15,0 0 3-15,6 47 0 16,-6-26 0-16,0 3 1 16,0 3 1-16,0 3 0 15,2 0 0-15,3 5 1 16,-1 2-2-16,4 0-2 0,-1 3 1 16,1 0 1-16,-1 0-1 15,0 1 0-15,-2-1-2 16,-1-1 0-16,0 1 1 15,-1 0 0-15,1-2 0 16,3-1-1-16,-3-1 0 0,1-8-1 16,1-1-2-16,-3-6 0 15,-1-6 1-15,1-6-1 16,1-3 0-16,-4-6 0 16,0 0-1-16,0-10 4 15,0-10-39-15,0-7-94 0</inkml:trace>
  <inkml:trace contextRef="#ctx0" brushRef="#br0" timeOffset="138603.54">21480 8706 104 0,'0'0'13'0,"0"0"5"0,0 0-2 0,0 0-1 0,0 0-1 0,0 0 2 16,0 0-6-16,0 0-2 15,0 0-6-15,0 0-3 16,-28-12 1-16,17 25 0 16,-2 4 0-16,-3 2 1 15,-1 2-1-15,-4 0 1 0,2 1-1 16,-3-2 1-16,2-1 0 16,0 0-1-16,2-4 0 15,3 0 0-15,3-4-1 16,6-4-1-16,-1-1-5 15,6-5-24-15,1-1-24 0,0-1 1 16</inkml:trace>
  <inkml:trace contextRef="#ctx0" brushRef="#br0" timeOffset="138890.85">21396 8662 102 0,'0'0'11'0,"0"0"9"0,0 0-14 16,0 0-4-16,0 0 6 16,0 0 1-16,46 0 1 15,-31 5 6-15,2 2 2 16,2 1-3-16,5 0-5 0,-1 2-3 15,1 1-3-15,1 0-3 16,1-2 0-16,-3 4 1 16,-3-3-4-16,-2-3-21 15,-5-4-66-15</inkml:trace>
  <inkml:trace contextRef="#ctx0" brushRef="#br0" timeOffset="139707.16">18837 8774 33 0,'0'0'1'0,"0"0"0"0,0 0 0 0,0 0 0 0,0 0 0 16,0 0 2-16,0 0 9 16,0 0 8-16,0 0-2 15,0 0 3-15,0 0-5 16,-23 10-9-16,23-9-7 15,0 2-5-15,5-2 5 16,7 2 2-16,5-3-2 0,3 2 1 16,4-1 2-16,2 1 0 15,5-2 2-15,1 0 0 16,6 0 6-16,0 0 2 16,3-7 3-16,4-2-1 15,2-1-6-15,1 0 1 0,0-1-2 16,-3-1 1-16,-3 1-1 15,-7 2-2-15,-1 2-2 16,-5 0-1-16,-4 0-2 16,-2 3 1-16,-2-2-1 15,-2 2 0-15,1 0-1 0,-4 1 1 16,2-1-1-16,0 2 0 16,-3 1 0-16,-2-1 0 15,-3 2-2-15,-1 0-18 16,-1 0-27-16,-6 0-27 15</inkml:trace>
  <inkml:trace contextRef="#ctx0" brushRef="#br0" timeOffset="139934.91">19663 8588 128 0,'0'0'12'0,"0"0"3"0,0 0-4 0,39-17 1 16,-30 17-1-16,0 0-5 15,0 6 0-15,-4 6-3 0,-3 9 1 16,-2 2-2-16,0 7-1 16,-1 4-4-16,-7-2-22 15,-3-3-44-15</inkml:trace>
  <inkml:trace contextRef="#ctx0" brushRef="#br0" timeOffset="140497.82">20332 8584 74 0,'0'0'3'0,"0"0"1"16,0 0-1-16,0 0 4 0,0 0 4 15,0 0 8-15,0 0-5 16,0 0-10-16,0 0 1 16,-16-12 2-16,21 12 3 15,2-3-5-15,2 2-3 16,4-2 1-16,2 0-2 0,3-1-1 16,3 0 0-16,1-1 2 15,5-1 3-15,1 0 5 16,2-3 3-16,2 2 1 15,1 0-6-15,1 0-3 16,1-3-3-16,4 3-1 16,0-2 1-16,2 0-2 0,2 1 1 15,-3 0 0-15,2-2 0 16,-3 1 1-16,0 2 0 16,-7-1 0-16,-2 3 2 15,-2-2-2-15,-4 3 0 0,-2-2-1 16,-6 4 0-16,-3-1-1 15,-1 1 1-15,-5 1-2 16,-3 1-5-16,-4 0-36 16,0 0-48-16</inkml:trace>
  <inkml:trace contextRef="#ctx0" brushRef="#br0" timeOffset="140725.9">21085 8315 115 0,'0'0'-2'0,"0"0"26"0,0 0 12 0,38-27-10 16,-28 24-4-16,1 3-4 16,-2 0-10-16,-1 3-4 15,-3 10-1-15,-5 7-1 0,0 4-2 16,-7 7-2-16,-15 5-17 15,-9 1-20-15,-7 1-44 16</inkml:trace>
  <inkml:trace contextRef="#ctx0" brushRef="#br0" timeOffset="141757.79">18477 7951 100 0,'0'0'4'0,"0"0"21"0,0 0-1 15,0 0-9-15,0 0 1 16,0 0-5-16,0 0-7 16,0 0-5-16,0 0 1 15,0 0 0-15,-15 45 0 0,17-23 0 16,5 4 0-16,2 1 1 15,4 1-1-15,0 2 0 16,0 0 1-16,1 1 0 16,-1 1 0-16,-1-1-1 15,-5 1 1-15,1-2 0 0,-2 1 1 16,2-2 0-16,-5-1 0 16,0-2 0-16,2-3-1 15,-1-1-1-15,0-6 0 16,1-2 0-16,1-1 0 15,-2-5 0-15,0-2 0 0,0 0-2 16,0-5-9-16,-1-1-37 16,1 0 4-16,-2-13-60 15</inkml:trace>
  <inkml:trace contextRef="#ctx0" brushRef="#br0" timeOffset="142085.54">18525 7932 123 0,'0'0'-1'0,"0"0"41"0,0 0-11 0,0 0-11 15,0 0-12-15,0 0-8 16,0 0 3-16,0 0-1 16,-37 42 1-16,27-19-1 15,1 4 1-15,-3-2-1 16,3 0 1-16,-2-3-1 16,-2-3 0-16,0 1 0 0,4-5 0 15,1-2-1-15,0-4 0 16,4-5-14-16,3-4-50 15</inkml:trace>
  <inkml:trace contextRef="#ctx0" brushRef="#br0" timeOffset="142221.85">18411 7971 187 0,'0'0'-1'0,"0"0"0"16,67 1 2-16,-28 4-2 15,5 1-56-15</inkml:trace>
  <inkml:trace contextRef="#ctx0" brushRef="#br0" timeOffset="142561.85">19669 7783 140 0,'0'0'-1'15,"0"0"4"-15,0 59 3 0,0-27-2 16,0 3-2-16,0 3-1 15,6 1 2-15,2 1-3 16,3-2 1-16,-1-1-1 16,1-5 1-16,1-2-1 15,-4-4 0-15,1-5-1 16,-2-4 1-16,1-4-1 0,-2-6 1 16,0-3 0-16,-5-4-22 15,-1 0-26-15</inkml:trace>
  <inkml:trace contextRef="#ctx0" brushRef="#br0" timeOffset="142775.82">19665 7842 210 0,'0'0'27'0,"0"0"3"15,-43-14-15-15,31 14-12 16,-2 11-4-16,0 8 1 15,-1 2-1-15,1 2 1 16,0 1-1-16,0-1 0 16,2-2-2-16,1-1-9 0,5-6-28 15,0-4-36-15,6-10-45 16</inkml:trace>
  <inkml:trace contextRef="#ctx0" brushRef="#br0" timeOffset="142917.04">19607 7798 264 0,'0'0'-41'0,"0"0"49"15,0 0-10-15,47-10 2 16,-21 10 0-16,5 4-19 16,2 1-75-16</inkml:trace>
  <inkml:trace contextRef="#ctx0" brushRef="#br0" timeOffset="143260.1">21314 7458 227 0,'0'0'-61'0,"0"0"57"15,0 0 5-15,-3 49 1 16,-5-25-1-16,1 6 3 0,-3 1-1 16,3 5 0-16,2-3-1 15,3 1-1-15,2-3 0 16,0-1-1-16,0-3 2 15,0-2-2-15,0-5 0 16,0 0 0-16,0-5 0 0,0-3 0 16,0-2-22-16,0-9-48 15</inkml:trace>
  <inkml:trace contextRef="#ctx0" brushRef="#br0" timeOffset="143437.89">21257 7581 215 0,'0'0'36'0,"0"0"-12"15,0 0-17-15,-39 9-8 0,26 13 2 16,-3 5 0-16,2 9-2 16,-6 3 0-16,-1 1-16 15,-2-2-93-15</inkml:trace>
  <inkml:trace contextRef="#ctx0" brushRef="#br0" timeOffset="145692.28">17489 11803 162 0,'0'8'4'0,"0"-1"-5"0,1 1 2 0,0 6-1 16,2 0 1-16,-1 1 4 16,2 2 2-16,-2-2 1 15,1 1 0-15,0-1 5 0,1 0 0 16,-2-1-7-16,1 0-5 16,2 0-1-16,0-1 0 15,-3-4-17-15,-2-8-92 16</inkml:trace>
  <inkml:trace contextRef="#ctx0" brushRef="#br0" timeOffset="146397.26">15545 9244 149 0,'0'0'14'0,"0"0"-6"0,0 0-9 0,0 0 2 16,0 0 0-16,0 0 0 15,9 51 0-15,-5-31-2 16,-2 3 2-16,0-1-1 15,-1 0 0-15,2-4 0 16,0-2 0-16,-2-3-1 0,1-4-1 16,-2-3-22-16,0-3-17 15,0-3 1-15,-5 0-23 16</inkml:trace>
  <inkml:trace contextRef="#ctx0" brushRef="#br0" timeOffset="146752.76">15537 9238 34 0,'0'0'38'16,"0"0"-7"-16,10-45-11 16,1 35-14-16,3 1-3 0,-1 1-1 15,3 2-1-15,-3 2-1 16,3 3 1-16,-5 1 0 16,-3 0 0-16,-1 5 1 15,-3 4 0-15,-4 3 2 16,0 1-3-16,-4 0 1 15,-6 1-2-15,-1 0 1 0,1-5 0 16,-1 1-1-16,1-6 1 16,5 2 0-16,0-5 4 15,2 1-1-15,2-1 1 16,1-1 0-16,0 3-7 16,2-2 2-16,7 5 0 0,-1-2 2 15,4 2-1-15,2 0 0 16,-1 1 0-16,3 0-2 15,1 0 2-15,-1-3-2 16,0-1-6-16,0-3-18 16,0 0-16-16,0 0-60 0</inkml:trace>
  <inkml:trace contextRef="#ctx0" brushRef="#br0" timeOffset="147255.85">15845 9184 163 0,'0'0'11'16,"0"0"29"-16,0 0-26 16,0 0-15-16,0 0 1 15,0 0 1-15,0 0-1 16,0 40 0-16,4-26 1 0,-2 1-1 16,0-1 0-16,1-3-1 15,-3 0 1-15,0-3-1 16,0 0-1-16,0-5-5 15,-5 1-1-15,-2-3 0 16,0-1 6-16,-2-1 1 0,1-9 0 16,0-2-2-16,2-3-1 15,0 0-5-15,2-1 1 16,3 5 4-16,1 0 2 16,0 6 6-16,0-1-3 15,6 6-2-15,5 0 1 16,2 0 2-16,2 0-1 0,5 5 0 15,-1 1 0-15,0 3-1 16,1-2 0-16,-3-1 0 16,-2 0 0-16,-4-2 1 15,0-3-1-15,-8-1 7 16,0 0 8-16,-2 0 8 0,-1 0 12 16,0-5-10-16,0-5-15 15,0-1-8-15,-5-2 1 16,-1-3-2-16,-1 3 1 15,2 0-2-15,0 3-2 16,2 2-14-16,3 2-15 0,-1 2-45 16,1 1-100-16</inkml:trace>
  <inkml:trace contextRef="#ctx0" brushRef="#br0" timeOffset="147749.89">16058 9139 215 0,'0'0'8'0,"0"0"-8"0,0 0 0 0,0 0 2 15,0 0-2-15,0 0 1 0,0 0-1 16,37 30 1-16,-33-19 0 16,-3-1-1-16,1 0 1 15,-2 0-1-15,0-2 0 16,0-2 2-16,0 1-2 15,0-5-2-15,0 0-1 0,0-2 5 16,-2 0 2-16,1 0 13 16,-3-8-10-16,0-1-6 15,2-3-5-15,-1-1-4 16,2 0 6-16,1 0 2 16,0 4-1-16,1 3 1 0,6 1-2 15,0 4 2-15,3 1-1 16,-1 0 1-16,2 3-1 15,0 5 1-15,1 0 0 16,-1 1 0-16,0 0 0 16,-1-3 0-16,-2-1 1 15,-2-2-1-15,-1-1 0 16,-3-2 3-16,0 0 9 0,-2 0 10 16,0-2 0-16,0-5-11 15,0-1-4-15,0-4-3 16,-6-1 0-16,0-1-3 15,1 0 0-15,1-2-1 0,1 2-3 16,3 1-16-16,0 1-28 16,0-1-76-16</inkml:trace>
  <inkml:trace contextRef="#ctx0" brushRef="#br0" timeOffset="148033.98">16404 9008 225 0,'0'0'-3'0,"0"0"13"0,0 0 0 0,0 0-8 15,39-7-1-15,-34 9 1 16,-1 9-5-16,-2 6 1 16,-2 3-1-16,0 1 5 15,0 2-1-15,0-2 0 16,-2 0-1-16,-4-6 2 0,3-3 2 15,-1-4 3-15,-1-1 5 16,3-5-2-16,2 0 0 16,0-2-8-16,5 0-3 15,14-7-2-15,14-9 5 16,9-8-2-16,11-11-60 0</inkml:trace>
  <inkml:trace contextRef="#ctx0" brushRef="#br0" timeOffset="149230.16">15829 6324 129 0,'0'0'-10'0,"0"0"27"0,0 0 0 0,0 0 1 16,0 0-3-16,0 0-2 0,0 0-8 15,0 0-9-15,0 0 0 16,0 0 0-16,0 0 5 16,0 0-1-16,0 0 2 15,54-29-2-15,-19 22 0 0,5-1-3 16,8-2 7-16,8-3-2 16,9-1-2-16,12-2 1 15,3-4-1-15,10-1 1 16,9 0-2-16,7-6 1 15,9-3-1-15,8-4 1 16,11-2-2-16,7-3-1 0,11-4 3 16,11 2 0-16,7-3 0 15,6-4 0-15,12-1 0 16,6-2-1-16,3-1 2 16,7-2-1-16,10 0-1 15,3 1-2-15,8-1 2 0,2 0 3 16,5 0-2-16,6 0 3 15,4 0 0-15,4-1-1 16,0-2-1-16,4-1 0 16,-1-2 0-16,2 2 0 15,-2-2 0-15,-1-1 0 0,-4 4-1 16,-6 1 2-16,-7-1 3 16,-9 3 1-16,-11 1 5 15,-11 5-5-15,-15 1-2 16,-18 6-3-16,-21 8-1 15,-19 5 1-15,-33 2-6 16,-31 4-64-16</inkml:trace>
  <inkml:trace contextRef="#ctx0" brushRef="#br0" timeOffset="150119.66">15359 7186 196 0,'0'0'21'0,"0"0"14"0,0 0-16 0,0 0-18 0,0 0-4 15,0 0 4-15,0 0 0 16,5 50-1-16,-1-29 0 16,-1-3-1-16,-1-2 1 15,-2-5 0-15,0-2 0 16,0-5 0-16,0-2-1 0,-3-1 1 16,-3-1 0-16,-2 0 0 15,-1-1 1-15,1-9-1 16,-1-2 0-16,3-5-1 15,-4-2 2-15,4-4-2 16,0 2 0-16,3-1 0 0,3 1-1 16,0 1 1-16,2 3-2 15,7 0 0-15,7 7 3 16,-1 0 0-16,2 3-2 16,1 2 3-16,-1 4 0 15,-2 1-1-15,-1 0 0 0,-7 3-3 16,-1 4-5-16,-4 4-3 15,-2 1 10-15,0 1-3 16,-6-2 2-16,-1 0 2 16,-3-3 2-16,2-1-2 15,2-1 4-15,3-4-3 16,3 0 0-16,0 0-2 0,0 1 1 16,1 0 0-16,9 1-2 15,2 1-1-15,3 0 3 16,4 1 1-16,5-3-2 15,0 3 2-15,3-3-7 16,2-1-22-16,0-2-31 0,-2 0-18 16</inkml:trace>
  <inkml:trace contextRef="#ctx0" brushRef="#br0" timeOffset="150589.6">15712 7111 124 0,'0'0'18'0,"0"0"38"0,0 0-29 0,0 0-14 16,0 0-12-16,0 0-4 16,0 0 3-16,0 0 0 15,0 0 0-15,0 0 0 0,-8 45-2 16,12-33-1-16,-2-2-1 16,0-3 3-16,-2-3 1 15,0-2 0-15,0-2 1 16,0 0 1-16,0 0 1 15,0-1-1-15,-4-6-1 0,-2-4 0 16,3-2-1-16,-1-1 0 16,4 0-2-16,0 0-4 15,0 3 4-15,0 0-1 16,7 4 3-16,3 5 0 16,2 2-2-16,-3 0 3 0,4 0-2 15,1 5 2-15,-1 3-1 16,3-1 0-16,-1-2-1 15,-3-1 1-15,-2-1 1 16,-1 0-1-16,-4-3 0 16,-1 0 1-16,-3 0 8 0,-1-3 27 15,0-6-20-15,0 1-6 16,-7-2-2-16,-1-1-4 16,0-1-2-16,-1 1-1 15,2 1 0-15,0 1-14 16,3-1-20-16,2-1-26 0,2 3-39 15</inkml:trace>
  <inkml:trace contextRef="#ctx0" brushRef="#br0" timeOffset="151053.06">15876 6986 176 0,'0'0'9'0,"0"0"-15"0,0 0 6 16,0 0 1-16,40 35 1 15,-27-22-2-15,1-2 0 16,-5 0 1-16,2-2-1 16,-2 0 0-16,-4-5 1 0,-2-1-1 15,-2-2 0-15,-1-1 3 16,0 0 18-16,0 0 2 16,-4-2-22-16,-3-7 1 15,-2-1-2-15,-1-3 0 16,2 1 0-16,0 0-3 0,4 1 0 15,0 2 3-15,1 2 0 16,3 6 0-16,0 1-1 16,0 0-2-16,7 0 2 15,2 3 1-15,3 5 0 16,2-1 0-16,-2 3 0 0,1-3 0 16,0-2 0-16,-1-3-2 15,-6 0-1-15,2-2 4 16,-4 0 3-16,-2 0 7 15,1-2 13-15,-3-5-1 16,0-3-9-16,0-1-7 16,0-2-3-16,-6-1-2 0,1-2-1 15,-4 2-1-15,6-1 0 16,1 2-12-16,2 3-24 16,0 1-23-16,5-1-42 15</inkml:trace>
  <inkml:trace contextRef="#ctx0" brushRef="#br0" timeOffset="151430.82">16220 6828 140 0,'0'0'21'0,"0"0"10"0,0 0-10 16,0 0-11-16,25-38-8 15,-18 36-2-15,3-2 1 0,-2 4-1 16,1 0 0-16,-1 0-1 16,-4 11 0-16,-3 1-1 15,-1 2 2-15,0 5 0 16,0 0-4-16,-5 1 3 16,-1-3-1-16,3 0 1 15,3-5 1-15,0-1 0 0,0-2 0 16,9-2-1-16,2-2-1 15,5 1 1-15,-1-2 2 16,1-1 2-16,-3 2 1 16,1-1 1-16,-3 1-3 15,-4-3 0-15,-5 6-1 0,-2 2-1 16,-4 3 0-16,-12 4-4 16,-7 1-36-16,-2-2-16 15</inkml:trace>
  <inkml:trace contextRef="#ctx0" brushRef="#br0" timeOffset="154912.19">20660 4337 33 0,'0'0'7'0,"-1"-1"17"0,1 1-10 0,0 0-7 15,0 0-7-15,0 0 0 16,0 0 1-16,0 0 0 16,0 0-1-16,1 0 0 15,2 0 0-15,0 1 1 0,0 2-1 16,0 0 0-16,-2 0 1 15,3 1-1-15,-4 2 0 16,2 2 1-16,-2-1-1 16,0 2 0-16,1-1 0 0,0 2 0 15,1-3 0-15,1 0 0 16,1 0 0-16,-1-1 1 16,1 1-2-16,2-2 2 15,0 0-1-15,-2 1 0 16,2-2 1-16,-1-1-1 0,-1-3 3 15,3 0 2-15,4 0 8 16,0-6 2-16,7-9 10 16,9-7-5-16,6-9-10 15,8-9-5-15,10-11-3 16,5-8-4-16,4-8-36 16</inkml:trace>
  <inkml:trace contextRef="#ctx0" brushRef="#br0" timeOffset="174134.19">14936 6766 99 0,'0'0'-4'0,"0"0"8"0,0 0-4 0,0 0 0 0,0 0 0 15,0 0 2-15,0 0-1 16,0 0 1-16,0 0 2 16,0 0 0-16,0 0-1 15,0 0 1-15,0 0-2 0,0 0 0 16,-26-12 0-16,17 11-1 15,-1 1 0-15,-3 0 0 16,0 0-1-16,-3 1 0 16,0 5-2-16,-1 1 2 15,-6 6-1-15,0 3 0 0,-2 2 1 16,0 3-1-16,-4 3 0 16,2 2 1-16,0 1 0 15,1 1 0-15,-1 2-1 16,-2 4 1-16,2 5 0 15,-4 3 1-15,1 6-1 16,0 2 0-16,1 3 1 0,0 4-1 16,1 4 1-16,1 5-1 15,1 0 0-15,3 6 0 16,1 3 1-16,0 2-1 16,6 1 0-16,-2-4 0 15,7 0 1-15,0-4-1 0,6-1 2 16,3-4 0-16,2 2 1 15,0-3 0-15,6 3-1 16,6-2 0-16,-1 3 2 16,3-1-2-16,1 3 1 0,1-4 0 15,2 3-1-15,5-4-1 16,1-1-1-16,-2 1 0 16,5-4 0-16,2-1 2 15,0-5-2-15,2-1 1 16,-2-3-1-16,0-2 1 0,-1-2 0 15,-2 2 0-15,-3 3 0 16,-4 1-1-16,-5 3 0 16,-3 2 0-16,-6 3 3 15,-5 3-5-15,0 0 4 16,-5 4-2-16,-11-1 0 16,-3-2 0-16,-4-1 0 0,-2-3 0 15,-4-3 1-15,0-5-1 16,-1-5 1-16,3-5-2 15,4-6 1-15,3-7 1 16,4-5-1-16,4-2 0 16,4-2 0-16,4-4 0 0,3-3-1 15,1-1-5-15,1-2-4 16,9 1-1-16,5 0 10 16,1 0 0-16,5 2 2 15,4 2 1-15,2 2-1 16,4 2 2-16,0 0-1 0,3 4 1 15,0 2-1-15,3 2 2 16,-3 2 2-16,3 4-2 16,-1 3 2-16,-2 4-1 15,-1 2-1-15,-1 2 2 16,-5 4-2-16,-3 0-1 0,-2 3 2 16,-4 2-3-16,-3 1 1 15,-1 3 0-15,-3 0-1 16,-2 3 0-16,1 3-1 15,-5 0 0-15,0 4-1 16,-2 2 0-16,-1 1 0 0,-2 0 0 16,0 0 1-16,0-1 0 15,0-4-1-15,-5 1 0 16,2-3 0-16,0-2 1 16,1-2-2-16,2-3 2 15,0-3-1-15,0-3 0 0,0-4 0 16,0-3 1-16,5-3-1 15,3-1 0-15,-1-2 0 16,3-1 1-16,0 4-1 16,1-1 0-16,1 1 0 15,1 0 0-15,1-2 0 16,-1-2 0-16,5-3 0 0,-1-6-1 16,2-4 1-16,4-4-1 15,2-6-1-15,4-4 2 16,0-5 1-16,-1-4 1 15,3-1 1-15,2 0 2 16,4-9-1-16,5-9-3 0,8-5 1 16,2-14-31-16,4-18-166 15</inkml:trace>
  <inkml:trace contextRef="#ctx0" brushRef="#br0" timeOffset="176198.81">2440 11894 108 0,'0'0'-6'0,"0"0"8"0,0 0 2 0,0 0-3 0,0 0-3 15,0 0-6-15,0 0 8 16,0 0 0-16,0 0 1 0,0 0-1 15,0 0 1-15,0 0 0 16,-4 2-1-16,8-1 1 16,6 0-2-16,-1 2 1 15,4-1 0-15,3-1-1 16,4-1 0-16,0 0 1 0,5 0 0 16,0 0 1-1,2 0 0-15,4-1 1 0,0-4 1 16,2 1-2-16,3 3 1 15,6-2 2-15,3 0-2 16,4 0 1-16,3-1-2 0,-1 3 0 16,2-2 0-16,-1 3 0 15,-2-2-1-15,0 1 0 16,-2 1 1-16,-4 0 0 16,-3 0-1-16,-7 0 0 15,-5 0 1-15,-8 0-3 0,-5 0-23 16</inkml:trace>
  <inkml:trace contextRef="#ctx0" brushRef="#br0" timeOffset="176504.4">2798 12073 88 0,'45'0'1'0,"4"-1"6"0,12-7 5 0,6-1 2 0,11-2-6 15,6 2-3-15,8 2-3 16,9 0-1-16,2 5-1 16,-1 0-19-16,-3 0-89 15</inkml:trace>
  <inkml:trace contextRef="#ctx0" brushRef="#br0" timeOffset="179382.39">5591 10960 8 0,'0'4'7'0,"0"0"-1"0,0 2-2 16,0-2 4-16,0-1 0 0,1 3 0 15,2-2-3-15,-1-1 0 16,0 0-1-16,2-2 2 16,-1-1-1-16,3 0 0 15,4-1 10-15,7-15 5 16,8-7 0-16,11-12 1 15,17-12-9-15,14-10-5 0,16-8-5 16,13-11-1-16,16-6 0 16,4-2-7-16,7-11-93 15</inkml:trace>
  <inkml:trace contextRef="#ctx0" brushRef="#br0" timeOffset="181516">9005 10897 56 0,'0'0'2'0,"0"0"4"0,0 0 5 0,0 0-2 16,0-1 3-16,0 1 2 15,0 0 0-15,0 0-8 16,0 0-6-16,0 8 0 16,0 2 0-16,3 4 2 15,1 2-2-15,2-2 0 16,3 2 0-16,3-5 0 0,3-5-2 16,3-5 0-16,4-1 4 15,7-11 5-15,2-10 4 16,9-8 6-16,3-8-4 15,7-5-1-15,3-6 2 16,8-4-4-16,7-6-6 0,5-3-1 16,6 0-3-16,3-6 0 15,3-3-48-15</inkml:trace>
  <inkml:trace contextRef="#ctx0" brushRef="#br0" timeOffset="182177.78">11528 10853 67 0,'0'0'7'0,"0"0"16"0,0 0 0 0,0 0-10 16,0 0-5-16,0 0-8 16,0 0-1-16,0 0 2 0,0 0 0 15,0 0 1-15,0 47 0 16,4-33-2-16,2-2 0 15,2-1-1-15,3-7 0 16,6-4 2-16,7-6 12 16,10-18 16-16,16-11-1 0,14-13-12 15,16-12-7-15,20-14-5 16,15-7-1-16,16-7-3 16,8-7-2-16,1-9-67 15</inkml:trace>
  <inkml:trace contextRef="#ctx0" brushRef="#br0" timeOffset="182797">15029 10625 0 0,'0'0'26'0,"0"0"-5"0,0 0-7 0,0 0 1 15,0 0 4-15,0 0-3 16,0 0 0-16,0 0-5 16,0 0-8-16,0 0-3 15,0 0-1-15,-9 3 1 0,9 2 1 16,2 1-1-16,2 1 0 15,-1-3 0-15,0 0 1 16,4-4 2-16,1 0 10 16,9-13 32-16,12-18-9 15,17-13-21-15,20-14-5 0,22-17-7 16,19-12 0-16,16-12-5 16,8-8-71-16</inkml:trace>
  <inkml:trace contextRef="#ctx0" brushRef="#br0" timeOffset="186417.7">3058 14158 52 0,'14'-4'1'0,"-1"1"-1"0,5-1 3 0,-1 1 0 0,3 0 0 16,3 3-1-16,2 0 0 16,2 0-2-16,1 0 0 15,3 0 1-15,1 4-1 0,4 1 0 16,0 2 2-16,2 1-2 15,3 2 0-15,3 1 0 16,4-2 0-16,4 1-2 16,2-2 2-16,4 1 0 15,2-2 0-15,3-3 0 16,2-1-1-16,4-3-1 0,0 0-1 16,3 0 3-16,-1 0 8 15,0-4-1-15,-2 4 4 16,-1 0-6-16,-3 0-2 15,-5 7-1-15,-2 4 0 16,-4 2-2-16,-3 0 1 0,-1 1 0 16,-6-2-1-16,-2 0 0 15,-3 1 1-15,-4 3 0 16,-3-2 2-16,-3 0 0 16,-7-4-65-16</inkml:trace>
  <inkml:trace contextRef="#ctx0" brushRef="#br0" timeOffset="189673.41">7233 14289 49 0,'0'-3'8'0,"0"0"-4"0,2 2 1 0,-2-1-2 16,0 1-3-16,2-2 1 0,-2 2-1 16,0-1 1-16,0 2 1 15,0 0 13-15,0 0 1 16,0 0-6-16,0 0-10 15,0 0-4-15,0 0 11 16,0 0-8-16,0 6 4 0,2 1-3 16,-2 1 1-16,1 0-1 15,-1-1 1-15,2 2-1 16,-2-4 0-16,2-1 0 16,0 0 0-16,0-1 0 15,3 0 0-15,-3 0 0 16,1-2-1-16,1 1 1 0,0-1 0 15,1-1-1-15,1 0 3 16,6-5 2-16,3-11 7 16,10-12 6-16,8-10 2 15,13-14-4-15,18-16-4 0,18-19-9 16,24-15-1-16,19-19 0 16,13-14-32-16</inkml:trace>
  <inkml:trace contextRef="#ctx0" brushRef="#br0" timeOffset="196629.66">11478 14175 42 0,'0'0'17'0,"0"-3"3"0,0 2-4 0,0 1-1 0,-1 0-3 16,-3 0-6-16,2 0-6 15,-4 0 0-15,4 0 9 16,0 0-9-16,0 0 2 16,0 0-1-16,2 0 1 15,-2 0 0-15,2 0 0 0,-1 0 0 16,0 0 1-16,1 0 3 15,0 0-1-15,0 0-5 16,0 0-2-16,0 1 2 16,0 4 0-16,0-2 1 15,0 4-1-15,0 0 0 0,0 0 1 16,0 0-1-16,2 0 0 16,0 3 0-16,-2-2 0 15,2 1 0-15,2 1 0 16,-2 0 0-16,2 0-1 15,2 0 2-15,-3 0-2 0,1-2 1 16,2 2-2-16,-2-2 0 16,4 0-4-16,-3-3 4 15,1 0 1-15,0-2-1 16,-1-1 1-16,1-2 0 16,2 0-2-16,0 0 2 0,1-7 8 15,5-3 1-15,-1-8 0 16,7-6-4-16,5-8 3 15,9-9-5-15,8-6-1 16,16-11 0-16,5-9 1 16,7-12-14-16,9-10-71 15</inkml:trace>
  <inkml:trace contextRef="#ctx0" brushRef="#br0" timeOffset="198949.72">16208 14270 59 0,'0'0'7'0,"0"0"-2"0,0 0 0 0,0 0 1 0,-2 0 3 15,2 0-1-15,0 0-3 16,0 0 0-16,0 0-3 15,0 0 1-15,0 0-4 0,0 0 1 16,0 0-1-16,0 0 1 16,0 0 0-16,0 0-2 15,0 3 2-15,0 3 0 16,0 1 2-16,2 0-1 16,-1 2 8-16,3 0-6 0,1 0-1 15,-1 1-2-15,-1-3 0 16,3 0 0-16,-1-1 0 15,2-3 0-15,0-2 1 16,3-1-2-16,-2 0 4 16,5-3 2-16,2-11 4 15,8-5 4-15,6-12 1 0,8-8-7 16,7-12-1-16,14-14-2 16,19-15-2-16,11-17 0 15,21-13-1-15,11-16 2 16,3-9-90-16</inkml:trace>
  <inkml:trace contextRef="#ctx0" brushRef="#br0" timeOffset="202417.75">18967 15875 92 0,'0'0'46'0,"0"0"-39"0,0 0-2 15,-1 0-2-15,0 0-1 16,1 0-2-16,0 0 0 15,-1-2 3-15,0 1 7 0,-1-2 17 16,1 2-5-16,-1-2-3 16,2 2-8-16,0-1-6 15,0 1-4-15,0 0-3 16,0-1-2-16,2 1-1 16,2-1-1-16,5-2 2 15,-1 2 3-15,5-2-1 16,-2 0 1-16,6 1 0 0,-1-1 2 15,3 0-2-15,1 1 3 16,1 1 0-16,2 1-2 16,-3 1 0-16,0 0 0 15,-1 0 0-15,-2 0 0 0,-1 4 0 16,-2 5 0-16,1-1 0 16,-4 2 1-16,2 3-2 15,-4-1 1-15,-2 3 0 16,-1 2 0-16,-4 5-2 15,-2 0 2-15,0 5-1 16,0 3 1-16,-8 3 0 0,-1 2 0 16,-1 3 1-16,-4 2-1 15,3 0 2-15,-1-2 4 16,5-1-4-16,-2-4-1 16,5 1 0-16,2-3-1 15,2-2 1-15,0-2-2 0,0-3 1 16,0 1 1-16,7-5-1 15,3 0 0-15,0-6 1 16,2-2-1-16,2-3 6 16,2-1 1-16,1-3-2 0,-1-2-2 15,1 1-2-15,0-3 0 16,-1 0 0-16,-3-1 0 16,-4 0 0-16,0 0 0 15,-5 0 0-15,-3 0 0 16,0 0 1-16,-1 0 1 0,0 0-2 15,0 0 0-15,-5 3 0 16,-4 3-4-16,-1 1 0 16,-1 1-1-16,-5 5 2 15,3-2 5-15,-1 5 0 16,1 2-3-16,-1 2 0 16,1 4 0-16,1 1 1 0,0 1-4 15,3 0 5-15,2-2-4 16,0 2 4-16,5-2-5 15,0-1 2-15,2 2 1 16,0 0 0-16,0 3 0 16,0 0 0-16,4 0 0 0,3 2 0 15,0 2 0-15,2 2 0 16,2 3 0-16,0 3 1 16,0 6 0-16,0 1-1 15,0 6 0-15,0 3 0 0,-1 1 0 16,-2 2 0-16,-1 0 0 15,-1 2 2-15,-3 0 0 16,-3-3 0-16,0 4 0 16,-6-1 0-16,-7 4-1 15,-8 1-1-15,-6 3 1 16,-9 5-3-16,-8-3-18 16,-18-3-74-16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26:53.009"/>
    </inkml:context>
    <inkml:brush xml:id="br0">
      <inkml:brushProperty name="width" value="0.05292" units="cm"/>
      <inkml:brushProperty name="height" value="0.05292" units="cm"/>
      <inkml:brushProperty name="color" value="#FF0000"/>
    </inkml:brush>
  </inkml:definitions>
  <inkml:trace contextRef="#ctx0" brushRef="#br0">4736 4497 26 0,'-2'1'13'0,"0"0"-4"0,0-1 7 0,2 0 4 16,0 1-9-16,0 1-9 16,0-1-12-16,6 2 8 15,5-3-20-15</inkml:trace>
  <inkml:trace contextRef="#ctx0" brushRef="#br0" timeOffset="469.95">7572 4209 134 0,'0'0'0'0,"0"0"3"0,0 0 1 16,0 0-3-16,0 0-2 16,0 0-3-16,0 0-1 15,0 0 0-15,0 0-2 16,0 0-30-16</inkml:trace>
  <inkml:trace contextRef="#ctx0" brushRef="#br0" timeOffset="18582.25">4419 4530 71 0,'0'0'6'0,"0"0"9"0,0 0-3 0,0 0-5 0,0 0-5 16,0 0-1-16,0 0-1 15,0 0 0-15,0 0 1 16,0 0 5-16,0 0-1 16,0 0 2-16,0 0-1 0,0 0 3 15,0-13 2-15,0 12-4 16,-2 1 0-16,2 0-4 16,0 0-3-16,0 0-1 15,0 0 1-15,2 0 0 16,3 0 1-16,1 0-1 0,1 0 0 15,4 0-1-15,0 0 1 16,0 0 0-16,3 0-1 16,-1 0 1-16,3 0 1 15,-1 0-1-15,2 0 0 16,2 0 1-16,1 0-2 0,1 0 1 16,0 0 0-16,4 0 0 15,2 0 0-15,2 0 0 16,0 0 1-16,3 0-1 15,1 0 0-15,-2 0 0 16,1 0 0-16,-1 0 1 0,-2 0-1 16,0 0 0-16,0 1 1 15,0 1-1-15,-1 2 0 16,0-2 0-16,0 2 0 16,0-2 0-16,-1 2 0 15,0 0 0-15,-1-2 0 0,-1 1 1 16,-2 1-1-16,-4-2 0 15,2 2 0-15,-1-2 0 16,0-1 1-16,0 1-1 16,-2-1 0-16,4-1 0 15,-4 0 0-15,0 0 0 16,0 0 2-16,-1 0-1 0,-1 0 1 16,-5 0 1-16,1 0-1 15,-5 0-1-15,-1 0 0 16,-2 0 0-16,-2-1-1 15,-2 1 3-15,1 0-1 0,-1 0-2 16,2 0 0-16,1 0-9 16,-3 0-27-16,0 0-5 15,0 0-14-15</inkml:trace>
  <inkml:trace contextRef="#ctx0" brushRef="#br0" timeOffset="19272.3">4524 4482 94 0,'0'0'8'0,"0"0"10"0,0 0-6 0,0 0-5 15,0 0-1-15,0 0-1 16,0 0-3-16,0 0-3 0,0 0-5 15,0 0 7-15,0 0-1 16,0 0 1-16,0 0 0 16,0 0-1-16,48-3 1 15,-29 5 0-15,3 1-1 16,1-1 0-16,4 1-1 0,1-2 2 16,3 2-1-16,-1 0 1 15,4 0 0-15,-1 1-1 16,-3 2 1-16,1-1-1 15,-2 0 0-15,-1 2 1 16,-1-2-1-16,0 0 0 16,0 0 1-16,-2-3-1 0,-1 2-1 15,-2-2 2-15,-2-2 1 16,1 0-2-16,-2 0 2 16,-2 0-1-16,0 0 0 15,1-5-1-15,-1 0 1 0,-2-4-5 16,-3-5-92-16</inkml:trace>
  <inkml:trace contextRef="#ctx0" brushRef="#br0" timeOffset="22860.4">5991 4561 38 0,'-2'0'6'0,"1"0"4"0,-2 0-2 0,3-1-1 16,-2-2-1-16,0 2-2 15,2-1 3-15,-2 1 2 16,0-2-1-16,0 2-1 15,1-1-3-15,1 1-1 0,0-1 1 16,-2 1-2-16,2 1 1 16,0 0-2-16,0-1-3 15,0 0-2-15,0 1 4 16,0 0 0-16,4 0 0 16,1 0 0-16,2 0-1 0,2 0 1 15,0 0 1-15,3 0-2 16,1 0 2-16,5 0-2 15,-1 0 1-15,2 0 2 16,0 0-1-16,1 0-1 16,1 3 0-16,-2 2 1 15,-2-1-1-15,2-1 0 0,1-2 0 16,1 2 0-16,-2 0 0 16,-1-3-2-16,1 1 3 15,0-1-1-15,-3 0 1 16,-3 0-1-16,1 0 0 15,-3 0 2-15,0-4 1 0,1 1 0 16,-3 0-2-16,-1 1 0 16,2 0-1-16,-4-1 1 15,-1 0-1-15,1 2 0 16,-2 1-2-16,-3-1-12 16,-1-1-28-16</inkml:trace>
  <inkml:trace contextRef="#ctx0" brushRef="#br0" timeOffset="23552.28">6037 4594 16 0,'0'0'13'0,"0"0"-4"0,0 0 1 16,0 0-5-16,0 0-1 16,0 0-3-16,43-7 1 0,-32 7-1 15,2 0 1-15,1 0-2 16,3 0 0-16,1 0 0 16,3 0 1-16,-2 0-1 15,2 0 0-15,1 0 2 0,0 0-2 16,-2 0 3-16,3 0-1 15,-4 0 2-15,2-3-1 16,0-1-2-16,-2-2 2 16,-1 2-3-16,-3-2 0 15,0 2 1-15,-2 1-1 0,-2-1 0 16,-4 1 2-16,-1 1 1 16,-2 1 0-16,-1-2-2 15,-1 2 2-15,0 1-1 16,-2 0 0-16,0 0-2 15,0 0 0-15,0 0 0 16,0 0 1-16,0 0 3 16,0 0 9-16,0 0-3 0,0 0-8 15,0 0-1-15,0 0-1 16,0 0 0-16,0 0 0 16,0 0 0-16,0-1 2 15,0-1-2-15,0 1-2 16,3-1 2-16,-3 1 2 0,4-1-4 15,-2 2-4-15,3-4-11 16,-3 3-16-16</inkml:trace>
  <inkml:trace contextRef="#ctx0" brushRef="#br0" timeOffset="24959.2">5328 3614 14 0,'-6'2'10'0,"-1"-1"4"0,3-1 4 16,-1 0 1-16,-1 1-6 16,3-1-2-16,-1 0-3 15,-1 0-2-15,3 0 0 16,0 0-3-16,0 0 3 0,0 0 1 15,-1 0 4-15,3 0 4 16,0-1 1-16,-2-2-6 16,1 0-2-16,1-2-3 15,0-1-4-15,0 0 3 16,0-1-5-16,0-3 2 0,3 0-1 16,4 0 0-16,0-4-1 15,2 1 2-15,4-1-1 16,-2-3 1-16,5 0-2 15,1 2 2-15,4-3-1 0,-1 3-1 16,4-2 1-16,3 0 0 16,3 1 0-16,3 0 0 15,2 1-1-15,1 0 2 16,3 3-2-16,-3-1 0 16,1 3 2-16,-1 3-1 15,-1 0 0-15,2 3 0 0,-4 1 0 16,3 1 0-16,-3 2 0 15,-3 0-1-15,-1 0 1 16,-2 2 0-16,-4 3 0 16,0 1 0-16,-2 1-1 15,1 3 1-15,-5-1 0 0,1 2-1 16,0 2 1-16,0-2-1 16,-3 2 1-16,0 1-4 15,0 1 6-15,-1 1-2 16,-1-1 0-16,1 1-2 15,-2 0-1-15,-1 0 2 0,1 2 0 16,-1-2 2-16,-3 0 0 16,2-2-2-16,1 0 2 15,-5 0-1-15,2-3 0 16,-2 0-1-16,1 0 1 16,-3-3-1-16,-1 1 1 0,-1-2 0 15,2 0 1-15,-4-1 0 16,2-2-1-16,-2 1 5 15,3 0-5-15,-3-1 1 16,2 0-1-16,0 1 1 16,1-1-8-16,1-1-26 0,-2 0 0 15,1-2-21-15</inkml:trace>
  <inkml:trace contextRef="#ctx0" brushRef="#br0" timeOffset="25251.36">6245 3756 123 0,'0'0'11'0,"0"0"-10"0,0 0-7 16,0 0 9-16,0 0-3 0,0 0 3 15,0 0 0-15,0 0 3 16,35 2-4-16,-20-7 0 16,2 0-1-16,3-4-1 15,-2-4-14-15</inkml:trace>
  <inkml:trace contextRef="#ctx0" brushRef="#br0" timeOffset="25977.19">7087 4602 62 0,'0'0'9'0,"0"0"-2"0,0 0-2 16,0 0-3-16,0 0 4 15,0 0-1-15,0 0-1 0,0 0-4 16,0 0-1-16,0 0 2 15,14 0-1-15,1-2-1 16,4 2 2-16,4-2 0 16,2 2-2-16,2 0 0 0,5-1 2 15,3-2 5-15,4 2 2 16,1-2 0-16,0-1-3 16,3-1-2-16,-5 1 1 15,1 0-1-15,-3-2 1 16,-2-1 1-16,0 3 1 0,-6-2-1 15,1 0-1-15,-4 2-2 16,-4 1 0-16,-1 1-2 16,-3 1 0-16,-6 1 0 15,1 0-3-15,-6 0-4 16,-6 0-33-16,0 0-28 0</inkml:trace>
  <inkml:trace contextRef="#ctx0" brushRef="#br0" timeOffset="27208.52">6558 3939 88 0,'0'0'8'0,"0"0"-5"0,0 0 7 0,0 0-4 15,0 0 4-15,0 0-2 16,0 0-1-16,0 0 0 16,0 0 0-16,0 0-1 15,0 0-1-15,0 0-3 16,0 0 1-16,-18-44-3 15,18 34-2-15,3-2 4 0,3 0-2 16,-1-4 2-16,1 1-2 16,1-2 2-16,2 0-1 15,0 1 1-15,1-1-2 16,3 0 2-16,0-1 1 16,2 2 0-16,3-1-2 0,0 1 0 15,0-1-1-15,4 3 0 16,-1 0 2-16,5-2-3 15,0 4 0-15,1-1 2 16,3 0-1-16,3 2 1 16,1 1-1-16,4 0 0 15,-3 1 0-15,3 3 0 0,-2 0 0 16,-2 1 0-16,-1 3 0 16,1 0 1-16,-2 2-2 15,1 0 1-15,-2 0 1 16,1 0-1-16,-1 0-1 0,2 4 1 15,-4 3 0-15,-2 0 0 16,-1 2-1-16,-3 1 1 16,-2 0-1-16,1 1 0 15,-5-1 1-15,-2 2-1 16,-1 0 2-16,-1-2-1 0,1 3 0 16,-1-2 0-16,-3 2 1 15,-1-3-1-15,-1 1 0 16,-1-1 0-16,-2 0 0 15,-1-2 0-15,1 1 0 16,-3-2 0-16,0 0 1 16,0 2-1-16,-2-2-12 0,0 0-28 15,0-4-13-15</inkml:trace>
  <inkml:trace contextRef="#ctx0" brushRef="#br0" timeOffset="27450.51">7593 3802 88 0,'0'0'3'0,"0"0"-3"0,0 0 1 15,0 0 1-15,0 0 1 16,0 0 1-16,0 0-1 15,0 0 1-15,0 0 0 16,0 0 0-16,0 0 1 0,51 34-2 16,-29-39 0-16,3-9-6 15</inkml:trace>
  <inkml:trace contextRef="#ctx0" brushRef="#br0" timeOffset="28013.55">8302 4614 138 0,'0'0'-5'0,"0"0"9"0,0 0-3 0,0 0-1 15,0 0 0-15,40 0 1 0,-28 0 0 16,3 0-1-1,5 3 1-15,2-2 4 0,9 1-1 16,2-1 0-16,3 3-3 16,1-2 1-16,0-1-2 15,-4-1 0-15,-1 0 0 16,-5 0 1-16,-2 0-1 0,-2 0 0 16,-2-4 0-16,-1-2-1 15,-6-2-36-15,-1-5-75 16</inkml:trace>
  <inkml:trace contextRef="#ctx0" brushRef="#br0" timeOffset="28740.23">8596 3894 110 0,'0'0'-3'0,"0"0"15"16,0 0 4-16,0 0-7 15,-25-41-6-15,21 31-1 16,-1-1 3-16,3-2 2 0,-2 0-1 16,2-4 3-16,0 0-1 15,2-2-5-15,0 1-2 16,0-1-2-16,6 1 0 16,3-1 0-16,1 1 2 15,0-2-2-15,4 3 2 0,2 0-4 16,-1-1 2-16,3 3 1 15,2 0-2-15,2-1 6 16,3 1-6-16,1 3 6 16,4 1-3-16,1-1-1 15,0 1-1-15,3 4 1 0,-1 0 1 16,-2 3-2-16,1 2 1 16,-3-1 0-16,0 3 1 15,0 0-1-15,2 0 0 16,-1 7-1-16,3 1 1 15,0 0 0-15,1 3 1 16,-1 2-2-16,-1 0 1 0,1 2 0 16,-2 0 0-16,-2-1 1 15,-2 3-1-15,-2-3-1 16,-4 3 0-16,-2-4 2 16,0 4-2-16,-5-3 1 15,0-1 0-15,-3 1 1 0,-1-1-1 16,-3 0 1-16,1-2 0 15,-3-1-1-15,1 0 0 16,-1 0 1-16,-2 0 0 16,1-3-2-16,-2 0 1 15,2 2 0-15,-2 0 1 0,-1 0-1 16,-1 2-14-16,0-3-33 16,0-3-47-16</inkml:trace>
  <inkml:trace contextRef="#ctx0" brushRef="#br0" timeOffset="28924.26">9465 3935 106 0,'0'0'-2'0,"0"0"2"0,0 0 0 0,0 0 5 15,45-3-2-15,-22-1-3 16,-1-4-6-16</inkml:trace>
  <inkml:trace contextRef="#ctx0" brushRef="#br0" timeOffset="40092.28">5212 3746 7 0,'0'-3'16'0,"0"-1"7"0,-2 0-3 15,2-2-5-15,0 1-10 0,0-1-2 16,-2 0-1-16,2-1 2 16,0 1-2-16,0-1 0 15,0-1-1-15,0-1 1 16,0 2-2-16,0-3 1 16,0 0 0-16,4 0-2 0,1-1 2 15,-1-2-2-15,3 0-3 16,-2 0-5-16,3-1-5 15,2 0 1-15,-2-3 1 16,3 2-2-16,1-1 2 16,1-3 1-16,3 1 5 0,-3 1-2 15,5-3 8-15,2 3 0 16</inkml:trace>
  <inkml:trace contextRef="#ctx0" brushRef="#br0" timeOffset="40555.15">5664 3251 3 0,'0'0'7'0,"40"-8"2"15,-17 6 0-15,3 0 1 16,-1 2 0-16,4 0-4 16,0 0-3-16,2 0-2 0,1 0 0 15,-1 0-1-15,0 0 1 16,-1 2-1-16,-3 2 0 15,-2 0 1-15,0 2-1 16,-2 1 0-16,-2 1 0 16,0 0 0-16,-1 3 0 0,-1 0 0 15,-4 5 0-15,1-2 1 16,1 2 0-16,-3 4 0 16,1-2 1-16,-2 2-2 15,1 1 0-15,-1-1 3 16,-1 1-2-16,-3-2 0 0,-1 2-1 15,0-2 2-15,-2-1 0 16,-1 2 0-16,-3-2 0 16,0 0 1-16,0-3-1 15,-2 1-1-15,2-1 1 16,-2-3 0-16,0-1-1 16,0 2 1-16,0-2 0 0,1-1-2 15,-1 0 0-15,1-1 1 16,2 0-1-16,-1 0 0 15,3 1 1-15,-1-3-2 16,1 0-15-16,1-4-63 0</inkml:trace>
  <inkml:trace contextRef="#ctx0" brushRef="#br0" timeOffset="42510.51">4705 4703 10 0,'0'0'11'0,"0"0"3"0,0 0 4 0,0 0-5 16,0 0-7-16,0 0-4 16,0 0-2-16,0 0 0 15,0 0 0-15,0 0 0 16,0 0 0-16,0 0 0 15,0 0 1-15,0 0 0 0,2 0-1 16,-2 0 0-16,2 0 0 16,-1 0 0-16,3 0 0 15,-2 0 1-15,0 0-2 16,0 0 1-16,0 0 0 16,-1 0 1-16,-1 0-2 0,2 0 2 15,-1 0 0-15,-1 0 2 16,0 0 10-16,0 0-4 15,0 0-3-15,0 0-4 16,0 0-1-16,0 0-1 16,0-1 1-16,0 1-1 0,0 0 0 15,0 0 0-15,0 0 0 16,0 0 1-16,0 0-1 16,0 0 0-16,0 0 0 15,0 0 0-15,0 0-2 0,4 0 2 16,-2 0-1-16,0 0 1 15,1 0 0-15,1 0 0 16,-4 0 0-16,2 0 0 16,-2 0 0-16,0 0 0 15,0 0 0-15,0 0 0 16,0 0 0-16,0 0 0 0,0 0 0 16,0 0 0-16,2 0 0 15,-2 0 0-15,0 0 1 16,0-3-1-16,0 3 0 15,2 0 0-15,-2-1-1 16,2 1 2-16,-2 0-1 0,1-2 0 16,0 2 0-16,3 0 0 15,-4 0 0-15,0-1 0 16,2 1 0-16,-2 0 0 16,0 0 0-16,2 0 0 15,-2 0 0-15,2 0-1 0,-2 0 1 16,0 0 1-16,0 0-1 15,0-2 0-15,0 2 0 16,2 0 1-16,-2 0-1 16,0 0 0-16,0-1 0 15,1 1-1-15,0 0 1 16,2 0 0-16,-1 0 0 0,-2 0 0 16,4 0-2-16,-2 0-9 15,1-3-15-15,1 1-43 16</inkml:trace>
  <inkml:trace contextRef="#ctx0" brushRef="#br0" timeOffset="51482.94">17384 6334 2 0,'0'-2'29'0,"0"1"-7"0,0 0-11 0,0-1-5 16,0 2 1-16,-1 0-1 15,-2-1-1-15,3 1-2 16,-2 0-2-16,2 0 2 0,-1 0 2 16,1-2 7-16,0 1 1 15,0 0 1-15,0-1 0 16,0 2-2-16,0 0-5 15,0-1-5-15,0 1-1 0,0 0-2 16,0 0-1-16,0 0-2 16,0 0 1-16,0 0-2 15,0 0 3-15,0 1 1 16,0 1 1-16,0 0 0 16,0 0 1-16,0-2-1 0,0 0-1 15,3 0 1-15,0 0 0 16,3 0 1-16,-3 0 0 15,1 0 0-15,2 0-1 16,-4 0 1-16,1 0 0 16,-2 0-1-16,0 0 0 15,1 0 0-15,1 0 0 0,-1 0 0 16,0 0 0-16,1 0 0 16,1 0 0-16,2 0 0 15,-1 0 0-15,4 0 0 16,-2 0 0-16,1 0 0 15,1 0 0-15,1 0 0 0,1 0 0 16,-1 1-1-16,2-1 2 16,-4 2-1-16,2-1-1 15,1-1 2-15,0 1-1 16,-3 1 0-16,3-1 0 16,-1-1 1-16,-1 3-2 0,3-3 1 15,0 0 0-15,0 0 0 16,2 0 0-16,0 0-1 15,0 0 2-15,0 0-2 16,1 0 2-16,-1 0-1 16,1 0 0-16,1 0 0 0,2 0 0 15,-1 0-1-15,1 0 2 16,3 0-1-16,0 0 0 16,2 0 1-16,-3 0-1 15,0 0 0-15,-1 0 0 16,-4 0-1-16,3 2 2 0,-2-1-1 15,-1 0 0-15,2 0 0 16,0 1 2-16,3 0-4 16,0-1 2-16,3 1 0 15,1 0 0-15,1 2 0 16,0-3 0-16,1 1 0 0,1-1 0 16,0 0 2-16,2 0-2 15,-1-1 0-15,1 2 0 16,3-1 0-16,-2-1 0 15,1 0 0-15,1 1 0 16,0-1 0-16,-2 1 0 0,0-1 0 16,-1 1 0-16,0-1 0 15,-2 0 0-15,0 0 0 16,0 3 0-16,-2-2 0 16,2 2 0-16,1-3 0 15,2 3 0-15,3-3 0 0,1 0 0 16,4 0 0-16,2 0 6 15,2 0 1-15,-1 0-3 16,1 0-2-16,0 0-2 16,2 0 1-16,1-1-1 15,3-1 1-15,-2 1-1 16,2-1 0-16,-2 1 0 0,1 1 0 16,1-3 0-16,3 3 0 15,0-1 1-15,8-1-1 16,-1 2 0-16,5-4 0 15,2 2 0-15,2-3 0 0,-1 1 1 16,-2 1-1-16,0 0 1 16,2 0 0-16,1 0-1 15,1-1 0-15,1 1 1 16,1 0-2-16,6 2 2 16,1-1-1-16,4 0-1 15,-4 0 2-15,1-1-1 0,1 0 0 16,0 2 0-16,-1-2 0 15,3 2 0-15,1-1 0 16,1 1 1-16,2 1-1 16,0 0 0-16,0 0 0 0,0 0 0 15,3 0 0-15,2 0 0 16,-1 0 0-16,2 0 0 16,0 0 0-16,-2 0 1 15,-3 0-1-15,-4 1 0 16,-3-1 0-16,-3 0 0 0,-3 0 0 15,-8 0 0-15,-2 0 0 16,-5 0 0-16,-7 0 0 16,-4 0 0-16,-6 0 0 15,-3 0 0-15,-7 0-3 16,-5 0-7-16,-4 0-30 16,-5 0-29-16</inkml:trace>
  <inkml:trace contextRef="#ctx0" brushRef="#br0" timeOffset="53052.31">3393 6731 38 0,'0'0'19'0,"0"0"2"0,0 0-7 16,0 0-2-16,0 0-2 15,0 0 0-15,-36 2-4 0,28-5-1 16,1 3 0-16,-2-1-3 15,2-1-2-15,0 2 2 16,1 0-2-16,-2-1 1 16,4-2-1-16,0 3 0 0,-1-3 1 15,1 1 0-15,2 0 0 16,2-2 2-16,0-2-3 16,0 0 0-16,0-1-1 15,6-1 5-15,3 0-3 16,3-1-1-16,-1 2 0 15,-1 2 0-15,3-2 2 0,-1 3-2 16,-2 1 0-16,-1 2 0 16,-3 1 0-16,-1 0-2 15,1 4-3-15,-1 3 0 16,-3 0 8-16,0 2-2 0,1 0-1 16,-3 0 1-16,2 1-1 15,0 0 0-15,-2 0 1 16,0 0-1-16,0 0 0 15,0 1 1-15,0 2-2 16,0 0 1-16,0-2 1 16,-4 2 0-16,-1-2-1 0,0-1 1 15,1-1 0-15,0-4-1 16,1 2 2-16,1-1-2 16,2 0 0-16,-2 0 0 15,2 1 0-15,0 0 1 16,0 1-1-16,0 1-1 0,0 1-11 15,0 1-11-15,2 0-7 16,0 1-29-16</inkml:trace>
  <inkml:trace contextRef="#ctx0" brushRef="#br0" timeOffset="53719.76">3409 7031 84 0,'0'0'23'0,"0"0"-5"0,0 0-7 0,0 0-5 16,0 0 1-16,0 0-2 15,0 0 1-15,0 0-4 0,0 0-1 16,0 0-2-16,0 0 0 16,0 0 2-16,0 0 2 15,0 0-3-15,0 0 1 16,0 0-1-16,0 0 1 16,0 0 0-16,0 0 1 0,0 0-1 15,0 0 1-15,0 0 3 16,0 0 3-16,0 0-2 15,0 0-2-15,0 2-5 16,0 1-1-16,0 2 2 16,0 1 2-16,0-1-1 0,0 0-1 15,0-1 0-15,2-2 0 16,0-1 0-16,0 0-1 16,-2-1 2-16,1 0 3 15,0 0-1-15,0 0 3 16,-1-1 0-16,0-3 0 0,0 1-3 15,0-1-1-15,0 1 0 16,0 0-1-16,0 2-1 16,0 1 0-16,0 0-3 15,0 0-52-15,2 0 9 16,-2-1-15-16</inkml:trace>
  <inkml:trace contextRef="#ctx0" brushRef="#br0" timeOffset="56346.64">3443 6468 40 0,'-1'-5'11'0,"-3"1"1"0,0-3-6 0,-2 3 3 16,2-1-4-16,-2 1-1 15,3 1-1-15,-3 0 1 0,2-1-1 16,1 2 1-16,-2 0 2 15,1 0 0-15,-3 1 0 16,1 1-3-16,1 0-1 16,-4 0-1-16,0 0 0 15,-2 0-1-15,-2 0 2 16,1 1 0-16,-3 2 0 0,2-1 0 16,-2 1-1-16,0-1 0 15,0 1 0-15,-1 0 0 16,3 3 0-16,-1-1-1 15,1 1 0-15,-1 1 0 16,1 0 0-16,-1 0 0 0,3 0 0 16,-1-1 1-16,0 3-1 15,1-1 0-15,0 2 0 16,-1-3 0-16,2 2 0 16,3-2 0-16,-1 1 1 15,0 0-1-15,1-1 0 0,1 0 0 16,-2 0 0-16,2 1 0 15,1-2 1-15,-1 5 1 16,-2-2-4-16,2-2 4 16,-2 4-2-16,3-1 0 15,-1 0 0-15,1 0 0 0,-2-1 0 16,2 0 1-16,1 0-1 16,2 1 0-16,-2 0 0 15,2-3 0-15,1 2 0 16,1 0 0-16,0 2 0 15,-2 0 0-15,0 0 1 0,2 1-1 16,-2 0 0-16,0 1 0 16,0 0 0-16,-2 0 0 15,4-1 1-15,-2 1-1 16,0-3 0-16,0 2 0 16,2 0 0-16,-2-2 0 15,2 0 0-15,-2 0 0 0,0 1 0 16,2 0 0-16,0-3 0 15,0 2 0-15,0-2 0 16,0 2 0-16,0-1 0 16,0-2 1-16,0 2-1 15,4 1 1-15,-2 1-1 0,0-1 0 16,2 1 0-16,0 2 0 16,-2-2 1-16,2 2-1 15,-2-3 0-15,1 1 0 16,1-1 0-16,0-1 0 0,-2-1 0 15,2 2 0-15,2-1 0 16,0-1 0-16,-1 1 1 16,1 1-1-16,1 1 0 15,-3-2 0-15,3 2 1 16,2 1-1-16,-2 0 0 16,-1-1 0-16,1 2 0 15,2-3 0-15,-2 3-1 0,1-3 1 16,2 1 0-16,-1-2 0 15,0 2 0-15,4-1 0 16,-4 0 1-16,2 0-2 16,1-1 0-16,1 1 1 0,1-2 0 15,1 2 0-15,1-1 2 16,1-1-2-16,1 1 0 16,-3 0 1-16,4-1-1 15,1 0-1-15,-4-1 1 16,4-1 1-16,-3 1 0 0,2-1-1 15,1-1 0-15,-3 1 0 16,2-2 1-16,0-1-1 16,2-1 0-16,-1-2 0 15,0 0 0-15,0 0 0 16,2 0 0-16,-2 0 0 0,1 0 0 16,3-3-1-16,-2-3 4 15,1 0-3-15,1-1 0 16,-1-3 2-16,2 3-2 15,-6-3 0-15,0 2 0 16,0-2 1-16,-1-2 0 16,-3 1-2-16,-1 0 2 0,-1-2 1 15,1 2 3-15,-3-2 2 16,1 0-2-16,-4 0 4 16,1-1 0-16,0-3-3 15,-2 0 3-15,2-3 0 16,-2-1-2-16,3-2 0 0,0-1-4 15,-3 1-2-15,1-4 0 16,-3 4 0-16,0-3 0 16,-3 0 0-16,-2 0 0 15,0-1 2-15,0 2-1 0,0-1 1 16,-2 1-2-16,-3-1 0 16,2-1 0-16,-1 0 0 15,-2 0-1-15,1 2 1 16,-2-1-1-16,0 2 4 15,-1 1-2-15,3 2-1 16,-3-1 1-16,0 4-2 0,0 0 1 16,3 1-1-16,-3 1 0 15,1-1 0-15,0 0 0 16,0 0 0-16,0-1 0 16,-1 0 0-16,0 0-1 15,0-1 2-15,-1 3-2 0,-1 1 2 16,-1 1-4-16,3 3 2 15,-4 1-2-15,1 1 6 16,0-1-3-16,-2 3 1 16,2 0 1-16,0 0-2 15,-3 1 2-15,3 0-2 0,-3 1 1 16,1-2 0-16,2 3 0 16,-3-1-2-16,2 2 0 15,-3 1 1-15,0 0 0 16,-1 2 0-16,1 0-1 15,-1 0 1-15,-1 0-1 0,0 0 1 16,4 4-1-16,-1 2 1 16,1 5-3-16,2-2-7 15,2 5-13-15,1 0-18 16,3-1-22-16</inkml:trace>
  <inkml:trace contextRef="#ctx0" brushRef="#br0" timeOffset="57428.3">4166 6939 1 0,'2'3'9'0,"1"1"-2"0,-3 0 3 0,2-1-1 0,1 0-4 15,-1 0 0-15,2-2 0 16,-2 2 0-16,2-3 0 16,3 0 4-16,-1 0 0 15,2 0 0-15,1 0 0 0,0-4-2 16,4-2 1-16,-2-4 0 15,3 2-3-15,1-5 0 16,1 0 0-16,-2 0-1 16,4 0-1-16,-3-3 1 15,5 0-1-15,-4-3 0 0,4 1 0 16,0-2 1-16,0-2-2 16,2 1-2-16,-1-1 1 15,-2 3-1-15,-2 2-1 16,-2 3-1-16,-3 3-10 15,-4 7-1-15,-3 3-8 0,-5 1-13 16,0 2-39-16</inkml:trace>
  <inkml:trace contextRef="#ctx0" brushRef="#br0" timeOffset="58076.2">4146 6936 9 0,'0'0'2'0,"0"0"-1"0,0 0 2 0,0 0-1 16,0 0 4-16,0 0-1 16,0 0 1-16,0 0-2 0,0 0-2 15,0 0-1-15,0 0 3 16,11 34 4-16,-8-30 0 16,3-1-5-16,1-1 4 15,0-1-5-15,-1-1 1 16,3 0 2-16,1 0 3 0,-1 0-2 15,4-5 0-15,2-3 1 16,0-3-3-16,4-2 0 16,1-1 0-16,-2-2 0 15,2-2-2-15,1-2 2 16,2 1 0-16,-2-5-1 16,2 0 0-16,0-1 1 0,0 1-2 15,-2 1-2-15,-1 2 0 16,-3 5 0-16,-1 2 0 15,-5 4-1-15,-2 3-2 16,-3 7-2-16,-2 0-13 0,-4 0-7 16,0 8-10-16,0 2-21 15</inkml:trace>
  <inkml:trace contextRef="#ctx0" brushRef="#br0" timeOffset="58681.92">4151 6989 2 0,'0'0'9'0,"0"0"5"0,0 0-1 0,0 0-1 0,0 0-6 16,0 0-1-16,0 0 0 15,0 0 1-15,0 0 1 16,0 0 2-16,42 20 3 15,-34-20-2-15,4-6-3 0,-3-1-1 16,5-5-2-16,1 2-2 16,3-5 1-16,2-1-1 15,0-2 0-15,5-1 0 16,2-4-1-16,0-1 1 16,-1 0 2-16,1 0-2 15,-2 4-1-15,-5 1-1 0,-4 4 0 16,0 4 0-16,-4 3 0 15,-2 4-2-15,-5 4-6 16,-1 0-20-16,-4 2-15 16</inkml:trace>
  <inkml:trace contextRef="#ctx0" brushRef="#br0" timeOffset="59609.14">4092 7006 1 0,'0'0'1'0,"0"0"5"0,0 0 0 0,0 0 1 0,0 0-3 16,0 0 0-16,0 0 0 15,0 0-2-15,0 0-1 16,0 0 2-16,0 0 3 16,0 0 6-16,38 32 3 0,-33-32-1 15,2 0-6-15,0 0-1 16,1-7-2-16,3 0-1 16,3-3-2-16,1 0 0 15,-1-1-1-15,1-2 1 16,2-1 1-16,0 1-1 0,-1-1 0 15,-1 2-1-15,-3 3-1 16,-1 0 0-16,-3 3 0 16,0 2 1-16,-4 3-2 15,-2 1 0-15,-1 0-2 0,1 0-12 16,0 1-17-16,-2 4-20 16</inkml:trace>
  <inkml:trace contextRef="#ctx0" brushRef="#br0" timeOffset="61912.21">4082 7011 36 0,'0'0'10'0,"0"0"7"0,0 0-7 0,0 0-7 16,0 0-1-16,0 0-2 16,0 0 0-16,0 0 0 15,0 0 0-15,0 0 1 16,0-37 1-16,0 33 1 0,0 2 10 16,0 1 0-16,0-1-1 15,0 0-5-15,0 2-2 16,0 0-3-16,0 0-2 15,0 0-2-15,0 0-2 16,2 0 4-16,0 0 0 16,3 0 0-16,-1 4 0 0,2 1-1 15,-1 0 0-15,2 1-1 16,-3-3 1-16,1 4 0 16,1-1 0-16,-3-1-1 15,3 1 0-15,-3-2 0 16,1 0 2-16,-2 2-1 0,1-3 1 15,-1 0 0-15,2-2 0 16,-2 2 0-16,0-3 0 16,3 0 0-16,-1 0-1 15,2 0 1-15,0-7 1 16,1-2-1-16,3 1 1 0,-2-3-1 16,0-2-1-16,1 1 4 15,5 0-3-15,-5-3 1 16,2 1 0-16,2-4 2 15,2 2 3-15,2 0 0 16,-2-3-2-16,3 0-3 16,-1 2 2-16,2 2-2 0,-3-1 0 15,1 0-1-15,-1 5 0 16,-3 0 1-16,-2-1-1 16,1 5 0-16,-4 3-1 15,-1 1 1-15,-3 1-1 0,0 2-4 16,-2 0-12-16,-2 7-3 15,-2 1-8-15</inkml:trace>
  <inkml:trace contextRef="#ctx0" brushRef="#br0" timeOffset="62909.96">4064 6921 11 0,'2'0'15'0,"0"0"-7"0,-2 0-6 0,0 0 6 16,2 0 1-16,-2 0-3 16,2 1-1-16,0 2-3 15,-1 4 2-15,2-3-1 16,-1 3-2-16,2 0 0 16,-2 2 0-16,2-1-1 0,3-1 1 15,-3 2-1-15,6-2 0 16,-4 0 1-16,3-1-1 15,-2-2 1-15,4 2 1 16,-2-5-1-16,0 1 0 16,2-2 0-16,-2 0 0 0,2 0 2 15,1-5-1-15,-1-2 2 16,1-3-2-16,2 0 1 16,-1-4-2-16,2 1 3 15,0-1 4-15,1-3 0 16,-3 2-3-16,3-1 4 15,-1-1-6-15,1 0 0 0,-1 1-2 16,-1 1 2-16,1 0-2 16,-1 3-1-16,-1 0 1 15,0 2-1-15,-1 2 0 16,-3 2 0-16,-3 2 0 16,2 1-1-16,-4 3 0 0,-2 0-2 15,-2 0-1-15,0 3-5 16,0 4-3-16,-2 2 0 15,-8 2-11-15</inkml:trace>
  <inkml:trace contextRef="#ctx0" brushRef="#br0" timeOffset="63608.35">4032 7014 59 0,'0'0'8'0,"0"0"3"0,0 0-7 0,0 0-3 16,0 0-1-16,0 0-1 16,0 0-3-16,0 0 1 15,0 0 4-15,0 0-1 16,0 0 1-16,16-3 0 0,-11-1-1 15,3 1 0-15,-1 2 0 16,-1-1 0-16,0 0 0 16,-2 0 0-16,0 2 0 15,-1 0 0-15,1 0 0 0,-2 0 0 16,2 0 0-16,-2 0 0 16,4 0 0-16,-2 0 0 15,0 0 0-15,-1 4 0 16,1-2 0-16,2-1 0 15,-1 1 0-15,0-1 0 16,-3-1 0-16,2 0 0 0,1 0 0 16,-1 0 1-16,-2 0-1 15,3-3 0-15,1-4 3 16,-1 0 3-16,2-3 1 16,-1 0 0-16,3-1 1 15,1-2-2-15,1-1 1 0,1-3 3 16,3 1-6-16,0-4 0 15,3 2 0-15,0-2-1 16,-3 1 2-16,4 4 0 16,-6-1-3-16,3 5-3 15,-5 4 0-15,-1 4-2 0,-2 3-12 16,-6 0-21-16,-2 0-10 16</inkml:trace>
  <inkml:trace contextRef="#ctx0" brushRef="#br0" timeOffset="65500.13">3607 6468 17 0,'0'0'28'0,"0"0"-25"0,0 0 2 0,0 0 5 16,0 0 5-16,0 0-8 15,0 0-1-15,-6-41 2 16,0 36-3-16,1-1 1 16,-3 1-4-16,2 0 0 0,-2-2-1 15,1 4 1-15,-3-1 0 16,2 1 1-16,1 0-1 16,-3 1 0-16,0-1 1 15,1 0 3-15,-2-1 1 0,-1 1 2 16,0 0-2-16,0 0-3 15,-1 0-1-15,-5 1-3 16,4 1 0-16,-4 1 1 16,1 0-1-16,-1 0 1 15,2 0 0-15,-2 0 2 16,1 0-2-16,-1 2 0 0,2 2 0 16,-2 2-1-16,0 0 0 15,0 2 0-15,-2 3 0 16,0 2 0-16,2-1 0 15,0 3 1-15,-1 1-2 0,2-1 2 16,0 2-1-16,1 2 0 16,-3-1 0-16,4-1 0 15,-1 2 1-15,3-2-1 16,-2 0 0-16,-1 1 1 16,3-2-2-16,-1 1 1 15,3 0 0-15,-1 1 0 0,2 1 1 16,1-1-1-16,1 2 0 15,0 0-1-15,2 0 2 16,1 1-1-16,3-2 0 16,-3 2 0-16,4-4 0 15,1-1 0-15,0 4-1 0,0-5 1 16,0 0-1-16,0 0 2 16,4 1-2-16,0 0 2 15,3 2 1-15,1 0-1 16,0-1 0-16,1 3 1 15,1 0-2-15,0 0 0 0,-2 0 0 16,1 0 1-16,0 1-1 16,0-1 0-16,0 0 0 15,0 0 1-15,0 1-1 16,0-2 0-16,-3-1 0 16,3-1 0-16,1 0 0 15,-2-2-1-15,3-1 1 0,1-3 1 16,-1-1-1-16,3 1 1 15,-1-2-1-15,2-2 1 16,-1 3 0-16,1-2-1 16,1 1 1-16,0-1-1 0,0 2 0 15,-2-1 1-15,3-1-1 16,-4 1 1-16,3-2-1 16,-3 0 0-16,1 0 0 15,1-2 0-15,-3 0-1 16,1-1 0-16,0-1 1 0,1-1 2 15,-1 0-1-15,1 0-1 16,-3-2 1-16,3 3 0 16,0-3-1-16,3 4 0 15,-2-3 2-15,1 2-2 16,1-1 0-16,0-1 0 16,2-1 0-16,1 0 1 0,-1 0-2 15,2 0 1-15,0 0 0 16,1-3-5-16,-2-5-6 15,2 3-1-15,1-5 5 16,0-1-2-16,0-2 6 16,0-1-1-16,2-1 4 0,-4-1 0 15,2 0-2-15,2-2 4 16,-4 2-1-16,0 0-2 16,-3 1 2-16,-2-2 3 15,-2 1 1-15,-2-1 3 16,0 0-2-16,-3-1 3 0,-3 2-3 15,-1-1 0-15,2 0-3 16,-3 1 1-16,-3-2-2 16,3 1-2-16,-4 0 1 15,0 1-1-15,0-1 1 16,0 0 0-16,0 0-1 16,0 1 0-16,0-1 1 0,-5 0 1 15,-1 0-4-15,1-2 8 16,-2 0-5-16,1-1 1 15,-1 0 0-15,-1-5 0 16,0 1 0-16,-1-1 0 0,-3 1 2 16,0-1 0-16,-1 1 1 15,-3 1 2-15,0 4-3 16,-2 2 0-16,1 3-6 16,-4 7-1-16,1 3-34 15,-2 1-55-15</inkml:trace>
  <inkml:trace contextRef="#ctx0" brushRef="#br0" timeOffset="65748.85">4012 6977 125 0,'5'0'-26'0,"-1"0"26"0,-2 0 1 0,1 0-1 0,-1 0-9 0,2 0-35 15</inkml:trace>
  <inkml:trace contextRef="#ctx0" brushRef="#br0" timeOffset="66156.31">4012 6977 6 0,'38'26'5'16,"-38"-26"7"-16,0 0-2 0,0 0 1 15,0 0-4-15,0 0 6 16,0-2 6-16,0 1-3 16,0-2-6-16,0 3-6 15,0 0-3-15,0 0-1 16,5 0 0-16,1 0 1 16,-1 0-1-16,1 0 0 0,2 0 0 15,-2 0 0-15,-1 4 0 16,3-1 0-16,-1 4-1 15,2-1 2-15,-2-2-1 16,-1 3 0-16,1-2 0 16,0-3 0-16,0-1 1 0,-1-1 0 15,3 0-1-15,2-2 4 16,5-11 5-16,4-4 1 16,7-3-2-16,4-8-3 15,9-6-3-15,10-5-2 16,3-9 2-16,5-6-8 0,2-7-78 15</inkml:trace>
  <inkml:trace contextRef="#ctx0" brushRef="#br0" timeOffset="78189.1">12273 3664 113 0,'0'0'-3'0,"0"0"4"0,0 0-2 0,0 0 1 0,0 0 1 15,0 0-1-15,0 0 1 16,-2 0 1-16,-1-2 4 15,3-1 7-15,-3 1 0 16,2 0-4-16,1 1 1 0,-1-2-8 16,0 3-1-16,1 0-1 15,-1 0 0-15,1 0 0 16,-4 0 0-16,0 0 0 16,-1-1-1-16,-1 1 1 15,-4-2 0-15,2 2 1 0,1-3 1 16,-4 3-1-16,4 0 0 15,-2 0-1-15,-2 0 0 16,0 0 0-16,2 0 0 16,-2 0 0-16,-1 0 0 15,2 0 0-15,3 0 0 0,-3 0 1 16,0 0-1-16,3 0 2 16,-5 0 1-16,1 0 3 15,-1 1-3-15,-2 3-2 16,-1-1-1-16,0 1 0 15,-2 1 1-15,-3 0-1 0,2 0 0 16,0 2 1-16,-1-2 0 16,2-1 1-16,-1 3 3 15,1-3-1-15,-1 2-1 16,2 1 0-16,3-3-2 16,-1 3 0-16,1 0-1 0,0 2 0 15,3-2 0-15,-1 3 1 16,2 0-2-16,-4-1 2 15,4 3-1-15,0-3 0 16,-2 4 0-16,2-2 0 16,2 3 1-16,-1 0-1 0,2-1 1 15,-2 1-1-15,3 2 1 16,-3 0-1-16,3-2 1 16,-2 2-1-16,0-1 0 15,1 1 1-15,0 0-1 16,1-1 0-16,-3 2 0 15,4 1 0-15,0-2 0 0,-2 1 0 16,3 0 0-16,1 2 1 16,-4 1-1-16,2-2 0 15,2 3 1-15,0-2-1 16,-2 2 0-16,2-1 0 16,0 0 1-16,1-2-1 0,-1 2-1 15,0-4 2-15,2 1-1 16,0-3 0-16,0 2 0 15,0-3 2-15,0-1-2 16,4 2-2-16,3-1 1 16,-1 1 2-16,4-2-1 0,-4-1 2 15,3 2-2-15,-2-2 0 16,4 1 1-16,-2 0-1 16,-1-2 1-16,2 2-1 15,-1-1 0-15,0-1 1 16,0 1-2-16,4-2 0 0,-2 1-2 15,1 0 3-15,1-2 0 16,3 1 0-16,-1-2 0 16,1 4 0-16,0-4 3 15,2-1-3-15,-1 1 0 16,-1 0 1-16,-1-2-3 0,-1-1 0 16,0-1 1-16,2 1 1 15,-2 0 0-15,1 1 3 16,2 0-2-16,1 1-1 15,0 1 1-15,2-2-1 16,1 1 0-16,0-3 1 0,0 1-1 16,1-1-7-16,-2 0 6 15,2 1 2-15,-2-1 1 16,3 0 1-16,-5 0-2 16,4 0-1-16,1 0 0 15,-2 0 1-15,0-1-1 16,-1 2 0-16,2-4 1 0,-3 2-2 15,3-1 1-15,-3-1-1 16,4 2 0-16,-3-1 2 16,0 2 0-16,1-2-1 15,3 1 1-15,-5 2-1 16,4 2 0-16,2-3 0 0,0 1 0 16,0 0 1-16,0-1-1 15,1 1 0-15,0-1 0 16,-3 0 0-16,-2-2 0 15,2-1 0-15,-1 1 0 0,1-1 0 16,-1 0-2-16,1 0 5 16,0 0 1-16,3 0-1 15,1-2-2-15,-3-1 0 16,0 0-1-16,0 2 0 16,0-2 1-16,-6 0 0 0,4 2 1 15,-3-2 0-15,0-1 0 16,1 1 2-16,0-1-3 15,0 1 0-15,0-2 0 16,1 1 0-16,-3 0-1 16,2-2 1-16,-3 1 0 15,0 0 0-15,-2-2-1 0,1 3 2 16,1-4-1-16,-1 2 2 16,-3 0 0-16,1-1-2 15,-3-1 2-15,1 0 0 16,-1-2 2-16,0-1-2 15,4 1-1-15,-2-4 0 0,-1 0-2 16,-1-2 0-16,0 2 1 16,0-3-1-16,-2-2 1 15,-2 2 0-15,0-3 4 16,4 2 1-16,-7-2 1 16,3 0-4-16,-3 0-1 0,-1 0-1 15,0 2-1-15,1-3 1 16,-2-1-1-16,0 0 0 15,0-1 0-15,-2 1 0 16,0-2 1-16,0 2-1 0,-4-1-1 16,-3 3 3-16,2-1 0 15,-3 2 0-15,3-2 0 16,-1 3 0-16,-1 2-1 16,2-3 0-16,-1 1-1 15,3 1 0-15,-3-2 0 16,0 1-1-16,2-2 1 0,-4 3-1 15,3-3 0-15,-3 2 0 16,1-1-2-16,-3 2-2 16,-2 0 5-16,0 0 1 15,0 2-2-15,0-1 3 16,-4 2 0-16,2 2-2 0,-2-2 0 16,-1 3-3-16,-1-2 4 15,0 3-2-15,0-1 0 16,0 1 1-16,0-1 1 15,-1 0-1-15,3 0 1 16,-2 1-2-16,-3 2 2 16,2-2-3-16,-3 1 2 0,1 2-2 15,-6 0 1-15,3 3 2 16,-1-2-2-16,-1 1 1 16,-1 0 1-16,1 2-1 15,0-1 0-15,-3 1-2 16,2-1 2-16,-1 2-1 0,-1 0-2 15,1 2-3-15,0-3 4 16,0 3 0-16,2-2 2 16,-2 2-1-16,0-1 2 15,1-1-1-15,0 2 0 0,-1-1 0 16,0 1 0-16,0 0 0 16,1 0 1-16,-1 0-1 15,-1 3 0-15,2 1-1 16,-2 3 0-16,-2-1 2 15,-2 3-4-15,3-1-4 16,-3-1-2-16,0 2 2 0,2-1 7 16,1-1-1-16,1 2 1 15,0-2 0-15,2 1 1 16,-2 1-1-16,5-1 0 16,-3 1 0-16,0 2 1 15,2-2-1-15,-2 1 0 16,1 1 0-16,2 2-1 0,-1-2 2 15,0 3-1-15,0-2 0 16,1 3 0-16,2-2 0 16,1 2 1-16,1 0-1 15,2-1-1-15,1 2 1 0,1 1 0 16,0 0 0-16,1-1-1 16,3-1 1-16,1 2 0 15,0-1 0-15,0-2 0 16,4 2-1-16,-2 1 1 15,2-1 1-15,-1 0-1 0,3 3 0 16,1-1 0-16,-1-2 0 16,3 5 0-16,2-1-2 15,0 0 2-15,0 1-1 16,0 1 1-16,0-2 0 16,0 1-2-16,1-1 1 0,1-3-1 15,2 1 2-15,2-1 2 16,-2 0-4-16,3-2 2 15,0-1 0-15,2 1 0 16,-3 0 0-16,3-1 0 16,-1 0 0-16,-1 3 0 0,1-3 0 15,-2 1 2-15,2 0-2 16,-2-1 0-16,1 0 0 16,-2-1 0-16,0 2 0 15,1-3 0-15,-1 1 0 16,1-3 0-16,-2 3 1 15,1-2-2-15,4-1 1 0,-5-1-2 16,3-1 2-16,-2 1 0 16,3-2 0-16,-3-1 2 15,2 0-2-15,0 0-2 16,-1 0 2-16,0-2 2 16,2 3-2-16,0-1 0 0,1-2 0 15,-2 2 0-15,4-1 1 16,0 1-1-16,-2-2-3 15,3 1 5-15,0 0-2 16,1 0-2-16,-1-1 2 16,1 0-1-16,1 0 2 0,-3 1-1 15,3-4 2-15,1 3-1 16,1-1-2-16,-3 0 2 16,3 1-2-16,2-1 1 15,0 0 0-15,-2-1-2 16,2 0 4-16,-1 1-1 0,3-1-1 15,-3 3 2-15,2-2-2 16,-1 1 0-16,0 1 0 16,4 0 0-16,-2 0 0 15,3 0 0-15,-1-2 0 16,3 0 0-16,0 0-2 0,1-2 2 16,-2-1-3-16,1 0 1 15,-2 0 3-15,1 0-1 16,1 0 0-16,1 0 0 15,-1 0 0-15,2 0 0 16,2 0 0-16,-2 0 0 0,0 0 0 16,-2 0-1-16,-1 0 0 15,0 0 0-15,-1 0 1 16,-2 0-1-16,2 0 1 16,-2 0 0-16,3 0 0 15,1 0 0-15,-4 0 0 0,3-1 1 16,2-1-1-16,-1-1-2 15,-2 1 2-15,0-1 0 16,2 0 0-16,0 2 1 16,0-1-1-16,0 1 1 15,-3-1-1-15,2 0 0 16,-3 0 0-16,0-1 1 0,-3-1-1 16,-1 0 0-16,0-1 1 15,-1-2 1-15,-1 3 1 16,-1-3-1-16,-1 0-1 15,-2 0 0-15,0-2 2 0,1-2 0 16,2 0 0-16,-1-1-2 16,0-1 0-16,3-2-1 15,-1-2 0-15,1 1 1 16,-1-1-1-16,-1 0 0 16,-1 3 0-16,-2-4 0 0,-1 3 0 15,0-2 1-15,-2-1 0 16,0 0 0-16,1 0 0 15,-3-1 0-15,2 1-1 16,-2-3 0-16,1 1 1 16,-5 0-1-16,0 3 0 15,-2-1 1-15,0 0 3 0,0 0 5 16,-2-2-1-16,-4 2-4 16,-1-2-1-16,-4-1 0 15,4 2-2-15,-2-2 1 16,-2 1-2-16,4 1 1 15,-2 2-2-15,1-4 1 0,0 3-1 16,-2-1 0-16,3 2 1 16,-3-3-1-16,0 0 1 15,-1 1 0-15,1 0-1 16,1-1 2-16,-3 2-4 16,0-1-2-16,1 2 2 15,0-1 0-15,-3 2-1 0,1-1 4 16,-3 0-1-16,2 1 1 15,-1 1-2-15,0 0 2 16,-1-1 0-16,1 0 2 16,0 0-4-16,-2 1 1 0,-4-1 1 15,-1 2-1-15,1 1-1 16,-4 2 1-16,-1-1 1 16,2 1-2-16,-3 2 2 15,1 1-2-15,-1-1 1 16,2 2 1-16,-2 0 0 0,0 0-1 15,-2 3 1-15,0 1 0 16,0 0-2-16,-4 2 1 16,2 1-1-16,-3 0 2 15,1 0-1-15,-1 0 0 16,-1 0 2-16,3 0-1 16,-3 0 0-16,3 0 0 0,-4 1 0 15,2 2 0-15,0-2 0 16,-1 2 0-16,1-1 0 15,1 0-1-15,0 3-1 16,-2-1-4-16,3-3 2 16,0 2 3-16,1 0-1 0,2 1 2 15,0 1 0-15,2-1 2 16,-2 0-2-16,2 0 0 16,0 2 0-16,0 0 0 15,0-1 0-15,3 3 0 0,2 0 0 16,0-1 0-16,4 3 0 15,-2-1 0-15,1 1 0 16,2 1 0-16,1 3 0 16,-3-1 0-16,2 2 0 15,2 0 0-15,-1 2-2 16,-1-1 4-16,1 3-4 0,-1 1 4 16,0 1-4-16,1 1 2 15,3-1 0-15,0 0 0 16,-1 2 0-16,5-2 0 15,-2 2-1-15,4 0 2 16,1 1-2-16,2 1 1 0,1 1 0 16,-1-2 1-16,3 2-2 15,0-2 2-15,1 0-2 16,0-1 1-16,0 1 0 16,2-3 1-16,2 1 1 15,1-1-2-15,1-3 0 0,-2 1 0 16,1-2 0-16,2-3 0 15,-2 2-2-15,1-1 4 16,0 0-2-16,1 0 0 16,0-1 0-16,0-1 0 15,0 0 0-15,3 1-2 16,-2-2 4-16,2-1-2 0,1 3 0 16,1-4 0-16,-3 1 0 15,1-1 0-15,2 0 0 16,-1 1 0-16,1-3 0 15,-3 0 0-15,4-1 0 16,-1 0 0-16,2 0 0 0,1-1 0 16,0-1 0-16,3 0 0 15,-1-3-2-15,1 0 4 16,0 0-2-16,-2-1 3 16,1-1-2-16,-1 0-1 15,-2 0 1-15,1 0-1 0,-1 0 1 16,0 0-1-16,-1 0 0 15,3 0 0-15,-2 0-1 16,3 0-16-16,-6-4-27 16,-1-2-55-16</inkml:trace>
  <inkml:trace contextRef="#ctx0" brushRef="#br0" timeOffset="81244.45">12205 3361 69 0,'0'0'16'0,"0"0"-2"0,0 0-2 0,0 0-3 16,0 0 0-16,0 0 2 15,0 0 0-15,0 0-5 16,0 0-6-16,0 0-2 16,0 0 0-16,0 0 1 15,12-21 0-15,-10 27 2 0,1-1 0 16,-1 1 0-16,2 1 0 16,0 0-1-16,-1-3 2 15,-1 1-1-15,3-1 0 16,-3 0 0-16,0-2 0 15,1-1 0-15,-1 0 0 0,-1 1 1 16,2-2-2-16,-1 0 0 16,0 0 2-16,1 0 5 15,3-6-1-15,1-2 1 16,2-3-2-16,-1-2 1 16,5 0-2-16,0-3-2 0,3-2 2 15,1-1-1-15,3 1 0 16,-3-3-1-16,4 2 3 15,-2-1-2-15,0 0 1 16,1 2 2-16,-5-1-2 16,2 2-2-16,-3 3-1 0,1 1-1 15,-4 2 0-15,0 5-1 16,-2 5 1-16,-5 1-8 16,-4 1-38-16,0 10-18 15</inkml:trace>
  <inkml:trace contextRef="#ctx0" brushRef="#br0" timeOffset="81835.53">12205 3364 56 0,'0'0'10'0,"0"0"11"0,0 0-9 0,0 0-7 16,0 0-3-16,0 0-5 15,0 0 2-15,0 0 1 16,0 0-1-16,0 0 1 15,0 0 0-15,0 0 1 16,17 31 0-16,-13-26-1 0,2-4 0 16,-2 2 1-16,4-3 1 15,-3 0-1-15,5-3 5 16,-1-4 7-16,5-7-4 16,1-3-4-16,3-5 1 15,5-2-1-15,-3-4 6 0,7-2-7 16,1-1 4-16,2-4 0 15,1-1-2-15,0 3-2 16,0-1 0-16,-3 3-4 16,1 5-4-16,-3 9-11 15,-10 3-22-15,-5 8-21 0</inkml:trace>
  <inkml:trace contextRef="#ctx0" brushRef="#br0" timeOffset="91830.98">12192 3299 53 0,'0'0'6'0,"0"0"8"0,0 0-11 0,0 0-2 0,0 0 0 16,0 0-1-16,0 0 1 16,0 0 1-16,-6-36 3 15,6 32 4-15,2 1-3 0,-2 3 0 16,0-1-2-16,0 1-4 15,2 0 0-15,-2 0 0 16,0 0 0-16,2 0 1 16,-2 1-1-16,3 2 1 15,1 1-1-15,-2-1 0 0,2 2 1 16,0-1-1-16,0 1 1 16,-2 0-1-16,0-1 0 15,0 2 1-15,-1-2-1 16,1 0 1-16,0 0 1 15,2 2-1-15,0-2 0 16,0-1-1-16,2 1 1 0,-1-1-1 16,3 0 2-16,-4-1 0 15,2 0-1-15,2-2 2 16,-3 0 4-16,1 0 5 16,0 0-1-16,1-4 0 0,1-2-6 15,2 1-2-15,1-2 1 16,1-2-2-16,1-1-2 15,3-1 2-15,1-4-1 16,0-1 2-16,4-1 4 16,-1-1-3-16,3-5-1 15,-1 1 0-15,3-4 6 0,1 2-7 16,1-3 0-16,1 3 0 16,-2 0-1-16,-1 3 0 15,-5 1 0-15,2 3 0 16,-6 1 1-16,-2 3-2 15,-2 5 0-15,-2 2 2 0,-1 2-2 16,-3 2-2-16,-3 2-1 16,-3 2-22-16,0 8-37 15,-8 1-3-15</inkml:trace>
  <inkml:trace contextRef="#ctx0" brushRef="#br0" timeOffset="92485.66">12153 3303 96 0,'0'0'4'0,"0"0"16"0,0 0-8 0,0 0-8 0,0 0-2 16,0 0-2-16,0 0 1 15,0 0-1-15,0 0 0 16,0 0-1-16,0 0 1 0,0 0 1 16,24-10 0-16,-19 17-1 15,1 2 0-15,1-1 0 16,1 2 0-16,2 0 0 16,-1-1 1-16,1-2-1 15,2 1 0-15,-4-5 1 0,2 0 1 16,1-3-1-16,-2 0 0 15,0 0 2-15,3-6 1 16,1-5 8-16,3-2-4 16,0-1-6-16,3-3 6 15,0 0-8-15,4-2 3 0,0 0-2 16,0 0 0-16,2-1 0 16,2 1 0-16,-2-2 1 15,0 0 4-15,0 0-4 16,-1-2 0-16,2-1 1 15,-3 3 0-15,0-1 0 0,-2 3-2 16,-3 3 2-16,1 0-1 16,-6 5-1-16,1 1-1 15,-2 4 1-15,0 3-1 16,0 3-2-16,-4 0-17 16,-4 0-58-16</inkml:trace>
  <inkml:trace contextRef="#ctx0" brushRef="#br0" timeOffset="100963.25">22968 7249 171 0,'0'0'-21'0,"0"0"46"0,0 0-4 15,0 0-11-15,0 0-7 0,0 0-6 16,0 0 3-16,0 0 2 16,0 0-1-16,0 0 0 15,-14 47 1-15,14-28 0 16,2-1-2-16,3 1 1 15,-2 1 0-15,1 0-1 0,-2 1 0 16,-1-2 0-16,0-2-1 16,-1-2-9-16,0-2-16 15,0-4-14-15,-6-2-12 16</inkml:trace>
  <inkml:trace contextRef="#ctx0" brushRef="#br0" timeOffset="101606.69">22870 7295 45 0,'0'0'9'0,"0"0"14"15,11-41-5-15,-4 30 0 16,2-2-3-16,2 0 1 15,1 2-7-15,4-2 0 0,0 3 0 16,2 1-6-16,2 0 2 16,-2 3-1-16,2 0-1 15,-2 2-1-15,-1 4-1 16,0 0 0-16,-4 0-1 16,-2 0 0-16,0 7 1 15,-4 0 0-15,-1 5 5 0,-1-2-4 16,-3 1-4-16,-1 0 2 15,-1 2-3-15,0 0 0 16,0-3 2-16,-5 1 0 0,0-1 1 16,-5 0 0-16,0-3 0 15,-1 2 1-15,-1-1 0 16,-1 0-1-16,-2 0 0 16,0-1 0-16,1 1 0 15,0 1 0-15,5-2 0 16,-3-1 0-16,1 0 0 0,5-1 1 15,0 0-1-15,2-4-1 16,3 3 2-16,-1-4-1 16,2 2 0-16,0-2 0 15,0 0 0-15,0 0 7 16,2 0-8-16,3 0 5 0,4 0 8 16,4 0-2-16,0 0-3 15,0 0 0-15,3 0-4 16,1 0 2-16,0 0-2 15,1 1-2-15,-3 3-1 16,1 3 1-16,-3-2-1 0,-2 3 0 16,-1-1 0-16,0 0-4 15,0 0-8-15,-1-1-18 16,-1-3-26-16,-1 0-49 16</inkml:trace>
  <inkml:trace contextRef="#ctx0" brushRef="#br0" timeOffset="101902.99">23318 7234 137 0,'0'0'3'0,"0"0"1"0,0 0-6 0,0 0 2 0,0 0 2 15,9 37-2-15,-7-24 1 16,1 0-1-16,-3-2 0 16,2 1 0-16,-2-3 1 15,0 0-1-15,0 0 0 0,0-2-1 16,0 0-14-16,0-5-29 15</inkml:trace>
  <inkml:trace contextRef="#ctx0" brushRef="#br0" timeOffset="102302.86">23288 7259 66 0,'0'0'6'16,"0"0"18"-16,0 0 5 15,0 0-10-15,3-39-2 0,1 35-3 16,6 1-6-16,-1 3-3 16,5 0-3-16,1 0-1 15,3 9 0-15,0 2-1 16,2 2 1-16,0 0 1 16,-1 2-1-16,0-1 1 0,-3-4-2 15,0 0 0-15,-2-3 0 16,-2-4 1-16,-1 0 0 15,-4-3 0-15,-1 0 10 16,0 0 11-16,-2-7-6 16,0-3-5-16,-4-3-2 0,0-3-1 15,0-2-2-15,0-3 1 16,-2 0-3-16,-4-1-1 16,0 1-2-16,-1 2 3 15,2 2-2-15,-1 5-3 16,3 2-1-16,1 5-1 0,2 5 2 15,0 0-30-15,0 3-53 16,0 3 27-16</inkml:trace>
  <inkml:trace contextRef="#ctx0" brushRef="#br0" timeOffset="102665.43">23699 7124 107 0,'0'0'3'0,"0"0"24"0,0 0-25 15,0 0-1-15,0 0-1 16,0 0 1-16,0 0 0 16,1 50 1-16,1-36 0 15,1 1 0-15,-1 2 0 0,0-3-2 16,-1-1 1-16,1 1-1 16,0-1 1-16,-2-3-1 15,1-3 1-15,2 0-1 16,-3-1 0-16,0-2-4 15,1-1-23-15,0-3-36 16</inkml:trace>
  <inkml:trace contextRef="#ctx0" brushRef="#br0" timeOffset="103135.37">23739 7145 94 0,'0'0'2'0,"0"0"-1"0,0 0 1 16,0 0-2-16,37 8 1 15,-25-2-1-15,-1 0 2 16,2 4-1-16,3-2 3 15,-3 2 0-15,3 0-2 0,-6 0-1 16,0 1 1-16,2-4-1 16,-3 2 1-16,-1-2 0 15,1-1 0-15,0-2 0 16,-2-2 1-16,-1-1 3 16,-1-1 7-16,-1 0 5 15,-2 0 3-15,-1-3 7 0,-1-5-5 16,0-3-7-16,0-1-4 15,-2-5-5-15,-3 1 2 16,0-1-5-16,-1-3 1 16,1 3-3-16,3 0 0 15,-5 1-1-15,4 1 1 0,2 4-2 16,1 2 0-16,-2 3 0 16,2 5 0-16,0 1-13 15,0 0-82-15,0 0 18 16</inkml:trace>
  <inkml:trace contextRef="#ctx0" brushRef="#br0" timeOffset="104685.84">23981 6872 62 0,'0'0'-5'0,"0"0"7"0,0 0 5 0,-38-27 8 16,27 17 3-16,1 2 6 16,1-1 6-16,-4-1-3 15,3 0-5-15,-2 0-6 16,0 0-5-16,-1 0-3 0,-5 2-3 16,0-1-2-16,-1 1 0 15,-2 3-3-15,-3 0 1 16,1 1-2-16,-1-2 2 15,-2 3-1-15,0 1 1 16,1-2 0-16,-1 2-1 16,-2 0 1-16,2 2 0 0,-3-1-2 15,-2 1 2-15,1 0-1 16,-3 0 0-16,0 3 0 16,1 1 0-16,-1 2 0 15,0 1 0-15,-1-1 1 16,1 2-1-16,3 0 0 0,0 1-1 15,-4-1 2-15,1 2-1 16,0 0-1-16,-1 3 2 16,-1-3-2-16,-1 4 2 15,1 0-1-15,0 1-1 0,-1-1 2 16,3 3-1-16,0-3 0 16,2 0 0-16,1 1 0 15,2 0 0-15,2-1 0 16,3 1 0-16,2 2 1 15,-1-2-1-15,4 2 0 16,2 3 0-16,-2 0 0 0,2 3 1 16,2-1-1-16,0 1 0 15,1 4 1-15,1-3-1 16,3 2 0-16,0-2 0 16,2-1 1-16,1-2 0 15,4-1-1-15,0 0 0 0,2-2 0 16,0-1 0-16,0 2 2 15,0-1-2-15,0 2 0 16,4-1 1-16,3-1-1 16,0 3 2-16,1-1-2 15,1 0-2-15,1 0 1 16,1-1 2-16,1-1 1 0,2-2-2 16,-5-2 0-16,5 1 0 15,1-5 1-15,1 2 1 16,0-2-3-16,2 0 3 15,3 0 0-15,1-2 0 0,2 1 0 16,1 1 0-16,2 1-1 16,-2-1 0-16,4 1-1 15,-2 1 1-15,0-1-1 16,2 0 1-16,1-1-1 16,0 0 0-16,2 0 0 0,2-3 0 15,1 0 1-15,1 0-1 16,2-2-2-16,0 0 2 15,1 0 1-15,3-1-1 16,2 0 1-16,1-1 0 16,6 1-1-16,-4-1 0 0,2-3 0 15,-2 0 0-15,-1 0 1 16,2 0-2-16,-3 0 0 16,4-7 2-16,-3-1-1 15,0-1 1-15,0 0 0 16,-2-1 0-16,-2-1-1 0,-3 0 1 15,0-2-1-15,-4 3 0 16,-1-3 2-16,-4 0-2 16,-4 1 0-16,-6-1 1 15,2-1-1-15,-5-1 3 16,-3 0 0-16,-2-4 1 16,2 1 0-16,-2-5-1 0,0 2-1 15,-2-5-2-15,0 1 1 16,-1-2 0-16,-3 1-1 15,-1-1 0-15,-2 0 0 16,1 2 2-16,-2-2-2 16,0-1 0-16,-2 1 1 0,0 0-1 15,0 1 0-15,0 0 3 16,-1-1-2-16,-5 3 1 16,-1 0 0-16,0 1 0 15,-3 2 5-15,3 1-4 16,-1 0 0-16,0 3-2 0,-1 0 0 15,1-1-2-15,1 1-1 16,-2 2 0-16,-2-2 2 16,0 1 1-16,-3 0-1 15,-1-1 1-15,-2 2 2 16,2 0-2-16,-2-2 0 0,1 2 0 16,-4 0-3-16,3 2 3 15,-4 0-1-15,0 2-1 16,-3 3 0-16,0 0 0 15,1 4-1-15,-6 3-14 16,-2 1-28-16,0 0-41 0,-1-2-63 16</inkml:trace>
  <inkml:trace contextRef="#ctx0" brushRef="#br0" timeOffset="105164.48">23526 6509 113 0,'0'1'4'0,"0"-1"-5"0,1 1 2 15,1 2 2-15,-1 0-2 0,0 1-1 16,1 1 1-16,-1-1-1 15,0 0 1-15,0-3 0 16,2 2 0-16,-2-3 1 16,3 0 8-16,0 0 18 15,3-4 7-15,2-6-13 0,7-4-6 16,1-7-2-16,8-5-2 16,5-4-4-16,9-7-1 15,7-2-1-15,6-4-2 16,7-4-3-16,8-3 0 15,6-9-3-15,4-8-72 16</inkml:trace>
  <inkml:trace contextRef="#ctx0" brushRef="#br0" timeOffset="205149.06">23224 6774 41 0,'0'-2'4'0,"0"1"0"0,0-2-2 16,0 2 3-16,-2-2-2 15,-1 3 2-15,2-4 2 16,-1 3 0-16,0-1 0 16,2-1-3-16,-1 2-1 0,1-1 0 15,0 0 1-15,0 0 0 16,0-1-3-16,1 1-1 16,4-2 0-16,2 0 2 15,3 0 0-15,0 0-1 16,0 0 1-16,2 2-1 15,0-1-1-15,1-1 1 0,-1 3 0 16,1-1-1-16,1 1 0 16,1-2 1-16,1 3-1 15,0-3 0-15,3 3 0 16,1 0 1-16,-3-1-1 16,1 1 0-16,1 0 1 0,-3 0-1 15,0 0 0-15,0 0 0 16,-1 0 2-16,3 0 0 15,-3 0-1-15,1 0 0 16,-1 0 1-16,-1 0-1 16,0 1-1-16,-2 2 1 15,0 0-1-15,-5 0 0 0,4-1 0 16,-1 1 1-16,2 0-2 16,0 0 2-16,3 3-1 15,1 0 0-15,-1 2 0 16,0 0-1-16,-4-2-27 15</inkml:trace>
  <inkml:trace contextRef="#ctx0" brushRef="#br0" timeOffset="212977.5">16360 11360 24 0,'0'-3'26'0,"0"-1"-1"0,0-1-10 16,1 0-4-16,2 1 0 15,1-2-3-15,-2 1-2 16,0 0 1-16,0 0 4 16,-1 1-3-16,1 0-2 0,-1 0-3 15,0 1 1-15,-1-1-3 16,0 4 5-16,1-1 2 15,-1 1 3-15,0 0-4 16,0 0-7-16,0 0-3 16,0 0-3-16,0 6 9 15,0 2-2-15,0 2 2 0,0 0-3 16,0 1 2-16,0-1-2 16,3 1 0-16,-1-3 0 15,0 0 1-15,1 1 0 16,1-1-1-16,1-2 1 15,-2-2-1-15,2 1 0 0,0-3 0 16,0-2 0-16,0 0 2 16,2 0 0-16,-1 0 1 15,2-2-2-15,-2-3-1 16,3-5 1-16,-1 3-1 16,-2-3 1-16,1 3-1 0,-2 0 1 15,0 1-1-15,-1 1 0 16,-2 3 1-16,0 2-1 15,-1 0-1-15,1 0-1 16,0 9 1-16,4 1 2 16,-3 2 0-16,3 1 0 0,3 0 0 15,-2-2 0-15,2-2-1 16,3-2 0-16,-2-3 1 16,3-4 0-16,1 0 0 15,-3 0 3-15,1-8 3 16,-1-2 3-16,-1-3 3 0,0-1 1 15,-5-3 0-15,-1 0-9 16,-2 1-3-16,0-1 0 16,-2 3-4-16,0 1-3 15,0 5-14-15,-3 3-12 16,-1 5-26-16,0 0-13 0</inkml:trace>
  <inkml:trace contextRef="#ctx0" brushRef="#br0" timeOffset="-212527.52">16339 10581 49 0,'2'2'26'0,"0"0"-22"0,0-1 6 15,1 3 1-15,1 2-2 16,2 1 1-16,-1 3 3 16,2 5 5-16,0 1-2 15,1 6-2-15,-1 3-4 0,0 5-2 16,-2 4-6-16,1 5 0 15,-2 0 0-15,-2 1 0 16,1-3 1-16,-1-6-1 16,2-4 0-16,-4-4-1 15,3-7-10-15,-3-8-37 0,0-8-9 16</inkml:trace>
  <inkml:trace contextRef="#ctx0" brushRef="#br0" timeOffset="-212249.52">16388 10623 151 0,'0'0'4'0,"0"0"16"0,0 0-15 16,0 0-6-16,0 0-2 15,-45-3 4-15,29 17-3 16,1 7 2-16,-3 3 2 16,2 4 3-16,-2 0-3 15,3-1 1-15,-3 0-2 16,3-4 2-16,0-3-3 0,2-6-12 16,0-5-23-16,2-9-26 15</inkml:trace>
  <inkml:trace contextRef="#ctx0" brushRef="#br0" timeOffset="-212065.74">16223 10617 225 0,'0'0'11'0,"0"0"-11"0,56-2 0 15,-27 2 2-15,6 0-1 16,1 0 1-16,4 1-1 15,1 3-1-15,-1 0 0 16,-5-3-44-16,-3-1-85 16</inkml:trace>
  <inkml:trace contextRef="#ctx0" brushRef="#br0" timeOffset="-211382.74">16760 10379 61 0,'0'0'6'0,"0"0"22"0,0 0-6 0,0 0 8 15,0 0 2-15,0 0-20 16,0 0 0-16,0 0-10 16,0 0 7-16,0 0 0 15,59-5-4-15,-28 3 2 0,6-1-3 16,5 2-2-16,4-1 0 15,3 1-1-15,3-2 0 16,-1 1-1-16,-3-1 2 16,0-1-2-16,-2 1 0 15,-6 2 1-15,-1-2-2 0,-7 3-2 16,-3-3-22-16,-7 2-40 16,-8-2-13-16</inkml:trace>
  <inkml:trace contextRef="#ctx0" brushRef="#br0" timeOffset="-211197.88">17456 10242 170 0,'0'0'-3'0,"0"0"7"0,0 0 0 15,49 40 0-15,-38-25-1 16,-2 3-2-16,-9 0-1 15,0 2-7-15,-15 1-21 16,-7-5-53-16</inkml:trace>
  <inkml:trace contextRef="#ctx0" brushRef="#br0" timeOffset="-210677.82">16922 10042 228 0,'0'0'-9'0,"0"0"17"16,0 0-7-16,0 0-1 15,0 0 0-15,0 0-1 16,0 0-1-16,5 41 3 0,-2-26-1 16,2-1 1-16,-3 0-1 15,1 0 1-15,1-4-1 16,0-2 1-16,0-3-1 16,0 1 2-16,2-6-5 15,0 0-4-15,3 0 4 0,-2-7 3 16,2-2-1-16,-2-1 1 15,0 2-1-15,2 1 2 16,-3 2-1-16,1 1 0 16,-1 4 1-16,4 0 2 15,-1 0-3-15,3 0 1 16,1 0-1-16,0 0 5 0,1-6 5 16,-1 0 3-16,0-2 1 15,-1-3 0-15,-2-2-3 16,-1-4-5-16,-2 3-2 15,-5-1-2-15,-2-2-1 16,0 3 0-16,-13 1-20 0,-9-1-26 16,-6 0-83-16</inkml:trace>
  <inkml:trace contextRef="#ctx0" brushRef="#br0" timeOffset="-210329.32">16099 9383 217 0,'0'0'6'0,"0"0"3"0,0 0-10 0,0 0 1 15,0 0 1-15,0 0-1 16,32 57 0-16,-28-27 2 16,-2 1-2-16,0 3 2 15,-2-1 1-15,0-2-1 0,0-5-4 16,0-2-14-16,0-6-15 15,-4-6-28-15,-1-7-20 16</inkml:trace>
  <inkml:trace contextRef="#ctx0" brushRef="#br0" timeOffset="-210130.12">16139 9432 208 0,'0'0'19'15,"0"0"-7"-15,0 0 4 0,0 0-19 16,0 0 3-16,-50 8 1 16,31 13-4-16,-3 5 4 15,-1-2-5-15,2 0-5 16,2-3-7-16,4-5-15 16,1-6-33-16,3-5-19 0</inkml:trace>
  <inkml:trace contextRef="#ctx0" brushRef="#br0" timeOffset="-209929.64">16140 9275 226 0,'0'0'5'15,"0"0"2"-15,0 0-4 16,0 0-2-16,39-14-2 0,-27 14 1 15,-3 7-3-15,3 3-6 16,-1 2-11-16,-1-1-31 16,-3-4-8-16</inkml:trace>
  <inkml:trace contextRef="#ctx0" brushRef="#br0" timeOffset="-209639.75">16389 9226 215 0,'0'0'-5'0,"0"0"-2"0,0 0 7 15,0 0 0-15,0 0-1 16,29 39 1-16,-22-29 1 16,2-2 0-16,0-2-2 15,0-3-1-15,1-3 5 16,1 0 2-16,0-3 4 0,2-8 7 15,-4-3-5-15,0-4-2 16,2-1 2-16,-5-3 2 16,1 1-6-16,-1 1 0 15,3 5-6-15,-1 3-1 0,-2 5-2 16,1 3-45-16,1 3-101 16</inkml:trace>
  <inkml:trace contextRef="#ctx0" brushRef="#br0" timeOffset="-207345.38">19246 9711 54 0,'-18'-8'5'0,"2"1"-2"0,-1 0 9 0,2 1-1 0,0 2 0 15,2-1 1-15,0 0 0 16,1 3-4-16,1-2-6 16,-1 4-2-16,2 0-1 0,-1 0 2 15,-3 0-2-15,1 2 2 16,-1 4-1-16,2 3 0 16,-2 1 0-16,-1 4-1 15,2 1 1-15,1 4 0 16,1 4-1-16,-3 1 1 15,5 3 0-15,-2 4 0 0,-2 1 0 16,1 0 0-16,1 1 1 16,2 2-1-16,3 2-1 15,1 2 1-15,1 3 0 16,4 2 0-16,0 2 0 16,1-1-1-16,8 2-2 0,4-3-6 15,3-1-3-15,5-2-1 16,1-4-8-16,2-2 5 15,4-2 11-15,5-6 4 16,1-4 10-16,6-5 6 16,1-2-1-16,2-5-7 0,3-4-4 15,2-4-3-15,-1-3 0 16,3 0 0-16,-3-8 0 16,2-8 2-16,-2-4 1 15,0-3 6-15,0-4 2 0,-1-5 6 16,-3-4-3-16,-5-2 2 15,-4-5-1-15,-8-4-4 16,-6-1 0-16,-5-4-5 16,-6-2 3-16,-7 0-2 15,-2 1-4-15,-1 3 0 16,-12 5 0-16,-3 1 0 0,-5 4 3 16,-3 3-6-16,-7 5-1 15,0 5-10-15,-1 5-18 16,-3 10-17-16,4 3-10 15</inkml:trace>
  <inkml:trace contextRef="#ctx0" brushRef="#br0" timeOffset="-202851.18">23480 3914 162 0,'0'0'3'0,"0"0"11"0,0 0 6 0,-7-43-7 15,7 33 3-15,0-3-6 16,0 1-1-16,0 0-2 16,2 1-4-16,7 0-1 15,2 1 0-15,2 2-2 16,5 0-2-16,0 4 2 16,2 1-1-16,3 2 0 0,0 1-1 15,3 1 0-15,-3 9 0 16,2 1 0-16,1 3 1 15,-1 5-3-15,1 1-1 16,-4 1 1-16,0 3 1 0,1 2 2 16,-5 2 1-16,-2-1-2 15,-3 6 1-15,-1 0-1 16,-6 5 2-16,-5 0-1 16,-1 6 0-16,0 3 0 15,-5-1-3-15,-7 2 4 16,-3 0 0-16,-3 1 0 0,0 0 0 15,-1 2 0-15,1 3 0 16,3-1 0-16,0-1 2 16,4-1-2-16,5-1 0 15,2-4 1-15,3-1 0 16,1-2-1-16,0-2 0 0,5-5 0 16,3-1 0-16,1-7 0 15,-2-5 0-15,1-2 0 16,-1-5 0-16,1-3 1 15,-2-3-1-15,0-2-1 16,-2-2 2-16,-1-2-3 0,-1-2 1 16,-2 0 2-16,0-2-2 15,0 0 2-15,0 2-1 16,0-1-6-16,-4 3 3 16,-5 1 0-16,-3 3 1 15,-1-1-1-15,-2 2 2 0,-3 2 2 16,2 2-3-16,2 1 3 15,1 3 0-15,0 3-2 16,4 3 1-16,1 1 1 16,2 3-2-16,3 1 1 15,3 2 0-15,0 2-1 0,0 0 2 16,8 2 0-16,-1 0-1 16,2 0 0-16,2 3-1 15,2 0 1-15,0 2 1 16,3 3-1-16,-1-2 3 15,0 1-2-15,-2 0-1 0,-1 0 1 16,-4-1 0-16,-4 0-2 16,-4-1 2-16,0-1 0 15,-8-4-1-15,-11 1 2 16,-8-5 2-16,-8 0 1 16,-11 1-1-16,-17 0-2 15,-14 4 4-15,-18 4-5 0,-18 1-11 16,-19-2-77-16</inkml:trace>
  <inkml:trace contextRef="#ctx0" brushRef="#br0" timeOffset="-200246.44">4880 4729 42 0,'0'0'4'0,"0"0"7"0,0 0 1 0,0 0-2 0,0 0 2 0,0 0-4 16,0 0-6-16,0 0-2 15,0 0 1-15,-37 3-1 16,35 1 0-16,2 2-1 16,0-1-6-16,0 1-20 0,5 0-17 15</inkml:trace>
  <inkml:trace contextRef="#ctx0" brushRef="#br0" timeOffset="-199627.8">5570 4793 7 0,'58'0'3'0,"5"0"-1"0,2 0 1 16,1-3 2-16,1-1 0 16,3-2-1-16,2-1 0 15,3 1-1-15,1-1 2 16,2 0 2-16,5 1-2 16,3-2 0-16,3 1-2 0,-2 1-2 15,2 1 0-15,5 0 0 16,2 2-1-16,2-1 0 15,3 1 0-15,2-1 0 16,2 0 2-16,0 1-2 0,3-3 0 16,-1 2 5-1,3 1 2-15,1-2 1 0,2 0-4 16,4 1 0-16,-2-2-2 16,2 2 1-16,1 0-3 15,1 0 0-15,0 2 0 16,-3-1 0-16,-6 3 1 0,1-1-1 15,-2 1 0-15,-1 0 1 16,-5 0-1-16,2 0 1 16,-5 0-1-16,-1 0 0 15,-5 0 2-15,0 0 4 16,-1 0 5-16,-3 0 0 0,-1-3-2 16,-1-1 1-16,-4-1 1 15,-6 1-1-15,-5 1-2 16,-8 1-2-16,-5 0-2 15,-8 1-2-15,-4-1 1 16,-8 1 0-16,-4-2-2 0,-3 3 0 16,-6 0 0-16,-4-1 0 15,-1 1-1-15,-4 0 0 16,-1 0 1-16,-4 0-4 16,-2 0-52-16,-3 0-46 15</inkml:trace>
  <inkml:trace contextRef="#ctx0" brushRef="#br0" timeOffset="-197164.63">22023 6399 102 0,'3'0'4'0,"-1"0"-2"0,2 0-2 16,0 0 2-16,2-2-1 15,-1 1 0-15,4 0 1 16,2-2-1-16,2 3 0 0,3 0 0 16,0 0 1-16,6 0-4 15,2 0 4-15,1 0-2 16,4 0 3-16,1 0-1 15,2 0 1-15,0 0 0 16,4 0 1-16,-2 0-1 16,4 0-1-16,2 0-1 0,3 0 0 15,1 0 0-15,7 0 1 16,-4 0 0-16,4 0 1 16,-4 0 2-16,1-1 2 15,-4-4 4-15,-3 1 1 16,-2 0-4-16,-4 1-2 0,-3 0-3 15,-2 2-2-15,-2-2-1 16,-3 3 1-16,-4 0-1 16,-5 0 0-16,1 0 0 15,-8 0 0-15,0 0 0 16,-1 0 0-16,-3 0 0 0,-1 0 0 16,1 0-1-16,-3 0 1 15,-2 0-1-15,3 0 0 16,-1 0 0-16,0 0 0 15,0 0 1-15,2 0-3 16,-3 0-12-16,2 0-2 0,0 0-8 16,0 0-1-16,1 0-10 15,-4 0-33-15</inkml:trace>
  <inkml:trace contextRef="#ctx0" brushRef="#br0" timeOffset="-197035.09">23162 6368 25 0,'0'0'19'0,"0"0"21"0,0 0-13 0,0 0-14 16,0 0-5-16,0 0-5 16,0 0 1-16,0 0-7 15,0 0-7-15,0 0-27 0</inkml:trace>
  <inkml:trace contextRef="#ctx0" brushRef="#br0" timeOffset="-194682.78">12141 3243 42 0,'-7'3'8'0,"-1"-3"8"0,3 2 2 0,-2-1-8 15,2-1-1-15,1 0 3 16,-2 0-1-16,3 0-2 15,-1 0 0-15,2 0 4 16,0 0-3-16,0 0-4 16,2 0-4-16,-1 0-3 15,1 2-1-15,0 0 0 0,0 3 2 16,0 0-2-16,0 2 0 16,1-1 3-16,5 2-1 15,-2 1-1-15,0 0 1 16,3 1 1-16,-4-2-1 15,4 2 0-15,-3-3 0 0,1-1-1 16,-1-3 0-16,0-1-7 16,0-2 4-16,3 0-2 15,-1 0 8-15,4-2 1 16,1-3 2-16,3-6 0 16,1-2 3-16,7-8-3 0,4 0-1 15,3-8 1-15,6-8 2 16,3-4 1-16,7-10-1 15,6-6-1-15,9-2-4 16,2-7 0-16,9-2-4 0,-4-6-59 16</inkml:trace>
  <inkml:trace contextRef="#ctx0" brushRef="#br0" timeOffset="-193529.38">23433 6091 83 0,'0'0'16'0,"0"0"-7"0,0 0-5 0,0 0-1 0,0 0-3 15,0 0 1-15,0 0 2 16,0 0-2-16,0 0 8 15,0 0 13-15,0 0-6 0,-12 0-5 16,12 0-4-16,0 0-4 16,0 0-1-16,0 0-1 15,0 0-1-15,0 0-1 16,0 0 0-16,0 0-1 16,0 0 2-16,0 0-1 0,0 0 1 15,0 0 1-15,-1 0 2 16,1 0 17-16,0 0 1 15,0 0-5-15,0 0-7 16,0 0-1-16,0 0-6 16,0 0-4-16,0 0-4 0,1 6 3 15,4-1-18-15,-3-2-63 16</inkml:trace>
  <inkml:trace contextRef="#ctx0" brushRef="#br0" timeOffset="-192442.72">3974 7139 52 0,'0'0'4'0,"0"0"-3"0,0 0-1 16,0 0 1-16,0 0-3 15,0 0-2-15,0 0 9 16,0 0 1-16,0 0 2 15,0 0-1-15,31 36 1 16,-33-32-2-16,2-1-3 16,0-2-1-16,0 0 0 0,0 1-2 15,0-2 0-15,0 0 3 16,0 0-2-16,4 0 5 16,-2 0-3-16,3 0-2 15,0 0 0-15,4 0 4 0,-1-2-1 16,6-7 0-16,4-7 2 15,2-2 0-15,5-6 0 16,2-4-2-16,6-3 2 16,3-6 4-16,2 0-2 15,4-5 2-15,1-1 3 16,1-4-3-16,0 2 0 16,-1 1 3-16,-2 1-4 0,-1 6-4 15,-4 4-1-15,-2 8-3 16,-3 6-1-16,-2 6 0 15,-6 8 0-15,-2 5-9 16,-7 0-45-16,-10 7-32 0</inkml:trace>
  <inkml:trace contextRef="#ctx0" brushRef="#br0" timeOffset="-188881.75">23672 8084 33 0,'-2'0'3'0,"2"-2"13"0,-1 1 5 16,1-2-8-16,0 0-4 16,0 2-2-16,0-2 0 0,0 1-3 15,0 2 2-15,0 0 0 16,0 0 1-16,0 0-3 15,0 0-5-15,0 0 0 16,1 0 2-16,1 0-1 0,4 2 0 16,-1 2 0-16,3 3 0 15,2-1 0-15,0 0 3 16,2 1 4-16,4 0-2 16,-1 0 2-16,2 0-3 15,1 0-2-15,-1 2 0 16,0-2-1-16,1 0 0 0,-1-1 2 15,-1 1-1-15,1-2-2 16,-2 0 2-16,3 0-1 16,-5-2 1-16,3 0 0 15,-7 1 1-15,2-2-1 16,-2-1-2-16,-3 2-16 0,-1-3-14 16,-3 0-23-16</inkml:trace>
  <inkml:trace contextRef="#ctx0" brushRef="#br0" timeOffset="-188411.77">23964 8069 59 0,'0'0'5'0,"0"0"17"0,0 0-2 0,0 0-6 15,0 0-6-15,0 0-1 0,0 0-3 16,0 0-3-16,0 0 0 16,0 0-3-16,0-12-1 15,0 12 2-15,-1 0 2 16,-2 4 1-16,0 3-1 15,-1 2 0-15,-4-1 4 0,2 3-4 16,-2-1 1-16,3 0-1 16,-4 1 0-16,5 0 1 15,-4-1 0-15,3-2 3 16,0 3-1-16,0-2 3 16,0 1-1-16,1-3 1 0,-1 0-2 15,2 0 0-15,0 0-2 16,-1-1-1-16,2-2 0 15,0-1-1-15,0 0 1 16,0-2 0-16,1 2 2 16,1-1-2-16,-2-2-12 15,-3 0-39-15,1 0-30 0</inkml:trace>
  <inkml:trace contextRef="#ctx0" brushRef="#br0" timeOffset="-186895.33">24051 7906 37 0,'0'0'9'0,"0"0"-7"0,0 0-2 15,0 0 0-15,0 0 0 16,0 0 1-16,0 0 1 0,0 0 4 16,0 0 6-16,0 0-2 15,0 0 0-15,0 0-2 16,-31-27-3-16,23 25-3 16,0 0-2-16,-3-1-1 15,-1 1 1-15,-3 1-2 16,0 0 2-16,-2-2-2 0,1 3 2 15,-1-2 0-15,1 1 4 16,-2 0 0-16,3-2 1 16,-2 1 3-16,1 0-3 15,-1 2-2-15,4-2 2 0,-1 2-4 16,1 0 1-16,0 0-1 16,1 0 1-16,2 0-2 15,-2 0 0-15,2 0 0 16,-3 4 1-16,0 1-1 15,2-1 0-15,-4 3 1 0,3-1 0 16,-3 2 1-16,1 1-1 16,0-1-1-16,1 4 1 15,-2 0-1-15,1 1 1 16,2 1-1-16,-2 2 0 16,1 0 1-16,0-1-1 15,1 1 1-15,0-2-2 0,2 0 2 16,-1-1-1-16,1 0 1 15,0-2-1-15,2 2 1 16,1-2-1-16,-1 2 1 16,2 0 0-16,1-2-1 15,3 2 1-15,0-2 0 0,-1 1 2 16,3-1-1-16,0 2-1 16,0-2 1-16,0 2 0 15,0-1-2-15,3 0 2 16,1 1-1-16,1-2 2 0,1-1-1 15,0 2 0-15,0-2-2 16,-1 0 1-16,1-2 0 16,1 2 1-16,4-1-1 15,-3-2-2-15,4 3 4 16,1-1-1-16,2 0 0 16,0 1 0-16,1-3 0 15,3 1 0-15,-4 0-1 0,4-1 4 16,2-4-5-16,-2 1 1 15,3 0 1-15,0 1-2 16,2-1 1-16,1 0 0 16,1 0 0-16,1 2 0 0,1-2-3 15,0 2-3-15,-1-2 2 16,-1-1-1-16,1-2 5 16,-1-1 0-16,-1 0-1 15,2 0 0-15,1 0 2 16,-1-1-1-16,0-3-1 15,1-2 2-15,-3 2-2 0,1-5 0 16,-1 2 0-16,1-1 0 16,-4-2 0-16,0 0 1 15,1-3 0-15,-6 2-1 16,1-2 1-16,-1-1 0 0,-4 0 0 16,1-1 0-16,-3 1 1 15,-2-3 1-15,-1 1-3 16,-2 0 1-16,-2-2 0 15,-2 1 0-15,-1 0 1 16,-1-3 0-16,0-1 1 16,0 1 2-16,-3-3 2 0,-2 1 0 15,-4-1 0-15,2-4-1 16,-3 2 1-16,0 0-1 16,-3 0 1-16,1-1-2 15,-4 2 0-15,0 3-1 0,-3 1-1 16,-7 0-2-16,-2 4 0 15,-7 2-1-15,-5 0 1 16,-5 4-1-16,-6 3 0 16,-7 3-1-16,-9 4 3 15,-10 0-2-15,-10 9-3 16,-12 3-30-16,-11-1-62 0</inkml:trace>
  <inkml:trace contextRef="#ctx0" brushRef="#br0" timeOffset="-174997.79">14765 12357 42 0,'0'-1'9'0,"0"0"3"0,0 0-3 0,0 1-5 0,0 0-1 16,0-1 2-16,0 1-2 16,0-1 0-16,0-1 3 15,0 2 1-15,0 0 0 16,0 0-3-16,0 0-4 16,0 0-1-16,0 0-4 0,0 0 4 15,0 0-3-15,0 0 0 16,0 0 2-16,0 0 0 15,0 0 2-15,0 0-1 16,0 0 3-16,0 0 4 16,0 0 1-16,0 0-5 15,0 0-2-15,0 0 0 0,0 0 1 16,0 0-1-16,0 0 0 16,0 2 0-16,1-1 0 15,-1 0 0-15,0 0 1 16,0 0 0-16,0 0 0 15,0-1 1-15,1 3 3 0,0-3-1 16,-1 1 0-16,2 0 2 16,0 1-3-16,2-2 0 15,-2 2 0-15,-1-1-2 16,1 2 0-16,1-1-1 16,0 0 0-16,-1 1 2 0,1 0-1 15,2 1 0-15,-1-1 0 16,0 3 0-16,0-2-1 15,1 0 1-15,-1 2-1 16,0-2 0-16,2 2 1 16,-1 0-1-16,0 1 0 15,2-2 0-15,-3 1 2 0,4 1-2 16,-3-1 0-16,3 1 2 16,-4-3 4-16,1 3 2 15,4-1 1-15,-4 0-3 16,1-1-2-16,-2-1 2 0,1 1-5 15,-1 0 0-15,-1-2 1 16,0 0-1-16,0 0 0 16,0 0 1-16,-3-1 1 15,2 0-6-15,-2 1 3 16,0-2 2-16,0 1-1 0,0-1-7 16,0-1-45-16,0 0-10 15</inkml:trace>
  <inkml:trace contextRef="#ctx0" brushRef="#br0" timeOffset="-174188.12">14897 12361 77 0,'0'0'9'0,"0"0"0"0,0 0-4 15,0 0 2-15,0 0-1 16,0 0 0-16,0 0-1 16,0 0-1-16,0 0 5 0,0 0-1 15,0 0-3-15,0 0 0 16,0 0-3-16,0 0 0 16,0-4-3-16,0 4-2 15,-2 0 3-15,2 3 0 16,-2 1 0-16,2 2 0 15,-2 1 2-15,0-1-4 16,1 0 2-16,-4 1 0 0,2 1 0 16,0-1 0-16,0 0 0 15,-1 3 0-15,-1-3-1 16,1 1 2-16,-3 0 1 16,3 0-5-16,-1-3 6 0,1 0-1 15,0 1-1-15,2 1 0 16,-1-2 0-16,1 1-1 15,-2 1 1-15,0-1-1 16,1-1 0-16,2-1 2 16,-3 0-2-16,1 0 0 0,1-1 0 15,0 0 0-15,1 0 1 16,0 0 1-16,-1 0 0 16,0-1-2-16,2 0 1 15,-3-1-1-15,2 2 0 16,-1-3 1-16,0 2-1 15,2 0 1-15,-1-1 0 0,1 1-7 16,0-2-27-16,-1 2-23 16</inkml:trace>
  <inkml:trace contextRef="#ctx0" brushRef="#br0" timeOffset="-171525.58">15211 12337 52 0,'0'0'14'0,"0"0"3"0,0 0-3 0,0 0-5 0,0 0-4 16,0 0-4-16,0 0-1 15,0 0 0-15,0 0 1 16,0 0-1-16,0 0 0 0,0 0-1 16,0 0 1-16,0 2 0 15,0-2 1-15,0 1-1 16,0-1 0-16,0 0 0 16,0 3 0-16,0-2 0 15,0 1 1-15,1-1-1 0,1 2 0 16,0 2 1-16,-2 0-1 15,3-1 0-15,0 3 0 16,3-1 0-16,-2 0 1 16,-1 1-1-16,3 0 1 15,-1 0-1-15,3 3 2 0,0-3-2 16,2 2 1-16,-1-2-1 16,1 0 2-16,0-3 3 15,1 3-4-15,-3-2 0 16,1-1-1-16,-1-1 4 15,-1-1-1-15,0 1-2 0,-3-3-1 16,-1 3 1-16,-1-2-1 16,-2 1-2-16,0-1-8 15,0 0-5-15,0-1-17 16,0 0-47-16</inkml:trace>
  <inkml:trace contextRef="#ctx0" brushRef="#br0" timeOffset="-170935.45">15344 12319 64 0,'0'0'7'0,"0"0"5"0,0 0 4 0,0 0-5 0,0 0-1 16,0 0-3-16,0 0 1 15,0 0-3-15,0 0-3 16,0 0 0-16,0 0-1 16,0 0-1-16,-23 23 0 15,19-11 0-15,-1 1 0 0,-1 3 1 16,1-1-1-16,-1 2 0 16,-1 0 1-16,0-2 0 15,1-2 1-15,3-2-1 16,-1-2 1-16,0 0 0 15,2-4 0-15,0 4-1 0,-1-3-5 16,0-1-25-16,-3-1-65 16</inkml:trace>
  <inkml:trace contextRef="#ctx0" brushRef="#br0" timeOffset="-170152.88">15708 12303 83 0,'0'0'8'0,"0"0"0"0,0 0-4 15,0 0 5-15,0 0 4 16,0 0 0-16,0 0 3 16,0 0-4-16,0 0-4 0,0 0 4 15,0 0-3-15,-8-9-8 16,8 9-5-16,0 0 1 15,0 0 4-15,0 2-1 16,4 3 1-16,2 3-1 0,1-1-2 16,2 2 3-16,-2-1 0 15,2 1-1-15,2-1 1 16,-4 2-1-16,1-3 0 16,1 3 0-16,0-3 0 15,0 2 0-15,2-4-1 0,-3 1 2 16,2 0-1-16,1-2-3 15,-3-3 3-15,1 1 3 16,1-2-2-16,-3 1-1 16,2 1 2-16,-2-1-6 15,-1-1-28-15,-2 0-11 16,-1 0-22-16</inkml:trace>
  <inkml:trace contextRef="#ctx0" brushRef="#br0" timeOffset="-169755.63">15864 12265 66 0,'0'0'3'0,"0"0"-2"0,0 0-1 16,0 0 1-16,0 0-1 15,0 0 0-15,-37 35 2 16,32-26 3-16,-3 2 5 15,2-1 1-15,-2 3-3 0,1-1-2 16,-3 0-2-16,1 3-1 16,1-3-2-16,-1 1 1 15,3-3-2-15,-3 1 1 16,6-2-1-16,1-3-1 16,2-2-20-16,0-4-78 0</inkml:trace>
  <inkml:trace contextRef="#ctx0" brushRef="#br0" timeOffset="-169043.18">16274 12232 67 0,'0'0'42'0,"0"0"-29"0,0 0-11 0,0 0-1 16,0 0 0-16,0 0-1 0,0 0 0 16,0 0 1-16,0 0 1 15,0 0 3-15,0 0 1 16,33 33 0-16,-24-26-2 16,0 3-2-16,1-1-1 15,2 0 0-15,-1 1-1 0,1-1 1 16,1-1 3-16,1 1 2 15,-1-2-3-15,0 0 2 16,0-2-4-16,-1 0 0 16,0-1-3-16,-2-2-25 15,-5-2-53-15</inkml:trace>
  <inkml:trace contextRef="#ctx0" brushRef="#br0" timeOffset="-168701.72">16431 12254 123 0,'0'0'12'16,"0"0"6"-16,0 0-5 0,0 0-2 15,0 0-8-15,0 0-1 16,0 0-2-16,0 0 1 16,-42 39 0-16,32-22 0 15,1 0-1-15,-3 0 1 16,1 1-1-16,1 0 1 0,0-2-8 15,3-2-38-15,3-7-43 16</inkml:trace>
  <inkml:trace contextRef="#ctx0" brushRef="#br0" timeOffset="-168075.3">16856 12193 115 0,'0'0'4'0,"0"0"0"0,0 0-1 16,0 0 6-16,0 0 1 16,0 0-4-16,0 0 0 0,0 0-3 15,44 21 2-15,-34-14-3 16,2 1 1-16,-1-1-2 16,0 1-1-16,2-1 1 15,0 1 0-15,1-2-1 16,-1 0 1-16,0-1-2 15,1 1-7-15,-2-5-34 0,0 1-42 16</inkml:trace>
  <inkml:trace contextRef="#ctx0" brushRef="#br0" timeOffset="-167742.92">17018 12191 113 0,'0'0'1'0,"0"0"0"0,0 0-1 16,0 0 0-16,0 0 0 16,0 0 4-16,-47 44 5 15,40-33 0-15,-4 2-4 16,0 0-1-16,2 0-2 16,0 0-1-16,0-1-1 0,4-3-8 15,-1-2-22-15</inkml:trace>
  <inkml:trace contextRef="#ctx0" brushRef="#br0" timeOffset="-167200.86">17411 12161 88 0,'0'0'12'0,"0"0"-13"0,0 0 4 16,0 0 1-16,0 0 0 15,0 0 3-15,39 33 3 0,-28-29 3 16,1 3 5-16,2-1-9 16,-5 1 4-16,3-3 2 15,-1 3-12-15,-1-1-3 16,-2-2 0-16,-1 1 0 15,-1-1-9-15,-2-1-26 0,-2-3-25 16</inkml:trace>
  <inkml:trace contextRef="#ctx0" brushRef="#br0" timeOffset="-166865.96">17520 12156 128 0,'0'0'5'0,"0"0"-8"16,0 0 5-16,0 0-2 0,0 0 2 15,0 0 3-15,0 0 1 16,0 0 1-16,-33 41 2 16,25-33-3-16,0 4-3 15,-3-2-5-15,0 0 7 16,0 0-4-16,2-2 0 16,0 2-3-16,0-3-8 0,5-3-13 15,1-2-23-15</inkml:trace>
  <inkml:trace contextRef="#ctx0" brushRef="#br0" timeOffset="-166346.68">17862 12121 86 0,'0'0'2'0,"0"0"0"0,0 0 2 16,0 0 3-16,44 20 4 15,-34-14 3-15,-1 1-7 0,-2-1-1 16,2 0 0-16,-2 1-1 16,1-2-2-16,-2 0-1 15,3-1 0-15,-1 0-1 16,-2-2-8-16,1-2-35 15</inkml:trace>
  <inkml:trace contextRef="#ctx0" brushRef="#br0" timeOffset="-166033.02">17954 12097 127 0,'0'0'11'15,"0"0"-11"-15,0 0 0 16,0 0 11-16,0 0 6 15,0 0-1-15,-26 40-5 0,17-26-4 16,0-1-5-16,-3 5-1 16,2-3 1-16,2 0-2 15,1 0-13-15,1-6-58 16</inkml:trace>
  <inkml:trace contextRef="#ctx0" brushRef="#br0" timeOffset="-165385.98">18312 12060 87 0,'0'0'49'0,"0"0"-31"0,0 0-11 16,0 0-5-16,0 0 18 15,0 0 1-15,0 0-6 16,0 0-5-16,0 0 0 15,33 38-1-15,-23-32-2 16,3 0-1-16,-2 1-2 0,2 0-1 16,1-1-3-16,1 0 1 15,-1-1-2-15,-1 1-11 16,-3-2-28-16,0-2-34 16,-1-1-39-16</inkml:trace>
  <inkml:trace contextRef="#ctx0" brushRef="#br0" timeOffset="-165093.71">18403 12051 189 0,'0'0'7'0,"0"0"6"16,0 0-6-16,0 0-6 15,0 0-1-15,0 0 0 16,-41 31-1-16,31-17 2 16,-1 2-1-16,-2 2 1 0,1-1-1 15,-1 3-1-15,3-2-26 16,2-2-29-16,0-3-54 15</inkml:trace>
  <inkml:trace contextRef="#ctx0" brushRef="#br0" timeOffset="-164417.8">18663 12006 122 0,'0'0'8'0,"0"0"14"0,0 0-1 0,0 0-2 15,0 0-3-15,0 0-16 16,0 0 5-16,0 0-4 16,0 0 0-16,0 0 1 15,0 0 2-15,33 33-1 0,-22-23-1 16,1 0-1-16,2-3-1 15,3 4 1-15,-2-2-1 16,1-2 1-16,-2 0-3 16,0-2-23-16,-2-3-17 15,0 0-26-15</inkml:trace>
  <inkml:trace contextRef="#ctx0" brushRef="#br0" timeOffset="-164111.55">18799 12002 126 0,'0'0'9'0,"0"0"-6"16,0 0-4-16,0 0-2 15,0 0 8-15,-36 37 0 0,23-23-4 16,0 5 0-16,-1-1 1 16,-2 2-1-16,3 0-2 15,2-2-18-15,1-2-44 16</inkml:trace>
  <inkml:trace contextRef="#ctx0" brushRef="#br0" timeOffset="-163499.85">19011 11988 25 0,'0'0'4'0,"0"0"0"0,0 0 5 0,0 0 5 16,39 31 2-16,-30-24-4 16,1 0-2-16,0-1-1 15,0-1-2-15,0 0-3 0,3-1-3 16,-4-1-1-16,0 0 0 16,0-2-11-16,-2-1-37 15</inkml:trace>
  <inkml:trace contextRef="#ctx0" brushRef="#br0" timeOffset="-163237.18">19097 11978 87 0,'0'0'15'16,"0"0"-14"-16,-8 36 2 16,3-18-3-16,-3-1 1 15,-1 0-19-15,-1 0-52 16</inkml:trace>
  <inkml:trace contextRef="#ctx0" brushRef="#br0" timeOffset="-160846.15">19361 11933 37 0,'0'0'84'0,"0"0"-83"0,0 0 0 0,0 0-1 0,0 0 5 15,0 0 13-15,0 0 12 16,0 0 3-16,0 0-16 16,0 0-14-16,3 2-6 15,2 0 9-15,0 2-7 16,6 2 2-16,-2-2 1 0,2 4-2 16,1-2 0-16,-1 0 0 15,1-1-11-15,0 1-12 16,-3-1-12-16,-1-3-24 15</inkml:trace>
  <inkml:trace contextRef="#ctx0" brushRef="#br0" timeOffset="-160533.02">19435 11919 111 0,'0'0'18'16,"0"0"-19"-16,0 0 1 15,0 0 0-15,0 0 1 0,0 0 3 16,-32 41 1-16,25-29-2 16,-1 2 0-16,-2 1-1 15,3-2-3-15,-1-2-48 16</inkml:trace>
  <inkml:trace contextRef="#ctx0" brushRef="#br0" timeOffset="-155762.91">20156 11492 36 0,'0'0'13'0,"0"0"-8"0,0 0 7 16,-2 0 5-16,2 0-8 0,0 0 3 16,0 0-1-16,-3 0-4 15,1-1-3-15,1 1-1 16,0-2 0-16,0 2 2 16,-1-2 3-16,0 2-2 15,0 0-2-15,-1-2 1 0,0 2 0 16,0-1 8-16,1-1 4 15,0 1-6-15,-2 0-5 16,0 0-4-16,1 0 0 16,-2-1-2-16,-1 1 0 15,1 0 2-15,-5 0-1 16,2 0 1-16,0 0-2 0,1 0 1 16,-1-1 0-16,1 2-1 15,1 0 0-15,-3 0 0 16,3 0 0-16,-5 0 0 15,2 0-1-15,2 0 2 0,-2 0-1 16,2 0 0-16,-1 0-1 16,1 0 2-16,-2 3-2 15,1-1 1-15,2 0 0 16,-4 2 0-16,0-1 0 16,1 2 0-16,1-1 0 0,-2-1 1 15,1 0-2-15,-1 1 2 16,0 0-1-16,1 0 0 15,-1-1 0-15,-1 3 0 16,2-2-1-16,1 3 1 16,0 0 0-16,0 0 0 15,0 2 0-15,1-1-1 0,-2 1 1 16,1-2 0-16,1 3 0 16,-2-2 0-16,2 2 0 15,-3 0-2-15,4-2 4 16,-3 2-2-16,-2 1-2 15,4 0 2-15,-3 1 0 0,1 0 2 16,-2 1-2-16,3 1 0 16,0-2 0-16,0 3 0 15,2-3 0-15,1 1 0 16,-1-1 0-16,1-2 0 16,1 3 0-16,-2-4 0 0,2 1 0 15,0-1 0-15,2 0 0 16,-4 1 1-16,2-2-1 15,-1 2 0-15,-2 0 0 16,2 1 0-16,-1 2 0 16,2-1 0-16,-1-1 1 0,1 1-1 15,2 0 0-15,-1-2-4 16,3 1 2-16,0 1 2 16,0-1 0-16,0 1 1 15,0-1-1-15,0 3 1 16,4 0-1-16,-1-1 2 0,1 1-2 15,-2-1 1-15,1 1-1 16,0-2-1-16,2-1-1 16,-2 2 1-16,1-2 1 15,3-1 0-15,-4 3 1 16,1-3 1-16,2 1-1 0,-3 1-1 16,1-2 0-16,3 0 0 15,-2 1-1-15,3-2-2 16,-3 0 3-16,3 0 1 15,-1-1 2-15,2 2-4 16,-2-1 1-16,5-1 1 0,-2 1 1 16,1 0-2-16,-1 0 1 15,2 1 0-15,-1 0-1 16,1-1 1-16,-4-1-1 16,2 1 0-16,1-1 0 15,-2 1 2-15,2-2 4 16,1 2 0-16,1-1-3 0,1-1 0 15,-1 3-2-15,1-1-1 16,1 0 0-16,-2-2 0 16,2 1 0-16,-3 0 1 15,3-2-1-15,-3 0 0 0,2-1 3 16,-1 3 4-16,3-3-2 16,3 3-4-16,1-1-1 15,2-1 1-15,-1 0-1 16,2-2 1-16,1-1 0 15,-3 1-1-15,2-1 0 16,-2-2 0-16,0 1 0 0,2-2 1 16,-1 0-1-16,2 0 0 15,2 0-1-15,-2 0 2 16,-1 0-1-16,3 0 0 16,-2-4 0-16,-1 1 0 15,0-3 0-15,0 2 0 0,-1-2 0 16,-1-2 1-16,2 1-1 15,-1 0 1-15,-1-2-1 16,1 2 0-16,-1-1 0 16,1-1 0-16,-2-1 1 0,0 1-1 15,0-2 0-15,-3 1 0 16,1-1 0-16,-2-2 0 16,0 3 0-16,-3-3 2 15,1-1-4-15,-3 1 4 16,0-1-1-16,0 1-1 15,-1-1 0-15,0 1 1 0,0-1 0 16,-1-1-1-16,1 0 2 16,-3 1 2-16,2 0 3 15,-3 0 1-15,1-1 0 16,0 0-1-16,0 1 1 16,-2-2-3-16,1 2-1 0,-1-2-3 15,-1-1-1-15,0 0 1 16,2 0-1-16,-4 0 0 15,1 0 0-15,0 3 1 16,-1 0-1-16,-2 0 0 16,2 1 1-16,-2 1-1 0,0 1 0 15,0-1 0-15,0 1 1 16,0 0-1-16,0 0-1 16,0 1 0-16,0-3 0 15,0 4 2-15,0-1-1 16,0-1-1-16,0 1 1 0,-2-3-1 15,0 2 1-15,-2 0-1 16,1-1 2-16,0 1 0 16,-1-2 0-16,0 1-2 15,2 1-1-15,-2-3-2 16,-1 1 3-16,0 3 2 0,1-1-1 16,-4-1 1-16,2 1 2 15,-2 1-6-15,1 0 2 16,-2 0 5-16,0-1-4 15,-2 2 0-15,0 0 0 16,0 0 1-16,0-2-2 0,-3 1 2 16,1 1 0-16,-1 0 2 15,-2 0-1-15,-1-2 0 16,1 3-2-16,-2 1 1 16,0 0 0-16,-2 0-1 15,0 1 1-15,0 1-2 16,-4-1 1-16,-3 2 0 15,0 1 0-15,-2 1 0 0,-1 0 0 16,-3-1 1-16,1 0-2 16,-1 2 1-16,2 0-1 15,-2 1 2-15,3 0-2 16,-2 0-15-16,0 2-34 0,0-1-88 16</inkml:trace>
  <inkml:trace contextRef="#ctx0" brushRef="#br0" timeOffset="-153394.6">19881 11886 60 0,'0'0'21'0,"0"1"-18"0,0-1-3 0,0 0 1 0,0 0-1 15,-2 2 1-15,2 0 0 16,0-2-1-16,0 3 5 15,0 1 2-15,0 1 0 16,0 2-3-16,0-2-2 16,0 1-1-16,2 1 0 0,-1 0 0 15,3-1-1-15,-1-3 1 16,2 0 0-16,0-2 4 16,1-1 5-16,4 0 8 15,0-4 3-15,5-4 0 16,0-7-4-16,5 0-7 15,-1-4 5-15,4-2 1 0,0-2 1 16,3-4-5-16,1 3-2 16,1-6-6-16,5 0-3 15,-2 3 0-15,-2 2-11 16,0 3-34-16,-5 5-56 16</inkml:trace>
  <inkml:trace contextRef="#ctx0" brushRef="#br0" timeOffset="-152577.08">20119 12066 71 0,'0'0'10'0,"0"0"12"0,0 0-1 0,0 0 0 16,0 0-3-16,0 0 3 15,0 0-12-15,0 0 2 0,0 0 0 16,0 0-3-16,0 0-4 16,21-33-3-16,-14 32 0 15,3 1 1-15,-3 0-4 16,1 0 2-16,0 0 0 15,-3 0-1-15,0 0 1 16,1 3 0-16,-4 1-1 0,-1 3 0 16,-1-1-3-16,0 2-1 15,0-2 6-15,0 5-5 16,-1-1 3-16,-7-1 2 16,3 1-2-16,-4-2 1 0,4 2 0 15,-2-4 0-15,3 0 1 16,1-2 0-16,2-1 0 15,1-2-1-15,-2-1 0 16,2 0 1-16,0 2-3 16,0-2 2-16,0 0 9 0,2 0-1 15,1 0 2-15,3 0 2 16,0 0-1-16,3-3-4 16,0 0-2-16,1 0-2 15,2 0-1-15,0-1-1 16,1 3-1-16,-1 0-1 15,1 0-4-15,-2-3-27 0,2 0-60 16</inkml:trace>
  <inkml:trace contextRef="#ctx0" brushRef="#br0" timeOffset="-152099.48">20340 12017 48 0,'0'0'6'0,"0"0"4"0,0 0 0 16,0 0-7-16,-19 36 1 0,17-25 1 15,2-3 1-15,0 0 3 16,0-1-2-16,0-1 1 16,0 0-1-16,5-2 2 15,3-1-2-15,-1-2-4 16,2-1-1-16,-1 0 0 0,2 0 3 16,2 0-3-16,-2-7 3 15,-1 1-3-15,1-1 0 16,-2 0 1-16,-2-3-1 15,-1 2 2-15,0-1-3 16,-4-1 4-16,-1 2 6 0,0-2 7 16,0 0-7-16,-4 3-3 15,-2 0 1-15,-1 0-6 16,-1 4-2-16,1 1-4 16,-3 2 4-16,1 0-5 15,0 0-7-15,1 0-18 0,1 5-14 16,3-1-7-16</inkml:trace>
  <inkml:trace contextRef="#ctx0" brushRef="#br0" timeOffset="-151609.41">20663 11798 128 0,'0'0'2'0,"0"0"1"0,0 0-3 0,0 0-1 15,0 0-1-15,0 0 5 16,0 0-1-16,0 0 0 16,0 0 0-16,-8 35-1 15,6-18 0-15,-1 4 0 0,-3 1-1 16,2 2 0-16,2 2 2 16,-4 0-2-16,2 2 1 15,-1 0-1-15,-4-1 1 16,4 1-1-16,-3-1 6 0,1 0 1 15,-1-1-5-15,2-1-1 16,0-3-1-16,1-1 1 16,0-2-1-16,2-2 2 15,-1-2-2-15,1-4 0 16,-1-1 0-16,3-1 0 16,-1-4 0-16,-1 0 0 0,1-4-11 15,0 1-19-15,-2-2-20 16</inkml:trace>
  <inkml:trace contextRef="#ctx0" brushRef="#br0" timeOffset="-151316.61">20432 12187 167 0,'0'0'17'0,"0"0"0"0,0 0-5 0,0 0-2 15,0 0-6-15,0 0-2 16,0 0-2-16,0 0-1 15,0 0-5-15,0 0-23 16,20-16-23-16,-13 16-29 0</inkml:trace>
  <inkml:trace contextRef="#ctx0" brushRef="#br0" timeOffset="-151060.87">20739 12161 135 0,'0'0'30'0,"0"0"5"16,0 0-7-16,0 0 1 15,0 0-3-15,0 0-10 16,0 0-4-16,0 0-8 15,3 0-2-15,-3 0-3 16,0 0-13-16,0 0-57 0,0 0-65 16</inkml:trace>
  <inkml:trace contextRef="#ctx0" brushRef="#br0" timeOffset="-149921.89">21023 11910 124 0,'-2'0'2'0,"-2"0"-2"0,1 0 0 0,1 0 1 16,0 0 2-16,1 0 12 15,1 0 2-15,0 0-3 16,0 0-1-16,0 0-9 15,0 0-8-15,0 0-5 0,0 0-5 16,0 0-8-16,0 0-3 16,4 0-6-16,2 0-22 15</inkml:trace>
  <inkml:trace contextRef="#ctx0" brushRef="#br0" timeOffset="-149715.89">21175 11887 198 0,'0'0'27'0,"0"0"-7"0,0 0-8 16,0 0-8-16,0 0-4 16,0 0 1-16,0 0-4 15,0 0-1-15,18 0-14 16,-9 0-19-16,-3 0-21 15,4 0 5-15</inkml:trace>
  <inkml:trace contextRef="#ctx0" brushRef="#br0" timeOffset="-149522.11">21468 11867 192 0,'0'0'9'0,"0"0"2"15,0 0-6-15,0 0-1 16,0 0-2-16,0 0-2 0,0 0 0 16,38 0-4-16,-34 0-17 15,3 0-22-15,-2 0-1 16,1 0-66-16</inkml:trace>
  <inkml:trace contextRef="#ctx0" brushRef="#br0" timeOffset="-149346.06">21788 11853 94 0,'0'0'1'0,"0"0"0"16,0 0 2-16,0 0-2 15,0 0 1-15,41 3-3 16,-36-2-5-16,2-1-38 15</inkml:trace>
  <inkml:trace contextRef="#ctx0" brushRef="#br0" timeOffset="-149124.14">22107 11833 168 0,'0'0'64'16,"0"0"-59"-16,0 0-5 16,0 0 0-16,0 0-1 15,0 0-22-15,0 0-10 16,0 0 10-16,37 7 5 0,-32-7 13 16,3 1-8-16,0-1-24 15</inkml:trace>
  <inkml:trace contextRef="#ctx0" brushRef="#br0" timeOffset="-148369.1">21080 11916 146 0,'0'0'5'0,"0"0"2"0,0 0 3 0,0 0-7 16,0 0-2-16,0 0-15 16,0 0-31-16,0 0 7 15,0 0 0-15</inkml:trace>
  <inkml:trace contextRef="#ctx0" brushRef="#br0" timeOffset="-148150.75">21430 11891 224 0,'0'0'4'0,"0"0"-4"0,0 0-2 16,0 0-5-16,0 0-14 16,0 0-16-16,0 0 16 15,0 0 4-15,8 5-17 16,-5-5-55-16</inkml:trace>
  <inkml:trace contextRef="#ctx0" brushRef="#br0" timeOffset="-147972">21678 11884 146 0,'0'0'4'0,"0"0"-6"15,0 0-6-15,0 0-4 16,0 0-17-16,0 0-30 15</inkml:trace>
  <inkml:trace contextRef="#ctx0" brushRef="#br0" timeOffset="-147752.84">22045 11887 54 0,'0'0'23'0,"0"0"-23"15,0 0 0-15,0 0 0 16,0 0-7-16,0 0-5 16,0 0-2-16,0 0-30 15</inkml:trace>
  <inkml:trace contextRef="#ctx0" brushRef="#br0" timeOffset="-147580.46">22301 11864 142 0,'0'0'138'16,"0"0"-135"-16,0 0-19 15,0 0-20-15,0 0-61 16</inkml:trace>
  <inkml:trace contextRef="#ctx0" brushRef="#br0" timeOffset="-134239.15">15301 12019 83 0,'-33'0'3'0,"-2"0"2"16,1 0 6-16,-3 0-5 0,0 9-5 16,-1-1 0-16,2 4-2 15,-3 0 2-15,-3 1-3 16,0 3-2-16,-3 2-6 16,-3 3-12-16,0 1 2 15,0 3 2-15,2 1-16 0</inkml:trace>
  <inkml:trace contextRef="#ctx0" brushRef="#br0" timeOffset="-133489.43">14416 12432 49 0,'0'0'2'15,"-25"46"4"-15,18-26-3 0,4 1-2 16,3-1-1-16,0-2 0 16,3 1 0-16,8-2 1 15,3 1-1-15,5-2-1 16,4-2 1-16,5 0 2 15,3-2-2-15,5-1 3 0,5-1-2 16,3 0 7-16,3-3 4 16,3 0-2-16,5-2 6 15,-1 0-3-15,4-2-1 16,0-2 1-16,2 1 2 16,5-2 2-16,0 0-4 0,6 0-3 15,4-3-4-15,2 0-4 16,4-2 0-16,1 2-2 15,1-3 1-15,0 2-1 16,-1 0 1-16,3-2 0 16,-2 3 1-16,0 0 1 0,2 2 1 15,2 1-1-15,0 0-2 16,2 0 2-16,5 0-3 16,0 0 0-16,2 0 1 15,0 0-1-15,2 0 0 16,2-5 3-16,-1-4 15 15,2 0 4-15,1-1-6 0,4-1-4 16,-3 0-8-16,5 2-3 16,-2 0 0-16,-1 1-1 15,-2-1 0-15,-5 2 2 16,-1-3-4-16,-3 0 2 16,-1-1 2-16,0-5-2 0,-1-2 0 15,-2-2 1-15,-2-3 0 16,0 0-1-16,0-4 1 15,-8-1-2-15,-3 2 1 16,-4-2 0-16,-7 0 0 0,-5-1 1 16,-7 1-1-16,-8-1 0 15,-6 2 1-15,-7 0 0 16,-6 1 1-16,-10 0-1 16,-7-1-1-16,-9 0 0 15,-1-1 0-15,-17-1-2 16,-8 0-2-16,-9 0-1 0,-8 0 9 15,-12 1-2-15,-9 3-3 16,-9 2 2-16,-10 3 0 16,-7 2-2-16,-14 5 3 15,-10 6 1-15,-8 5-2 16,-7 2 2-16,-8 7-3 16,-3 12-2-16,-1 5-10 0,3 2-32 15,2 1-75-15</inkml:trace>
  <inkml:trace contextRef="#ctx0" brushRef="#br0" timeOffset="-133064.2">15835 11825 249 0,'0'0'-4'0,"0"0"2"0,0 0 2 0,39 24-1 0,-13 1 2 16,10 8-1-16,6 8 0 15,10 10 0-15,5 6 1 0,10 4-1 16,4 4 0-16,4-1 0 16,2-1 0-16,6-6 0 15,1-6 3-15,3-3-1 16,-2-7 1-16,4-4 3 16,1-1 1-16,-2-5 2 15,-6 0-1-15,-1-1-5 0,-8 0 0 16,-6-3-2-16,-7-1-2 15,-9-4-11-15,-6-5-21 16,-7-10-51-16,-6-7-72 16</inkml:trace>
  <inkml:trace contextRef="#ctx0" brushRef="#br0" timeOffset="-132580.95">17404 11516 196 0,'0'0'-31'0,"0"0"28"0,-39 53 3 0,22-22-2 0,-3 9-28 15,-2 4 17-15,-7 4 4 16,-1 5-7-16,-5 4 7 16,-2 2 8-16,-6 1 1 15,-2 4 1-15,-4 1 0 16,2 5 4-16,-4 2 1 0,8-1 8 15,-2-1 3-15,7-2 10 16,-1 3 4-16,3 0-13 16,-1 3-1-16,-3 1-7 15,0 3-4-15,-1 5-4 16,-1-4-1-16,3-1 0 0,2-7-1 16,3-8 0-16,4-8 0 15,1-11 0-15,4-8-7 16,3-12-4-16,5-13-9 15,0-11-28-15,4-7-102 16</inkml:trace>
  <inkml:trace contextRef="#ctx0" brushRef="#br0" timeOffset="-132004.27">16139 11865 121 0,'0'0'7'0,"0"0"-7"0,0 0 1 0,38 31 2 15,-22-19 2-15,4 3-1 0,3 3 0 16,1 0-3-16,3 2 0 15,4 2 0-15,0 0 1 16,5 3 0-16,-2-1 6 16,7 2-2-16,1 2 0 15,0 0-3-15,5 5-3 16,1 2 1-16,3 2-1 0,2 4 0 16,1 2 0-16,1-1 1 15,4 0-1-15,2-4 0 16,2-1 1-16,2-7 0 15,-3-3 0-15,1-9 9 16,-3-2 13-16,-2-6-4 0,-4-4-6 16,-2-3-7-16,-7-3-5 15,-3 0 0-15,-5 0 0 16,-6-5-3-16,-5-6-21 16,-6-3-34-16,-4-6-41 0</inkml:trace>
  <inkml:trace contextRef="#ctx0" brushRef="#br0" timeOffset="-131458.22">17458 11451 153 0,'0'0'6'0,"0"0"3"0,0 0-7 0,0 0-2 16,0 0 0-16,-42 53 0 16,28-22 0-16,-5 9 0 0,0 7 0 15,-5 6 0-15,-1 4 0 16,-2 5 1-16,-2 4-1 16,-4 2-1-16,-1 1-2 15,-2 3 2-15,-3 3 0 0,1 6-1 16,-4 0 2-16,3 2 2 15,-1 2-2-15,-1 1 1 16,3 2 0-16,-2-2-1 16,2-4 0-16,0-1-1 15,6-7-2-15,1-9-6 16,2-7 7-16,5-7 3 0,-1-7-1 16,3-7 2-16,3-5 1 15,2-4-2-15,1-2 1 16,5-5-2-16,0-3-1 15,2-1-26-15,2-8-33 16</inkml:trace>
  <inkml:trace contextRef="#ctx0" brushRef="#br0" timeOffset="-128433.11">16441 12217 96 0,'-8'-5'64'0,"3"2"-45"0,0-1 11 0,3 3-2 16,2 1-11-16,0 0-17 16,4 8-2-16,7 9 2 15,7 5 0-15,7 9 2 16,6 6-1-16,7 8 0 16,8 8 0-16,9 4 0 15,4 4-1-15,5 4 1 0,3-4-1 16,2-1-1-16,2-8-8 15,-5-5-6-15,-1-8-6 16,-3-11-15-16,-4-8-2 16,-6-12-10-16</inkml:trace>
  <inkml:trace contextRef="#ctx0" brushRef="#br0" timeOffset="-127990.08">17456 11617 135 0,'0'0'3'0,"0"0"4"0,0 0-7 16,0 0-3-16,0 0 0 15,0 0 2-15,0 0 1 16,-47 54-1-16,34-25 1 0,-6 5 1 15,-3 7-1-15,-6 10 0 16,-4 13 3-16,-11 8 4 16,-5 14 3-16,-8 13 3 15,-3 7-1-15,-4 5-4 16,2 1-4-16,4 1-3 0,4-4-1 16,10-7-6-16,8-12-43 15,12-16-79-15</inkml:trace>
  <inkml:trace contextRef="#ctx0" brushRef="#br0" timeOffset="-126902.1">20438 11373 63 0,'0'0'14'0,"2"0"0"0,0 0-8 16,-2 0 6-16,0 0 2 16,2-1-3-16,-2 0 1 0,0 0-6 15,0 1-4-15,0 0-1 16,0 0-2-16,2 0-1 16,-2 0 3-16,3 0-1 15,-1 1 1-15,0 1-1 16,2-2 0-16,-1 0 5 15,6 0 15-15,1-11 14 0,5-5-12 16,4-11-9-16,8-5-7 16,6-7-3-16,6-8-2 15,10-4-1-15,4-9-15 16,1-5-94-16</inkml:trace>
  <inkml:trace contextRef="#ctx0" brushRef="#br0" timeOffset="-126047.89">21228 11846 59 0,'0'0'26'0,"0"0"1"0,0 0 1 0,0 0-8 16,0 0-8-16,0 0-2 15,0 0-9-15,0 0-4 16,0 0 5-16,0 0-1 16,0 0 2-16,0 0 2 15,10 24 0-15,-4-18-1 0,-2-2-1 16,3-4 5-16,-2 0-1 16,4 0 10-16,-1-4 4 15,3-6-5-15,3-7-3 16,0-6-1-16,3-2-5 15,3-7-5-15,1-2-1 16,4-1-1-16,2-1-9 0,0 1-24 16,1 5-36-16,-3 4-24 15</inkml:trace>
  <inkml:trace contextRef="#ctx0" brushRef="#br0" timeOffset="-125620.52">21718 11894 66 0,'0'0'0'0,"0"0"1"0,0 0 3 0,0 0 8 15,0 0-4-15,0 0 3 16,0 0 0-16,0 0 4 15,0 0 34-15,0 0-17 16,-20 27-17-16,31-40-12 0,8-6 1 16,4-6 0-16,6-3 3 15,8-9 3-15,1-1-5 16,5-6-4-16,0 1-2 16,0-1-15-16,-7 3-49 15,-3 5-19-15</inkml:trace>
  <inkml:trace contextRef="#ctx0" brushRef="#br0" timeOffset="-125301.12">22060 11856 150 0,'0'0'5'16,"0"0"16"-16,0 0-1 16,0 0-12-16,0 0 0 15,0 0-6-15,20-38 1 0,-12 25-2 16,5-3 0-16,2-5-1 15,5-1 0-15,3-4 2 16,4-2-4-16,1 0 0 16,6-4-36-16,-5 3-38 15</inkml:trace>
  <inkml:trace contextRef="#ctx0" brushRef="#br0" timeOffset="-125001.89">22456 11840 171 0,'0'0'20'0,"0"0"13"15,0 0-9-15,0 0-5 16,0 0-14-16,0 0-1 16,18-41-2-16,-2 24-1 0,6-3 0 15,4 0-2-15,4-5 0 16,3-1-13-16,1-1-28 16,-1-3-32-16,0 3-32 15</inkml:trace>
  <inkml:trace contextRef="#ctx0" brushRef="#br0" timeOffset="-124681.86">22854 11772 114 0,'0'0'8'16,"0"0"-6"-16,0 0 3 16,0 0 6-16,33-37 7 15,-20 23-1-15,3-3-2 0,4-4-4 16,1-1-3-16,5-2-2 15,7-3-4-15,2-3-1 16,2-1-5-16,3 0-48 16,-4 0-58-16</inkml:trace>
  <inkml:trace contextRef="#ctx0" brushRef="#br0" timeOffset="-120137.93">24378 7216 78 0,'0'-4'8'0,"0"-1"6"0,0 1-2 0,0 1-4 0,0-1-5 16,0-1-2-16,0 0-1 15,0 2 0-15,0-3 0 16,3 1 0-16,-1-1-1 16,2 2-6-16,-2 0-7 15,2 0 1-15,-2 1 7 0,0 1 6 16,1-1 0-16,-2 0 2 15,2 1 7-15,0-1 4 16,-3 0 0-16,0-1-5 16,0 1 3-16,1-1-3 15,-1 1-4-15,1 0-2 0,0 0-1 16,-1 0 0-16,2 2-1 16,-2-1 0-16,1 2 0 15,0 0 2-15,1-1-4 16,2 1 2-16,-4 0 0 15,2 0-2-15,-1 3 0 0,0 1-1 16,0 5 2-16,0-2-1 16,-1 0 2-16,0-2 1 15,0 1-1-15,0-2 0 16,0-1 0-16,0-1 1 16,0-1-1-16,0-1 1 0,0 0-1 15,2 0 1-15,3 0 0 16,-1 0 2-16,4 0 6 15,1-7 5-15,4-4-2 16,2-4 2-16,6-2-1 16,3-6-4-16,2-2-2 0,6-2-6 15,2-3-1-15,2-2-1 16,1-2-32-16,-2-3-44 16</inkml:trace>
  <inkml:trace contextRef="#ctx0" brushRef="#br0" timeOffset="-119599.81">24454 7165 23 0,'0'0'3'0,"0"0"9"15,0 0 3-15,0 0 3 0,0 0-3 16,0 0-1-16,0 0-1 0,0 0-2 16,0 0 2-16,0 0 8 15,0 0 6-15,0 0-7 16,55 0-8-16,-29-22-1 16,3-6-2-16,7-3-1 15,6-8-3-15,5-5-6 0,1-8-34 16,2-8-112-16</inkml:trace>
  <inkml:trace contextRef="#ctx0" brushRef="#br0" timeOffset="-118496.45">24442 7057 29 0,'0'0'0'0,"0"0"2"0,0 0 0 16,0 0-2-16,0 0 0 16,0 0 1-16,0 0 10 15,0 0 1-15,0 0-2 0,0 0 2 16,0 0-4-16,0 0-3 15,0 0-1-15,10 14-1 16,-10-11-2-16,0 0 0 16,0 2 0-16,0 1-1 15,0 3 0-15,-2 0 1 0,1 0-1 16,-1 4 0-16,2-2 0 16,-2-1 0-16,2 0 0 15,0 2 0-15,0-4 0 16,0-1 0-16,2-3 1 15,2-4-1-15,3 0 2 16,4 0 6-16,1-10 14 0,6-7-6 16,2-3 3-16,6-5 1 15,-1-5-3-15,4-4-9 16,0-2-2-16,2-1-6 16,3-4-1-16,-2-3-25 15,1-3-61-15</inkml:trace>
  <inkml:trace contextRef="#ctx0" brushRef="#br0" timeOffset="-117827.93">24521 7172 73 0,'0'0'16'0,"0"0"4"0,0 0-1 0,0 0-2 0,45-36-3 16,-36 22 0-16,2 0 2 15,2-4-3-15,-2-4-2 16,7 1-3-16,-2-5-6 0,6-2-2 15,3-6-6-15,4-9-83 16</inkml:trace>
  <inkml:trace contextRef="#ctx0" brushRef="#br0" timeOffset="-107634.89">24556 7109 20 0,'0'0'4'0,"0"0"1"0,0 0 1 0,0 0-3 15,0 0-1-15,0 0 3 16,0 0 1-16,0 0 6 0,0 0 2 15,0 0-6-15,0 0-5 16,0 0-2-16,-33 4 1 16,31-3-1-16,2 0-1 15,0 2 2-15,0 0-4 16,0-2 5-16,0 2 1 0,0 1-3 16,0 0 0-16,0 1 0 15,0-1 0-15,0 0-1 16,0-1 1-16,0 1 2 15,0-4 1-15,2 0 7 16,5 0 21-16,-2 0 7 0,3-11-14 16,3-2-5-16,3-7-2 15,7-4-6-15,5-5-5 16,7-7-6-16,6-10-30 16,7-13-184-16</inkml:trace>
  <inkml:trace contextRef="#ctx0" brushRef="#br0" timeOffset="-102623.47">15239 12793 8 0,'-6'0'3'0,"1"-2"19"0,-3 0-2 0,2-1-1 16,-1 1-5-16,1 1-1 0,-3-2 2 16,4 2-1-16,-2 1 0 15,3-1-6-15,2 1-4 16,-3 0-4-16,3 0 0 16,0 0 0-16,0 0 0 15,1 2-1-15,1 3 0 16,0-1 0-16,0 0 1 0,0-1-1 15,0-1 1-15,0 0-1 16,0-2 0-16,5 0-1 16,2 0 3-16,1 0 0 15,2 0 1-15,3 0-1 0,0-3-1 16,-1-1 1-16,-1 1-1 16,-2 1 0-16,3-1 0 15,-1 1 0-15,4 2 0 16,-2-1 0-16,0 1 0 15,4-3 0-15,3 3 0 0,-1-2-2 16,4 0 3-16,0 0-3 16,3 1 3-16,-1-2 0 15,2 3-1-15,0 0 0 16,1 0 0-16,-1 0 0 16,0 0 0-16,1-1 0 0,0-1 0 15,-1-2 0-15,2 1 0 16,2-2 0-16,5-1 1 15,-2-1-1-15,6 0 0 16,2-2-1-16,3 2 2 16,-1 0 0-16,3-2 3 0,2 1-1 15,3-1-1-15,-2 2 1 16,4 1-3-16,1 1 0 16,2-1 1-16,0 2-1 15,1-2 0-15,2 1 0 16,0-3 0-16,3 2 0 15,2-3 1-15,2 0-1 0,2 2 0 16,1 0 1-16,1-3 2 16,-4 2-3-16,0-1 2 15,2 2 0-15,-1 0 0 16,1-1-1-16,2 0 0 0,2 1 2 16,4 0 1-16,0 1-1 15,2 0-2-15,-3 0 1 16,0 1-1-16,-4 0 1 15,2 0-2-15,-1-2 0 16,-6 2 1-16,3-3 1 16,-3 1-2-16,-3-1 2 0,-1-1 2 15,-2 1 0-15,-1 1 0 16,-2 0-2-16,-5-1 0 16,1 1-1-16,-8 0 0 15,-2 0-1-15,-4 0 0 16,-1 2 1-16,-6-1 1 0,0 0 1 15,-4 0 2-15,-4-1 0 16,-4 4-4-16,0-1 0 16,-6 1-1-16,-3 3 1 15,-4 0-1-15,-1 0 0 16,-5 0-2-16,-1 0-24 0,-1 1-28 16,-1 1-4-16,-9-2-39 15</inkml:trace>
  <inkml:trace contextRef="#ctx0" brushRef="#br0" timeOffset="-102047.24">18956 12232 73 0,'-3'0'3'0,"1"0"-1"15,2 0-1-15,0 0 7 16,0 0 0-16,0 0-8 0,0 0 0 16,0 0 0-16,0 3 2 15,0-1 0-15,0 2-2 16,0-1 0-16,0 1 0 16,2 1 1-16,1 0-1 15,-1-1 1-15,1 1-1 0,3 0 1 16,2-1-2-16,4-1 0 15,-1 3 0-15,5-2 4 16,-3 0-1-16,2-1 3 16,-1 1-1-16,0 1-1 15,0-1 1-15,0-1-3 0,-2 1 2 16,-3 2-1-16,-2-2 1 16,-1 0 0-16,-2 2-1 15,-4 0 0-15,0 2 3 16,0 3 2-16,-10 2 4 15,-6 6-5-15,-8 5-3 0,-6 6 1 16,-10 5-3-16,-11 9 1 16,-5 3-1-16,-5 3-47 15</inkml:trace>
  <inkml:trace contextRef="#ctx0" brushRef="#br0" timeOffset="-100453.25">15507 12830 20 0,'24'2'18'0,"3"-2"-8"0,4 0-6 16,3 0-2-16,5 0-2 16,1 0 2-16,5-2-1 0,4-3-1 15,4-1 0-15,5-1 0 16,2 0 1-16,4-2-1 16,4 2 0-16,4-3 1 15,4 2-1-15,-2-2 2 16,6 1-1-16,2-2 0 15,2 0 3-15,2-1 3 0,2 1 2 16,2-2-2-16,3 1 2 16,-3-2-6-16,-1 3-1 15,2-3 0-15,-1 1-1 16,1 0 0-16,-6 3-1 0,2-1 1 16,-1 0-1-16,-4 3 0 15,-3-3 1-15,-4 4-1 16,-2-2 3-16,-2-1 3 15,0 2 1-15,-1-2-3 16,-1 0 5-16,-2 1-6 0,-2-2 0 16,-1 1-3-16,-8 3 1 15,-2-1 0-15,-7 2 1 16,-2 0 1-16,-7 1 0 16,-3 2 0-16,-6 0-3 15,-4 0 1-15,-2 3-1 16,-5-1 1-16,-1 1-2 0,-4-1-10 15,-6 0-20-15,0-2-44 16</inkml:trace>
  <inkml:trace contextRef="#ctx0" brushRef="#br0" timeOffset="-99997.5">18808 12316 59 0,'0'0'14'0,"0"0"-9"0,0 0-2 15,0 0 1-15,0 0 1 16,0 0 1-16,40 4-1 16,-26-2 2-16,-1 1-2 15,3-1-1-15,-3 1 0 0,1 3-1 16,1-2-1-16,-2 3 0 16,1 1-1-16,-3 1 0 15,0 1-1-15,-1 0 0 16,-1 0 0-16,-1 3 0 15,-3-3 2-15,-3 3-2 16,-2-2-3-16,0 3 4 0,-13 3-1 16,-3 0 5-16,-8 3 2 15,-3 3 1-15,-5 2-7 16,-2-2 2-16,2 6 0 16,0-1-7-16,3 2-23 15,-1-3-24-15</inkml:trace>
  <inkml:trace contextRef="#ctx0" brushRef="#br0" timeOffset="-99071.89">20198 12668 48 0,'0'0'41'0,"0"0"-14"0,0 0-8 15,0 0-7-15,0 0-8 16,0 0-2-16,0 0-2 0,0 0-1 16,0 0 3-16,0 0-2 15,0 0 1-15,0 0 1 16,0 0 1-16,0 0 2 16,35-7-2-16,-25 10 5 0,4 1-5 15,-1 3-2-15,3 1 1 16,-1 0-1-16,0 1-4 15,-3-2-22-15,0-2-27 16,-2-2-51-16</inkml:trace>
  <inkml:trace contextRef="#ctx0" brushRef="#br0" timeOffset="-98899.64">20354 12648 130 0,'0'0'8'15,"0"0"24"-15,0 0-1 0,0 0-19 16,-41 3-9-16,25 11-3 16,0 8 1-16,-9 6-1 15,-3 10 1-15,-10 3-16 16,-7 4-80-16</inkml:trace>
  <inkml:trace contextRef="#ctx0" brushRef="#br0" timeOffset="-98350.92">18911 12653 168 0,'0'0'0'0,"0"0"21"0,0 0-5 16,0 0-11-16,0 0-7 0,0 0-11 15,0 0-2-15,0 0-20 16,0 0-15-16</inkml:trace>
  <inkml:trace contextRef="#ctx0" brushRef="#br0" timeOffset="-94681.05">12192 3306 90 0,'0'0'2'0,"0"0"5"0,0 0 3 15,0 0-3-15,11-36-4 16,-5 29-1-16,-2 0-2 16,-2 0 0-16,2 3 1 15,-3-2 0-15,0 2 0 16,0 1-1-16,-1 2 0 0,0 0 1 15,0 1 2-15,0 0 2 16,0 0-6-16,0 0 2 16,0 5 0-16,1 3-1 15,1 2 1-15,3 3-1 16,-2 1 0-16,4 2 0 0,0 2 1 16,1 0-1-16,0-2 0 15,4 0 0-15,-3-3 0 16,2-3 0-16,0-5 0 15,0-2 0-15,3-3 2 16,0 0-1-16,1-7 4 16,5-7 0-16,1-6 0 0,3-2 1 15,0-5-1-15,1-3 2 16,4-3 1-16,0-4 4 16,0-2 0-16,3-3-5 15,3 0-4-15,-1-2-1 16,3-1-1-16,2 4 0 0,-4 3-2 15,1 7 1-15,-6 2-1 16,-6 8-19-16,-9 7-30 16,-9 4-43-16</inkml:trace>
  <inkml:trace contextRef="#ctx0" brushRef="#br0" timeOffset="-94304.81">12219 3303 58 0,'0'0'9'0,"0"0"0"0,0 0 0 0,0 0-5 15,0 0-3-15,0 0 0 16,0 0-1-16,0 0 0 16,40-21-3-16</inkml:trace>
  <inkml:trace contextRef="#ctx0" brushRef="#br0" timeOffset="-90423.36">23314 5777 25 0</inkml:trace>
  <inkml:trace contextRef="#ctx0" brushRef="#br0" timeOffset="-90056.2">23328 5878 57 0,'0'0'15'16,"0"0"4"-16,0 0-2 16,0 0-1-16,0 0-4 0,0 0-2 15,0 0-4-15,1 18 1 16,-1-12-1-16,0 1-1 15,0-1 0-15,0 1 0 16,0 0-2-16,0 0 0 16,0 2-1-16,0-2 0 0,0 1 0 15,0-2-1-15,0-2 4 16,0 1-3-16,1-2 0 16,1-2 5-16,-2-1 15 15,3 0 11-15,1-6 1 0,7-7-20 16,7-8-7-16,9-7-3 15,13-11-2-15,13-10-2 16,14-10-1-16,14-12-17 16,2-8-57-16</inkml:trace>
  <inkml:trace contextRef="#ctx0" brushRef="#br0" timeOffset="-88530.89">18281 13452 146 0,'0'0'1'0,"0"0"6"0,0 0-1 15,0 0-5-15,0 0 0 16,0 0 0-16,0 0-4 15,0 0 3-15,0 0 0 16,0 0-2-16,0 0-1 16,0 0 0-16,7-4 10 0,-5 11-1 15,1 3-5-15,0 1 1 16,0 2 0-16,-1 4-1 16,0 0 1-16,1 2 0 15,-3 2-1-15,1-2 0 16,0 1 2-16,1-1 1 0,-2-3-2 15,0 0 0-15,0-1 1 16,0-4 2-16,0 0-2 16,2-1-1-16,-2-2 0 15,2-3 0-15,-1 0 1 16,3-1-1-16,0-2 0 16,1-1 8-16,4-1 6 0,0 0 0 15,1 0 1-15,3 0-4 16,0 0-2-16,1-4-3 15,1-1-2-15,1 2-2 16,1-2 0-16,1 2-2 16,-1 0-2-16,1 1 2 0,0 0-5 15,-2-1-44-15,-1-2-56 16</inkml:trace>
  <inkml:trace contextRef="#ctx0" brushRef="#br0" timeOffset="-88118.95">18739 13583 116 0,'0'0'12'0,"0"0"17"0,0 0-19 16,-39 25-5-16,33-15-3 15,0 2 0-15,4-2-1 16,1 1 1-16,1 0 1 0,0-1 0 16,5-2 1-16,4 1 2 15,4-3-3-15,0-1 1 16,1-4 0-16,2-1 1 16,2 0 0-16,-3 0 1 15,0-6-4-15,-3-4 2 0,-4 2 3 16,-3-1 15-16,-5-1 9 15,0-3-10-15,0 1-10 16,-7 0-7-16,-3 1-1 16,-1 1-3-16,-2 1-2 15,1 5-4-15,0 4 6 0,-1 0-7 16,3 0 5-16,-1 10 0 16,7 1-16-16,-1-3-56 15,5-1-58-15</inkml:trace>
  <inkml:trace contextRef="#ctx0" brushRef="#br0" timeOffset="-87670.08">18898 13613 195 0,'0'0'-2'0,"0"0"22"15,0 0-4-15,0 0 2 16,0 0-8-16,0 0 2 15,0 0-10-15,0 0-5 16,0 0-1-16,17-9 4 16,-14 19 0-16,3-3 0 0,-1 4 1 15,-1 1 0-15,-2-1-1 16,1-1 1-16,-3 0-1 16,0-1 0-16,0-2 2 15,0-1-6-15,0-2 8 16,0-3-4-16,0-1 1 0,0 0 1 15,0 0 4-15,0-2-4 16,-1-7-1-16,1 0 0 16,0-2-2-16,0-2 1 15,5 3-1-15,0-4-1 16,8 4-2-16,-2 0 4 0,5 2 0 16,-1 2-4-16,3 0 5 15,0 3 0-15,-2 3 1 16,-1 0 0-16,-1 0-2 15,-3 6 0-15,-1 4-1 16,-1 1-3-16,-1-1-6 16,-4 2-13-16,0-2-27 0,1-2-24 15</inkml:trace>
  <inkml:trace contextRef="#ctx0" brushRef="#br0" timeOffset="-87178.75">19290 13607 120 0,'0'0'32'0,"0"0"6"0,0 0-13 0,19-39-9 16,-19 33-6-16,0 1-9 15,-5 4 2-15,-7 1-3 0,-4 0 2 16,-3 1-4-16,1 7 4 16,1 3-1-16,3-1 0 15,0 1-1-15,8 1 0 16,3-2-2-16,3-1-7 15,0 0-7-15,7-5 2 16,5 2 9-16,-1-5 7 0,1-1 1 16,1 0-1-16,0 0 0 15,0-4 1-15,-3-3 3 16,0 0 4-16,-2 0 0 16,-2 0-2-16,-2 1-2 0,-1 2 1 15,-1 1-1-15,-1 3 1 16,0 0-6-16,0 0-7 15,2 1 3-15,-3 9 5 16,2 1-1-16,-2 1 0 16,0 2 3-16,0 3 0 15,0-1-2-15,0 0 1 0,0-2-1 16,-6-2-2-16,1 0 0 16,-1-2 0-16,-2-3-1 15,-3 1 1-15,-1-3 0 16,-2-1 1-16,0 0 2 15,-1-2-1-15,2-1-1 0,6-1 0 16,0 0-3-16,3-3-12 16,4-10-73-16</inkml:trace>
  <inkml:trace contextRef="#ctx0" brushRef="#br0" timeOffset="-86880.88">19807 13368 211 0,'0'0'-2'0,"0"0"1"0,0 0 2 0,11 35-1 0,-6-17 2 16,-1 2-1-16,-1 1 0 16,2 2 1-16,0 1 1 15,-5 0 0-15,0 0 0 16,0-2-9-16,0-1-27 0,-10-5-17 16,-1-5-71-16</inkml:trace>
  <inkml:trace contextRef="#ctx0" brushRef="#br0" timeOffset="-86004.83">19692 13512 110 0,'0'0'0'0,"0"0"1"16,46-3 1-16,-28 2 0 0,0 1 5 16,0 0 4-16,1 0 0 15,0 0-2-15,3 0 0 16,-3 0-5-16,2 0 0 15,0 0-2-15,-2 0-1 16,1 0 1-16,-1 0-1 0,-2 0 0 16,1 0-1-16,-4-2 0 15,4-4 2-15,-5 1 1 16,1-1-1-16,-4 0 0 16,-3-1 1-16,-1 0 1 15,-5 0 2-15,-1 3 1 0,0-3 1 16,0 2 1-16,0 1-1 15,0 1-2-15,-3 1-3 16,-3 0-2-16,0 2-1 16,1 0 1-16,-2 0-3 15,0 0 1-15,-1 0 0 0,1 3 0 16,0 3 0-16,-1 0-1 16,2 2 3-16,-1-1-2 15,3 2-1-15,0 0 2 16,2 0 0-16,-3 1 2 15,4 0-2-15,0 1 0 0,1-1 2 16,0 0 0-16,0 0 0 16,1-3 0-16,7 2-1 15,-2-5-2-15,3 2 3 16,-1-2 1-16,3-3 1 16,-2 0-1-16,1-1 2 0,1 0-3 15,-2 0 1-15,2-2-3 16,-2-4 0-16,1-1 0 15,-1-1 0-15,2-2 1 16,-5-2-2-16,1 1 1 16,0-2-3-16,2 0-1 0,-4 1-1 15,1 0 2-15,-1 1 1 16,0 2-2-16,0 2 5 16,-1 3-1-16,0 3 0 15,-1 1 0-15,2 0-1 16,-2 0 1-16,1 0 0 0,2 5 2 15,0 4 2-15,2-1-1 16,-3 2 1-16,3 0 1 16,-2 1-1-16,2-2-1 15,-1 1 1-15,1 0-1 16,0-3-22-16,3-3-15 0,-3 1-36 16,1-5-20-16</inkml:trace>
  <inkml:trace contextRef="#ctx0" brushRef="#br0" timeOffset="-85370.8">20364 13472 104 0,'0'0'11'0,"0"0"33"0,0 0-3 0,0 0-22 0,0 0-7 16,0 0-9-16,0 0-5 15,0 0 1-15,0 0 1 16,0 0 1-16,0 0-1 0,0 0 2 15,8 26-1-15,-5-15 0 16,-1-4 0-16,0 0 0 16,1 0-3-16,-1-2-3 15,-1-3-1-15,0 0-2 16,1-2 4-16,-2 0 7 0,0 0 2 16,0-4-5-16,0-2-2 15,2-3 2-15,-1 1-3 16,3-2-2-16,3-1 4 15,-2 2 2-15,3-1 3 16,-1 3 5-16,3 1-2 0,0 0-4 16,-1 3-2-16,3 1-1 15,-1 2 1-15,-1 0-1 16,0 0 0-16,0 0 0 16,0 7 0-16,-1 3 1 15,-2 0 0-15,1 0 0 0,-4 1-2 16,-1 1 2-16,-1-1-3 15,-1-1-8-15,-1-4 2 16,0-1 2-16,0-2 4 16,0-3 0-16,0 0 8 15,0 0 1-15,0-4 0 0,0-5 2 16,2-1-2-16,4-1-1 16,-3 0-3-16,2-1 0 15,2 2 1-15,0-1 0 16,3 3 1-16,-1-1 2 15,3 3-1-15,2 3-1 16,-1 1-1-16,3 2-2 0,-2 0-1 16,2 2-1-16,-3 7 0 15,2 4 2-15,-4 1-2 16,0 0-2-16,-1 3-8 16,0-1-22-16,0-5-35 15,3-4-100-15</inkml:trace>
  <inkml:trace contextRef="#ctx0" brushRef="#br0" timeOffset="-84547.16">21257 13411 133 0,'0'0'2'0,"0"0"13"0,0 0 10 0,0 0-13 15,0 0-7-15,0 0-2 16,0 0-2-16,0 0 1 16,45-10-1-16,-35 10 0 15,-2 3 0-15,2 4-1 0,-2 0 1 16,-1 3 0-16,1 0 1 16,-3 0-1-16,-1-1 1 15,-1-1-1-15,-1-1-2 16,-2-3-4-16,0-1 2 0,0 0 3 15,-2-3 1-15,-4 0 3 16,0 0-3-16,1-2 1 16,2-3 1-16,2-4-2 15,1 1-1-15,0-2-4 16,5 0 2-16,6 0 5 16,2 0-7-16,4 3 3 0,0-1 0 15,0 2 0-15,1 3 1 16,1 0 1-16,-1 3 1 15,-2 0 3-15,0 0-2 16,-2 6 0-16,-2 1-2 16,0 3 1-16,-4-1 0 0,-2 0-1 15,-3 0-1-15,2 1 1 16,-5-3-2-16,0-1 0 16,0-2 1-16,0-1 0 15,-7-2-2-15,3-1 6 0,-3 0-3 16,3 0 0-16,1-7 0 15,3 0 1-15,0-3-3 16,0 1 0-16,4-1 3 16,6-1 1-16,3 1 1 15,0-1-1-15,3 2 1 16,-1 1 3-16,2 3-2 0,-1 3 2 16,1 0-1-16,-2 2-2 15,1 0-1-15,-3 6-2 16,-2 1-1-16,-1 4 1 15,-1 1 0-15,-1-1 1 16,-4 3 1-16,2-1-4 0,0-3-32 16,-3-4-35-16,1-5-52 15</inkml:trace>
  <inkml:trace contextRef="#ctx0" brushRef="#br0" timeOffset="-84154.39">21917 13380 211 0,'0'0'-3'0,"0"0"0"0,0 0-11 0,0 0-1 0,0 0-4 16,0 0 2-16,0 0 12 16,0 0 4-16,0 0 2 15,37-9 1-15,-30 4 2 16,0-2 0-16,1 0-3 15,-4 1 0-15,-2-3-2 0,-2 5-4 16,0 0-1-16,-2 1 1 16,-7 0 9-16,-5 3-1 15,1 0 9-15,-6 4 7 16,3 3-2-16,-2 3-1 16,3 2-4-16,2 0-4 15,4-2-3-15,5 2 0 0,3-1 3 16,1-1 2-16,1-1 5 15,10-2-3-15,4 0-3 16,5 0 1-16,3-3-6 16,2-1-11-16,-1-3-28 0,1 0-17 15,-2 0-6-15,-4-3-7 16</inkml:trace>
  <inkml:trace contextRef="#ctx0" brushRef="#br0" timeOffset="-83535.98">22094 13343 66 0,'0'0'33'0,"0"0"18"16,0 0-6-16,0 0-12 16,0 0-13-16,0 0-1 15,0 0-6-15,0 0-3 16,0 0-9-16,18-34 1 16,-12 34-3-16,2 9 2 0,-2-1 0 15,0 2-1-15,-1 1 1 16,1 1-2-16,-4 0-3 15,-2-3-10-15,0 1-4 16,0-3 9-16,0-3-1 0,0-2 0 16,0-2 2-16,-5 0 10 15,1 0-1-15,0-3-2 16,2-6 2-16,2 1-2 16,0-2-4-16,0-1 2 15,7 0 5-15,3 0-3 0,4 3 3 16,1-1-1-16,2 5 2 15,1-1 0-15,0 3 1 16,0 2 1-16,-2 0-2 16,1 2-2-16,-2 6 0 15,-1 0 0-15,-5 3 1 16,1 1-1-16,-2 1 0 0,-5-2-1 16,-2-1-7-16,-1-2-3 15,0-2-4-15,-4-2 7 16,-5-1 1-16,0-3 5 15,0 0 0-15,0-3 1 16,6-5 1-16,-1-1 14 0,4-2 0 16,0 0 1-16,5-2-3 15,6 0-3-15,4 2 0 16,-1 0-7-16,2 0 1 16,2 4 0-16,-1 3-1 15,1 4-2-15,-4 0 0 0,0 0-1 16,-2 7 0-16,-3 2 0 15,0 2-1-15,-4 2-1 16,-1-2 1-16,-2 3-6 16,-2-4-15-16,1-1-2 15,1-3-18-15,1-4-52 0</inkml:trace>
  <inkml:trace contextRef="#ctx0" brushRef="#br0" timeOffset="-83201.82">22590 13316 215 0,'0'0'7'0,"0"0"11"0,0 0-5 0,0 0-12 15,0 0-4-15,0 0-3 16,0 0 9-16,0 0-2 16,0 0 1-16,0 0-1 0,0 0 1 15,-24 30-2-15,24-24 1 16,0-1-8-16,5-1-1 15,4-1 11-15,3-3-3 16,-3 0 2-16,1 0 1 16,0-5-2-16,-1-3 7 0,-5 1 11 15,1-3-2-15,-3 0-2 16,-2 1-4-16,0-3-6 16,0 4-3-16,-5-2 3 15,-3 4-5-15,-1 2-1 16,-2 2-6-16,2 2-12 15,2 0-27-15,-2 0-22 0,6 0-87 16</inkml:trace>
  <inkml:trace contextRef="#ctx0" brushRef="#br0" timeOffset="-82868.76">22739 13270 286 0,'0'0'3'15,"0"0"2"-15,0 0 2 16,45 0-4-16,-34 0-3 0,-2 2 1 16,0 5-1-16,2 1 0 15,-4 3 0-15,0 0 0 16,-2 2-2-16,-1-2-4 16,0-1-1-16,-4-3-3 15,0-4-8-15,0 0 5 0,0-3 2 16,-5 0 16-16,-1-2-1 15,-1-5-3-15,1-1 8 16,3-2 11-16,3-1-5 16,0-2-9-16,1 1-6 15,9 1 5-15,3-2-3 16,6 0-3-16,-2 2-10 0,6 0-18 16,-2 3-9-16,1 1-29 15,-1 0-4-15</inkml:trace>
  <inkml:trace contextRef="#ctx0" brushRef="#br0" timeOffset="-82525.67">23062 13246 96 0,'0'0'24'15,"0"0"10"-15,0 0-6 16,0 0-15-16,0 0-8 16,0 0 4-16,37 37-5 15,-23-35 0-15,2-2-3 0,2 0 2 16,3 0-2-16,-3-8 0 15,1-1 4-15,-2-1 9 16,-3-2-6-16,-3-1-3 16,-4 2-1-16,-1 0 1 15,-1 2-3-15,-5 3 6 0,0 4-2 16,0 0-5-16,0 2-3 16,0 3 2-16,-6 9 0 15,3 3 1-15,0 4 0 16,2 1-1-16,1 4 0 15,0 3 1-15,0-2-1 0,1 6 0 16,2-1 4-16,-3 2-2 16,0 3-1-16,-13 0 0 15,-13 0-3-15,-15-1-42 16,-20-2-61-16</inkml:trace>
  <inkml:trace contextRef="#ctx0" brushRef="#br0" timeOffset="-81749.76">19027 14368 179 0,'0'0'3'0,"0"0"16"0,0 0-2 15,0 0-13-15,0 0-2 16,0 0-3-16,0 0 0 0,-29-37 1 16,16 36 3-16,1 1 3 15,-3 0 0-15,1 0-2 16,1 0-2-16,-3 4 2 15,3 3-2-15,3 3-2 16,1 3 0-16,6-1 1 0,3 0-1 16,0 1 1-16,3 1-2 15,8-2 2-15,2 0 0 16,5 1 0-16,-1 0 1 16,2-2-1-16,-1 2 2 15,3-1-3-15,-3 2 5 16,-3-2-5-16,-1 1 2 0,-4 0-1 15,-4-2 0-15,-2-2 0 16,-2-1-1-16,-2-1 0 16,-5 2-1-16,-5-2 8 15,-6 0-2-15,-4 2-2 16,-2-2-1-16,0 0-3 0,4-3-15 16,-1-3-26-16,6-1-42 15</inkml:trace>
  <inkml:trace contextRef="#ctx0" brushRef="#br0" timeOffset="-81257.49">19226 14262 114 0,'0'0'108'0,"0"0"-101"0,0 0-11 16,0 0 1-16,0 0 8 0,17 35 3 16,-12-12-5-16,-1 1-3 15,3 3 4-15,-1 0-1 16,2 0 0-16,-1-4-1 0,1 0-1 16,-2-5 0-16,2-2 0 15,-4-5 0-15,0-2-1 16,-2-3 1-16,1-4 0 15,-3 1-1-15,0-3-4 0,0 0-5 16,0 0 15-16,0-7-21 16,0-2-6-16,0-2 6 15,0-2 9-15,4 1 1 16,6 0 13-16,-1 1-3 16,6 1 6-16,1 1-1 15,0 1 3-15,-1 3-6 0,4 1 1 16,-2 4-3-16,1 0-2 15,-2 0-2-15,0 0 0 16,-3 7 1-16,-2 3-1 16,-3 3-2-16,-3 0-1 15,-2-1 5-15,-2 3-1 0,-1-1-10 16,0-3-24-16,0 0-26 16,1-3-12-16</inkml:trace>
  <inkml:trace contextRef="#ctx0" brushRef="#br0" timeOffset="-80916.76">19649 14482 124 0,'0'0'23'0,"0"0"38"0,0 0-18 16,0 0-20-16,0 0-13 0,0 0 1 16,0 0-5-16,0 0-14 15,0 0-28-15,-1-14 43 16,1 22-5-16,0 2 1 15,0-3-4-15,3 1-3 16,8-1-1-16,0-5 7 16,2 1 1-16,1-3-3 0,-1 0 2 15,1-1-1-15,-1-6 2 16,-4-2 2-16,1-1 2 16,-3 0 4-16,-2-1 2 15,-4-2-3-15,-1 0-2 16,0 3-2-16,-7 0-6 0,-4 3 1 15,-1 3-5-15,-3 1 1 16,-3 3-1-16,3 0-17 16,0 2-12-16,6 3-7 15,4-2-50-15</inkml:trace>
  <inkml:trace contextRef="#ctx0" brushRef="#br0" timeOffset="-80540.49">19848 14412 183 0,'0'0'1'0,"0"0"13"15,0 0-1-15,0 0-2 16,46 0-8-16,-39 2-1 16,2 3 2-16,-2 1 0 15,-1 1 3-15,0 3-1 0,-1 0-4 16,-1 1-2-16,-4-2 2 15,0-1-2-15,0 1 0 16,0-3-1-16,-8-1-2 16,1 0 7-16,-1-3-2 15,1 0 1-15,-2-2-2 16,4 0 0-16,-1 0 1 0,4-1 1 16,2-6-2-16,0-2-2 15,0-1-8-15,8-4 12 16,1-2-4-16,4 1-2 15,1-2-1-15,6 1-6 16,-4 0-4-16,3 3-4 0,2-1 1 16,-2 0-22-16,2 1-9 15,-4 3-36-15</inkml:trace>
  <inkml:trace contextRef="#ctx0" brushRef="#br0" timeOffset="-80287.89">20148 14276 130 0,'0'0'58'0,"0"0"-17"15,0 0-18-15,0 0-20 16,0 0-2-16,0 0-3 16,0 0 4-16,-6 40-2 15,0-23 2-15,1 0 1 0,1 1 0 16,1 1-2-16,2-1 2 16,1-1 3-16,0 0-1 15,0-1-1-15,4-2 1 16,2-3-3-16,1 0 1 0,0-2-1 15,2-1 0-15,-2-2-2 16,1-2 4-16,1-2-6 16,-2-2-18-16,-3 0-27 15,-2 0-52-15</inkml:trace>
  <inkml:trace contextRef="#ctx0" brushRef="#br0" timeOffset="-80142.13">20092 14422 255 0,'0'0'17'0,"0"0"-9"16,0 0-7-16,39-15 1 15,-16 10-2-15,3 1-7 16,0 0-38-16,4-3-56 16</inkml:trace>
  <inkml:trace contextRef="#ctx0" brushRef="#br0" timeOffset="-79856.79">20688 14213 192 0,'0'0'20'16,"0"0"-20"-16,0 0 2 0,0 0 5 16,-5 53 0-16,2-33-3 15,0 1 0-15,-1 1 0 16,3-1-2-16,0-1 1 16,0-3 1-16,-2-2-9 15,1 1-15-15,-4-3-36 16,-1-6-8-16</inkml:trace>
  <inkml:trace contextRef="#ctx0" brushRef="#br0" timeOffset="-79164.73">20559 14350 124 0,'0'0'-3'15,"0"0"4"-15,52-7-1 16,-29 5-1-16,-1 2 0 0,1-1 2 16,-3 1-1-16,5 0 5 15,0 0 9-15,-1-1 6 16,0-1-5-16,0 2-6 16,-1-1-5-16,-3-1-2 15,-2-1-1-15,-2-1 1 0,-6 1 4 16,-2-1 1-16,1-2 3 15,-7 1 1-15,-1-1 0 16,-1 0-1-16,0 1-8 16,0 0-1-16,-8 1 0 15,-1 1-2-15,-1 2 1 0,-2 1-1 16,0 0-1-16,-2 0 4 16,0 7-2-16,1 1 0 15,1 4 1-15,3 2-1 16,0-1 0-16,5 1 0 15,-1 0 0-15,5-1 0 16,0 0-1-16,2-2 0 0,6-1 2 16,0 0 1-16,0-3-2 15,2-1 3-15,-1-3 1 16,0-1 4-16,0-1 0 16,2-1 1-16,-3 0-1 0,0 0-3 15,3-1-3-15,-4-6 1 16,3-1-2-16,2 1-1 15,-1-5 1-15,-1 1-1 16,3 1 0-16,-2-3-1 16,0-1-5-16,0 4-3 0,-3-1 4 15,-1 2 4-15,-2 3 1 16,2 1 1-16,-5 1 1 16,1 4 3-16,-1 0-5 15,1 0-4-15,0 4 2 16,0 2 0-16,1 4 3 15,3 1 1-15,-3-1-1 0,1 1 2 16,3-1-2-16,-2 1-21 16,3-5-19-16,-1-1-38 15,-1-4-23-15</inkml:trace>
  <inkml:trace contextRef="#ctx0" brushRef="#br0" timeOffset="-78552.95">21136 14307 145 0,'0'0'33'0,"0"0"5"0,0 0-17 0,0 0-16 0,0 0-4 15,0 0-1-15,0 0-1 16,0 0 1-16,0 0-2 16,39 7 2-16,-35 3 0 15,0 0-1-15,1 3 1 16,-2-2-4-16,1-1-16 15,-2-3-18-15,0-1 1 0,1-3 13 16,-3-3 9-16,0 0 13 16,0 0 15-16,0-1 1 15,-3-6 9-15,1-1 4 16,2-2 3-16,0-1-19 0,0 1-4 16,0-1-3-16,5 3 5 15,0-3-3-15,1 2 3 16,1 4-4-16,1 1-1 15,0 1-1-15,1 3-2 16,-2 0-2-16,1 0 1 0,1 6 0 16,-2 2 0-16,1 5 0 15,-2 0 0-15,2-2-6 16,-6 3-7-16,1-1-6 16,-3-2-5-16,0-3-5 15,0-1 14-15,0-3 8 0,0-4 5 16,-3 0 11-16,1 0 9 15,0-3-1-15,2-4 1 16,0-2-12-16,0-2 6 16,5-2 6-16,5-1-1 15,4 1-7-15,-3 2-3 16,4-2 1-16,1 3-3 0,0 3 0 16,1 3 0-16,2 2-1 15,-1 2-3-15,0 0-1 16,3 2 0-16,0 6 0 15,1 2 0-15,-1 4-2 0,2-1-11 16,0 0-29-16,-3-3-45 16,0-6-11-16</inkml:trace>
  <inkml:trace contextRef="#ctx0" brushRef="#br0" timeOffset="-77812.97">21918 14215 215 0,'0'0'13'0,"0"0"7"0,0 0-15 0,0 0-4 16,0 0-2-16,0 0 2 15,0 0 0-15,41 10-1 16,-27 1 0-16,-1 3 0 16,0 2 1-16,1 0-1 15,-7-1-18-15,0-1-27 0,-2-2-4 16,-2-2 13-16,-3-3 13 15,0-4 2-15,0-2 15 16,0-1 10-16,-3 0 19 16,-2-4-8-16,4-5 0 15,1 1-1-15,0-2 7 0,0-5 2 16,1 3 10-16,8-1-14 16,0 0-4-16,3 1-3 15,4 3-7-15,0 2 0 16,4 1-3-16,-3 2 0 15,2 3-2-15,-1 1 0 0,-2 0 0 16,0 5 0-16,-3 5 0 16,0-1 0-16,-2 3-2 15,-5 0-4-15,-1-1-8 16,-3-1-9-16,-2 0 1 16,0-3 0-16,0-1 4 0,-8-5 5 15,0-1 14-15,0 0 0 16,-1 0 1-16,3-5-1 15,3-4 7-15,2-1 18 16,1-1-1-16,3-2-3 16,7-1-5-16,7 1-2 0,0 0-7 15,1 2-2-15,3 1-3 16,-1 3 2-16,3 4 2 16,-1 3-3-16,-1 0-2 15,2 2 0-15,-4 7-2 16,1 4 0-16,-5 1 0 15,1 1-2-15,-6 0-5 0,-1-1-24 16,-1-2-26-16,-5-4-50 16</inkml:trace>
  <inkml:trace contextRef="#ctx0" brushRef="#br0" timeOffset="-77464.66">22564 14263 201 0,'0'0'-5'0,"0"0"5"0,0 0 0 0,41-8 2 0,-30 6-2 15,3-1 1-15,-5-1 0 16,3 0 0-16,-2-2-1 16,-4 0 2-16,1 1 3 15,-5-2 4-15,-1-2 3 16,-1 2 1-16,0 0-12 0,-5 3 5 15,-5 0-4-15,-2 3-1 16,-3 1 3-16,2 0-3 16,-1 0 3-16,3 9-1 15,1 2-1-15,2 4 0 16,5 0 1-16,-1-1 0 0,4 2-2 16,0-2 1-16,6-1-1 15,8-3-2-15,1 1-17 16,6-5-22-16,2-2-31 15,1-2-21-15</inkml:trace>
  <inkml:trace contextRef="#ctx0" brushRef="#br0" timeOffset="-76851.93">22797 14215 166 0,'0'0'44'15,"0"0"-1"-15,0 0-17 16,0 0-10-16,0 0-6 0,0 0-7 15,0 0-6-15,0 0 3 16,0 0 0-16,21-9 1 16,-15 22-1-16,-1 1 1 15,2-2-4-15,-2 1-13 0,-3-2-4 16,0-1 7-16,-2-3 0 16,0-3-1-16,0-2-6 15,0-2-6-15,0 0 17 16,-3 0 12-16,1-9-2 15,2-1 0-15,0-3 1 0,0 1 3 16,0 0 14-16,7-2 3 16,2 1-9-16,2 2-3 15,2 4-3-15,0 2-4 16,2-1 0-16,-3 5-1 16,2 1-2-16,-1 0 0 15,-2 0 0-15,-3 7 0 0,2 2 0 16,-5 1 1-16,-1 3-4 15,-1-2-14-15,-3-1-2 16,0-3 2-16,0 0 1 16,0-2 9-16,-6-3 0 0,1-2 11 15,2 0 8-15,-3 0 7 16,2-5-5-16,1-4-5 16,3-1-6-16,0 0-4 15,0-2 1-15,5 0 1 16,5 1 1-16,-1 2 5 15,5 1 2-15,-1 2 1 0,1 2 0 16,-1 4-4-16,3 0-4 16,-1 0 0-16,1 7-1 15,-3 2-1-15,1 3 1 16,-6 1 0-16,0 0-2 0,-4-2-1 16,0 3-7-16,1-4-13 15,-4-1-9-15,1-2-30 16,0-5-26-16</inkml:trace>
  <inkml:trace contextRef="#ctx0" brushRef="#br0" timeOffset="-76511.3">23215 14214 0 0,'0'0'222'0,"0"0"-196"0,0 0 16 0,0 0-28 0,11-39-5 0,-11 35-4 15,0 2-3-15,0 2-3 16,-1 0-3-16,-2 2 5 0,-5 9-2 15,3-1 2-15,1 3 0 16,0 1-2-16,4-1-5 16,0-2-7-16,0-1 5 15,8 0 0-15,1-4 8 16,1-2 2-16,3-1-2 16,-2-3 0-16,2 0 6 0,-4 0 4 15,1-7 6-15,-1-3-1 16,-4-1-3-16,0-3 3 15,-3-1 3-15,-2 0-3 16,0 0-9-16,0 3-5 0,-7 0-2 16,-3 5-2-16,0 2-4 15,-1 4-12-15,-2 1-6 16,2 0-2-16,-1 1-29 16,6 4-38-16</inkml:trace>
  <inkml:trace contextRef="#ctx0" brushRef="#br0" timeOffset="-76153.58">23366 14165 217 0,'0'0'5'0,"0"0"7"16,0 0-10-16,0 0-1 15,44-17-1-15,-32 17 0 16,-3 0 0-16,0 6 0 15,0 4-1-15,-1 3 1 16,-3-1-2-16,-2 0 3 0,-2 0-5 16,0-2 2-16,-1-1-9 15,0-5 6-15,0-1 0 16,-3-2 0-16,-2-1 18 16,-3 0 2-16,1-4-3 15,1-6 1-15,2 0 5 0,0-2 0 16,4 0-9-16,0-1-7 15,0-1 2-15,8 0-1 16,4 1 3-16,2 1-7 16,3 1-2-16,2 2-6 15,1 0-30-15,0 3-34 0,-3 1-69 16</inkml:trace>
  <inkml:trace contextRef="#ctx0" brushRef="#br0" timeOffset="-75568.38">23625 14084 196 0,'0'0'22'0,"0"0"-17"16,0 0-3-16,0 0-2 15,0 0 1-15,0 0 0 16,13 37 1-16,-12-28 0 16,2 1 1-16,2-2-2 15,2 2 2-15,4-3-1 0,2-1 0 16,1-2 1-16,4-1 1 15,0-2-2-15,-1-1 0 16,1 0-1-16,-3-2-1 16,-2-6 1-16,-2-1 5 0,-3 0 2 15,1-2-3-15,-4-2-2 16,-1 1-2-16,-1 1 0 16,0 3-1-16,-2-1-1 15,-1 5 1-15,1 0-1 16,-1 2-1-16,0 2-1 15,0 0-2-15,0 0-1 0,0 7 2 16,-1 3 6-16,-3 3-2 16,1 3 2-16,0 1-1 15,0 4 1-15,1 2-2 16,2 1 0-16,-3 4 0 16,3-2 1-16,0 2-1 15,0 0 0-15,0-3 1 0,0 0 1 16,0 0-1-16,0-3 1 15,0-1-2-15,-1-5 1 16,-4 0-1-16,0-5 0 16,-3-1-3-16,-1-6 1 15,-4 0 5-15,-1-4 3 0,-1 0-3 16,0-1-1-16,-1-6-1 16,3-3 0-16,1-4 2 15,5-3 5-15,5 1 3 16,2-4-8-16,2-4-4 0,13 0 0 15,7-7-1-15,9-5-61 16,2-3-92-16</inkml:trace>
  <inkml:trace contextRef="#ctx0" brushRef="#br0" timeOffset="-34983.73">24275 14292 17 0,'-5'0'2'0,"-2"0"-2"0,0 0 0 15,1 0-2-15,-2 0-8 16</inkml:trace>
  <inkml:trace contextRef="#ctx0" brushRef="#br0" timeOffset="-34222.25">24182 14263 49 0,'0'0'15'0,"0"0"-7"15,0 0-8-15,0 0 1 16,0 0-1-16,0 0 1 16,0 0 1-16,0 0 7 15,0 0 3-15,0 1-6 0,0-1-5 16,0 1-2-1,0-1-3-15,0 1-1 0,0-1-4 16,0 0-4-16,0 0 7 16,0 0 6-16,0 0 13 15,0 0 3-15,0 0-7 16,0 0-2-16,0 0-5 0,0 0-2 16,0 0 0-16,3 0 1 15,0 0 0-15,-1 0 0 16,1 0 3-16,1 2-1 15,0-1-1-15,-1 0-2 16,0-1 0-16,0 2 1 0,1-1-1 16,-4 1 1-16,1-1 0 15,1 0 1-15,1 2 1 16,-1-1 0-16,0 2 1 16,2-3 1-16,-2 2 2 15,1 0 0-15,-1-2-4 0,1 1 0 16,0-1-2-16,-1-1 0 15,-1 0 3-15,1 0 1 16,0 0 5-16,3 0 2 16,0 0-2-16,-1-3-3 15,5-2-3-15,2-4 0 0,0-2 1 16,4-3-1-16,4-2-2 16,7-4-2-16,1-1 3 15,3-3-2-15,9-3 1 16,2-5-10-16,4-6-82 15</inkml:trace>
  <inkml:trace contextRef="#ctx0" brushRef="#br0" timeOffset="-32948.08">23532 13305 36 0,'2'0'4'0,"-2"0"10"0,1 0 2 0,-1 0-1 0,0-2 1 16,0 2-2-16,0 0 0 16,0-3 3-16,0 3-2 15,0 0-8-15,0 0-4 16,0 0-4-16,0 0-3 0,1 0 0 15,-1 0-1-15,0 3 3 16,0 3 1-16,0-1 2 16,0 0-1-16,0-2 0 15,1 1 2-15,1-3-2 16,2 1 1-16,0-2 1 16,4 0 3-16,0-3 7 0,9-7 3 15,6-6-2-15,5-5-4 16,13-8-2-16,7-6-6 15,7-6 0-15,5-8-45 16,0-5-82-16</inkml:trace>
  <inkml:trace contextRef="#ctx0" brushRef="#br0" timeOffset="-30075.11">24011 12954 26 0,'0'0'-1'0,"0"0"-3"0,0 0 8 0,0 0-2 15,0 0 2-15,0 0 0 16,0 0 0-16,0 0 3 16,29-39 6-16,-26 35 5 15,0 0-1-15,0 1-5 0,1-1-3 16,0 1-1-16,2-1-2 15,2 1-3-15,0 0-2 16,4 0 0-16,0 3-1 16,3-2 1-16,-1 2-1 15,-1 0 0-15,1 0 0 0,1 0 0 16,-1 0 1-16,-3 0 1 16,0 1-1-16,-1 3-1 15,0 0 1-15,-2 0 0 16,0 1-2-16,1 0 1 0,-2 1 0 15,1 0 0-15,-2 2 0 16,3 0-1-16,-4 0 0 16,2 3-1-16,-4-1 1 15,-1 3-1-15,-2 1-1 16,0 0 2-16,0 1 1 0,-3 2 0 16,-5 1 0-16,-1 2 1 15,-1 3-1-15,0-1 3 16,1 1-2-16,0 4 0 15,3-3 0-15,3 2 0 16,-1-1 0-16,4 1 0 16,0-3 0-16,0-1 1 0,0-3 1 15,3-1-1-15,6 1 1 16,3-5 4-16,1 0-2 16,3-1 3-16,-2-2-1 15,4-4 0-15,0-1-1 16,3-1 2-16,-2-1-6 0,0-2 3 15,-2-1-2-15,-3 0-2 16,-1-1 0-16,-3 0-2 16,-3 0-5-16,-3 0-4 15,0 0 0-15,-4 0-1 16,0 0-13-16,0 4 8 0,0 1 3 16,-4 0 8-16,-2 5 4 15,1 1 0-15,-1 2 1 16,-2 3-1-16,3 2 1 15,0 2-1-15,2 3 0 16,1-1 1-16,0 2 0 16,2-2 1-16,0 2 0 0,0 1 2 15,0 1 2-15,0 3-1 16,4-2 1-16,0 4-1 16,3 5-1-16,1 0-1 15,0 3 0-15,-1-1 0 0,-1 1-1 16,-3 2 2-16,1-3-1 15,-3-1 0-15,-1 0-1 16,0-3 1-16,0-3 1 16,0-1 3-16,-4-3 4 15,0-3-1-15,-1 2 3 16,0-3-2-16,-2-1 0 0,0-1-4 16,-3 0 2-16,-1 1-3 15,-3-2-2-15,-1 4-1 16,-4 0 0-16,-6 1 1 15,-9-1-5-15,-4-2-37 16,-8-9-71-16</inkml:trace>
  <inkml:trace contextRef="#ctx0" brushRef="#br0" timeOffset="-18715.4">17866 13689 29 0,'0'0'20'0,"0"0"-6"0,-1 0 5 0,1 0-5 16,0 0-6-16,-1 0-3 0,1 0-3 16,0 0-1-16,-1 0 0 15,1 0 0-15,0 0 5 16,0 0 4-16,0 0 4 16,0 0-4-16,0 0-7 15,0 0-5-15,0 0 0 0,0 0 1 16,0 2 2-16,0 3-1 15,0 0 1-15,2-1-1 16,2 2 0-16,-2-1 1 16,2 0-1-16,0-1 2 15,2-2-1-15,-2-1 1 0,5-1 5 16,1 0 16-16,3-9 14 16,7-5-14-16,4-6-9 15,7-4-9-15,4-7-5 16,9-2 1-16,0-4-22 15,0-1-83-15</inkml:trace>
  <inkml:trace contextRef="#ctx0" brushRef="#br0" timeOffset="-17964.34">18296 14523 90 0,'0'0'2'0,"0"0"1"0,0 0-1 15,0 0-2-15,0 0 2 16,0 0-2-16,0 0 14 16,0 0 11-16,0 0 9 15,0 0-6-15,0 0-22 0,0 0-9 16,3-4-2-16,-3 12 0 15,0 1 3-15,0 1 1 16,0 1 1-16,0-2 0 0,0-1 1 16,0-2 0-16,0-2 0 15,0-4 4-15,3 0 0 16,7 0 0-16,1-3 10 16,7-12 0-16,2-4-8 15,13-8-4-15,10-7-3 16,8-10 1-16,5-15-19 0,7-13-154 15</inkml:trace>
  <inkml:trace contextRef="#ctx0" brushRef="#br0" timeOffset="-12806.06">16200 11957 14 0,'0'0'30'0,"0"0"-21"0,0 0 4 0,0 0-8 16,0 0-3-16,0 0-1 16,0 0-1-16,0 0-3 15,0 0-2-15,0 0 5 16,0 0 1-16,0 0 6 15,-29-9 4-15,29 9 1 0,0-1-3 16,0-2-7-16,0 3-1 16,0 0 0-16,0 0 0 15,2 0-1-15,2 0 0 16,-2 0 0-16,4 0 0 0,2 4 0 16,0 5 1-1,7 3-2-15,2 6 2 0,6 4-1 16,4 2 0-16,6 5 0 15,1 2 0-15,4 3 0 16,5 0 0-16,5 3 1 16,2 3-1-16,7 1-1 0,6 2 4 15,0-1 2-15,2-2 0 16,0 0-1-16,1-5 2 16,-7-2 0-16,1-6 0 15,-6-4 0-15,-3 0-1 16,-6-3-1-16,-6-2-1 0,-5-3-3 15,-7 2 0-15,-7-1 0 16,-6-4 0-16,-3-1-30 16,-8-7-23-16</inkml:trace>
  <inkml:trace contextRef="#ctx0" brushRef="#br0" timeOffset="-11730.94">17351 11562 64 0,'0'0'3'0,"0"0"2"0,0 0 0 0,0 0-1 15,0 0-2-15,0 0 1 16,0 0 0-16,0 0 4 15,0 0 3-15,0 0 5 16,0 0-1-16,0 0-4 0,0 0-8 16,14-23-3-16,-14 23-4 15,0 0 2-15,-3 9 7 16,-4 2-4-16,0 0 2 16,-4 5-2-16,1 5 0 15,-3 2 0-15,-1 5 0 0,-3 2 0 16,0 5 1-16,-3 1-1 15,-1 3 0-15,-2 3 0 16,-2 5-1-16,-4 7 1 16,-3 3 0-16,-7 9 0 15,-5 6-3-15,0 4-1 0,-5 5-3 16,2 0 0-16,-1-3-2 16,4-1 6-16,-1-2 3 15,3-4 1-15,4-7-1 16,0 0 0-16,4-5 1 15,1-4-1-15,2-7 0 0,3-4 0 16,0-3 0-16,3-8 0 16,-1-6 1-16,3-4-1 15,1-5 2-15,0-4 4 16,1-2 0-16,3-4-1 16,1-1-3-16,-1-2-2 0,4-1 0 15,0-4 1-15,2 0-1 16,0 0 1-16,3 0 0 15,1 0 2-15,3-3 5 16,-1 1-5-16,3 0-1 16,2 0-1-16,1 1 3 0,-2 0-4 15,2 0-1-15,0 1 3 16,0 0 0-16,0 0-4 16,0 0-3-16,0 0-4 15,2 0-9-15,-1 0-15 16,2 2-62-16</inkml:trace>
  <inkml:trace contextRef="#ctx0" brushRef="#br0" timeOffset="-10955.42">16435 13357 0 0,'-1'0'99'0,"1"0"-79"0,0 0-18 0,-1 0-4 15,1 0-11-15,0 0-26 16</inkml:trace>
  <inkml:trace contextRef="#ctx0" brushRef="#br0" timeOffset="-10193.44">19606 12541 73 0,'0'0'5'0,"0"0"6"0,0 0-1 0,0 0-8 15,0 0 5-15,0 0 6 16,0 0 1-16,0 0 3 16,0 0-3-16,0 0-6 15,-2 0-5-15,2 0-3 0,0 0 0 16,-2 0-2-16,1 0 0 15,-3 0 2-15,4 0 1 16,-2 0-1-16,0 0 1 16,1 0-1-16,-1 0 1 15,0 0-1-15,0 0 1 0,1 0 0 16,0 0-1-16,1 0 1 16,0 0-2-16,-1 0 0 15,1 0 0-15,-1 1 0 16,-1 0 1-16,2 2-3 0,-1 1-6 15,-4-1-5-15,0 1-6 16,1-2-14-16</inkml:trace>
  <inkml:trace contextRef="#ctx0" brushRef="#br0" timeOffset="-3139.84">20393 11404 56 0,'0'0'38'0,"0"0"-15"0,0 0 8 0,0 0-16 16,0 0 0-16,0 0-6 16,0 0-5-16,0 0 0 15,0 0-1-15,0 0-2 0,0 0-2 16,0 0-4-16,0 0 4 16,0 0 1-16,0 4-2 15,2 2-8-15,0-2 2 16,-1-1 4-16,3 2 3 15,-4-1 1-15,3 0 0 16,1-1 0-16,-3-2 0 0,2 2-4 16,1-2 4-16,-2 0 2 15,1-1-2-15,-2 0-6 16,4 0-4-16,-2-1 2 16,0-6 3-16,3-2 2 15,2 0 4-15,1-5-3 0,5-2 2 16,-1 0 1-16,3-5 0 15,-2 0 4-15,7-5 3 16,1-2-1-16,1-1 0 16,1-3-2-16,4 1-1 0,3 1-4 15,-2 2 1-15,0 2-5 16,-4 3-25-16,-5 3-48 16</inkml:trace>
  <inkml:trace contextRef="#ctx0" brushRef="#br0" timeOffset="-2250.01">21259 11901 111 0,'0'0'6'0,"0"0"5"0,0 0-6 0,0 0-4 16,0 0 0-16,0 0-1 0,0 0 0 16,0 0 2-1,0 0-2-15,0 0 0 0,0 0 0 16,0 0-2-16,0 0 1 16,0 0 0-16,6 20-3 15,-2-20 2-15,1 0 1 0,3 0 1 16,0-4 2-16,4-5-2 15,2-5 2-15,2-1 4 16,0-4 3-16,3-1 7 16,2-4 1-16,1 1-6 15,2-5-4-15,-1-2-5 0,4 2 1 16,0-1-5-16,-3 5-30 16,1 0-15-16,-3 8-67 15</inkml:trace>
  <inkml:trace contextRef="#ctx0" brushRef="#br0" timeOffset="-1787.58">21643 11954 100 0,'0'0'15'0,"0"0"20"0,0 0-6 0,0 0-7 16,0 0-11-16,0 0 1 15,30-47-5-15,-18 34-1 16,3-1-3-16,2-1-1 15,2-1-1-15,1-1-1 16,0-1 0-16,2-4-1 16,4-3-3-16,1 0-10 0,1-3-22 15,2-3-38-15</inkml:trace>
  <inkml:trace contextRef="#ctx0" brushRef="#br0" timeOffset="-1338.89">18039 11958 104 0</inkml:trace>
  <inkml:trace contextRef="#ctx0" brushRef="#br0" timeOffset="-883.62">22696 11923 133 0,'0'0'3'0,"0"0"7"0,0 0-4 0,40-37-3 0,-27 22-3 15,0 1 2-15,3-4-2 16,1-2 1-16,2-1 1 16,3-5 1-16,0 0 1 0,4-3 0 15,2-1-3-15,2 1 0 16,0 1-3-16,1 2-34 16,-4 1-95-16</inkml:trace>
  <inkml:trace contextRef="#ctx0" brushRef="#br0" timeOffset="-493.32">23131 11872 199 0,'0'0'1'0,"0"0"11"15,24-44-1-15,-13 27-5 16,2-2-3-16,3-5 0 16,1 0-1-16,2-3-2 15,5 1 0-15,3-4-1 16,3 3 2-16,2 0-2 0,2 3-8 16,0 1-31-16,-3 2-28 15,-4 3-51-15</inkml:trace>
  <inkml:trace contextRef="#ctx0" brushRef="#br0" timeOffset="-136.85">23508 11701 117 0,'0'0'7'0,"39"-33"3"16,-18 14 9-16,4 0-1 16,0-1-2-16,3-1-5 15,2 0-9-15,1-1-1 16,2 5-1-16,1-3-3 16,-6 2-51-16</inkml:trace>
  <inkml:trace contextRef="#ctx0" brushRef="#br0" timeOffset="3075.1">20604 14870 49 0,'0'0'12'0,"0"0"17"0,0 0-22 0,0 0-5 16,0 0 2-16,0 0 6 15,0 0-7-15,0 0 1 16,0 0 5-16,0 0 2 16,26-39 0-16,-26 34-3 15,0 0 0-15,0 2 16 16,0 1-4-16,0 0-5 0,0 2-4 16,0 0 0-16,0 0-5 15,0 0-4-15,0 0-3 16,0 2-2-16,0 6 0 15,0 5 3-15,0 4 1 16,0-1 0-16,0 5 0 16,0 3 1-16,2 0 0 0,2 3-2 15,-1 3 0-15,2 0 2 16,1 0-2-16,-2 0-1 16,0-1 2-16,1-3-1 15,-1-3 1-15,-1-1-1 0,1-6 0 16,1 0 0-16,-5-2 0 15,1-3 0-15,-1 0 0 16,0 1-1-16,0-4-25 16,-10 1-33-16,1-5-30 15</inkml:trace>
  <inkml:trace contextRef="#ctx0" brushRef="#br0" timeOffset="3380.48">20527 15236 153 0,'0'0'7'0,"0"0"13"0,0 0 0 16,0 0-3-16,0 0-6 15,0 0-5-15,0 0 1 16,0 0 0-16,42-13-3 16,-31 16-2-16,1 4-1 15,1 2-1-15,3-1 0 0,-3 1 0 16,3 1-2-16,-1-3-9 16,-1 0-16-16,-1-3-35 15,0-4-35-15</inkml:trace>
  <inkml:trace contextRef="#ctx0" brushRef="#br0" timeOffset="3552.06">20778 15219 186 0,'0'0'2'0,"0"0"1"15,0 0-7-15,0 0 5 16,0 0-1-16,-38 35 0 15,20-15-3-15,-5 3-37 16,-2 0-33-16</inkml:trace>
  <inkml:trace contextRef="#ctx0" brushRef="#br0" timeOffset="5147.71">20171 15666 89 0,'0'-4'3'0,"0"0"-3"0,1 1 5 0,1-1 4 0,-2 1 10 16,0-1 4-16,0 1 0 15,0 0-5-15,0 2-6 16,0-2-8-16,0 3-1 16,2 0-5-16,-2 0 2 15,1 0-1-15,2 0 0 0,-3 0-1 16,2 0 0-16,-2 0-5 16,3 4 10-16,-2 5-1 15,1-1-2-15,0 3 1 16,0 2 0-16,2 2-1 15,-2 0 1-15,0 2-1 0,1 0 1 16,-2-1-1-16,1-1 0 16,1 0 0-16,-3-3 0 15,0 0 0-15,0 0-1 16,0 0 1-16,0-2 0 0,0-2 0 16,0 0 2-16,0 1-2 15,0-4 1-15,0 2 0 16,0-3-1-16,0 3 1 15,0-3-1-15,0 1 2 16,0-2-2-16,0 1 0 16,3-3 1-16,1-1-4 0,1 2 1 15,0-2 8-15,1 0-5 16,3 0 0-16,2 0-1 16,-3 0 1-16,2 0 0 15,3-2 0-15,-1 2 0 16,1-1 6-16,1-1 1 0,-1 0-4 15,2 0-1-15,0 2-1 16,-2-1-1-16,0-1 0 16,-2 2 0-16,-4-1 1 15,1 1 1-15,-3-2 1 16,-1 2-1-16,-2 0-1 0,1 0-1 16,-3 0-1-16,0 0-3 15,0 0-18-15,-3 0-46 16,-4-1-60-16</inkml:trace>
  <inkml:trace contextRef="#ctx0" brushRef="#br0" timeOffset="6038.88">20695 15679 47 0,'0'0'57'0,"0"0"-48"0,0 0 13 0,0 0 1 15,0 0-2-15,0 0 3 16,0 0-2-16,0 0-7 16,0 0-3-16,0 0-7 15,0 0-1-15,0 0-3 0,13-24 1 16,-13 21-2-16,0 2 4 15,-3-1-3-15,1-2 0 16,-4 1 0-16,2-1 0 16,1 2 1-16,-3 0-5 15,-1 0 2-15,-2 2 0 0,0 0 0 16,0 0 1-16,-5 2 1 16,-1 6-2-16,-3 2 2 15,1 3-1-15,0 0 0 16,2 2 0-16,1-2 0 15,3 1 0-15,5-1 0 16,2-1-1-16,4-1 1 0,0-2 1 16,0-1-2-16,10-1 0 15,-1 0 1-15,2-1-1 16,1-2 0-16,1-1 3 16,0 1-1-16,-3-4-1 15,2 0 0-15,0 2 0 0,-2-1 1 16,-2-1-1-16,3 4 2 15,-4-2-2-15,1 0 0 16,-3-1 1-16,2 2-1 16,-1 1 0-16,1 0 0 0,-4 2-1 15,2 1 1-15,0 0 0 16,1 1 0-16,-4-1 0 16,0 1 0-16,0 0-2 15,2 1 0-15,-4-2 4 16,0-2-2-16,0 1 0 15,0-2 0-15,-5-1-1 0,-1 0 2 16,-4 0-2-16,2-2 2 16,-2 2 0-16,-2-3 1 15,1 1 1-15,-2-1 2 16,2 0-3-16,3 0-2 16,-5 0 0-16,8 0 0 0,-2 0 0 15,4 0-1-15,2 0-6 16,1 0-26-16,0 0-56 15,0-5-63-15</inkml:trace>
  <inkml:trace contextRef="#ctx0" brushRef="#br0" timeOffset="6500.96">20982 15682 110 0,'0'0'6'0,"0"0"13"0,0 0-5 0,0 0-9 16,0 0-1-16,0 0 9 16,0 0 1-16,0 0-1 15,0 0-6-15,6 44 1 16,-5-28-2-16,-1-1-2 0,1 2-2 15,-1 0-1-15,0-1 0 16,0 0 0-16,0-2-1 16,0-2 1-16,0-3-1 15,0 1 0-15,-2-3 0 16,-1-1-1-16,0 0-2 0,-2-2-20 16,1-4-29-16,0 0-10 15</inkml:trace>
  <inkml:trace contextRef="#ctx0" brushRef="#br0" timeOffset="6863.95">20828 15684 103 0,'0'0'9'0,"0"0"14"0,0 0-9 16,0 0-4-16,0 0-4 16,43-12-3-16,-32 12 1 15,-4-3 6-15,5 0 7 16,0 1-2-16,2-1-6 15,0 0-4-15,2 0-2 16,1 0-2-16,3 2 1 0,-4-2-2 16,2 0 0-16,2 2 0 15,-5-1 0-15,1 1-3 16,-3 0-11-16,-2-1-27 16,-2 1-24-16</inkml:trace>
  <inkml:trace contextRef="#ctx0" brushRef="#br0" timeOffset="7825.48">21284 15891 75 0,'0'0'0'0,"0"0"1"16,0 0 0-16,0 0 6 16,0 0 13-16,0 0 4 0,0 0 13 15,0 0-4-15,0 0-9 16,-13 8-11-16,13-10-8 15,0-1-5-15,0-3 1 16,0 2 0-16,0-2-1 16,0-2 1-16,0 0 0 0,0 0 2 15,0-3 1-15,0-2 1 16,0-2 1-16,0 0-1 16,-2-5-2-16,0 1-1 15,-1-2 0-15,2 1-1 16,-2 0 0-16,3 1-1 0,0 0 0 15,-1 5 0-15,0 0 0 16,0 2 1-16,1 2 0 16,0 3 2-16,0 2-1 15,0 0-1-15,0 3-1 16,0 0 0-16,0 2-1 16,0 0-3-16,0 0 1 0,0 0 1 15,3 7-3-15,1 0 2 16,1 2 1-16,-1 0 3 15,1 0 0-15,1 1-1 16,0 0 0-16,2-3 1 0,-1 0-1 16,1-1 0-16,0-2 0 15,1-2 0-15,1-1 0 16,-3-1-3-16,3 0 3 16,0 0 1-16,-3 0 2 15,1-4-3-15,2-2 3 16,-2-1-2-16,-1 0 1 0,0 1-2 15,2-2 0-15,-3-1 1 16,1 2-1-16,-1 0 0 16,2 1 0-16,-2 1-1 15,-1-1-2-15,-1 2-1 16,-1 0 1-16,-1 2 3 0,-1 0-2 16,0 1 4-16,1 1-4 15,-2 0 2-15,2 0-4 16,-2 0-2-16,2 0 1 15,-1 1 3-15,0 4 1 16,1 2-1-16,-1 2 3 0,0-1-1 16,0 5 1-16,2 0 3 15,-3 2-1-15,2 2-1 16,-1 1 2-16,1 0 1 16,-1 0 0-16,1 1-1 15,0-2 2-15,-1 1-4 0,3 2 1 16,-4-2-2-16,2-1-1 15,-2 0 0-15,0 0 0 16,0 1-1-16,0-4-10 16,0-1-44-16,-8-4-87 15</inkml:trace>
  <inkml:trace contextRef="#ctx0" brushRef="#br0" timeOffset="8522.98">20267 16205 77 0,'-8'1'-3'0,"2"-1"5"16,1 0 1-16,0 0 0 0,1 2 9 16,3-2 8-16,-1 0 8 0,-1 0 5 15,2 0-4-15,1 0-11 16,0 0-8-16,0 0-11 15,0 0-2-15,7 0 1 16,4 1 3-16,2-1-2 16,3 0 2-16,4 0-2 0,5 0 10 15,5 0-3-15,6-3 0 16,2 2-3-16,5-3 2 16,1-1-1-16,8 1-1 15,2 0-1-15,4-2 1 16,3 0 0-16,3-1 3 0,1 2 0 15,1-1 0-15,4 0 0 16,1 3-1-16,1-1-3 16,-2 1-2-16,1 1 1 15,-1 0-1-15,-3 0 0 16,-3 2 1-16,-5 0-1 16,-4 0 0-16,-4 0 0 0,-8 0-10 15,-5 0-16-15,-8 0-42 16,-4-5-94-16</inkml:trace>
  <inkml:trace contextRef="#ctx0" brushRef="#br0" timeOffset="8955.83">21672 15368 127 0,'0'0'68'0,"0"0"-76"0,0 0 9 0,-2 44-1 16,2-20 1-16,0 3 1 15,0 5 3-15,0 4-2 16,2 1 1-16,4 2 2 16,3 3-2-16,2 4 0 15,-4 1-2-15,2 0 0 0,2 0-1 16,-3-3-1-16,0-2-1 15,0-2 2-15,-2-2-1 16,-2-4 0-16,-1-3-5 16,0-2-12-16,-3-9-30 15,0-6-35-15</inkml:trace>
  <inkml:trace contextRef="#ctx0" brushRef="#br0" timeOffset="10110.17">21469 15245 113 0,'0'0'7'0,"0"0"8"15,-43-6-4-15,27 6-6 0,2 0-3 16,-2 0 2-16,1 0-3 16,-5 0 0-16,2 6 2 15,-4-2 0-15,-1-1-2 16,-6 2 0-16,-2 0 0 16,-3 2 1-16,-2-3-1 0,-3 3-1 15,0-1 1-15,1-3 1 16,-2 2 0-16,-3-2 6 15,1 1 0-15,-5-1-1 16,0 3-5-16,-6 0-1 16,1-1 0-16,-2 1-1 0,-1 0 1 15,1-2 0-15,1 0 5 16,1 0 0-16,0 1 3 16,3-1-4-16,1 0-4 15,5 0-1-15,-3-1-1 16,3 0 1-16,0 1 0 0,1-3 0 15,1 1 0-15,-1 0 0 16,5-2 0-16,2 2 1 16,4 0-1-16,0-1 2 15,4 1-1-15,6 1-1 16,0 1 1-16,5-1-2 0,1 1 1 16,3 0 0-16,3 2-1 15,1 0-1-15,5 2 1 16,-1-1 1-16,3 3 0 15,1 2-2-15,0 2 1 16,1 0 2-16,5 0 5 16,-1 3-5-16,1 0 0 0,-1 0 0 15,0 3-1-15,1 0 1 16,-2 3-2-16,-2-1 2 16,1 0-1-16,-1 1 1 15,-2-1-1-15,0 0 0 0,0-1 1 16,0 1 0-16,0 0 0 15,-4 1-1-15,0-1 1 16,1 1 2-16,-3 0 2 16,4-2 0-16,1 0 0 15,1 1-2-15,0-1 0 0,0 0-2 16,1-1 0-16,5-1-1 16,-2 1 2-16,1-3-2 15,1 1 0-15,-3-3 2 16,1 0-2-16,3-2 0 15,-6 0 0-15,3-2 0 16,2-1 1-16,-4 0-2 0,2 1-1 16,0-4 2-16,3 0 2 15,-1 2-2-15,2-2 0 16,-1 1 0-16,1 1-2 16,5-1-1-16,-1-2 2 15,5 1 2-15,0-4 5 0,6 0-9 16,4-2 9-16,3-1-1 15,6 0-3-15,4 0-1 16,3 0 2-16,5-4-2 16,7-2-1-16,7-1 0 0,7 0 1 15,12 1-1-15,6-5 0 16,9-2-21-16,4-4-132 16</inkml:trace>
  <inkml:trace contextRef="#ctx0" brushRef="#br0" timeOffset="11419.68">21410 15233 92 0,'-2'0'10'0,"1"0"22"0,1 0 4 0,-2 0-14 15,2 0 0-15,-2 0-4 0,1 0-8 16,0 0 4-16,1 0-2 15,0 0-3-15,0 0-2 16,0 0-5-16,0 0-2 16,0 0 0-16,0 0-2 15,0 0 1-15,0 0 1 0,0 0 0 16,1 0 2-16,5 0-2 16,5 0-2-16,2 3 2 15,6-1 1-15,2 2-1 16,4 0 4-16,1 0-2 0,3 0-1 15,-2 0 0-15,-1 1 0 16,-2 1-1-16,0-2 1 16,-3 2-1-16,-1 1 0 15,-3 1 1-15,0-1-1 16,-4 3 0-16,-1 0 2 0,-3 3-2 16,-5 3-2-16,-4 2 2 15,0 8-1-15,-9 5 4 16,-8 3-1-16,-1 6-3 15,-1 0-16-15,3-1-63 16</inkml:trace>
  <inkml:trace contextRef="#ctx0" brushRef="#br0" timeOffset="55174.2">21726 15350 14 0,'-1'-2'5'0,"-2"1"14"0,3-1-1 16,-2 0-1-16,2 0-13 15,0 1-2-15,0-1 0 16,0 0 1-16,-1-1 9 16,0 1 2-16,1-2 5 15,-1 3 0-15,0-1-2 0,0 1-4 16,1 1-1-16,-1 0-4 16,1 0-4-16,-1 0-5 15,0 3-1-15,1 5 1 16,-1 2-1-16,1 1 2 15,-2 2-1-15,2 1 1 0,0 1-2 16,0 0 0-16,0 2-3 16,0 0-4-16,0 2-2 15,0-2 0-15,0 0 6 16,2 0 0-16,-1 1-2 16,1-1-1-16,1 1 5 15,-1 0 2-15,4 0-2 0,-3 0 2 16,2 0 0-16,1 2 1 15,2-2 0-15,2 2 0 16,-1-1 0-16,-1-1 0 16,2 0-1-16,0-2 1 0,-2-2 0 15,-1-1 1-15,1-3-1 16,-2-1 1-16,-1 0-1 16,1-3 0-16,-4 4 1 15,1-4-1-15,-1-1 0 16,-1 1 0-16,0 1 0 15,-1 0 0-15,0-4 0 16,0 1-33-16</inkml:trace>
  <inkml:trace contextRef="#ctx0" brushRef="#br0" timeOffset="75578.16">1565 11850 187 0,'0'0'3'0,"0"0"3"0,0 0-4 0,-2 0-7 0,2 9 5 16,0 3 0-16,0 4 0 16,0 4 2-16,0 1-2 15,0 1 1-15,2 0-1 16,2 0 2-16,-1-1-2 15,3 0 0-15,-4-4 0 0,1 2 0 16,-1-2 0-16,-1-2-14 16,1-5-29-16,0-3-24 15</inkml:trace>
  <inkml:trace contextRef="#ctx0" brushRef="#br0" timeOffset="76317.38">1679 11846 187 0,'0'0'5'0,"0"0"6"16,0 0-1-16,0 0-1 15,0 0 1-15,0 0-10 16,0 0-1-16,0 0 1 0,-2 13-2 15,-5 1 2-15,2 4 2 16,-4-1-4-16,1 1 2 16,-2 0 0-16,-1-1 2 15,3-3-2-15,-4 0 0 16,3-2 0-16,3-4 0 0,-1-1 0 16,2-2 3-16,1-3-2 15,2 1 0-15,2-3 1 16,0 0-1-16,0 0-3 15,0 0-7-15,6 0 9 16,4-5-1-16,0 0 0 0,1 1 0 16,3 1 1-16,-1-1 0 15,3 4 0-15,-2 0-1 16,1 0 1-16,-4 0-1 16,1 3 0-16,-1 4-2 15,-3 4-2-15,-1 2 0 0,3 0 8 16,-4 0-4-16,1 1 0 15,-1-3 3-15,-2-1-2 16,4-1 1-16,-2-4-1 16,1 0 1-16,-1-3-3 15,2-2 2-15,-1 0 4 0,1 0-2 16,1-7 1-16,-2-1-2 16,2-5 0-16,-3 0 0 15,1-3 0-15,0-2 0 16,-2 1-1-16,-1-1 1 15,0 3-1-15,-2 1 1 16,-1 0-1-16,1 7 0 0,0 0 3 16,-2 4 0-16,0 3 1 15,0 0-4-15,2 0-13 16,-2 8 10-16,2 2 4 16,2 5 0-16,0-1-1 15,0 0 1-15,2 2 0 16,1-5-1-16,-1-1 0 0,4 0 1 15,-1-4-1-15,0-2-4 16,2-4-7-16,0 0-27 16,-2-4-40-16</inkml:trace>
  <inkml:trace contextRef="#ctx0" brushRef="#br0" timeOffset="76482.1">1954 11823 280 0,'0'0'2'0,"0"0"-1"0,0 0 0 0,0 0-13 0,0 0-37 16,0 0-26-16,0 0 18 16</inkml:trace>
  <inkml:trace contextRef="#ctx0" brushRef="#br0" timeOffset="77050.14">2163 11951 121 0,'0'0'4'0,"0"0"7"0,0 0 1 15,0 0 1-15,0 0 5 16,0 0-14-16,0 0-4 16,-41-23 0-16,34 27-1 15,-3 2 2-15,2 3-1 16,1 3 0-16,3 0 0 16,-1 2 0-16,3 0 0 0,2 2 0 15,0-2 0-15,0 1 1 16,0-3 0-16,7-2-1 15,1-3 0-15,1-3-1 16,3-1 2-16,-3-3 5 0,3 0-1 16,0 0 0-16,-1-4-1 15,1-6 0-15,-4 0-2 16,1-2 1-16,-2-3 0 16,2-3-1-16,-2-2 0 15,-1-4-2-15,-1 0 0 0,1-4 0 16,-1 2-3-16,-2-2 1 15,-1 3 0-15,-2 0 2 16,0 3 0-16,0 2 1 16,0 4 0-16,0 5 1 15,0 1 3-15,0 3 3 16,0 6-2-16,0 1 2 0,0 1-14 16,0 12 1-16,0 4 2 15,0 6 3-15,0 2 0 16,6 4 0-16,3 3 0 15,0-2-3-15,2 2-38 16,0-1-27-16</inkml:trace>
  <inkml:trace contextRef="#ctx0" brushRef="#br0" timeOffset="77682.94">2609 12025 42 0,'0'0'4'0,"0"0"-4"16,0 0 1-16,0 0 19 0,0 0 12 15,0 0-6-15,0 0 6 16,0 0-1-16,0 0-14 15,0 0-9-15,0 0-6 16,-12-14-1-16,12 12-1 16,0-2 0-16,0 3-1 0,0-2-1 15,0 0-3-15,5-1 3 16,2 1 1-16,2-2-2 16,5 1-1-16,1-3-3 15,3 3 4-15,1-2 2 16,2 2-1-16,2 0 2 0,0-1 0 15,4 1 0-15,0 3 0 16,2-2 0-16,0 2 0 16,-2-1 1-16,0 2-1 15,0 0 0-15,-5 0 1 16,0-1 0-16,-1 1 2 0,-4 0 4 16,-1 0-5-16,-1 0-1 15,-1 0 0-15,-3 0 0 16,1 1-1-16,-3 1 0 15,-1 2 0-15,-1-1-3 16,-2-2-27-16,-3 2-38 16</inkml:trace>
  <inkml:trace contextRef="#ctx0" brushRef="#br0" timeOffset="77897">3109 11860 149 0,'0'0'3'0,"0"0"0"0,0 0-1 16,0 0 0-16,0 0 0 0,40 7 2 16,-35 6-4-16,0 8 1 15,-5 4 1-15,0 8-4 16,-14 2-45-16</inkml:trace>
  <inkml:trace contextRef="#ctx0" brushRef="#br0" timeOffset="79832.11">3947 11789 165 0,'0'-4'1'0,"0"1"5"0,0 0 8 0,0 3-7 16,0 0-2-16,0 0-4 15,2 0-5-15,0 10 1 0,2 3 9 16,0 4-4-16,0 4-1 15,0 3-1-15,1 1 2 16,-3 0-2-16,-2 2-11 16,0-3-30-16,0-4 3 15,0-6-23-15</inkml:trace>
  <inkml:trace contextRef="#ctx0" brushRef="#br0" timeOffset="80180.84">3930 11786 147 0,'0'0'12'16,"0"0"-9"-16,0 0-2 16,0 0-1-16,22-38 0 0,-9 34 0 15,0 2 0-15,1 2-1 16,1 0 1-16,0 4-1 15,0 5-1-15,-1 5 0 16,-2 3-1-16,0 2 0 16,-1 1 2-16,-2 2 3 0,-5 0 0 15,0 0-1-15,-1 1 1 16,-3-4-1-16,0-1-1 16,0-1 0-16,-3 0 2 15,-5-1-1-15,-3-2 3 16,-1 0-3-16,1-1 0 15,-1-2 2-15,0 0-3 0,3-6-16 16,3-1-35-16</inkml:trace>
  <inkml:trace contextRef="#ctx0" brushRef="#br0" timeOffset="80665.32">4336 11860 150 0,'0'0'3'0,"0"0"-1"16,0 0 2-16,0 0 5 16,0 0-6-16,0 0-2 15,-47-20 1-15,32 20 1 0,1 7 5 16,1 3-3-16,0 2 0 15,1 2-2-15,4 1-1 16,3 1 0-16,1 2-1 16,2-3 1-16,2-2-2 15,0-2 1-15,6-2 1 16,3-3-4-16,5-3 4 0,1-3 3 16,3 0-3-16,-1-2-2 15,2-10-3-15,-2 1 1 16,-1-5-4-16,-1 1 6 15,-1-2 0-15,-3 2 0 16,-4 1 1-16,0 1 0 0,-3 3 1 16,-2 3-1-16,-1 3 4 15,-1 0 9-15,0 4 2 16,0 0-9-16,0 0-9 16,2 1 3-16,0 8-2 15,2 1 0-15,3 1-13 0,2 3-24 16,0-2-17-16,2-4 10 15,3-1-51-15</inkml:trace>
  <inkml:trace contextRef="#ctx0" brushRef="#br0" timeOffset="81112.97">4618 11818 117 0,'0'0'33'0,"0"0"3"0,0 0-11 15,0 0-23-15,0 0-3 0,0 0 1 16,-47 0 0-16,33 11 0 16,4 0 1-16,3 2-1 15,2-2-1-15,1-1 1 16,4 2 0-16,0-4 0 16,0-1 0-16,6-2-1 15,2-1-4-15,2-3 3 16,-1-1 7-16,3 0-4 0,-3-7-2 15,3-3 2-15,0-4-1 16,-3-2-1-16,-1-4 1 16,-2-2 0-16,-4-2-1 15,0-5 1-15,-2 2-3 0,0-5 2 16,0 0 0-16,0-2 0 16,-4 4 1-16,0 2 0 15,2 4 0-15,0 3 1 16,0 6-1-16,2 5 1 15,0 6 1-15,-2 4 4 0,2 0-12 16,0 14 1-16,0 8 2 16,0 6 3-16,4 10 1 15,-1 2-1-15,6 4 1 16,-2-1 0-16,1-6-43 16,1-3-28-16</inkml:trace>
  <inkml:trace contextRef="#ctx0" brushRef="#br0" timeOffset="81390.94">5070 11433 173 0,'0'0'61'0,"0"0"-42"0,0 0-14 0,0 0 3 16,0 0-9-16,0 0 0 16,0 0-1-16,-48 65 2 15,33-14 0-15,-3 10 0 16,0 7 2-16,-2 3-2 0,4 2 0 16,1-1 1-16,-3-5-18 15,5-9-55-15,4-9-15 16</inkml:trace>
  <inkml:trace contextRef="#ctx0" brushRef="#br0" timeOffset="82010.92">5039 11884 183 0,'0'0'7'0,"0"0"-8"16,0 0 2-16,0 0-1 15,0 0 1-15,0 0 0 16,0 0 3-16,0 0 6 0,0 13 13 16,6-23-16-16,-2-4-6 15,0-3 0-15,3-3 0 16,-2-2 0-16,-2-2 0 15,1 0 0-15,-2 2-1 16,0 1 1-16,-2 5 0 16,2 3 4-16,-2 6 1 0,0 5 3 15,2 2-8-15,0 0-8 16,3 8-1-16,2 4 9 16,0 4-1-16,-1-1-1 15,1 2 1-15,0-2 0 0,4-1 1 16,-5-4-1-16,3-3 1 15,3 1-2-15,-1-3-7 16,0-5-7-16,3 0-5 16,-1 0-6-16,-1-7 12 15,-1-5 9-15,1-5 2 0,-2 0 5 16,-2-4 1-16,1 1-3 16,-5 3 2-16,2 2 7 15,-2 4 1-15,-2 4 16 16,-2 3-2-16,0 4-8 15,0 0-10-15,0 0-11 0,0 5 5 16,1 8-1-16,-1 6 2 16,2 2-1-16,0 4 1 15,-2 3-1-15,2 0 0 16,0-1 1-16,-2 0-3 16,4-1-17-16,-2-5-17 15,3-2-22-15,2-7-18 0</inkml:trace>
  <inkml:trace contextRef="#ctx0" brushRef="#br0" timeOffset="82352.21">5451 11782 160 0,'0'0'0'0,"0"0"-1"0,0 0 0 0,0 0 1 15,-39 33 0-15,34-20 0 16,-2 1 0-16,6-2 1 16,1-2-1-16,0-3 0 15,4-2 1-15,2-1-1 16,3-4 0-16,2 0 2 16,-1 0 18-16,2-4-4 0,2-6-5 15,-3-1-3-15,0-1 3 16,-6-1 0-16,0-1 2 15,-3 3-1-15,-2 0-4 16,0 2 0-16,-8 2-7 16,-1 1 4-16,1 6-9 0,-4 0-6 15,-1 0-15-15,2 7-32 16,0-1-50-16</inkml:trace>
  <inkml:trace contextRef="#ctx0" brushRef="#br0" timeOffset="82963.79">5605 11762 221 0,'0'0'86'16,"0"0"-83"-16,0 0-3 15,0 0-1-15,0 0 2 16,0 0-10-16,0 0 5 15,0 0-15-15,0 0 15 16,7 17 4-16,-7-3 1 0,0 0-1 16,2 1 0-16,-2 0 0 15,2 1 1-15,-2-3-1 16,0-3-1-16,0 1-8 16,2-4-7-16,-2-1 8 15,1-2 5-15,2-4-1 16,-3 0 1-16,2 0 2 0,-2-4 9 15,2-5-6-15,0-2-3 16,0-2 2-16,-1 0-2 16,0-1-1-16,2 0 2 15,1 2 0-15,-2 1 1 16,3 1 2-16,4 0 3 0,-2 3-4 16,2 0 0-16,4 3-2 15,0 1 0-15,1 2 0 16,-1 1 0-16,0 0-1 15,-1 5 1-15,-1 4-2 16,-3 2-3-16,0 1-5 0,-6 1-2 16,0-1 0-16,-2-2 1 15,0-1-3-15,0-3 4 16,0-2 7-16,0-3 2 16,0-1 6-16,0 0 21 15,0-6-12-15,0-2-5 0,0-1 2 16,0 1 0-16,4 2-3 15,3 1-4-15,-2 3 1 16,8 2-5-16,-2 0 0 16,3 0-2-16,1 7-1 15,1 0-25-15,-1 2-76 16</inkml:trace>
  <inkml:trace contextRef="#ctx0" brushRef="#br0" timeOffset="83269.59">6385 11735 222 0,'0'0'10'0,"0"0"-5"0,0 0-3 16,39-3 3-16,-21 0 0 15,8-1-5-15,1 1-25 16,-2-4-65-16</inkml:trace>
  <inkml:trace contextRef="#ctx0" brushRef="#br0" timeOffset="83604.79">6998 11528 140 0,'0'0'5'0,"0"0"3"15,0 0 9-15,0 0-14 16,0 0-2-16,0 0 3 0,-4 48 6 15,4-22-2-15,0 1-5 16,0 2-1-16,0 0 0 16,0-1-1-16,2-1 0 15,-2-4-1-15,0-2-10 16,-2-4-34-16,-5-6-17 0</inkml:trace>
  <inkml:trace contextRef="#ctx0" brushRef="#br0" timeOffset="83817.15">6843 11599 271 0,'0'0'3'0,"0"0"-3"0,0 0 1 16,46-44-1-16,-23 32 1 15,3 2-1-15,7 2 0 16,2-1-5-16,0 2-54 16,-4 2-74-16</inkml:trace>
  <inkml:trace contextRef="#ctx0" brushRef="#br0" timeOffset="84209.81">7279 11739 119 0,'0'0'0'16,"0"0"3"-16,41-4 3 0,-25-6 0 15,0-1 1-15,3-2-1 16,-5-3-4-16,-1 2 4 15,1 1 12-15,-7 1-1 16,-1 0 6-16,-6 4-10 16,0 1-4-16,0 3-2 15,-2 1-1-15,-7 3-2 0,-5 0-5 16,-1 3 0-16,-4 8 2 16,2 0 0-16,1 6 0 15,1 0-1-15,3 2 1 16,6-1 0-16,1-1-1 15,5 0 0-15,0-2 1 0,0-1 0 16,11-3-1-16,5-1-5 16,5-3-16-16,-1-3-27 15,6-4-45-15</inkml:trace>
  <inkml:trace contextRef="#ctx0" brushRef="#br0" timeOffset="84586.67">7718 11658 232 0,'0'0'11'0,"0"0"8"15,0 0-9-15,0 0-7 0,0 0 3 16,0 0-8-16,-41-22 1 16,24 29 3-16,-2 4-2 15,3 3 2-15,1 1-2 16,2 2 0-16,2-2 1 15,4 2-1-15,5-5 0 0,2-1 1 16,0-4-2-16,0-3-1 16,8-1-8-16,4-3 5 15,1 0 8-15,3-2-2 16,2-6-1-16,-2-4-1 16,-3 0 1-16,1-1 1 0,-6 3-1 15,-1 3 2-15,-3 0 6 16,-2 6 4-16,0 1-6 15,2 0-6-15,-2 0-3 16,2 6-1-16,3 3-6 16,1 2-7-16,6 1-16 0,-3-3-38 15,3-1-10-15</inkml:trace>
  <inkml:trace contextRef="#ctx0" brushRef="#br0" timeOffset="84849.81">8010 11624 139 0,'0'0'62'0,"0"0"-52"16,0 0-6-16,0 0-6 0,0 0 2 16,-44 27-1-16,30-11 3 15,1 2-2-15,3 1 1 16,4-2 0-16,4-2 0 15,2 0 0-15,0-4-1 16,4-4 0-16,8-1-1 16,1-5-3-16,6-1 2 0,3 0-7 15,2-7-1-15,1-7-37 16,1-6-59-16</inkml:trace>
  <inkml:trace contextRef="#ctx0" brushRef="#br0" timeOffset="85264.36">8252 11376 223 0,'0'0'-1'0,"0"0"-2"15,-15 45 5-15,9-22-2 16,2 3 0-16,2 2 0 15,0 3 0-15,0 0 1 16,0-1 0-16,0-1-1 0,-1-2 0 16,-1-5 1-16,1-5-1 15,1-4 0-15,-1-2 1 16,3-6-1-16,-2-4 1 16,2-1-1-16,0 0 1 0,0-5 0 15,0-7-7-15,2-4-2 16,6-2 6-16,-1-3 3 15,5 1-3-15,2 4 5 16,1 1-1-16,0 5 3 16,2 1-1-16,1 5 0 15,-1 3 4-15,4 1-5 0,-3 1-1 16,0 8-1-16,2 3-1 16,0 4-1-16,-5 0-10 15,-6-1-52-15,-3 2-10 16</inkml:trace>
  <inkml:trace contextRef="#ctx0" brushRef="#br0" timeOffset="85862.03">8462 11711 140 0,'0'0'17'0,"0"0"-16"0,0 0 1 0,40-35 3 16,-28 25-2-16,-5-2 7 16,-1-1 14-16,0 1-5 0,-1-1-2 15,-3 1-1-15,1 0-3 16,-3 3-2-16,0 1 1 16,0 1-5-16,0 3-1 15,-3 1 1-15,-2 2-8 16,1 1 1-16,0 0-3 0,-2 0 0 15,1 2-1-15,0 5 2 16,-2 3 2-16,5 1-2 16,-2 2 2-16,4 1 0 15,0-1-1-15,0 0 2 16,0-2-1-16,0 1 0 16,0-3-4-16,2-2-7 0,2-2-4 15,3-2-1-15,0-2 10 16,2-1-1-16,-2 0 5 15,4-6 0-15,-4-3 2 16,2 2 3-16,-1-1 3 16,-1 1 2-16,0 4 5 0,-3 1-11 15,3 2-1-15,-1 0-2 16,2 8-1-16,0 3 4 16,1 1 1-16,0 2-1 15,3-3-1-15,0-2 1 16,1-3 3-16,0-4 8 0,0-2-1 15,-2 0-3-15,0-7 4 16,-2-4 1-16,0-6 5 16,-3-1 9-16,1-4-10 15,-4-2 4-15,4-2-22 16,-1-3-14-16,1-4-36 16,-3-4-47-16</inkml:trace>
  <inkml:trace contextRef="#ctx0" brushRef="#br0" timeOffset="86757.74">9373 11492 231 0,'0'17'37'0,"0"2"-41"0,0 8 4 15,-1 7 0-15,0 10 1 16,1 3-1-16,-2 3-1 0,-2 3-26 16,-2 0-9-16,-1-3-35 15,0-8-59-15</inkml:trace>
  <inkml:trace contextRef="#ctx0" brushRef="#br0" timeOffset="87085.49">9463 11485 28 0,'0'0'93'16,"41"-12"-93"-16,-24 11 2 15,-1 1 4-15,-5 3-3 16,1 7-1-16,-8 6 2 0,-1 2 2 16,-3 1 7-16,0 1 0 15,-3-2-4-15,-8-1 2 16,-2 0 1-16,-3-3-3 15,-2 1-1-15,-4 0-4 16,1-2-2-16,0 0-2 0,2-1 0 16,2-1-2-16,5-5-15 15,6-5-55-15</inkml:trace>
  <inkml:trace contextRef="#ctx0" brushRef="#br0" timeOffset="87485.93">9698 11526 243 0,'0'0'1'0,"0"0"3"16,0 0 0-16,0 0-2 16,0 0-4-16,0 0-9 15,0 0 6-15,0 0 7 16,4 20 0-16,-4-2 0 15,0-3-1-15,0 2 0 0,7-3 0 16,1-1 1-16,2-3-1 16,1-6-1-16,3 0 1 15,-3-4-1-15,5 0 1 16,-3-8 0-16,3-5-4 16,-3-3 4-16,3-2-2 15,-3 0-2-15,-2-1 3 0,-3 5 2 16,0 4-1-16,-4 1 1 15,-3 5 1-15,0 4 5 16,-1 0-11-16,0 7 1 16,0 3 3-16,0 7 0 15,0 1-1-15,0 1-3 0,0 0-24 16,0-4-46-16,0-6-53 16</inkml:trace>
  <inkml:trace contextRef="#ctx0" brushRef="#br0" timeOffset="87919.5">10025 11494 245 0,'0'0'-6'0,"0"0"4"0,0 0-4 0,0 0 3 16,0 0-1-16,0 0 1 15,11 52 5-15,-7-33 0 16,-2-2-2-16,0-2 1 16,0-2-1-16,-1-2 1 0,0-2-1 15,-1-2 0-15,0-1-2 16,0-5-12-16,0 1 1 16,0-2 3-16,0 0 11 15,0-10-11-15,0-3 2 16,0-1 2-16,8-3-1 15,-2 0-5-15,3 1 11 0,3 0 1 16,-1 2 2-16,2 6 10 16,-1-1 4-16,0 2-4 15,2 6-1-15,-1-1-3 16,-2 2-1-16,1 0-3 0,-1 5 0 16,-4 6-4-16,2 0 3 15,-4 6-1-15,-1 2-2 16,0-1-5-16,-4 2-18 15,0-4-29-15,2-5-7 16</inkml:trace>
  <inkml:trace contextRef="#ctx0" brushRef="#br0" timeOffset="88139.44">10339 11512 249 0,'0'0'10'0,"0"0"-5"0,0 0-5 16,0 0 2-16,0 0-1 15,7 48 0-15,-5-32 0 16,-1-1-1-16,3 0 1 0,0-4-2 16,1-2-12-16,-1-2-19 15,3-6-26-15,-2-1-6 16</inkml:trace>
  <inkml:trace contextRef="#ctx0" brushRef="#br0" timeOffset="88261.29">10398 11501 130 0,'0'0'11'0,"-16"-54"52"15,7 31-22-15,0 6-17 16,2 3-11-16,0 5-5 16,5 4-8-16,-2 2-6 15,4 3-36-15,0 0-63 0</inkml:trace>
  <inkml:trace contextRef="#ctx0" brushRef="#br0" timeOffset="88617.55">10557 11441 291 0,'0'0'2'0,"0"0"-3"15,0 0 1-15,0 0-10 16,0 0-21-16,0 0 22 0,-46-27 8 16,31 31 0-16,-4 6 0 15,5 3 5-15,0 3-3 16,7 0 0-16,3 0 1 16,4 0-1-16,0 1 0 15,2-3 0-15,6 1-2 0,4-1 2 16,-1-3 0-16,3-1 2 15,-1 1 2-15,-2-1 1 16,1-2-4-16,-5-1 0 16,1 0-1-16,-6-2 0 0,-2 2-2 15,-2-1 0-15,-9 1 2 16,-3-1-12-16,-1-5-35 16,-1-1-47-16</inkml:trace>
  <inkml:trace contextRef="#ctx0" brushRef="#br0" timeOffset="89671.08">10621 11299 258 0,'0'0'-4'0,"0"0"8"16,0 0-8-16,0 0 4 15,0 0-1-15,0 0-1 16,15 58 3-16,-12-31 1 16,0 3 0-16,1 0-1 0,-2 1 0 15,-2-1 0-15,2-3 1 16,-2-1-2-16,0-6 0 16,0-2 0-16,0-5 1 15,0-5-1-15,0-2 0 16,0-3 0-16,0-3 0 0,0 0 2 15,0-6 4-15,3-5-5 16,1-5-3-16,2-1 3 16,0 0-1-16,2 0 0 15,1 1-2-15,-2 4 1 16,4 2 1-16,-2 0 1 0,-1 3 1 16,4 1-1-16,-3 5 0 15,0 1 1-15,4 0-2 16,-2 1 0-16,0 7 0 15,1 5 0-15,-5 0 0 16,1 4 2-16,-3-3 0 0,2 1-1 16,-2-1 0-16,-1-4 1 15,2-2-1-15,1-1 0 16,2-2-2-16,0-4 0 16,-1-1 2-16,4 0 2 15,-1-7 3-15,2-5-1 0,-1 0 1 16,-3-3-2-16,2-3-2 15,-2 0-1-15,-2 1-1 16,-1 1 0-16,-4 3 0 16,-2 3-1-16,0 3 0 15,0 5-5-15,-10 2-3 16,-1 0 8-16,1 8 0 0,1 3 0 16,-1 3 2-16,4 3-1 15,2-2 0-15,4 0-2 16,0-1-6-16,7-3-5 15,6-2 2-15,2-2 4 16,2-4-4-16,5 0-2 16,-2-3 1-16,4 0-3 0,1-6 8 15,0-2 4-15,-4-4 2 16,4-2 1-16,-4 0 5 16,-6 0 12-16,1 0-4 15,-7 2-2-15,-3 2 7 0,-4 4-1 16,-2 3-3-16,0 2 0 15,-4 1-7-15,-7 0-3 16,-3 9-4-16,-1 4 1 16,-1 2-2-16,3 2 0 15,5-1 1-15,3 1-2 16,5-4-5-16,0-2 3 0,0-2-6 16,8-3 1-16,4-4 4 15,3-2 5-15,1 0 2 16,2-7 1-16,-1-4-1 15,1-4-2-15,-1-4 2 0,-4-1 3 16,-4-3 4-16,0-3 1 16,-5-2-4-16,-3 0 0 15,-1-2-1-15,0-3-3 16,0 1 1-16,-5 0-2 16,-4 4-2-16,0 2 0 15,0 8 0-15,0 4-2 0,0 8-2 16,2 5-6-16,3 1-13 15,-2 4-30-15,1 6-35 16</inkml:trace>
  <inkml:trace contextRef="#ctx0" brushRef="#br0" timeOffset="90433">11607 11407 166 0,'2'0'-16'0,"-2"-4"20"0,0 2 9 0,0 2 8 16,0 0-6-16,0 3-15 15,0 7 5-15,0 1 6 16,0 5-2-16,0 0-6 16,0 1-2-16,0 0 2 0,0-3-2 15,0 0-1-15,0-4 0 16,-2-1 1-16,2-4-1 16,0-2 0-16,0-1-1 15,0-2 2-15,0 0 3 16,0-7 2-16,6-5-9 0,0-2-3 15,5-3-13-15,1 0-11 16,0 0-4-16,-1 0 17 16,-2 4 18-16,0 2 7 15,2 5 12-15,0 1 2 16,-1 4-15-16,0 1-3 16,1 0-4-16,1 5 0 0,-1 4 0 15,-4 3 1-15,1 1 1 16,0 2-3-16,0 0 1 15,-5-1-1-15,1 1-1 16,0-3-7-16,-2-4 2 16,0-1-4-16,-2-1 0 0,0-4 2 15,0-2 5-15,0 0 8 16,-4 0-2-16,-1-3 1 16,2-6 5-16,2 1 10 15,1-4-3-15,0-2-13 16,0 1 0-16,2-1-4 0,7 0 3 15,1-1-4-15,1 3 3 16,0 1 0-16,2 2 6 16,0 2 11-16,1 3-3 15,-1 2-7-15,3 2-4 16,-2 0 0-16,2 0-1 0,-3 7-2 16,0 3 0-16,-2 0 0 15,-2 3 0-15,-4 0 0 16,-1-1 1-16,1 1-1 15,-1-3-4-15,-2-1-11 16,-2-2-33-16,1-3-35 16</inkml:trace>
  <inkml:trace contextRef="#ctx0" brushRef="#br0" timeOffset="90944.39">12065 11454 108 0,'0'0'101'0,"0"0"-96"0,0 0-2 0,0 0-3 16,0 0 1-16,44-17 0 15,-32 13-1-15,-1-3 0 0,-1 1 0 16,2-2 2-16,-2-1-2 16,0 0 2-16,-4-1 4 15,0 2 0-15,-2-1-1 16,-4-1-1-16,0 2-1 15,0 1-3-15,-4 1-4 16,-3 0-3-16,-3 2 5 0,2 3 2 16,0 1 0-16,-2 0 1 15,3 0 0-15,-2 1 0 16,3 6-1-16,-5 3 0 16,4 0-1-16,0 3 1 15,-1-3-5-15,2 3-4 0,2-2 6 16,2 0 3-16,2-1 0 15,0 0 0-15,0 0 2 16,0 0-4-16,6 0 4 16,4 1-5-16,-3-2 6 15,3-1-3-15,2-1 0 0,-1-1 3 16,2-3 8-16,3-3 8 16,-3 0-1-16,3 0 1 15,-3 0-2-15,1 0-3 16,-1-4-5-16,1-1-4 15,-3 1 0-15,-3-1-4 0,4 0-1 16,-5 1-2-16,-3-2-32 16,-2-2-74-16</inkml:trace>
  <inkml:trace contextRef="#ctx0" brushRef="#br0" timeOffset="91194.82">12676 11390 338 0,'0'0'9'0,"0"0"-3"0,0 0-5 0,0 0-2 0,0 0-25 16,0 0-98-16</inkml:trace>
  <inkml:trace contextRef="#ctx0" brushRef="#br0" timeOffset="92430.65">12557 11417 122 0,'0'0'15'0,"0"0"-2"0,0 0 0 0,0 0 7 0,0 0-8 15,0 0-5-15,0 0-1 16,0 0-3-16,0 0 3 15,0 0 4-15,0 0 0 16,0 0-2-16,-12-26 2 16,10 26-3-16,-2 0-5 0,1 0 0 15,-1 0-1-15,-3 6-2 16,3 0-1-16,0-1 5 16,-1 1-2-16,2-2 0 15,1-2-1-15,2-1 1 16,0 1 3-16,0-2 2 0,0 0-3 15,0 0-3-15,0 0-26 16,0-5-70-16</inkml:trace>
  <inkml:trace contextRef="#ctx0" brushRef="#br0" timeOffset="101099.82">12603 11465 36 0,'-4'0'-1'0,"1"2"1"0,2-2-2 0,-1 0 2 16,1 0 2-16,0 0 26 16,1 0 12-16,0 0-8 15,-1 0 3-15,1-2-14 0,0 1-2 16,0-2-10-16,0 3-4 16,0 0-3-16,0 0 0 15,0-1-3-15,0 1 1 16,0 0-1-16,0 0 0 15,0 0 1-15,0 0-2 16,0 0 0-16,0 0-4 0,0 0-25 16,0 0 8-16,0 0 12 15,0 0-4-15,0 0-5 16,0 0-14-16</inkml:trace>
  <inkml:trace contextRef="#ctx0" brushRef="#br0" timeOffset="102159.69">12561 11467 42 0,'0'0'6'0,"0"0"0"0,0 0 6 0,0 0-2 15,0 0-7-15,0 0 2 0,0 0-3 16,0 0 1-16,0 0-1 16,0 0 1-16,0 0-3 15,0 0 0-15,0 0-2 16,-16-8-3-16,16 7 2 15,0 0 3-15,0 1 0 16,0 0 0-16,0 0 0 0,0 0 0 16,0 0 1-16,0 0-1 15,0 0 0-15,0 0 0 16,0 0 0-16,0 0 0 16,0 0 0-16,0 0 0 15,0 0 1-15,0 0 1 0,0 0 4 16,0 0 1-16,3 0 7 15,-3 0 1-15,0 0-6 16,2 0-2-16,-1 0-3 16,1-2 3-16,-2-2-1 15,2 2-1-15,0 1 1 0,-2 0-4 16,0-2 0-16,0 3-1 16,0 0 0-16,0 0-1 15,0 0 0-15,0 0-14 16,0 0-22-16,0 0 13 15,0 0-22-15</inkml:trace>
  <inkml:trace contextRef="#ctx0" brushRef="#br0" timeOffset="102466.82">12576 11431 49 0,'0'0'12'0,"0"0"-10"0,0 0 1 0,0 0 1 15,0 0-3-15,0 0-20 16</inkml:trace>
  <inkml:trace contextRef="#ctx0" brushRef="#br0" timeOffset="102772.05">12576 11431 44 0,'-52'24'0'0,"52"-22"-11"0,0-1 11 15,0 0 0-15,2 1-7 16,-1-2-9-16</inkml:trace>
  <inkml:trace contextRef="#ctx0" brushRef="#br0" timeOffset="103398.33">12540 11461 110 0,'0'0'0'0,"0"0"1"0,0 0 0 0,0 0-1 16,0 0 0-16,0 0-3 15,0 0-16-15,0 0 1 16,0 0-9-16</inkml:trace>
  <inkml:trace contextRef="#ctx0" brushRef="#br0" timeOffset="103596.76">12540 11461 88 0,'-12'14'6'16,"11"-14"-5"-16,1 0 0 15,0 0-1-15,0 0-24 0,0 0-21 16</inkml:trace>
  <inkml:trace contextRef="#ctx0" brushRef="#br0" timeOffset="103811">12545 11476 85 0,'0'0'10'16,"0"0"-6"-16,0 0 1 15,0 0 3-15,0 0-3 16,0 0-1-16,0 0-3 0,0 0-1 15,0 0-2-15,0 0-9 16,0 2-4-16,0-1-17 16</inkml:trace>
  <inkml:trace contextRef="#ctx0" brushRef="#br0" timeOffset="104051.91">12545 11476 129 0,'-19'11'3'0,"19"-11"-2"16,0 0-4-16,0 0-4 15,4 0-7-15,0 0-11 16,-2 0-24-16</inkml:trace>
  <inkml:trace contextRef="#ctx0" brushRef="#br0" timeOffset="104365.2">12557 11498 120 0,'0'0'4'0,"0"0"4"15,0 0-1-15,0 0-5 16,0 0-1-16,0 0-1 16,0 0 0-16,0 0-1 0,-3 0-5 15,3 0-22-15,0 0 16 16,0 0-10-16,0 1-6 16,0 2-17-16</inkml:trace>
  <inkml:trace contextRef="#ctx0" brushRef="#br0" timeOffset="104580.18">12557 11498 120 0,'-25'11'5'0,"25"-11"5"16,0 0-6-16,0-1-2 15,0 0-2-15,0-1-1 16,0 2-3-16,0 0-6 0,0 0-4 16,2 0-12-16,0 0-21 15</inkml:trace>
  <inkml:trace contextRef="#ctx0" brushRef="#br0" timeOffset="105702.83">12543 11481 123 0,'0'0'6'0,"0"0"5"0,0 0 3 0,0 0-6 0,0 0-4 16,0 0 2-16,0 0-2 15,0 0-1-15,0 0-3 0,0 0 0 16,0 0 0-16,0 0-1 15,0 0 1-15,-11 0 0 16,11 0 0-16,0 0 1 16,0 0-1-16,0 0 0 15,0 0 1-15,0 0-1 0,0 0 2 16,0 0-2-16,0 0 0 16,0 0 0-16,0 0 0 15,0 0-2-15,0 0 2 16,0 0 0-16,0 0-1 15,0 3 1-15,0-2-2 0,0 3-2 16,0-1-9-16,2 2-8 16,1-3-17-16,1-2-63 15</inkml:trace>
  <inkml:trace contextRef="#ctx0" brushRef="#br0" timeOffset="106365.45">12578 11532 52 0,'0'0'38'0,"0"0"-38"0,0 0-1 16,0 0-42-16</inkml:trace>
  <inkml:trace contextRef="#ctx0" brushRef="#br0" timeOffset="109472.83">6045 12555 92 0,'0'-7'31'0,"0"2"-1"0,0-2 5 0,0 3-6 15,0-1-9-15,0 1-1 16,0 0-5-16,0 2-1 16,-1 1 5-16,0 1-7 15,1 0-4-15,0 0-8 16,0 7 1-16,0 6-1 0,0 6 3 15,0 3-1-15,0 2 0 16,1 2-1-16,4 1-2 16,-1-1-6-16,1 1-18 15,-1-2-15-15,-4-2-4 16,0-3-51-16</inkml:trace>
  <inkml:trace contextRef="#ctx0" brushRef="#br0" timeOffset="109764.75">6008 12800 114 0,'0'0'7'16,"0"0"23"-16,0 0-8 15,0 0-4-15,0 0-6 0,0 0-9 16,0 0 0-16,0 0 0 15,11-11 6-15,-1 6-2 16,2 1 1-16,0 1-1 16,1-1-2-16,1 3-3 15,-1-2-1-15,0 1-1 16,1 0 0-16,-3 2 1 0,1-3-1 16,-2 3 0-16,-5 0-4 15,-3 0-43-15,-2-3-59 16</inkml:trace>
  <inkml:trace contextRef="#ctx0" brushRef="#br0" timeOffset="109992.03">6001 12562 193 0,'0'0'23'16,"0"0"8"-16,0 0-12 15,0 0-10-15,0 0-7 0,0 0-2 16,38-18-2-16,-18 15-41 16,3-3-69-16</inkml:trace>
  <inkml:trace contextRef="#ctx0" brushRef="#br0" timeOffset="111366.26">6552 12530 158 0,'-1'-5'5'0,"-3"1"24"0,4 0-4 15,-2 2-3-15,2 1-13 16,0 1-2-16,0 0-5 16,0 0-6-16,0 4 2 15,0 5 0-15,2 4 2 0,0 4 1 16,1 2-1-16,0 5 0 16,0-2 1-16,-1 3-1 15,0-1 0-15,-2-1 2 16,2-3-2-16,-2-4 1 0,0-2-1 15,0-2 0-15,0-2 0 16,0-1-1-16,-4-4 0 16,2 0-2-16,0-1-1 15,0-3 3-15,2-1 2 16,0 0 2-16,0-10-9 16,0-1 8-16,0-4-1 0,6-1-1 15,2-1 2-15,4 1-1 16,-3 2 0-16,2 1 0 15,1 3-1-15,-1 4 2 16,2 2-1-16,-1 3-1 16,0 1 0-16,-2 0-1 0,1 8 0 15,-3 4-3-15,4 0-15 16,-3 4-9-16,0-2-18 16,3-1-6-16</inkml:trace>
  <inkml:trace contextRef="#ctx0" brushRef="#br0" timeOffset="111792.68">6906 12654 172 0,'0'0'12'0,"0"0"26"0,0 0-19 0,0 0-8 16,0 0-5-16,0 0 2 15,0 0-7-15,0 0 0 16,0 0-1-16,-38 4 0 0,32 10 1 16,0 2-1-16,3 1 1 15,1-1-1-15,2-2 0 16,0 1 0-16,2-6 1 16,5-1-2-16,1-3-7 15,4-2 2-15,1-3 2 16,-2 0-3-16,1-7 4 0,-1-3 1 15,-1-4 3-15,-2-2-1 16,-2 2 8-16,-1-2-1 16,-1 3 2-16,-4 5 0 15,0-1 0-15,0 5 3 16,0 1 0-16,0 3-11 0,0 0-2 16,0 4 2-16,0 6-3 15,0 0 2-15,0 5-8 16,6-1-16-16,4-3-9 15,-1-1-15-15,2-1-20 16</inkml:trace>
  <inkml:trace contextRef="#ctx0" brushRef="#br0" timeOffset="112220.81">7186 12651 153 0,'0'0'2'0,"0"0"16"0,0 0 12 15,0 0-19-15,0 0-1 16,0 0-9-16,0 0 1 16,-43-1-2-16,33 13 1 15,0 1-1-15,3 0 0 0,3 1 1 16,2-2-1-16,2-2 0 16,0-2 0-16,4-1-2 15,3-4-3-15,3-1 2 16,2-2 0-16,2 0-2 15,-3-7 2-15,0-5 1 16,3-1 4-16,-6-5-2 0,1-1 2 16,-4-2 2-16,0-1-3 15,-3-3 1-15,-2 1-2 16,0 0 1-16,0-2-2 16,0 4 1-16,-2 2 0 0,-1 4 5 15,-2 3 8-15,3 5 10 16,-2 5-4-16,2 3-4 15,0 6-14-15,2 9-1 16,0 7 0-16,0 7 1 16,6 3-1-16,8 2-3 15,-1-2-35-15,5 0-22 0,-3-3-69 16</inkml:trace>
  <inkml:trace contextRef="#ctx0" brushRef="#br0" timeOffset="112668.77">7800 12580 179 0,'0'0'-2'0,"0"0"37"0,0 0-9 0,0 0-14 15,-49-29-13-15,33 28 2 16,1 1 2-16,-3 0-1 16,3 3 0-16,-3 8 0 15,4 2-2-15,3 3 2 0,2 1-1 16,5-1-1-16,2-2 2 16,2 0-2-16,4-4-2 15,7-3-2-15,3-4 3 16,1-2 3-16,3-1-6 0,-2 0 0 15,1-9 2-15,2-3 2 16,-6-1 0-16,0 2 1 16,-5 0-1-16,-2 3 2 15,-2 1 5-15,-4 3 12 16,2 4 7-16,-2 0-13 0,0 0-19 16,1 6 6-16,5 4 5 15,0 3-4-15,2 1-1 16,1 1-15-16,3-2-20 15,2-6-22-15,-1-3-124 16</inkml:trace>
  <inkml:trace contextRef="#ctx0" brushRef="#br0" timeOffset="113409.77">8179 12469 206 0,'0'0'-3'0,"0"0"10"16,6-39-3-16,-2 23-1 0,3-1-4 16,-1 3 2-16,2 1 31 15,-1 0-13-15,5 3-13 16,3 2 0-16,4 2-6 15,1 5-3-15,0 1-3 16,0 7 1-16,-4 16-17 0,-3 12 20 16,-3 8 1-16,-4 8 0 15,-3 4-1-15,-3 6 2 16,0-1-15-16,0-2 4 16,-3-1 5-16,-3-6 2 0,1-6 8 15,3-7-1-15,2-7-1 16,0-7 0-16,7-6 0 15,2-7 1-15,3-5 0 16,3-4 1-16,-1-2-1 16,3-5 1-16,-2-10 1 15,1-5 3-15,-1-3-2 0,-3-4-3 16,-4-1-1-16,-1-3-1 16,-5 2-1-16,-2 1 2 15,0 1 0-15,-10 3 8 16,-1 5 0-16,-5 1-5 15,1 5-1-15,-2 1 3 0,2 5-3 16,3 2-1-16,2 1-2 16,5 2-1-16,3 2 1 15,2 0-2-15,0 0-18 16,4-3-13-16,9 0 32 16,5-2 0-16,2-4 1 15,5-2-2-15,-2-1 1 0,4-4-1 16,-1 1-4-16,-4 1 5 15,-1 1 1-15,-1 3 0 16,-5 3-1-16,-6 1 1 16,0 6 3-16,-5 0-2 0,-1 3-2 15,-1 9 1-15,0 1 3 16,0 2-2-16,-1 2 0 16,0-1 1-16,2-3-3 15,4 1 1-15,-3-6-1 16,5-2-6-16,-3-6-46 0,4 0-69 15</inkml:trace>
  <inkml:trace contextRef="#ctx0" brushRef="#br0" timeOffset="113565.56">8737 12408 284 0,'0'0'0'0,"0"0"7"0,0 0-1 15,0 0-6-15,0 0-18 16,0 0-30-16,-36 6-13 16,33 14-24-16</inkml:trace>
  <inkml:trace contextRef="#ctx0" brushRef="#br0" timeOffset="114762.45">8849 12621 189 0,'0'0'36'16,"0"0"-35"-16,38-21 1 16,-27 10 1-16,-4-1 2 15,-1 0 0-15,-3 0 18 16,-3-1-4-16,0 1-5 0,-3 0-6 16,-6 4-6-16,-1 1-2 15,-4 6 1-15,-1 1 2 16,-2 0-3-16,2 6 0 15,-1 5 2-15,3 1 0 16,4 2-2-16,2 0 0 0,4-3-4 16,3-2-1-16,0-2-6 15,10-1-7-15,3-4 9 16,1-2 5-16,3 0-1 16,2 0 3-16,-2-5 2 15,-1-2 0-15,-5 4-1 16,-4-2 2-16,0 2 3 0,-3 2 6 15,-2 1-3-15,0 2-6 16,3 11 0-16,-1 4 0 16,0 7 0-16,1 6 1 15,0 1-1-15,-2 5-1 16,1-1-1-16,-2-1-2 0,0-2 3 16,-2-4-1-16,0-4-3 15,0-2 2-15,-4-6 0 16,-2-3-2-16,0-4 1 15,-2-6 0-15,3-3 2 16,-3 0 4-16,5-12-2 0,-4-5 0 16,2-7-3-16,3-3 3 15,2-3-2-15,0-1-1 16,0-3 2-16,0 4-1 16,0 0 2-16,5 2-1 15,2 2 2-15,-1 0-2 16,3 1 0-16,0 1 0 0,-1 1 0 15,2-2-2-15,-1 1 2 16,0 1 0-16,-2 0 0 16,-3 2 2-16,0 4-2 15,-1 3 2-15,-1 4 4 0,-2 4 0 16,2 2-2-16,-2 4-3 16,2 0-2-16,0 4-4 15,-2 10 3-15,3 7 1 16,2 4 1-16,-3 3 2 15,2 1-1-15,0-1-1 0,3-1 1 16,-3-4-1-16,4-2 0 16,-3-3 0-16,1-5-2 15,0-1-4-15,1-5-5 16,-3-3 6-16,2-4 0 16,0 0 4-16,0-3 1 15,-3-8 1-15,1-3 0 0,2-3-1 16,-2-1-1-16,2 1 1 15,-2 2 0-15,-1 1 0 16,3 4 1-16,-2 4 0 16,-1 3 2-16,4 3-2 0,-1 0-2 15,3 3 1-15,-1 6 0 16,3 3 0-16,1 0 1 16,0 0-1-16,-1 0 1 15,2-4-1-15,-1-1 1 16,-2-2-1-16,2-3 1 0,1-2-1 15,-2 0 0-15,1-4 0 16,-3-6 3-16,0-4-3 16,-1-1 1-16,-2-6-1 15,0-1 0-15,-4-5-5 16,0 1 2-16,0-2 1 16,-2 5 1-16,0 2 2 0,0 4-1 15,0 6 2-15,0 3 6 16,0 6 2-16,-2 2-8 15,0 4 0-15,0 10-1 16,2 4-1-16,0 8 1 16,0 1 0-16,0 1 0 0,2-1 0 15,2-1 1-15,0-2 1 16,1-3-1-16,-1-1-2 16,-1-1 0-16,0-5-7 15,1-4-38-15,-2-6-74 16</inkml:trace>
  <inkml:trace contextRef="#ctx0" brushRef="#br0" timeOffset="114925.78">9345 12475 342 0,'0'-6'6'0,"9"-3"-9"0,6 0 3 0,6 2 1 0,5 1-22 15,6 1-15-15,-3-1-43 16,2 0-131-16</inkml:trace>
  <inkml:trace contextRef="#ctx0" brushRef="#br0" timeOffset="115517.26">9834 12387 188 0,'0'0'2'0,"0"0"6"0,0 0 4 16,0 0-6-16,-36 40-4 15,32-23 2-15,2 1 1 16,2 2-1-16,0-2 0 15,0-2-1-15,4 0-3 0,3-5 2 16,3-3-2 0,2-3-2-16,-3-2 3 0,3-3 5 15,-1 0 3-15,2 0-5 16,-2-9-1-16,0-2 0 16,-1-3-3-16,-3-2 1 15,1-1-1-15,-4 1 1 0,0 2-1 16,0 0 0-16,-2 6 1 15,0 3-1-15,-2 4 1 16,0 1-1-16,0 1-10 16,0 11 11-16,0 3 2 0,0 2-1 15,0 0-2-15,2-1 1 16,3-2-1-16,1-2 1 16,2-4-1-16,3-2 0 15,1-3-1-15,-1-2 2 16,3-1 1-16,1 0 5 15,-1-5-1-15,-1-6-1 16,1 0 6-16,-5-3 2 0,-2-3-2 16,-1 1-1-16,-3-2-4 15,-3 1-1-15,0 3-2 16,-3 2-4-16,-4 5-5 16,-4 4-6-16,1 3-13 0,0 0-20 15,-1 3-26-15,3 3-43 16</inkml:trace>
  <inkml:trace contextRef="#ctx0" brushRef="#br0" timeOffset="115736.82">10167 12428 304 0,'0'0'4'0,"0"0"-8"0,0 0-3 0,0 0 0 15,2 47 11-15,-4-33-1 16,-2 3-2-16,4-2-1 16,0-3 1-16,0-2 2 15,2 0-2-15,10-4-7 16,-1-5-17-16,2-1-22 0,1 0-75 16</inkml:trace>
  <inkml:trace contextRef="#ctx0" brushRef="#br0" timeOffset="115879.75">10201 12259 252 0,'0'0'-1'16,"0"0"1"-16,0 0 1 16,0 0-10-16,0 0-87 15,0 0-4-15</inkml:trace>
  <inkml:trace contextRef="#ctx0" brushRef="#br0" timeOffset="116071.88">10380 12258 304 0,'0'0'2'15,"0"0"-2"-15,0 47 1 16,0-23 0-16,0 2-1 15,0 2 0-15,0 0-2 16,-4-1-12-16,1 0-12 0,-5-4-15 16,3-3-45-16</inkml:trace>
  <inkml:trace contextRef="#ctx0" brushRef="#br0" timeOffset="116576.86">10277 12391 290 0,'0'0'-5'0,"0"0"-8"15,0 0 10-15,40-7 3 0,-24 6-8 16,0 0-8-16,2-3 13 16,-1 0 0-16,1-3-4 15,-2 0-4-15,-1-3 4 16,-2-3 7-16,0 1-1 15,-5-1 1-15,-3 1 1 0,-1 2-2 16,-4 3-2-16,0 3 2 16,0 4 1-16,0 0 9 15,-5 7-5-15,-1 10-3 16,0 5 0-16,1 3 0 16,0 3 1-16,3-2-1 0,2 0 0 15,0-4-1-15,0-2 2 16,0-4-2-16,0-4 1 15,7-4-1-15,-1-6-1 16,3-2-2-16,-2 0 6 16,5-8 3-16,0-9-2 15,-1-1 4-15,3-2 7 0,-3 0-5 16,3 0-3-16,-3 3 5 16,0 6-2-16,0 5-3 15,-4 4 2-15,2 2-6 16,0 1-2-16,0 10-1 0,0 4 1 15,1 4 0-15,2 1-1 16,-4 1-9-16,2-1-19 16,-1-2-22-16,-3-2-54 15</inkml:trace>
  <inkml:trace contextRef="#ctx0" brushRef="#br0" timeOffset="117253.32">11069 12327 130 0,'0'0'4'0,"0"0"-2"0,0 0 10 0,0 0 5 16,6 45-11-16,-4-28-4 16,-2 1-1-16,0-4-1 15,0 0-2-15,0-5-10 16,0-1 5-16,-2-5 4 16,-2-1 6-16,0-2-2 0,2 0 3 15,1-9 1-15,1-2-3 16,0-5-1-16,0-1-1 15,5 0-1-15,3-1-2 16,3 2 3-16,3 3 10 16,-1 3 6-16,3 3 10 0,-3 3-11 15,2 3-7-15,2 1-4 16,-1 0-4-16,1 8 1 16,1 3 2-16,-3 2-3 15,-3 3 0-15,-1-2 0 0,-3 0-3 16,-3 0-2-16,-1-5-3 15,-4-1-3-15,0-1 3 16,0-5 2-16,-8-2 11 16,3 0-1-16,-3 0 6 15,3-6 5-15,0-5 3 0,1-2 0 16,4-1-9-16,0-2-3 16,2 2-5-16,7 0 0 15,3 1 1-15,3 3-4 16,-1 3 3-16,6 3 0 15,-5 2 1-15,3 2 0 16,-3 0-1-16,0 2 0 0,-1 8 1 16,-2 1-2-16,-3 2 0 15,-3-2 0-15,-1 3-2 16,-1-3-8-16,-2 0-3 16,-2-4-4-16,1 0-26 0,2-7-53 15</inkml:trace>
  <inkml:trace contextRef="#ctx0" brushRef="#br0" timeOffset="117653.52">11519 12298 250 0,'0'0'4'0,"0"0"-6"0,0 0 3 0,0 0-1 0,13 35 1 16,-8-18-1-16,2-1 1 15,0-2 0-15,1 0 4 0,2-4 2 16,-3-2 0-16,4-3-2 16,2-5-1-16,-4 0 0 15,5 0-1-15,-5-6-1 16,3-7 3-16,0 0 3 16,-3-1-1-16,-2-3 2 0,1 3-4 15,-3 3-2-15,2 1-2 16,-5 3-1-16,2 5 0 15,-1 2-1-15,1 2-3 16,-2 12 2-16,0 4 2 16,-1 5 0-16,-1 6 0 0,0 2 0 15,0 0 0-15,-1-2 2 16,-8 0-2-16,-1-3 0 16,-2-2 0-16,-5-3-1 15,-1-4-9-15,2-5-7 16,-2-7-23-16,5-5-68 15</inkml:trace>
  <inkml:trace contextRef="#ctx0" brushRef="#br0" timeOffset="118063.94">12357 12062 111 0,'0'0'-1'0,"0"0"6"0,0-44 8 0,0 31 1 15,-4-1-7-15,-2 2 3 16,1 1 5-16,-4 5 1 0,0 1-8 15,-2 3-5-15,1 2-4 16,-2 0 0-16,3 10 1 16,-2 7 1-16,-1 4-1 15,3 8 1-15,3 3-1 16,-1 4 1-16,5 5 0 0,2 1 0 16,0 0 3-16,7-1-3 15,0 0 0-15,1-4 0 16,-3-3 0-16,-2-4-1 15,-3-4 0-15,0-2 0 16,-3-6-9-16,-8-3-28 0,-5-5-27 16</inkml:trace>
  <inkml:trace contextRef="#ctx0" brushRef="#br0" timeOffset="118441.4">12109 12292 257 0,'0'0'-10'16,"0"0"5"-16,57-16 3 15,-27 12 2-15,4-2-1 0,-1 1 2 16,1 3 0-16,-3 1 0 16,-4 1-1-16,-2 0 1 15,-6 7-1-15,-4 5 1 16,-3 3-1-16,-2 2-1 15,-6 0-8-15,-3-3-14 0,-1-1-1 16,0-2 2-16,-1-5 16 16,-5-3 12-16,-3-3-5 15,0 0 4-15,2 0 10 16,-1-6 13-16,3-4-1 0,3-1-3 16,2-3-12-16,0-2 1 15,2-4-10-15,11 3-4 16,3-3 2-16,4 2-10 15,2 4-7-15,3-1-7 16,0 5-20-16,-3 2-26 16,2 2-37-16</inkml:trace>
  <inkml:trace contextRef="#ctx0" brushRef="#br0" timeOffset="118611.95">12682 12266 226 0,'0'0'3'0,"0"0"-1"0,0 41 2 16,0-26-1-16,0-1-2 16,0-3 0-16,0-1 0 15,0-1-1-15,0-2 0 16,0-2 1-16,0-5-11 0,0 0-60 16</inkml:trace>
  <inkml:trace contextRef="#ctx0" brushRef="#br0" timeOffset="118739.65">12684 12046 256 0,'0'0'-12'0,"0"0"-17"16,0 0-56-16</inkml:trace>
  <inkml:trace contextRef="#ctx0" brushRef="#br0" timeOffset="119679.92">12809 12255 265 0,'0'0'2'0,"0"0"3"0,0 0 5 16,49-16-8-16,-37 5-1 15,-2-2 2-15,-2 0-3 16,-4 2 1-16,-1 2 1 15,-3 2 1-15,0 0 2 16,0 4 1-16,-3 3-5 0,-8 0 3 16,0 12-1-16,0 1-3 15,-1 4 0-15,4 1 2 16,3 1-2-16,3-2 1 16,2 0-1-16,0-4-1 15,8-1-4-15,3-3 4 0,3-2-7 16,-3-4 0-16,5-3-4 15,-3 0 1-15,1-2 5 16,-1-6 3-16,-2-4 3 16,1-3 0-16,-1-1 3 15,1 1-3-15,0 0 0 0,-1 5 1 16,-3 0 2-16,0 5 4 16,-1 2 2-16,-1 3-2 15,-1 0-7-15,2 1 2 16,0 9 0-16,-1 3 1 15,-2 1 1-15,1 3-2 0,2-1-1 16,-3 0-1-16,1-2 1 16,1-3-1-16,-2-1 0 15,1-3 0-15,-3-3-1 16,2-2-6-16,-2-2 0 16,1 0 7-16,2-10 2 0,-2-4-1 15,5-5 3-15,-2-2 0 16,4-2-2-16,1 3-2 15,-2 2 0-15,3 2-1 16,0 5 0-16,-3 7 1 16,-1 2-1-16,0 2 2 0,-3 2-4 15,3 6 2-15,2 6-2 16,-1 2-6-16,1 0-12 16,4 1-9-16,-1-2-16 15,1-2-2-15,2-6 14 16,3-1-6-16,4-5 19 0,-1-1 9 15,1 0 14-15,-1-10 21 16,-2-1 20-16,-2-3-4 16,-3-1 4-16,-3-1-1 15,-5 3-23-15,-1 1-2 16,-4 4-9-16,-2 2 5 0,0 5-3 16,-2 1-10-16,-9 0 2 15,-3 10 0-15,-1 2-2 16,2 4 0-16,1 0-3 15,4-1-7-15,5-2 1 16,3-2-2-16,1-5-5 16,12-2 15-16,1-4 2 0,1 0 1 15,3-4 4-15,-1-6 9 16,1-5 11-16,-4-5 3 16,1-2 1-16,-3-3 15 15,-1-2-12-15,-6-4-10 16,1-1-14-16,-2 1-7 0,-4 0-3 15,0 1-20-15,-15 4-64 16,-12 2-24-16</inkml:trace>
  <inkml:trace contextRef="#ctx0" brushRef="#br0" timeOffset="120631.9">6864 13455 129 0,'-2'-4'6'0,"0"1"-3"0,-2 1 13 0,3 1 2 0,1 0-8 15,0 1-4-15,0 0-2 16,0 0-6-16,0 0-2 0,0 2 3 15,0 9 0-15,0 1-1 16,0 5-1-16,0 6 3 16,0 1 6-16,0 2-3 15,-2-1-1-15,0 1-1 16,-1-4 0-16,3-3-1 0,0-2 0 16,0-5-16-16,0-3-35 15,0-7-34-15</inkml:trace>
  <inkml:trace contextRef="#ctx0" brushRef="#br0" timeOffset="121159.63">6810 13458 184 0,'0'0'2'16,"0"0"0"-16,0 0 1 0,2-44 1 16,8 30-3-16,3-2-2 15,3 3-1-15,1-4 7 16,4 3-1-16,1 3 7 15,2 1-2-15,1 5-4 16,-2 1-1-16,0 4-3 0,-2 0-1 16,-3 9 0-16,-5 5 0 15,-5 3-15-15,-6 3-16 16,-2 1-2-16,-7 4-1 16,-9-2 25-16,-6 0-2 0,-3-2-3 15,-2-2 11-15,1-5 6 16,3-1 11-16,3-6 4 15,2-1 15-15,7-2 3 16,4-2-6-16,7 2-11 16,0 0-18-16,0 3-2 15,11 1 2-15,5 1 0 0,3 4 0 16,4 0 4-16,2-1-1 16,4-2-3-16,-2 2 0 15,0-1-1-15,0-2 0 16,-3-1-23-16,-1-5-23 15,-1-2-15-15</inkml:trace>
  <inkml:trace contextRef="#ctx0" brushRef="#br0" timeOffset="121537.73">7251 13523 251 0,'0'0'-14'0,"0"0"18"0,-43-1-4 0,28 2 1 16,-1 9-1-16,-1 3 0 16,1 0 3-16,5 1 1 0,3-1-3 15,4 1 0-15,1-3 0 16,3-1 0-16,0-3 0 16,5-1-1-16,4-2-2 15,3-4-1-15,2 0-3 16,-1 0 4-16,0-8 0 15,2-3 3-15,-4-1 0 0,-1-1 2 16,-3 1 5-16,-1 2-1 16,-2 4 2-16,-2 2 5 15,-1 1 8-15,0 3-10 16,0 0-12-16,1 3-3 16,2 6 5-16,1 3-2 0,-2 2 0 15,5 3-18-15,-3-1-10 16,1 1-10-16,1-6-31 15,0-1-1-15</inkml:trace>
  <inkml:trace contextRef="#ctx0" brushRef="#br0" timeOffset="122129.2">7406 13482 161 0,'0'0'5'0,"0"0"-4"15,0 0-3-15,0 0 2 16,0 0-2-16,40 10 2 16,-34 6 2-16,-2-1-2 15,-2 5 0-15,0-3 0 16,-2 0 0-16,0-3-2 0,0-2 4 16,0-2-2-16,-2-5 0 15,-2-2-2-15,-2-1 4 16,1-2-2-16,-1 0 0 15,0-5-3-15,2-5 2 16,2-2 5-16,2-1-2 0,0-1 2 16,0-2-1-16,4 3-1 15,6 2 2-15,-1-2-2 16,1 5 0-16,4 0 1 16,-3 4 6-16,5 1 3 15,-3 3-6-15,3 0-1 0,-3 5-3 16,2 6 0-16,-1 3-1 15,-1 2 0-15,-3 0-2 16,-4 0-8-16,-1-3-3 16,-3-1 7-16,-2-2-5 15,0-5 1-15,0-2 10 0,0-1 8 16,-2-2 5-16,-2 0-1 16,2-2-3-16,-1-9 1 15,3-1 3-15,0-3-11 16,0-2 4-16,2-2-6 15,5 4 2-15,2-1 0 16,4 5-2-16,0 2-1 0,3 5 0 16,2 4 0-16,-2 0 0 15,1 0-1-15,-2 10-2 16,0 1-12-16,1 2-12 16,-5 1-11-16,0 0-10 15,-2-1 3-15</inkml:trace>
  <inkml:trace contextRef="#ctx0" brushRef="#br0" timeOffset="122369.51">7916 13560 128 0,'0'0'39'0,"0"0"8"0,0 0-8 16,0 0-11-16,0 0-6 16,0 0-3-16,0 0-2 15,0 0-7-15,0 0-8 16,0 0-3-16,0 0-15 16,5-35-46-16,-3 18-119 0</inkml:trace>
  <inkml:trace contextRef="#ctx0" brushRef="#br0" timeOffset="126495.04">5878 12560 59 0,'0'-1'2'0,"0"-3"3"0,0 2-2 0,2 0 1 0,1-1-2 15,1 1-1-15,-2-1 4 16,0 2-1-16,-2-1 2 0,1 2 2 15,0-1 2-15,1 1-2 16,0-1 1-16,0-1-6 16,0 2 3-16,3-1 1 15,5-1 1-15,6-2-3 16,2 0 0-16,11-5-4 16,7-2 0-16,9-10-19 0</inkml:trace>
  <inkml:trace contextRef="#ctx0" brushRef="#br0" timeOffset="131499.82">6998 12065 133 0,'0'0'4'0,"0"0"3"0,0 0-2 0,0 0-3 15,2 0-1-15,1 0 0 16,-1 0-1-16,1-1 0 16,1 1 0-16,2-2 1 0,-2 2-1 15,3-2-1-15,5 2 1 16,-3 0-1-16,4 0 0 15,2-1 0-15,1-1 0 16,4 0 0-16,1-1 1 16,2-1 1-16,2 0-1 0,4 0 1 15,1 0-1-15,5 0 0 16,4 0 0-16,-1-2 0 16,2 3 0-16,1-1 0 15,1 0 0-15,0-2 0 16,3 3 0-16,-1-2 0 15,4 0 0-15,2 0 0 0,4 0 1 16,2-1-1-16,0 2 0 16,2-1-1-16,3 2-3 15,-1-2-5-15,3 1 6 16,1 0 1-16,1 1 0 16,4-1 4-16,-2 1-4 0,5-2 2 15,-1 1 3-15,1 0-1 16,2-1 4-16,-3 3 2 15,1-2 1-15,0 1-1 16,1 0 2-16,1-1-2 16,4 1 0-16,-4 0-2 0,4 0-2 15,-2 2-2-15,2 1 0 16,-6 0-2-16,-1 0 2 16,1 0 2-16,-3 0 5 15,2 0 2-15,2-1-3 16,2-1-1-16,4-1-3 0,1 1-2 15,3 0-1-15,-1 1-1 16,-2-1 0-16,-3 1 1 16,-1-2-1-16,2-1 1 15,-2 1-1-15,2-1 0 16,0-1 0-16,3-2 0 0,-3 4 0 16,2-2 0-16,-7 3 0 15,4-2 0-15,-5 1-1 16,2 0 1-16,-3-2 0 15,0-1 0-15,0 0 1 16,-1 0-1-16,-2-1-1 0,1 2 1 16,-3-3 1-16,2 3-1 15,1-2 0-15,-2-1 0 16,0-1-1-16,-3-3 1 16,2 0 0-16,-1-4-1 15,-5 0 0-15,-4-2 0 0,-1-2 0 16,-3 2-1-16,-3-5 1 15,-2 0-2-15,-5-1 0 16,-1 0-1-16,-5-3-3 16,-7-1 1-16,-2-1-5 15,-8-2-1-15,-4 1 5 16,-5-1 5-16,-8-2 4 0,-2 2-2 16,0-3 3-16,-8 0 0 15,-4 1 10-15,-5 1 4 16,-2 2-9-16,-6 0-5 15,-1 4 2-15,-5 4-2 0,-7-1 1 16,-1 4-2-16,-6 1-2 16,-6 2-1-16,-4 3 0 15,-4-1 2-15,-1 3 0 16,-5 1-2-16,-3 0 2 16,-1 3-3-16,-1 1 4 15,-4-1 0-15,-1 4-3 0,-2 0 2 16,-3 2-2-16,-1 1 1 15,-2 0-1-15,1 0 0 16,-1 0-2-16,-2 0 4 16,0 4-1-16,-3 1 0 15,0 3 1-15,-6-1-2 0,-3 2 2 16,-3-1-1-16,2 2 0 16,-2-3 0-16,-2 3 0 15,2-3 1-15,-2 0-1 16,1-1 1-16,-5 0 0 15,1 0 0-15,-2 0-1 0,-2 0-6 16,-1 2 21-16,-5 1-13 16,0-2-2-16,-4 1 1 15,1 0 0-15,-1 1 0 16,3-1-1-16,-1-1 2 16,4 3-4-16,-1 1 4 0,3 1-2 15,1 4-2-15,3-1 4 16,1 4-4-16,8 2 2 15,0 2 2-15,0 3-2 16,4 3 0-16,2 1 0 16,5 5 0-16,0 1 0 15,6 0 0-15,8 0 0 0,10 1-3 16,7 0 1-16,16-3-12 16,13-7-24-16,18-10-80 15</inkml:trace>
  <inkml:trace contextRef="#ctx0" brushRef="#br0" timeOffset="132188.45">9687 10735 60 0,'-4'0'3'0,"-1"0"16"0,3 0-2 0,0 0-2 0,1 0 5 15,1 0-1-15,-2 0-4 16,2 7-15-16,0 0 0 16,0 2 0-16,2 4 2 15,5 1-2-15,2 2 1 0,4-2 0 16,-1 0 0-16,1 0 0 16,2-2 1-16,-1-1 2 15,1-1-1-15,0 1 1 16,0-2-2-16,-1-1-1 15,-1 2-1-15,-1 0-1 0,0-1-5 16,-6-5-37-16,1 0-3 16</inkml:trace>
  <inkml:trace contextRef="#ctx0" brushRef="#br0" timeOffset="132693.75">9902 10710 63 0,'0'0'3'0,"0"0"8"0,0 0-1 0,0 0-3 0,0 0-1 15,0 0 2-15,0 0 0 16,0 0 1-16,0 0 2 16,0 0-7-16,-14-9-4 0,7 15 0 15,-2 4 1-15,-5 3-1 16,2 4 0-16,-6 0 0 16,2 1 0-16,-4 3 1 15,0-2 1-15,2-1-4 0,0 0 5 16,-2 0-2-16,0 0 0 15,-1-1-1-15,4-2 0 16,1 2-2-16,1-6-11 16,3-4-31-16</inkml:trace>
  <inkml:trace contextRef="#ctx0" brushRef="#br0" timeOffset="133213.82">9608 10746 47 0,'0'0'4'0,"0"0"4"0,0 0 2 16,0 0-4-16,0 0-3 0,46 11 0 16,-37-5-2-16,2 3 0 15,0-1-1-15,0 3 1 16,0-1-1-16,2 1 1 16,-1 0-1-16,2-1 0 15,0 3 2-15,1-4 0 0,2 0-1 16,1 0 0-16,-3-2 0 15,3 0-1-15,0 0 2 16,0-4-1-16,-2 3 0 16,1-5-1-16,0 2 0 15,-4-3-12-15,-2 0-52 0</inkml:trace>
  <inkml:trace contextRef="#ctx0" brushRef="#br0" timeOffset="133662.28">9908 10667 54 0,'0'0'4'0,"0"0"15"0,0 0-2 0,0 0-5 0,-39 30-4 16,29-19-2-16,1 2 0 15,-2 3-3-15,-3 5 0 16,2 0-1-16,-2 4-1 0,1 0-1 16,-1 1 1-16,2-2-1 15,4 0 1-15,-4-3-1 16,3 1-1-16,1-4-15 15,-1-7-26-15</inkml:trace>
  <inkml:trace contextRef="#ctx0" brushRef="#br0" timeOffset="134045.7">9634 10799 54 0,'0'0'4'15,"0"0"1"-15,0 0 8 16,0 0-3-16,0 0-1 15,42-3-4-15,-31 5 5 0,0 4-3 16,2 2 0-16,1 3-2 16,1-1-1-16,2 3-4 15,1-2 1-15,3 1-1 16,-3-2 1-16,2 0-1 16,1-2 1-16,-1-1-1 15,0-1 1-15,0-2 0 0,0-1 0 16,-3 1-1-16,0-2 0 15,-2-1-18-15,-5-1-16 16</inkml:trace>
  <inkml:trace contextRef="#ctx0" brushRef="#br0" timeOffset="134394.21">9975 10694 133 0,'0'0'2'0,"0"0"3"0,0 0-3 16,0 0-2-16,0 0 0 16,0 0-1-16,0 0 1 0,0 0-1 15,-42 34 1-15,28-15 0 16,-3 3 1-16,-3 7-1 16,-3 5 1-16,-2 8-1 15,-1 5 0-15,-6 3-1 16,-2 0-49-16</inkml:trace>
  <inkml:trace contextRef="#ctx0" brushRef="#br0" timeOffset="135520.56">6066 13097 16 0,'0'0'-5'0</inkml:trace>
  <inkml:trace contextRef="#ctx0" brushRef="#br0" timeOffset="136936.7">6066 13097 0 0,'0'0'34'15,"0"0"-23"-15,-2 3-8 16,2-3-7-16,0 0 2 0,0-3-2 16,0 3-3-16,0 0-4 15,0 0 8-15,2 0 5 16,2 0-1-16,-1 0 1 15,4 0 2-15,-1 0 3 16,3 0-3-16,2 0-3 0,1 0-1 16,1 0 1-16,3-1-1 15,-3-2 0-15,5 0 1 16,0-2-2-16,4 0 8 16,-1 1-1-16,2-2-1 15,2 1-3-15,0 0-2 16,0 2 1-16,-2-1-1 0,0 1 0 15,2 1 1-15,-4 0-1 16,3-1 0-16,-5 3 1 16,4-3 8-16,-2 2-1 15,0-2-1-15,0 0-4 16,2 2-1-16,1-2-2 0,-2 1 0 16,1-2 1-16,1 4-1 15,-4-1 0-15,2 1 0 16,-1 0 0-16,-1 0 0 15,0 0 0-15,0 0 2 16,3 3-4-16,-1-1 2 16,4 0 2-16,1-1-2 0,0 1 0 15,2-2-2-15,-1 0 2 16,5 0 0-16,-2 0 0 16,1-4 0-16,3-2 2 15,1 0-2-15,2-1 1 0,2 1 3 16,2-1-2-16,0 0 0 15,0 2-1-15,0-1-1 16,1 0 0-16,-3 2 0 16,2 1 0-16,-1 0 0 15,1 0 2-15,2 2-2 0,1-2-2 16,-1 3 2-16,1 0 2 16,-2 0-4-16,2 0 2 15,-5 0 0-15,0 0 0 16,-2-1 0-16,3-1 0 15,-2 0 2-15,1-2-2 0,-1 0 1 16,-1 1 3-16,-2-2-1 16,3 1 3-16,-1-1-1 15,-2 2 2-15,2-1-2 16,0 2 0-16,0 0 2 16,0 0-2-16,1 1 0 0,-2 1-4 15,3 0 0-15,-1 0 0 16,-2 0-1-16,1 0 0 15,0 0 1-15,3-1-1 16,-1-1 0-16,0 1 0 16,-3-2 2-16,5 0-2 15,-2-1 2-15,4 1 2 0,1-1-3 16,0-2-1-16,4 2 0 16,-1 1 1-16,2-1-1 15,0-2 0-15,-2 3 0 16,2 0 0-16,-4-1-1 15,0 1 1-15,0 2 0 0,-1-1-1 16,-1 1 1-16,-3-2-1 16,1 2 1-16,0-2 0 15,0-1 0-15,0-2 1 16,5 3-2-16,-1 0 1 16,0-1 0-16,2 0-11 0,-3 1-3 15,0-1 6-15,0 1 7 16,-1-1 0-16,-2 1 2 15,1-1-1-15,-1 0 0 16,1 2 0-16,-3-1 0 16,1 0 0-16,1 0 0 0,-2 0 0 15,2 0 0-15,1-1 0 16,0 0 0-16,3 0 0 16,-1-2 1-16,-1 2-1 15,-1-1 0-15,-2 1 0 16,-2-1 0-16,2-1 1 15,-5 3 5-15,0 0 2 0,-1-1 2 16,-1 1-4-16,1-1-1 16,0 1-1-16,2-1-1 15,-1-2 2-15,0 3-3 16,2-2 1-16,4-1 6 0,-2 2 3 16,0 0-4-16,1-1-3 15,-1 2-4-15,0-1 0 16,1 0 0-16,-1-1 0 15,2 1-1-15,3 0 0 16,-2 1 0-16,6-2 0 0,-2-1 1 16,6 0-1-16,1 2-1 15,1-3 2-15,3 1-1 16,2 0 0-16,3-1 0 16,0 0 2-16,-1 0 2 15,-3 1 3-15,1 1 4 16,-4 1-6-16,-5 2-1 0,-4 1-4 15,-3 1 0-15,-7 0-19 16,-8 0-34-16,-8 0-35 16</inkml:trace>
  <inkml:trace contextRef="#ctx0" brushRef="#br0" timeOffset="137903.52">6839 13893 59 0,'-6'2'3'0,"-1"0"6"0,1-1-2 0,-2 1-2 15,4-1-2-15,-1-1 3 16,1 0 1-16,0 0-2 16,2 0 8-16,0 0 3 15,-3 0-2-15,4 0-3 16,1 0-4-16,-2 0-7 0,2 0 0 16,0 0-11-16,0 0 1 15,2 0 10-15,6 0 3 16,-1 0 4-16,5 0-1 15,2 0-1-15,1 0 1 16,4 0-2-16,4 0-1 16,2 0-2-16,4 0-1 0,5 0 1 15,1-3-2-15,4 0 2 16,1-1-1-16,3 0-1 16,2-3 0-16,4 2 2 15,-3-1 0-15,4-2-2 16,1 1 2-16,-1 0-1 0,-1 0-1 15,-2-3 4-15,0 4-3 16,-1 1 1-16,-3 0-1 16,-3 0 0-16,0 2 1 15,-5 0-1-15,-1 0 0 16,-2 1 1-16,-3 0-2 0,-1-1 1 16,-3 2 0-16,0-1-2 15,-8-2-15-15,-1 1-14 16,-6 2-7-16,-3-1-58 15</inkml:trace>
  <inkml:trace contextRef="#ctx0" brushRef="#br0" timeOffset="138437.71">7125 13924 21 0,'0'0'2'0,"39"-10"9"0,-19 4 3 15,4 1-5-15,1 0-5 0,4 2 1 16,0-2-1-16,0 1-1 15,0-2 0-15,1 3 3 16,1 0 3-16,-2-1 2 16,2 0 1-16,0-1-4 0,-1 1-4 15,3 0-3-15,0-1 0 16,1 2-1-16,-1-1 0 16,-3 2 0-16,-1 0 0 15,-2-1 0-15,-6 1 0 16,-3 0 0-16,-5 2 0 15,-1-3 1-15,-7 3-1 0,-1 0 0 16,-2 0-4-16,-2-3-34 16</inkml:trace>
  <inkml:trace contextRef="#ctx0" brushRef="#br0" timeOffset="141918.15">8081 13441 101 0,'0'0'13'0,"0"0"11"0,0-2-3 0,0 0-9 15,0-1-6-15,0 1 1 16,0 0 2-16,0 1 8 16,0 1 4-16,0 0-8 15,-2 0-8-15,0 0-6 16,0 0 2-16,2 6-2 15,-2 0 1-15,2 1 0 0,0-3 1 16,0 2-1-16,0-5 0 16,0 2 0-16,0-3-2 15,0 0 0-15,0 0 1 16,0 0-1-16,0 0 3 0,0 0 0 16,0-4 0-16,0-1 1 15,0 0-2-15,0 2 2 16,-2-1-3-16,-1 2 3 15,0 1 1-15,2 1-3 16,-1 0-1-16,0 0 0 16,2 4 0-16,-2 2 1 0,2 1 0 15,0-1-1-15,0-1 0 16,0 0 1-16,2-2-4 16,2-2 4-16,3-1-1 15,-1 0 1-15,2 0 1 0,0 0 0 16,-1-4 2-16,-1-3-3 15,-2-2 1-15,2 2-1 16,-4-1 1-16,-2 0-1 16,0 4 1-16,0 0 0 15,0 2 0-15,0 2-4 0,0 0 3 16,-4 0-1-16,-3 1 0 16,4 5 2-16,-1 2-1 15,2 0 0-15,2 0 0 16,0 1 0-16,0-3-18 15,2-5-54-15,5-1-87 16</inkml:trace>
  <inkml:trace contextRef="#ctx0" brushRef="#br0" timeOffset="143263.28">8804 13405 23 0,'-4'0'14'0,"0"-2"19"0,3-3-8 16,-3 1 1-16,1 0 0 15,1-2 4-15,-1 2-1 16,1 2-11-16,1 1-8 15,0 1-4-15,-1 0-1 16,0 1-7-16,0 12 2 16,-3 4 0-16,1 5 0 0,0 6 0 15,-2-1 0-15,2 3 0 16,0-2 1-16,-3 2-2 16,-2-3-11-16,0-6-13 15,-2-4-41-15,1-7-41 16</inkml:trace>
  <inkml:trace contextRef="#ctx0" brushRef="#br0" timeOffset="143859.5">8706 13371 111 0,'0'0'2'0,"0"0"2"0,0 0 5 15,33-37-1-15,-20 30-1 16,2-2 0-16,2 0-2 16,3 0-1-16,1 5 1 15,0-1 0-15,2 3-1 0,-3 2-3 16,-3 0 0-16,2 3-1 15,-4 5 0-15,-3 6 0 16,-2-1-1-16,-1 1 1 16,-5 2 0-16,0 0-1 15,-4 1-3-15,0-2-4 16,-4 2 1-16,-6 0 5 0,-3-1-1 16,-6-2-3-16,0 0 2 15,-4-1 2-15,-3-1 1 16,3-4 2-16,1-2-2 15,2-2 3-15,3-1 4 0,7-2 5 16,3-1-1-16,1 0-2 16,2 0 0-16,4 0 8 15,0 0-8-15,0-1 3 16,0-2-8-16,6 0-2 16,0 0-1-16,1 1 0 0,-3 0 0 15,-1 2 0-15,-1-1-1 16,0 1 1-16,-2 0-2 15,0 0 1-15,0 0 1 16,0 0 0-16,0 0-2 16,0 0-5-16,0 0 1 15,0 0-1-15,0 0 0 0,0 0-6 16,0 0-20-16,0 0-19 16</inkml:trace>
  <inkml:trace contextRef="#ctx0" brushRef="#br0" timeOffset="144500.73">8918 13333 77 0,'0'0'13'0,"0"0"-12"0,0 0 2 0,-10 50 10 16,9-29-4-16,1 4 4 16,0 3-6-16,0-2-4 15,4 0-1-15,3 0-1 16,-4-4-1-16,1-2 2 0,-2-4-8 16,-2-2-10-16,0-5-18 15</inkml:trace>
  <inkml:trace contextRef="#ctx0" brushRef="#br0" timeOffset="144942.13">8869 13377 76 0,'0'0'32'16,"0"-45"-19"-16,4 27 18 0,2 1 5 15,6 3-10-15,-1 6-9 16,3 2-8-16,1 3-7 15,1 2-1-15,2 1 0 16,0 0-1-16,-1 8 1 16,-1 4-2-16,-1 3 1 15,-3 3 0-15,-3 1-4 16,-6 4-15-16,-1 0-4 0,-2-1 2 16,0 0 9-16,-7-3 0 15,-1-3 9-15,3-2 3 16,-2-6 1-16,4-1-1 15,3-5 1-15,0 0-2 0,0-2 1 16,4 0 11-16,6 0 2 16,1 0 0-16,2 1-3 15,1 3-5-15,-1 4 0 16,1 0-4-16,-5 4 0 16,-1 0-2-16,-5 1 1 0,-3-2-3 15,0-1-2-15,-5 0 5 16,-8-1 1-16,-3-2 0 15,3 0 1-15,-3-3-1 16,3-4-2-16,4 0-27 16,5 0-40-16</inkml:trace>
  <inkml:trace contextRef="#ctx0" brushRef="#br0" timeOffset="145304.76">9206 13496 149 0,'0'0'-1'0,"0"0"2"0,40 2 1 0,-24-2-1 15,-3 0-1-15,1 0 0 16,-1-7 2-16,-1-1 6 0,-3-1 13 16,-1-3-2-16,-1-2-9 15,0 1-4-15,-6 2-2 16,-1 1-2-16,0-1 1 15,0 6-2-15,-8 2 5 16,-1 3-4-16,-6 0-3 16,-1 0 2-16,1 9-1 0,-3 5 1 15,5 0 0-15,1 5-1 16,5-1 1-16,5-2-1 16,2 1 0-16,0-3 1 15,4-1 0-15,9-2-1 16,2-3 1-16,7-1-1 0,0-3 0 15,4-4-6-15,2 0-50 16,1-4-55-16</inkml:trace>
  <inkml:trace contextRef="#ctx0" brushRef="#br0" timeOffset="145583.39">9683 13380 179 0,'0'0'5'15,"0"0"23"-15,0 0-12 16,0 0-9-16,-37-12-8 0,20 12-2 16,-5 9 3-16,3 1 1 15,2 3 1-15,-3 2 0 16,6 2 0-16,0 1 1 16,4 0 1-16,5-1 2 15,3 0-2-15,2-3-2 0,0-1 0 16,5-2 1-16,7-1-3 15,3-3 2-15,4-2 1 16,3-3 0-16,5-2-3 16,0 0-19-16,0-4-32 15,0-6-46-15</inkml:trace>
  <inkml:trace contextRef="#ctx0" brushRef="#br0" timeOffset="146663.58">9882 13424 130 0,'0'0'75'16,"0"0"-56"-16,0 0 10 0,0 0-18 16,0 0-11-16,-43-19-2 15,25 19 2-15,-4 9 2 16,2 2-2-16,-2 5 0 16,5 1 0-16,2 1 0 0,4 1 0 15,2-2 1-15,6 0-1 16,3-3 1-16,0-2-2 15,7-3 0-15,7-4-8 16,1-5 5-16,4 0 1 16,5-1-5-16,-4-11 3 0,4-2-2 15,-1-3 0-15,-3 0 1 16,-4-3 5-16,0 1 0 16,-5 2 2-16,-1 2 1 15,-6 3 1-15,0 5 0 16,-4 1 1-16,0 4 12 0,0 2-2 15,-3 0-8-15,-4 8-4 16,0 3-2-16,3 4 0 16,-2 0 1-16,2 1-1 15,4-2 0-15,0-1 1 16,0-3-1-16,6 1 1 0,5-4-3 16,-1-2-6-16,7-3-4 15,1-2-1-15,-1 0-4 16,4-5 7-16,-1-8 3 15,2-1 1-15,-2-3 5 16,-4 0 1-16,2-2 2 16,-8 4 6-16,0 1 3 0,-6 5 0 15,-2 0 8-15,1 5 5 16,-3 3-7-16,0 1-10 16,0 0-3-16,-4 1-5 15,1 9 0-15,1 2 1 16,-1 0 1-16,3 3-1 0,0-1 0 15,0-2-1-15,4 0-5 16,6-4-4-16,-2-2-7 16,2 0 3-16,4-6-6 15,-2 0 1-15,2 0 4 16,-1-8 11-16,3-3 3 0,-1-3 6 16,1-3 8-16,2 0 2 15,-2 1-2-15,0 2-1 16,0 1-1-16,0 3-2 15,1 6-4-15,-2 3 0 16,1 1-3-16,-3 0-2 0,1 5 0 16,-3 7-1-16,-4 2 0 15,0 1-2-15,-1 2-7 16,-6-1-2-16,0-2 4 16,0-1 5-16,0-4 1 15,-2-2 0-15,-4-3 2 0,-2-4 0 16,1 0 2-16,1 0 3 15,2-7 4-15,-1-3 0 16,4-3 1-16,1 0-9 16,0-1 4-16,6 1-4 15,4 1 1-15,4 1-1 16,2 2-1-16,4-1 0 0,-2 3 1 16,4 0-1-16,-3 1 0 15,4 0 0-15,-2-1 0 16,2 2 0-16,-2-2 0 15,-2-1 0-15,1 1 0 0,-5 0-1 16,-5 1 1-16,-4 1 0 16,-2 2 0-16,-4 2 2 15,0 1 0-15,-6 0 3 16,-4 4-5-16,0 7 1 16,1 2 0-16,1 3-1 15,6 2 1-15,2 0 0 0,6 1-1 16,13-4-18-16,2 0-29 15,7-8-47-15</inkml:trace>
  <inkml:trace contextRef="#ctx0" brushRef="#br0" timeOffset="146911.82">11448 13168 255 0,'2'-2'-2'0,"-1"2"3"0,-1 0-4 0,0 2-3 15,0 9 11-15,-1 4 1 16,-1 2-3-16,-2 2 2 0,0 3-3 16,3 1-1-16,1-2 0 15,0-1 0-15,0-2-1 16,0 0-12-16,-4-2-34 15,-1-4-39-15</inkml:trace>
  <inkml:trace contextRef="#ctx0" brushRef="#br0" timeOffset="147134.11">11287 13418 187 0,'0'0'11'0,"0"0"5"16,0 0-19-16,0 0 14 15,0 0 6-15,0 0-2 0,45-4-2 16,-25-2-2-16,2 1-5 16,2 0-1-16,1 2-4 15,1-2 0-15,0 1-1 16,-4 1 0-16,-2-2-14 0,-4 2-20 16,-3-2-11-16,-4-1-23 15,-5-4-22-15</inkml:trace>
  <inkml:trace contextRef="#ctx0" brushRef="#br0" timeOffset="147295.98">11319 13239 255 0,'0'0'2'0,"0"0"-5"15,0 0 6-15,42-31-2 16,-11 21-7-16,7 2-7 0,7 0 0 15,2-1-31-15,4 0-13 16</inkml:trace>
  <inkml:trace contextRef="#ctx0" brushRef="#br0" timeOffset="147588.87">12159 13148 242 0,'0'0'-1'0,"0"0"3"16,0 0 0-16,0 0 2 15,0 0-3-15,0 0-7 16,0 0 5-16,9 48 10 16,-9-22-7-16,0 4-1 0,0 1 1 15,0 4-1-15,0-3 0 16,0-2-1-16,-2 1 0 15,-1-7-1-15,-3-2-6 16,1-7-7-16,-2-5 8 16,1-7-9-16,1-3-10 15,-3 0-30-15,1-9-71 0</inkml:trace>
  <inkml:trace contextRef="#ctx0" brushRef="#br0" timeOffset="147844.39">12083 13235 134 0,'0'0'2'0,"22"-55"16"0,-6 33 2 16,0 5-16-16,8 4-3 16,1 3 0-16,-1 3 6 15,1 3 7-15,-1 4 2 16,-5 0-8-16,-2 1-5 16,-5 9 0-16,-3 2-3 0,-5 1 0 15,-2 1 0-15,-2 2-2 16,-5 0 4-16,-7-1 4 15,-4 2-5-15,0-5 0 16,-2 1 2-16,2-3-2 16,1-1 0-16,6-2 0 15,3-3-3-15,3-2-57 0,3-2-55 16</inkml:trace>
  <inkml:trace contextRef="#ctx0" brushRef="#br0" timeOffset="148165.29">12467 13155 195 0,'0'0'14'16,"0"0"25"-16,0 0-31 15,0 0 0-15,0 0-8 16,-42 40 0-16,28-21 1 0,2 0 0 16,7-2 0-16,5-5-1 15,0 1 2-15,4-6-3 16,7-4 2-16,2-2 2 15,3-1 1-15,1 0-2 16,2-6 1-16,-1-6 7 16,-3-4 1-16,1-3-2 0,-3-2 2 15,-4-2-3-15,-4 0-4 16,-2 3 1-16,-3 2-5 16,0 4-3-16,-10 4-7 15,-3 7 0-15,-4 3-9 16,2 0-11-16,0 5-14 0,6 3-25 15,2-2-22-15</inkml:trace>
  <inkml:trace contextRef="#ctx0" brushRef="#br0" timeOffset="148948.51">12626 13128 225 0,'0'0'2'15,"0"0"16"-15,45-10 5 16,-32 10-10-16,-2 0-5 15,1 2-6-15,-3 8-1 16,-1 1-1-16,-4 6 0 0,0 0-3 16,-3 0-1-16,0 0-2 15,-1-4-2-15,0-2 2 16,0-5-2-16,0 0 5 16,0-6 3-16,0 0 4 15,0-2 7-15,-1-9 0 0,1-3-6 16,0-4-2-16,3-2 1 15,5-3-3-15,3-1-1 16,4 2-5-16,-1 1-6 16,4 6 5-16,0 2 2 15,1 4-1-15,1 6-1 0,1 3-5 16,4 0-7-16,0 0-10 16,2 3-6-16,0 4 9 15,2-1 11-15,-2-2 9 16,-4-1 6-16,1-1 0 15,-6-2 9-15,-5 0 17 16,-3 0 4-16,-2 0-18 0,-8 0-8 16,0 0 4-16,0 0 21 15,-8 0-13-15,-4 0-18 16,-2 4 1-16,-2 2 1 16,1 3 1-16,-1 1-1 15,3 4-1-15,5-2 1 0,5-1-1 16,3 1 0-16,0-3 0 15,13 0-15-15,2-5 10 16,8-1 3-16,4-3-4 16,2 0-7-16,5-1 2 15,-1-8 7-15,2-1 4 0,1 2 0 16,-5-2 2-16,-3 0 8 16,-6 3 0-16,-7 2-1 15,-5 1 0-15,-6 2 2 16,-4 2-1-16,0 0-5 15,-12 2 1-15,-1 7-7 0,-5 1 1 16,3 2 0-16,1-2 1 16,6 3-1-16,7-6-2 15,1-2-17-15,6-3-1 16,13-2 23-16,0 0 0 0,4-7 1 16,4-7 10-1,0-1 3-15,0-4 0 0,-4-2 2 16,-2-2-1-16,-1-1-6 15,-5 1-6-15,-6-1 0 16,-8 4-6-16,-1 2-12 16,-22 3-31-16,-20 6-57 0</inkml:trace>
  <inkml:trace contextRef="#ctx0" brushRef="#br0" timeOffset="149710.46">7283 14439 270 0,'-6'0'-6'0,"2"0"10"0,-2 0 0 0,5 0-1 15,-1 2-4-15,-2 5 1 16,0 4-2-16,1 2 2 0,1 3 0 16,-1 3 2-16,1 0-2 15,0 0 0-15,2 2 0 16,0-4-2-16,0-2-8 16,7-3-8-16,2-4-5 15,-1-2-8-15,3-3 6 0,-1-2 19 16,1 2 6-16,3 2 3 15,-3 0 7-15,3 4 2 16,3 2 0-16,-2 0-5 16,3 3-2-16,-2-4-3 15,0-1 0-15,0-2 1 16,-3-4 7-16,-3-3 7 0,0 0 2 16,-4 0-1-16,1-9 1 15,-3-3 2-15,1-3-6 16,0-3-8-16,-3-4-2 15,0-1-4-15,-1-2 0 16,-1 0-4-16,1-1-16 0,0 5-14 16,1 2-11-16,0 5-39 15,2 4-6-15</inkml:trace>
  <inkml:trace contextRef="#ctx0" brushRef="#br0" timeOffset="150075.02">7870 14483 256 0,'0'0'-5'0,"0"0"6"0,0 0 0 0,0 0-2 0,0 0-11 16,-47 6 13-16,24 5-2 15,-1 3 3-15,2-1 0 16,3 3 2-16,4-2-1 15,7-1-3-15,3-2 0 16,5-2 0-16,2-3-9 0,11-4-28 16,5-2 21-16,2 0 10 15,3-7 5-15,0-1-1 16,0-2 15-16,-2 1 17 16,-1 2-6-16,-3 1-6 0,2 2-9 15,-6 1-6-15,3 2-1 16,-6 1-1-16,-1 0 0 15,-1 0-1-15,-2 0 0 16,-4 0-3-16,1 0-11 16,-1-4-19-16,-2-5-32 0</inkml:trace>
  <inkml:trace contextRef="#ctx0" brushRef="#br0" timeOffset="150272.78">8008 14246 261 0,'0'0'6'0,"0"0"-3"16,0 0-3-16,0 0 0 15,0 0-2-15,0 0 2 16,36 31 0-16,-28-8 0 0,0 3 0 16,-1 1 2-16,-1 2-2 15,-2-1-31-15,-4-4-47 16,0-2-19-16</inkml:trace>
  <inkml:trace contextRef="#ctx0" brushRef="#br0" timeOffset="150892.82">8008 14426 251 0,'0'0'-3'0,"0"0"0"0,0 0 3 15,0 0 0-15,52-26 2 16,-35 21-1-16,4 1-1 16,1 0 0-16,1 1 0 15,-3-1 1-15,2-1-1 16,-2 0 1-16,0-2 2 16,-2-3 3-16,-2 1-1 0,-3-1-4 15,-2 2 1-15,-2 0-1 16,-4-1 1-16,-5 2 3 15,0 2 2-15,0 1 3 16,-8 4-9-16,-2 0-10 0,-3 0 8 16,-1 7 0-16,-1 6 0 15,3 1 1-15,1 2 1 16,0 2-1-16,8-1 0 16,1 2-1-16,2-2 1 15,0-3-1-15,0-1 1 0,8-3-4 16,2-3-4-16,1-4 6 15,3-3 1-15,-1 0 0 16,3 0-1-16,-3-9-2 16,3 2 0-16,-3-2 2 15,0-2 3-15,-1 4 0 16,-3 1 1-16,-3 2 4 0,2 4-1 16,-4 0-4-16,0 3-1 15,1 5 1-15,1 4 1 16,4 1 2-16,-3-1-2 15,1-2-1-15,3-1 0 16,3-5 2-16,-4-3 5 0,3-1 1 16,0 0 5-16,4-7-2 15,-1-4 0-15,2-6-4 16,-1 1-2-16,1-5-4 16,0-3-2-16,-2-1 0 0,-1 0-12 15,1 5-41-15,-7 3-68 16</inkml:trace>
  <inkml:trace contextRef="#ctx0" brushRef="#br0" timeOffset="151667.88">9283 14297 124 0,'0'0'9'0,"0"0"24"0,0 0-12 0,0 0-5 16,0 0-13-16,-43 16-3 15,38-3 2-15,1 4-2 16,4-1 1-16,0 0 1 16,2 0-1-16,5 0-1 0,2-2 1 15,4-3-1-15,-2-2 3 16,-1-5-3-16,0-1-5 16,2-3 10-16,2 0 4 15,-1-4-3-15,3-6-1 16,-1-2-2-16,1 0 0 15,-1-3-1-15,-1 2 1 0,-1-1-2 16,0 3 0-16,1 2 0 16,-5 2-2-16,2 3 2 15,-2 4-1-15,-1 0-1 16,-1 0 1-16,1 7-1 16,-2 5 0-16,-2 0 2 15,-2 2 0-15,0-1 1 0,1 0-1 16,-1-3-1-16,0-3 1 15,0 0 0-15,1-3-1 16,4-3 0-16,-3-1-1 16,5 0 1-16,-2-3 1 0,5-6-2 15,0-2 3-15,-1-2-1 16,-1 2 0-16,-1 2-1 16,1-1 5-16,-4 7 2 15,0 0 1-15,-1 3-5 16,3 0-2-16,-2 0 0 0,6 3 0 15,-3 4 0-15,2 0 0 16,-1-1 0-16,2 0-1 16,-5-2 2-16,1-2-2 15,0-1 4-15,-1-1 6 16,1 0 5-16,-2 0-2 0,2-7-7 16,-3 0-4-16,1-2-2 15,-2-1 1-15,-4-1-1 16,0-2-1-16,0 3-14 15,-4-1-25-15,-7 1-45 16</inkml:trace>
  <inkml:trace contextRef="#ctx0" brushRef="#br0" timeOffset="151815.14">9367 14124 258 0,'0'0'-59'0,"0"0"-23"0</inkml:trace>
  <inkml:trace contextRef="#ctx0" brushRef="#br0" timeOffset="152795.19">10391 14019 258 0,'0'0'0'16,"0"0"11"-16,0 0-2 16,0 0-8-16,0 0-1 15,0 0-1-15,0 0 2 16,-28 41 0-16,27-17 0 15,-1 3 0-15,2 3-1 0,0 0 1 16,0 1-1-16,0 0 0 16,0-6 0-16,0-3 0 15,0-6 0-15,0-5 0 16,0-4 0-16,0-3 0 16,0-4 2-16,0 0-2 0,0 0 3 15,0-9 6-15,2-3-7 16,2-5-2-16,5 0 0 15,-4-3-1-15,6 3 0 16,0 0-2-16,0 3 0 16,3 5 2-16,-1 1 1 0,1 4-1 15,-1 2 2-15,-2 2-1 16,2 0-1-16,1 8 0 16,0 6-1-16,-1 1 2 15,3 2 0-15,-5 2 2 16,2-2-1-16,-1-2-1 15,0-2 1-15,-3-3 0 0,3-1 1 16,-3 0-1-16,1-5 0 16,0 0-1-16,-2-4 0 15,3 0 0-15,1 0 2 16,-1-2-2-16,-2-4 0 0,1-3 0 16,0-2 1-16,-1 2-1 15,-2-1 0-15,-4 1 1 16,0 3-1-16,2 1 0 15,-3 4 0-15,0 1 0 16,0 0-1-16,3 5 0 16,-1 5-1-16,2 3 2 0,0-2 0 15,1 2 2-15,1-3-1 16,-2-1-1-16,4-4 0 16,-3-2 0-16,-1-3 0 15,-1 0 0-15,4 0 6 0,-4-3 6 16,3-4 2-16,-2-2-7 15,5-6-4-15,1 1 5 16,3-2-6-16,0 0-2 16,1 2 0-16,1 7 0 15,-3 3 0-15,1 4 0 0,-1 0-1 16,-3 4 0-16,-3 6-1 16,1 3 0-16,-3 3-2 15,0-1-11-15,-4-2-8 16,-2 0-9-16,0-5-22 15,-5-5-25-15,-4-3-41 16</inkml:trace>
  <inkml:trace contextRef="#ctx0" brushRef="#br0" timeOffset="152928.03">10867 14091 292 0,'0'0'-6'0,"0"0"-8"0,0 0-17 0,40-15-68 0</inkml:trace>
  <inkml:trace contextRef="#ctx0" brushRef="#br0" timeOffset="154111.45">11518 14013 54 0,'0'0'75'0,"0"0"-70"0,0 0 7 15,0 0 4-15,-7-41 5 16,7 37 9-16,0 0-1 0,0 3-1 15,0 1-12-15,0 2-14 16,0 9-6-16,2 8 5 16,3 2-1-16,3 7 3 15,-2 1-2-15,2-1 0 16,-4 1-1-16,1-4 1 16,-3-3-3-16,-2-4-7 0,0-1 5 15,0-4-3-15,0-5-5 16,0-5-4-16,0 0 22 15,0-3 1-15,0-3 5 16,0-5-4-16,2-5-6 16,4-1-3-16,4 0 1 0,1 2-1 15,1 1-4-15,1 2 3 16,-1 6 0-16,1 1 3 16,1 2-2-16,-1 0 1 15,-3 2 1-15,1 6-3 16,-3 2 2-16,-2 2 0 0,-6 1 0 15,0-2-2-15,0 2 2 16,-2-2 0-16,-12 0 0 16,-2-2 6-16,-2-2-5 15,-5-1-1-15,2-3-2 16,1 0-11-16,4-3-20 0,1 0-64 16</inkml:trace>
  <inkml:trace contextRef="#ctx0" brushRef="#br0" timeOffset="154901.92">11851 14147 160 0,'0'0'-3'0,"46"-17"6"0,-32 8 2 0,-3 3 4 15,-5 0 10-15,-3 3 22 0,-3 0 3 16,-3 1-19-16,-8 2-19 15,-2 0 4-15,-3 1-7 16,-1 8-4-16,-1 1 5 16,2 1-3-16,5 2 0 15,4-3-1-15,3 0 3 0,4-1-8 16,0-3-8-16,6-2-4 16,5-2 10-16,5-2 0 15,2 0 1-15,2-2-4 16,1-4 9-16,-4-2 1 15,1 2 0-15,-5 0 3 16,-1 2 15-16,-5 2 0 0,3 2-8 16,-3 0-4-16,2 1-3 15,0 6-1-15,-2 1-1 16,4-2 0-16,-2 0-1 16,-1 0 0-16,4-3 1 0,0 0-2 15,3-3-3-15,2 0 0 16,4 0-5-16,1-3-1 15,3-6 2-15,0-2 3 16,1-3 3-16,-3-1 1 16,-3 0 1-16,-2-2-1 0,-7 4 0 15,0 1 2-15,-8 1 1 16,-3 3 11-16,0 3-5 16,-6 3-7-16,-5 0 1 15,-2 2 0-15,-3 0-3 16,1 2 1-16,-1 5 0 15,1 2 0-15,1 2-1 0,3 1-2 16,2 1-1-16,-1 3-3 16,6 0-7-16,2 1 6 15,2 4 3-15,0-2-4 16,0 5 2-16,4-1 4 16,6 1 4-16,-3-1-33 0,1-1 33 15,1-3-2-15,0-2 1 16,0-3 2-16,-4-2 0 15,-1 0-1-15,-4 1-1 16,0 0-3-16,0-3 2 16,-11 0-2-16,-1-3 9 0,-5 0-1 15,-2-3 6-15,0-1 2 16,-6 0-2-16,-1-2-3 16,-1 2-5-16,-2-2 0 15,2 1-3-15,-2-2-3 16,2 0-17-16,-1 0-41 15</inkml:trace>
  <inkml:trace contextRef="#ctx0" brushRef="#br0" timeOffset="158395.04">7516 11451 58 0,'0'0'1'0,"0"0"4"0,0 0 0 0,0 0-2 16,0 0 8-16,0 0 1 16,0 0 6-16,-41-17-6 0,36 13-2 15,-2-1-6-15,2 1-2 16,-1 1-1-16,0-1 1 15,-1 1-2-15,-1-1 0 16,-2-2 0-16,-2 2 0 16,-5 0 1-16,1 2 2 0,-7 0-1 15,-1 0 1-15,-3 2-1 16,-2 0 0-16,-1 4-2 16,0 2 0-16,1 1 0 15,2 1 0-15,-5-2 0 16,1 0-3-16,-3 1 3 15,1-1 0-15,-2 1 0 0,1 0 0 16,0 3 0-16,-1 0 0 16,2 1 0-16,4 1-1 15,1 3 1-15,1 1 0 16,3-2 0-16,2 5 0 16,2-2-1-16,3 1 1 0,2 3 0 15,-1 1 0-15,3 0 0 16,3 2 0-16,2-1 0 15,1 1 0-15,5-2 0 16,0-4 0-16,2 1 0 16,0-4 0-16,4-2 0 0,5 1 0 15,5 0 1-15,5-1-1 16,6-1 0-16,7-3-1 16,17-1 1-16,13-7-2 15,17-1 2-15,17-1-24 16,9-16-66-16</inkml:trace>
  <inkml:trace contextRef="#ctx0" brushRef="#br0" timeOffset="160004.56">8051 11357 88 0,'0'0'3'0,"1"-4"0"0,2 0 0 16,4 1-3-16,4-4 2 15,3 1-2-15,5-2 0 0,4-1 0 16,2-1 0-16,6 2 0 16,1-2 0-16,7 0 1 15,2 0 0-15,5 0-1 16,6 0 1-16,5-1 0 16,7 0-1-16,1 2 0 0,4-4 0 15,6 1 0-15,2 0 0 16,-1 1 0-16,5-1 1 15,4-1-1-15,2 2 0 16,-1-1 0-16,6-1 0 16,-2 2 0-16,3 0 0 0,-3 1 0 15,-1-1 0-15,0 1 2 16,-1 1-2-16,-1-1 0 16,0 0 3-16,0 1-2 15,0-3-1-15,-2 4 0 16,1-2 0-16,1-2 0 0,-3 2 0 15,1-1-1-15,-1 1 0 16,1 1 1-16,-1-2 0 16,-1 1 0-16,-4 2 0 15,-2 1 0-15,-2 0 0 16,0 1 1-16,-2 0-2 16,-2 2 1-16,-1 2 0 0,-3 0 0 15,0-1 0-15,-4-1 0 16,-1 1 1-16,-5-1-1 15,3 2 0-15,-6-1 1 16,-3 2-1-16,0-1 1 0,-4 1 0 16,-2 1 1-16,-5 0 3 15,0 0-2-15,-3 0-1 16,-2 7-1-16,-4 1-1 16,-2 3-1-16,-2 1 1 15,-4 1-2-15,-1 1 0 0,0 1 1 16,-3 0 1-16,0-1 1 15,1 0-2-15,-4 1 2 16,4-1 0-16,-2-1-1 16,-2 1 1-16,-1-1-2 15,-3 0 2-15,0 0-1 16,-2 0-1-16,-3 0 1 0,-1 1 0 16,-1 0 0-16,1 1 0 15,-1 0 0-15,-1 2 0 16,-2 1 0-16,1 0 0 15,1 3 0-15,-4 0-1 0,0-2 0 16,0 2 1-16,0-1 1 16,0 0-1-16,-2 1 2 15,-5-1-1-15,-8 2 1 16,-3 1 1-16,-7 1-3 16,-6 4 0-16,-9 0 0 15,-9 2-19-15</inkml:trace>
  <inkml:trace contextRef="#ctx0" brushRef="#br0" timeOffset="160658.32">12440 11126 45 0,'0'3'3'0,"0"-2"9"0,0 2 1 16,0-3-3-16,0 1-2 15,0 1 4-15,-2-2 7 16,2 0-3-16,0 0 3 16,0 0 0-16,3-3-15 0,7-4-4 15,4 0-1-15,3-5 1 16,8-3-1-16,5-2 2 16,7-7 4-16,4-2-3 15,3-2 0-15,2-4-2 16,4-2 0-16,-4-1-12 0,0-1-57 15</inkml:trace>
  <inkml:trace contextRef="#ctx0" brushRef="#br0" timeOffset="161676.8">12508 11112 47 0,'0'0'3'0,"0"0"-1"0,0 0-1 16,0 0 2-16,0 0 0 16,0 0 9-16,0 0 3 15,0 0-7-15,0 0-3 16,0 0-2-16,0 0-2 15,0 0-1-15,0 0 1 0,26-2-1 16,-9-5 0-16,2-3 0 16,6-1 0-16,1-5-1 15,2-4 1-15,3-3 0 16,0-6 6-16,0-4 7 16,-1-2 7-16,0-2-3 0,2-2 6 15,-1 1-2-15,0 1-11 16,3 6-8-16,-5 2-1 15,0 5-19-15,-4 6-41 16,-5 2-34-16</inkml:trace>
  <inkml:trace contextRef="#ctx0" brushRef="#br0" timeOffset="162539.79">12903 11161 62 0,'0'0'1'0,"0"0"6"0,0 0 2 0,21-45 3 16,-10 32-3-16,-1-2-3 15,6-1 0-15,1-1 2 16,4-2-1-16,0-2 3 16,6 0-2-16,2 1-4 15,4 0-1-15,-2 1-1 0,5 4-2 16,-2 3 0-16,-3 4 0 15,2 4 0-15,-4 2 0 16,-2 2-1-16,-2 0 1 16,-6 0 0-16,1 3-1 15,-1 1 2-15,-2 1-2 0,-3-1 1 16,-1 0 0-16,-4-1 0 16,-3-2 1-16,-2 0-1 15,0 1 0-15,-4-2 0 16,0 0 8-16,0 0 23 15,0 0-4-15,0 0-22 0,0 0-4 16,0 0 1-16,0 0-2 16,0 0 2-16,0 0-2 15,0 0 0-15,0 0-1 16,0 0-17-16,0 0 10 16,0 0 6-16,0 2-5 0,0 1-4 15,2-1-10-15,-2 3 1 16,2-2 2-16,-2-1-4 15,0 1-18-15</inkml:trace>
  <inkml:trace contextRef="#ctx0" brushRef="#br0" timeOffset="163927.71">5936 13191 62 0,'-1'0'28'0,"1"0"-11"0,0 0-9 0,0 0-7 15,0 0-3-15,0 0-23 16,0 0-19-16</inkml:trace>
  <inkml:trace contextRef="#ctx0" brushRef="#br0" timeOffset="164368.46">5731 12887 82 0,'0'0'9'0,"0"0"25"0,0 0-6 16,0 0-3-16,0 0-5 15,0 0-9-15,0 0-11 16,0 0-4-16,0 0 4 16,-7-8 0-16,18 19-1 15,3 0 1-15,1 2-8 16,1 0-18-16,-1 0-11 0,1-3-5 16,-4-5-49-16</inkml:trace>
  <inkml:trace contextRef="#ctx0" brushRef="#br0" timeOffset="164532.82">5818 12901 160 0,'0'0'13'0,"0"0"3"16,0 0-3-16,-44-15-10 16,32 17-5-16,-1 11 1 15,-1 7 1-15,1 4-3 0,-1 2-18 16,3-1-23-16,2-3-51 15</inkml:trace>
  <inkml:trace contextRef="#ctx0" brushRef="#br0" timeOffset="165471.89">10500 10647 83 0,'0'0'6'0,"0"0"25"0,0 0-3 15,0 0-4-15,0 0-7 0,0 0-13 16,0 0-10-16,0 0 3 15,0 0 2-15,0 0 3 16,1 38-1-16,15-19 0 16,1-2-6-16,-1 3-20 15,-1-4 0-15,-1-2-22 16,-3-4-38-16</inkml:trace>
  <inkml:trace contextRef="#ctx0" brushRef="#br0" timeOffset="165657.13">10619 10643 191 0,'0'0'8'16,"0"0"-2"-16,0 0-3 16,-42 23-3-16,19-2-3 15,-3 10 3-15,-2 6 0 0,-5 4-4 16,-5 3-57-16,-3 0-79 15</inkml:trace>
  <inkml:trace contextRef="#ctx0" brushRef="#br0" timeOffset="168890.67">5724 12506 60 0,'0'0'23'0,"0"0"-12"0,0 0-3 15,0 0 4-15,0 0-7 16,0 0-12-16,0 0 14 0,0 0-1 15,-11 37-2-15,6-14-3 16,-3 8 4-16,3 9-1 16,-3 10-1-16,3 7 0 15,-3 4-2-15,6 1 0 16,2-1-1-16,0-4 2 16,8-7-2-16,3-8-4 0,6-7-14 15,1-10-17-15,1-12-31 16</inkml:trace>
  <inkml:trace contextRef="#ctx0" brushRef="#br0" timeOffset="170051.78">5810 12441 95 0,'0'0'0'0,"0"0"7"0,0 0 6 0,0 0 0 16,-3-37-6-16,3 30-1 0,0 1-2 15,2 0-2-15,3 1 0 16,3 1-2-16,1 0 1 16,5-1-1-16,3 4-1 15,4-1 1-15,2 0 0 0,5 1 0 16,2 1 0-16,5-1-1 15,3 1 1-15,5-3-1 16,3 1 1-16,8-3-1 16,5 1 1-16,3-3-1 15,7-2 1-15,2-1 0 16,4 0 0-16,0-2 0 0,4 0 0 16,-3 2 1-16,5 0-1 15,0-1 0-15,0 3 0 16,0 0 0-16,1 1 0 15,5-1 0-15,-2-1 0 16,3 3 0-16,1-2 1 0,5 1-1 16,2 1 0-16,0 0 0 15,2-1 0-15,1-1-1 16,0 2 1-16,-1 1 0 16,0-1 0-16,0 0 0 0,-2 3 0 15,2-1 0-15,2-1 1 16,2 0-1-16,0 0 1 15,-2-1 2-15,6 0 1 16,-1 0 1-16,0 1 0 16,2-1-4-16,-1 0-1 15,1 1 1-15,-1-4 0 0,2 1-1 16,0-2 0-16,3-1 2 16,-1 2-2-16,1-4 0 15,-1 2 1-15,0-2-1 16,1 0 0-16,1 0 1 15,2 0-2-15,0 1 1 0,3-2 1 16,-1 1-1-16,1 0-1 16,-2 0 1-16,-1 2 0 15,-1-1 1-15,-2 1-1 16,-2-1-1-16,-4 3 2 16,-2-1-1-16,0 1-1 0,-5 3-5 15,0-1-1-15,-4 3 1 16,-4 0-1-16,-3 3-1 15,-2-1 5-15,-5 2-2 16,-1 0 2-16,0 0 2 16,-5 0 0-16,0 0 1 15,-6 3 1-15,-1 3-1 0,-3-1 1 16,-3 1 0-16,-5 3 0 16,-1-1 0-16,-6 5-1 15,-3-2 0-15,-4 2 0 16,-6 3-3-16,-1-2-4 0,-6 3 2 15,-2 3 3-15,-4 0 1 16,-4 5 1-16,-3 2 0 16,-4 3 1-16,-3 4 0 15,-7 3 0-15,-2 3-1 16,-5 1 0-16,-10 3 0 0,-6-3 0 16,-8 2 0-16,-7-1 0 15,-7-2 6-15,-5 0-1 16,-15-2-2-16,-8 0-2 15,-18-2-1-15,-16 0-9 16,-20-5-45-16</inkml:trace>
  <inkml:trace contextRef="#ctx0" brushRef="#br0" timeOffset="177838.15">23993 12969 91 0,'0'0'8'0,"0"0"5"0,0 0 13 0,0 0-4 15,-8-36-8-15,8 28-5 16,0 0 0-16,6-1 1 16,-1 1 1-16,-1 1-1 15,3-2-4-15,-2 4-4 16,-1 0-1-16,2 4-2 0,1-1-2 16,1 2 3-16,0 0 0 15,3 0 0-15,3 0-1 16,0 6 2-16,5-1-1 15,1 1 0-15,2 2-1 16,1 0 1-16,2 2 1 16,-3 0-2-16,-2 1 1 0,-7 2-1 15,0 0-1-15,-6 1-5 16,-4 0 4-16,-1 2 2 16,0 1 1-16,1 1 1 15,3 0-1-15,-2 3 0 16,0 0 1-16,1 3-2 0,-5 0 1 15,0 2 1-15,0-2-2 16,0 0 1-16,-5 0 0 16,-1-4 1-16,2-1-1 15,-1-1 0-15,2-2 0 16,1-1 1-16,0 1-2 0,2-4 2 16,0 3-1-16,0-2 0 15,0 0 0-15,2 0 1 16,8-2-1-16,-2 1 1 15,4-3-1-15,3-2 0 0,0 0 0 16,6-4-1-16,-5 1-1 16,3-2 6-16,1-1-2 15,-3-1 0-15,-1 0-1 16,-5 0 0-16,-1 0 0 16,-3 0 0-16,-4 0-1 15,-1 0-1-15,0 0-2 0,-2 0 2 16,0 3 1-16,-4 0 0 15,-2 1 0-15,-3 3 0 16,-1 0 0-16,1 3 0 16,-3 0-1-16,1 2 1 15,3-1 0-15,-3 2 0 0,3-1 0 16,1 0 0-16,4-1 0 16,-4 2 1-16,5-2-1 15,1 3 0-15,1-1 1 16,0 3-1-16,0 1 1 15,3 1-1-15,4 0 0 0,-5 1 0 16,1 1 0-16,0 2 0 16,1 0 1-16,0 1-1 15,-2 0 0-15,2 0 1 16,1 2-1-16,-2-1 0 16,-1 0 1-16,-1-1-1 0,0-1 1 15,-1-1 2-15,0 0 1 16,0-1 1-16,-2-3-1 15,-1 1 1-15,-4 2-2 16,0 0-2-16,-5 0-1 16,-3 4 1-16,-8 4-1 15,-10 0-13-15,-13-1-63 16</inkml:trace>
  <inkml:trace contextRef="#ctx0" brushRef="#br0" timeOffset="178878.11">21959 15665 60 0,'0'0'7'0,"0"0"2"0,0 0-8 15,0 0-1-15,0 0 1 0,0 0 8 16,0 0 3-16,1 0-8 16,-1 0 10-16,0 0 13 15,0 0-3-15,0 0-8 16,0 0-11-16,0 0-5 15,0 0-2-15,0 0-1 0,0 0 3 16,0 0 4-16,0 0-1 16,0 0 4-16,2 0 4 15,7 0 11-15,1-3-6 16,11-7 3-16,11-4-14 16,14-9-4-16,10-14-2 15,7-14-146-15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37:20.553"/>
    </inkml:context>
    <inkml:brush xml:id="br0">
      <inkml:brushProperty name="width" value="0.05292" units="cm"/>
      <inkml:brushProperty name="height" value="0.05292" units="cm"/>
      <inkml:brushProperty name="color" value="#FF0000"/>
    </inkml:brush>
  </inkml:definitions>
  <inkml:trace contextRef="#ctx0" brushRef="#br0">3418 8247 28 0,'-15'-5'5'0,"0"-3"0"0,2 1 5 0,0 1-2 16,4-1-5-16,-2 0 0 15,2 3-2-15,4-3 0 16,-1 1-1-16,3-1 2 16,-1 1-2-16,4-1 3 0,-2-1 1 15,2-1 1-15,0 2-2 16,0-1 3-16,0 1-3 15,0 0 2-15,4-2 3 16,-1 3-1-16,5 1 0 16,-4 0-3-16,4 1-2 0,0 1 0 15,1 1-2-15,0 1 1 16,3 1 0-16,1 0-1 16,3 0 1-16,1 0-1 15,6 0-1-15,1 0 0 16,3 0 1-16,1-3 0 0,5-1-1 15,2 3 2-15,1-3 0 16,2 2-1-16,-1 1 2 16,4-1-1-16,-1 2 1 15,2 0-2-15,4 0 0 16,0 0 1-16,4 0-2 0,1-1 1 16,0-1 1-16,5-2-2 15,-2 0-1-15,2 1 0 16,0-4 4-16,-1 3-2 15,2-3 4-15,-1 0-3 16,0 1 2-16,2-1-2 0,-2 1 0 16,-1 2 0-16,1 0 0 15,2 1 1-15,-2 1-1 16,0-1-1-16,-1 2 0 16,-3 1 1-16,4 0 0 15,-4 0-1-15,-2 0 0 16,3 0 0-16,0 0 0 15,5 0 0-15,-1 0-1 0,6 0 2 16,3 0-1-16,1 0 1 16,0 0-1-16,0 0 0 15,-1 0 1-15,-3-3-1 16,-1 2 0-16,-1-2-1 0,-1-1 2 16,-2 2-1-16,3-1 0 15,-1-1 0-15,-1 1 1 16,3 0-1-16,-2 1 1 15,1-1-1-15,-3 1 0 0,2-1 0 16,1 2 0-16,-1 0 0 16,3 1 0-16,3 0 0 15,1 0 0-15,2 0 0 16,4 0 0-16,-2 0 1 16,0 0-2-16,1 0 2 0,-5 0-1 15,2 1 0-15,-4 2 0 16,2 0 0-16,-1 0 0 15,1-1 0-15,0 1 0 16,1 0 1-16,-1-1-1 16,-2 0 0-16,3 0 0 15,-4-1 0-15,1 3 0 0,2-2 0 16,0 1 1-16,2 0-2 16,3-1 2-16,0 1-1 15,3-1 0-15,2-1 0 16,3-1 0-16,-2 0 0 15,-2 0 0-15,0 0 1 0,-1 0-2 16,4 0 1-16,-3 0 0 16,2 0-1-16,1 0-3 15,1 0 5-15,1 0-1 16,-4-3 0-16,4 2 1 0,0-2-2 16,-1-1 0-16,5 0 0 15,-2 1 2-15,2-2-3 16,4 1 0-16,0-1 1 15,-3 2 5-15,1-2-2 16,0 1-1-16,0 0 3 16,2 0-1-16,-4-1-2 0,1 1 1 15,3-3-1-15,-5 4-1 16,-1-2 0-16,0 1 3 16,0 0-3-16,-1-1 0 15,1 1 0-15,0 0 0 16,-1 0 0-16,1 1 0 0,0 1 1 15,-5-1 0-15,1 0 4 16,-1-3 0-16,2 2 1 16,-3 0-3-16,2 1-1 15,2-1 0-15,-3 1-1 16,0 0 0-16,-2 0 0 0,-3 2-1 16,2-1 2-16,-4 1-2 15,-2 1 1-15,3 0-1 16,-3 0 0-16,3 0 0 15,2 0 2-15,-3 0-2 16,2 0 0-16,-2 0 0 16,2 0 1-16,-4 3-1 15,3-2 0-15,-3 2 0 0,0 0-1 16,0-2 1-16,2 2 0 16,-1-3 1-16,0 2-1 15,0-1 0-15,-3-1 1 16,1 0 0-16,0 0 0 0,-1 0 0 15,-1 0 0-15,2 0-1 16,-2 0 0-16,2 0 1 16,0-3-1-16,1 2 0 15,2-1 0-15,0-2 1 16,0 0-1-16,2-1 0 0,4 1 0 16,-2 1 0-16,2-1 0 15,1 3 0-15,-1-1 0 16,3-1 0-16,-6 2 0 15,4-1 2-15,-2 1-1 0,3-2 0 16,0 2 1-16,2-2 1 16,2 3-1-16,-1-3 2 15,1 3-3-15,-2-1 0 16,-1 1-1-16,0 0 1 16,-1 0-1-16,2 0 0 15,1 0 1-15,0 0-1 16,1 0 1-16,0 0 0 0,0 1-1 15,1 2 0-15,0-3 1 16,3 3 0-16,0-2-2 16,0-1 2-16,2 0-1 15,-1 0 0-15,0 0 0 16,-2 0-1-16,-4 3 2 0,1-3-1 16,-3 0 0-16,0 1 0 15,-1 1 2-15,-1-2-2 16,-3 1 0-16,0 0 0 15,-3 1 0-15,-3-2 0 16,-2 2 0-16,2-1 0 0,1 1 0 16,-1 0 0-16,0 1-2 15,0-1 1-15,-1 2 1 16,-3-3 0-16,-3 2 0 16,-2-2-1-16,-5 1 0 15,-1-2 1-15,-2 1 0 0,-1 2 1 16,-1-3-1-16,-2 2 0 15,-1-1 0-15,1 2 0 16,-4-3 1-16,0 0-2 16,-2 0 2-16,-2 0-1 0,-1 0 0 15,0 0 0-15,-1 0 0 16,-2-3 1-16,5 1-1 16,-1 1 2-16,0 1-2 15,0 0 1-15,1 0 1 16,0 0-2-16,-1 0 0 0,2 0 0 15,0 0 1-15,4 3 0 16,1 0 0-16,3 0-1 16,0 1 2-16,4 0-2 15,-2 2 1-15,-1-2-1 16,1-1 1-16,1 1-2 16,-1-1 2-16,-1 0-1 0,2-3 0 15,0 3 0-15,1-2 1 16,1-1 0-16,1 2 1 15,1-2 0-15,0 0 0 16,1 0-1-16,-1 0-1 16,-1 0 1-16,0 0 0 0,-1-2-1 15,-1-5 1-15,-2 0-1 16,0-4 0-16,0-2 1 16,-2-1 0-16,-1-2 0 15,-2-1 1-15,0 0-1 16,-4-2 2-16,0 1-1 0,-5-5-1 15,-2 1 1-15,-5-3 0 16,-2-1 1-16,-6-3 1 16,-3-1 0-16,-6-4-2 15,-3-1 1-15,-1-2 0 16,-9 0-3-16,-1 0 0 0,0 2 0 16,-8 3 3-16,-1 1-2 15,-6 1 1-15,-3 3 1 16,-1 2-5-16,-4 2-1 15,-4 0 4-15,-4 3 3 16,-6 2-3-16,-5 1-2 0,-5 1 1 16,-5 2 1-16,-4 0-1 15,-4 2-1-15,-4 0 1 16,-3 0 0-16,-4 1 0 16,-6 1 0-16,1 0 0 15,-7 1 0-15,-5 0 0 0,-1 1 0 16,-2 1 0-1,-1 0-2-15,-2 1-1 0,-1 1 0 16,-3-1-2-16,-1 2 1 16,-2-1 1-16,-2 1 2 15,-2-1 1-15,-2 1-1 16,0 1 2-16,-5 0-2 0,-4 0 1 16,0 0 1-16,-4-2-1 15,-4 3 0-15,-3-1 0 16,-5 0 0-16,2 1 0 15,-4 0 1-15,-4 2-1 16,1-1 0-16,-4 1 0 0,0 0 0 16,0 0 0-16,-2 0 0 15,3 0 0-15,-4 0 0 16,5 0 0-16,0 0 0 16,3 0 0-16,-1 0 0 15,2 0-1-15,0 1 0 0,-2 0 2 16,1-1-1-16,-5 2 0 15,-1-1 1-15,-2 2-1 16,-4 0 0-16,-1 1 0 16,-1 0 0-16,2-1 0 0,-2 4 0 15,3-2 0-15,1 2 1 16,1 0-2-16,1-1 2 16,0-1-1-16,-1 2 0 15,4-1-1-15,0 0 1 16,-1-2 1-16,0 0-1 15,1-1-1-15,1-1 2 0,-3 0-1 16,2-2 0-16,-2 0 0 16,-3 0 0-16,1 0 0 15,2 0 0-15,-4 0 0 16,3 0 0-16,-4 0 0 16,2 0 0-16,0 0 1 0,-4 0-1 15,-2 0-1-15,-2 0 2 16,-2 0-2-16,0 0 1 15,-3 0 1-15,-2 0-1 16,-2 0 0-16,0 0-1 16,0 3 2-16,-1-1-1 0,-1 0-1 15,4 1 1-15,0-1 0 16,2-1 0-16,3 0 0 16,2-1-1-16,0 0 1 15,4 0 0-15,0 0 1 16,1-4-1-16,1 1-1 0,5-1 1 15,0 1 0-15,0-1 0 16,5-2 1-16,1 2-2 16,2-2 1-16,4-1 0 15,-2 2 0-15,4-1 0 16,2-1 0-16,-3 1 0 0,5 0-2 16,-2 0 2-16,2 1 1 15,-3 1-1-15,2 1 0 16,1-3 1-16,0 3-2 15,2 1 1-15,0 0 1 16,3 0-1-16,2 2 0 0,-2 0 0 16,3 0 0-16,-2 0 0 15,1 5 0-15,1 2 0 16,2 0 0-16,2 0 0 16,1 2 0-16,3-1-1 15,2 1 1-15,2 1 1 16,3 1-1-16,-2 1 0 15,4 0 0-15,-2 1 0 0,0-1 0 16,-2 2-1-16,5-2 2 16,-2 3-1-16,1-1-1 15,0 1 2-15,4 1-2 16,0 0 2-16,0 4-1 0,4 1-1 16,4 2 1-16,-1 1 1 15,2 1-1-15,2 1-1 16,9 1 1-16,-1 0 0 15,4 1 0-15,6 4 0 16,7 2-2-16,6 4 3 0,8 0-2 16,9 1-1-16,13 0-1 15,10-3 1-15,10 1-3 16,4 1-3-16,20 1-1 16,11 3 2-16,16 2 3 15,11 0-1-15,15 2 0 0,15-4-2 16,13 1-14-16,8-6-13 15,12-3-17-15,4-9-52 16</inkml:trace>
  <inkml:trace contextRef="#ctx0" brushRef="#br0" timeOffset="2614.85">3324 9290 26 0,'-3'0'14'0,"3"-2"3"0,0-1-4 0,0 0-7 0,0-1-3 15,0 4-1-15,0-3-1 16,3 2 2-16,-1-1 0 16,2 1-2-16,-1-2-1 0,1 2 1 15,3-1-1-15,-2 2 0 16,1-1 0-16,1-2 0 15,2 2 0-15,0-1 0 16,0 2 0-16,4-1 0 16,0 1 1-16,3-2-1 0,2 2 1 15,2-4-1-15,0 3 0 16,3-2 3-16,3 0-1 16,1-1 0-16,3 1-2 15,1-3 0-15,2 2 0 16,-1-1 1-16,1 2 1 0,2 0-2 15,-1-2 1-15,1 1-1 16,4 2 1-16,-3 0-2 16,6-2 1-16,-1 1 0 15,3 0 0-15,-2 0 1 16,3 1-1-16,-4 1 0 16,0 1 2-16,1-1-2 0,-1 1 0 15,-3 0 0-15,3 0 1 16,-3 0-1-16,-2 0 0 15,1 0-1-15,-3 0 2 16,2 1-1-16,-2 0 0 16,-1 1 1-16,1 1-1 0,1 0 0 15,1-2 1-15,-1 2-1 16,2 1 0-16,-4-1 0 16,-1 0 0-16,-1 1 0 15,2 0 1-15,-3-1 1 16,3 0 0-16,-2 0 0 0,3 3 3 15,-1-2-2-15,0-1 3 16,3 0 1-16,0 0-2 16,1-1 1-16,2 1-1 15,-1-3 0-15,2 3-1 16,3-3-1-16,1 1-2 0,4-1 1 16,-4 2 2-16,1-1-1 15,-1 5 1-15,-3-2-1 16,1 3-5-16,-4-1-18 15,-5-2-28-15</inkml:trace>
  <inkml:trace contextRef="#ctx0" brushRef="#br0" timeOffset="3261.98">6332 8489 58 0,'0'-1'14'0,"0"1"-11"0,0 0 0 0,0 0-4 15,0 0 1-15,0 7-1 16,5-1 0-16,3 4-1 15,-1-1 2-15,4-1 0 0,0 2 1 16,4-3 0-16,2-1 1 16,3-3 0-16,0-3 4 15,7 0 5-15,6-9 4 16,6-9 10-16,5-5-3 16,6-4-1-16,8-7-4 0,4-3-4 15,10-4-5-15,6-3-1 16,7-2-4-16,6 1-1 15,3 1 0-15,0 7-1 16,-7-1-38-16,-8 2-67 16</inkml:trace>
  <inkml:trace contextRef="#ctx0" brushRef="#br0" timeOffset="3788.95">8323 8504 104 0,'0'0'10'0,"0"0"-10"0,0 0-4 15,0 0 4-15,0 0 2 16,0 0-2-16,14 38-2 0,3-36 4 16,6-2 12-16,6-2 1 15,9-15 3-15,10-5-2 16,11-9-2-16,11-8-3 15,11-8-6-15,5-4-1 16,9-3-1-16,7-3-1 0,7 3 0 16,3-1 0-16,1 1-27 15,2-3-93-15</inkml:trace>
  <inkml:trace contextRef="#ctx0" brushRef="#br0" timeOffset="4551.31">10923 8393 195 0,'0'0'-2'0,"0"0"-6"0,0 0 7 0,38 13 5 15,-17-13 6-15,6 0 6 16,4 0 1-16,7-13-3 0,4-4-6 15,9-6-4-15,5-6-2 16,3-7 3-16,8-5-4 16,8-2 1-16,4-2 0 15,6 0-2-15,3-4-34 16,-1-2-54-16</inkml:trace>
  <inkml:trace contextRef="#ctx0" brushRef="#br0" timeOffset="5675.31">12527 9095 153 0,'0'0'20'0,"0"0"2"0,0 0-5 0,0 0-20 0,0 0-15 16,0 0 19-16,0 0-4 15,0 0 3-15,0 0 4 16,45 18-2-16,-21-15-1 16,8 2 1-16,1-1-2 15,5-3 1-15,6 2 0 0,4-3 1 16,2 1-2-16,5-1 0 16,4 0-1-16,3 0 1 15,1 0 1-15,4 0-2 16,2 0 2-16,3 0-1 0,1 2 0 15,1-2 1-15,5 1-1 16,3-1 1-16,-2 0 0 16,3 0-1-16,3 0 1 15,3 0-1-15,-3 0 2 16,0 0-2-16,3 2 0 16,1-1 1-16,3 0-1 0,-1 0 0 15,2 0 1-15,4 2-1 16,-4-2 1-16,0 2 0 15,2 0-1-15,0-2 0 16,-1-1 1-16,0 0-1 16,-1 0 0-16,2 0 0 0,0 0 0 15,-2 0 0-15,2 0 1 16,2-3-1-16,1 1 2 16,-3 0-1-16,4 1 0 15,0-1 0-15,1 1 1 16,-4 0-2-16,1 0 1 0,0 1-1 15,-1 0 1-15,1 0 0 16,5 0-1-16,-5 0 0 16,0 0 0-16,1 0 1 15,4 0-2-15,-1 0 2 16,1 0-1-16,3 0-1 16,-2 0 2-16,-2 0-1 0,4 0 0 15,-3 0 0-15,3 0 0 16,-2 0 0-16,6 0 0 15,-5 0 1-15,0 0-1 16,0 0 0-16,-1 0 0 0,0 0 0 16,-3 0 0-16,-1 0 0 15,-2 0 1-15,-2 0-1 16,-3 0 0-16,-1-1 1 16,-3 0 0-16,-1 1-1 15,-3 0 2-15,-5 0-1 0,-4 0 2 16,-6 0-1-16,-5 0 0 15,-7 0-1-15,-7 0 0 16,-6 0 0-16,-6 0 0 16,-7 2 0-16,-7 0 0 15,-1 1-4-15,-3-3-25 16,-1 0-47-16</inkml:trace>
  <inkml:trace contextRef="#ctx0" brushRef="#br0" timeOffset="6072.75">20602 8819 99 0,'0'0'-5'0,"0"0"5"0,0 0 0 0,0 0 5 16,0 0-3-16,0 0 0 15,0 0 9-15,0 0 3 16,0 0 16-16,0 0 5 15,58 23-9-15,-26-31-10 16,6-4-6-16,9-2-3 0,8-2-2 16,11-9 2-16,6 0-4 15,9-4-1-15,8-3 0 16,9 3 1-16,7-3-6 16,3-3-49-16,1-2-111 0</inkml:trace>
  <inkml:trace contextRef="#ctx0" brushRef="#br0" timeOffset="12368.11">5807 11583 3 0,'-7'0'17'0,"0"2"-8"0,1-1-1 16,-1-1-1-16,-1 1-1 15,2 1-2-15,0-1-1 0,-1 2-2 16,3-3 0-16,-3 4-1 16,2-2 0-16,-1-1 0 15,2 2 0-15,1-2 1 16,1 0 0-16,0 0 2 16,0 0 7-16,-3-1 0 0,5 0-2 15,-2 0 0-15,2 0-2 16,-3 0-1-16,3 0 1 15,0 0-1-15,0 0-3 16,0 0-2-16,0 0-1 16,0 0-2-16,0 0 0 0,0 0 0 15,0 0 3-15,0 2 1 16,0-1 0-16,0 1-3 16,3 0 2-16,0-1-1 15,3 1 2-15,0-2-2 16,3 3 2-16,3-2-1 0,-1 0-1 15,5-1 1-15,1 0 2 16,2 0-3-16,0 0 4 16,1 0 1-16,3-2 0 15,-3-1-2-15,4 0 1 16,-1-1 1-16,-1-1-4 0,5 0 1 16,-1 2 0-16,1-3-1 15,2 1 0-15,1 1 2 16,3-2-2-16,1 2 0 15,2-1 2-15,2 2-2 16,-3-1 1-16,3 0 2 16,-2 1 0-16,-1 2-1 0,2-2 0 15,-3 3-1-15,5-1 1 16,-1 1-1-16,3 0 1 16,1 0-1-16,0-2-1 15,1 2 1-15,-1-2 0 16,0 1-1-16,0-1 0 0,1 0 1 15,3-1 0-15,-2 3-1 16,2-1 1-16,0 1-1 16,-1 0 2-16,-1 0-2 15,1 0 0-15,0 0 0 16,1 0-6-16,1 0 12 16,-2 0-6-16,0 0 0 0,-1 0 1 15,-3 0-1-15,-3-2 0 16,-4 1 1-16,-1 1 2 15,-2 0 1-15,-2-3-2 16,-4 2 1-16,-2-1 2 16,-2 1-1-16,-4 0 0 0,-4-1 2 15,-2 2-2-15,-4-1 6 16,-3 1 0-16,-2-2-3 16,-2 2 2-16,0 0 2 15,0 0-2-15,0 0-6 0,0 0-3 16,-4 2-19-16,-5 1-47 15,-5-3-35-15</inkml:trace>
  <inkml:trace contextRef="#ctx0" brushRef="#br0" timeOffset="13542.8">9401 11549 31 0,'-2'0'8'0,"1"0"4"0,1 0-2 16,-2-1-4-16,2-1 0 0,-2 0-3 15,2 1 0-15,-2 0 3 16,2-2 0-16,-3 2 2 16,2-1-1-16,-1 1-3 15,1 1 0-15,-1-2-1 0,0 2-3 16,0 0 2-16,2 0-2 16,0 0 0-16,0 0-2 15,0 0 0-15,0 0-3 16,0 0 1-16,0-1-3 15,0 1 4-15,0 0 8 16,0 0 4-16,0-3-2 0,0 3 0 16,2 0-4-16,2-1-3 15,1 1 0-15,3 0 0 16,2 0-2-16,1-2 2 16,0 2 1-16,3 0-2 15,1-1 1-15,3 1-1 0,-3-1 3 16,3-1-2-16,3 2-1 15,-1 0-3-15,4 0 7 16,1 0-3-16,4 0 2 16,-2-1-2-16,2 1 0 15,3 0 0-15,1 0 2 16,0 0-1-16,1 0-1 0,2 0 3 16,3 0-3-16,-2 0-2 15,2 1 5-15,0-1-2 16,2 2 0-16,1-2-1 15,2 0 0-15,1 0 1 16,1 0 3-16,2 0-4 0,1 0 0 16,0 0 5-16,-3 0-5 15,-1 0 1-15,0 0 0 16,-2 1-1-16,-1-1 2 16,0 0 3-16,-1 0 1 0,-5 0-1 15,-1 0-3-15,-6 0 5 16,-2 0-2-16,-7 0 4 15,-4 0 2-15,0 0-2 16,-7 0-2-16,0 0-4 16,1 0 1-16,-3 4-2 15,-2-1-16-15,-3-3-57 0</inkml:trace>
  <inkml:trace contextRef="#ctx0" brushRef="#br0" timeOffset="14332.73">13307 11528 106 0,'-6'1'2'0,"2"-1"12"0,2 0-3 16,1 0-5-16,1 3-6 0,0 0-1 16,0 0-1-16,5 1 1 15,4 0 0-15,5 1-1 16,5-1 4-16,2 1 2 0,5-1-4 15,3-1 0-15,3-1 0 16,4 1 1-16,3-2-2 16,4 1 1-16,2-2 0 15,7 0-2-15,5 0 2 16,6-3-1-16,1-2 4 0,4 0-2 16,5 1 0-16,-1 1 4 15,-1 1-4-15,1 1-1 16,0 1 0-16,-1 0 1 15,-2 0-2-15,-2 0 1 16,-1 1-1-16,-2 1 2 0,-8 1 0 16,-1-2 0-16,-3 0 0 15,-7 0 1-15,-4-1-1 16,-4 0 0-16,-6 0 0 16,-6 0 0-16,-8 0-5 15,-4 0-37-15</inkml:trace>
  <inkml:trace contextRef="#ctx0" brushRef="#br0" timeOffset="15411.82">16450 13461 1 0,'0'0'18'0,"0"0"-16"0,0 0-1 16,0 0-1-16,0 0-7 15,0 0-8-15</inkml:trace>
  <inkml:trace contextRef="#ctx0" brushRef="#br0" timeOffset="15476.36">16450 13461 8 0,'25'-36'34'0,"-25"33"-17"15,0 2-10-15,0 1-6 16,0 0-27-16</inkml:trace>
  <inkml:trace contextRef="#ctx0" brushRef="#br0" timeOffset="16159.41">16583 13318 206 0,'0'0'-5'0,"0"0"15"0,0 0 1 0,0 0-2 0,0 0 0 15,-38-35 0-15,35 34 3 16,2-1-1-16,0 2 0 16,1 0-8-16,0 0-7 0,0 7 2 15,0 6 3-15,0 2-2 16,0 2 0-16,0 1-1 15,0 2 0-15,0-2-1 16,0 2 1-16,0-1-4 16,-1 2-30-16,-8 0-22 15,1-5-28-15</inkml:trace>
  <inkml:trace contextRef="#ctx0" brushRef="#br0" timeOffset="16421.72">16445 13586 165 0,'0'0'0'0,"0"0"21"0,0 0 4 16,0 0 0-16,0 0-7 15,50-30-5-15,-34 24-4 16,4-1-5-16,4 1-3 15,0 2 1-15,3 0-2 16,-2 0 1-16,2 1 0 0,-1 0-1 16,1-1-5-16,0-2-20 15,-4 0-35-15,-3-2-39 16</inkml:trace>
  <inkml:trace contextRef="#ctx0" brushRef="#br0" timeOffset="16649.15">16404 13350 209 0,'0'0'-20'15,"0"0"26"-15,0 0 0 16,0 0-19-16,0 0 16 15,52-20 7-15,-24 16 1 0,4-2 0 16,6 1-25-16,-1-1-51 16,0 0-38-16</inkml:trace>
  <inkml:trace contextRef="#ctx0" brushRef="#br0" timeOffset="17189.97">16897 13439 89 0,'0'0'12'16,"0"0"-10"-16,0 0 1 16,0 0 10-16,0 0 18 15,0 0-9-15,0 0 10 16,0 0-4-16,0-1-15 15,0-5-5-15,0 1 1 0,4-1-6 16,3-1-3-16,0 1 3 16,3 1-3-16,2 3 0 15,-1 1-1-15,1 1 2 16,0 0 0-16,2 3-1 16,-2 8 0-16,-1 0 0 0,0 4-2 15,-6 2-1-15,1-2 0 16,-4 2 1-16,-1-1-2 15,-1-2 2-15,0-1 0 16,0-3-2-16,-5-2-6 16,-3-1 10-16,1-2-6 0,0-3 3 15,4-2 4-15,-2 0 1 16,5-4-1-16,0-6-2 16,1-4-1-16,8-2 4 15,5-1-1-15,2-1 2 16,3 1-7-16,2 1 5 0,0 2 1 15,0 3-2-15,1 4 3 16,-2 2-2-16,0 5 0 16,-3 0-1-16,-3 1 1 15,0 8-2-15,-1 5-3 16,-4-1-20-16,-2 3-22 0,0-4-15 16</inkml:trace>
  <inkml:trace contextRef="#ctx0" brushRef="#br0" timeOffset="17438.96">17506 13377 208 0,'0'0'1'0,"0"0"18"0,0 0-22 0,0 0 1 15,0 0 5-15,-1 45 2 16,-1-22-4-16,2 0 1 16,0 2-4-16,0-2 2 15,0 3 0-15,-1-2-8 16,-6-3-37-16,0-2-21 0,-2-7-47 16</inkml:trace>
  <inkml:trace contextRef="#ctx0" brushRef="#br0" timeOffset="17717.22">17559 13359 200 0,'0'0'-24'0,"49"-29"33"0,-22 18 4 15,0 1-9-15,-2 4-2 16,-1 3-2-16,-4 3 0 15,-3 0 1-15,-8 5-3 16,-4 6-1-16,-5 0-8 16,0 3 7-16,-10 2-1 0,-6 0-3 15,-1-1 14-15,-2 0-5 16,0 0 4-16,2-3-16 16,-3 2 16-16,6-3-11 15,1-4-40-15,6-4-45 16</inkml:trace>
  <inkml:trace contextRef="#ctx0" brushRef="#br0" timeOffset="18342.09">17867 13359 161 0,'0'0'4'15,"0"0"10"-15,0 0-14 16,0 0-6-16,0 0 18 15,0 0-8-15,-4 39 2 16,1-22-3-16,3 0-2 16,0-3 1-16,0 1-2 15,1-4-1-15,7-1-1 0,4-4 0 16,1-3 6-16,5-3 2 16,-2 0 0-16,4-2-3 15,0-7-1-15,-2-2 3 16,4-1-3-16,-5-3 1 0,0 1-1 15,-4 1 0-15,-1-1 1 16,-2 4-2-16,-4 3 0 16,-3 3 1-16,2 1 2 15,-5 3 6-15,0 0-13 16,2 0-6-16,-2 6 9 16,3 2 4-16,1 2-3 0,2 0-2 15,0 1-2-15,3-3-3 16,3-1 3-16,-1-2 2 15,1-2 1-15,2-3 1 16,3 0 2-16,-2 0-2 0,1-6 0 16,-2-3 1-16,1-3-1 15,-4-3 0-15,0-1 1 16,-3-2-1-16,0-1 0 16,-2 2 1-16,-1 2-1 15,-3 0 0-15,-1 4 1 16,-1 4 2-16,0 2 5 0,0 4-5 15,0 1-1-15,0 1-3 16,0 9-3-16,-1 3 1 16,1 4 4-16,0 0-2 15,0 3-2-15,0-2 2 16,1 2-1-16,6-1 1 0,-1-1 0 16,1 0 0-16,1 0-22 15,-3-6-35-15,0-3-57 16</inkml:trace>
  <inkml:trace contextRef="#ctx0" brushRef="#br0" timeOffset="18485.15">18312 13401 297 0,'0'0'-33'0,"0"0"24"0,49-23 10 0,-16 16-6 16,8 2-54-16,4-4-32 15</inkml:trace>
  <inkml:trace contextRef="#ctx0" brushRef="#br0" timeOffset="18939.57">20864 13287 165 0,'0'0'12'0,"0"0"32"0,0 0-9 15,0 0-23-15,0 0-8 16,0 0 3-16,0 0-5 16,0 0-1-16,54-14 2 15,-25 13-2-15,6-1-2 16,7 1 1-16,4 1 4 0,4 0-4 15,3 0 1-15,2-1-3 16,-3-1 0-16,2 2 2 16,-2-1 3-16,-2 1-3 15,-2-3 1-15,-6 3-7 16,-4 0-31-16,-7-4-50 0,-6-1-48 16</inkml:trace>
  <inkml:trace contextRef="#ctx0" brushRef="#br0" timeOffset="19360.78">21746 13168 99 0,'0'0'-3'0,"0"0"9"15,0 0 17-15,0 0 0 16,0 0-4-16,0 0-7 0,0 0-8 15,0 0 2-15,0 0 3 16,13 20-3-16,-21-10-5 16,-1 3 4-16,3 0-4 15,0-2 0-15,2 2-2 16,4-2-1-16,0-2-1 0,0-2-3 16,10-2 4-16,3-2 10 15,3-1 0-15,5-2 1 16,3 0-1-16,3 0-1 15,1 0-1-15,0-6 2 16,-3-1-2-16,-5-3 0 0,-4-1-2 16,-6-1 3-16,-3-2 3 15,-7-2-3-15,-5 2-7 16,-10 2 3-16,-6 3-7 16,-6 3-7-16,-5 2 7 15,-1 4-8-15,2 0-10 0,4 0-12 16,4 4-23-16,6-1-24 15</inkml:trace>
  <inkml:trace contextRef="#ctx0" brushRef="#br0" timeOffset="20007.75">22030 13161 206 0,'0'0'-7'0,"0"0"21"0,0 0-2 0,0 0-11 0,0 0-3 16,0 0-4-16,0 0 7 15,0 0 4-15,10 43-5 16,-5-29-1-16,3 0-1 16,3-1 2-16,1-3-2 15,2 0 4-15,3-5-6 0,-2-2 5 16,2-1 0-16,0-2 2 15,-2 0-2-15,0-3 0 16,-2-7 0-16,-1 0 0 16,-1-1 1-16,-1-2-1 0,-3 0 1 15,-1 2-1-15,-1 2 1 16,-3 1-2-16,0 4 1 16,-1 4 4-16,-1 0-3 15,2 0-8-15,2 1 1 16,-2 6 6-16,3 0-2 15,2 0 1-15,2 2 0 0,1-2 0 16,2-2 0-16,2-2 0 16,1-3 0-16,1 0 0 15,1-3 3-15,-1-8 2 16,-1-3 3-16,-1-5-2 16,-3-2 0-16,-2-2 1 0,-1-1-4 15,-3-3-2-15,0 2 1 16,-2 1 2-16,-1 2-2 15,-1 4 0-15,0 5 6 16,0 4 1-16,-1 5-3 16,0 3-4-16,0 1-8 0,0 5 6 15,-3 8-2-15,1 6 4 16,1 3-2-16,1 4-1 16,0 1 1-16,2 0-1 15,7 0-1-15,0 0 2 16,2-3 0-16,1-3 0 0,-4-1-16 15,0-3-31-15,-3-7-19 16,-2-4-73-16</inkml:trace>
  <inkml:trace contextRef="#ctx0" brushRef="#br0" timeOffset="20150.74">22334 13137 257 0,'0'0'-10'0,"0"0"1"0,0 0 9 16,53-21-43-16,-25 19-19 0,2-1 12 16,2 0-33-16</inkml:trace>
  <inkml:trace contextRef="#ctx0" brushRef="#br0" timeOffset="20377.86">22626 13087 12 0,'0'0'45'15,"0"0"8"-15,0 0 9 0,0 0-20 16,0 0-40-16,0 0-1 15,0 0 10-15,29 33 0 16,-25-12 2-16,-2 2-6 16,0 3 0-16,2-1-4 15,1 1-2-15,-2-2 0 16,2-3-1-16,-1-1 1 0,0-3-1 16,-1-3 2-16,-1-1-2 15,-1-6 0-15,-1 0 0 16,0-3-21-16,-3-4-3 15,-8 0 3-15,-4-8-25 16,1-6-33-16</inkml:trace>
  <inkml:trace contextRef="#ctx0" brushRef="#br0" timeOffset="20585.11">22607 13192 1 0,'0'0'69'0,"18"-58"-31"16,-4 31 5-16,3 4-11 0,1 3-6 15,1 6-4-15,3 2-2 16,0 4-12-16,1 5-3 15,-1 3-5-15,-1 0 0 16,-4 3 0-16,-1 7 1 16,-7 2-1-16,-3 1 0 15,-4 2-1-15,-2-1-15 0,-8-1 5 16,-8 0-9-16,-2-3 4 16,-7-2-2-16,1-3-25 15,4-5-16-15</inkml:trace>
  <inkml:trace contextRef="#ctx0" brushRef="#br0" timeOffset="21196.29">22915 13082 206 0,'0'0'4'0,"0"0"0"15,39 5-1-15,-30 1-3 16,-6 1-3-16,-1 1 0 15,0 2 3-15,0 2 5 16,2-2-3-16,0 1-2 16,4-1 0-16,-1-1 1 15,2-4 2-15,1-2-2 0,1-3 1 16,-1 0 0-16,1 0 2 16,2-6 0-16,-2-4 1 15,0-1-1-15,-1 0 3 16,-1-1-5-16,-2-2-1 0,1 4 0 15,-5 2-1-15,1 2 1 16,-3 1-1-16,2 4 1 16,-3 1-2-16,0 0-6 15,2 6 3-15,0 1 4 16,1 3 0-16,3 1 0 16,-2-1-1-16,3-1 0 0,1-1 2 15,-1-3-2-15,3-1 2 16,-1-3 0-16,2-1 1 15,-3 0-1-15,2-1 1 16,-1-8 0-16,-2-3 0 16,0-3 0-16,-2-3 3 0,-1-2 2 15,0 0-1-15,-1 0-2 16,-1-1-2-16,1 4 2 16,-2 0-2-16,1 4-2 15,0 3 2-15,1 6-1 16,-3 0 1-16,0 4 0 0,0 0-6 15,0 3-1-15,0 7-3 16,0 5 12-16,1 4-3 16,3 2-2-16,1 3 0 15,3-1 0-15,2 2-1 16,2-1-17-16,-3-1-12 0,5-4-24 16,-2-4-12-16</inkml:trace>
  <inkml:trace contextRef="#ctx0" brushRef="#br0" timeOffset="21311.08">23374 13157 136 0,'0'0'11'0,"0"0"13"0,23-37-3 0,-2 29-15 0,4 3-8 16,4 2-24-16,2 2-34 16</inkml:trace>
  <inkml:trace contextRef="#ctx0" brushRef="#br0" timeOffset="22499.08">18475 13418 114 0,'-2'0'6'0,"0"0"12"0,2 0 2 0,0 0 0 16,0 0 2-16,0 0-9 15,7 0-2-15,3 0-3 16,6 0-3-16,-1-3-3 16,5 2-1-16,3 1 0 15,2 0 0-15,-1 0-1 0,0 0-6 16,0 0-13-16,0-2-19 15,-3 0-7-15,0-4-23 16</inkml:trace>
  <inkml:trace contextRef="#ctx0" brushRef="#br0" timeOffset="22726.42">18725 13312 160 0,'0'0'-21'0,"0"0"21"16,0 0 1-16,0 0 0 15,0 0 3-15,0 0 0 16,0 0-2-16,0 0 5 16,27 11-3-16,-21 9 1 15,-1 5-4-15,-5 8 3 0,-2 10-8 16,-18 2-58-16</inkml:trace>
  <inkml:trace contextRef="#ctx0" brushRef="#br0" timeOffset="24399.03">9894 10580 138 0,'-17'-12'-42'0,"1"-3"68"0,1-1-1 0,1 0-5 0,1 0 2 0,0-1-2 16,-1 0-4-16,1-1-7 15,-3 1-1-15,-1 1 1 16,0 0-5-16,-3 1 2 16,0 1-3-16,-6 2-2 0,-1 2-1 15,-2 0 1-15,-1 5 0 16,-5 0-2-16,-1 1 1 16,-2 4-1-16,-3 0 0 15,-3 0 1-15,-6 7 0 16,2 8 0-16,-6 4-2 0,0 5 1 15,1 8 1-15,4 5-2 16,2 5 2-16,4 8 0 16,0 5-1-16,5 9 1 15,0 9 0-15,5 6 0 16,4 9-1-16,5 6 1 0,8 5-1 16,5 2-1-16,11-4 1 15,2-2 0-15,22-3-2 16,6-5 2-16,14-9 0 15,7-5-1-15,8-4 1 16,10-4 0-16,9-5 1 0,8-2-1 16,9-5 3-16,12-5 1 15,8-4-1-15,8-6 2 16,8-5-1-16,8-9-6 16,5-7 4-16,2-10-2 15,4-7 0-15,-2-11 0 0,2-19-2 16,-6-11 5-16,-3-13-2 15,-5-7-6-15,-5-8 0 16,-10-10 7-16,-8-7-5 16,-12-7 4-16,-9-3 5 15,-13-8 4-15,-11-4 7 0,-14-3-12 16,-16-1 3-16,-16-3 0 16,-18-1 1-16,-8 2 3 15,-30-1-5-15,-19 0 5 16,-16 4-4-16,-21 6-6 15,-20 7 2-15,-24 11-6 0,-24 18-4 16,-30 19-27-16,-27 16-51 16,-26 21-60-16</inkml:trace>
  <inkml:trace contextRef="#ctx0" brushRef="#br0" timeOffset="25582.69">19398 12922 88 0,'0'0'11'0,"0"0"-3"0,0 0 22 0,7-39 10 16,-7 33-6-16,-2 2-23 15,-3 4-10-15,-6 0 2 16,-2 7-5-16,-2 13 2 16,-4 5-1-16,1 11 2 0,1 6 0 15,2 8-1-15,4 6 1 16,5 1 0-16,2 2 0 15,3-5 0-15,1-3-1 16,0-4 0-16,0-3 0 16,0-3 2-16,0-3-2 0,0-1 0 15,-3-1 0-15,-5-2 0 16,-1-4-2-16,-4-5 0 16,-3-5-11-16,1-5-55 15,-4-11-37-15</inkml:trace>
  <inkml:trace contextRef="#ctx0" brushRef="#br0" timeOffset="26001.73">19054 13489 198 0,'0'0'-10'0,"0"0"18"16,0 0-6-16,54-41-2 15,-31 35 0-15,3-1 1 16,3-1-1-16,2 2 0 15,-2-3 0-15,0 1 1 16,-2-1-1-16,0 2 0 0,-7 2 1 16,-2-1-1-16,-7 3 1 15,-2 2-1-15,-6 1 0 16,-3 0-1-16,0 4 2 16,-5 6 0-16,-3 1 0 0,2 3 0 15,-1 1-1-15,4-2 0 16,3-2 0-16,0 0 0 15,3-4 0-15,8-1-1 16,3-4 2-16,-1-2 2 16,4 0-1-16,-1-1 0 15,1-9 2-15,-4-1-1 0,-2-3 1 16,-1-2-1-16,-5 2-2 16,-2-3 0-16,-3 3 0 15,0 2-2-15,-4 1-19 16,-3 4-11-16,-4 3-16 15,4 1 20-15,1 3 3 0,4 0-9 16</inkml:trace>
  <inkml:trace contextRef="#ctx0" brushRef="#br0" timeOffset="26229.45">19497 13346 7 0,'0'0'29'0,"0"0"-1"16,47 22-7-16,-30-12-7 0,-1 5-1 15,-3 0-3-15,-1 1-6 16,-4-2-3-16,-1-2 0 15,-4-3 0-15,-2-3 3 16,-1-5 13-16,0-1 31 16,0 0 3-16,-4-4-38 0,-2-7-4 15,2-1 0-15,1-2-5 16,3-1-5-16,0-1 0 16,3-1-6-16,9 2-18 15,4 3-7-15,4-1 2 16,1 5-5-16,5 1-12 0</inkml:trace>
  <inkml:trace contextRef="#ctx0" brushRef="#br0" timeOffset="26564.01">19924 13300 111 0,'0'0'8'0,"0"0"24"0,0 0 6 16,0 0-16-16,0 0-7 15,12-38-12-15,-27 35 0 16,-1 2-1-16,-5 1-4 15,2 0 5-15,-3 4-2 16,6 7-1-16,2-1 0 0,4 4 0 16,5 1-1-16,5 0 1 15,0 2 0-15,0 0 0 16,7 0-1-16,6 0 1 16,-1 3 1-16,2-3 1 15,0 2-1-15,-2 1 0 16,-3-2-1-16,-4 2 0 0,-1-3 1 15,-4 0 0-15,0-1 0 16,-5-2 1-16,-8-1-1 16,-3-2 2-16,-6 0-2 15,1-1-1-15,-3-4-2 16,0-2-3-16,5-4-45 0,6 0-34 16</inkml:trace>
  <inkml:trace contextRef="#ctx0" brushRef="#br0" timeOffset="26969.8">19964 13393 232 0,'0'0'-10'16,"0"0"9"-16,0 0 3 15,42 0-2-15,-31 0 0 0,3 0 0 16,-3 0 1-16,0 0-1 15,-1 0 0-15,1-5 1 16,-3-3 0-16,0 1-1 16,-1-2 1-16,-2-3-1 15,-2 1 1-15,-3 0-1 0,0 4-1 16,-2 0-8-16,-7 1-10 16,-3 4 2-16,1 2 13 15,-5 0 5-15,5 4 0 16,-2 5 1-16,1 4-2 15,4 3 1-15,3 2 1 0,3 1 0 16,2-1 0-16,0 1 0 16,3-3-2-16,7-1 1 15,0-5-2-15,7-3 1 16,2-3 1-16,2-4 2 16,3 0-2-16,2-7-1 0,-2-7-30 15,-2-3-35-15,-1-3-35 16</inkml:trace>
  <inkml:trace contextRef="#ctx0" brushRef="#br0" timeOffset="27169.51">20288 13178 52 0,'0'0'47'16,"0"0"-26"-16,0 0 14 16,0 0-10-16,0 0-22 15,0 0 2-15,0 0 5 16,4 41 2-16,-4-15-3 0,0-1-2 15,0 2-6-15,0 0 0 16,0 0-1-16,0-1-1 16,0-2-1-16,-4-2-15 15,0-4-36-15,1-6-10 16</inkml:trace>
  <inkml:trace contextRef="#ctx0" brushRef="#br0" timeOffset="27303.82">20286 13356 140 0,'0'0'6'16,"0"0"23"-16,60-42-6 0,-31 31-18 16,3 4-2-16,1 1-1 15,1 2-2-15,-4 1-12 16,-5-1-63-16</inkml:trace>
  <inkml:trace contextRef="#ctx0" brushRef="#br0" timeOffset="27958.99">20451 12850 162 0,'-25'-38'-21'16,"1"-1"34"-16,-5 1 1 15,-4 1-11-15,-2 3-1 16,-3 2 7-16,-2 3 0 15,-5-1 0-15,-1 5 0 0,-2 2-1 16,-3 3-3-16,-2 0-4 16,-3 7 0-16,0 3-2 15,-3 3 1-15,-2 7 0 16,1 0 0-16,-1 12-1 16,-3 6 1-16,1 6 0 15,1 8 0-15,-2 6 0 0,-1 9-1 16,1 9 2-16,-1 6-1 15,2 8 0-15,3 6 0 16,7 3 0-16,7 2 0 16,7-1 0-16,9-2 0 15,9 0 1-15,11 2-1 0,8-6-1 16,2-2 1-16,11 0-1 16,12 1-1-16,8-4 2 15,7-3 3-15,7-4 1 16,8-4-1-16,9-5 4 15,5-8-1-15,8-5 0 16,5-10-3-16,10-6-1 0,5-7 0 16,8-10-1-16,0-7 0 15,5-1-1-15,3-16 1 16,0-7 0-16,-1-10 1 16,-1-9-2-16,-3-5 0 0,-7-8 1 15,-6-8-1-15,-9-4 0 16,-14-5 2-16,-13-7-2 15,-16-1 1-15,-18-3 6 16,-14-3 14-16,-9-3-3 16,-25 2-5-16,-12 5-4 0,-16 4-4 15,-13 3-3-15,-13 8 0 16,-14 9-6-16,-13 10-13 16,-18 8-22-16,-17 10-42 15,-14 7-93-15</inkml:trace>
  <inkml:trace contextRef="#ctx0" brushRef="#br0" timeOffset="33201.8">6049 12086 112 0,'0'0'7'0,"0"0"12"0,0 0 10 16,0 0 2-16,0 0-12 0,0 0-5 15,0 0-9-15,0 0-5 16,0 0 5-16,42-26-8 16,-9 5 7-16,7-13-63 15</inkml:trace>
  <inkml:trace contextRef="#ctx0" brushRef="#br0" timeOffset="35564.99">3909 9413 95 0,'0'0'15'0,"0"0"9"0,0 0-6 0,0 0-3 0,0 0 2 16,-37-41 1-16,32 32-10 15,1-5-4-15,-3 3-1 16,0-3-2-16,0 1-1 16,-3 1 0-16,0 2 1 0,-3-1-1 15,-1 4-1-15,-1 0 1 16,-1 1 0-16,-1 3-2 15,0-1 0-15,0 4-3 16,-5 0-1-16,1 0 1 16,-1 7-4-16,-5 3 3 0,-2 1-2 15,2 2 1-15,-2 1 6 16,-2 2 1-16,4 1 0 16,-2 0 1-16,2-1 1 15,0 5-2-15,3 1 1 16,0 0 1-16,-1 4 1 15,2-1-1-15,2 4-1 0,0-1 0 16,1 5-1-16,6-1 0 16,1 1 2-16,4 3-2 15,0 2 0-15,3 2 0 16,1-2 0-16,2 2 0 16,3-3 0-16,0-3-2 0,0-3 2 15,0-3 0-15,3-3 0 16,6-2 0-16,-2-1 0 15,3-1-1-15,4-1 1 16,-1 0 1-16,3 2 1 16,6 0-2-16,-2 0 1 0,3 2-1 15,4-2 1-15,0 1-1 16,1-3 0-16,3 2 0 16,4-3 0-16,0-3 1 15,3 2-1-15,4-2-5 16,1-2 5-16,0-1-2 0,2-2 1 15,-1-1 1-15,2-3 1 16,0 3-2-16,3-4 2 16,2-2-2-16,3 0 0 15,4-2 1-15,0-2 0 16,2 0 1-16,3 0 4 16,2 0-3-16,-2 0 1 0,3 0-2 15,-1 0 0-15,2 0 0 16,3 0 0-16,1 0 0 15,0 0 0-15,4 0 1 16,0 0-1-16,2 0-1 16,-2 0 2-16,-1 0-1 0,4-4 2 15,0-2 1-15,1-2 2 16,2 0-2-16,1 1-1 16,3 0 1-16,0 0-2 15,2 1 0-15,-5 3-1 0,3 2 0 16,-2 1-1-16,2 0 0 15,-2 0 2-15,0 4-2 16,2 2 0-16,2 1 0 16,-5 0 0-16,1-1 0 15,3-5 0-15,0-1 1 16,1 0-1-16,0 0 2 0,-1-5 0 16,3-2 4-16,-2 0 0 15,0-1-1-15,2 1 0 16,3-1-2-16,0 2 0 15,2-1-3-15,-1 1 0 16,1 1 0-16,-3 0 0 0,-1 2 0 16,-5-1 1-16,-2 0-1 15,-1-3 0-15,-1 1-1 16,-2 0 2-16,-1-3-1 16,2 0 0-16,-2-4 0 15,-4 0 0-15,0-1 0 0,-3 0 0 16,-3-5 0-16,-3 1 0 15,-1-2 0-15,-5 0 0 16,-3-1 0-16,-4 0 0 16,-2-1 0-16,-6 0 1 15,-3 0-1-15,-5 1 0 0,-5-2 0 16,-6 3 1-16,-6-1-1 16,-5-1 0-16,-5-2 0 15,-4 1 1-15,-4-2-2 16,-1-4 1-16,0 0 1 15,-4 1-2-15,-4-2 1 0,-2 0 0 16,1 3-2-16,-4 2-2 16,-1 0 0-16,-3 4-3 15,-5 1 8-15,-3 3-2 16,-4 3-4-16,-3 4 0 16,-8-3-4-16,-5 5 1 0,-3 2 7 15,-2-2-3-15,-3 0 7 16,-1 1-5-16,-4 0 5 15,-3-1-1-15,-1 3 0 16,-1 0 1-16,-3-1-1 16,-1 2 1-16,-4 0 1 0,1-1 1 15,0 1-4-15,-2-2 2 16,1 1 0-16,-1-1-1 16,-1 0-1-16,1 1 0 15,-1-2 0-15,-2 2-1 16,-4 1 0-16,0 1 1 0,-2 0-1 15,3-1 0-15,-4 1 0 16,2 2 0-16,1-1 0 16,-2-2 0-16,1 1 0 15,-1 0 1-15,-1 3-1 16,1-1 0-16,-1 1-1 0,-1 0 0 16,0 0 0-16,0 1-6 15,1 1 2-15,-1-1 4 16,1-1 1-16,1 0 1 15,1 0-1-15,1 0 0 16,-1-3 1-16,-1-1-1 0,1 4 0 16,-2-1 1-16,-1-1-1 15,1 2 1-15,-2-1 2 16,-1 1-2-16,2-3 0 16,1 2 2-16,-1-2 0 15,-2 1-2-15,0 1 1 16,-1 1-2-16,-2 0 0 0,-6 3 0 15,-2 5 0-15,-5 2 0 16,-4 4 0-16,-4 3-1 16,-3 2 0-16,-8 2 0 15,-1 2-2-15,-7 3-2 0,-6 2-8 16,-4 0-26-16,-10 1-46 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38:09.178"/>
    </inkml:context>
    <inkml:brush xml:id="br0">
      <inkml:brushProperty name="width" value="0.05292" units="cm"/>
      <inkml:brushProperty name="height" value="0.05292" units="cm"/>
      <inkml:brushProperty name="color" value="#FF0000"/>
    </inkml:brush>
  </inkml:definitions>
  <inkml:trace contextRef="#ctx0" brushRef="#br0">1545 5770 76 0,'0'0'5'0,"0"0"8"0,0 0-4 0,0 0-3 15,0 0-4-15,0 0-1 0,0 0-1 16,0 0 1-16,0 0-1 16,0 0 1-16,0 0 2 15,0 0 2-15,0 0-3 16,-14-27 1-16,14 25-1 16,0 1-1-16,0 0-1 0,0 1-1 15,0-1 0-15,0 1 0 16,0 0-1-16,0 0-1 15,3 0 1-15,1 2-3 16,-2 4 4-16,2 0-1 16,-1 2 1-16,2-1 0 15,-1 3 0-15,0 1 2 0,1-4-1 16,1 1 1-16,-1-1-1 16,2-2 0-16,-2-2 0 15,1 0 0-15,0 1 0 16,1-1 0-16,1 0-1 0,0-3 2 15,-3 3-1-15,3-3 1 16,-2 0-2-16,4 0 2 16,-1 0 1-16,2-6 3 15,1-2 0-15,3-5 0 16,-1-1-1-16,5-5-2 16,0 0 4-16,3-4-1 0,0-3-2 15,2-1 0-15,1-3 2 16,2-1 0-16,-2-2 6 15,4-2 1-15,-5 2-4 16,3 2 0-16,2-1-4 16,-2 2 0-16,-2 0 0 0,-1 3-1 15,-2 1-2-15,-4 5 3 16,-1 1-1-16,-5 4 1 16,-1 3 0-16,-1 2 0 15,-4 6-2-15,-1 0 0 16,1 4-1-16,3 1-1 0,-1 0 1 15,0 0-27-15,-4 1-65 16</inkml:trace>
  <inkml:trace contextRef="#ctx0" brushRef="#br0" timeOffset="1326.83">1429 6475 29 0,'0'0'18'0,"0"0"-3"0,0 0-3 15,0 0-1-15,0 0-1 16,0 0-4-16,0 0 1 0,0 0-2 15,0 0 1-15,0 0-2 16,0 0 1-16,-25-37 1 16,25 35-4-16,0 1 0 15,0 1-2-15,0 0-2 0,0 0 1 16,2 0-1-16,3 1-2 16,-1 4 2-16,2 3 0 15,-1-1 0-15,2 0 1 16,2 0 0-16,-3 0 1 15,1-3 0-15,1 0-1 16,2-1 1-16,-3-2 0 0,2-1 0 16,2 0 1-16,0-4 2 15,3-8 5-15,-1-1 4 16,5-8-1-16,2-2 2 16,2-5-3-16,3-3-1 15,2-2-1-15,0-1-2 0,2 0 1 16,-1 1-3-16,1 2 3 15,-4 2-1-15,0 4-3 16,-4 2 0-16,-4 3 0 16,-1 3-2-16,-3 4 0 15,-1 2 0-15,-2 7-1 0,1 1 1 16,1 3-1-16,-1 3-7 16,-5 4-56-16,-3-3-45 15</inkml:trace>
  <inkml:trace contextRef="#ctx0" brushRef="#br0" timeOffset="8474.2">7568 6097 46 0,'0'0'8'0,"0"0"1"0,0 0 0 15,0 0-2-15,0-2 2 0,0 1 2 16,0-2-4-16,0 2-6 16,3-1 0-16,5-1 0 15,-1 2 0-15,4-2-1 16,0 0 0-16,3-1 0 16,1 1 0-16,4-1 0 0,4 0 1 15,0-2-2-15,4 2 3 16,2-2-2-16,0 2 1 15,2-1 0-15,-2 0-2 16,3-1 2-16,1-1-1 16,3 1 0-16,0-1-1 0,7-1 2 15,1-1 2-15,1 1-1 16,0-2-1-16,1 3 0 16,-1-2 0-16,-3 3-1 15,1 1 1-15,2 1-1 16,2-1 0-16,-3 1 1 0,2 1-1 15,-2 0 0-15,3-1 0 16,-5 2 1-16,3-2-1 16,-3 1 0-16,5 1 0 15,-2-1 1-15,-1 0-1 16,1 3 0-16,-2 0 0 16,-3 0 0-16,0 0 0 0,-2 0 0 15,-2 0 0-15,-1 4-1 16,-1-2 1-16,-1 2-1 15,1-3 2-15,-2 3 0 16,-1-2 1-16,-1 0 2 16,0-1-1-16,2 2-1 0,-1-2 0 15,1 2-1-15,3-3 0 16,-1 3 0-16,1 0-1 16,-1 0 2-16,-1-1-2 15,-4 1 0-15,0 0 0 0,-2 0 0 16,-2 0 0-16,-2-1 0 15,3 1 0-15,1 0 0 16,3 1 0-16,2-1 1 16,1 2-1-16,6-1 0 15,-3 0 0-15,2-1 0 16,0 0 0-16,3-2 0 0,0 0 1 16,-1-1 0-16,3 0 0 15,0 0 0-15,-1 1-1 16,3 0 0-16,-3-1 1 15,-2 3-1-15,0-2 0 16,0-1 0-16,1 2 0 0,4-2 1 16,-1 0-1-16,1 0 1 15,1 0 4-15,2 0-2 16,-4-2-1-16,4 1-1 16,-4 0 1-16,1-1-2 15,-3 2 0-15,2 0 0 0,-2 0 1 16,-1-1-1-16,-2 1 1 15,1 0-1-15,-2 0 1 16,-2 0-1-16,1 0 0 16,2 0 0-16,-1 4 0 15,0 0 2-15,0 2-4 0,1-2 2 16,0 2 0-16,-3-2 2 16,0 2-2-16,-1-2 0 15,0 0 0-15,2 3-2 16,-3-3 4-16,3 1-4 15,-3 2 4-15,0-3-2 0,3 2 1 16,-4-2 1-16,4 2 1 16,-3-3 4-16,4 1-3 15,-1-3-1-15,3 2-1 16,1 0-1-16,1-2 2 16,1 2-3-16,-3 0 2 0,2 1-2 15,-4 1 0-15,1-1 0 16,-1 0 0-16,1-1 0 15,-3 1 1-15,1-1-1 16,0-3 1-16,-1 0-1 16,0 0 1-16,-1 0 0 15,2 0 0-15,2 0 0 0,2 0 0 16,-1 0-1-16,1 0 1 16,0 0-2-16,1 0 1 15,-1 0 1-15,0 0-1 16,-1 0 0-16,2 0 0 15,-2 0 0-15,0 0 0 0,4 0 2 16,0 0-2-16,-1-2 0 16,1 0 1-16,-4-1-1 15,3 0 0-15,-5 0 1 16,2 0-1-16,3-2 0 0,1 1 1 16,1-1-1-16,-1 1 0 15,-1 1 1-15,1-1-1 16,-3 2 0-16,-1 2 0 15,-1 0 0-15,-2 0 0 16,1 0 0-16,-4 0 0 16,1 0 0-16,-1 0 1 0,2 0-1 15,-2 0 0-15,-1-1 0 16,1-2 0-16,-1 3 1 16,0-1-2-16,1-2 2 15,1 2-1-15,0-1 0 16,2 1 0-16,-4-2 0 0,1 1 1 15,-2 0-1-15,1 0 0 16,-1-2 1-16,1 3 0 16,2-2-1-16,-3 0 1 15,5 0-1-15,0 0 0 16,-3 0 0-16,-2 0 0 0,0-1 0 16,0 1 0-16,-2-1 1 15,2 1-1-15,-1-1-1 16,1 4 2-16,5-4-2 15,-3 2 2-15,3 2-1 0,2 0 0 16,-4 0-1-16,3 0 1 16,-2 0 0-16,0 0 0 15,3 0 1-15,-2 2-2 16,1-1 1-16,-2-1 1 16,5 0-2-16,-2 0 1 0,1 0 0 15,0 0 1-15,1 0-1 16,-1 0 0-16,0 0 0 15,1 0 0-15,1 0 0 16,0 0 0-16,1-1 0 16,-5-1 0-16,2 2 0 15,-1-1-1-15,0 1 2 0,0-2-1 16,2 1 0-16,3-2 2 16,2 1-2-16,1-3 0 15,-2 2 0-15,0-1 0 16,-1 0 0-16,-1-2 0 15,-3 3 0-15,2-1 0 0,1 1 1 16,-3 0-1-16,0 1 0 16,3 0 0-16,-1 1 0 15,-2-1 0-15,1 2 0 16,1 0 0-16,-2 0 0 16,3 0 0-16,-3 0 0 0,-2 0 0 15,0 3 0-15,-1 1 0 16,0 2 0-16,0 0 0 15,0-2 0-15,4 1 0 16,-2 0 0-16,2-1 0 16,1 0 0-16,0 2 0 0,0 0 0 15,2-2 0-15,-1 3 0 16,3 0 0-16,-4 0 0 16,1-3-1-16,2 1 2 15,-2-5-2-15,1 3 2 16,0-3-1-16,-1 0 0 0,-1 0 0 15,0 0 1-15,4 0-2 16,0 0 2-16,-1 0-1 16,-2 1 0-16,1-1-4 15,-1 3 4-15,-1 0 2 16,1 0-1-16,1-1-1 16,-1 3 0-16,-1-1 1 0,-2 2-1 15,1-2 0-15,-7 0-1 16,3-4 2-16,-4 2-1 15,1-2 0-15,2 0 0 16,0 0 0-16,4-2 0 0,-2-1 0 16,-1-2 1-16,0-1-1 15,-2-1 0-15,-3 1 1 16,-4-2-1-16,0 0 1 16,-4 1 1-16,-1-4 2 15,-3 1 0-15,1-2-2 16,0-1-1-16,-4-3-1 0,1-1 0 15,1-3 0-15,-1-4-2 16,2 0-3-16,-2-6-9 16,2 0-4-16,0-1-2 15,-4-3 13-15,-1-3 1 16,-3 4 6-16,-4-2 1 16,-4 2 5-16,-2 5 0 0,-2 1 1 15,0 2-3-15,-2 1-2 16,-7 3-3-16,0-2 4 15,-1 3-3-15,-2-1-3 0,-1 2-6 16,-3-2-4-16,-2 0 0 16,-1 1 3-16,-2-1-2 15,-6 4 2-15,3 0 9 16,-3 1 1-16,-1 3-1 16,-2 2 3-16,-1 1 6 15,-2 3-4-15,-1 1 1 0,-2 0-3 16,-3 1 1-16,1 4-1 15,-2-2-1-15,1 1 3 16,-6 0-5-16,3 1 5 16,-2-3-3-16,0 1 0 15,-3 2-1-15,-1-2-1 0,-2 3 1 16,1-3-3-16,-5 2 2 16,1 1 0-16,-1 0 2 15,1 0-2-15,-1 0 0 16,-1 0 2-16,0 0-1 15,-2-1 0-15,1 0-1 0,-3 0 2 16,-3 1-1-16,-1-3 1 16,-4 1-1-16,-1 0 0 15,-3-1-1-15,-2 0 2 16,-2-1-1-16,2 1 0 16,-6 0 0-16,1 2 0 0,-3-1 0 15,-1 2 0-15,-1 0 1 16,-4 0-1-16,0 0 0 15,-2 0 0-15,4 0 0 16,-2 0 2-16,2 0-4 16,-2 0 4-16,2 0-2 0,0 0 0 15,-2 0 0-15,0 0 0 16,2 0 0-16,1-1 0 16,0 1 0-16,1-3-2 15,0 1 4-15,1-2-2 16,-5-1 0-16,-1 3-2 15,1-2 2-15,0 1 0 16,-2 3 0-16,1 0-1 0,-1 0 2 16,0 0-4-16,-2 0 0 15,1 3-2-15,-4 1 2 16,3 1 3-16,1 1-1 16,-2-3 1-16,1 2 0 0,1-1 0 15,0 1-1-15,1 0 2 16,-2-1-1-16,5 2 0 15,2-3 0-15,-1 0 0 16,0-1 0-16,5 1 0 16,-1-3 0-16,-2 3 1 0,1-3 2 15,1 0-1-15,1 0-1 16,2 0 2-16,3 0-2 16,-1 0 0-16,3 2 0 15,1 0 0-15,-1 1-3 16,1-1 4-16,-2 2-2 0,1 1 3 15,-4 0-2-15,4 1 0 16,2-1 0-16,-5 0 0 16,6 0 0-16,-1 2 0 15,-1-4-1-15,1 3 2 16,-3-2-2-16,2 0 0 0,1 1 0 16,2-2 0-16,-1-1 0 15,1 0 0-15,4-1 1 16,-2-1 8-16,2 0-1 15,1 0-1-15,-4 0 1 16,1 0-2-16,-2 0 1 0,0 0-3 16,-1 0-2-16,1 0-1 15,0 0 0-15,2 0 1 16,0 0-1-16,-1 0-1 16,-1 0 0-16,0 0 1 15,-2 0-1-15,-1 0 1 16,-1 0-1-16,3 0-1 0,-4 1 2 15,3 1-1-15,0 1 0 16,-1-2 1-16,2 2-1 16,-1 1 0-16,-3-1 0 15,1 0 1-15,1 0-1 16,-2 0 0-16,2-1 0 0,0 2 0 16,2-2 0-16,1 1 0 15,2 0 0-15,0-2 0 16,2 1-1-16,-3-1 1 15,3-1 0-15,-1 0 0 0,3 0 0 16,0 0 0-16,-1 0 0 16,3 1 0-16,1 0 0 15,2 0 0-15,0 0 0 16,1 1 0-16,2-1 0 16,1 1 0-16,-2 2 0 15,2 1 0-15,0-1-1 0,0 1 1 16,-2-2-1-16,1 3 0 15,1-2 1-15,0 0 0 16,0-1 0-16,-2 1-1 16,0-1 1-16,-1 1 0 15,2 1 0-15,-3 0 0 0,0-2 0 16,2 1 0-16,0 0 0 16,0-2 0-16,3 1 0 15,-1 0 0-15,0-2 0 16,3-1 1-16,-3 3-1 15,-1-3 0-15,0 0 0 0,0 3 0 16,2-3 0-16,1 1 0 16,-2-1 0-16,3 2 0 15,-3-1 0-15,2-1 0 16,2 3 0-16,-2-2 0 16,2 1 1-16,2-2 0 15,-2 0 0-15,-1 0 0 0,2 0 0 16,0 0 0-16,2 1 0 15,-3-1-1-15,4 0 0 16,-1 1 0-16,2-1 0 16,-2 0 2-16,1 0-2 0,2 0 0 15,2 0 1-15,1 0-2 16,2 0 2-16,3-2-1 16,-2-1 0-16,0 0 2 15,-2 0-2-15,0-1 0 16,-1 0 0-16,-1-1 0 0,0 0 0 15,1-1 0-15,-4 2 0 16,1-2 0-16,-6 2 0 16,-1-2 0-16,2 2 1 15,-3 0 1-15,0-5 0 16,4 2 1-16,-2-3-1 16,2-1 1-16,-4-2-2 0,1 0-1 15,0 1 1-15,1 0-1 16,-2-1 0-16,1 2 0 15,2-2 0-15,-3 3 1 16,4 0-1-16,-4 2 0 16,3-1 1-16,-2 4-1 0,-1 0 0 15,-2 2 1-15,-1 2-1 16,-1 1 0-16,0 0-1 16,-2 0 1-16,0 7 0 15,2 0 0-15,2 2 0 16,-4 1 0-16,4 1-1 0,0 2 1 15,2-2 0-15,4 2 0 16,-3 0 0-16,6 1 1 16,-2 0-2-16,0 2 1 15,2 1-1-15,-1 0 2 16,2 1-1-16,0 0 0 0,4 1 0 16,-3 0 0-16,3 1-1 15,0-2 1-15,3 5 0 16,0-3 0-16,-1 1 0 15,7 2 0-15,2-1 0 16,2-2 0-16,3 2 1 0,1-1-1 16,3-1 0-16,1 1-1 15,0 0 2-15,3 1-1 16,3-4-1-16,0 3 1 16,1-2 0-16,4 1-1 15,2-2 1-15,3-2-1 0,3 2-1 16,0 0 1-16,0 0-1 15,3-1 0-15,5-1-1 16,3 1 0-16,1 0 0 16,1-2 0-16,3 1 2 15,-1 0 1-15,3-1-1 0,2 1 0 16,2-3 0-16,1 0-1 16,4-2 3-16,2-1-3 15,2-2 4-15,1-1-1 16,3 0 0-16,1 0 0 15,-1 1 0-15,-1-2-1 16,1 0 0-16,0 1 1 0,0-2-2 16,1 0 1-16,-1 0-1 15,1-1 2-15,2-1 0 16,-2-2-1-16,0 2 0 16,0-3 0-16,-1 0 3 0,-1 0-3 15,1 0 0-15,4 0 0 16,-1 0 0-16,0 0 1 15,2 0 1-15,1 0-2 16,-2-1 0-16,1-1 0 16,-2 1 0-16,1-1 1 15,-2 0-1-15,2 0 0 0,0 2 0 16,2 0 1-16,-1 0-1 16,-2 0 0-16,3 0 0 15,-5 0 0-15,3 0-1 16,-1 4 2-16,1-2-1 15,1-1 0-15,4 1 0 16,-1-1 0-16,1-1 0 0,4 0 0 16,-2 0 0-16,0 0 0 15,2 0 0-15,-1 0 0 16,0 0 0-16,0 0 0 16,-3 0-1-16,4 0 1 15,-4 0 0-15,3 0 1 0,0 0-1 16,5 0 0-16,0 0-1 15,1-1 1-15,3-2 1 16,-2 1 0-16,2-2-1 16,1 3 0-16,-1-2 1 0,2 0-1 15,0-1 0-15,0 4 0 16,3-5 1-16,-1 1-2 16,-1 0 2-16,1 2-2 15,0 1 2-15,-2-1-1 16,-3 2 0-16,-1 0 0 15,2 0-1-15,-2 0 2 0,2 0-1 16,-3 3 0-16,3-1 1 16,-2-1-1-16,2 2 0 15,-3-3 0-15,3 3 0 16,-4-2 1-16,2 2-1 0,-1-1 0 16,-2-2 0-16,1 3 0 15,-3-3 0-15,3 0 1 16,1 0-1-16,-2 0-1 15,3-3 1-15,0 0 1 16,0-3-2-16,1-1 3 16,1 0-2-16,0 1 2 0,2-1-2 15,-2 0 2-15,-2 3-2 16,1-3 1-16,-1 1-2 16,0 0 1-16,2-2-2 15,-5 0 2-15,3 0 2 16,-2-2 0-16,-2 2 2 0,2-2-2 15,-3 4 2-15,2 0-1 16,-3 1-1-16,-6-1-1 16,1 2 0-16,-6 1-1 15,-1-1 0-15,-6 1 1 0,-2 0-1 16,0 2 0-16,-1 1 0 16,-1 0 0-16,0 0-1 15,3 5 0-15,-6 1-11 16,-7-5-99-16</inkml:trace>
  <inkml:trace contextRef="#ctx0" brushRef="#br0" timeOffset="12859.5">2932 6146 9 0,'-8'0'2'0,"3"0"0"0,-1 0 0 16,-2 0 5-16,4 0 6 16,-2 0 1-16,1 0 1 15,1 0-4-15,-2 0-2 16,3-1-4-16,-2 0-4 15,3-1 0-15,-2 1 0 0,1-2 2 16,1 0 5-16,-2 2 1 16,2-2-1-16,-3 0-2 15,-2 0-2-15,0 3 0 16,-1 0-3-16,-1 0 2 0,-3 0-2 16,-1 0-1-16,-1 0 0 15,-1 4 1-15,-3 1-1 16,3-1 1-16,-3 0 0 15,2 1-1-15,0 0 0 16,1 2 2-16,-1 2-4 0,3-1 2 16,1 1-3-16,1 2 4 15,0-1 0-15,0 2-1 16,2-1 0-16,0 1-1 16,0 0 2-16,0 2-2 15,1 2 2-15,1-2-2 0,-1 4 1 16,4-1 0-16,0 1 0 15,-1 0 0-15,3-1 0 16,-2 2 0-16,2-1 0 16,-1 1 0-16,2 0 0 15,0 1 0-15,-2 3 0 16,3-2 0-16,-2 0 0 0,2 1 0 16,0-1 0-16,0 0 0 15,0-5 1-15,5 4-2 16,2-5 0-16,2 1 0 15,2-1 0-15,2 0 0 0,0-1 1 16,1 2-2-16,2-1 1 16,2 1 2-16,-1-2-2 15,1 0 0-15,3-1 2 16,0-3-1-16,2 0 1 16,0-3-1-16,1-1 1 0,-2 0-1 15,3-4 0-15,0 1 1 16,-1-3-1-16,-2 2 1 15,3 0 0-15,-3-2-1 16,3 2 1-16,-5-1-1 16,2 1 1-16,1-1-1 15,-2-1 0-15,2 0 0 0,0 0 0 16,4 0 1-16,-2-1-1 16,2-4 0-16,4-2 1 15,-2-1-1-15,0 2 0 16,2-2 0-16,-2-1 2 15,0 5-2-15,0-2 0 0,-4 1 1 16,1 2-1-16,-1-1 0 16,-2 1 0-16,-2 0 0 15,4 1 0-15,-2-1 0 16,0 2 0-16,0-2 0 16,4 2 0-16,-2-1 0 0,4-2 1 15,-2 1-1-15,0-1 0 16,2-2 0-16,0 2 0 15,-5 0 1-15,3-2-1 16,-2 3 0-16,2-1-1 16,0 3 2-16,0 0-2 0,2-1 1 15,2 1 0-15,-2 1 1 16,2 0-1-16,-1 0 0 16,1 0 0-16,-3 0 0 15,1 0 0-15,0 0 0 16,-2 0 0-16,2 3 0 0,0-1 0 15,0 0-1-15,0 0 2 16,1 1-1-16,1 0 0 16,-2-2 0-16,2 2 0 15,-1-1 0-15,-1-1 0 16,4-1 0-16,-4 2 1 16,0-1-1-16,3 0 0 0,1 2 1 15,0-1-1-15,1-1 1 16,-1 2-1-16,3-1 0 15,-3 0 1-15,0 0-1 16,2-1 0-16,-1-1 1 16,3 0 0-16,-1 0 0 0,4 0 0 15,-1 0 1-15,1-3 0 16,0 3-2-16,0 0 0 16,-2 0 1-16,0 0-1 15,-2 0 0-15,1 0 0 16,2 6 0-16,-1-2 0 0,2 3 0 15,-2-2 0-15,2 0 0 16,0 0 0-16,-2-3 0 16,-3 1 0-16,4-1 0 15,-1-1 1-15,0-1-1 16,0 0 0-16,1 0 1 16,1 0 0-16,-3 1-1 0,1 1 0 15,0-1 2-15,0 2-2 16,-2-1 0-16,2 2 0 15,0-3 0-15,2 3 1 16,0-1-1-16,-2 0 0 0,1 0 0 16,-5 0 0-16,3 0 0 15,-4-1 1-15,1 0-1 16,1-1 1-16,3 3-1 16,1-4 2-16,1 3-2 15,2-1 1-15,-1-1-1 0,3 1 0 16,-2-1 0-16,2-1 1 15,2 0-1-15,1 0 0 16,2 0 1-16,0 0-1 16,1 0 0-16,1 0 0 15,0 0 0-15,1 0 0 16,1 0 1-16,1-1-1 0,2-1 1 16,-2 1-1-16,4-1 0 15,-3-3 0-15,3 2 0 16,1-3 0-16,1-1 1 15,0-1-1-15,1 0 0 16,-1 1 1-16,0 2 1 0,3-1 3 16,-4 2-1-16,3-1-1 15,-1 3-2-15,3 0 0 16,-4 1-1-16,1 1 2 16,1 0-2-16,1 0 0 15,-3 0 0-15,0 0 1 0,3 0-1 16,0 0 0-16,-3-2 0 15,0-2 0-15,3 1 2 16,-1 0-2-16,1-2 0 16,0 2 0-16,2-3 0 15,1 2 0-15,1 0 0 0,1-1 0 16,-3 0 0-16,0 2 0 16,-1-2 0-16,-1 1 0 15,-1 1 0-15,1-1 0 16,-3 0 0-16,0 1-2 15,3-4 2-15,-2 0 0 0,3 0 0 16,-1-3 0-16,-1 2 0 16,-1-1 0-16,-1-1 0 15,-2 0 0-15,-1-1 0 16,-1 1 2-16,-2 0-2 16,1 1 0-16,1 3 0 0,-1-3 1 15,-2 3 0-15,1 0 0 16,-2 2-1-16,-2-2 0 15,-2 2 0-15,-2 0 1 16,0 1-1-16,-4-3 0 16,-1 2 0-16,-5 0 1 0,2-1-1 15,-3 1 0-15,-1-1 0 16,4 3 1-16,-5-2-1 16,3 1 0-16,-1-1 0 15,1 2 0-15,0-1 1 16,0 1-1-16,0 0 0 0,-3-1 0 15,3 2 0-15,-5 1 0 16,3 0 1-16,-3 0-1 16,0 0 0-16,0 0 0 15,1 0 0-15,-3-3 2 16,0 0-2-16,1 2 1 0,1-2 2 16,2 0 1-16,-1 2-2 15,3-1 1-15,1 2-3 16,3 0 1-16,-2 0-1 15,-3 0 0-15,3 3 0 16,-6 4 0-16,1-1 0 16,-1 1 0-16,-2-1 0 0,0 0 0 15,-2 0 1-15,-2-1-1 16,-1 0 0-16,0 0 0 16,1 1 0-16,-2-1 0 15,-1 2 0-15,0 2 0 16,-5 2-4-16,-5-1-27 0,-8-1-62 15</inkml:trace>
  <inkml:trace contextRef="#ctx0" brushRef="#br0" timeOffset="15551.37">8954 6793 74 0,'11'0'2'0,"-1"-5"-1"0,3 1 5 0,0-1-2 16,5 0-3-16,0 1 0 16,-1 1 1-16,1-1-2 15,2 1 1-15,-1 0 1 16,1 3-1-16,1-1-1 16,0 1 1-16,2 0-1 0,2 0 1 15,2 0-1-15,1 4 0 16,0 0 0-16,2 3 0 15,1-2 0-15,0 0 0 16,2 2 0-16,1-2 2 16,3-1 0-16,1 2 4 0,1-2-1 15,3 0 2-15,0-1-2 16,2 1-1-16,1 0 0 16,-1 2-2-16,2 0-1 15,-1 0-1-15,3 1 1 16,-1 0 0-16,4-2 0 0,-2 1-1 15,2 0 1-15,3-3 1 16,1-1 3-16,2 1-1 16,3-1 0-16,0-2 1 15,3 2 1-15,-2 0 3 16,3-1-5-16,-3 2-3 0,4-1 0 16,-3 2-1-16,3-3 0 15,-2 2 2-15,0-3-2 16,1 0 0-16,-3 0 0 15,1 0 1-15,-2 0-1 16,-1-3 1-16,1 2 0 0,-5-3 0 16,1 2 0-16,-2 2-1 15,0 0 0-15,-5 0 0 16,2 0 1-16,-1 0-1 16,-1 0-1-16,2 0 2 15,-1-3 0-15,-4 2 1 16,1-3 3-16,0-1 2 0,-2 1 2 15,-2 0-4-15,0-2 0 16,5 3-1-16,-4 0-1 16,1-1-1-16,2 3-2 15,-2-1 0-15,-2 2 0 16,0 0 1-16,1 0-1 0,0 0 0 16,-1 5 0-16,1 0 2 15,-1 1 0-15,-1 3 1 16,-2 0 0-16,3-1 0 15,-2 0 0-15,2 1-1 0,5-2-1 16,-2 0-1-16,1-2 1 16,3 1 0-16,1-1 0 15,-3-3-1-15,2 1 2 16,2 0-2-16,-1 0 0 16,-1-3 0-16,3 0 1 15,-1 0-2-15,1 0 2 16,-1 0-1-16,4 0 0 0,2 0 0 15,-2 0 0-15,0-3 1 16,1 0-1-16,-3 2 0 16,0-2 0-16,0 0 0 15,-4 0 0-15,2-3 1 0,0 1-1 16,-3 1 0-16,1-1 3 16,1 1-1-16,-2-2-2 15,3 2 0-15,-2-2 0 16,1 2 0-16,-1 0 0 15,-3 0 0-15,0-1 0 0,-4 3 0 16,3 0 0-16,-1-2 0 16,-2 4 0-16,1-1 0 15,-2-1 0-15,0 1 0 16,0 1 1-16,0-2-2 16,3 2 1-16,-1-1 1 15,1 1-1-15,-2 0 0 0,1 0-1 16,-2 0 2-16,0 0-1 15,2 0 0-15,0 0 0 16,1 0 0-16,0 1 0 16,2 1 0-16,-1-1 0 0,0-1 0 15,0 0 0-15,0 2 0 16,0-2 0-16,3 1 0 16,-3-1 0-16,2 0 0 15,-2 0 0-15,2 0 0 16,-1 3 0-16,0-2 1 0,1 1-1 15,0 0 0-15,2 1 0 16,-3-1 0-16,1 0-1 16,-3-1 2-16,2 0-1 15,-3-1-1-15,2 0 2 16,-1 0-1-16,3 1 0 16,-3-1 0-16,2 2 0 0,-3-2 1 15,-1 1-1-15,2-1 0 16,0 2 3-16,3-1-1 15,0-1-2-15,1 1 2 16,0 1-2-16,-2-2 0 16,0 1 0-16,-3-1 1 0,1 2-1 15,-3-1-1-15,-1 2 2 16,2-3-1-16,-1 2 0 16,2 0 0-16,0-2 0 15,1 2 1-15,0-1-1 16,-1 2 0-16,1-2-1 0,0 2 2 15,-1-1-2-15,-1-2 2 16,0 2-2-16,0-1 1 16,-1-1 1-16,1 0-1 15,1 1 0-15,-2-1 0 16,1 0 0-16,-1 0 0 0,0 0 0 16,1 1 0-16,-1 1 0 15,0-2 1-15,1 0-1 16,-1 0 0-16,4 0 0 15,-4 0 1-15,1 0 1 16,-3 0-1-16,0 0-1 0,-2-5 2 16,0 1-1-16,-2 1 1 15,0-1 0-15,-2-2-1 16,0 2 0-16,0-3 0 16,-4 3-1-16,0-3 1 15,-2 0-1-15,0 0 1 16,-2-1 0-16,-1 0 0 0,1-2 1 15,-4 0-2-15,3 0 0 16,-1 0 0-16,-1 0 0 16,-2-3 1-16,1 1-1 15,-3-1 0-15,-1-3 1 16,0 0 1-16,-1-2 0 0,-1 1-2 16,-1-3 1-16,0 0-1 15,-3 0 0-15,0 2 0 16,-3 2 0-16,-1-1 0 15,-2 5 1-15,-1-3 0 16,-2 2 4-16,0-1 0 0,-1 1-2 16,-1 1-2-16,0-4-1 15,0 3-1-15,-1-2 2 16,0-1-2-16,0-1 0 16,0 3-1-16,0-2-1 15,0 0 2-15,0 1 2 0,-3-1 1 16,-1 4 0-16,0-3-2 15,-1 1 0-15,2 1 1 16,-2 3-1-16,0-1-1 16,-2 0-1-16,1-1 2 15,-4 4-2-15,-1-2 2 16,-1 1-1-16,-1 2 2 0,-2-1-1 16,-3 1-1-16,-1 1 0 15,-1-1 0-15,-4 1 1 16,-3-1 2-16,-6 1-5 15,-1 1 3-15,-9 2-1 16,-2-1-2-16,1 2-1 16,-1 2-11-16,5 0 6 0,4 0-6 15,7 2-20-15,7 2-44 16</inkml:trace>
  <inkml:trace contextRef="#ctx0" brushRef="#br0" timeOffset="16093.15">19536 6450 38 0,'2'0'2'0,"-1"0"10"0,0 0 28 15,3 0 10-15,4 0-21 0,1-7-12 16,9-1-3-16,7-2 0 16,9-3-7-16,7-4-5 15,9-3-6-15,3-5-84 16</inkml:trace>
  <inkml:trace contextRef="#ctx0" brushRef="#br0" timeOffset="19732.08">6983 6913 72 0,'0'0'2'0,"0"0"5"0,0 0 11 15,0 0-6-15,0 0-4 16,0 0 0-16,0 0-3 16,0 0-3-16,0 0-1 15,0 0-1-15,0 0 1 16,-44-25-2-16,34 25 1 15,1 0 0-15,-5 3 0 0,-1 2-1 16,-1 3 1-16,1 1 0 16,-3 0 0-16,2 2 0 15,0 1 0-15,1 0 0 16,-1 1 1-16,3 1-1 16,-1-1 0-16,3 0 0 0,0 1 1 15,0 0-1-15,2 1 0 16,-2 0 0-16,1 2 0 15,2 4 0-15,-1-2 0 16,0 2 0-16,4 3 0 16,-3-1 0-16,5 2 0 0,-1 1 0 15,2-2 0-15,-2-1 0 16,3 1 0-16,0-1 0 16,1-3 0-16,0 1 1 15,0-1-2-15,0 3 1 16,0 0 1-16,3 2-1 0,4-1 0 15,-2 2 0-15,5-3 0 16,0 1 0-16,-2-2 0 16,3-2 0-16,1-1 1 15,1-1-2-15,-1-1 2 16,1-1-1-16,0 1 0 0,1-3 0 16,1 0 1-16,1 0-1 15,2 1 1-15,4-1-1 16,-3-3 0-16,5 3 0 15,-2-4 0-15,0 2 0 16,1-2 1-16,-2 1-1 0,3-2 0 16,2-1 0-16,-1-1-1 15,0-2 2-15,4 0-1 16,-1-3 1-16,4-1 1 16,-1-1-1-16,3 0 0 15,0 0 0-15,1 0 0 16,-1-1 0-16,1-1-1 0,-1-2 1 15,-1 1 0-15,0-1-1 16,1 2 1-16,0-2-1 16,0 1 0-16,1 3 1 15,1-2-1-15,-2 1 0 0,1 1 0 16,-2 0 0-16,3 0 0 16,-3 0 0-16,2 0 0 15,-1 0 1-15,3 0-1 16,-1 0 0-16,2 0 0 15,3 0 1-15,0 0-1 16,1 0 2-16,0 0 0 0,-2 0 0 16,-1-1 2-16,2 1-3 15,-3 0 1-15,2-3 0 16,3 3 1-16,1-3-1 16,-1-1 1-16,4 1 1 0,-3 0-2 15,1-1 0-15,-3 3 0 16,0-2 1-16,-1 1 2 15,1-2 0-15,0 1-1 16,0 2-1-16,0-2-2 16,1 2-1-16,-1-2 0 15,3 3 0-15,-3-1 1 0,2 0-1 16,2 0 0-16,2-2 0 16,-2 2 1-16,2 1-1 15,-3-2 0-15,0 2 0 16,2 0 0-16,-1 0 0 15,1 0 0-15,3 0 0 0,1 0 0 16,-3 0 1-16,2 0-2 16,2 0 1-16,0 0 1 15,2-1-1-15,-1-1 0 16,3-2 0-16,2-3 1 16,2 3-1-16,1-2 2 0,3-1-1 15,1 1 0-15,0 2 0 16,-1-1-1-16,1 0 0 15,-2 1 0-15,1 0 0 16,0 1 0-16,-2 1 0 0,3-2 1 16,-3 1-2-16,1 0 2 15,2 1-1-15,-2-1 0 16,3 0 0-16,1-1 0 16,0 1 0-16,1-2 0 15,1 0 0-15,2-1 0 16,0 1 0-16,-2-1 2 0,4 2-1 15,0-2 5-15,-1 0 1 16,0 2-4-16,4-1-1 16,-2 3-1-16,1-1-1 15,1 0 1-15,0 2-1 16,1 1 0-16,-2 0 0 0,1 0 0 16,-3 0 0-16,2 0 0 15,-1 0 0-15,-1 0 0 16,3 0 0-16,-2 0 0 15,3 0 1-15,0 0-1 16,-2 0 1-16,2 0-1 0,-1 0 1 16,0 0-1-16,-3 0 0 15,6 0 0-15,-5 0 0 16,4-2 0-16,-2 0 2 16,4 0-2-16,1-1 0 15,-3 2 1-15,0-2 0 16,1 0 0-16,2 2-1 0,1-1 0 15,-2 2 0-15,1 0 0 16,-1 0 0-16,1 2 0 16,-2 2 0-16,-4 3 0 15,2 0 0-15,0 0 1 0,-3 2-2 16,4-1 1-16,-1 2 1 16,3 0-1-16,1 0 0 15,1-1 0-15,-2-1 0 16,-2-1 0-16,-1-4 0 15,3 1 0-15,-2-2 1 0,-3-1-1 16,2 1 0-16,1-2 0 16,0 6 0-16,-1-4 0 15,-4 1 0-15,-3 1 0 16,0-1 0-16,-2 0 0 16,-3-1 0-16,-2-1 0 15,1-1 1-15,-1 1 4 0,-1-1 1 16,1 0-4-16,-5 2-1 15,1-1-1-15,-3-1 1 16,-3 0-1-16,0 0 0 16,-4 0 1-16,-2 0 0 15,-2 0 0-15,0 0 4 0,0-3-2 16,-3-1 0-16,0-2-1 16,-1 1 2-16,-1-1 0 15,0-3 1-15,-4 2-1 16,3-3-1-16,-2-1 0 15,-1-2 0-15,0 1-2 0,-3-3 1 16,0-2-2-16,-4-1 3 16,-2-3-3-16,-2-2 0 15,-4 0 1-15,0-3 0 16,-4 1 2-16,-1-2 0 16,-3 3-1-16,-1-2 2 0,-2 2-1 15,-4 1 2-15,-1 1-1 16,-1-1 1-16,-2 0-3 15,-2 0-2-15,0 2-1 16,0-3 0-16,-2 1 0 16,-7 2-5-16,-1 0 6 0,-2 1 0 15,-2 1 2-15,-3-1 0 16,-2 3-4-16,-6-1 2 16,-5 2-2-16,-13 2 1 15,-17 3-8-15,-21 1-19 16,-30 0-32-16,-30-6-59 0</inkml:trace>
  <inkml:trace contextRef="#ctx0" brushRef="#br0" timeOffset="28359.62">8600 8001 103 0,'0'0'3'0,"0"0"3"0,0 0-1 0,0 0-3 16,0 0-1-16,0 0 2 15,0 0 7-15,0 0-2 16,0 0 6-16,0 0-4 0,0 0 0 16,-10-20-3-16,10 20-3 15,0 0-3-15,0 0-1 16,0 0-3-16,0 0 4 15,0 3 1-15,0 5-2 16,0 0 1-16,2-1 0 16,4 0 0-16,-2 0 0 0,4-1 1 15,0-3 1-15,4-3 3 16,4 0 11-16,8-16 8 16,6-6-7-16,9-10-10 15,10-4-3-15,7-9-4 16,5-6 0-16,3-2-35 0,4-5-149 15</inkml:trace>
  <inkml:trace contextRef="#ctx0" brushRef="#br0" timeOffset="29022.16">11989 7924 126 0,'0'0'42'0,"0"0"-40"0,0 0 2 0,0 0 6 15,0 0-7-15,0 0-1 0,0 0 2 16,0 0-2-16,0 0 1 16,0 0-3-16,0 0 0 15,0 0 0-15,29 6 1 16,-9-12 5-16,7-11 3 0,6-5 3 15,10-7-2-15,9-6-9 16,10-5-7-16,2-5-30 16,2-5-47-16</inkml:trace>
  <inkml:trace contextRef="#ctx0" brushRef="#br0" timeOffset="29697.73">15257 7835 141 0,'0'0'1'0,"0"0"2"0,0 0 1 0,47-33 5 0,-29 19-1 16,-1 0 4-16,3-2 2 15,3 0 2-15,1-2-6 16,3 0-5-16,6-2-5 16,3-1-5-16,3-5-50 0</inkml:trace>
  <inkml:trace contextRef="#ctx0" brushRef="#br0" timeOffset="38463.57">4535 9474 58 0,'0'0'1'0,"2"-3"3"0,-2 0 3 16,3 2 1-16,-3-2 1 15,0 2-1-15,0 1-1 16,0 0-2-16,0 0-3 0,0 0 0 16,0-2 0-16,0 2 1 15,0 0 4-15,0 0 2 16,0-1 0-16,0 1-1 16,0 0-6-16,0 0-2 15,0 0-1-15,0 0 0 16,0 0 1-16,4 0 0 0,1 0 0 15,1 0-1-15,1 0 1 16,2 0 0-16,-2 0 0 16,2 0 0-16,1 0 0 15,4-3 0-15,-1 3 0 16,1 0 0-16,1 0 1 0,1-1-1 16,4 1 1-16,0-1-2 15,1 1 2-15,-1 0-2 16,6-1 1-16,-1 1 0 15,0-1 0-15,0-1 0 16,4 0-1-16,-3-1 2 0,1 0-1 16,4 0 0-16,-2 0 0 15,2-2 1-15,0 1-1 16,1-2 0-16,-3 1 0 16,2 0 4-16,-2-1 0 15,-1 0 0-15,0 1-1 16,-1 2 0-16,0 0-1 0,0 1-1 15,-3 0 0-15,3 2-1 16,2-2 1-16,0 2 0 16,0 0-1-16,1 0 0 15,1 0 1-15,0 0-1 16,0-1 1-16,-1 1-1 0,1-2 1 16,-4 2-1-16,2-1 1 15,0 1 0-15,-2 0 0 16,2 0 1-16,0 0-2 15,0 0 0-15,-1 0 1 16,3 0-1-16,-1 3 1 0,1 0-2 16,-2-1 2-16,0 0-1 15,2-1 1-15,-2 1 1 16,3-1 0-16,3-1 0 16,0 0 0-16,-2 2 0 0,5-1-1 15,-5 0 1 1,3 1-2-16,0-1 1 0,0 1 0 15,2-1 0-15,-2-1-1 16,3 0 1-16,1 1-1 16,2-1 1-16,0 0-1 15,3 0 0-15,-1 0 0 0,1 0 1 16,0 0-1-16,6-2 1 16,-2-1 0-16,1-1-1 15,3 1 2-15,-2-2-2 16,1-2 0-16,-1 2 0 15,0-2 1-15,1 0-1 0,0-1 0 16,0 0 2-16,1 2 0 16,0-1 2-16,-2 4-2 15,-2-1 1-15,3 1-3 16,-1 0 2-16,3 2-2 16,-4-2 0-16,2 1 1 0,0-1 0 15,-2 0-1-15,-2 0 0 16,2 0 1-16,-4 1 0 15,1-2-1-15,-2 4 1 16,-2 0 1-16,-1 0-1 16,-2 0 1-16,-1 4-2 0,3 1 1 15,0-2-1-15,1-2 2 16,1 2 2-16,1-2 3 16,0-1-1-16,2 0-2 15,-2 1 0-15,4 0-2 16,-2 0 0-16,6-1 1 15,-1 3-1-15,1-2 1 0,1 1-2 16,0-1 0-16,2 1-1 16,0 0 1-16,1 0 0 15,1-1-1-15,-1-1 0 16,3 0 0-16,2 0 0 0,-2 0 0 16,3 0 1-16,0-4-1 15,2-2 0-15,-1-1 0 16,4 0 0-16,1-1 0 15,-2 1 0-15,4 0 0 16,-4 2 1-16,5-2-1 16,-3 3 0-16,-2-2 0 0,2 3 0 15,-1 0 0-15,-1 1 1 16,2-1-2-16,2 1 2 16,-1 0-1-16,1 0 0 15,1 2 0-15,2 0 0 0,-3 0 0 16,-1 0 0-16,0 0 0 15,-1 2 1-15,-1 0-2 16,-1 1 1-16,-2 1 1 16,-2-1-1-16,3 3 0 15,-2-3 0-15,0 1 0 16,1-1 0-16,0 1 1 0,-4-3-1 16,3 2-1-16,-2 0 2 15,2-3-1-15,0 3 3 16,-1-3-1-16,3 1 0 15,1 0 0-15,1-1 0 16,-1 0-1-16,2 0-1 0,2 0 2 16,-1 0-2-16,2 0 1 15,3 0 0-15,-1 0-1 16,-1 0 2-16,4 0-2 16,-4 0 0-16,4-1 0 15,-3 1 0-15,1-1 0 0,0 1 1 16,2-3-2-16,1 3 2 15,0-3 0-15,1 2 0 16,-3-2 0-16,2 0-1 16,-2 0 0-16,-2 1 1 15,-4-1-1-15,1-3 0 0,5 3 2 16,-3-1-1-16,1 0 1 16,3-2-1-16,3 2 0 15,-2-1-1-15,2-1 2 16,-2 1-2-16,-1 0 1 15,-2 0-1-15,-1 2 1 16,0-1 1-16,-3 2 1 0,0 0 1 16,2-1 0-16,1 2-3 15,-1-1 1-15,-2-1-1 16,1 2-1-16,2-2 2 16,-3 2-3-16,0-1 2 0,-1 2 0 15,0 0 1-15,-1 0-1 16,0 0 0-16,-1 0 0 15,-1 0-1-15,-1 0 0 16,-1 0 0-16,0 0 0 16,1-1 2-16,1-2-2 0,-1 1 0 15,-2 2 0-15,1-1 0 16,0 1 1-16,-4 0-1 16,2 0 0-16,1 0 0 15,-4 0 0-15,1 0 0 16,1 0 0-16,-1 0 0 0,-1 1 0 15,1 1 1-15,1 1-1 16,-3-1 1-16,-1 3-1 16,0-2 1-16,0 1 0 15,-1 0 0-15,1-1 0 16,1 1-1-16,3-1 0 16,0 1 1-16,3-1-1 0,3 0-1 15,-1-1 2-15,0 1-1 16,4-1-1-16,-1 2 1 15,0-1 0-15,-1-1-1 16,-1 2 1-16,3 0-1 16,-2-1 0-16,2 1 1 0,3-4 0 15,0 2 1-15,6-1-1 16,0-1 0-16,1 0 1 16,1 0-1-16,3 0 0 15,1 0 0-15,2 0 0 16,0 0 0-16,-2-1 0 0,2-1 1 15,-1 1-1-15,0-2 1 16,-1 3-1-16,0 0 1 16,-1 0 0-16,1 0-1 15,-1 0 0-15,-2 0 0 16,-1 0 0-16,-1 0 1 0,-2 0-1 16,-3 0 1-16,0-1-2 15,-1 1 2-15,0-2-1 16,-3 2 3-16,-2-1-1 15,-1 0 1-15,-3-1 4 16,-3 2 2-16,-2-1 2 0,-3 0-6 16,-4-1-1-16,-1 2-2 15,-6 0-1-15,0 0-1 16,-10 0 0-16,-3 0-2 16,-6 0-12-16,-6-2-16 15,-5-5-17-15,-12-6-75 0</inkml:trace>
  <inkml:trace contextRef="#ctx0" brushRef="#br0" timeOffset="39447.3">2573 10176 12 0,'-10'0'38'0,"4"-5"-37"0,-3-5 1 0,1 2-1 16,-4-1 1-16,-1 1 1 15,-1 1 4-15,-3 1-2 16,0 0-1-16,0 1-3 0,-1 1-1 16,1 1-15-16</inkml:trace>
  <inkml:trace contextRef="#ctx0" brushRef="#br0" timeOffset="41374.46">2077 10228 114 0,'0'0'6'15,"0"0"1"-15,0 0 3 0,0 0-3 16,0 0-5-16,0 0-1 16,0 0-1-16,-39-11 0 15,39 9 3-15,0 2-1 16,0-1-4-16,0 1-4 15,0 0 7-15,2 0-1 0,1 0 0 16,2 0 0-16,1 0-1 16,-1 0 2-16,1 0-1 15,3 0 0-15,-1 0 0 16,2 0 0-16,-1 0 1 16,1 1 0-16,1 1-1 0,-1-1 0 15,2-1 0-15,-1 0 0 16,3 0 0-16,-1 0 0 15,0 0 0-15,3 0 0 16,-1 0 1-16,-1 2 0 16,1-1-1-16,-1-1 0 15,-1 3 0-15,-1-2 0 0,1-1 1 16,-2 1-2-16,1 1 1 16,0-2 0-16,0 0 0 15,1 0 1-15,-2 0 1 16,3 0 0-16,-1 0 1 0,5 0 0 15,-3-3-1-15,4-1-1 16,1 1 1-16,-3 2-2 16,6-3 0-16,-6 2 1 15,4 1-1-15,-1 1 0 16,-2 0 0-16,2 0 0 0,-1 0 0 16,2 0 0-16,2 0 1 15,2 0-1-15,1 0 0 16,3-2 0-16,1 1 0 15,3-1 1-15,0 2-1 16,1-1 2-16,0 1-1 16,1 0 0-16,-2 0 0 0,-1 0-1 15,1 0 0-15,-2 3 1 16,5 0 0-16,-1-2 0 16,4 2 2-16,1 0 1 15,3-2-1-15,-1-1 0 0,3 0-2 16,-2 2 0-16,3-2-1 15,-1 1 1-15,0-1 0 16,2 0 1-16,-1 2-1 16,0-1 1-16,-2 0-2 15,3-1 2-15,-2 0 0 0,2 0 1 16,-1 0 0-16,2 0-1 16,0 0 0-16,4 0-1 15,-2 0 0-15,-2 1 0 16,4 1 0-16,-1-2-1 15,5 0 1-15,0 2-1 0,-2-1 1 16,2-1-2-16,-1 0 2 16,-3 0-1-16,-1 2 0 15,-4 0 1-15,2 0-1 16,-2 1 0-16,0-1 2 16,-3 2-2-16,4-2 0 15,1 0 1-15,0-1 0 0,3 3-1 16,2-4 1-16,-1 2 0 15,1-1 0-15,-1-1-1 16,1 0 1-16,-1 2-1 16,-1-1 1-16,2 1 0 15,-4 0 1-15,2 0-2 0,-2-1 0 16,-2 2 0-16,2-2 0 16,-3 2 1-16,4-3-2 15,-1 3 2-15,-2-2-1 16,2-1 0-16,-4 0 0 15,2 0 2-15,-2 0 0 0,2 0 0 16,3 0 0-16,-6 0-1 16,6 0 0-16,-6 0 0 15,4 0 0-15,-4 0-1 16,4 0 1-16,-2 0-1 16,2 0 2-16,-3 0-2 0,2 0 1 15,1 0-1-15,-2-1 0 16,2-5 1-16,0 2-1 15,0-3 1-15,0-2-1 16,-2 3 2-16,3-3-1 16,-4 0 1-16,4-1 2 0,-3-1-1 15,4 0-1-15,-3 1 1 16,4-2-2-16,0 1 0 16,-3 5-1-16,0-1 1 15,1 1-1-15,-6 2 1 16,3 3-1-16,-2-1 0 15,-1 2 1-15,1 0-1 0,-2 0 0 16,0 0 0-16,1 0 0 16,-1 0 0-16,1-1 0 15,-2-2-1-15,3 3 2 16,-4-3-1-16,1-1 0 16,-1 2 0-16,0 1 0 0,-1-3 0 15,1 2 2-15,-1 0-1 16,2 2 0-16,1 0 0 15,-1 0 0-15,0 0-1 16,-1 0 0-16,0 0 0 16,3 0 0-16,-1 2 1 0,4 0-1 15,-3 1 0-15,-1-2 0 16,1 1 0-16,1-1 0 16,-4 3 1-16,1-1-2 15,-6 3 1-15,4-2 1 16,-2 0-2-16,2-1 2 0,-4 1-1 15,2-1 0-15,1 0 1 16,0-2-1-16,-1 1 1 16,-2-2-1-16,2 3 1 15,-2-2-1-15,-3-1-1 16,1 0 2-16,-1 0-1 0,-1 0 1 16,1 0-1-16,-2 0 0 15,-2 0 2-15,-2-4 2 16,2 1-1-16,-2-3 1 15,-2 2 0-15,-5 0-1 16,2-2 1-16,-6 3-1 0,0-1-1 16,-5 3 2-16,2-1-1 15,-6 1 1-15,1 0-2 16,-3 1-1-16,0-2 2 16,-1 2-3-16,-2 0 1 15,1 0-2-15,-1 0 2 0,2 0-1 16,-2 0-1-16,1 0-11 15,-3 0-27-15,0 0-66 16</inkml:trace>
  <inkml:trace contextRef="#ctx0" brushRef="#br0" timeOffset="43154.93">21879 8556 121 0,'0'0'8'0,"0"0"9"0,0 0-5 0,0 0-5 16,0 0-6-16,43-23-1 0,-31 22 1 15,2 1-1-15,0 0 0 16,2 0 1-16,-1 3-1 16,3 5 2-16,-3 3-1 15,-1 2-1-15,-1 5 1 16,-3 3 0-16,-4 3-2 0,-6 4-3 16,0 3 12-16,0 1-4 15,-9 1-1-15,-1 1-1 16,0 2 1-16,0 1-1 15,0 2 0-15,4 1 1 16,3 3-3-16,-1-2 1 16,4-1-1-16,0-3 0 0,6-2 0 15,1-7 0-15,3-2-1 16,3-6-1-16,0-3 1 16,2-4 1-16,-1-3 0 15,1-5-1-15,-3-2 8 16,1 0-6-16,-5-3 3 0,-2 0 6 15,-2 0 1-15,-2 0 1 16,-1 0 1-16,-1 0-4 16,0 3-5-16,0 1-4 15,0 6-8-15,-2 2 18 16,-3 4-8-16,2 6 0 16,-4 3-1-16,0 5 0 0,-2 3-1 15,3 1 1-15,-4 3-1 16,-1-2 1-16,2 3-1 15,2-4 0-15,-3 1 2 16,3-1-2-16,-2 3 1 0,1-4-1 16,1-1 0-16,-1 1 1 15,1-5 1-15,0-1 1 16,-1-1-1-16,0-2 0 16,-1-3-1-16,-2-1 1 15,-3 0-1-15,-2-2 0 16,-1-2-1-16,-4-1 1 0,-1 1-1 15,-2-3 0-15,1 0 0 16,0-3 0-16,2-2-7 16,2-2-23-16,5-6-63 15</inkml:trace>
  <inkml:trace contextRef="#ctx0" brushRef="#br0" timeOffset="43871.58">22579 8908 69 0,'0'0'53'0,"0"0"-48"0,0 0 0 0,0 0 3 15,0 0 5-15,0 0-3 16,0 0-6-16,0 0-1 15,0 0-1-15,0 0 0 16,0 0 1-16,0 0-1 0,0 0 1 16,24 49 11-16,-27-27-9 15,-2 3-2-15,0 1-1 16,-2-1 0-16,2 1-2 16,1-2 1-16,0-3-1 15,2-2 0-15,0-4 0 16,2 0 1-16,0-3-1 0,0-3 0 15,0-1 1-15,2-2-2 16,4-3 5-16,3 1 6 16,3-4 1-16,2 0 3 15,4 0-6-15,1 0-1 16,3 0-6-16,-1-3 2 0,-2-1-1 16,3 1 0-16,-1 0 0 15,2-1-1-15,0 1 0 16,0 3-1-16,0-3-1 15,-1-1-30-15,-7 0-64 16</inkml:trace>
  <inkml:trace contextRef="#ctx0" brushRef="#br0" timeOffset="44455.88">23211 8940 166 0,'0'0'-20'0,"0"0"39"0,0 0 5 0,0 0-15 15,0-41-3-15,-6 35 1 16,1 2-4-16,0 1 9 15,-4 0 1-15,0 2-7 16,0 1 2-16,-4 0-6 0,-3 1-1 16,3 6-1-16,-5 3 0 15,3 0 1-15,0 2-1 16,3-1 0-16,5 0 0 16,1-1 0-16,4 0-1 0,1-3 0 15,1 3-2-15,1-1-5 16,7-1 5-16,1-1 3 15,5 1 0-15,-1-1 2 16,0 0-1-16,1 1-1 16,-2-1 3-16,1 0-2 15,-3 2 0-15,-1 0 0 0,-1-1 0 16,0 2 0-16,-5-1 0 16,-1 0-1-16,0 1-1 15,-2-2 0-15,0 0 5 16,0-1 2-16,-7-1-3 15,-1-1-1-15,-2 0 2 0,1-1 3 16,-4-2 0-16,-1 0-2 16,-1-2-3-16,-3 2-2 15,1-1 1-15,1 0-1 16,1 0-2-16,3 1-6 16,4-2-25-16,3 0-26 0,4 0-16 15</inkml:trace>
  <inkml:trace contextRef="#ctx0" brushRef="#br0" timeOffset="44768.49">23336 8926 127 0,'0'0'3'0,"0"0"24"0,0 0 8 0,0 0-14 16,0 0-15-16,0 0-1 15,0 0-3-15,0 0 0 16,0 0 1-16,0 0-3 0,33 41 0 16,-28-21 0-16,-3 0 4 15,0 1 0-15,1 0-3 16,-2-2-1-16,0-2-1 15,0-3 2-15,0-3-2 16,-1-2-23-16,0-3-44 16,0-6-20-16</inkml:trace>
  <inkml:trace contextRef="#ctx0" brushRef="#br0" timeOffset="45052.4">23258 8914 99 0,'0'0'-13'0,"0"0"35"16,0 0-1-16,0 0-14 16,0 0-7-16,0 0 4 15,0 0-4-15,26-36 2 16,-13 30 7-16,2 3 6 15,5-1-5-15,-3 1-3 0,8-1-4 16,-1 0-1-16,4 1 0 16,1-3-1-16,0 3-1 15,1 0-1-15,-5-1-19 16,-3 0-48-16</inkml:trace>
  <inkml:trace contextRef="#ctx0" brushRef="#br0" timeOffset="45851.03">23666 9055 94 0,'0'0'10'0,"0"0"9"16,0 0 7-16,0 0-2 16,0 0-12-16,0 0-4 15,0 0 2-15,0 0 5 16,0 0-1-16,8-37-1 16,-3 30-4-16,-1-1-2 0,4-1-6 15,0-1-1-15,-1 0 2 16,1-1-2-16,-1-1 0 15,2 1 0-15,-2-3 0 16,-1 1 0-16,0 0 0 16,-2 2 1-16,2-2-1 0,-4 5 0 15,-1 0 1-15,-1 2-1 16,1 1 1-16,0 4 0 16,-1-2-1-16,0 3-2 15,0 0 0-15,1 0-18 16,0 3 15-16,2 2 6 15,2 0 0-15,0 0-2 0,4 1 0 16,-3 0 0-16,4-2 1 16,2-1 1-16,2-2-1 15,-1 1 0-15,1-2 0 16,-3 0 0-16,1 0 3 16,-1 0-3-16,-2-6 5 0,2-1 2 15,-4 1-2-15,1 0 2 16,-1-1-2-16,-1-1 0 15,1 2-3-15,-2 1-1 16,0 0 0-16,-1 1-1 16,-1 1 1-16,1 3-1 0,-3-1 0 15,2 1 0-15,0 0 0 16,0 0-1-16,0 0 1 16,-2 0 0-16,1 1-2 15,0 3 3-15,2 2-2 16,-2 1 1-16,2 2 1 0,0-1 0 15,2 2 0-15,-2 3-1 16,0 0-1-16,0 1-1 16,-1 0 4-16,-1 5 0 15,-2-1-1-15,1 4 0 16,-1 0 0-16,0 5 0 0,0 2-2 16,0 3 4-16,0 4-6 15,0 2 2-15,-3 3-27 16,-5-1-98-16</inkml:trace>
  <inkml:trace contextRef="#ctx0" brushRef="#br0" timeOffset="49491.08">11405 11246 147 0,'-4'0'13'0,"0"0"25"0,2-4-13 0,1 1-14 0,1 1-5 16,0-1-2-16,0 0-6 15,0 0 3-15,0 0-2 16,5 3 1-16,1-1-2 16,2 1 0-16,0 0-1 15,1 0 2-15,3 0-2 0,1 0 3 16,5 0 0-16,-1 0-4 15,6 0 2-15,0 0-1 16,4-2 7-16,0-2-2 16,6-3 2-16,-2 3-1 15,3-2 0-15,3-1 2 0,3 1 1 16,1-1-2-16,4 1-2 16,4 2 0-16,0-3-2 15,5 3 1-15,2-2 0 16,4-1-2-16,4 3 2 15,4-3-1-15,3 1 0 0,3 1 0 16,-2 0 0-16,-1 2 2 16,-3 3-2-16,-2 0 0 15,-3 0 0-15,-5 6 1 16,-3-3-2-16,1 5 1 16,1-1 1-16,0-1-1 0,0-2 0 15,3-1 0-15,0-3 0 16,3 0-3-16,-5 0-20 15,-5-13-77-15</inkml:trace>
  <inkml:trace contextRef="#ctx0" brushRef="#br0" timeOffset="50288.44">23241 9680 115 0,'-3'1'1'0,"1"-1"2"0,-3 0 1 0,4 0 7 16,-2 0 1-16,1 0 7 15,1 0 3-15,1 0-3 0,-2 0-12 16,-2 0-6-16,3 3-2 16,-2 2-30-16,0 0-28 15,-1 2-25-15</inkml:trace>
  <inkml:trace contextRef="#ctx0" brushRef="#br0" timeOffset="50795.48">23241 9680 56 0,'-46'19'39'0,"46"-24"-37"15,0-2 1-15,0 3 0 16,2-1 0-16,-1-3 1 16,0 1 13-16,-1 1 8 15,0 2-1-15,0-2 4 16,0 2-8-16,1 1-6 15,-1 2-3-15,0-1-3 0,1 2-1 16,-1 0-7-16,0 0 0 16,0 0-3-16,0 2 3 15,0 8 0-15,0 1 1 16,0 3 1-16,0 6-2 16,2 0 0-16,-1 6 0 0,0 4 1 15,1 1-1-15,0 4 0 16,0 1 0-16,-1 0 1 15,2 3-1-15,0 0 1 16,1 3-1-16,-2-2 0 0,0 2 0 16,0 0 0-16,-1-1 1 15,1-4-1-15,-2-3 0 16,0-4 1-16,0-5-1 16,0-2 1-16,1-3-1 15,3-6 1-15,-4 0 0 16,2-4 1-16,-1 0-2 15,1-6 0-15,0 1 0 0,-2-3 0 16,1 0 0-16,0-1 0 16,-1-1-3-16,0 0-9 15,0 0-26-15,0 0-41 16</inkml:trace>
  <inkml:trace contextRef="#ctx0" brushRef="#br0" timeOffset="51312.32">23007 10423 99 0,'0'0'53'0,"0"0"-46"0,0 0 5 0,0 0-11 16,0 0 0-16,0 0-1 15,0 0 3-15,0 0 14 16,0 0 2-16,0 0 1 0,0 0-2 16,-1-12-12-16,1 12-4 15,3 0-1-15,4 0 4 16,1 0-4-16,2 0 0 16,1 2 0-16,1 4 0 15,1-1-1-15,-1 0 1 16,2 0 0-16,1 1 3 0,0 1-1 15,1-3-2-15,0 5 0 16,-1-2 0-16,-1 0-1 16,0-1 0-16,-1-1-1 15,0 2-7-15,-1-2-10 0,0-2-12 16,-3-2-31-16,2-1-25 16</inkml:trace>
  <inkml:trace contextRef="#ctx0" brushRef="#br0" timeOffset="51654.65">23461 10338 146 0,'0'0'32'0,"0"0"-12"0,0 0-20 16,0 0 4-16,0 0 12 0,-47 35 1 15,23-18-5-15,-5 6-7 16,-4 4-3-16,-4 7-2 16,-2 3-4-16,-2 0-62 15</inkml:trace>
  <inkml:trace contextRef="#ctx0" brushRef="#br0" timeOffset="55098.77">22981 10876 163 0,'-5'-2'4'0,"-1"0"12"0,1-1-9 15,-1 1-6-15,-2 1-1 16,0 0 0-16,-1 1 0 16,-2 0 0-16,0 0 1 15,-1 0 3-15,-2 5 4 16,0 5-1-16,-2 3-5 0,1 1-2 15,-1 3 1-15,2 3-1 16,0 0 1-16,4 0 0 16,1-2 0-16,4 1 1 15,0-1 2-15,1-2 5 16,4-2-1-16,0-1-3 0,0-2-1 16,1-1-3-16,7 1 1 15,1-2-2-15,1-3 0 16,3-2 2-16,0-1-4 15,0-2 3-15,1-1-1 16,-1 0 3-16,1 0-3 16,-3-4 2-16,2-3 1 0,-1-2-2 15,0 0 1-15,0-1-2 16,0 1 0-16,1-4 0 16,-2 3 0-16,0 0 0 15,1 2 0-15,-4 2 0 0,1-1 0 16,-1 1 1-16,1 3 1 15,-1 0 0-15,2 1 0 16,-2 0 1-16,0 2-3 16,-1 0 0-16,1 0 1 15,-1 5-1-15,-1 3 0 0,-1 3 1 16,-1 1 0-16,0 2-1 16,1 0 1-16,1 0-5 15,-1-1-19-15,-1-4-27 16,4-2-42-16</inkml:trace>
  <inkml:trace contextRef="#ctx0" brushRef="#br0" timeOffset="55911">23270 10906 183 0,'0'0'8'0,"0"0"-7"0,0 0 0 16,0 0 2-16,0 0 1 16,0 44 1-16,0-29 0 15,0 1-3-15,0 1 0 16,0-3 0-16,0 0-1 15,0-1-1-15,0-4 1 0,0-2-1 16,0-1 0-16,0-2 0 16,0-3 0-16,0 0-3 15,0-1 1-15,0 0 5 16,0-5-3-16,0-4-3 16,-1-5-4-16,-1-4 3 0,1-1 4 15,0-2-1-15,1-2 4 16,0 2 3-16,0 0 6 15,1 2 0-15,5 2-3 16,3 4-5-16,1 2-1 16,4 2-2-16,-1 2-1 15,3 3 0-15,-3-2 1 0,2 5-1 16,-1 1 1-16,0 0-1 16,-3 0 1-16,-1 0-1 15,0 7 0-15,-1 0 0 16,-4 3 0-16,-3 1-1 0,0 1-4 15,-2-1-2-15,0 2 5 16,-7-2 1-16,-3 1 1 16,-4-1 0-16,1-1 0 15,-1-3 0-15,0 2 1 16,-1-2-1-16,1-3 0 16,-1 0 0-16,4-1 0 0,4 0-2 15,-2-3 0-15,4 0 1 16,1 0 2-16,4 0 0 15,-2 0 1-15,2 0 4 16,0 0 4-16,0 0-6 0,1 0-3 16,4 0 1-16,3 0-1 15,0 0-1-15,1 0 2 16,1 2-2-16,-1 4 0 16,0 1 1-16,0 1-1 15,0 0 0-15,-1-1 0 0,1 3 0 16,2-3 1-16,-4 0-1 15,1 1 0-15,3-3 0 16,-2 1 0-16,1-1 0 16,1-1-14-16,2-2-36 15,-2-2-36-15</inkml:trace>
  <inkml:trace contextRef="#ctx0" brushRef="#br0" timeOffset="56586.91">23589 10857 38 0,'0'0'12'0,"0"0"15"0,0 0-2 0,0 0 6 0,0 0-2 16,0 0-15-16,0 0-6 16,0 0-6-16,0 0-1 15,0 0 0-15,0 0 2 16,0 0 6-16,0 0-3 15,7 26-1-15,-7-12 0 0,2 0 2 16,-1-1-3-16,3 4-2 16,-2-4 1-16,3 1 1 15,-1 1-2-15,0-4 2 16,3-1 3-16,0-2-1 16,2-1 3-16,-1-1-4 15,1-2 0-15,2-1-2 0,-1 0-1 16,0-3-1-16,0 0 0 15,1 0 0-15,-2 0 2 16,0 0 3-16,0-6 2 16,1 0 3-16,0-2 1 15,-2-2-2-15,1 1-3 0,-1-4-4 16,1 0 0-16,-2-3-1 16,-1 3 0-16,-2-4 1 15,2 0 0-15,-1-1-1 16,-2 1 4-16,-1 0-4 0,2 2-1 15,-2 1 0-15,-2 3-1 16,0 2-1-16,1 2 1 16,-1 0-1-16,0 4 1 15,0-1-2-15,0 1-4 16,0 2-7-16,0 0-9 0,0 1-7 16,-1 0-21-16,-5-1-45 15,-1 0-18-15</inkml:trace>
  <inkml:trace contextRef="#ctx0" brushRef="#br0" timeOffset="58967.81">10896 13398 44 0,'0'0'56'0,"0"0"-45"0,0 0 5 16,0 0-9-16,0 0-6 15,-38 20-1-15,34-20 0 0,-1 2 0 16,1-1-1-16,1 0 1 16,1 2 0-16,0-1-4 15,-3 3-22-15,2-2-42 16</inkml:trace>
  <inkml:trace contextRef="#ctx0" brushRef="#br0" timeOffset="59330.67">10818 13347 96 0,'0'0'1'15,"0"0"1"-15,0-44-1 16,0 31 0-16,0 0 0 16,0 2 5-16,0 1 8 15,0 2 8-15,0 1 9 0,0 3-8 16,0 2-7-16,0 2-3 16,0 0-14-16,0 8-10 15,0 8 21-15,7 8-9 16,-1 8 0-16,1 4 0 15,-1 8 0-15,-2 3-1 16,4 3 0-16,-5 1 0 0,-1-1 0 16,-1-5 0-16,-1-4 0 15,0-5 0-15,0-5 2 16,0-7-2-16,0-2 0 16,-1-5-2-16,-1-4-38 0,1-6-34 15</inkml:trace>
  <inkml:trace contextRef="#ctx0" brushRef="#br0" timeOffset="59876.07">10846 13366 223 0,'0'0'1'0,"0"0"4"0,0-43 0 16,0 28-3-16,8 2-2 16,-1 0 0-16,3 0 1 15,1 3-2-15,1 3 3 16,1 1-2-16,1 3-1 16,1 3 1-16,1 0 0 0,0 0-1 15,0 7 0-15,-2 2-3 16,-1 7-6-16,-3-1-6 15,-5 4 16-15,-1 2-1 16,-4 2 0-16,0 2 1 0,-7 1 1 16,-5 0-1-16,-4 1 1 15,0-2-1-15,-4-1 0 16,1-1 1-16,0-2 1 16,-1-2-1-16,4-2-1 15,2-2 1-15,1-5-1 16,2 0 1-16,6-4-1 0,1-3 1 15,1-3 8-15,3 0 5 16,0 0-18-16,0 0 10 16,9-2-7-16,1-1 2 15,1-1 4-15,2 4-4 16,5 0 0-16,-3 0 0 0,1 2-1 16,0 5 0-16,0 4 0 15,2 3-1-15,-5-1-2 16,0-1-4-16,1 4-19 15,-1-4-25-15,-5-2-7 16</inkml:trace>
  <inkml:trace contextRef="#ctx0" brushRef="#br0" timeOffset="60205.35">11213 13293 138 0,'0'0'2'0,"0"0"-2"0,0 0 0 16,-15 53 0-16,13-31 0 15,-1 1 1-15,3 7-1 0,0-3 1 16,0 3 1-16,3 0-2 16,-1-3 1-16,0 1-1 15,0-1 1-15,-2-3-1 16,1 0 0-16,-1-1 0 16,0-4-1-16,0-1-16 15,0-5-30-15</inkml:trace>
  <inkml:trace contextRef="#ctx0" brushRef="#br0" timeOffset="60633.14">11184 13340 137 0,'0'0'-3'0,"0"0"8"16,0 0-5-16,0 0 0 16,0 0-1-16,0 0-1 15,35 22-1-15,-22 0 4 16,2 5 6-16,3 1-4 0,-3 2-3 16,3-3 2-16,3 0-1 15,-4 0-1-15,2-3 1 16,-3-1-1-16,3-1 1 15,-1-3-1-15,-5-3 0 16,0-5 0-16,1-2-4 16,-3-6 3-16,-3-3-1 0,2 0 0 15,-1-5 10-15,-3-6 4 16,-1-5 8-16,0-5-2 16,-3-3-4-16,-2-7-5 15,0-3-3-15,0-1-2 16,-2-1-3-16,-3-1-1 0,-1 1-1 15,3 6-16-15,-1 1-25 16,2 5-21-16</inkml:trace>
  <inkml:trace contextRef="#ctx0" brushRef="#br0" timeOffset="61003.39">11703 13291 108 0,'0'0'104'0,"0"0"-93"0,0 0 7 0,0 0-12 16,0 0-6-16,0 0-3 16,0 0-5-16,0 0-5 15,0 0 6-15,-7 52 5 16,10-27 0-16,0 0 2 0,0 4-1 16,-1 0 0-16,0-1 2 15,-2-1-1-15,0-3-1 16,0-2-1-16,0-4-16 15,0-4-12-15,0-4-13 16,0-4-26-16</inkml:trace>
  <inkml:trace contextRef="#ctx0" brushRef="#br0" timeOffset="61501.65">11701 13241 42 0,'0'0'6'0,"0"0"3"15,0 0 4-15,37 41 1 16,-25-27-2-16,1 2-4 15,1 1-2-15,-1 1-2 0,2 1-2 16,2 2-2-16,-2 0 1 16,3 0-1-16,-2 0 0 15,-1 1 0-15,3-1 0 16,-5 1 2-16,1-2-2 16,-3-2 0-16,0 0 1 0,-2-5-1 15,-2-4 0-15,-2-2-1 16,1-4 2-16,-2-3 4 15,-3 0 6-15,1 0 11 16,-2-10 18-16,0-6-13 16,0-1-8-16,0-6-5 0,-5-2-3 15,-2-4-1-15,1-2-4 16,-1 0 2-16,0-3-4 16,-1-1-3-16,1 2 0 15,0-3-1-15,2 3 0 16,1 1-5-16,4 3-9 0,0 4-9 15,0 5-33-15,2 6-30 16</inkml:trace>
  <inkml:trace contextRef="#ctx0" brushRef="#br0" timeOffset="62219.51">12273 13287 82 0,'0'0'38'0,"0"0"-22"0,0 0 7 16,0 0-11-16,0 0-7 0,0 0-10 15,0 0 7-15,0 0-2 16,0 0-1-16,0 0 0 15,46-31 1-15,-27 23-5 16,0-1 5-16,4-2-3 16,6-3 6-16,0-2 2 15,4-2 1-15,6-1-5 0,3-4 4 16,5-1-4-16,0-3-1 16,4 0 1-16,3-3 0 15,4 0-1-15,-1-3 3 16,3 0-3-16,0 0 2 15,-2-1-1-15,0 4-1 0,-4 0 1 16,-1 2-1-16,-3 1 0 16,-4 4 2-16,-3 2-2 15,-7 4 1-15,-7 4 1 16,-2 3-2-16,-9 4 0 16,-3 2 1-16,-4 3-1 15,-5-1-6-15,1 1-22 0,-6 1-30 16</inkml:trace>
  <inkml:trace contextRef="#ctx0" brushRef="#br0" timeOffset="62796.21">13695 12303 71 0,'0'0'31'0,"0"0"-6"0,0 0-17 0,0 0-11 16,0 0 1-16,0 0 0 15,0 0 10-15,0 0-7 16,10 44 0-16,-7-29 0 0,1 1-1 16,1-1 1-16,0 3 0 15,1-1 2-15,-1-1-1 16,-1 5-2-16,2-4 0 16,0 3 0-16,0-3 0 15,-4-1 0-15,3 1 1 16,-2-3-2-16,2-1 1 0,-3-3 1 15,0 1-1-15,1-4 2 16,0-2-1-16,-1 0 2 16,2-1 1-16,-2-1 0 15,0 0 0-15,2-2 2 16,1-1 5-16,-1 0-2 0,4 0 4 16,-1 0 7-16,1 0-5 15,0 0-5-15,3-4-1 16,-1-1 1-16,1 0-2 15,-1 0-5-15,1 0-2 0,0 1-1 16,0-2 0-16,0 2-4 16,-2 0-8-16,3 1-14 15,-2-3-23-15,-1 1-20 16</inkml:trace>
  <inkml:trace contextRef="#ctx0" brushRef="#br0" timeOffset="63573.02">14165 12247 179 0,'0'0'23'0,"0"0"15"0,0 0-13 0,0 0-11 15,0 0-11-15,0 0-4 0,0 0-10 16,0 0 5-16,0 0 11 16,0 0-2-16,0 44-1 15,3-28-4-15,1 0 2 16,-3-2 0-16,1-1 0 16,0-1 0-16,3-2 2 0,-5-2-2 15,2-1 0-15,-2-1 1 16,0-5-2-16,0 2-1 15,2-3 0-15,-2 0 2 16,0 0 4-16,0 0 2 16,0 0 7-16,0-4-5 0,0-5-11 15,-2-1 4-15,-5-3 6 16,2-1-4-16,-4-3-2 16,1-1-2-16,-1 2 0 15,2-1 5-15,0 0 2 16,-2 6-2-16,2 1 1 15,1 3-5-15,0 3 3 0,3 2-3 16,-3 2-4-16,2 0-11 16,-2 0 11-16,2 7 1 15,0 6-4-15,1 4-6 16,-3 4 6-16,3 2-3 16,1-2 4-16,2 3 4 0,0-4 4 15,0-1-4-15,1-5 0 16,7-3-2-16,-1-1 2 15,4-3 0-15,0-1 1 16,0-3 1-16,1 1 0 16,-1-1 3-16,3 0 3 0,-2-2 3 15,0 1-6-15,1 0-1 16,-4 1-1-16,-2 0 1 16,2 3-2-16,-4-2 0 15,1 3 0-15,-2 0 2 16,-2 0-2-16,-2 2-1 0,0-2-2 15,0 0 0-15,-2 3 11 16,-5-3-4-16,1 1-2 16,-5 1 0-16,1 0-2 15,2-1 0-15,-4-1-2 16,3-2-27-16,3-3 7 0,0-2-28 16,4 0-33-16</inkml:trace>
  <inkml:trace contextRef="#ctx0" brushRef="#br0" timeOffset="63877.75">14349 12259 153 0,'0'0'21'0,"0"0"11"0,0 0-7 0,0 0-4 16,0 0-7-16,0 0-16 16,0 0-8-16,0 0 11 15,0 0-2-15,16 44 6 16,-11-21 0-16,1-2-4 0,1 3-1 16,1-4-1-16,-2 0 2 15,0-3-1-15,-1-1-1 16,-2-1-8-16,0-2-9 15,-1-3-27-15,0 0-9 16,-2-4-1-16</inkml:trace>
  <inkml:trace contextRef="#ctx0" brushRef="#br0" timeOffset="64133.55">14255 12316 158 0,'0'0'18'0,"0"0"-1"0,0 0-6 16,0 0 2-16,0 0 6 16,0 0-3-16,31-43 4 15,-19 34-3-15,3-3-5 16,0 1-9-16,4-1-2 15,0 1-2-15,0 0-15 0,-1 1-36 16,-1 1-73-16</inkml:trace>
  <inkml:trace contextRef="#ctx0" brushRef="#br0" timeOffset="64753.02">14662 12350 52 0,'0'0'10'16,"0"0"-9"-16,0 0 2 16,0 0 18-16,0 0 7 15,0 0 4-15,0 0 9 16,0 0-10-16,-8-17-5 0,7 7-4 15,-1-1-10-15,2-1-6 16,-2-2-2-16,2 0-2 16,0-4-2-16,0 0 2 15,0-3-3-15,0 0 3 16,0 2-1-16,0-2-2 0,0 4 1 16,0 4 1-16,0 3 1 15,0 1-1-15,0 6 0 16,4 0 1-16,-3 3-5 15,3 0 0-15,2 4-4 16,0 4-3-16,4 3 8 0,-3 0 0 16,2-1 2-16,2 0 0 15,-3-3-3-15,0-3 1 16,3-1 0-16,0-3 0 16,-2 0-4-16,3 0 5 15,0-3 0-15,1-4 1 16,1-3 2-16,-3-1 4 0,1-3-1 15,-4-1 0-15,1-2-1 16,-4 4 1-16,2-2 0 16,-5 2-1-16,0 6 1 15,-2 1 4-15,0 5 3 16,0 1-7-16,0 0-6 0,2 11-6 16,0 7 7-16,3 5-4 15,-1 9 8-15,2 3-16 16,2 8 12-16,-4 4-15 15,-1 9-10-15,-3 1-41 0,0 1-111 16</inkml:trace>
  <inkml:trace contextRef="#ctx0" brushRef="#br0" timeOffset="65479.59">12402 13360 70 0,'0'0'3'0,"49"4"-1"0,-20-2-1 0,3 0 1 16,6 3-1-16,0-1 5 15,4 2 5-15,2-1 7 16,2 2 5-16,4-4 5 16,5 0-5-16,3-1-6 0,7-2-8 15,2 0-5-15,4 0 0 16,1 0-3-16,6 0 0 15,-6 0 0-15,-1 0-1 16,-3 1 1-16,-2 3-1 0,-8-1 1 16,-3 2-1-16,-4 0 4 15,-4-1 4-15,-5 1-2 16,-5 0 0-16,-3 0-3 16,-5 0-1-16,-6 0-1 15,-1 0-1-15,-5 1-23 16,-3-2-54-16,-5-4-52 0</inkml:trace>
  <inkml:trace contextRef="#ctx0" brushRef="#br0" timeOffset="65791.34">14088 13273 128 0,'0'0'18'0,"0"0"1"0,0 0-5 0,0 0-9 16,13 46-4-16,-9-31-1 15,3 2 1-15,-1 1-1 0,2 1 0 16,-2 3 1-16,3 0-1 15,-4-2 0-15,4 3 0 16,-4-5-4-16,-1-2-20 16,0-5 0-16,-2-2 0 15,0-5 1-15,-1-4-17 0</inkml:trace>
  <inkml:trace contextRef="#ctx0" brushRef="#br0" timeOffset="66111.23">14126 13293 144 0,'0'0'23'0,"0"0"-22"16,0 0 1-16,0-40-4 0,2 26 4 15,5 1-4-15,1-1 2 16,0 3 2-16,1 0 0 15,1 1 5-15,-3 2 4 16,5 1-1-16,-2 0-5 16,-1 3-2-16,1 1-2 15,0 3-4-15,-1 0 2 0,-1 0 2 16,0 0-1-16,-3 3-4 16,1 1-2-16,-2 0-4 15,-2 0-8-15,0 1-4 16,-2-3 1-16,0 0-15 0,0-2-53 15</inkml:trace>
  <inkml:trace contextRef="#ctx0" brushRef="#br0" timeOffset="66752.78">14325 13148 121 0,'0'0'11'0,"0"0"12"0,0 0-13 15,0 0-3-15,0 0-1 16,0 0-2-16,0 0 6 16,-37-7-10-16,24 17 9 15,-2 3-6-15,-1 2-1 16,0 4 0-16,-1 2-2 0,-1 3 6 15,2 2 5-15,4 1-1 16,2 1-3-16,1 2-4 16,8 3 1-16,1-2-2 15,0 1-1-15,3-2-2 16,8-1 1-16,0-2 0 0,5-3-1 16,-3-5 0-16,1-3-1 15,-1-4-3-15,0-3 2 16,1-5 2-16,-3-3 3 15,3-1-3-15,-5 0-1 16,1-1 5-16,2-8 0 0,-5-1 1 16,1-2-3-16,-4-4-2 15,2 2-6-15,-6-3-1 16,0-2 3-16,0 1 3 16,0-2 3-16,0 3 1 15,-5-3 1-15,3 4 4 0,2-1 2 16,0 2-3-16,0 2-4 15,1 3-1-15,7-1-1 16,-1 2-1-16,2 3 3 16,1 1 3-16,2 0 0 15,-3 4-2-15,4 1-1 16,0 0 0-16,0 7-4 0,2 3 2 16,-4 6-5-16,0-1 2 15,0 4-5-15,-6-2 3 16,0 0-10-16,0-1-11 15,-2-2-11-15,-1-6-12 0,-2-2-74 16</inkml:trace>
  <inkml:trace contextRef="#ctx0" brushRef="#br0" timeOffset="67492.22">14591 13229 255 0,'0'0'12'0,"0"0"-14"0,0 0 2 0,0 0 0 15,6 41-1-15,-3-24-14 16,-3-1-2-16,2 2 10 16,-1-3 7-16,1 0 0 15,-1 0-1-15,-1-1 4 16,0-3-2-16,0 1 0 15,0-3-18-15,0-1-15 0,0-5 17 16,-1-2-1-16,-2-1 15 16,0 0-8-16,1-9-10 15,0-3 9-15,-2-3 6 16,2 0 4-16,-1-4 0 16,1 1 7-16,0 0 10 0,0 0 12 15,-1-2-1-15,3 2-1 16,0 1-6-16,3 0-12 15,3 0-5-15,1 3-2 16,2 1-2-16,2 4 1 16,0-1 0-16,-4 6-1 0,5 1 0 15,-2 3 1-15,1 0-3 16,-2 0 2-16,0 0-2 16,0 7 0-16,-2 3-3 15,2 2-5-15,-6-1-5 16,1 3 7-16,-2 0 1 0,-2 1 0 15,0-3 4-15,-2 0-1 16,-5-2 5-16,-4-2 1 16,2-1-1-16,0-1 0 15,-1-4 4-15,1 0 3 16,3-2 8-16,4 0-6 0,-3 0 6 16,2 0-8-16,3 0-6 15,0-3 2-15,0 2-4 16,0-2-3-16,0 3 3 15,6 0 3-15,1 0-4 16,3 0-1-16,2 2 2 0,1 6 3 16,1 1-3-16,1 2 2 15,-1 0-1-15,1 2 2 16,2 2-1-16,-2 0-2 16,-1-1 1-16,-2 0-3 15,0 2-2-15,-1-3-30 0,-4-2 26 16,1-3-15-16,-1-3-29 15,2-5-14-15</inkml:trace>
  <inkml:trace contextRef="#ctx0" brushRef="#br0" timeOffset="67821.67">14943 13166 209 0,'0'0'7'0,"0"0"1"0,0 0-6 0,0 0-4 15,0 0 0-15,0 0-3 16,0 38 3-16,0-20 1 16,0 5 1-16,4-2-1 15,4 2 2-15,-1-3-1 0,1-2-1 16,2-4 0-16,0-2-1 15,0-3 1-15,2-5-4 16,0-2 2-16,-1-2 6 16,3-2 12-16,-1-11 7 15,1-3-2-15,3-5-14 0,0-6-4 16,0-6-19-16,-3-4-31 16,-3-5-48-16</inkml:trace>
  <inkml:trace contextRef="#ctx0" brushRef="#br0" timeOffset="68539.52">13939 12810 75 0,'0'0'49'0,"0"0"-28"0,0 0 14 0,0 0-7 15,0 0-9-15,0 0-5 16,0 0-5-16,0 0-4 16,0 0-2-16,0 0-5 15,0 0 3-15,41-10 0 16,-18 3 0-16,2 3-1 0,4-2-1 15,5 2 1-15,3-2 0 16,1-2-1-16,7-1-1 16,1-1 0-16,6-2 1 15,1-3 1-15,5 0 1 16,3-2 2-16,1-3-2 0,1 1-3 16,-1-2 6-16,-2 1 4 15,-1-1 0-15,-5 1-4 16,-6 5-3-16,-7 0 0 15,-3 4 0-15,-9 2 0 16,-6 3-2-16,-6 2-7 0,-3 1-8 16,-6 2-13-16,-3-1-39 15,-5-2-36-15</inkml:trace>
  <inkml:trace contextRef="#ctx0" brushRef="#br0" timeOffset="68994.39">15232 12237 14 0,'0'0'34'0,"0"0"-1"0,0 0-4 16,0 0-3-16,18-39 0 16,-6 28-11-16,3-5-7 0,7-2-6 15,0-1-1-15,3-1-1 16,6-1 0-16,3-2 5 15,4 2 10-15,4 1 6 16,6 0-3-16,2 2-11 16,4-1 5-16,3 1-8 0,3 2-3 15,2 1 0-15,-4 2-1 16,-1 2-20-16,-6 3-10 16,-5 0 8-16,-7 1 10 15,-7 2 12-15,-4 0 0 16,-6 3-2-16,-6-1 3 15,-5 2-34-15,-6-2-47 0</inkml:trace>
  <inkml:trace contextRef="#ctx0" brushRef="#br0" timeOffset="69202.05">16110 11772 146 0,'0'0'6'16,"0"0"40"-16,0 0-18 15,0 0-2-15,0 0-6 16,51-21-4-16,-29 21 2 16,3 11-4-16,3 9-4 0,-2 8-5 15,-5 16-5-15,-9 16-1 16,-12 20 0-16,-8 16-6 16,-32 15-48-16,-28 6-206 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39:37.788"/>
    </inkml:context>
    <inkml:brush xml:id="br0">
      <inkml:brushProperty name="width" value="0.05292" units="cm"/>
      <inkml:brushProperty name="height" value="0.05292" units="cm"/>
      <inkml:brushProperty name="color" value="#FF0000"/>
    </inkml:brush>
  </inkml:definitions>
  <inkml:trace contextRef="#ctx0" brushRef="#br0">18614 5996 36 0,'0'0'20'0,"0"0"-14"0,0 0 4 16,0 0 0-16,0 0 0 16,0 0 2-16,0 0 7 15,6-37 6-15,-6 31-2 16,0 2-5-16,0 1-9 16,0 0-4-16,0 2-4 0,0-2-2 15,-2 3-3-15,0-1 3 16,-5-1 1-16,3 1 2 15,1-2 2-15,-3 3-2 16,1-1 0-16,1-1 0 16,-5 1-1-16,4 1-1 0,-3-2 0 15,1 2 1-15,-2 0-1 16,1-1 0-16,0 1 1 16,-1 0-1-16,0 0 0 15,-2 0 0-15,0 1 0 16,-2 5-1-16,1 1 1 0,-3 0 0 15,0 2 0-15,0-1 0 16,-2 1-1-16,-3 2 1 16,2-2 0-16,-3-1 0 15,1 2 1-15,-1 0-2 16,1 3 1-16,0-3-2 0,2 1 3 16,1 2-1-16,0 1-1 15,-3 0 1-15,2 2 0 16,0 2 0-16,0 0 0 15,1 3-1-15,0-1 1 16,-3 2 0-16,1 2-2 0,0 1 4 16,0 2-2-16,1-2 0 15,3 2 0-15,0 0 0 16,2-3 0-16,1 2 0 16,1-5-2-16,5 2 0 15,-3-5 0-15,4 2 0 16,0 0 0-16,2-3 2 0,0 1 0 15,1-2 0-15,-2 4 1 16,2-2-1-16,2-2 0 16,-2 3 1-16,2 1-1 15,0 1 0-15,0 0 1 16,0-1 0-16,0 3 0 0,0-2-2 16,0 0 0-16,0-5 1 15,2 2 1-15,1-1 0 16,2 0 0-16,-4-2 0 15,3 0 0-15,-2 1 1 0,2-2-2 16,-2 3 0-16,-1-1 1 16,2-2-1-16,0 2 1 15,2-1-1-15,0 1 1 16,1-2 0-16,0 0 1 16,1 0 0-16,1-1-1 15,0 0 0-15,-1-3 0 0,1 3-1 16,1-3 3-16,1 1-1 15,0 0 0-15,2-2 0 16,-2 3 1-16,2 0-2 16,3 0 1-16,0 0-1 15,0 0 1-15,2-1-1 0,-1 1 1 16,1-1-1-16,0-1-1 16,1 0 1-16,-1 0-1 15,1-2 1-15,2-1 0 16,-1 0 2-16,3 0-1 15,-3-1 0-15,4-3 1 0,0 1-1 16,1 3 0-16,0-2-1 16,1 0 1-16,-1 1-2 15,1-1 0-15,1 1 0 16,1 1 0-16,-1-2 0 16,2 2 1-16,0-3 1 0,0-1-2 15,0 3 0-15,0-2 1 16,0-3-1-16,-1 2 1 15,2 0 0-15,1 0-1 16,0-3 2-16,1 1-2 16,-1 1 0-16,2-1 2 15,2-1-2-15,-2 3 1 0,3-2-1 16,-2-1 2-16,1 3-2 16,0-2 1-16,1 1 0 15,-2-1-1-15,2-1 0 16,-1 0 1-16,-1 0-1 0,0 0 1 15,-1 0-1-15,-1 0 0 16,2-1 1-16,-2-2-1 16,0 0 1-16,3-2-1 15,-2 2 1-15,1-4 0 16,1 1 0-16,-2-2-1 0,0-1 1 16,-2-1 3-16,0 0 2 15,0 0 1-15,-2-3-2 16,0 0-2-16,1-3-1 15,0 0 2-15,0-4-3 16,0-1 0-16,-2-2 0 16,0-1 0-16,-2-2 0 0,-1-2 0 15,-2 1 1-15,-2-2 5 16,-3 1 1-16,-4 0-1 16,-2-2-3-16,-1 3-1 15,0-3 0-15,-6 0 1 16,1-1-2-16,1 2 0 0,-4-3-2 15,-1-1 0-15,0-1 1 16,-1 1-1-16,0-2 1 16,0 2 0-16,0 2-1 15,-2-2-1-15,-5-1 1 0,0 3 0 16,-1-2-1-16,-1 2 2 16,-2 0-2-16,-2 1 1 15,-1 1 0-15,-2 0-1 16,-2 2 1-16,-1 0-3 15,-3 1 2-15,-1 2-2 0,-3 0 4 16,-1 1-1-16,-1 1 3 16,-3 0-2-16,0 1 1 15,0 1-4-15,-1-1 2 16,-1 1 0-16,0 3 0 16,1-2 0-16,-5 2-1 15,-1 3 2-15,1-2-1 0,1 2-1 16,-3 2 2-16,0-1-1 15,0 1-1-15,-1 1 0 16,1 1-1-16,-2 0 5 16,1 0-3-16,0 3 0 15,-1 0 0-15,1 1 0 0,1 1 0 16,-2 2 0-16,1-1-3 16,-2 1 3-16,3 1-1 15,-3-1 0-15,4 2 0 16,0-1-1-16,2 1 2 15,2 1 1-15,1 0-2 0,5 0 1 16,1 0 0-16,0 0 0 16,2 0-1-16,0 7 1 15,-2-3-1-15,0 3 1 16,3 1-1-16,0 0 1 16,3 0 0-16,2 1 0 15,5 0-1-15,3-1-2 0,-1 0-22 16,4-3-20-16,1-5-57 15</inkml:trace>
  <inkml:trace contextRef="#ctx0" brushRef="#br0" timeOffset="610.98">18575 5395 127 0,'0'0'25'0,"0"0"15"0,2 0-41 0,1 7-5 15,4 2-5-15,-5 4 3 16,1 2 3-16,1 2 3 0,0 2 2 16,-2-2 1-16,0 1 1 15,1-1-1-15,-1-3 1 16,0 1-2-16,1-1 2 16,-3-3 2-16,0 2-1 15,0-3-18-15,-3 0-23 0,-3-6-9 16</inkml:trace>
  <inkml:trace contextRef="#ctx0" brushRef="#br0" timeOffset="1195.9">18571 5412 99 0,'0'0'2'16,"0"0"7"-16,21-41 0 15,-10 28-2-15,2 2 2 16,0-1 0-16,0 4-3 0,1-2-2 16,-3 4 3-16,5-1 0 15,-3 3 1-15,1 1 1 16,1 0-3-16,1 3-4 16,-1 0-2-16,-1 0 0 0,-2 2-2 15,0 4 0-15,-3 1-1 16,-1 1 0-16,-2 0-2 15,-2 1 1-15,-1 0 1 16,-3 1-3-16,0 2 2 16,0-2 2-16,-3 0 4 0,-7 0 11 15,-1 0-8-15,-1 0-1 16,-2-2-1-16,-1 0-1 16,0 0 0-16,-1 0 1 15,1 0 0-15,1 0-1 16,2-1-2-16,2-2 1 15,2-1-1-15,2-1 1 0,4 1-1 16,0-2-1-16,2-1 0 16,0 0-2-16,0 1 0 15,0-1-2-15,0 1 1 16,0 0 1-16,0 0 9 16,4 1-5-16,4-1 2 0,0 1 3 15,2 0 0-15,2 1 0 16,2-1-4-16,-2 3-1 15,1-2 0-15,-1 1-1 16,-1 1 1-16,-2-1-1 16,0 2 0-16,0 0 1 0,1 3 1 15,-1-3-2-15,1 0-24 16,-1-4-58-16</inkml:trace>
  <inkml:trace contextRef="#ctx0" brushRef="#br0" timeOffset="1479.2">19096 5396 172 0,'0'0'-2'16,"0"0"12"-16,0 0 0 0,0 0-11 0,0 0-9 15,0 0-3-15,0 0 2 16,0 0 7-16,0 0 3 16,0 0 1-16,14 50-1 0,-14-35 3 15,2 1-2-15,-2-1 3 16,0 0-2-16,0-2 3 16,0-2-8-16,0-1-16 15,-2-1-9-15,0-5-15 16</inkml:trace>
  <inkml:trace contextRef="#ctx0" brushRef="#br0" timeOffset="1886.28">19097 5402 95 0,'0'0'4'15,"0"0"16"-15,0 0-9 16,0 0-4-16,0 0-3 15,37-21 1-15,-27 21-4 16,1 0 0-16,0 4-1 0,3 6 0 16,0 0 0-16,0 3-1 15,-1-2 1-15,1 2 0 16,-1-1 0-16,-2-3 1 16,-1 0-1-16,-1-3 1 15,1-2-1-15,-3 0 1 16,0-2 0-16,-2-2 0 0,1 0 8 15,-1 0 17-15,0-2 8 16,-2-6-4-16,0-2-6 16,0-3-7-16,-1-3-5 15,-1-2-6-15,0-1 0 0,-1-1-5 16,0 2 1-16,1 1-2 16,-1 2 0-16,1 4 1 15,-1 7-2-15,0 1 1 16,0 3-16-16,0 1-76 15,0 8 29-15,0 1 14 0</inkml:trace>
  <inkml:trace contextRef="#ctx0" brushRef="#br0" timeOffset="2205.8">19487 5368 99 0,'0'0'11'0,"0"0"25"0,0 0 3 0,0 0-20 16,0 0-11-16,0 0-12 16,0 0-9-16,0 0-2 15,0 0 3-15,9 20 11 16,-9-6 5-16,1 0-2 15,0-2-1-15,0-1 0 0,-1 2 0 16,1-2 0-16,-1-1 4 16,0-3-2-16,0 2-3 15,-1-3-17-15,-4-1 0 16,0-1-13-16,0-2-4 16,2-2-22-16</inkml:trace>
  <inkml:trace contextRef="#ctx0" brushRef="#br0" timeOffset="2726.73">19465 5387 91 0,'0'0'4'0,"0"0"3"16,0 0 5-16,0 0 1 15,0 0-1-15,0 0-2 16,43-26-5-16,-35 25-2 0,2 1-2 15,0 0-1-15,2 0-1 16,-2 5-2-16,1 2 1 16,-1 3-1-16,-1 0 1 15,0 0 0-15,1 3-1 16,-3-3 2-16,1 0 1 16,1-2 0-16,-2 1 0 0,1-2 0 15,-1 0 0-15,2 0 1 16,-3-1 1-16,1-3-1 15,-3 1 0-15,0-1-1 16,1 0 1-16,-4-3 0 16,-1 0 1-16,1 0 13 0,-1 0 35 15,2 0-16-15,-1-3-16 16,0-4-7-16,1-2-7 16,-1 1 3-16,2-3-5 15,-1-2 1-15,1-2-2 0,0 1 1 16,2-3-2-16,-2 0 1 15,1 0 0-15,3-1 10 16,-3 0 11-16,-1 0-21 16,3 4-3-16,-2 0 2 15,0 2 0-15,-1 5 0 16,4 2 0-16,-5 3-1 16,2 2-13-16,-1 0-27 0,-3 4-29 15,0-1-49-15</inkml:trace>
  <inkml:trace contextRef="#ctx0" brushRef="#br0" timeOffset="4788.97">16350 6433 8 0,'11'0'2'0,"3"0"0"0,1 2 0 16,1-1 0-16,1-1-1 0,1 2 2 15,-1-1 1-15,2-1 0 16,1 1 1-16,0-1 1 15,3 0 3-15,1 1-1 16,1 0-2-16,0 0-4 0,1-1 0 16,0 2-2-16,0-1 1 15,1 1-1-15,1-1 0 16,0-1 3-16,-1 0 1 16,1 0 5-16,-2 0-2 15,1 0 0-15,0 0-3 0,-4-1 2 16,1-1-1-16,-1-1-1 15,1 2 1-15,1-2-3 16,-2 3-1-16,2-3 0 16,-2 2-1-16,-2-1 1 15,1 0-1-15,-5-1 1 16,0 1-1-16,0-2 0 0,-3 2 3 16,1 0 2-16,-1 0-3 15,-3-1-1-15,0 2 0 16,-2 0 0-16,-2-1 0 15,-1 2-1-15,-3 0 1 16,-1 0-1-16,-1 0-15 0,-1 0-17 16,0 0-26-16</inkml:trace>
  <inkml:trace contextRef="#ctx0" brushRef="#br0" timeOffset="5051.6">17255 6290 100 0,'0'0'4'0,"0"0"8"0,0 0 4 0,0 0-4 0,40-2-8 16,-35 10-7-16,-3 7-2 16,-2 5 2-16,-1 5 0 15,-14 2-40-15</inkml:trace>
  <inkml:trace contextRef="#ctx0" brushRef="#br0" timeOffset="6242.52">19081 7815 56 0,'0'0'26'0,"0"0"-1"0,0 0 2 0,0 0-3 15,0 0-14-15,0 0-7 16,0 0-4-16,0 0-3 0,0 0 0 16,0 0-3-16,0 0 5 15,0 0 2-15,0 0 10 16,0 16-1-16,0-3-3 16,-4 1-2-16,-1 3-3 15,2 4 0-15,1 2 1 0,-2 1-1 16,1 4-1-16,0 1 1 15,0 2-2-15,-2-1 0 16,1 4 2-16,-1 0 1 16,0 0 4-16,2 0-3 15,0 0-1-15,3-4 3 0,-2 2-1 16,2-4-1-16,0-3-2 16,0-2 0-16,0-3 0 15,-2-6 0-15,0 0-1 16,1-4 1-16,0-2 4 15,0-3 0-15,0-2 2 0,0 0-3 16,1-2-2-16,-1-1 2 16,0 0 2-16,1 0 0 15,0 0-1-15,-2 0-1 16,-1 0-2-16,0 0-1 16,1 0-2-16,-1 0-4 15,1 0-14-15,1-1-21 0,1-3-36 16,-2-2-34-16</inkml:trace>
  <inkml:trace contextRef="#ctx0" brushRef="#br0" timeOffset="6547.86">19136 7889 22 0,'0'0'48'0,"0"0"-34"0,0 0 16 0,0 0-3 16,0 0 2-16,0 0-8 0,0 0-4 15,0 0-7-15,-50 9-4 16,29 10-2-16,-2 4-8 15,-2 2 7-15,-2 2 1 16,0-2-8-16,4-4 1 16,2-2-22-16,6-5-9 0,2-6-25 15</inkml:trace>
  <inkml:trace contextRef="#ctx0" brushRef="#br0" timeOffset="7480.93">19040 4421 46 0,'0'0'26'0,"0"0"-13"0,0 0-3 0,0 0-4 0,0 0 2 16,0 0 4-16,0 0-6 15,0 0-3-15,0 0-1 16,0 0-1-16,0 0-1 0,0 0-3 16,10-33-6-16,-10 36 0 15,0 4 1-15,2 5 5 16,0 3 5-16,-2 4-3 16,0 3 1-16,2 4 0 15,-2 4 0-15,0 1 1 0,0-3-1 16,-2 2 0-16,-2-4 0 15,1-1 0-15,2-5 0 16,1 0 1-16,0-2 1 16,0-6-1-16,0 3 1 15,0-5-1-15,0 0 2 0,2-4 0 16,0 1 2-16,-1-3-1 16,2-2 0-16,-3-1-4 15,0-1-20-15,0-2-67 16</inkml:trace>
  <inkml:trace contextRef="#ctx0" brushRef="#br0" timeOffset="7630.26">18974 4435 159 0,'0'0'-26'0,"0"0"-83"0</inkml:trace>
  <inkml:trace contextRef="#ctx0" brushRef="#br0" timeOffset="8939.04">20621 6392 27 0,'0'0'10'0,"0"0"29"0,0 0-14 0,0 0-7 15,0 0-5-15,0 0-1 16,0 0-6-16,0 0-4 16,0 0-1-16,0 0 0 15,0 0-1-15,0 0-1 16,-22-24-3-16,22 24 0 16,0 0-1-16,0 0 4 0,0 0-1 15,0 0 0-15,0 4 0 16,0-1 2-16,0 1 0 15,0-1 0-15,0 0 0 16,2 0 2-16,0 0-1 16,0 1-1-16,2-1 0 0,-2-2-1 15,1 2-4-15,2-1 1 16,-1 0 2-16,0 0 2 16,1-1 3-16,1-1-2 15,1 2 0-15,4-2 0 16,-1 0-1-16,4 0-1 15,1 0-1-15,3 0 2 0,1 0 1 16,3 0-1-16,2 0 1 16,4 0 2-16,0 0-3 15,1 0 0-15,1 0 1 16,-1 0-1-16,2 0 2 0,-1 0 0 16,0 0 0-16,0 0 0 15,-1 0-1-15,0 0-1 16,0 0 0-16,0 0 2 15,2 1-2-15,2 0 0 16,1 1 1-16,-2-1-1 0,4-1 0 16,-4 0 0-16,1 0 0 15,0 0 0-15,-4 0 1 16,1 0-2-16,-1 0 2 16,-3 0-1-16,-1 0 1 15,-1 0-1-15,-4 0 1 16,-4 0-1-16,-1 0 0 0,-4 0 0 15,-2-1 2-15,1 1 1 16,-5 0-2-16,1 0 0 16,-2 0 1-16,0 0-4 15,-2 0-14-15,-2 0-15 0,0 0-56 16</inkml:trace>
  <inkml:trace contextRef="#ctx0" brushRef="#br0" timeOffset="9707.93">21603 6198 7 0,'0'0'5'0,"0"0"2"0,0 0 8 0,0 0-3 16,0 0-2-16,0 0 0 16,0 0-3-16,12 36 1 15,-5-29-4-15,1 2 2 16,4-2 2-16,-1 4-6 16,0 0 0-16,1 0-1 0,1-1-1 15,1 1 2-15,-1-1-1 16,0-1 0-16,-1-1 0 15,-1-1 4-15,2 0 1 16,-5-2-3-16,2 0-1 16,-1-1 0-16,-3-2-2 0,1 2 2 15,-4-1-3-15,-1-1 1 16,0-1 0-16,-2 0-1 16,0-1 1-16,0 2 0 15,0-1 0-15,0 1-1 16,1-1 1-16,0 3 0 15,-1 1 0-15,0-1 0 0,0 1 0 16,0 3-3-16,0-1 2 16,0 1 0-16,-2 1 0 15,-2-1 2-15,-3 5 4 16,0-2-2-16,-4 2 1 0,0 3-2 16,1-2 0-16,-1 3 1 15,-1-3 1-15,1 3-1 16,-2-2-2-16,3 0 0 15,1-1 0-15,-2-1 0 16,2 0 0-16,2-3 1 0,1-1-1 16,1-2 2-16,2-2-1 15,1 0 1-15,-2-3 0 16,2-2-19-16,2 0-25 16,0-1-64-16</inkml:trace>
  <inkml:trace contextRef="#ctx0" brushRef="#br0" timeOffset="10314.16">21653 6281 78 0,'0'0'5'0,"0"0"-5"0,0 0-1 15,0 0 1-15,0 0 1 0,0 0 1 16,0 0 1-16,0 0 1 15,0 0 3-15,0 0-3 16,0 0 2-16,11 42-1 16,-5-34-2-16,0 2 1 15,2-1-2-15,4 3 1 0,-4 0 0 16,2-1 0-16,4 2-1 16,-3 0-1-16,1-2 0 15,-2 2 0-15,0-3-1 16,0 1 1-16,1-4 0 15,-4 2 0-15,1-4-1 0,-2 2 1 16,0-3-1-16,-3-2 0 16,-1 1 1-16,-1-3-1 15,-1 3 0-15,0-2 4 16,0 2 2-16,0 1 8 16,-4 1-7-16,-5 2-5 0,2 1-1 15,-4 2-1-15,0 0 0 16,0 3 1-16,0-2 0 15,-1 1 1-15,2-1 0 16,1 0-1-16,-1 1 0 16,2-1 1-16,0 3 0 15,2-1 1-15,-3-2-20 0,4-4-70 16</inkml:trace>
  <inkml:trace contextRef="#ctx0" brushRef="#br0" timeOffset="15863.96">18464 5432 10 0,'-7'0'16'0,"3"3"-1"0,1-3 2 16,-1 0-4-16,1 1-2 0,1-1-8 15,1 1-3-15,1 0 0 16,-2 0 0-16,2-1 0 16,0 0 0-16,0 0-2 15,0 0-2-15,0 0 3 16,0 2 0-16,0-1 2 0,3-1 6 15,2 3-6-15,1-2-3 16,2 0 6-16,0 0-6 16,1 0 8-16,0-1-2 15,1 0-6-15,1 0 9 16,1 0-1-16,3 0 1 0,1 0 0 16,5 0-4-16,2 0-2 15,2 0 1-15,2 0-1 16,1 0-1-16,1 0-1 15,0-1 0-15,2-1 1 16,1-2-2-16,4 1 2 16,1-4 4-16,3 4 1 0,3-3 1 15,2 1 5-15,1-2-7 16,0 0 3-16,-1 2-1 16,-1-2 0-16,-4 3-2 15,-2 0-1-15,0-2 1 16,-2 3 1-16,-4-2 2 0,-1 0-1 15,0 1-2-15,0 1-1 16,-4-1-1-16,-3 2 0 16,1 0 0-16,-3 0 0 15,-4 2-1-15,-4-1 0 16,-5 1 1-16,0 0-1 0,-7 0 0 16,-2 0-8-16,-2 0-30 15,-14 3-2-15,-5 2 1 16,-4 3-29-16</inkml:trace>
  <inkml:trace contextRef="#ctx0" brushRef="#br0" timeOffset="16462.91">18509 5543 38 0,'0'0'3'0,"0"0"9"0,0 0 2 0,0 0-4 16,0 0 5-16,0 0 0 15,0 0-2-15,0 0-8 0,0 0-7 16,0 0-2-16,0 0 8 16,-2 0-3-16,17 0 3 15,3 0-3-15,6 0-1 16,3 1 0-16,1 2 1 16,2-3-1-16,4 0 2 0,-1 0 2 15,5 0 10-15,2 0-2 16,5-6-1-16,4-1-7 15,1 0-1-15,1 0 0 16,2 0-1-16,-1-2 0 16,-1 2-2-16,-1-2 0 15,-1 0 0-15,-1 1 1 0,-4 0 6 16,2-1 1-16,-3 1-1 16,-3 0-1-16,-2-1-1 15,-1 4 0-15,-4-1-3 16,-2 3 1-16,-7-1-3 15,-2 1 1-15,-2 0 2 0,-2 2-3 16,-2 1 1-16,-2 0-1 16,0 0 1-16,-2 0 0 15,-5 0-3-15,0 0-10 16,-6 0-16-16,-1 1-16 16,0-1-2-16,-8 0-35 0</inkml:trace>
  <inkml:trace contextRef="#ctx0" brushRef="#br0" timeOffset="17047.72">18732 5422 12 0,'0'0'10'0,"0"0"3"0,0 0-6 0,0 0-3 0,0 0-1 0,0 0 1 16,0 0 2-16,0 0 1 15,39 0 1-15,-29 3 1 16,1-3-3-16,3 3-3 16,1-2 1-16,4 2-3 15,3-3 1-15,0 0-2 0,5 0 0 16,6 0 3-16,-1 0 7 15,8 0 1-15,3-6 2 16,1 0-1-16,5-2 1 16,3-2-1-16,-5 2 4 15,4-1-3-15,-9 1 0 0,1-1-6 16,-9 2-3-16,-1 1-2 16,-6 1 1-16,-5 2 0 15,-1-2-2-15,-4 4 1 16,-4-2-2-16,-4 2 1 15,-1 1 0-15,-2 0-1 16,-3 0-1-16,-1 0 1 0,-2 5-2 16,0 0-29-16,0-5-66 15</inkml:trace>
  <inkml:trace contextRef="#ctx0" brushRef="#br0" timeOffset="18578.08">18214 7536 6 0,'0'0'6'0,"0"0"-7"16,0 0-4-16</inkml:trace>
  <inkml:trace contextRef="#ctx0" brushRef="#br0" timeOffset="19273.66">18214 7536 66 0,'48'-5'3'0,"-47"1"4"16,0 1-4-16,0-1 0 15,0 2-3-15,0 0 1 16,-1 0 0-16,2 1 6 16,-2-1 1-16,0 1-1 0,0 0-3 15,2 1-4-15,-2 0 0 16,1 0 0-16,3 0-1 16,-2 0 1-16,0 1-1 15,1 3 0-15,0-1 0 0,-1 1-1 16,0-1 2-16,1 1 2 15,0 2-1-15,-1-2-1 16,1 1 0-16,-1 2 0 16,1-3 0-16,1 2-4 15,-2-1 2-15,0 0 2 16,-1 0 2-16,0-2-2 16,0 1 1-16,1-2-1 0,-1-1 0 15,2 0 0-15,-3 1 0 16,0-2 0-16,2 0 2 15,-2 0 1-15,0 0 9 16,0 0-4-16,2 0 0 0,-1 0-6 16,3-6-1-16,1 2 0 15,-1-2 0-15,2 1-1 16,1-1 2-16,0-1-2 16,3 0 0-16,0-2 0 15,-1 2 1-15,3-3-1 16,-1 0 0-16,2-2 0 0,3-1 0 15,-1 1 1-15,0 0-1 16,1-3 0-16,2 1 0 16,-4-2 1-16,2-2 1 15,0 2 12-15,0 1 2 16,1-1-3-16,-4 2-3 0,3 1-3 16,-6 3-3-16,0 1-1 15,-1 4-1-15,-2 0-1 16,-1 4-1-16,-2 1 0 15,-2 0-4-15,-1 6-26 0,-1 1-29 16,0 2-51-16</inkml:trace>
  <inkml:trace contextRef="#ctx0" brushRef="#br0" timeOffset="20249.13">18897 7426 36 0,'-1'0'64'0,"0"0"-45"0,0 0-6 0,1 0-11 0,0 0-3 16,0 0 1-16,0 0-1 15,0 0 1-15,0 0 1 16,1 0-2-16,0 0 1 16,0 0-2-16,0 2 1 0,1-1 0 15,0 3 1-15,0-1 0 16,1 1 0-16,0-1-1 16,2 3 1-16,-2-2-1 15,4 0 1-15,-1-1 0 16,0 1 0-16,1-1 0 0,-2 1 1 15,4-1-1-15,-5 0 0 16,1 1 0-16,1-2 1 16,-1 1-2-16,-1-3 1 15,2 2 0-15,-2-1 0 0,2 0 1 16,-1-1-2-16,3 0 1 16,-1 0-1-16,2-4 3 15,-1-3-1-15,3-2 5 16,1-3-2-16,1-1 5 15,1-3-3-15,2 0-2 0,2-2-2 16,2-2 1-16,-2-1-1 16,4 0-2-16,-1-1 1 15,0 2 0-15,-2 0-1 16,0 3 3-16,-2 3-1 16,-1 3 0-16,-4 4-1 0,-1 2 0 15,-1 5 0-15,-3 0-1 16,-1 0-16-16,-2 3-33 15</inkml:trace>
  <inkml:trace contextRef="#ctx0" brushRef="#br0" timeOffset="21166.62">19577 7450 7 0,'0'0'6'0,"0"0"16"0,0 0 5 15,0 0-8-15,0 0-11 16,0 0-2-16,0 0-4 16,0 0-2-16,0 0 2 0,0 0-2 15,0 0-2-15,40 3 2 16,-37 2-1-16,1 0 1 16,-2-1 3-16,3 0-1 15,-2 1 1-15,-1-2 2 0,1 1-1 16,2-1 3-16,-3 0-4 15,1 1-1-15,1-1-1 16,0-2 0-16,1 3 1 16,-3-2-1-16,1-1 1 15,1-1-2-15,1 0 2 16,2 0 1-16,2 0 8 0,2-1 0 16,-1-6-5-16,4-1-1 15,1-1-1-15,1-2 1 16,-1 0 1-16,2-3-1 15,2 0 0-15,0 0-1 0,1-2-1 16,0 3-1-16,1-1 0 16,0 0 1-16,-3 3-3 15,2 2 1-15,-4-1-1 16,0 3 1-16,-4 1-2 16,0 2 1-16,-3 0 1 15,-2 1-1-15,-1 1 0 0,1 1 0 16,-5 1-1-16,0 0 0 15,0 0 0-15,-2 0-3 16,0 6-11-16,0 1-20 16,-5 0-7-16,-7 1-24 15</inkml:trace>
  <inkml:trace contextRef="#ctx0" brushRef="#br0" timeOffset="21942.81">19604 7450 20 0,'0'0'14'0,"0"0"-13"0,0 0 2 15,0 0 1-15,0 0 0 16,0 0-2-16,0 0 2 16,0 0 1-16,0 0 0 0,0 0 3 15,0 0-3-15,22 36 1 16,-17-31-2-16,-3 1 0 16,1 1-1-16,1-3 0 15,4 2-2-15,-4-2 0 16,3 2 1-16,1-5 0 0,1 1 1 15,3-1 1-15,-2-1 0 16,3 0 7-16,3 0 1 16,-3-4-3-16,3-4-3 15,1-1-1-15,0-2-1 0,2-2-1 16,0 0 1-16,3-3 0 16,0-2-1-16,2 0 1 15,1-1-1-15,2-1 1 16,-6 0-2-16,2 2 1 15,-5 4-1-15,-1 2 0 16,-3 1 0-16,-3 5-1 0,-1 3-1 16,-1 3 2-16,-5 0-4 15,-1 0-2-15,-3 2-37 16,0 5-11-16</inkml:trace>
  <inkml:trace contextRef="#ctx0" brushRef="#br0" timeOffset="22881.21">18317 7556 19 0,'0'0'2'0,"0"0"-1"0,0 0 1 0,0 0 2 16,0 0 13-16,0 0-3 15,0 0 0-15,0 0 1 16,0 0-4-16,0 0-1 16,0 0 1-16,0 0 3 0,0 0-10 15,-26-9-3-15,26 9-1 16,0 0 0-16,0 0 0 16,0 0-3-16,0 1 1 15,-1 5 3-15,1-2 1 16,0 3-1-16,0-1 0 0,0-2 0 15,0 3 0-15,0-1 2 16,0-3-2-16,3 4-1 16,0-3 0-16,0-4 0 15,2 0 2-15,3 0-1 0,-1 0 3 16,3-6 15-16,5-5-7 16,0 0-3-16,5-5-3 15,1-1-3-15,2 0-1 16,2-3-1-16,2-1 1 15,2 1-2-15,0-3 2 0,-1 3-1 16,0-1 1-16,-3 3-1 16,-5 1 0-16,-3 4-1 15,-5 1 1-15,-3 5-1 16,-5 3 1-16,-1 1-1 16,-3 3 0-16,0 0-12 0,0 0-8 15,0 0-17-15,-3 7 26 16,-2 0-11-16,-1 2-2 15,0-1 2-15</inkml:trace>
  <inkml:trace contextRef="#ctx0" brushRef="#br0" timeOffset="25607.78">19027 7482 21 0,'0'0'25'0,"0"0"-14"0,-6 0-5 16,1 0 1-16,-6 0-4 15,4 0 6-15,-2 0-1 16,0 0 3-16,2 0-4 15,-1 0-4-15,3 0-2 0,-2 0-1 16,1 0 1-16,3 0-1 16,1 0 1-16,-1 0-1 15,2 0 2-15,1 0 5 16,0 0 0-16,0 0-1 0,0 0-3 16,0 0-1-16,0 0-1 15,0 0 1-15,0 0 0 16,0 0 1-16,0 0-1 15,0 0-2-15,4 0 0 16,0 0-2-16,0 2 1 0,2 4 2 16,0 0 0-16,0-1-1 15,0-2 0-15,0 0-1 16,1-3 2-16,-3 0 0 16,3 0 7-16,-2 0 6 15,6-6 4-15,-2-5-7 16,6-2-4-16,1-5-2 0,3-5 0 15,7 2 2-15,2-6-1 16,3-4 1-16,5-1-1 16,-2 0-1-16,5 0-1 15,-4 1-3-15,-5 4 0 16,-3 6 0-16,-7 5 0 0,-5 6-2 16,-7 10-13-16,-4 0-26 15,-3 3-16-15,-1 12 5 16</inkml:trace>
  <inkml:trace contextRef="#ctx0" brushRef="#br0" timeOffset="26460.47">19590 7433 59 0,'0'0'2'0,"0"0"14"0,0 0-2 16,0 0-6-16,0 0 0 0,0 0-8 15,0 0-4-15,0 0 13 16,0 0-8-16,0 0 0 16,0 0 0-16,0 0 1 15,0 0 0-15,5 10-2 16,-2-4 0-16,1-1 0 0,-2 0 1 15,0 0 1-15,-2 1-1 16,1-2 0-16,1 1 2 16,-1 0 0-16,1 1-1 15,1 0-1-15,1-1-1 16,-1 0 0-16,0-2 0 0,3 1 0 16,-1-3 0-16,0-1-4 15,2 0 7-15,0 0 3 16,1 0 1-16,2-7 2 15,-1 0 0-15,3-3-1 16,1-3-1-16,3 0-2 0,1-4-3 16,2 0 0-16,4-2-1 15,2-3 0-15,0 1 1 16,2-2-1-16,0 2 0 16,0-2-1-16,-2 3 0 15,-2 3 0-15,-2 0 3 16,-3 6 5-16,-4 2-1 0,-2 4-5 15,-3 3-1-15,-4 2 1 16,-1 0-3-16,-4 0 0 16,0 0-1-16,0 4 4 15,0 1-2-15,-2 2 0 0,-5 4-14 16,-3 2-12-16,-2 1-14 16,-4-4-9-16</inkml:trace>
  <inkml:trace contextRef="#ctx0" brushRef="#br0" timeOffset="27179.99">19592 7497 38 0,'0'0'23'0,"0"0"-6"0,0 0-6 16,0 0-5-16,0 0-5 15,0 0-1-15,0 0 0 16,0 0 1-16,0 0-2 16,0 0 2-16,0 0-2 0,0 0 2 15,28 38-1-15,-22-35 2 16,1 2-2-16,-4-1 0 15,5-1 0-15,-2-2-2 16,3-1 4-16,2 0 8 16,1 0-6-16,4-8-1 0,1-1 2 15,1-4-2-15,3-1 0 16,1-3 4-16,3-1 4 16,1-3-2-16,2-1-1 15,1-1 5-15,-1-1 0 16,1 0-1-16,-4 1-6 0,1 5-2 15,-5-2-2-15,0 4-1 16,-6 3-1-16,-2 2 1 16,-2 3-1-16,-6 2 0 15,1 1 0-15,-4 3 5 16,0 0 2-16,-1 2-2 0,0-1-2 16,1 1-2-16,-1 0-1 15,0 0 0-15,-1 0-1 16,0 0-2-16,0 0 3 15,0 0 1-15,0 0 3 16,1 1 0-16,0 3-5 0,-1 1-6 16,0 2-14-16,0-3-30 15,0-4-30-15</inkml:trace>
  <inkml:trace contextRef="#ctx0" brushRef="#br0" timeOffset="35310.07">15735 6041 79 0,'-2'-5'5'0,"0"-2"10"0,-1 0-11 0,1 1 1 15,-3 0-1-15,-1-1 0 16,3 0 4-16,-5 0-2 15,3 0 4-15,-3-2 3 16,-2 2-1-16,2-2-2 0,-3 2 1 16,-1 0-4-16,-1 0-1 15,1 0 0-15,-1 2-3 16,0 1-1-16,-1-1-1 16,3-1 0-16,-5 2-1 15,3 1-2-15,-3 0 4 0,1-1-2 16,-2 1 1-16,0 0-2 15,-1-1 2-15,-1 3-1 16,0-1 0-16,1 1 2 16,-1 1-1-16,0-2 0 15,-1 2 0-15,1 0-1 16,-2 0 0-16,1 0 1 0,-4 0-3 16,1 3 1-16,0 0 4 15,-4 1-1-15,3-1-5 16,-2 2 3-16,0 0 3 15,0 1-6-15,-1 1 6 0,-2-1-5 16,-1 2 4-16,1 1-2 16,-1-1 1-16,-2 2 0 15,3 0 0-15,-4 0-2 16,4 0 2-16,1-1-1 16,2-1 0-16,1 2 0 0,1 0 0 15,1 1-1-15,0 1 1 16,4 0 0-16,-4 3 0 15,1 0-1-15,0 2 1 16,2 2-3-16,-3-1 3 16,3 3 0-16,0 1-1 0,2-2 1 15,3 2 0-15,-1 0 0 16,5 0-1-16,2 1 0 16,5 0-2-16,0-2 1 15,4 2 1-15,0-2 0 16,0 0-3-16,0 2 3 15,4 0 1-15,0 0 0 0,1 1-6 16,-1 0 8-16,1-1-3 16,0 2 2-16,4-2-2 15,1 0 1-15,1-2 1 16,1 3-1-16,2-4 0 16,3 1 1-16,-2-1-1 0,-1 0 0 15,-1-3 0-15,1 2 0 16,-1-1 0-16,0-1 1 15,1-1-1-15,-1-1 0 16,3 2 0-16,1-4 0 16,6 1 1-16,0-2 1 0,4-1-1 15,2 0 3-15,2-2-2 16,0 1-1-16,0-3 0 16,-1 0-1-16,3 2 2 15,-2-3-2-15,-1 1 0 16,3 1 1-16,1-5-1 0,3 4 1 15,0-3 0-15,3-1-1 16,2 0 2-16,2-2-4 16,3-1 1-16,3 0 0 15,-3 0 0-15,4 0-5 16,2 0 5-16,-2 0 0 0,0 0-1 16,-1-1 2-16,-3-5 0 15,3-1 0-15,-6 0 0 16,-1-2 0-16,4-2 0 15,-3 1 4-15,1-1-1 16,-5-4 0-16,0 1-1 16,-5-3-1-16,-2-1-1 0,-7-3 3 15,-1-1-2-15,-3-2 0 16,-3-2 0-16,-2 0 2 16,-1-2 1-16,-6 3 0 15,0-5-3-15,-1 3 0 16,-4-1 0-16,-3-2 0 0,-2 0-1 15,0-3 1-15,-2-2 0 16,-3 1 0-16,-7-3 4 16,2 0-1-16,-1 2-1 15,-1 2 0-15,1-3 3 16,-3 4-5-16,1-1 2 0,-1 0-1 16,-1-1-1-16,-1 1 2 15,-2 1 0-15,-2-2-1 16,-3 4 2-16,-1 3-3 15,-6 2-1-15,-2 3 1 16,-6 5-1-16,-4 4 1 16,0 4-5-16,-4 4 4 0,-5 5-12 15,-3 0-34-15,-2 0-54 16</inkml:trace>
  <inkml:trace contextRef="#ctx0" brushRef="#br0" timeOffset="39049.04">15814 7474 36 0,'0'0'6'0,"2"0"2"0,2-4 2 0,0 1 2 0,-1 0 2 15,-1 1 2-15,2-1-1 16,-4 1 1-16,2 1-5 16,0-2-8-16,-2 1-3 15,1 1 2-15,-1 0-2 0,1-2 1 16,-1 2-1-16,0-1 1 15,0-1 0-15,0-1 6 16,0 1 5-16,-2-1-7 16,-2 0 3-16,0-1-3 15,0 0-3-15,-1-1-1 0,-1 0 0 16,0 1-1-16,-1-1 2 16,1 2-2-16,-3-2 0 15,2 0 1-15,-1 2-1 16,1-1 0-16,-1 0 0 15,-1 1 0-15,3 2 2 0,-3-2-2 16,1 1 0-16,-2 1 0 16,0 0 0-16,3 1 1 15,-5-2 0-15,2 1 0 16,-2 1-1-16,0-2 0 16,-2 3 0-16,0-2 0 15,-1 1-1-15,-2 0 1 0,3-2 1 16,-3 2 0-16,2-1 3 15,-1 2 1-15,-1-1-3 16,1 1-2-16,1 0 1 16,0 0 0-16,0-2-1 15,1 1 1-15,1 1 0 0,0 0 0 16,-1 0 0-16,2 0 1 16,0 0-2-16,-1 0 1 15,0 0-1-15,1 0 0 16,1 4 0-16,-5 2 1 15,0-2-2-15,-1-1 2 0,1 1-1 16,-2 1 0-16,-3 0 0 16,4-3-1-16,-3 2 1 15,3-1 0-15,0 0 0 16,4 0 1-16,-3-2 0 0,3 3-1 16,-1-1 1-16,1 1-1 15,-3 2 0-15,1 0 0 16,-3 2 1-16,1-1-2 15,0 3 1-15,-4-1 1 16,3 2-2-16,-4-1 2 16,1 3-1-16,3 0 0 0,-5 1-1 15,1-1 2-15,2 2-2 16,0-1 1-16,1 3 0 16,2-1-1-16,-3-2 1 15,4 2-1-15,-1 1 1 16,3-1 0-16,-2-1-1 0,1 0 1 15,-1 1 0-15,1-3 0 16,1 3 0-16,1-2-1 16,1 0 1-16,1-1-2 15,1 1 0-15,3 2 2 16,-3-2-1-16,2 1-1 0,3 0 2 16,-3-1-1-16,2 0 1 15,-1 0-1-15,2-2 0 16,2-2 0-16,-2 1-1 15,2 0-1-15,1 0 1 16,0 0-2-16,2 2 1 0,0-1-1 16,0 0 3-16,0 3 1 15,0-3 0-15,0 3 0 16,2-3 0-16,0 1 0 16,0-1 0-16,-1-1 0 15,0 0 0-15,1-2 0 16,0 3-1-16,0-3-2 0,0 0 3 15,1 0 1-15,1-1 0 16,0 2 0-16,-2-1-2 16,3-1 1-16,0 0 3 15,-3 0-2-15,2 3 1 0,3-2-1 16,-3 1-1-16,0 0 2 16,4-2-2-16,-4 2 0 15,1-1 0-15,1-1 0 16,0 0 0-16,2 0 1 15,-3-1 0-15,3 3 1 16,3 0-1-16,-3 1 0 0,1-1 0 16,1 3-1-16,0-2 1 15,-1 2-1-15,1-3 0 16,2-1 2-16,-3 2-2 16,1-4 1-16,2 3-1 15,1-3 1-15,0 3 0 16,3-3 0-16,-2 0 0 0,2 0 0 15,0-1-1-15,3 1 2 16,0-1-1-16,0-2 0 16,1 3 0-16,1-1 1 15,0-2 0-15,-1 2-1 0,1-2 1 16,-3 0-2-16,2-1 1 16,-3 1 0-16,2-2-1 15,1 0 0-15,-1 1 1 16,4-2 1-16,4 0-2 15,-2 1 0-15,4-2 1 0,-2 1 1 16,-1-1-2-16,1 2 1 16,-2-2-1-16,0 2 0 15,0-1 0-15,1 2 1 16,-2 0-2-16,-1 0 2 16,3 0 0-16,1-3-1 15,1 1 0-15,0-1 0 0,0 0 1 16,0 0-1-16,1 0 0 15,0-3 0-15,0-1 1 16,0-3-1-16,0-1 1 16,-2 0 0-16,2-1 0 0,-2 1-1 15,0-2 1-15,2-1 0 16,-2 0-1-16,-1-1 3 16,-1 0-1-16,2-1 0 15,-1 0 2-15,0-3-2 16,1-1 0-16,0-1 0 15,-2-2-1-15,2-1 1 0,-2-2-1 16,-2 0 0-16,-2 0 0 16,0 1 0-16,-3-2 3 15,-3 2 6-15,0-2 1 16,-2 3-1-16,0-2-5 16,-2-1-2-16,0 1 1 0,-1-4-3 15,1-2 0-15,-1-1 0 16,0-2-1-16,-1 1 1 15,-1 0 0-15,-2 0-1 16,0 2 0-16,-2 2 1 16,-4 3 2-16,0 1 3 15,0 5-2-15,0-2 10 0,-7 4-11 16,1-1-1-16,1 2 0 16,-1-1 0-16,-1 2-2 15,0-2 2-15,2 2-1 16,-3-2-1-16,1 1 1 15,-1-1 1-15,0 2-1 0,0-2-1 16,1 1 1-16,0 0-1 16,-4 2 1-16,4-2-1 15,-2 4 0-15,-4-3-1 16,3 2 2-16,0 1 1 16,-6-2-2-16,2 3 3 0,-3 0-3 15,1 0 1-15,-2 3-2 16,-4 0 2-16,0 2 1 15,-7 4-2-15,-6 1-3 16,-5 0-15-16,-10 3-4 16,-8 6-12-16,-8-1-37 15,-12-3-66-15</inkml:trace>
  <inkml:trace contextRef="#ctx0" brushRef="#br0" timeOffset="40592.21">11315 8551 45 0,'2'-1'3'0,"0"-2"5"0,-2 3 2 0,0-2 3 16,0 2-3-16,0-2 0 15,0 1-2-15,0 1 1 16,0-2-3-16,0 1-2 16,0 1-2-16,0 0-2 15,2 0 0-15,0 0-2 16,0 1-1-16,-2 4-6 0,2 1 8 15,0 3 3-15,1-1-3 16,1 1 1-16,-1-1-1 16,1 3 2-16,3-3-1 15,-3 1 1-15,1-2 0 0,1-2-2 16,-1-2 1-16,4-2-2 16,-3-1 3-16,4 0 0 15,4-4 0-15,1-5 2 16,5-4-2-16,0-1 0 15,6-3 1-15,1-1-2 16,2-1 1-16,2-3 0 0,5-1 0 16,-2 0-1-16,2-2 7 15,4 0 1-15,2-3 3 16,1 2 2-16,0-5 7 16,-1 3-5-16,3 1-5 15,-5 1-5-15,-2 2-3 0,-3 4 2 16,-4 3-2-16,-4 3 0 15,-6 3 1-15,-3 2 1 16,-3 3 4-16,-4 2-4 16,-3 1-3-16,-2 2 1 15,-2 1-1-15,-2 0-1 0,1 0-1 16,-1 0-2-16,0 0-17 16,-2 4-17-16,0-2-26 15</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41:18.858"/>
    </inkml:context>
    <inkml:brush xml:id="br0">
      <inkml:brushProperty name="width" value="0.05292" units="cm"/>
      <inkml:brushProperty name="height" value="0.05292" units="cm"/>
      <inkml:brushProperty name="color" value="#FF0000"/>
    </inkml:brush>
    <inkml:context xml:id="ctx1">
      <inkml:inkSource xml:id="inkSrc15">
        <inkml:traceFormat>
          <inkml:channel name="X" type="integer" max="1920" units="cm"/>
          <inkml:channel name="Y" type="integer" max="1080" units="cm"/>
          <inkml:channel name="T" type="integer" max="2.14748E9" units="dev"/>
        </inkml:traceFormat>
        <inkml:channelProperties>
          <inkml:channelProperty channel="X" name="resolution" value="40.33614" units="1/cm"/>
          <inkml:channelProperty channel="Y" name="resolution" value="40.29851" units="1/cm"/>
          <inkml:channelProperty channel="T" name="resolution" value="1" units="1/dev"/>
        </inkml:channelProperties>
      </inkml:inkSource>
      <inkml:timestamp xml:id="ts1" timeString="2026-07-19T05:42:34.589"/>
    </inkml:context>
  </inkml:definitions>
  <inkml:trace contextRef="#ctx0" brushRef="#br0">5308 9295 76 0,'0'0'9'0,"0"0"6"0,0 0-2 0,0 0-3 16,0 0 0-16,0 0-1 16,0 0-1-16,0 0 0 15,0 0-3-15,0 0 3 0,-11-35-3 16,11 33-2-16,7-1-2 16,2 3-1-16,2-4 0 15,2 4 2-15,5 0-2 16,3-1-2-16,-1 1 2 15,6 0 0-15,1 0 0 16,3-2 0-16,5 1 0 0,-1-2 0 16,3 2 0-16,4-2 0 15,-1-2 0-15,5 0 2 16,-3-1-2-16,2-1 1 16,2-3 1-16,-2 2-2 0,-1-1 1 15,-5 0-1-15,0 0 1 16,-3 3-1-16,-3 0 0 15,-3 2 0-15,-3 1 0 16,-1 3 0-16,-4 0 1 16,-6 0-2-16,-1 0 1 0,-9 7-12 15,-3 3-28-15,-2 0 2 16,-5 0-34-16</inkml:trace>
  <inkml:trace contextRef="#ctx0" brushRef="#br0" timeOffset="306.64">5787 9382 116 0,'0'0'-3'0,"0"0"10"0,0 0 0 0,0 0-5 0,0 0-2 16,0 0 0-16,0 0 0 15,0 0 1-15,0 0-2 16,0 0 6-16,-13 31 0 16,26-31 5-16,7 0 0 0,4 0-1 15,1 0 0-15,6 0-2 16,0-3-1-16,1-4-1 16,3 3-1-16,4-3-3 15,1 2 0-15,7 1 0 16,4 1 0-16,-2-2-49 15,2-5-92-15</inkml:trace>
  <inkml:trace contextRef="#ctx0" brushRef="#br0" timeOffset="1658.31">5919 7217 12 0,'0'0'16'0,"0"0"7"0,0 0 4 15,0 0-5-15,0 0 0 16,0 0 2-16,2-4-15 0,5-3-3 16,0-3-1-16,3 0 1 15,2-2-1-15,3-3-2 16,3 1 0-16,4-3-2 16,7-2-1-16,3-4 0 15,6-5-23-15,2-6-90 0</inkml:trace>
  <inkml:trace contextRef="#ctx0" brushRef="#br0" timeOffset="4464.76">2209 6706 9 0,'0'-4'16'0,"0"2"3"0,0 1-2 0,0-2-4 0,0 3-4 16,0-1-2-16,0-1-2 16,0 2-4-16,0 0-2 15,0 0 0-15,0 0-2 16,0 0 2-16,0 0 2 15,0 0-1-15,0 0 1 16,0 0-1-16,0 0 0 0,0 0 0 16,2 3 0-16,-2 1 0 15,4 2 2-15,-2-3-2 16,0 1 0-16,1 1 0 16,1 0 0-16,-2 1 0 0,3-1 0 15,-2 0 0-15,1-1 0 16,-2-1 0-16,2 1 0 15,-2-1 0-15,1 0 1 16,-1 0-1-16,0-2 0 16,0 2 0-16,0-2-1 15,1-1 1-15,0 0 1 0,1 0 0 16,0 0 2-16,1 0-2 16,1-4 0-16,4 0 0 15,-2-5 0-15,3 1-1 16,1-2 1-16,1-1 1 15,0 0-2-15,1-1 3 0,1-2-1 16,3 1 1-16,3-1 0 16,-4-1 0-16,1 1-1 15,2 3-1-15,-4-1 1 16,-1 1 0-16,-1 4 1 0,-5-2-1 16,-3 5 1-16,0 0 0 15,-4 1 3-15,0 0 5 16,-2 3 5-16,0 0-12 15,0 0-5-15,0 0-10 16,0 0-22-16,0 4-2 16,-6-4-47-16</inkml:trace>
  <inkml:trace contextRef="#ctx0" brushRef="#br0" timeOffset="5574.69">2186 5411 2 0,'5'4'7'0,"4"-4"7"0,-4 0 4 0,5 0-2 15,1 0-3-15,3-4-1 16,-1-5-4-16,3-1 1 16,1-4-5-16,2-1 1 15,1-3-1-15,-1-2 1 16,4-1 1-16,-2-2 0 16,0 1 0-16,2-1 1 0,-3 3-1 15,0-1 0-15,0 4 0 16,3 1-4-16,0 3-1 15,0 1-1-15,0 0-3 16,-5-3-79-16</inkml:trace>
  <inkml:trace contextRef="#ctx0" brushRef="#br0" timeOffset="12198.32">9826 9217 17 0,'0'-3'3'0,"0"0"8"0,0 2 11 0,0-2-3 0,0 0-3 16,0 2-3-16,0-2-3 16,0 3-4-16,0-1-3 15,0-1-1-15,0 2-2 16,0 0 0-16,0 0 0 16,0 0-1-16,0 0-1 0,0 0-4 15,0 0 2-15,1 0 2 16,0 0 1-16,0 4 3 15,2 2 0-15,2 3 0 16,-2-4 2-16,3 3-3 16,-2-2 1-16,1-1 0 15,3-1-1-15,-1 0 3 0,0-2-2 16,-1-1 2-16,1 1-2 16,-1-2 0-16,4 0 0 15,-5 0 0-15,5 0 3 16,0-2 9-16,1-5 2 15,1-2-1-15,5-5-5 0,3-2-5 16,2-5-1-16,3-3-1 16,4-4-1-16,0-5 0 15,0-1 3-15,0 0 2 16,0 0-3-16,-1 4 1 16,0 3-3-16,-4 4 0 0,1 3-1 15,-3 5 1-15,-1 2 1 16,-4 7-2-16,-3 3-6 15,-1 1-29-15,-9 2-60 16,-2 0-15-16</inkml:trace>
  <inkml:trace contextRef="#ctx0" brushRef="#br0" timeOffset="14949.05">13749 9396 53 0,'0'0'11'0,"0"0"0"0,0 0 2 0,0 0 1 0,0 0-3 16,0 0 0-16,0 0-2 15,0 0-5-15,0 0-1 16,0 0-1-16,0 0 1 16,0 0 4-16,0 0 2 0,0 0-2 15,0-13-5-15,0 13-6 16,0 0-3-16,0 0 3 15,3 0 0-15,0 6 1 16,1 0-1-16,-1-1 0 16,1 5 5-16,0-3-3 0,0 0 2 15,-1 0 2-15,2 1-1 16,-1 0-2-16,-2-1 1 16,0-1-1-16,1-2 1 15,1 1-1-15,0-3 1 16,-2 1 0-16,2-1 2 0,4-2 3 15,-3 0 2-15,3 0 5 16,1-4 3-16,5-5 1 16,1-4-7-16,1-3 0 15,4-5 1-15,2-2 1 16,3-2 2-16,2-5 3 0,2-4-4 16,2 1-3-16,1-1-3 15,3 0 0-15,-4 1-6 16,-1 5 4-16,1 2-4 15,-8 7-9-15,-2 3-45 16,-7 1-61-16</inkml:trace>
  <inkml:trace contextRef="#ctx0" brushRef="#br0" timeOffset="15882.3">17976 9297 28 0,'-1'1'48'0,"0"0"-42"0,0 1-6 16,0 2 1-16,0-1 0 0,0 4 3 15,-1 2 0-15,-1-1-2 16,0 2 1-16,2-1 0 16,0 1 1-16,0-2 2 15,1-1-4-15,0 0 1 16,0-1-1-16,0-2 2 0,0 0 2 16,0-1 1-16,3-1 0 15,3-1 10-15,-1-1 5 16,3 0 2-16,3-3-5 15,3-4-6-15,3-3-5 16,4-4-2-16,5-3-1 0,8-3-2 16,2-4 1-16,8-2-2 15,3-5-1-15,8-1 0 16,4-10-25-16,4-9-93 16</inkml:trace>
  <inkml:trace contextRef="#ctx0" brushRef="#br0" timeOffset="17433.14">5862 3046 33 0,'0'0'31'0,"0"0"-20"0,0 0 5 0,0 0-6 15,0 0-7-15,0 0-4 0,0 0-2 16,0 0 4-16,0 0-1 15,-4 24 1-15,4-17 0 16,0-1 2-16,0 1 0 16,0-3 2-16,0 0 4 15,2-2-3-15,0-2 7 0,1 0 24 16,2-2 19-16,4-13-12 16,11-7-28-16,3-9-7 15,16-10-6-15,10-7-2 16,9-16 1-16,5-10-31 15,2-13-252-15</inkml:trace>
  <inkml:trace contextRef="#ctx0" brushRef="#br0" timeOffset="18094.12">10183 3235 72 0,'0'0'29'0,"0"0"8"0,0 0-4 0,0 0 1 0,0 0-5 16,0 0-10-16,0 0 0 15,30-53-6-15,-3 26-5 16,13-10-7-16,11-5 2 0,4-14-9 16,1-9-164-16</inkml:trace>
  <inkml:trace contextRef="#ctx0" brushRef="#br0" timeOffset="18805.93">14358 3185 100 0,'0'0'21'0,"0"0"12"0,0 0 11 0,0 0-11 16,0 0-3-16,38-48-17 15,-18 28-10-15,9-3-2 16,4-4 0-16,5-5-16 0,3-8-100 15</inkml:trace>
  <inkml:trace contextRef="#ctx0" brushRef="#br0" timeOffset="19495.93">18119 3188 66 0,'0'0'5'0,"0"0"13"0,0 0-4 0,0 0 3 15,0 0 10-15,37-17-3 0,-26 7-5 16,2-3-3-16,3-2-4 16,6-4-7-16,2-1-3 15,6-1-1-15,4-7 0 16,2-4-50-16</inkml:trace>
  <inkml:trace contextRef="#ctx0" brushRef="#br0" timeOffset="22302.24">16825 10005 78 0,'0'0'9'0,"0"0"7"0,0 0-10 15,0 0-3-15,0 0-2 16,0 0 1-16,0 0-1 15,0 0 2-15,0 0 1 16,0 0-2-16,0 0 8 0,0 0 3 16,0 0-2-16,0 0-3 15,7-15-5-15,-6 15-5 16,1 0 2-16,0 0-3 16,2 2-1-16,-3 3 0 15,1-1-2-15,1 2 1 0,0-1 4 16,-1 0 1-16,0-1-1 15,0-1 1-15,1-2 1 16,-1 2 1-16,3-3 6 16,-1 0 19-16,5-3 7 15,5-5-13-15,1-4-7 0,8-5-6 16,8-3 0-16,6-4 4 16,9-3-3-16,3 0-5 15,9-3-2-15,5-1 1 16,4-4-6-16,2-9-75 15</inkml:trace>
  <inkml:trace contextRef="#ctx0" brushRef="#br0" timeOffset="23789.09">3934 10633 104 0,'-56'4'-53'0,"-2"0"55"0,2 1-1 0,3-1 1 0,1 2-8 0,-2-1-6 16,3 0 1-1,0 0 4-15,3 0 10 0,6-3-4 16</inkml:trace>
  <inkml:trace contextRef="#ctx0" brushRef="#br0" timeOffset="27789.27">2211 10642 91 0,'0'0'5'0,"0"0"5"0,0 0 1 16,0 0-5-16,0 0-5 15,0 0 0-15,0 0-1 16,38-12 0-16,-28 11 1 16,4 1-1-16,-1 0 0 15,3 0 0-15,0 0 0 16,2 0 0-16,2 0 0 0,0 0 0 16,3 0-1-16,3 0 1 15,1 0-1-15,2 1 1 16,5-1 0-16,2 0 0 15,3 0 0-15,3 0 1 16,2 0-1-16,-2-4 0 0,3 0 1 16,-1-1-1-16,1 1 0 15,-2-1 0-15,4 0 0 16,-3 2 0-16,3-4 1 16,2 4-1-16,5-1 1 15,0 0-1-15,2-2 0 0,1 2 0 16,-1-2 0-16,-2-2 1 15,0 3-2-15,-1-2 1 16,1-1 0-16,0 1 0 16,0 1 0-16,1 0 0 15,1 0 0-15,0 1 0 0,0 2 0 16,4 2 0-16,-2 1 0 16,3 0 0-16,-1 0 0 15,3 0 0-15,-1 4 1 16,5-1-1-16,-2-1 0 15,2-2 1-15,2 0-2 16,-1 0 1-16,-1-1 0 0,0-6 0 16,0 1 0-16,0 0 0 15,0 0-1-15,2-1 2 16,0 2-1-16,0 0 0 16,2 2 0-16,-1-1 1 0,2 2 1 15,-1-1-2-15,1 2 1 16,0-2-1-16,4 0 0 15,-3 2 1-15,0-2-1 16,2 0 1-16,-2 2-1 16,1-2 1-16,0 2-1 0,0-1 0 15,2-1 0-15,-3-1 0 16,4 2 0-16,-2-2 1 16,-1 0-2-16,0 0 1 15,-1-1 1-15,2 1-1 16,0 0 0-16,2 0 0 15,-2 1 0-15,0 0 0 0,0 2 0 16,-3-1 0-16,0 2 0 16,-5 0 1-16,1 0 0 15,-1 0 0-15,0 0 0 16,1 0 2-16,1 3-3 16,-2 1 1-16,0 1 0 0,2-3 0 15,-1 1-1-15,-2 0 1 16,-1-3 0-16,0 0-1 15,0 0 0-15,0 0 1 16,2 0-1-16,3 0 2 16,-1-2 4-16,4-3 2 0,1-2 1 15,-1 0-1-15,-1-2-3 16,0 3 0-16,-5-1 0 16,0 0-3-16,-2 2 0 15,1 3-1-15,-1 1-1 16,-3 1 1-16,4 0-1 15,-3 0-1-15,-3 0 2 0,0 3-1 16,1-1 0-16,-4-2 1 16,2 1-1-16,3 1 1 15,0-2 1-15,3 3 0 0,-1 2 0 16,-1 1-2-16,1 0 0 16,-2 3 1-16,1-1-1 15,-1 2 0-15,1 0 0 16,0 1 1-16,0-2-1 15,1 1 0-15,3 0 1 16,0 0-1-16,3-5 0 0,-1 1 1 16,2-3-1-16,1-3 1 15,2 0-1-15,-1 0 1 16,1 2 0-16,-1 0-1 16,3 0 2-16,-1 0-2 15,2 1 1-15,0 1-1 0,-4-3 0 16,2 1 0-16,-2-1 0 15,-4 0 1-15,1 0-1 16,-1 1 0-16,0 1 0 16,-2 0 1-16,0-1-2 0,3-1 2 15,-1 0-1-15,0-1 0 16,-3 0 4-16,2-2 3 16,-1-5 0-16,1 1 1 15,1-3-6-15,-1 3 0 16,1 0-1-16,0-2-1 15,0 1 1-15,-2 0-1 0,-1-2 1 16,0 2 0-16,-5 3 2 16,1-1 0-16,-3 3-2 15,-2 1 0-15,0-1 1 16,-1 0-1-16,-3 1 0 16,-1 1 0-16,2-3 3 0,0 0-2 15,-2 0 1-15,1 1 1 16,1-2-2-16,2 0 0 15,0 0 0-15,2 1-2 16,-5 0 0-16,3-1 1 16,2 3-1-16,-2-2 0 0,0 0 1 15,1 0-1-15,0-1 2 16,1 2 1-16,0-2 1 16,0 3-1-16,0-1-1 15,1 1 0-15,-1 0-2 16,0 1 0-16,-3 0 1 15,3 0-1-15,-4 0 0 0,0 0 1 16,2 0-1-16,-1 0-1 16,1 0 2-16,0 0-1 15,-1 0 0-15,1 0 1 16,-2 0-2-16,1 2 2 0,0 1-2 16,-3 0 2-16,-1 0-1 15,0 0 0-15,-2 1 0 16,-3-1 0-16,-2 1 0 15,3-1 0-15,-3 0 0 16,-1-2 0-16,-1 1 0 0,-1-1 1 16,-1-1-1-16,0 0 0 15,-2 0 0-15,-2 0 0 16,2 0 0-16,0 0 1 16,0 0 1-16,0 0-2 15,1-3 0-15,0 3 1 16,-1-1-2-16,-3-2 2 0,-1 0-1 15,-3 0 0-15,-1-2 0 16,-1-1 1-16,-2-1 1 16,0-2 0-16,0-2 2 15,-1 1-3-15,1-3 0 16,-3-2 2-16,1-2-3 0,-2 1 0 16,-1-5 0-16,-6-1-3 15,-1 0 3-15,-4-1 0 16,-4 0 3-16,0-1-1 15,-3 1 1-15,-1 1-2 16,-3-1-1-16,0-1 0 0,0 1 0 16,0-4 0-16,0 1 0 15,0-2 0-15,0 0-1 16,0-1 1-16,-4 1 0 16,-2 1-2-16,-2 2-1 15,-2 0-2-15,-3 4 4 0,-2 1-2 16,-4 4 2-16,-4-1-1 15,-4 2 2-15,-2 0-3 16,-2 3 0-16,-1 0 1 16,-4 4 1-16,-1-1 1 15,2 2 0-15,-4 4-1 0,1-1 2 16,-2 0-4-16,0 2 4 16,-3 1-2-16,-1-1-1 15,0 1 3-15,-3-2-1 16,-1 2 0-16,-3-1 0 15,0 2 0-15,-2-2-1 16,-3 2 2-16,-2 0 0 0,-2 0-1 16,1 0-3-16,-1 0-5 15,1 0 4-15,1 0 1 16,3 0 1-16,-1 0 1 16,-2 0 1-16,-1 0-1 0,0 0 0 15,-2 0 1-15,-1 0-2 16,1 0 1-16,-6 0 0 15,1 0 1-15,-1 0 1 16,2 0 0-16,-3 0-1 16,3 0 1-16,-2 0-1 15,0 0 0-15,-1 0 0 0,-2 0 1 16,2 0-1-16,0 0 0 16,-1 0 0-16,-1 2 1 15,0 0-2-15,1 1 2 16,-4 1-1-16,-4-1-1 15,-3 1 2-15,2 2-1 0,-3-1 0 16,3-2 0-16,-5 3 1 16,2-2-2-16,2-1 1 15,-3 0 0-15,3-2 0 16,-4 2-1-16,-2-3 1 16,0 2 0-16,1-1 0 0,0-1 1 15,-1 4-1-15,-2-4 0 16,1 2 0-16,-2-2-4 15,-3 0-4-15,1 0 5 16,-2 0 2-16,-1 0 1 16,1-2-2-16,-2-2 1 0,0 3 1 15,-2-1-1-15,0 2 1 16,-3 0 1-16,5 0-1 16,-1 0 0-16,2 0 0 15,2 0 0-15,2 0 0 16,-1 0 1-16,-1-4-2 0,-1-2 1 15,0-1 0-15,0 1 0 16,-1-1 0-16,1 2 0 16,-2-1 0-16,2 3 0 15,-1-1 0-15,1-2 0 16,-2 3 1-16,2-4-1 0,-1 1-1 16,3 1 2-16,-2-2-2 15,-1 0 1-15,-3-2 0 16,0 3 0-16,-2-3 0 15,2 2 0-15,-2-1 0 16,1 4 0-16,0-3 1 16,-1 1-2-16,2-1 1 0,0 0 1 15,2 0-1-15,1 1-7 16,1 1 12-16,0 0-5 16,-1-2 0-16,1 4 0 15,-2-2 0-15,-2 2 0 16,4-2 0-16,1 0 0 0,1 1 0 15,-1-2 0-15,3 2 1 16,-2-1-1-16,-1 0-1 16,-1 1 1-16,3 1 0 15,-1 1 0-15,2 1 0 16,1 1 0-16,2 0 0 0,2 0 0 16,2 0 0-16,-4 0 0 15,2 0 0-15,1 0 0 16,-3-1 2-16,0-1-1 15,0 2 0-15,-3 0 1 16,0 0-1-16,-4 0-1 0,-3 0 1 16,0 0 2-16,3 0-2 15,0 0-1-15,0 0 1 16,4 0 0-16,-1 0-1 16,-1 0 1-16,-2 4 0 15,-1-1-1-15,1 1 0 0,0 1 0 16,0 0 1-16,5 1-1 15,0 0 0-15,1-1 0 16,3 1 1-16,0 0 0 16,2 0-1-16,3 0 0 15,-3 0 0-15,3 3 0 0,-3-2 0 16,3 1 0-16,-2-1 0 16,-1 1 0-16,1 0 0 15,-1-1 0-15,4 0 0 16,-2 3 0-16,1 3 1 15,4 0-1-15,-1 2-1 0,0 2-1 16,2 2 0-16,-2 1 2 16,2 1-1-16,2 3 0 15,6 0 1-15,3 1-1 16,3 0 1-16,8 2 0 16,3 0 0-16,4-1-1 0,2-1 1 15,1 2 0-15,5-1 0 16,3 1-1-16,2 2 1 15,4 1-2-15,4 4 2 16,4-1 0-16,2 1-1 16,7 2 0-16,3-2 0 0,0-3 0 15,7 1 1-15,0-3-1 16,0-2 1-16,5 0 0 16,2-1-1-16,3 1 1 15,4 2 0-15,-1 0 0 16,0 1 0-16,4 0 0 15,3 0 0-15,-1-2 0 0,4-1-1 16,4-2 1-16,2-2 0 16,5 0 1-16,3-3 0 15,6-2-1-15,4-1 1 16,9-2-1-16,9 0 0 0,10-6-1 16,13-4-8-16,15-2-21 15,8-3-36-15,8-14-58 16</inkml:trace>
  <inkml:trace contextRef="#ctx1" brushRef="#br0">8237 5151 0,'-70'-36'500,"52"36"-484,-17-17 0,-36 17 218,-17 0-218,-53-18-16,70 18 15,1 0-15,-18 0 16,35 0-16,18 0 16,17 0-1,0 0 126,1 0-126,-19 0-15,19 35 16,-1 1-16,18-19 16,-18 36-16,1-35 15,17 17 1,0-17-16,0 17 16,0-17-16,0-1 15,0 1 1,0 0-1,0-1 17,0 1-17,0-1-15,17 1 32,1 0-1,0-1-16,-1-17 17,1 0-32,0 0 15,-1 18-15,1-18 16,17 0 15,-17 0-31,-1 0 16,19 0-1,-19 0 1,19 0-16,-1 0 16,-17 0-16,-1 0 15,1 0-15,-1 0 16,1 0-16,0 0 31,-1 0-15,1 0-1,0 0 1,-1 0-16,1 0 16,0 0-1,-1 0 1,19 0 0,-1 0-16,-18 0 15,1 0-15,17 0 16,-17 0-1,0 0 1,-1 0-16,1 0 16,0 0-1,-1 0-15,1 0 16,17-18-16,0 18 31,1-17 110,-19-19-141,-17 19 15,0-18-15,0-1 16,18 19-16,-18-1 16,18-35-16,-18 35 15,0-17 1,0 17 0,0-17-1,0 18 1,-18 17 281,-88 0-282,36 0-15,-1 0 16,18 0-16,0 0 16,36-18 46</inkml:trace>
  <inkml:trace contextRef="#ctx1" brushRef="#br0" timeOffset="2552.73">12136 4745 0,'-89'0'141,"-34"17"-126,17 1-15,18 17 16,0 1-16,52-36 16,19 17-16,-54 1 15,71 17 95,-17 18-95,-19-18-15,36 1 16,-17-1-16,17-17 16,-18 17-16,0 0 15,18 0-15,0-17 16,0 0-16,0-1 15,0 1 1,0 17 0,0-17 15,0 17-15,0-17-16,0 0 15,0-1 1,18 1-16,-18 17 15,18-17-15,-1-1 16,-17 19 0,18-19-1,88-17 267,-18 0-267,35 0-15,1 0 16,-36 0-16,36 0 15,-89 0-15,35 0 16,-17 0-16,-35 0 16,0 0-1,-1 0 17,1 0-1,-1-17-31,1 17 15,-18-36 1,18 36 0,-1-17-16,-17-1 15,18 0 1,-18 1 15,35-36-15,-17 18 15,-18 17-15,18 0-1,-18 1 1,0-1 0,0-17-1,0 17 16,0-17-15,0 17 0,0-17-1,-18 17 1,18 1-16,-18-1 16,18 0-1,-17 1 1,-1-1-16,0 0 31,1 1-15,-19-1-1,19 1 1,-1-1-16,1 18 16,-1-18-16,-17 1 15,17-19 1,0 36-16,1-35 15,-19 35 1,19-18-16,-1 18 16,1-17-16,17-1 15,-18 18-15,0 0 16,-17 0 0,17 0 15,-17 0-16,17 0 1,-17 0 0,18 0-16,-1 0 15,0 0-15,1 0 16,-1 0 0,0 0-16</inkml:trace>
  <inkml:trace contextRef="#ctx1" brushRef="#br0" timeOffset="8296.03">16245 4798 0,'0'35'281,"-17"-35"-265,-1 18-16,-35 17 15,18-17-15,17-18 16,1 17-16,-36 1 16,35 0-16,0-1 15,1-17 16,-1 18 1,1-1-32,17 1 15,-18-18-15,18 18 16,-18-1-16,-17 19 31,35-19-31,-18 1 16,1 17-1,17-17 17,0 17-32,-18-35 15,18 18 1,0-1 0,0 1-16,0 0 15,0-1 1,0 1-16,0 0 15,0-1 1,0 1 0,0 0-1,0-1 1,0 1 46,0-1-62,0 1 16,0 0 0,0-1-1,18-17-15,-18 18 16,17 0 0,1-1 1718,-18 1-1718,18 0-1,-1-18 1,-17 17-16,71 18 703,-18-35-703,-18 18 16,0-18-16,1 18 15,-19-1-15,1-17 110,-1 0-95,1 0-15,0 0 16,-1 0-16,1 0 15,0-17-15,-1-1 16,1 0 15,-18-17 16,18 18-31,-1-1-1,1 18 1,-18-18 15,0 1-31,0-1 16,18 18-16,-18-18 31,0 1-31,17 17 16,-17-18-1,0 0 1,0 1 0,18-18-16,-18 17 31,17 0-15,-17 1-1,0-1 1,0 0-1,0 1 1,0-1 0,0 0-16,0 1 15,0-1 1,0 0 0,0 1-16,0-1 15,0 1 1,0-1-1,0 0 32,0 1-31,0-1 0,0 0 30,-17 18-30,17-17-16,0-1 16,-18 0-1,1 1-15,-1-18 32,0-1-17,1 36 1,-1-17-16,18-1 31,-35 0-31,17 18 16,0 0-1</inkml:trace>
  <inkml:trace contextRef="#ctx1" brushRef="#br0" timeOffset="12601.16">7814 4939 0,'18'0'204,"-1"18"-189,1-18 1,0 17-1,-18 1 17,17-18 124,19 0-156,-19-18 16,1-35-1,17 36 1,-17-19-16,-1 1 15,1 17-15,-18-17 16,18 17-16,-1-17 16,1 18-1,-18-1-15,18 0 16,-18 1-16,35-19 16,-18 1-1,1 17-15,-18 1 16,35-18-16,-17 17 31,0 18-15</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4-08-17T06:38:54.367"/>
    </inkml:context>
    <inkml:brush xml:id="br0">
      <inkml:brushProperty name="width" value="0.05292" units="cm"/>
      <inkml:brushProperty name="height" value="0.05292" units="cm"/>
      <inkml:brushProperty name="color" value="#FF0000"/>
    </inkml:brush>
  </inkml:definitions>
  <inkml:trace contextRef="#ctx0" brushRef="#br0">11468 1545 14 0,'0'0'11'16,"0"0"-10"-16,0 0-1 16,0-2 0-16,0 2 0 0,0-1 1 15,0 1 3-15,-2-2 9 16,2 2-6-16,0 0-2 16,0-2-3-16,0 2-1 15,0 0-1-15,0 0-8 16,0 0-7-16,0 0 10 15,0 0 1-15,0 0-3 0,4 0 1 16,0 0 6-16,1 0 1 16,0 0 0-16,0 0 2 15,2 0-7-15,-3 0 5 16,2 0 4-16,0 0-4 16,1-1-2-16,1 1-6 0,-4 0-6 15,4-2 12-15,-1 1 1 16,-3 1 1-16,1-3 1 15,1 1 3-15,2 0 0 16,-3 1-3-16,3-1-1 0,-2 2-1 16,1-1 0-16,1 1 0 15,-4 0 1-15,3 0 1 16,-1 0-1-16,-1 0-1 16,1 0 1-16,1 0 3 15,-1 0 0-15,-1 0 0 0,-1 1-4 16,1 1 0-16,2-1 0 15,-1-1 0-15,0 2 0 16,2-2 0-16,2 0 1 16,-1 0-2-16,2 0 2 15,-1 0 0-15,-1 0-1 16,-2 0-1-16,2 0 2 0,-1 0-2 16,-2 0 1-16,2 0 0 15,2 0 0-15,3 0 0 16,-2 0-1-16,5 0 1 15,-1 0 0-15,3 0 0 0,-1 0 0 16,1 0 0-16,1 0 0 16,0 0 0-16,-2 0 0 15,2 0 0-15,2 0 0 16,-2 0 0-16,2 0 0 16,-4 0 0-16,4 0 0 15,-1 0 0-15,2 0 0 0,-1 0-4 16,1 2 3-16,-1-1 1 15,1 1-1-15,0-2 1 16,-1 3 1-16,0-3-1 16,-1 1-28-16</inkml:trace>
  <inkml:trace contextRef="#ctx0" brushRef="#br0" timeOffset="526.91">13607 1504 0 0,'23'0'2'0,"-1"0"-1"0,-2 0 2 15,4 0-2-15,-2 0-1 16,2 0 0-16,-2 0 0 15,-1 0 0-15,3-2-1 16,-2 2 2-16,0-2-1 0,2 1 2 16,0 1 3-16,1-2-2 15,0 1-3-15,1 1-2 16</inkml:trace>
  <inkml:trace contextRef="#ctx0" brushRef="#br0" timeOffset="691.3">14430 1491 10 0,'32'0'3'0,"1"0"5"0,-2-2-5 16,0 2-3-16,-1 0 1 16,-1 0-3-16,1-1-7 15,0 1-5-15</inkml:trace>
  <inkml:trace contextRef="#ctx0" brushRef="#br0" timeOffset="1685.93">17605 1551 27 0,'32'0'8'16,"0"0"8"-16,0 0-4 15,-1 0-8-15,1 0-2 16,-5 0-4-16,1 0 4 16,-2 0-2-16,-2 0 0 0,-4 0-2 15,2 0 4-15,-3 0-2 16,1 0 1-16,-3 0-1 16,2 0 0-16,-2 0 0 15,4 0-1-15,-4 0 1 16,3 3 0-16,0-3 0 0,-2 4 0 15,1-3 0-15,0 2 0 16,0-3 0-16,-3 2 0 16,1 1 0-16,-3-3 0 15,1 0 1-15,-4 0-1 0,0 0 0 16,0 0 0-16,-2 0 1 16,2 0-1-16,1 0 0 15,-1 2-1-15,1-1 1 16,-1 1 0-16,4 1 0 15,-3-1 1-15,1 1-1 16,-2 1 0-16,0-2 1 0,-1 1 0 16,-2 0-1-16,0-1 0 15,-4 0 0-15,1-1 0 16,-2-1-1-16,2 2 1 16,1 1-1-16,-2-3-8 15,-1 0-17-15</inkml:trace>
  <inkml:trace contextRef="#ctx0" brushRef="#br0" timeOffset="2797.25">11241 3567 51 0,'-6'0'1'0,"1"0"1"0,3 0-2 16,2 0-7-16,0 0-19 15,-3 0 18-15,3 0 6 16,-1 0 3-16,-1 1-1 16,1 3 0-16</inkml:trace>
  <inkml:trace contextRef="#ctx0" brushRef="#br0" timeOffset="4222.42">11224 3461 0 0,'0'0'20'0,"0"0"-14"15,0 0 1-15,0 0-3 0,0 0-2 16,31-31 0-16,-24 27 5 16,-4-1-6-16,3 0 0 15,-1 0 0-15,0 2-1 16,1-1 1-16,0 0-1 15,2 1 0-15,-1-2 0 16,1 4 1-16,0-4-1 0,0 2 0 16,-2 1 0-16,2 1 0 15,0-2 0-15,1 1 0 16,-1 0 0-16,3 1 0 16,-3-1 0-16,3-1-2 15,-1 3-1-15,-1-3-3 0,2 1 5 16,-1-1 0-16,-2 3 0 15,1-1-2-15,1-1-4 16,-2 0 2-16,-2 2 4 16,2-1 1-16,0-1 1 15,2 1 2-15,-3 1 4 16,6-4-4-16,-3 3 0 0,2-2-1 16,1 1 0-16,3-1-1 15,-2 0-1-15,4 1 1 16,-6-1-1-16,6 1 0 15,-4-1 1-15,0 0 0 16,1 1 2-16,-3-1 2 16,4-1 0-16,-2 4 0 0,1-4-1 15,2 3-3-15,-1-2 0 16,0 3-1-16,1-2 0 16,1 0 0-16,-2 2 0 15,1-1 0-15,-1 1 0 0,-2 0-1 16,0 0 1-16,-1 0-4 15,-2 0 1-15,0 0 0 16,0 0 3-16,2 0 1 16,-2 0-2-16,0 0 1 15,2 0 0-15,-2 0 1 0,2 0-1 16,-4 0-1-16,2 0 2 16,-4 0-2-16,2 0 1 15,-2 0 0-15,-1 0-4 16,2 0-1-16,1 0 5 0,-1 0 0 15,3 0 0-15,1 0 0 16,-1 0 0-16,1 0 0 16,-2 0 0-16,3 0 0 15,-1 0 1-15,-2 0-1 16,-1 0 1-16,2 0-1 16,0 0 2-16,-1 0-2 0,1 0 0 15,2 0-3-15,-4 0-9 16,2 0-5-16,0 0 4 15,-3 0 2-15</inkml:trace>
  <inkml:trace contextRef="#ctx0" brushRef="#br0" timeOffset="19256.07">18633 893 51 0,'0'0'11'16,"0"0"4"-16,0 0-4 0,0 0 0 15,0 0 0-15,17-29 8 16,-12 23 0-16,-2 0-12 15,1 1 4-15,-3 0 0 16,1 2-2-16,-2 0-5 16,0 1-3-16,0 1-1 0,0 1 1 15,-3-2-2-15,-2 2-1 16,-2 0-1-16,0 0 2 16,-1 0 6-16,1 0 0 15,1 0-1-15,-4 5-3 16,4 1 0-16,-2 4 0 0,0 1-1 15,0 2-1-15,2-1 1 16,0 3 0-16,-2-3 0 16,1 4 0-16,4-2 1 15,2-1 0-15,1 0 2 16,0 1 0-16,0-1-1 0,3-2-1 16,3 0 1-16,0-2-2 15,1-1 7-15,2-3-7 16,-1 0 5-16,3 0-3 15,2-4 1-15,4 1 1 16,4 1-1-16,1-3-2 0,2 0-24 16,0 0-51-16</inkml:trace>
  <inkml:trace contextRef="#ctx0" brushRef="#br0" timeOffset="19902.71">18766 1207 94 0,'0'0'20'0,"0"0"19"15,0 0-14-15,0 0-13 16,0 0-4-16,0 0-4 0,0 0-2 16,0 0 0-16,22-27 2 15,-14 19-3-15,-1 0 2 16,1-3 1-16,0 2 6 16,-2-2-4-16,2 1-3 0,-2-3-2 15,-1 1 0-15,0-1-1 16,-2-1 0-16,-3-2 0 15,-2 2-1-15,2 1 1 16,0-3 1-16,-1 3 0 16,1 2 2-16,-3 2 2 15,3 1-3-15,-2 1 0 0,2 3-2 16,0 2-1-16,-2 0 1 16,1 2-2-16,-2 0-4 15,-2 0 1-15,0 2 3 16,-1 3-2-16,1 3 3 15,0 1 1-15,2 2-2 0,1-1 2 16,2 1 0-16,0 2 0 16,0-4-1-16,4 2 1 15,0-1 0-15,1-2-1 16,0 1 0-16,-2 1 1 16,2-2 0-16,-2 0 1 0,0 0-1 15,0-4 0-15,1 1 1 16,-1 0 2-16,0 0-2 15,2-2 3-15,-1 0-2 16,1-1 2-16,3 1-1 16,2-3 0-16,4 0 3 15,0 0-15-15,0 0-23 0,-1-2-51 16</inkml:trace>
  <inkml:trace contextRef="#ctx0" brushRef="#br0" timeOffset="20116.32">18782 1066 166 0,'0'0'-4'0,"0"0"51"0,0 0-7 15,0 0-10-15,0 0-18 16,0 0-13-16,38-32 3 15,-3 27 0-15,9 4 1 16,1-4-28-16,1 2-75 0</inkml:trace>
  <inkml:trace contextRef="#ctx0" brushRef="#br0" timeOffset="21553.68">18210 3684 104 0,'0'0'6'15,"0"0"25"-15,0 0-10 16,0 0 0-16,0 0-4 16,1-28-5-16,-1 25-3 0,0 1 1 15,0 0-2-15,0 2-6 16,0 0-3-16,0 0-3 16,0 0-1-16,2 5-3 15,-1 3 7-15,3 2-2 16,-3 1 2-16,2 1 1 0,0 6 0 15,1-1-2-15,-1 2 2 16,2 0 1-16,-2 2 1 16,1-2 3-16,1-2-3 15,0 2 0-15,-2-4-1 0,0-3 1 16,1-1-2-16,-3-1 0 16,1-4-3-16,-2 1 4 15,1-4-3-15,-1 2 3 16,0-4 2-16,0 2-2 15,0-3 1-15,0 0-1 16,0 2 0-16,0-2 1 0,0 0 0 16,0 0 1-16,0 0-1 15,0 0 2-15,0 0-2 16,0 0-14-16,0-3 2 16,2-4 6-16,-1 3 2 15,-1-3 2-15,2-1 4 0,1-1-4 16,0 1 0-16,1-3 0 15,0 1 0-15,-1 1-1 16,4-1-1-16,-1 1 1 16,-1 1 2-16,3 0 0 15,0 3 0-15,1 0-1 0,1 2 0 16,-1 0 0-16,-1 1 0 16,3 2 0-16,-1 0-1 15,-1 0 0-15,2 0 0 16,-3 4 1-16,0 0 1 15,0 1-1-15,-3 2 0 0,1-1-1 16,-2 2 0 0,0 1-3-16,-1 1 7 0,-1 1-5 15,0 0 5-15,-2 0 1 16,0 0-9-16,0 2-16 16,0 0-24-16,0-5-26 0</inkml:trace>
  <inkml:trace contextRef="#ctx0" brushRef="#br0" timeOffset="22202.03">18593 4025 99 0,'0'0'15'16,"0"0"25"-16,0 0-6 15,0 0-13-15,0 0-8 16,0 0 2-16,0 0-9 16,0 0-4-16,0 0 2 0,0 0 0 15,0 0 1-15,0 0 1 16,-3-28 6-16,3 21-6 15,0-1-6-15,0-1 1 16,0 1 0-16,0-3 0 16,0-2 0-16,0-1 1 0,0-4-2 15,2 1-5-15,-2 0-3 16,0-1 3-16,1 1 4 16,1 1 1-16,-2 3 5 15,0 4-5-15,-2 1-2 16,2 0 1-16,0 5 1 0,0-1 1 15,0 3-2-15,0 1-1 16,0 0-6-16,0 0-2 16,0 1 1-16,0 6 7 15,0 2-2-15,2 4 3 16,-2 0 1-16,0 2 1 0,0 0-1 16,0-3 3-16,0 1-1 15,0-3 0-15,3-1 0 16,2 1 1-16,0-2-2 15,3 1 1-15,0-1 0 16,-1 2 1-16,1-3-1 0,0 1 2 16,0 0-2-16,0-3-2 15,-1 0-6-15,-1 0 1 16,0-2-4-16,1 0 0 16,-3-1-8-16,3-2-6 15,-1 0-12-15,-1 0-23 0,-2-2-44 16</inkml:trace>
  <inkml:trace contextRef="#ctx0" brushRef="#br0" timeOffset="22495">18641 3901 70 0,'0'0'30'0,"0"0"0"16,0 0-7-16,0 0-9 16,0 0-6-16,0 0 3 15,0 0 3-15,0 0-12 0,0 0 4 16,38-9-3-16,-19 4-2 15,6 2-1-15,1-2 1 16,-2-1-31-16,1-2-67 16</inkml:trace>
  <inkml:trace contextRef="#ctx0" brushRef="#br0" timeOffset="23879.45">10299 1377 53 0,'0'0'46'0,"0"0"-36"16,0 0 5-16,0 0-6 15,0 0-4-15,2-29-1 16,-4 26-1-16,-1-2 1 0,0 1 0 16,0 0 3-16,-2 1 7 15,2 0 4-15,-2 1-6 16,-1 1-12-16,-1 1-5 16,-2 0 1-16,-2 0 1 15,1 3 1-15,1 3-1 16,-3 1 4-16,1 1-2 0,0 0-8 15,2-1 9-15,-2 3-7 16,1-1 8-16,2 3 1 16,0 0-3-16,2 1 0 15,3 1-1-15,0 1 2 16,1 0 1-16,2 0-2 0,0 1 1 16,2-2 0-16,2 0-2 15,3-1 4-15,1-1 0 16,1 1-1-16,1-2 3 15,1 0-1-15,3 0 3 16,-1-1 0-16,4 1 3 0,-1-1-31 16,0-4-66-16</inkml:trace>
  <inkml:trace contextRef="#ctx0" brushRef="#br0" timeOffset="24406.58">10342 1824 92 0,'0'0'-2'15,"0"0"3"-15,0 0 2 16,0 0-2-16,33-10 0 15,-26 4 2-15,1-2-2 0,-2-3 3 16,0 2 13-16,1-4-2 16,-1 0 0-16,-1 0-9 15,-1-1-4-15,1 0-2 16,0 0 1-16,0-1 0 16,-4 1-1-16,2 0 0 0,-3 1 1 15,0 4 3-15,0-1 10 16,0 4 7-16,0 1-8 15,0 2-13-15,0-2-2 16,0 5 2-16,0 0-2 16,0 0-8-16,0 2 2 0,0 6 1 15,0 1-1-15,2 1 5 16,-2 2-6-16,2 1 3 16,-1 1 1-16,2 1 2 15,1-1 0-15,-1-1 4 0,0-1-1 16,2-2 0-1,-1-2 1-15,3 0 1 0,-3-4 3 16,3 1 1-16,2-3 2 16,1-1 3-16,1-1-2 15,0 0-5-15,0-3-38 16,2-6-42-16</inkml:trace>
  <inkml:trace contextRef="#ctx0" brushRef="#br0" timeOffset="24647.78">10437 1696 52 0,'0'0'19'0,"0"0"0"16,0 0 8-16,0 0-10 15,0 0-3-15,0 0 4 0,0 0 1 16,0 0 0-16,0 0 3 15,0 0 4-15,0-4-14 16,10 1-12-16,1-2 1 16,6 2-1-16,-1-2-38 15,3 1-28-15,-2-3-36 16</inkml:trace>
  <inkml:trace contextRef="#ctx0" brushRef="#br0" timeOffset="24925.35">10634 1692 107 0,'0'0'18'0,"0"0"17"0,0 0 1 15,0 0-14-15,0 0-1 16,28-20-4-16,-21 15-9 16,1 2-7-16,-1 0 0 15,3 1-1-15,1 0 1 0,-1 2-3 16,2 0-29-16,-1 0-24 16,-1 0-40-16</inkml:trace>
  <inkml:trace contextRef="#ctx0" brushRef="#br0" timeOffset="25096.64">10865 1556 239 0,'0'0'22'0,"0"0"2"0,0 0-18 15,0 0-13-15,0 0-1 16,27 46 0-16,-24-14-17 15,-1 3-74-15</inkml:trace>
  <inkml:trace contextRef="#ctx0" brushRef="#br0" timeOffset="26347.04">10596 3337 63 0,'0'0'-2'15,"0"0"11"-15,0 0 4 0,0 0-1 16,0 0 0-16,0 0 2 15,0 0-11-15,0 0-7 16,0 0-2-16,0 0 2 16,0 0 3-16,0 0 3 0,0 0-1 15,6 21 3-15,-1-6 0 16,0 3-2-16,2 1-1 16,0 0 1-16,-1-2 0 15,2 2-1-15,-2-3 0 16,1-3 0-16,-2 0 1 0,-1-5-1 15,-2-1 0-15,1 0 0 16,-1-4 0-16,-1 0 2 16,1-1-2-16,-2-2 1 15,0 0 3-15,0 0 3 16,0 0 11-16,0-5-13 16,0-5-3-16,1-1-1 0,3-1 0 15,0-3-3-15,1 0-5 16,3-3 3-16,0 2 1 15,3 0 1-15,-1 2 1 16,-1 1-1-16,1 4 2 16,-1 1 5-16,1 3 6 0,-1 0 1 15,1 2-5-15,2 3-6 16,-2 0-2-16,-1 8-3 16,2 2 0-16,-1 6-2 15,-2 1 2-15,0 5 4 16,-3 2 1-16,1 6-24 0,-6 0-34 15,0 0-34-15</inkml:trace>
  <inkml:trace contextRef="#ctx0" brushRef="#br0" timeOffset="26814.38">10838 3771 60 0,'0'0'62'0,"0"0"-46"16,0 0-18-16,0 0-2 15,0 0 6-15,0 0-2 16,0 0-2-16,0 0-2 16,0 0 6-16,0 0 1 15,7 8 8-15,-3-16 2 0,4-1-7 16,0-4-2-16,2-1-1 15,-4 1-2-15,2-1 1 16,-2-2-2-16,-2 3-1 16,-1 1-3-16,-2 1 2 15,-1 3 2-15,0 1 1 0,0 3 4 16,0 0-4-16,0 3 6 16,0-1 5-16,0 2-4 15,0 0-17-15,0 3 5 16,0 2 1-16,0 3-1 15,5 2 4-15,-2-2 5 0,4 3 0 16,-1-2-2-16,3 1 2 16,1-2-2-16,-2 0 0 15,1 0 1-15,1-2 0 16,-2-1-1-16,-2-1-3 16,2-2-11-16,-3 0-22 15,0-2-26-15</inkml:trace>
  <inkml:trace contextRef="#ctx0" brushRef="#br0" timeOffset="27025.27">10857 3705 139 0,'0'0'36'0,"0"0"3"16,0 0-22-16,0 0-10 0,0 0-2 15,0 0-1-15,0 0-3 16,0 0 3-16,32-29-2 16,-19 28-1-16,3-2-6 15,-4-1-45-15,1 0-59 16</inkml:trace>
  <inkml:trace contextRef="#ctx0" brushRef="#br0" timeOffset="27295.2">11065 3676 85 0,'0'0'66'0,"0"0"-22"15,0 0-13-15,0 0-19 16,0 0-10-16,0 0-1 16,0 0-1-16,30-27 0 15,-19 24-12-15,2-2-15 16,-3 2-20-16,1-2-7 0,-2 4-18 16</inkml:trace>
  <inkml:trace contextRef="#ctx0" brushRef="#br0" timeOffset="27494.1">11198 3561 46 0,'0'0'132'16,"0"0"-92"-16,0 0-19 15,0 0-13-15,0 0-5 0,0 0-5 16,0 0 4-16,11 33-1 15,-6-11 2-15,-2 8 5 16,-1 2-33-16,-2 3-70 16</inkml:trace>
  <inkml:trace contextRef="#ctx0" brushRef="#br0" timeOffset="31441.1">11810 4292 54 0,'0'0'15'0,"0"0"13"0,0-2 4 16,0 2-2-16,0 0-9 16,0 0-9-16,0 0-9 15,0 0-3-15,4 0-2 16,2 0 2-16,4 0 0 15,-1 0 0-15,2 3-1 0,3 2-1 16,1 3-1-16,-1 0 2 16,-1 1 0-16,2 1-1 15,0-1 3-15,-3-2-1 16,3 1 1-16,-3-2 1 16,1-1-1-16,-2-2-10 0,-1-1-47 15,-2-2-6-15</inkml:trace>
  <inkml:trace contextRef="#ctx0" brushRef="#br0" timeOffset="31725.5">12001 4285 51 0,'0'0'10'0,"0"0"7"0,0 0 0 15,0 0-1-15,-29-16-2 16,24 16-1-16,2-1 1 16,0 1 4-16,0 0-8 15,0 1-8-15,0 7-8 0,-2 3 5 16,0 4-1-16,-3 1 2 16,0 3 0-16,0 1-1 15,-1 1 2-15,-2-1 1 16,-2 1-1-16,2 0 0 15,0-4-28-15,1-3-46 0</inkml:trace>
  <inkml:trace contextRef="#ctx0" brushRef="#br0" timeOffset="32559.32">12115 4517 20 0,'0'0'13'0,"0"0"-7"16,0 0 5-16,0 0-1 16,0 0-3-16,0 0-3 15,0 0 0-15,0 0 0 0,0 0 4 16,0 0 5-16,0 9 17 15,2-9 5-15,-2 0-20 16,0-4-13-16,1-1-1 16,-1-2 1-16,3-2-2 0,-1 1 0 15,-1-3 2-15,1 0-1 16,0-2-1-16,-1 0 1 16,1 1-1-16,-2-4 1 15,1 3-1-15,1 1 1 16,1-1-1-16,-1-1-1 15,-1 2 0-15,1 3-2 0,0 1 0 16,-2 2 3-16,0 3-1 16,0-1 2-16,0 4-1 15,0 0 2-15,0 0-2 16,0 0-1-16,0 0-8 0,0 4 8 16,0 2 0-16,1 3 0 15,1 1 2-15,-1-1-1 16,-1 3 0-16,0-3-1 15,2 2-1-15,1-1-2 16,-1-1 3-16,-1-1-3 16,2 0 4-16,1-2 1 0,0 2 0 15,-1-1 1-15,1-1 0 16,2-1 1-16,-1-1 1 16,0 1 0-16,1-2 0 15,0 2 0-15,1-2-2 16,0 1 0-16,-2-1-1 0,2-2 0 15,-3 1 0-15,1-1 1 16,0-1-1-16,0 0 1 16,1 0 0-16,-3 0 1 15,3 0-1-15,-2 0-11 16,0-1-19-16,-2-1-7 16,0 1 5-16,-2-1 11 0,0 1-7 15</inkml:trace>
  <inkml:trace contextRef="#ctx0" brushRef="#br0" timeOffset="33050.68">12140 4422 25 0,'0'0'15'16,"0"0"1"-16,0 0 1 15,0 0 0-15,0 0 2 16,29-24-3-16,-20 18-2 16,1-1 0-16,3 1-8 15,-2 1-6-15,1 0 1 0,4 2-1 16,0 2 1-16,0-3-7 16,0 1-38-16</inkml:trace>
  <inkml:trace contextRef="#ctx0" brushRef="#br0" timeOffset="35374.75">18735 823 56 0,'0'0'5'0,"0"0"7"16,0 0-10-16,0 0-4 0,0 0-12 15,0 0 0-15,0 0 0 16,0 0 11-16,0 0 6 15,0 0 2-15,0 0 1 16,0 0-4-16,17-16-2 16,-17 15-13-16</inkml:trace>
  <inkml:trace contextRef="#ctx0" brushRef="#br0" timeOffset="37132.21">18735 823 23 0,'7'-27'41'0,"-10"24"-35"16,2 0 0-16,-2 1 2 15,1-1 3-15,0 2 2 16,1-3-4-16,1 4-4 15,0 0-4-15,-2-1 0 0,2 1-1 16,0 0 1-16,-1 0-1 16,1 0 0-16,-2 0 0 15,2 0 0-15,-3-3 0 16,1 3 1-16,-1-3 0 0,0 1 0 16,-2 2-1-16,0-3 0 15,2 1 1-15,-3-1 4 16,1 3 1-16,0-3 4 15,1 0-2-15,-1 1-5 16,-1 2-2-16,1-3-1 16,-2 1 0-16,-1 2 1 0,1 0-2 15,-1-1 4-15,0-1-3 16,1 1 8-16,-1 1-4 16,2-4-3-16,-5 4 0 15,5-3-1-15,-2 3 0 16,0 0 0-16,0-1-1 0,-2 1 2 15,4 0 0-15,0 0-1 16,-2 0 0-16,3 0 0 16,0 0-1-16,2 0 1 15,0 4-1-15,-2-4 1 16,-1 7 0-16,-1-6 0 0,3 4 1 16,-1 0-2-16,-1-2 1 15,2 2 0-15,0 0-1 16,-3 1 1-16,3-1 0 15,-4-1 0-15,0 4 0 0,0-3 0 16,0 3 0-16,1-2 0 16,0 2 0-1,-1 2 1-15,1-2-1 0,1 3-1 16,0-3 1-16,-1 3-1 16,4-2 1-16,-2 1-1 15,2-1 1-15,-2 1-1 0,1-1 1 16,0-1-1-16,0 3 1 15,-1-1-1-15,2 1 1 16,0 0 0-16,-1-1 0 16,3 2-1-16,1-2 0 15,0 3-3-15,0-2 4 16,0-2-1-16,0 4-1 0,0-2 1 16,0-2 1-16,0 4-2 15,1-3 1-15,1 2 0 16,1-1 0-16,0-1-2 15,0 1 3-15,1-1-2 0,0-1 1 16,1-1 1-16,-2 0-1 16,4 0 1-16,-1 0 1 15,-1 0-2-15,1-2 2 16,0 2 0-16,1 0-2 16,-1 1 3-16,1-1-1 0,0 0 0 15,1-1-1-15,-1 2 0 16,-1-2 0-16,-1 0 3 15,1 0-3-15,1-1 0 16,-3 1 0-16,3-1-1 16,-1-1 2-16,2 1-1 15,0 0-1-15,1 1 2 0,1-1 0 16,-1-1 0-16,1 3 0 16,1-2 0-16,-3-1-1 15,-2 0 0-15,4-1-1 16,-2 1 0-16,-2-2 1 0,0 0 6 15,5 2 1-15,-1-2-4 16,1 0-1-16,0 2 0 16,2 0 0-16,-2-2-1 15,2 0-1-15,-4 1 1 16,4-1 0-16,-4 0-1 16,4 0 1-16,-2-1-1 15,2 1 0-15,1 2 0 0,-1-4 0 16,3 2 0-16,0 0 1 15,1-1-1-15,0 1 0 16,-1-3 2-16,2 2-1 0,-4-2-1 16,-1 0 2-16,-1 0-1 15,-2 0-3-15,1 0 6 16,0 0-3-16,-1 0 1 16,2-2-2-16,-1 1 1 15,1-3 0-15,-1 1 0 0,0-1-2 16,0-1 3-16,-2 2-2 15,2-2 2-15,-3-3-1 16,-1 3 0-16,1-3 3 16,-4 2 8-16,1-2-5 15,1 2 2-15,-2-2 2 16,-1 1-6-16,0-2 0 0,0 1 1 16,0 0-5-16,-1-2 1 15,1-1-1-15,0 2-1 16,-1-2 0-16,1 1 0 15,0-1 1-15,0 2-2 16,-1-1 2-16,0 2-2 0,-1 0 1 16,1 2 0-16,-2-2 1 15,0 0-1-15,0 0 1 16,0-1-1-16,0 1-1 16,0-2-1-16,-2 2 3 15,-1-3-1-15,0 3 0 16,0-1 2-16,1 1 1 0,-1-2-3 15,0 1 0-15,0-2 1 16,-1 3 0-16,1-2-1 16,2-1 0-16,-3 2 0 15,3-1 1-15,-2-1-1 0,-1 1 0 16,3 1 0-16,-2-2-1 16,1 3 2-16,-1-2-1 15,0 1 0-15,0 1-2 16,-1 0-2-16,0 0 3 15,2 0 2-15,-3 0-1 16,1 2-2-16,-3 0 3 0,1-1-2 16,-2-1 1-16,-2 3-2 15,3-2 4-15,-1-1-1 16,0 3-1-16,0-1 2 16,1-1 0-16,1 2 0 15,-2 1-1-15,-1-1-2 16,-2-1-3-16,-2 1 1 0,-3 2 1 15,-1 1 1-15,-4 2 0 16,-1 0-6-16,-4 0-12 16,1 3-22-16,-4 2-44 0</inkml:trace>
  <inkml:trace contextRef="#ctx0" brushRef="#br0" timeOffset="41734.71">18419 538 6 0,'0'0'28'16,"0"0"0"-16,0 0-5 16,0 0-17-16,0 0-2 15,0 0 0-15,2 0-4 0,1 0-2 16,-2 0 2-16,4 0 0 15,-2 0 2-15,2 1-2 16,0 1 0-16,-1 0 0 16,1 1 0-16,0 0 0 15,1 0 1-15,-2 0-1 0,0 0-1 16,3 1 1-16,-3-1 1 16,-2-2-2-16,1 1 1 15,-3-2 0-15,0 3 1 16,0-3 5-16,0 0-2 15,0 0-2-15,0 0-2 0,2 0 0 16,-2 0 2-16,0 0-1 16,0 0 3-16,0 0 15 15,1 0 3-15,-1-3-20 16,2 0 1-16,-1-2 2 16,3-1-2-16,-1-1 2 15,3-1 0-15,1 0-1 0,0 1-2 16,3-3-1-16,1 2-1 15,0-1 1-15,-3 1-2 16,2-2 2-16,1 2 0 16,-5-1-1-16,0-2 0 0,2 4 0 15,-1-4 0-15,1 3 0 16,-2-1 0-16,0-1 3 16,2 2 0-16,-1 0 0 15,-1 2 0-15,-1 0 1 16,-2 1-1-16,0 2-1 15,0 0-1-15,-1-1-1 16,-1 3 1-16,-1-1 0 0,2 1 2 16,-2-1 3-16,0 2 0 15,0 0 4-15,0 0-1 16,2 0-6-16,-2 0-2 16,1 0 0-16,1 0-3 0,2 0 1 15,4 5-2-15,0 3-1 16,0-2 4-16,-1 0-1 15,-3-2-12-15,-1 0-20 16,-3-2-46-16</inkml:trace>
  <inkml:trace contextRef="#ctx0" brushRef="#br0" timeOffset="47217.33">18541 3616 75 0,'0'0'17'15,"0"0"6"-15,0 0-4 0,0 0-5 16,0 0-3-16,0 0-5 15,0 0 3-15,0 0 2 16,0 0-7-16,0 0-3 16,0 0-2-16,0 0-1 15,-6-8-1-15,4 8-4 0,1-1 5 16,-1-1 2-16,0 0 1 16,-1-1 0-16,2 0 0 15,-3 1 0-15,4-2 0 16,-1 0 4-16,1 3-1 15,0-2-2-15,0 1-2 0,-2 2-1 16,-1-3-2-16,0 3-2 16,-2-2-2-16,0 1 6 15,2 1 1-15,-2-2 1 16,1-1 0-16,-1 1 0 0,2-2 1 16,-2 1-1-16,-1-1 1 15,-1 0-1-15,1 0-1 16,0 0 0-16,-1 0-1 15,-1 3 1-15,2-2-3 16,-3 0 2-16,1 1-1 16,-4-1-4-16,1 1 1 15,-1 2 5-15,1-3 0 0,-1 3 0 16,1-3 0-16,2 1 2 16,-1 1 3-16,1-2 1 15,-1-1 0-15,2 3 1 16,2-2-6-16,-2 3 0 15,0-2-1-15,2 0 0 0,-4 1 2 16,-1-1-1-16,0 1 1 16,2-1 0-16,-4 2 4 15,3 0-1-15,2 0-2 16,-1 0-1-16,1 0-3 16,2 0 2-16,-2 2-1 0,0 1-1 15,0 3 1-15,-2 1 0 16,-1-1 0-16,-1 2 0 15,-1 1-1-15,0 1 1 16,1-1 0-16,-1-1 0 0,2 2-2 16,0-2 1-16,3 0 1 15,0-2 0-15,1 0 1 16,1 1-1-16,1-1 0 16,-1 0 0-16,0 2 0 15,-1 0 0-15,3 0 0 16,-1 2 0-16,0-1-1 15,2 1 2-15,-2-1-1 0,2 4 0 16,0-2 0-16,0 0 0 16,1 0 0-16,2 0 0 15,0 0 0-15,0 1 0 16,0-1 1-16,0 0-1 0,0 0-1 16,0 0 2-16,0 2-1 15,3-2 0-15,-1 1 0 16,-1 1 0-16,1-2 0 15,1 0 1-15,-1 0-1 16,-1-3-2-16,2 2 2 16,1-2 0-16,-1 1 1 0,0-1-1 15,2 2 1-15,-1-2 0 16,0 1 0-16,0-1-2 16,0 2 1-16,2-2 0 15,-1 1 0-15,-1 1 0 16,1-2 1-16,0 1-1 0,0-1 0 15,-1 0 0-15,3 1 0 16,-1-1 0-16,1 2 0 16,2-1 1-16,-1-1-2 15,1 0 0-15,1 2 1 0,0-2 1 16,1-2 0-16,-2 0 0 16,1 2-2-16,1-3 1 15,0 3 0-15,3-2-1 16,2 1 1-16,0-1 0 15,1 2 0-15,1-2 0 0,-1-1 2 16,-1 1-2-16,1 1 0 16,-2-3 0-16,-1 1 0 15,2 0 1-15,-2-2-1 16,4 4 0-16,-3-3 0 16,3 1 2-16,-1 0-2 0,2-2 1 15,-1 2-1-15,1-4 0 16,-5 2 0-16,0 1 0 15,1-3 0-15,-6-1 1 16,-1 3-1-16,0-3 1 16,0 0 1-16,-5 0 3 15,2 0 0-15,-2 0 1 0,2 0 3 16,0 0-3-16,1 0 1 16,0 0-4-16,2 0-1 15,0 0 3-15,2-3-4 16,-2 2-1-16,1-1 1 0,2 0-1 15,-1 1-1-15,-1-1 2 16,1 2-1-16,1-1 0 16,-3 1 0-16,0 0 1 15,-2 0-1-15,2 0 0 16,-3 0 0-16,3 0 0 16,0-3 1-16,0 3-2 0,3-2 2 15,-2-1-1-15,2 0 0 16,0-1 1-16,2 0-1 15,0-1 1-15,-2 0 1 16,2 0 0-16,-2 1-1 16,0-1 2-16,0 0-3 0,-2 0 1 15,-1 2-1-15,0-2 1 16,-1 2 0-16,0-1-1 16,-2-3 1-16,0 2 2 15,1 1 5-15,-1-4-4 16,0 0-3-16,-2 0 0 0,2 2-1 15,-2-2 0-15,-1 1 1 16,1 1 0-16,-2 1-1 16,1-1 4-16,-2-1 5 15,1 1-3-15,1-2-6 16,-2 0 1-16,2-1 0 0,-2 1 0 16,0-2 4-16,0 1-3 15,0-1 0-15,0-1 2 16,0 2 1-16,0-2 10 15,-2-1-14-15,2 1 0 16,-3-1-1-16,3-1 1 0,-2 0-1 16,-2 1-1-16,2-1 0 15,-1 0 1-15,1 1 1 16,-1-3 0-16,0 1-2 16,0 4 1-16,-2-2 0 15,2 2-1-15,-2-1 1 0,2 3 2 16,0-1-2-16,-1 1 1 15,3 1 0-15,-1 1-1 16,-1 0 0-16,2-1 0 16,-1 1 0-16,2 0 1 15,-3 1-2-15,1 0 1 16,1-1 0-16,1 1 0 0,-2 0 0 16,0 2 0-16,1-2-1 15,-2 1-3-15,1 0 1 16,1 0-3-16,-3 1 0 15,1-2 0-15,0 0 1 0,-2 0 2 16,0 2 0-16,2-2 2 16,-1 1 0-16,-1-1 0 15,-2 2 1-15,3-2 0 16,-3 0 0-16,-1 2 1 16,0-2-1-16,2 0 0 15,-2 2 1-15,2-1 1 0,-2 0-2 16,2 1 3-16,-1 0-1 15,1-2-1-15,0 1-2 16,-4 0 3-16,1 0-5 16,-4-1 3-16,-1-2-2 0,-1 1 4 15,-2 0-2-15,-1-1-1 16,1 1 2-16,-5 0-6 16,-4-1-4-16,1 4 1 15,-4 2-10-15,-5 1-3 16,-3 0-26-16,-1 0-24 0,-2 0-54 15</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54:24.880"/>
    </inkml:context>
    <inkml:brush xml:id="br0">
      <inkml:brushProperty name="width" value="0.05292" units="cm"/>
      <inkml:brushProperty name="height" value="0.05292" units="cm"/>
      <inkml:brushProperty name="color" value="#FF0000"/>
    </inkml:brush>
  </inkml:definitions>
  <inkml:trace contextRef="#ctx0" brushRef="#br0">8817 8389 12 0,'0'1'7'0,"0"2"-5"0,0 0-1 0,-2 0-11 15</inkml:trace>
  <inkml:trace contextRef="#ctx0" brushRef="#br0" timeOffset="387.41">8762 8431 59 0,'0'0'14'0,"0"0"-12"16,0 0-4-16,0 0 0 15,0 0 2-15,0 0 0 0,0 0 3 16,0 0 4-16,-2 1 0 16,2-1 8-16,4 0 1 15,5 0-5-15,-1 0-1 16,6-2-2-16,0-3-1 15,6 0 4-15,-1-3-1 0,4-1-1 16,-2 2-1-16,3-1-2 16,-2 1-3-16,-2 0-1 15,-1 2-1-15,-2 1 0 16,-1 0-1-16,-3 4 3 16,1 0-4-16,-7 0-28 15,-3 0-16-15,-2 3 0 0</inkml:trace>
  <inkml:trace contextRef="#ctx0" brushRef="#br0" timeOffset="606.26">8844 8476 114 0,'0'0'-1'16,"0"0"0"-16,0 0 2 16,48-12 1-16,-24 5 2 15,6-3-2-15,5 2-1 16,2-4 1-16,0-2-23 16</inkml:trace>
  <inkml:trace contextRef="#ctx0" brushRef="#br0" timeOffset="11876.2">9619 10900 37 0,'0'0'25'0,"0"0"-18"0,0 0 8 0,0 0-2 15,0 0-7-15,0 0 1 16,0 0 2-16,0 0-2 0,0 0 3 16,3-36-2-16,-3 30-4 15,0 1-1-15,-1 1-2 16,-1-2-1-16,0 2 1 15,-2-3-1-15,-2 1 1 16,3-1 5-16,-5 0 4 0,3 1 3 16,-6 1 2-16,4-3-10 15,-4 2 3-15,-3 0-3 16,1 0-3-16,-3 0 2 16,-1 2-3-16,-1 0 1 15,2 1 0-15,-2 0 0 0,-3 3 3 16,4 0 0-16,-1 0-2 15,-3 0-2-15,2 2-1 16,-2 5-2-16,-1 2 4 16,1 2-2-16,0 1-1 15,-2 0 2-15,4-1 0 0,-1 3 0 16,4 0 1-16,-2 1-2 16,0-1 0-16,4 6 0 15,-1-2 0-15,0 1 0 16,0 2 0-16,2-1 0 15,0 2 0-15,-3-3 0 0,4 2 0 16,-1-1 0-16,3-1 0 16,-1-1-2-16,3-1 4 15,-1 3-2-15,3-3 0 16,0 2 0-16,1 1 0 16,-2 1-2-16,-1 1 2 0,3 3 0 15,-2 2 0-15,2 1 0 16,-1-1 0-16,1 1 0 15,1-5 0-15,2 4 0 16,-1-5 2-16,1 1-2 16,0-2-2-16,2 0 4 0,0 0-4 15,-2-1 2-15,2-1 0 16,0 0 0-16,0 3 0 16,0-2 2-16,2 1-2 15,2 0 0-15,3 0 1 16,-1 1 0-16,4-4 0 15,-3-1-1-15,1-2 1 0,1-3-1 16,1 1 1-16,-1-1-1 16,3-3 1-16,2 2-1 15,-1-3 0-15,1 0 0 16,2 1 1-16,2-2-1 16,1 1 0-16,1-1 2 0,3 1-1 15,0-1-1-15,-3 1 0 16,6-1 1-16,-1-1-1 15,0 1 1-15,2-3-1 16,-5-1-1-16,4-3 2 0,-1 0-1 16,0 0 2-16,0 0 1 15,-3 0-3-15,4-3 1 16,-1-4 1-16,0 0 0 16,0-1-2-16,-2-2 2 15,2 0-1-15,0-2-1 16,0-1 2-16,-5-2-1 0,4 1-1 15,-4-2 1-15,3-4 0 16,-3-1-1-16,2-2 1 16,-1-2 0-16,0-2-1 15,-2 0 0-15,-2-2 1 16,-1 2-1-16,-1-2 0 0,-3-3 0 16,-1 3 0-16,-4-3 0 15,2 0 1-15,-4-1-1 16,1-1 0-16,-2 1 0 15,-2-1 0-15,-1 0 0 16,-1 1 0-16,0 2 0 0,-3 3 0 16,-5 2-1-16,-1 1 1 15,-5 3 0-15,-2 1-1 16,-1 1 1-16,1 4 0 16,-2-2 0-16,0 0 3 15,1 1 3-15,0 1-5 0,0 0-1 16,1 2 0-16,-2 1 0 15,0 3 0-15,1 0 0 16,-3 5 0-16,1 0-1 16,2 1 1-16,-4 4 0 15,6 0 0-15,-1 0 0 0,3 0-2 16,1 3-12-16,2 1-15 16,1 1-46-16,-1-3-47 15</inkml:trace>
  <inkml:trace contextRef="#ctx0" brushRef="#br0" timeOffset="12403.1">9430 10620 12 0,'0'4'11'0,"0"2"4"0,0 3-6 16,0-1-3-16,0-1-1 16,0 0-1-16,1-1 0 0,2 0 1 15,2-3 1-15,0 1 0 16,1-3 1-16,-1-1 0 15,3 0 4-15,0 0 4 16,3-8 4-16,5-4 1 0,3-6 0 16,3-6-7-16,5-6-4 15,5-4-1-15,4-6-3 16,3-1-1-16,2-3-1 16,-1 3-1-16,2-2-1 15,1 3 1-15,-3 3-2 16,-2 3-13-16,-9 5-63 15</inkml:trace>
  <inkml:trace contextRef="#ctx0" brushRef="#br0" timeOffset="13477.67">9323 10836 23 0,'0'0'28'0,"0"0"-26"0,0 0 9 15,0 0 8-15,0 0-6 16,42-30-2-16,-34 23-4 15,4 0 2-15,-1 0-2 0,3 1 0 16,-1 1-3-16,3 0-3 16,1 1 1-16,4 1-2 15,-3 2 1-15,2 1-1 16,2 0 0-16,-5 0 0 16,2 3-1-16,-1 6 1 0,-1 0 0 15,2 5 0-15,-2 0 0 16,0 2 0-16,2 4 1 15,-1-2-1-15,0 1 1 16,-1 2-2-16,2 1 1 16,-2 1 0-16,1 0 1 15,1 2-2-15,-6-1-3 0,0 1 4 16,-2 1 1-16,-4 0 1 16,-3 2 0-16,-4 4 2 15,0 4 0-15,-1 4 1 16,-9 1-2-16,-1 2 0 15,-2 3-2-15,-4-3 0 0,2-2 2 16,-1 3-2-16,1-4 0 16,1 3 0-16,-1-3-2 15,-1-1 3-15,1-2-1 16,-4-3 1-16,2 0 0 16,-3-5-3-16,1-3 6 15,-4-1-2-15,0-4 0 0,-1-2 0 16,-1-1 1-16,-2-1-2 15,-2-3 1-15,0-1-2 16,-4-6 2-16,0 0-2 16,-2-3 2-16,0-4-1 0,1 0-1 15,-4-5 0-15,1-8-3 16,-2-3-3-16,3-3-1 16,0-4 5-16,3-3 0 15,4-5 1-15,0-1 0 16,4-4-2-16,4-4 4 0,2 0 0 15,4-2-1-15,1-2-3 16,3 0 5-16,5 1-4 16,2-2 1-16,4-3 1 15,0-2-1-15,12-4 1 16,2-2-1-16,8 1 1 16,3 0 0-16,4 3-2 0,2 4 2 15,0 6-2-15,3 6 1 16,0 5-1-16,1 5 1 15,1 6-1-15,3 6 1 16,-2 5 0-16,1 3-1 0,-5 6 1 16,-2 0-1-16,-4 6-3 15,-4 6-20-15,-8 3-10 16,-3-3-23-16</inkml:trace>
  <inkml:trace contextRef="#ctx0" brushRef="#br0" timeOffset="13918.33">9354 10713 12 0,'0'5'15'0,"0"2"-2"0,7-4 3 0,1 0-6 16,-1-3 0-16,3 0 1 16,2 0 1-16,2-3 0 15,1-8 2-15,4-5 2 0,4-4-2 16,3-5 3-16,6-7 1 16,5-7-3-16,3-8-4 15,5-6 0-15,8-6-4 16,10-12-4-16,13-11 0 15,8-13-1-15,11-17-84 0</inkml:trace>
  <inkml:trace contextRef="#ctx0" brushRef="#br0" timeOffset="38345.25">16081 11919 53 0,'-4'-2'8'0,"2"0"5"0,2 1-4 0,-2 1-3 15,2 0 0-15,0 0 1 16,0-3-3-16,0 3-7 0,0 0 1 16,0 0 4-16,4 0-1 15,2 0 1-15,-2 0-2 16,4 0 1-16,-3 0-1 16,3 0 0-16,-1 0 1 15,4 3-1-15,0-2 0 0,0 0 0 16,1 0 0-16,2-1 0 15,5 0-2-15,-2 0-1 16,6 0 12-16,2 0-1 16,4 0-1-16,5 0-2 15,1 0-1-15,3 0-2 16,2 0-1-16,3 0 0 0,2 0-1 16,-1 0 1-16,4 0-1 15,2 0 0-15,2 0 1 16,0-1-1-16,1-1 0 15,3 2 0-15,2-4 2 0,3 0-2 16,3-2 0-16,-2 0 0 16,4-1 2-16,1 0 6 15,3 0 1-15,-1 0 0 16,6 1-3-16,0 0-1 16,2 0-2-16,3 1-2 15,-1-1-1-15,2 1 1 0,0-1 0 16,1 2-1-16,2-2 0 15,-2 2 1-15,3 1-1 16,-1-3 0-16,1 2 0 16,-1 1 1-16,-2 0 1 15,2-1 1-15,1 0-1 0,2 1 4 16,0 0 0-16,3 3-3 16,3-1 1-16,-4 1-2 15,-2 0 1-15,1 0-1 16,-5 0-1-16,-5 0-1 0,-1 1 2 15,-2-1 2-15,-3 3 0 16,-3-3 2-16,-2 0 0 16,0 0-2-16,-5 0 1 15,1 0 0-15,-3 0 0 16,-1 0-2-16,-2 0 2 16,-4-3-3-16,-2 2 1 15,-2-2-1-15,-7 0 0 0,-1 0-2 16,-7 2 1-16,-5-2 0 15,0 0-1-15,-5 2 1 16,-2-1-1-16,-1 2-1 16,-2 0 0-16,-1 0-13 0,-7 0-29 15,-3 0-47-15,-2 0-47 16</inkml:trace>
  <inkml:trace contextRef="#ctx0" brushRef="#br0" timeOffset="45126.37">20232 12164 77 0,'0'0'10'0,"0"0"12"0,0 0-2 0,0 0 1 16,-1-3-6-16,-1 2-3 15,1-2-1-15,-1 0-1 16,1 2-7-16,-1-1 1 0,-1 1 0 16,2-1-3-16,-2 1 0 15,0 0 0-15,1-1-1 16,0 2 0-16,-3-1-1 15,2 1 1-15,0 0-1 16,-4 0 1-16,2 0 1 0,-1 0-1 16,-1 0 1-16,1 0-2 15,-1 0 1-15,1 1 0 16,-2 3 1-16,4 1-1 16,-2-1 0-16,0 0 0 15,3 3 0-15,-1 0 0 0,-1 1-1 16,2 0 1-16,-1 2 0 15,2 0 1-15,0 1-1 16,1-1 1-16,1 2-1 16,0-1 0-16,0 3 0 15,0 0 1-15,3 3-1 16,1-2 0-16,-2 2 0 0,-1 1 1 16,1 1-1-16,-2-1 1 15,0 2 0-15,0 0 0 16,0-3 0-16,0 1 1 15,0-2 0-15,-3-2-1 16,1 0 1-16,-2-3-1 0,2-1 0 16,0-2 0-16,0 0 1 15,1 0-2-15,1-2 1 16,0-1 1-16,0 2-2 16,0-3 2-16,0 2-2 15,0-2 1-15,0-2-1 0,1 2 4 16,4-3 4-16,2 1 7 15,-1-1-7-15,4 0-1 16,-1-1-2-16,2 0 1 16,2 0-4-16,-1 0 0 15,3 0-2-15,-1 0 1 0,4 0-1 16,-2 0-1-16,4-4-17 16,0-6-30-16,0-1-65 15</inkml:trace>
  <inkml:trace contextRef="#ctx0" brushRef="#br0" timeOffset="45930.2">20503 12296 78 0,'0'0'6'0,"0"0"9"0,0 0-5 0,0 0-8 15,0 0-1-15,-36 0 0 16,29 4-1-16,2-1 2 15,-1 1 2-15,-1 1-2 16,1 3 2-16,1-1 3 16,2 3-4-16,-3 0-1 0,4 0-1 15,0 3 2-15,2-1 0 16,-1-1 1-16,1 0 1 16,0 0 3-16,0-1-2 15,2-1 2-15,2-2-3 16,4 2-2-16,-3-1 0 0,3-2-2 15,-1-2 1-15,2 0 1 16,4-2 0-16,0-1 0 16,2-1-2-16,-1 0 1 15,1 0-1-15,-1-4 0 16,0-2 0-16,-2 0 1 16,-2-2 1-16,0 1 0 0,-3-2-2 15,-1 2 0-15,-2-1 1 16,-4-1-1-16,2-1 1 15,-2 0 2-15,0-1 1 16,0-2 1-16,-4 2 2 0,0-1 0 16,-1 0-2-16,-3 0 2 15,2 2-4-15,-2 1-3 16,1 1 0-16,-4 4-1 16,0 1 0-16,0 2-2 15,-4 1 1-15,1 0-2 0,0 0-4 16,1 4-6-16,0 3-6 15,1 0-18-15,3 0-12 16,3-2-38-16</inkml:trace>
  <inkml:trace contextRef="#ctx0" brushRef="#br0" timeOffset="46229.27">20783 12377 226 0,'0'0'5'0,"0"0"14"0,0 0-7 0,0 0-6 16,0 0 1-16,0 0-4 16,0 0-2-16,0 0-1 15,0 0-27-15,0 0-13 0,0 0-18 16,-3-13-68-16</inkml:trace>
  <inkml:trace contextRef="#ctx0" brushRef="#br0" timeOffset="46841.76">20929 12258 101 0,'0'0'5'0,"0"0"27"0,0 0-2 15,0 0-16-15,0 0-6 16,0 0-2-16,0 0-1 16,0 0 4-16,26-33-4 15,-16 30-3-15,-1 2-2 16,2 1 0-16,0 0 0 15,0 0 1-15,1 0-1 0,-1 0 0 16,-1 3 0-16,0 3 0 16,-4 1 0-16,1 2-1 15,-5 0 0-15,-1 2 0 16,-1 0 0-16,0 2 1 16,0 0 0-16,-6 0 0 0,-1 0-1 15,-3 0 1-15,1-1-1 16,-2 1-2-16,-2-2-1 15,1 0 1-15,2-2 0 16,0 0 2-16,4-2-1 0,1-4 4 16,3 1-2-16,0-1 0 15,2-2 1-15,0-1-1 16,0 0 4-16,4 0 11 16,5 0-4-16,3-3 0 15,2-2 0-15,3 2-3 16,0-1 1-16,0-2 0 0,0 3-3 15,0 3-3-15,1 0-1 16,-2 0-1-16,2 0-1 16,-2 0 0-16,2 7-18 15,-3-5-35-15,1-2-88 16</inkml:trace>
  <inkml:trace contextRef="#ctx0" brushRef="#br0" timeOffset="47446.23">21782 12175 119 0,'0'0'1'0,"0"0"1"0,0 0-1 15,0 0-2-15,0 0 0 16,0 0 4-16,0 0 1 15,0 0 2-15,0 0 4 0,-37 35-2 16,35-23-5-16,1 1 0 16,1-2-1-16,0-1-1 15,0 1 0-15,5-2 2 16,3-2 0-16,2-1 5 16,-2-2-2-16,2-1-3 15,2-1 0-15,0-2 1 0,0 0 2 16,-3 0-3-16,2 0 2 15,1-6 0-15,-2 0-2 16,-2-2 0-16,1-1 2 16,-4-1 4-16,0 0-3 0,-3-1-2 15,-2-2 4-15,0 0-2 16,0-1 1-16,0 3-2 16,-6-2-3-16,-2 0-1 15,0 3 4-15,-1 2-6 16,-1 1 1-16,-3 3-4 15,-1 2-1-15,-1 2 4 0,-2 0 1 16,-1 7-11-16,1 0-30 16,2 0-52-16</inkml:trace>
  <inkml:trace contextRef="#ctx0" brushRef="#br0" timeOffset="47659.11">22056 12194 223 0,'0'0'2'0,"0"0"14"0,0 0-6 0,0 0-10 0,0 0 1 15,0 0-1-15,0 0 1 16,0 0-9-16,0 0-32 0,0 0-33 15</inkml:trace>
  <inkml:trace contextRef="#ctx0" brushRef="#br0" timeOffset="48355.94">22296 12068 81 0,'0'0'2'15,"0"0"5"-15,0 0 5 16,0 0-6-16,0 0 0 16,0 0 8-16,-6-39 5 15,4 36-6-15,-1-1 2 0,0 3-3 16,0-1-1-16,-1 2-7 15,-1 0-3-15,-1 0-2 16,-2 2 2-16,0 5-1 16,-3 1 0-16,2 2 1 15,0 0 0-15,0 0-1 0,4 1 0 16,1-2 1-16,4-2 1 16,0 0-1-16,0 0-1 15,5 0 0-15,4-2 2 16,2 2-1-16,0-3 1 15,2 0 0-15,-1-1-1 0,1 3 0 16,1-3 3-16,0 0-1 16,2 2 0-16,-2-1 0 15,0 2-3-15,-3-3 1 16,-1 3-1-16,-3-1 2 16,-2 2-2-16,-1-2 0 0,-3-1 1 15,-1 3 0-15,0-1-1 16,0-1-1-16,-1 0 4 15,-8 0-3-15,-2 1 2 16,2-2 0-16,-4 0-1 16,-1-1-1-16,1-1 1 15,-1-1 0-15,1 1-2 0,0-2 0 16,2 0 2-16,4 0 0 16,0 0-1-16,2-5 2 15,2-2 2-15,3 0 7 16,0-1 4-16,0-1-2 15,6-2-6-15,1-1 0 0,3-2-4 16,5 0-1-16,0 1-2 16,5 1 0-16,-2 1-1 15,4 0-1-15,-1 1-28 16,2-1-29-16,-2-5-110 16</inkml:trace>
  <inkml:trace contextRef="#ctx0" brushRef="#br0" timeOffset="48911.59">23080 11982 132 0,'0'0'1'0,"0"0"2"0,0 0-1 0,-40 8-1 15,30-1 2-15,-1 1 7 16,0 3 4-16,3 2-4 15,2-1 1-15,3 2-3 16,3-3-3-16,0 3-3 0,0-1 0 16,4-3-1-16,6-1 3 15,4-2-2-15,-1 0 1 16,4-5 0-16,0 0-2 16,3-2 0-16,-5 0 1 15,1 0 0-15,-2-6-1 0,-1-1 1 16,-4-1 0-16,-2-2 6 15,-3 0 3-15,0-4-4 16,-4-1 3-16,0 1 1 16,-2-3-2-16,-4 3-5 15,-1 0-2-15,-4 3 3 0,-1 3-5 16,-1 1-2-16,-3 4 1 16,1 3-3-16,-3 0 2 15,1 0 1-15,3 10-1 16,3-3-24-16,4-2-35 15,0-1-48-15</inkml:trace>
  <inkml:trace contextRef="#ctx0" brushRef="#br0" timeOffset="49139.18">23349 12001 222 0,'0'0'3'0,"0"0"8"0,0 0-10 16,0 0 0-16,0 0-12 15,0 0-33-15,0 0-29 16</inkml:trace>
  <inkml:trace contextRef="#ctx0" brushRef="#br0" timeOffset="49894.35">23562 11898 63 0,'0'0'14'0,"0"0"12"0,0 0-10 15,0 0-7-15,0 0 4 16,0 0 1-16,41-12-2 16,-30 9 7-16,0 0-1 15,2 3-1-15,-4 0-7 16,-1 0-5-16,3 0-2 0,-5 4-3 16,0 3 0-16,-2-1 0 15,-2 5 0-15,-2-2-1 16,0 4 0-16,0 0-2 15,-4-1 1-15,-6 1 1 16,-2 1-1-16,-1-4 0 0,-3 1-2 16,1-2 2-16,-1-2 3 15,3 0 1-15,0-1-3 16,1-5 1-16,5 2 2 16,2-3-1-16,2 0-1 15,3 0 1-15,0 0 1 0,0 0 0 16,1 0 3-16,6 0 0 15,0 0-4-15,2 0-1 16,4-4 1-16,0 1 1 16,1 2 1-16,0-1 0 15,1-1-1-15,-1 3 0 16,1 0-1-16,-2 0 0 0,-1 0-1 16,1 0 0-16,0 6 1 15,-5 0-1-15,1 1 0 16,-1 0 0-16,-2 4-1 15,-3-2 1-15,-3 1 1 16,0-2-3-16,0-1 1 0,-2 1-1 16,-6-3 2-16,0 0 1 15,-7-1-1-15,2-1 2 16,-5 0-2-16,2-2 1 16,-3 0 0-16,4-1-1 15,0 0-10-15,4 0-26 0,2-3-52 16</inkml:trace>
  <inkml:trace contextRef="#ctx0" brushRef="#br0" timeOffset="50734.24">23964 11676 53 0,'0'0'4'0,"0"0"3"0,0 0 7 0,0 0 7 15,45-8 3-15,-34 6 2 0,0 0-7 16,3-2-3-16,-1 1-2 16,1 0-7-16,-1 2-3 15,1-1-4-15,-1 1 0 16,-1 0 1-16,1-1-1 15,1 2 0-15,0-3 0 0,-2 3 0 16,0 0 0-16,0-1-1 16,-3 1 1-16,0 0 0 15,-2 0-1-15,-2 0 1 16,0 0 0-16,0 4-2 16,-3 2 2-16,1-1-1 0,-2 1 0 15,0 3 0-15,-1 0 0 16,0 1-1-16,0 2 2 15,0-1 2-15,0 0-2 16,0 2 1-16,0-1-1 0,0-1 0 16,0 2 1-16,0 0 0 15,0-2 0-15,-1 2 1 16,1 0-1-16,-1 1 0 16,1-3 0-16,0 3-1 15,0-2 0-15,0 2 0 16,0-1 1-16,0-1-1 0,0 1 1 15,0 0-1-15,0 0 0 16,0-2 0-16,0-1 1 16,0 2-1-16,0 0 0 15,0 0 0-15,0-1 1 16,0 0-1-16,-2 0 1 0,0-2-1 16,1 0 1-16,-2-1-1 15,2 1 0-15,-1-5 0 16,0 3 1-16,0-1 0 15,-1-2 2-15,0 0-1 16,-1 1 0-16,-2-2 0 0,-1 1-2 16,-4 1 4-16,-5-2 1 15,-5 1-1-15,-4 2-2 16,-9-1-4-16,-9-3-56 16</inkml:trace>
  <inkml:trace contextRef="#ctx0" brushRef="#br0" timeOffset="51608.34">19563 12511 167 0,'-8'0'5'0,"5"0"34"0,-1 0-8 0,1 0-8 0,2-2-5 16,1 2-7-16,0 0-6 15,0 0-1-15,11-1-9 16,5-4-39-16,3-4-76 16</inkml:trace>
  <inkml:trace contextRef="#ctx0" brushRef="#br0" timeOffset="52207.18">20393 12687 82 0,'0'0'24'0,"0"0"-5"0,0 0 1 0,49-10-6 16,-26 4-1-16,3-1-1 16,3 0 3-16,5 0-1 0,-2-2-1 15,3 2 1-15,-3 1-3 16,1 1-3-16,2-1-3 15,-3 3-4-15,-1 0 0 16,0 2-1-16,-2 1-1 16,-7 0-10-16,-2 0-25 15,-8 0-47-15</inkml:trace>
  <inkml:trace contextRef="#ctx0" brushRef="#br0" timeOffset="52478.33">20478 12780 129 0,'0'0'29'0,"0"0"-16"0,0 0 8 16,0 0-11-16,0 0 1 15,0 0-2-15,0 0-2 16,47-1 0-16,-27-2-2 16,4 0 1-16,4 3-4 0,2-1-1 15,0 1-3-15,-3-4-41 16,-2-2-105-16</inkml:trace>
  <inkml:trace contextRef="#ctx0" brushRef="#br0" timeOffset="53497.21">11669 11683 56 0,'0'0'13'0,"0"0"-11"0,0 0-1 0,0 0 1 0,0 0 3 16,43 0 1-16,-28 0 1 15,1-5 2-15,4-2 2 0,-1 0 2 16,2-1-4-16,1-1 1 16,1-1-4-16,0 3-5 15,-5-1 0-15,1 3-1 16,-3 2 0-16,-2 1-1 16,-5 2-18-16,-3 0-29 15</inkml:trace>
  <inkml:trace contextRef="#ctx0" brushRef="#br0" timeOffset="53823.18">11678 11785 130 0,'0'0'3'0,"0"0"1"16,0 0-6-16,0 0 8 16,0 0 12-16,0 0 0 15,0 0-3-15,0 0-4 16,47-10-3-16,-31 4-2 16,4 1-4-16,1 0 1 0,0-2-2 15,2 1 0-15,-1 1-1 16,1-1 0-16,-3 1 1 15,0 0-2-15,0 2 1 16,-4 2-3-16,0-2-17 0,-4 0-21 16,-2-1-33-16</inkml:trace>
  <inkml:trace contextRef="#ctx0" brushRef="#br0" timeOffset="55980.08">10448 11636 49 0,'-6'1'9'0,"-2"3"3"0,3-4 1 16,-4 3 0-16,4-3 0 15,1 2 0-15,0-1 1 16,1-1 3-16,3 0 3 16,-2 0-6-16,2 0-3 0,0 0-1 15,0 0-7-15,0 0-8 16,3 0 5-16,7-1 2 16,2-5-5-16,1-2 6 15,6-2-1-15,2 0-1 0,0-2 3 16,3 1-2-16,1 1-1 15,-4 0-1-15,0 5 1 16,-3 0-1-16,-5 2 2 16,0 2-2-16,-3 1-5 15,-4 0-16-15,-2 0-22 16,-3 4-3-16,-1 2-8 0</inkml:trace>
  <inkml:trace contextRef="#ctx0" brushRef="#br0" timeOffset="56286.02">10425 11759 81 0,'0'0'19'0,"0"0"-16"0,0 0-2 15,0 0 8-15,0 0-1 16,0 0 1-16,0 0 0 15,49-15 0-15,-32 6 1 16,1 2 0-16,1-1 2 16,3 0-4-16,-5 0-1 15,1 1-4-15,-2-2 0 16,-2 5-2-16,-3 0-1 0,-1 2 1 16,-2 2-1-16,-4 0-1 15,-1 0-2-15,-1 0 0 16,-2 7-5-16,0-2-31 15,-1-4-59-15</inkml:trace>
  <inkml:trace contextRef="#ctx0" brushRef="#br0" timeOffset="58372.02">10521 10940 52 0,'-4'0'6'0,"1"0"-5"0,-2 0 0 0,-1 0 1 16,3 0 2-16,-3 0 0 15,2 0 1-15,1 0 7 16,-2-3 2-16,1 0-2 16,1 0-1-16,1-2-2 15,0 2-1-15,2-1-1 0,-2 1-2 16,0 1-3-16,0-1 0 15,-1 2-1-15,0-1-1 16,-2 2-1-16,-1 0 1 0,2 0 0 16,-2 0 0-1,0 0-2-15,1 6 2 0,-4-1 0 16,2 2 0-16,0 0 0 16,-1 3-1-16,0 0 0 15,-1 2 0-15,1 1 0 16,-1 1 0-16,-1-1 0 15,2 3 0-15,-1-1 2 0,-1 0-1 16,4-1 0-16,-2 0 0 16,3 3 0-16,-2-3 0 15,1 2 0-15,1 4-1 16,-1-2 0-16,3 3 0 16,-1 1 1-16,-1 1 0 0,1 1 0 15,3-2 1-15,-1 0-1 16,0-2 0-16,2-2 0 15,0-1 0-15,0 1 0 16,0-2 0-16,0 1-1 16,0-1 2-16,2-1-1 0,0-1 0 15,2 1 0-15,2-1 0 16,-2 0 0-16,1-1 0 16,3 3-1-16,-3-2 1 15,4-1 0-15,0 3 0 16,-2-4 0-16,4 3 0 0,0 1 0 15,-2-2 0-15,3-1 1 16,-1 2-1-16,1-3 0 16,0 2 1-16,-1-3-1 15,1 0-1-15,0-1 1 16,0-2 1-16,3-2 0 0,-1 1 1 16,0-3 0-16,0-1-1 15,3 0 2-15,-2-2-3 16,1-1 2-16,-3 0-2 15,1 0 3-15,-1-3 1 16,0-3 1-16,-1-2 2 0,-2-2 2 16,1-1-1-16,1-2-2 15,-1 0-2-15,-1-1 0 16,0-1-2-16,1-1 0 16,-1 0-1-16,-4 1 0 15,3-1 0-15,-6 2 1 16,3 1 2-16,-4-1-1 0,-2 1 1 15,3-1 4-15,-3 0-3 16,0 0 1-16,0 1-4 16,2-1 2-16,-2-2-1 15,0 3 1-15,1-1-1 0,-1-3-1 16,0 1 0-16,1 1 1 16,-1-4-2-16,0 2 2 15,0-1-2-15,0-1-1 16,0-1 2-16,-1 2-3 15,0 2 2-15,-4-1 0 16,1 2 1-16,0-1-1 0,1 3 1 16,-1-1 0-16,-2 0 1 15,3 2-1-15,-1-3 0 16,-3 4 2-16,4-1-3 16,-1 1 2-16,0-2-2 15,-1 0 0-15,1 1 0 0,-3 0 0 16,2-1 0-16,-3 2-1 15,3-2 0-15,-4 5 0 16,2-4 0-16,-2 3 1 16,-1 1-1-16,2 1 0 15,-1 3 1-15,3-2-1 0,-3 2-1 16,1 1 2-16,2 0-1 16,2-1 1-16,-2 1 0 15,1 0-1-15,1 0 1 16,-2-1-1-16,2 4 0 15,0-3 0-15,0 3-1 0,1 0 0 16,1-1 0-16,0 1 1 16,0 0 1-16,2 0-1 15,0 0-4-15,0 0-23 16,0 0-6-16,4 1-8 16,1-1-23-16,1 0-36 0</inkml:trace>
  <inkml:trace contextRef="#ctx0" brushRef="#br0" timeOffset="58798.31">10646 10838 52 0,'0'-5'5'0,"0"3"15"0,0 0-7 16,0 1 6-16,0-1-5 15,0 2-1-15,0-1-2 0,0 1-1 16,0 0-8-16,0 0-7 16,0 0 3-16,0 3-1 15,0 4 2-15,4 0 2 16,-1 0-1-16,3-1 1 16,-2-1-1-16,2 1 0 0,2-2 1 15,-3-1-1-15,3-2 2 16,2-1 2-16,-2 0-1 15,6 0 5-15,4-7 0 16,1-4-2-16,4-2-1 0,0-4-1 16,2 1 1-16,-1-2 0 15,-2 0 7-15,1-1 1 16,1 1 0-16,-4 1-4 16,0 1-2-16,-1 5-4 15,-4-1 0-15,1 5-2 16,-3 4-1-16,0 2 2 0,-1 1-10 15,-2 0-24-15,-5 0-59 16</inkml:trace>
  <inkml:trace contextRef="#ctx0" brushRef="#br0" timeOffset="60752.57">11582 11769 117 0,'-11'5'2'0,"-1"-3"-4"0,6 1 8 0,0 0-2 16,3-3-2-16,1 1 2 16,0-1 10-16,2 0 12 0,0 0-11 15,0 0-12-15,0 0-5 16,4 0 2-16,7 0 6 16,7 0 7-16,3 0-2 15,3-4-5-15,9-3-3 16,1-3 0-16,4-3-2 0,4-1 2 15,-1-3-1-15,4-1 6 16,-2 0 2-16,-1 0-4 16,-6 1-3-16,-5 4-1 15,-7 3-1-15,-9 6-1 16,-6 3 1-16,-5 1-5 0,-4 3-32 16,-10 4-16-16,-7-3-107 15</inkml:trace>
  <inkml:trace contextRef="#ctx0" brushRef="#br0" timeOffset="61995.86">22076 11538 49 0,'0'0'8'0,"0"0"14"0,0 0-1 0,0 0 2 15,0 0-6-15,0 0-5 16,0 0-12-16,0 0 2 0,0 0-1 15,0 0-1-15,0 0 0 16,6 13 0-16,-5-11 0 16,3 3 3-16,-2-3 0 15,5 2 2-15,-3-1 3 16,1 0 0-16,0 0-4 16,-1 0-1-16,0-1-1 0,3-1-1 15,-6-1 3-15,3 0-2 16,0 0 2-16,1 0 5 15,1-6-1-15,1 0-1 16,6-2-2-16,-2-5 0 16,5 2-2-16,1-3-2 0,6-2 0 15,-1-2 0-15,4-1-1 16,-1-1 1-16,1-2-1 16,0 0 0-16,-2 0 1 15,0-1-1-15,-3-1 0 16,-1 1 6-16,-1 2 3 0,-2 2-1 15,-3 5-3-15,-3 4-3 16,-4 4-2-16,1 3 1 16,-4 3-2-16,-1 0 1 15,-1 2-5-15,-2 5-7 16,0 7-9-16,-1 3-25 16,-11 0-7-16,-2 3-18 0</inkml:trace>
  <inkml:trace contextRef="#ctx0" brushRef="#br0" timeOffset="62483.28">22171 11522 60 0,'0'0'4'0,"0"0"10"0,0 0-7 0,0 0-4 16,0 0-2-16,0 0 0 15,0 0 1-15,0 0 1 16,0 0 2-16,0 0-1 15,0 0 0-15,-20 33-2 16,20-28 1-16,0-1-2 0,0-2 0 16,1 1 1-16,5-3 2 15,1 1 0-15,-2-1 0 16,4 0 1-16,4 0 0 16,0-5 2-16,3-4 0 15,1-3 1-15,6 0 5 16,0-5 6-16,6-2-1 0,2-2-5 15,0-6 0-15,3 0-2 16,0-3 5-16,-2-1-4 16,2 0-3-16,0-2-4 15,3 2-4-15,3 1 0 16,1-4-10-16,-7-3-99 0</inkml:trace>
  <inkml:trace contextRef="#ctx0" brushRef="#br0" timeOffset="63824.09">13828 11573 16 0,'0'0'-8'0</inkml:trace>
  <inkml:trace contextRef="#ctx0" brushRef="#br0" timeOffset="64140.72">13828 11573 58 0,'0'0'12'15,"1"-37"8"-15,-1 34-3 16,0 2-9-16,0 1-4 15,-1 0-4-15,-3 0-3 16,-2 0 12-16,3 0 0 0,-1 0 7 16,1-3 0-16,1 3-2 15,2 0-4-15,0-1 1 16,0-1-1-16,0 1-3 16,0 0-4-16,7-1-2 15,2-1 0-15,2-1-1 16,7 1 0-16,-3-2 0 0,4 0 1 15,3-3 0-15,-2 3-1 16,6-3 0-16,-3 2 0 16,1-1 0-16,2 1 0 15,-3 1 1-15,-2-1-1 16,-1 3 1-16,-3 2-1 0,-2 1 1 16,-5 0-2-16,-3 0-18 15,-5 3-40-15,-2 5 9 16</inkml:trace>
  <inkml:trace contextRef="#ctx0" brushRef="#br0" timeOffset="64447.5">13872 11626 57 0,'0'0'27'0,"0"0"-26"0,0 0 0 0,0 0 8 15,0 0 10-15,0 0-4 0,0 0 1 16,45-7 2-16,-24-2 3 16,1-1-3-16,0 0 2 15,3-1-5-15,2 1-1 16,0 0-1-16,0 0-5 15,-1 4-3-15,1 1-3 0,0 3-1 16,-2 2 0-16,-2-1-2 16,-6-5-76-16</inkml:trace>
  <inkml:trace contextRef="#ctx0" brushRef="#br0" timeOffset="98990.61">17250 16682 86 0,'0'0'26'0,"0"0"21"0,0 0-5 0,0 0-14 16,0 0-13-16,0 0-3 15,0 0-4-15,0 0-5 16,0 0 1-16,0 0-3 16,0 0-2-16,0-16-6 0,0 23 2 15,0 3 2-15,2 5 3 16,1 3 1-16,2 2-3 16,-1 3 1-16,-2 1 2 15,1 3-2-15,0 0 0 16,0-2 2-16,1 3 0 0,-2-5-1 15,-1 2 0-15,1-4-2 16,1 0 2-16,3-2 0 16,-3-2 0-16,3-2 0 15,1-2 0-15,3-1 0 16,0-3 0-16,1 0 1 16,3-4 0-16,-2-3 1 0,0 2 0 15,3-4 1-15,-1 0 2 16,1 0 4-16,-1 0 5 15,2-6-1-15,1 1-6 16,1-1-2-16,-2 1-3 0,2 0 0 16,0-1-1-16,-1 2 0 15,1 0 0-15,0 1-2 16,2 2-11-16,-6-3-39 16,2-3-70-16</inkml:trace>
  <inkml:trace contextRef="#ctx0" brushRef="#br0" timeOffset="99603.8">18017 16615 123 0,'0'0'28'0,"0"0"11"0,0 0-8 0,0-45-9 0,-5 36-4 16,-1 3-9-16,-2 1-3 16,-2-1-2-16,1 5-5 15,0-1 4-15,-3 2-4 0,2 0 2 16,-1 3 2-16,-1 5-8 15,1 3 10-15,-2 0-7 16,2 2 3-16,1 2-1 16,3 0 0-16,0-1 0 15,4-1-1-15,3 0 1 0,0-1-2 16,0-3 1-16,6-1-1 16,4-1 3-16,1-1 0 15,2-3-1-15,2 3 3 16,0-4-2-16,1 1 0 15,0 0 0-15,0-2 1 0,-1 4-2 16,-1-2 0-16,-1 2 0 16,1 1-2-16,-5 2 1 15,0 0 1-15,0 1-2 16,-5 0 1-16,-1 4 0 16,-1 0 0-16,-2-2 1 15,0 0 1-15,-4 2-1 0,-3 0 3 16,-5 0-12-16,1 0 13 15,-4 2 12-15,3-2-13 16,0-2-2-16,0-1 1 0,5 0-1 16,-2-3 0-16,5-1-16 15,-1-5-20-15,3-1-53 16,2-3-37-16</inkml:trace>
  <inkml:trace contextRef="#ctx0" brushRef="#br0" timeOffset="99943.83">18319 16565 128 0,'0'0'8'0,"0"0"-4"0,0 0 1 0,0 0 1 15,0 0 6-15,0 0-7 16,22 40 3-16,-20-23 0 16,1 2 4-16,0 1-4 15,0 2-2-15,-3 1-4 0,0 1 0 16,0 0-1-16,0-1 1 15,0-2 0-15,0-2-3 16,-3-5-12-16,-1-1-25 16,0-5-27-16</inkml:trace>
  <inkml:trace contextRef="#ctx0" brushRef="#br0" timeOffset="100210.01">18180 16624 179 0,'0'0'13'0,"0"0"17"16,0 0 0-16,0 0-16 15,0 0-6-15,0 0-3 0,11-37 7 16,4 28-4-16,6 1-4 15,3-2-3-15,2 1 0 16,5-2-1-16,2 2-7 16,-3-2-34-16,1 4-26 15,-2-2-24-15</inkml:trace>
  <inkml:trace contextRef="#ctx0" brushRef="#br0" timeOffset="100848.32">18712 16729 48 0,'0'0'19'0,"0"0"-16"16,0 0 9-16,0 0-2 0,0 0 6 15,0 0 11-15,0 0 34 16,0 0-16-16,5 28-21 15,-5-28-6-15,0-5-10 16,-1 0-5-16,-1-5-2 16,0 0 2-16,2-4 0 0,-2 1-2 15,2-4 0-15,0-3 0 16,0-2 0-16,0-1-1 16,0-3 0-16,2 2 0 15,1 0 0-15,1 4-1 16,-2 2 1-16,0 4 0 0,0 4 0 15,-2 3 1-15,0 2 0 16,0 4-1-16,1 1 0 16,1 0-3-16,0 0-3 15,2 10-1-15,2 1-1 16,-2 6 5-16,2-1 0 0,-1 1 1 16,3-1-5-16,-3-2-6 15,2-3 3-15,0-4 3 16,1 0 1-16,2-4-1 15,-1-3 6-15,3 0 3 16,2-6 0-16,-1-5 0 16,1-2 3-16,-1-1 0 0,0-6 5 15,1 3 5-15,-1-3-1 16,-2 3-2-16,-1 0-4 16,-2 3-4-16,1 6-1 15,-2 1-1-15,-3 3 0 0,0 4-2 16,1 0-4-16,-2 6-2 15,-1 7 1-15,2 7 2 16,1 1 4-16,-2 3 0 16,0 2 1-16,2 2 0 15,-3 4-6-15,-2-3-35 16,1-3-63-16</inkml:trace>
  <inkml:trace contextRef="#ctx0" brushRef="#br0" timeOffset="102094.39">19231 16186 128 0,'0'0'1'0,"-37"-21"12"0,22 8 2 0,-1 2-2 0,3-1-6 16,-1-2 0-16,1 3 2 16,-2-2-1-16,-3 3 1 15,1 1-1-15,-2 0-5 16,-3 0-1-16,1 2-2 15,-8-3 1-15,1 0-1 0,-6 0 0 16,2 0 0-16,-5 0 2 16,-1-3 4-16,2 2 10 15,-4 1-3-15,-1 1 1 16,-4 1-11-16,-1 1 0 16,-3 2-1-16,-3 2-2 0,-2 0 0 15,0 3 0-15,-1 0 1 16,-6 0-1-16,0 0 1 15,0 4-1-15,-2 3 0 16,-1 3-1-16,-2 3 0 16,1 1 1-16,-1 4 1 15,-1 1-2-15,0 5 0 0,2 0 2 16,-2 2-1-16,1 0 1 16,-1 3 0-16,3 2 0 15,2-2-2-15,1 2 2 16,0-1-1-16,3 0 0 15,3-1 2-15,1 1-1 0,-1 2 0 16,5 6-1-16,4-2 1 16,2 3-1-16,2 2 0 15,4 2 0-15,2-2-1 16,6 2 1-16,3-2-1 16,6 2 1-16,5-2-1 0,5-1 1 15,3 2 0-15,6-1-2 16,2 0 1-16,0-1 0 15,10-1 1-15,4-2-1 16,3 1 1-16,8-1 0 16,2 4 0-16,4 0 0 0,5 2 0 15,2 2 0-15,5-2 1 16,1-2-1-16,2-2 0 16,4-3 1-16,1-2-2 15,4-6 2-15,1-2 2 16,4-3-1-16,0 0 0 0,5-5 0 15,2-2-2-15,0 1 1 16,2 0 1-16,0-5-2 16,3 2 0-16,-3-4 1 15,1-2-1-15,4-1 1 16,-1-5 1-16,4-2-1 0,1 0-1 16,0-5 2-16,0-8 0 15,2-6 0-15,0-3 0 16,-5-3-1-16,2-4 0 15,-2-2-1-15,1-3 6 16,-1-1-4-16,-1-4 0 16,-2-2-1-16,-2-4 0 0,-2-2 1 15,-1-2-2-15,-6 0 1 16,-1-2 2-16,-7-2-2 16,-3 2 2-16,-5-3-1 15,-6-1 2-15,-5-3 0 0,-5-1-3 16,-2-1 0-16,-8 2 0 15,-4-3-1-15,-4 4 0 16,0 0 1-16,-10 2 0 16,-1 1 4-16,0 3 5 15,-3 4-5-15,-11 4-2 0,-1 1 2 16,-5 4 0-16,-1 2-3 16,-3 5 0-16,-3 1 1 15,0 3-3-15,-2 6 1 16,-3 4-5-16,0 5 3 15,0 5 0-15,-3 5-1 16,4 2-2-16,2 5-3 0,4 9-9 16,6 6-9-16,1 1-11 15,7 1-29-15,1-4-64 16</inkml:trace>
  <inkml:trace contextRef="#ctx0" brushRef="#br0" timeOffset="102465.14">19611 16440 171 0,'8'0'27'0,"4"-4"3"0,5-9 18 0,10-8-15 0,11-7-8 16,12-9-4-16,21-13-5 16,22-14-11-16,27-17-4 0,21-18-4 15,19-21-79-15</inkml:trace>
  <inkml:trace contextRef="#ctx0" brushRef="#br0" timeOffset="122958.02">20592 5334 14 0,'0'0'2'0,"0"0"4"0,0 0 3 0,0 0 4 16,0 0-1-16,0 0-2 0,0 0-2 16,0 0 4-16,0 0-4 15,0-37-5-15,0 33-1 16,0 1-2-16,0 0 0 16,-2 0 0-16,-1-1 0 15,-1 1 0-15,1 0 0 0,-3 0 0 16,-1 2 0-16,-1-2 1 15,-2 2-1-15,1-1 0 16,-4 1-1-16,-1 1 1 16,1 0 0-16,-3 0 0 0,-1 0 0 15,-1 0 0-15,1 0 0 16,-2 0 0-16,-1 0 0 16,2 0 0-16,-6 0 1 15,3 0-1-15,0 3 1 16,0 1 1-16,0 0-2 15,4-1 1-15,-3 1 1 0,4-1-2 16,3 2 1-16,-1-1 0 16,1 0-1-16,0-1 0 15,-2 3 1-15,0 1-1 16,-1-3 0-16,-4 3 1 16,0 0 0-16,0-1 0 15,1 2 0-15,0-1 0 0,-1 2 0 16,5-2 0-16,2 0 0 15,1 0-1-15,3-1 0 16,1 2 0-16,2 0 0 16,-1 1 0-16,3 0 2 15,2 0-2-15,-2 1 0 0,3-1 0 16,1 2 1-16,0-2-1 16,0 0 0-16,3 2 0 15,1-2 1-15,1 1-1 16,1-2 0-16,2 2 0 15,0 1 1-15,-3-2-2 0,4 1 2 16,-1-1-1-16,0 0 1 16,0 1-1-16,1 0 1 15,0-1-1-15,0-2 0 16,2 3 0-16,1-3 1 0,0 0 0 16,2-1-1-16,1 1 1 15,2-1-1-15,2-1 2 16,-3 1-2-16,1-1 3 15,4 0-3-15,-3-1 1 16,2 2-1-16,1-2 0 16,3 2 0-16,-3-3 1 15,5 1-1-15,-2-3 0 0,1 2 1 16,2 0-1-16,0 0 0 16,2-2 0-16,-1 2 1 15,0-3-1-15,1 1 0 16,1-1 0-16,-2 0 0 0,-1 0 0 15,0 0 0-15,0 0 1 16,-1-1-2-16,1-2 2 16,-3-1 0-16,3-2-1 15,-5 2 0-15,2 0 0 16,-1-2 0-16,-2-1 0 0,-1 0 1 16,-2-2-1-16,0 2 1 15,-3-3-1-15,-3-1 4 16,-1 1-1-16,-1 0 4 15,-2 0 1-15,0-1 0 16,-4-1-1-16,-1 0 2 0,1-1 0 16,-4-1 1-16,0-1-4 15,0 0-2-15,0-1 3 16,0-2-2-16,-4 2-3 16,-2-3 0-16,1 0 2 15,-4 0-2-15,-1-2-1 16,2 1-1-16,-3 0 0 0,-2 0-1 15,0 2 1-15,-1 1-1 16,-2 3 0-16,-4 2-2 16,0 5-6-16,-7 0-32 15,-4 1-38-15</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4-08-17T06:38:54.367"/>
    </inkml:context>
    <inkml:brush xml:id="br0">
      <inkml:brushProperty name="width" value="0.05292" units="cm"/>
      <inkml:brushProperty name="height" value="0.05292" units="cm"/>
      <inkml:brushProperty name="color" value="#FF0000"/>
    </inkml:brush>
  </inkml:definitions>
  <inkml:trace contextRef="#ctx0" brushRef="#br0">11468 1545 14 0,'0'0'11'16,"0"0"-10"-16,0 0-1 16,0-2 0-16,0 2 0 0,0-1 1 15,0 1 3-15,-2-2 9 16,2 2-6-16,0 0-2 16,0-2-3-16,0 2-1 15,0 0-1-15,0 0-8 16,0 0-7-16,0 0 10 15,0 0 1-15,0 0-3 0,4 0 1 16,0 0 6-16,1 0 1 16,0 0 0-16,0 0 2 15,2 0-7-15,-3 0 5 16,2 0 4-16,0 0-4 16,1-1-2-16,1 1-6 0,-4 0-6 15,4-2 12-15,-1 1 1 16,-3 1 1-16,1-3 1 15,1 1 3-15,2 0 0 16,-3 1-3-16,3-1-1 0,-2 2-1 16,1-1 0-16,1 1 0 15,-4 0 1-15,3 0 1 16,-1 0-1-16,-1 0-1 16,1 0 1-16,1 0 3 15,-1 0 0-15,-1 0 0 0,-1 1-4 16,1 1 0-16,2-1 0 15,-1-1 0-15,0 2 0 16,2-2 0-16,2 0 1 16,-1 0-2-16,2 0 2 15,-1 0 0-15,-1 0-1 16,-2 0-1-16,2 0 2 0,-1 0-2 16,-2 0 1-16,2 0 0 15,2 0 0-15,3 0 0 16,-2 0-1-16,5 0 1 15,-1 0 0-15,3 0 0 0,-1 0 0 16,1 0 0-16,1 0 0 16,0 0 0-16,-2 0 0 15,2 0 0-15,2 0 0 16,-2 0 0-16,2 0 0 16,-4 0 0-16,4 0 0 15,-1 0 0-15,2 0 0 0,-1 0-4 16,1 2 3-16,-1-1 1 15,1 1-1-15,0-2 1 16,-1 3 1-16,0-3-1 16,-1 1-28-16</inkml:trace>
  <inkml:trace contextRef="#ctx0" brushRef="#br0" timeOffset="526.91">13607 1504 0 0,'23'0'2'0,"-1"0"-1"0,-2 0 2 15,4 0-2-15,-2 0-1 16,2 0 0-16,-2 0 0 15,-1 0 0-15,3-2-1 16,-2 2 2-16,0-2-1 0,2 1 2 16,0 1 3-16,1-2-2 15,0 1-3-15,1 1-2 16</inkml:trace>
  <inkml:trace contextRef="#ctx0" brushRef="#br0" timeOffset="691.3">14430 1491 10 0,'32'0'3'0,"1"0"5"0,-2-2-5 16,0 2-3-16,-1 0 1 16,-1 0-3-16,1-1-7 15,0 1-5-15</inkml:trace>
  <inkml:trace contextRef="#ctx0" brushRef="#br0" timeOffset="1685.93">17605 1551 27 0,'32'0'8'16,"0"0"8"-16,0 0-4 15,-1 0-8-15,1 0-2 16,-5 0-4-16,1 0 4 16,-2 0-2-16,-2 0 0 0,-4 0-2 15,2 0 4-15,-3 0-2 16,1 0 1-16,-3 0-1 16,2 0 0-16,-2 0 0 15,4 0-1-15,-4 0 1 16,3 3 0-16,0-3 0 0,-2 4 0 15,1-3 0-15,0 2 0 16,0-3 0-16,-3 2 0 16,1 1 0-16,-3-3 0 15,1 0 1-15,-4 0-1 0,0 0 0 16,0 0 0-16,-2 0 1 16,2 0-1-16,1 0 0 15,-1 2-1-15,1-1 1 16,-1 1 0-16,4 1 0 15,-3-1 1-15,1 1-1 16,-2 1 0-16,0-2 1 0,-1 1 0 16,-2 0-1-16,0-1 0 15,-4 0 0-15,1-1 0 16,-2-1-1-16,2 2 1 16,1 1-1-16,-2-3-8 15,-1 0-17-15</inkml:trace>
  <inkml:trace contextRef="#ctx0" brushRef="#br0" timeOffset="2797.25">11241 3567 51 0,'-6'0'1'0,"1"0"1"0,3 0-2 16,2 0-7-16,0 0-19 15,-3 0 18-15,3 0 6 16,-1 0 3-16,-1 1-1 16,1 3 0-16</inkml:trace>
  <inkml:trace contextRef="#ctx0" brushRef="#br0" timeOffset="4222.42">11224 3461 0 0,'0'0'20'0,"0"0"-14"15,0 0 1-15,0 0-3 0,0 0-2 16,31-31 0-16,-24 27 5 16,-4-1-6-16,3 0 0 15,-1 0 0-15,0 2-1 16,1-1 1-16,0 0-1 15,2 1 0-15,-1-2 0 16,1 4 1-16,0-4-1 0,0 2 0 16,-2 1 0-16,2 1 0 15,0-2 0-15,1 1 0 16,-1 0 0-16,3 1 0 16,-3-1 0-16,3-1-2 15,-1 3-1-15,-1-3-3 0,2 1 5 16,-1-1 0-16,-2 3 0 15,1-1-2-15,1-1-4 16,-2 0 2-16,-2 2 4 16,2-1 1-16,0-1 1 15,2 1 2-15,-3 1 4 16,6-4-4-16,-3 3 0 0,2-2-1 16,1 1 0-16,3-1-1 15,-2 0-1-15,4 1 1 16,-6-1-1-16,6 1 0 15,-4-1 1-15,0 0 0 16,1 1 2-16,-3-1 2 16,4-1 0-16,-2 4 0 0,1-4-1 15,2 3-3-15,-1-2 0 16,0 3-1-16,1-2 0 16,1 0 0-16,-2 2 0 15,1-1 0-15,-1 1 0 0,-2 0-1 16,0 0 1-16,-1 0-4 15,-2 0 1-15,0 0 0 16,0 0 3-16,2 0 1 16,-2 0-2-16,0 0 1 15,2 0 0-15,-2 0 1 0,2 0-1 16,-4 0-1-16,2 0 2 16,-4 0-2-16,2 0 1 15,-2 0 0-15,-1 0-4 16,2 0-1-16,1 0 5 0,-1 0 0 15,3 0 0-15,1 0 0 16,-1 0 0-16,1 0 0 16,-2 0 0-16,3 0 0 15,-1 0 1-15,-2 0-1 16,-1 0 1-16,2 0-1 16,0 0 2-16,-1 0-2 0,1 0 0 15,2 0-3-15,-4 0-9 16,2 0-5-16,0 0 4 15,-3 0 2-15</inkml:trace>
  <inkml:trace contextRef="#ctx0" brushRef="#br0" timeOffset="19256.07">18633 893 51 0,'0'0'11'16,"0"0"4"-16,0 0-4 0,0 0 0 15,0 0 0-15,17-29 8 16,-12 23 0-16,-2 0-12 15,1 1 4-15,-3 0 0 16,1 2-2-16,-2 0-5 16,0 1-3-16,0 1-1 0,0 1 1 15,-3-2-2-15,-2 2-1 16,-2 0-1-16,0 0 2 16,-1 0 6-16,1 0 0 15,1 0-1-15,-4 5-3 16,4 1 0-16,-2 4 0 0,0 1-1 15,0 2-1-15,2-1 1 16,0 3 0-16,-2-3 0 16,1 4 0-16,4-2 1 15,2-1 0-15,1 0 2 16,0 1 0-16,0-1-1 0,3-2-1 16,3 0 1-16,0-2-2 15,1-1 7-15,2-3-7 16,-1 0 5-16,3 0-3 15,2-4 1-15,4 1 1 16,4 1-1-16,1-3-2 0,2 0-24 16,0 0-51-16</inkml:trace>
  <inkml:trace contextRef="#ctx0" brushRef="#br0" timeOffset="19902.71">18766 1207 94 0,'0'0'20'0,"0"0"19"15,0 0-14-15,0 0-13 16,0 0-4-16,0 0-4 0,0 0-2 16,0 0 0-16,22-27 2 15,-14 19-3-15,-1 0 2 16,1-3 1-16,0 2 6 16,-2-2-4-16,2 1-3 0,-2-3-2 15,-1 1 0-15,0-1-1 16,-2-1 0-16,-3-2 0 15,-2 2-1-15,2 1 1 16,0-3 1-16,-1 3 0 16,1 2 2-16,-3 2 2 15,3 1-3-15,-2 1 0 0,2 3-2 16,0 2-1-16,-2 0 1 16,1 2-2-16,-2 0-4 15,-2 0 1-15,0 2 3 16,-1 3-2-16,1 3 3 15,0 1 1-15,2 2-2 0,1-1 2 16,2 1 0-16,0 2 0 16,0-4-1-16,4 2 1 15,0-1 0-15,1-2-1 16,0 1 0-16,-2 1 1 16,2-2 0-16,-2 0 1 0,0 0-1 15,0-4 0-15,1 1 1 16,-1 0 2-16,0 0-2 15,2-2 3-15,-1 0-2 16,1-1 2-16,3 1-1 16,2-3 0-16,4 0 3 15,0 0-15-15,0 0-23 0,-1-2-51 16</inkml:trace>
  <inkml:trace contextRef="#ctx0" brushRef="#br0" timeOffset="20116.32">18782 1066 166 0,'0'0'-4'0,"0"0"51"0,0 0-7 15,0 0-10-15,0 0-18 16,0 0-13-16,38-32 3 15,-3 27 0-15,9 4 1 16,1-4-28-16,1 2-75 0</inkml:trace>
  <inkml:trace contextRef="#ctx0" brushRef="#br0" timeOffset="21553.68">18210 3684 104 0,'0'0'6'15,"0"0"25"-15,0 0-10 16,0 0 0-16,0 0-4 16,1-28-5-16,-1 25-3 0,0 1 1 15,0 0-2-15,0 2-6 16,0 0-3-16,0 0-3 16,0 0-1-16,2 5-3 15,-1 3 7-15,3 2-2 16,-3 1 2-16,2 1 1 0,0 6 0 15,1-1-2-15,-1 2 2 16,2 0 1-16,-2 2 1 16,1-2 3-16,1-2-3 15,0 2 0-15,-2-4-1 0,0-3 1 16,1-1-2-16,-3-1 0 16,1-4-3-16,-2 1 4 15,1-4-3-15,-1 2 3 16,0-4 2-16,0 2-2 15,0-3 1-15,0 0-1 16,0 2 0-16,0-2 1 0,0 0 0 16,0 0 1-16,0 0-1 15,0 0 2-15,0 0-2 16,0 0-14-16,0-3 2 16,2-4 6-16,-1 3 2 15,-1-3 2-15,2-1 4 0,1-1-4 16,0 1 0-16,1-3 0 15,0 1 0-15,-1 1-1 16,4-1-1-16,-1 1 1 16,-1 1 2-16,3 0 0 15,0 3 0-15,1 0-1 0,1 2 0 16,-1 0 0-16,-1 1 0 16,3 2 0-16,-1 0-1 15,-1 0 0-15,2 0 0 16,-3 4 1-16,0 0 1 15,0 1-1-15,-3 2 0 0,1-1-1 16,-2 2 0 0,0 1-3-16,-1 1 7 0,-1 1-5 15,0 0 5-15,-2 0 1 16,0 0-9-16,0 2-16 16,0 0-24-16,0-5-26 0</inkml:trace>
  <inkml:trace contextRef="#ctx0" brushRef="#br0" timeOffset="22202.03">18593 4025 99 0,'0'0'15'16,"0"0"25"-16,0 0-6 15,0 0-13-15,0 0-8 16,0 0 2-16,0 0-9 16,0 0-4-16,0 0 2 0,0 0 0 15,0 0 1-15,0 0 1 16,-3-28 6-16,3 21-6 15,0-1-6-15,0-1 1 16,0 1 0-16,0-3 0 16,0-2 0-16,0-1 1 0,0-4-2 15,2 1-5-15,-2 0-3 16,0-1 3-16,1 1 4 16,1 1 1-16,-2 3 5 15,0 4-5-15,-2 1-2 16,2 0 1-16,0 5 1 0,0-1 1 15,0 3-2-15,0 1-1 16,0 0-6-16,0 0-2 16,0 1 1-16,0 6 7 15,0 2-2-15,2 4 3 16,-2 0 1-16,0 2 1 0,0 0-1 16,0-3 3-16,0 1-1 15,0-3 0-15,3-1 0 16,2 1 1-16,0-2-2 15,3 1 1-15,0-1 0 16,-1 2 1-16,1-3-1 0,0 1 2 16,0 0-2-16,0-3-2 15,-1 0-6-15,-1 0 1 16,0-2-4-16,1 0 0 16,-3-1-8-16,3-2-6 15,-1 0-12-15,-1 0-23 0,-2-2-44 16</inkml:trace>
  <inkml:trace contextRef="#ctx0" brushRef="#br0" timeOffset="22495">18641 3901 70 0,'0'0'30'0,"0"0"0"16,0 0-7-16,0 0-9 16,0 0-6-16,0 0 3 15,0 0 3-15,0 0-12 0,0 0 4 16,38-9-3-16,-19 4-2 15,6 2-1-15,1-2 1 16,-2-1-31-16,1-2-67 16</inkml:trace>
  <inkml:trace contextRef="#ctx0" brushRef="#br0" timeOffset="23879.45">10299 1377 53 0,'0'0'46'0,"0"0"-36"16,0 0 5-16,0 0-6 15,0 0-4-15,2-29-1 16,-4 26-1-16,-1-2 1 0,0 1 0 16,0 0 3-16,-2 1 7 15,2 0 4-15,-2 1-6 16,-1 1-12-16,-1 1-5 16,-2 0 1-16,-2 0 1 15,1 3 1-15,1 3-1 16,-3 1 4-16,1 1-2 0,0 0-8 15,2-1 9-15,-2 3-7 16,1-1 8-16,2 3 1 16,0 0-3-16,2 1 0 15,3 1-1-15,0 1 2 16,1 0 1-16,2 0-2 0,0 1 1 16,2-2 0-16,2 0-2 15,3-1 4-15,1-1 0 16,1 1-1-16,1-2 3 15,1 0-1-15,3 0 3 16,-1-1 0-16,4 1 3 0,-1-1-31 16,0-4-66-16</inkml:trace>
  <inkml:trace contextRef="#ctx0" brushRef="#br0" timeOffset="24406.58">10342 1824 92 0,'0'0'-2'15,"0"0"3"-15,0 0 2 16,0 0-2-16,33-10 0 15,-26 4 2-15,1-2-2 0,-2-3 3 16,0 2 13-16,1-4-2 16,-1 0 0-16,-1 0-9 15,-1-1-4-15,1 0-2 16,0 0 1-16,0-1 0 16,-4 1-1-16,2 0 0 0,-3 1 1 15,0 4 3-15,0-1 10 16,0 4 7-16,0 1-8 15,0 2-13-15,0-2-2 16,0 5 2-16,0 0-2 16,0 0-8-16,0 2 2 0,0 6 1 15,0 1-1-15,2 1 5 16,-2 2-6-16,2 1 3 16,-1 1 1-16,2 1 2 15,1-1 0-15,-1-1 4 0,0-1-1 16,2-2 0-1,-1-2 1-15,3 0 1 0,-3-4 3 16,3 1 1-16,2-3 2 16,1-1 3-16,1-1-2 15,0 0-5-15,0-3-38 16,2-6-42-16</inkml:trace>
  <inkml:trace contextRef="#ctx0" brushRef="#br0" timeOffset="24647.78">10437 1696 52 0,'0'0'19'0,"0"0"0"16,0 0 8-16,0 0-10 15,0 0-3-15,0 0 4 0,0 0 1 16,0 0 0-16,0 0 3 15,0 0 4-15,0-4-14 16,10 1-12-16,1-2 1 16,6 2-1-16,-1-2-38 15,3 1-28-15,-2-3-36 16</inkml:trace>
  <inkml:trace contextRef="#ctx0" brushRef="#br0" timeOffset="24925.35">10634 1692 107 0,'0'0'18'0,"0"0"17"0,0 0 1 15,0 0-14-15,0 0-1 16,28-20-4-16,-21 15-9 16,1 2-7-16,-1 0 0 15,3 1-1-15,1 0 1 0,-1 2-3 16,2 0-29-16,-1 0-24 16,-1 0-40-16</inkml:trace>
  <inkml:trace contextRef="#ctx0" brushRef="#br0" timeOffset="25096.64">10865 1556 239 0,'0'0'22'0,"0"0"2"0,0 0-18 15,0 0-13-15,0 0-1 16,27 46 0-16,-24-14-17 15,-1 3-74-15</inkml:trace>
  <inkml:trace contextRef="#ctx0" brushRef="#br0" timeOffset="26347.04">10596 3337 63 0,'0'0'-2'15,"0"0"11"-15,0 0 4 0,0 0-1 16,0 0 0-16,0 0 2 15,0 0-11-15,0 0-7 16,0 0-2-16,0 0 2 16,0 0 3-16,0 0 3 0,0 0-1 15,6 21 3-15,-1-6 0 16,0 3-2-16,2 1-1 16,0 0 1-16,-1-2 0 15,2 2-1-15,-2-3 0 16,1-3 0-16,-2 0 1 0,-1-5-1 15,-2-1 0-15,1 0 0 16,-1-4 0-16,-1 0 2 16,1-1-2-16,-2-2 1 15,0 0 3-15,0 0 3 16,0 0 11-16,0-5-13 16,0-5-3-16,1-1-1 0,3-1 0 15,0-3-3-15,1 0-5 16,3-3 3-16,0 2 1 15,3 0 1-15,-1 2 1 16,-1 1-1-16,1 4 2 16,-1 1 5-16,1 3 6 0,-1 0 1 15,1 2-5-15,2 3-6 16,-2 0-2-16,-1 8-3 16,2 2 0-16,-1 6-2 15,-2 1 2-15,0 5 4 16,-3 2 1-16,1 6-24 0,-6 0-34 15,0 0-34-15</inkml:trace>
  <inkml:trace contextRef="#ctx0" brushRef="#br0" timeOffset="26814.38">10838 3771 60 0,'0'0'62'0,"0"0"-46"16,0 0-18-16,0 0-2 15,0 0 6-15,0 0-2 16,0 0-2-16,0 0-2 16,0 0 6-16,0 0 1 15,7 8 8-15,-3-16 2 0,4-1-7 16,0-4-2-16,2-1-1 15,-4 1-2-15,2-1 1 16,-2-2-2-16,-2 3-1 16,-1 1-3-16,-2 1 2 15,-1 3 2-15,0 1 1 0,0 3 4 16,0 0-4-16,0 3 6 16,0-1 5-16,0 2-4 15,0 0-17-15,0 3 5 16,0 2 1-16,0 3-1 15,5 2 4-15,-2-2 5 0,4 3 0 16,-1-2-2-16,3 1 2 16,1-2-2-16,-2 0 0 15,1 0 1-15,1-2 0 16,-2-1-1-16,-2-1-3 16,2-2-11-16,-3 0-22 15,0-2-26-15</inkml:trace>
  <inkml:trace contextRef="#ctx0" brushRef="#br0" timeOffset="27025.27">10857 3705 139 0,'0'0'36'0,"0"0"3"16,0 0-22-16,0 0-10 0,0 0-2 15,0 0-1-15,0 0-3 16,0 0 3-16,32-29-2 16,-19 28-1-16,3-2-6 15,-4-1-45-15,1 0-59 16</inkml:trace>
  <inkml:trace contextRef="#ctx0" brushRef="#br0" timeOffset="27295.2">11065 3676 85 0,'0'0'66'0,"0"0"-22"15,0 0-13-15,0 0-19 16,0 0-10-16,0 0-1 16,0 0-1-16,30-27 0 15,-19 24-12-15,2-2-15 16,-3 2-20-16,1-2-7 0,-2 4-18 16</inkml:trace>
  <inkml:trace contextRef="#ctx0" brushRef="#br0" timeOffset="27494.1">11198 3561 46 0,'0'0'132'16,"0"0"-92"-16,0 0-19 15,0 0-13-15,0 0-5 0,0 0-5 16,0 0 4-16,11 33-1 15,-6-11 2-15,-2 8 5 16,-1 2-33-16,-2 3-70 16</inkml:trace>
  <inkml:trace contextRef="#ctx0" brushRef="#br0" timeOffset="31441.1">11810 4292 54 0,'0'0'15'0,"0"0"13"0,0-2 4 16,0 2-2-16,0 0-9 16,0 0-9-16,0 0-9 15,0 0-3-15,4 0-2 16,2 0 2-16,4 0 0 15,-1 0 0-15,2 3-1 0,3 2-1 16,1 3-1-16,-1 0 2 16,-1 1 0-16,2 1-1 15,0-1 3-15,-3-2-1 16,3 1 1-16,-3-2 1 16,1-1-1-16,-2-2-10 0,-1-1-47 15,-2-2-6-15</inkml:trace>
  <inkml:trace contextRef="#ctx0" brushRef="#br0" timeOffset="31725.5">12001 4285 51 0,'0'0'10'0,"0"0"7"0,0 0 0 15,0 0-1-15,-29-16-2 16,24 16-1-16,2-1 1 16,0 1 4-16,0 0-8 15,0 1-8-15,0 7-8 0,-2 3 5 16,0 4-1-16,-3 1 2 16,0 3 0-16,0 1-1 15,-1 1 2-15,-2-1 1 16,-2 1-1-16,2 0 0 15,0-4-28-15,1-3-46 0</inkml:trace>
  <inkml:trace contextRef="#ctx0" brushRef="#br0" timeOffset="32559.32">12115 4517 20 0,'0'0'13'0,"0"0"-7"16,0 0 5-16,0 0-1 16,0 0-3-16,0 0-3 15,0 0 0-15,0 0 0 0,0 0 4 16,0 0 5-16,0 9 17 15,2-9 5-15,-2 0-20 16,0-4-13-16,1-1-1 16,-1-2 1-16,3-2-2 0,-1 1 0 15,-1-3 2-15,1 0-1 16,0-2-1-16,-1 0 1 16,1 1-1-16,-2-4 1 15,1 3-1-15,1 1 1 16,1-1-1-16,-1-1-1 15,-1 2 0-15,1 3-2 0,0 1 0 16,-2 2 3-16,0 3-1 16,0-1 2-16,0 4-1 15,0 0 2-15,0 0-2 16,0 0-1-16,0 0-8 0,0 4 8 16,0 2 0-16,1 3 0 15,1 1 2-15,-1-1-1 16,-1 3 0-16,0-3-1 15,2 2-1-15,1-1-2 16,-1-1 3-16,-1-1-3 16,2 0 4-16,1-2 1 0,0 2 0 15,-1-1 1-15,1-1 0 16,2-1 1-16,-1-1 1 16,0 1 0-16,1-2 0 15,0 2 0-15,1-2-2 16,0 1 0-16,-2-1-1 0,2-2 0 15,-3 1 0-15,1-1 1 16,0-1-1-16,0 0 1 16,1 0 0-16,-3 0 1 15,3 0-1-15,-2 0-11 16,0-1-19-16,-2-1-7 16,0 1 5-16,-2-1 11 0,0 1-7 15</inkml:trace>
  <inkml:trace contextRef="#ctx0" brushRef="#br0" timeOffset="33050.68">12140 4422 25 0,'0'0'15'16,"0"0"1"-16,0 0 1 15,0 0 0-15,0 0 2 16,29-24-3-16,-20 18-2 16,1-1 0-16,3 1-8 15,-2 1-6-15,1 0 1 0,4 2-1 16,0 2 1-16,0-3-7 16,0 1-38-16</inkml:trace>
  <inkml:trace contextRef="#ctx0" brushRef="#br0" timeOffset="35374.75">18735 823 56 0,'0'0'5'0,"0"0"7"16,0 0-10-16,0 0-4 0,0 0-12 15,0 0 0-15,0 0 0 16,0 0 11-16,0 0 6 15,0 0 2-15,0 0 1 16,0 0-4-16,17-16-2 16,-17 15-13-16</inkml:trace>
  <inkml:trace contextRef="#ctx0" brushRef="#br0" timeOffset="37132.21">18735 823 23 0,'7'-27'41'0,"-10"24"-35"16,2 0 0-16,-2 1 2 15,1-1 3-15,0 2 2 16,1-3-4-16,1 4-4 15,0 0-4-15,-2-1 0 0,2 1-1 16,0 0 1-16,-1 0-1 16,1 0 0-16,-2 0 0 15,2 0 0-15,-3-3 0 16,1 3 1-16,-1-3 0 0,0 1 0 16,-2 2-1-16,0-3 0 15,2 1 1-15,-3-1 4 16,1 3 1-16,0-3 4 15,1 0-2-15,-1 1-5 16,-1 2-2-16,1-3-1 16,-2 1 0-16,-1 2 1 0,1 0-2 15,-1-1 4-15,0-1-3 16,1 1 8-16,-1 1-4 16,2-4-3-16,-5 4 0 15,5-3-1-15,-2 3 0 16,0 0 0-16,0-1-1 0,-2 1 2 15,4 0 0-15,0 0-1 16,-2 0 0-16,3 0 0 16,0 0-1-16,2 0 1 15,0 4-1-15,-2-4 1 16,-1 7 0-16,-1-6 0 0,3 4 1 16,-1 0-2-16,-1-2 1 15,2 2 0-15,0 0-1 16,-3 1 1-16,3-1 0 15,-4-1 0-15,0 4 0 0,0-3 0 16,0 3 0-16,1-2 0 16,0 2 0-1,-1 2 1-15,1-2-1 0,1 3-1 16,0-3 1-16,-1 3-1 16,4-2 1-16,-2 1-1 15,2-1 1-15,-2 1-1 0,1-1 1 16,0-1-1-16,0 3 1 15,-1-1-1-15,2 1 1 16,0 0 0-16,-1-1 0 16,3 2-1-16,1-2 0 15,0 3-3-15,0-2 4 16,0-2-1-16,0 4-1 0,0-2 1 16,0-2 1-16,0 4-2 15,1-3 1-15,1 2 0 16,1-1 0-16,0-1-2 15,0 1 3-15,1-1-2 0,0-1 1 16,1-1 1-16,-2 0-1 16,4 0 1-16,-1 0 1 15,-1 0-2-15,1-2 2 16,0 2 0-16,1 0-2 16,-1 1 3-16,1-1-1 0,0 0 0 15,1-1-1-15,-1 2 0 16,-1-2 0-16,-1 0 3 15,1 0-3-15,1-1 0 16,-3 1 0-16,3-1-1 16,-1-1 2-16,2 1-1 15,0 0-1-15,1 1 2 0,1-1 0 16,-1-1 0-16,1 3 0 16,1-2 0-16,-3-1-1 15,-2 0 0-15,4-1-1 16,-2 1 0-16,-2-2 1 0,0 0 6 15,5 2 1-15,-1-2-4 16,1 0-1-16,0 2 0 16,2 0 0-16,-2-2-1 15,2 0-1-15,-4 1 1 16,4-1 0-16,-4 0-1 16,4 0 1-16,-2-1-1 15,2 1 0-15,1 2 0 0,-1-4 0 16,3 2 0-16,0 0 1 15,1-1-1-15,0 1 0 16,-1-3 2-16,2 2-1 0,-4-2-1 16,-1 0 2-16,-1 0-1 15,-2 0-3-15,1 0 6 16,0 0-3-16,-1 0 1 16,2-2-2-16,-1 1 1 15,1-3 0-15,-1 1 0 0,0-1-2 16,0-1 3-16,-2 2-2 15,2-2 2-15,-3-3-1 16,-1 3 0-16,1-3 3 16,-4 2 8-16,1-2-5 15,1 2 2-15,-2-2 2 16,-1 1-6-16,0-2 0 0,0 1 1 16,0 0-5-16,-1-2 1 15,1-1-1-15,0 2-1 16,-1-2 0-16,1 1 0 15,0-1 1-15,0 2-2 16,-1-1 2-16,0 2-2 0,-1 0 1 16,1 2 0-16,-2-2 1 15,0 0-1-15,0 0 1 16,0-1-1-16,0 1-1 16,0-2-1-16,-2 2 3 15,-1-3-1-15,0 3 0 16,0-1 2-16,1 1 1 0,-1-2-3 15,0 1 0-15,0-2 1 16,-1 3 0-16,1-2-1 16,2-1 0-16,-3 2 0 15,3-1 1-15,-2-1-1 0,-1 1 0 16,3 1 0-16,-2-2-1 16,1 3 2-16,-1-2-1 15,0 1 0-15,0 1-2 16,-1 0-2-16,0 0 3 15,2 0 2-15,-3 0-1 16,1 2-2-16,-3 0 3 0,1-1-2 16,-2-1 1-16,-2 3-2 15,3-2 4-15,-1-1-1 16,0 3-1-16,0-1 2 16,1-1 0-16,1 2 0 15,-2 1-1-15,-1-1-2 16,-2-1-3-16,-2 1 1 0,-3 2 1 15,-1 1 1-15,-4 2 0 16,-1 0-6-16,-4 0-12 16,1 3-22-16,-4 2-44 0</inkml:trace>
  <inkml:trace contextRef="#ctx0" brushRef="#br0" timeOffset="41734.71">18419 538 6 0,'0'0'28'16,"0"0"0"-16,0 0-5 16,0 0-17-16,0 0-2 15,0 0 0-15,2 0-4 0,1 0-2 16,-2 0 2-16,4 0 0 15,-2 0 2-15,2 1-2 16,0 1 0-16,-1 0 0 16,1 1 0-16,0 0 0 15,1 0 1-15,-2 0-1 0,0 0-1 16,3 1 1-16,-3-1 1 16,-2-2-2-16,1 1 1 15,-3-2 0-15,0 3 1 16,0-3 5-16,0 0-2 15,0 0-2-15,0 0-2 0,2 0 0 16,-2 0 2-16,0 0-1 16,0 0 3-16,0 0 15 15,1 0 3-15,-1-3-20 16,2 0 1-16,-1-2 2 16,3-1-2-16,-1-1 2 15,3-1 0-15,1 0-1 0,0 1-2 16,3-3-1-16,1 2-1 15,0-1 1-15,-3 1-2 16,2-2 2-16,1 2 0 16,-5-1-1-16,0-2 0 0,2 4 0 15,-1-4 0-15,1 3 0 16,-2-1 0-16,0-1 3 16,2 2 0-16,-1 0 0 15,-1 2 0-15,-1 0 1 16,-2 1-1-16,0 2-1 15,0 0-1-15,-1-1-1 16,-1 3 1-16,-1-1 0 0,2 1 2 16,-2-1 3-16,0 2 0 15,0 0 4-15,0 0-1 16,2 0-6-16,-2 0-2 16,1 0 0-16,1 0-3 0,2 0 1 15,4 5-2-15,0 3-1 16,0-2 4-16,-1 0-1 15,-3-2-12-15,-1 0-20 16,-3-2-46-16</inkml:trace>
  <inkml:trace contextRef="#ctx0" brushRef="#br0" timeOffset="47217.33">18541 3616 75 0,'0'0'17'15,"0"0"6"-15,0 0-4 0,0 0-5 16,0 0-3-16,0 0-5 15,0 0 3-15,0 0 2 16,0 0-7-16,0 0-3 16,0 0-2-16,0 0-1 15,-6-8-1-15,4 8-4 0,1-1 5 16,-1-1 2-16,0 0 1 16,-1-1 0-16,2 0 0 15,-3 1 0-15,4-2 0 16,-1 0 4-16,1 3-1 15,0-2-2-15,0 1-2 0,-2 2-1 16,-1-3-2-16,0 3-2 16,-2-2-2-16,0 1 6 15,2 1 1-15,-2-2 1 16,1-1 0-16,-1 1 0 0,2-2 1 16,-2 1-1-16,-1-1 1 15,-1 0-1-15,1 0-1 16,0 0 0-16,-1 0-1 15,-1 3 1-15,2-2-3 16,-3 0 2-16,1 1-1 16,-4-1-4-16,1 1 1 15,-1 2 5-15,1-3 0 0,-1 3 0 16,1-3 0-16,2 1 2 16,-1 1 3-16,1-2 1 15,-1-1 0-15,2 3 1 16,2-2-6-16,-2 3 0 15,0-2-1-15,2 0 0 0,-4 1 2 16,-1-1-1-16,0 1 1 16,2-1 0-16,-4 2 4 15,3 0-1-15,2 0-2 16,-1 0-1-16,1 0-3 16,2 0 2-16,-2 2-1 0,0 1-1 15,0 3 1-15,-2 1 0 16,-1-1 0-16,-1 2 0 15,-1 1-1-15,0 1 1 16,1-1 0-16,-1-1 0 0,2 2-2 16,0-2 1-16,3 0 1 15,0-2 0-15,1 0 1 16,1 1-1-16,1-1 0 16,-1 0 0-16,0 2 0 15,-1 0 0-15,3 0 0 16,-1 2 0-16,0-1-1 15,2 1 2-15,-2-1-1 0,2 4 0 16,0-2 0-16,0 0 0 16,1 0 0-16,2 0 0 15,0 0 0-15,0 1 0 16,0-1 1-16,0 0-1 0,0 0-1 16,0 0 2-16,0 2-1 15,3-2 0-15,-1 1 0 16,-1 1 0-16,1-2 0 15,1 0 1-15,-1 0-1 16,-1-3-2-16,2 2 2 16,1-2 0-16,-1 1 1 0,0-1-1 15,2 2 1-15,-1-2 0 16,0 1 0-16,0-1-2 16,0 2 1-16,2-2 0 15,-1 1 0-15,-1 1 0 16,1-2 1-16,0 1-1 0,0-1 0 15,-1 0 0-15,3 1 0 16,-1-1 0-16,1 2 0 16,2-1 1-16,-1-1-2 15,1 0 0-15,1 2 1 0,0-2 1 16,1-2 0-16,-2 0 0 16,1 2-2-16,1-3 1 15,0 3 0-15,3-2-1 16,2 1 1-16,0-1 0 15,1 2 0-15,1-2 0 0,-1-1 2 16,-1 1-2-16,1 1 0 16,-2-3 0-16,-1 1 0 15,2 0 1-15,-2-2-1 16,4 4 0-16,-3-3 0 16,3 1 2-16,-1 0-2 0,2-2 1 15,-1 2-1-15,1-4 0 16,-5 2 0-16,0 1 0 15,1-3 0-15,-6-1 1 16,-1 3-1-16,0-3 1 16,0 0 1-16,-5 0 3 15,2 0 0-15,-2 0 1 0,2 0 3 16,0 0-3-16,1 0 1 16,0 0-4-16,2 0-1 15,0 0 3-15,2-3-4 16,-2 2-1-16,1-1 1 0,2 0-1 15,-1 1-1-15,-1-1 2 16,1 2-1-16,1-1 0 16,-3 1 0-16,0 0 1 15,-2 0-1-15,2 0 0 16,-3 0 0-16,3 0 0 16,0-3 1-16,0 3-2 0,3-2 2 15,-2-1-1-15,2 0 0 16,0-1 1-16,2 0-1 15,0-1 1-15,-2 0 1 16,2 0 0-16,-2 1-1 16,0-1 2-16,0 0-3 0,-2 0 1 15,-1 2-1-15,0-2 1 16,-1 2 0-16,0-1-1 16,-2-3 1-16,0 2 2 15,1 1 5-15,-1-4-4 16,0 0-3-16,-2 0 0 0,2 2-1 15,-2-2 0-15,-1 1 1 16,1 1 0-16,-2 1-1 16,1-1 4-16,-2-1 5 15,1 1-3-15,1-2-6 16,-2 0 1-16,2-1 0 0,-2 1 0 16,0-2 4-16,0 1-3 15,0-1 0-15,0-1 2 16,0 2 1-16,0-2 10 15,-2-1-14-15,2 1 0 16,-3-1-1-16,3-1 1 0,-2 0-1 16,-2 1-1-16,2-1 0 15,-1 0 1-15,1 1 1 16,-1-3 0-16,0 1-2 16,0 4 1-16,-2-2 0 15,2 2-1-15,-2-1 1 0,2 3 2 16,0-1-2-16,-1 1 1 15,3 1 0-15,-1 1-1 16,-1 0 0-16,2-1 0 16,-1 1 0-16,2 0 1 15,-3 1-2-15,1 0 1 16,1-1 0-16,1 1 0 0,-2 0 0 16,0 2 0-16,1-2-1 15,-2 1-3-15,1 0 1 16,1 0-3-16,-3 1 0 15,1-2 0-15,0 0 1 0,-2 0 2 16,0 2 0-16,2-2 2 16,-1 1 0-16,-1-1 0 15,-2 2 1-15,3-2 0 16,-3 0 0-16,-1 2 1 16,0-2-1-16,2 0 0 15,-2 2 1-15,2-1 1 0,-2 0-2 16,2 1 3-16,-1 0-1 15,1-2-1-15,0 1-2 16,-4 0 3-16,1 0-5 16,-4-1 3-16,-1-2-2 0,-1 1 4 15,-2 0-2-15,-1-1-1 16,1 1 2-16,-5 0-6 16,-4-1-4-16,1 4 1 15,-4 2-10-15,-5 1-3 16,-3 0-26-16,-1 0-24 0,-2 0-54 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4-08-17T06:38:54.367"/>
    </inkml:context>
    <inkml:brush xml:id="br0">
      <inkml:brushProperty name="width" value="0.05292" units="cm"/>
      <inkml:brushProperty name="height" value="0.05292" units="cm"/>
      <inkml:brushProperty name="color" value="#FF0000"/>
    </inkml:brush>
  </inkml:definitions>
  <inkml:trace contextRef="#ctx0" brushRef="#br0">11468 1545 14 0,'0'0'11'16,"0"0"-10"-16,0 0-1 16,0-2 0-16,0 2 0 0,0-1 1 15,0 1 3-15,-2-2 9 16,2 2-6-16,0 0-2 16,0-2-3-16,0 2-1 15,0 0-1-15,0 0-8 16,0 0-7-16,0 0 10 15,0 0 1-15,0 0-3 0,4 0 1 16,0 0 6-16,1 0 1 16,0 0 0-16,0 0 2 15,2 0-7-15,-3 0 5 16,2 0 4-16,0 0-4 16,1-1-2-16,1 1-6 0,-4 0-6 15,4-2 12-15,-1 1 1 16,-3 1 1-16,1-3 1 15,1 1 3-15,2 0 0 16,-3 1-3-16,3-1-1 0,-2 2-1 16,1-1 0-16,1 1 0 15,-4 0 1-15,3 0 1 16,-1 0-1-16,-1 0-1 16,1 0 1-16,1 0 3 15,-1 0 0-15,-1 0 0 0,-1 1-4 16,1 1 0-16,2-1 0 15,-1-1 0-15,0 2 0 16,2-2 0-16,2 0 1 16,-1 0-2-16,2 0 2 15,-1 0 0-15,-1 0-1 16,-2 0-1-16,2 0 2 0,-1 0-2 16,-2 0 1-16,2 0 0 15,2 0 0-15,3 0 0 16,-2 0-1-16,5 0 1 15,-1 0 0-15,3 0 0 0,-1 0 0 16,1 0 0-16,1 0 0 16,0 0 0-16,-2 0 0 15,2 0 0-15,2 0 0 16,-2 0 0-16,2 0 0 16,-4 0 0-16,4 0 0 15,-1 0 0-15,2 0 0 0,-1 0-4 16,1 2 3-16,-1-1 1 15,1 1-1-15,0-2 1 16,-1 3 1-16,0-3-1 16,-1 1-28-16</inkml:trace>
  <inkml:trace contextRef="#ctx0" brushRef="#br0" timeOffset="526.91">13607 1504 0 0,'23'0'2'0,"-1"0"-1"0,-2 0 2 15,4 0-2-15,-2 0-1 16,2 0 0-16,-2 0 0 15,-1 0 0-15,3-2-1 16,-2 2 2-16,0-2-1 0,2 1 2 16,0 1 3-16,1-2-2 15,0 1-3-15,1 1-2 16</inkml:trace>
  <inkml:trace contextRef="#ctx0" brushRef="#br0" timeOffset="691.3">14430 1491 10 0,'32'0'3'0,"1"0"5"0,-2-2-5 16,0 2-3-16,-1 0 1 16,-1 0-3-16,1-1-7 15,0 1-5-15</inkml:trace>
  <inkml:trace contextRef="#ctx0" brushRef="#br0" timeOffset="1685.93">17605 1551 27 0,'32'0'8'16,"0"0"8"-16,0 0-4 15,-1 0-8-15,1 0-2 16,-5 0-4-16,1 0 4 16,-2 0-2-16,-2 0 0 0,-4 0-2 15,2 0 4-15,-3 0-2 16,1 0 1-16,-3 0-1 16,2 0 0-16,-2 0 0 15,4 0-1-15,-4 0 1 16,3 3 0-16,0-3 0 0,-2 4 0 15,1-3 0-15,0 2 0 16,0-3 0-16,-3 2 0 16,1 1 0-16,-3-3 0 15,1 0 1-15,-4 0-1 0,0 0 0 16,0 0 0-16,-2 0 1 16,2 0-1-16,1 0 0 15,-1 2-1-15,1-1 1 16,-1 1 0-16,4 1 0 15,-3-1 1-15,1 1-1 16,-2 1 0-16,0-2 1 0,-1 1 0 16,-2 0-1-16,0-1 0 15,-4 0 0-15,1-1 0 16,-2-1-1-16,2 2 1 16,1 1-1-16,-2-3-8 15,-1 0-17-15</inkml:trace>
  <inkml:trace contextRef="#ctx0" brushRef="#br0" timeOffset="2797.25">11241 3567 51 0,'-6'0'1'0,"1"0"1"0,3 0-2 16,2 0-7-16,0 0-19 15,-3 0 18-15,3 0 6 16,-1 0 3-16,-1 1-1 16,1 3 0-16</inkml:trace>
  <inkml:trace contextRef="#ctx0" brushRef="#br0" timeOffset="4222.42">11224 3461 0 0,'0'0'20'0,"0"0"-14"15,0 0 1-15,0 0-3 0,0 0-2 16,31-31 0-16,-24 27 5 16,-4-1-6-16,3 0 0 15,-1 0 0-15,0 2-1 16,1-1 1-16,0 0-1 15,2 1 0-15,-1-2 0 16,1 4 1-16,0-4-1 0,0 2 0 16,-2 1 0-16,2 1 0 15,0-2 0-15,1 1 0 16,-1 0 0-16,3 1 0 16,-3-1 0-16,3-1-2 15,-1 3-1-15,-1-3-3 0,2 1 5 16,-1-1 0-16,-2 3 0 15,1-1-2-15,1-1-4 16,-2 0 2-16,-2 2 4 16,2-1 1-16,0-1 1 15,2 1 2-15,-3 1 4 16,6-4-4-16,-3 3 0 0,2-2-1 16,1 1 0-16,3-1-1 15,-2 0-1-15,4 1 1 16,-6-1-1-16,6 1 0 15,-4-1 1-15,0 0 0 16,1 1 2-16,-3-1 2 16,4-1 0-16,-2 4 0 0,1-4-1 15,2 3-3-15,-1-2 0 16,0 3-1-16,1-2 0 16,1 0 0-16,-2 2 0 15,1-1 0-15,-1 1 0 0,-2 0-1 16,0 0 1-16,-1 0-4 15,-2 0 1-15,0 0 0 16,0 0 3-16,2 0 1 16,-2 0-2-16,0 0 1 15,2 0 0-15,-2 0 1 0,2 0-1 16,-4 0-1-16,2 0 2 16,-4 0-2-16,2 0 1 15,-2 0 0-15,-1 0-4 16,2 0-1-16,1 0 5 0,-1 0 0 15,3 0 0-15,1 0 0 16,-1 0 0-16,1 0 0 16,-2 0 0-16,3 0 0 15,-1 0 1-15,-2 0-1 16,-1 0 1-16,2 0-1 16,0 0 2-16,-1 0-2 0,1 0 0 15,2 0-3-15,-4 0-9 16,2 0-5-16,0 0 4 15,-3 0 2-15</inkml:trace>
  <inkml:trace contextRef="#ctx0" brushRef="#br0" timeOffset="19256.07">18633 893 51 0,'0'0'11'16,"0"0"4"-16,0 0-4 0,0 0 0 15,0 0 0-15,17-29 8 16,-12 23 0-16,-2 0-12 15,1 1 4-15,-3 0 0 16,1 2-2-16,-2 0-5 16,0 1-3-16,0 1-1 0,0 1 1 15,-3-2-2-15,-2 2-1 16,-2 0-1-16,0 0 2 16,-1 0 6-16,1 0 0 15,1 0-1-15,-4 5-3 16,4 1 0-16,-2 4 0 0,0 1-1 15,0 2-1-15,2-1 1 16,0 3 0-16,-2-3 0 16,1 4 0-16,4-2 1 15,2-1 0-15,1 0 2 16,0 1 0-16,0-1-1 0,3-2-1 16,3 0 1-16,0-2-2 15,1-1 7-15,2-3-7 16,-1 0 5-16,3 0-3 15,2-4 1-15,4 1 1 16,4 1-1-16,1-3-2 0,2 0-24 16,0 0-51-16</inkml:trace>
  <inkml:trace contextRef="#ctx0" brushRef="#br0" timeOffset="19902.71">18766 1207 94 0,'0'0'20'0,"0"0"19"15,0 0-14-15,0 0-13 16,0 0-4-16,0 0-4 0,0 0-2 16,0 0 0-16,22-27 2 15,-14 19-3-15,-1 0 2 16,1-3 1-16,0 2 6 16,-2-2-4-16,2 1-3 0,-2-3-2 15,-1 1 0-15,0-1-1 16,-2-1 0-16,-3-2 0 15,-2 2-1-15,2 1 1 16,0-3 1-16,-1 3 0 16,1 2 2-16,-3 2 2 15,3 1-3-15,-2 1 0 0,2 3-2 16,0 2-1-16,-2 0 1 16,1 2-2-16,-2 0-4 15,-2 0 1-15,0 2 3 16,-1 3-2-16,1 3 3 15,0 1 1-15,2 2-2 0,1-1 2 16,2 1 0-16,0 2 0 16,0-4-1-16,4 2 1 15,0-1 0-15,1-2-1 16,0 1 0-16,-2 1 1 16,2-2 0-16,-2 0 1 0,0 0-1 15,0-4 0-15,1 1 1 16,-1 0 2-16,0 0-2 15,2-2 3-15,-1 0-2 16,1-1 2-16,3 1-1 16,2-3 0-16,4 0 3 15,0 0-15-15,0 0-23 0,-1-2-51 16</inkml:trace>
  <inkml:trace contextRef="#ctx0" brushRef="#br0" timeOffset="20116.32">18782 1066 166 0,'0'0'-4'0,"0"0"51"0,0 0-7 15,0 0-10-15,0 0-18 16,0 0-13-16,38-32 3 15,-3 27 0-15,9 4 1 16,1-4-28-16,1 2-75 0</inkml:trace>
  <inkml:trace contextRef="#ctx0" brushRef="#br0" timeOffset="21553.68">18210 3684 104 0,'0'0'6'15,"0"0"25"-15,0 0-10 16,0 0 0-16,0 0-4 16,1-28-5-16,-1 25-3 0,0 1 1 15,0 0-2-15,0 2-6 16,0 0-3-16,0 0-3 16,0 0-1-16,2 5-3 15,-1 3 7-15,3 2-2 16,-3 1 2-16,2 1 1 0,0 6 0 15,1-1-2-15,-1 2 2 16,2 0 1-16,-2 2 1 16,1-2 3-16,1-2-3 15,0 2 0-15,-2-4-1 0,0-3 1 16,1-1-2-16,-3-1 0 16,1-4-3-16,-2 1 4 15,1-4-3-15,-1 2 3 16,0-4 2-16,0 2-2 15,0-3 1-15,0 0-1 16,0 2 0-16,0-2 1 0,0 0 0 16,0 0 1-16,0 0-1 15,0 0 2-15,0 0-2 16,0 0-14-16,0-3 2 16,2-4 6-16,-1 3 2 15,-1-3 2-15,2-1 4 0,1-1-4 16,0 1 0-16,1-3 0 15,0 1 0-15,-1 1-1 16,4-1-1-16,-1 1 1 16,-1 1 2-16,3 0 0 15,0 3 0-15,1 0-1 0,1 2 0 16,-1 0 0-16,-1 1 0 16,3 2 0-16,-1 0-1 15,-1 0 0-15,2 0 0 16,-3 4 1-16,0 0 1 15,0 1-1-15,-3 2 0 0,1-1-1 16,-2 2 0 0,0 1-3-16,-1 1 7 0,-1 1-5 15,0 0 5-15,-2 0 1 16,0 0-9-16,0 2-16 16,0 0-24-16,0-5-26 0</inkml:trace>
  <inkml:trace contextRef="#ctx0" brushRef="#br0" timeOffset="22202.03">18593 4025 99 0,'0'0'15'16,"0"0"25"-16,0 0-6 15,0 0-13-15,0 0-8 16,0 0 2-16,0 0-9 16,0 0-4-16,0 0 2 0,0 0 0 15,0 0 1-15,0 0 1 16,-3-28 6-16,3 21-6 15,0-1-6-15,0-1 1 16,0 1 0-16,0-3 0 16,0-2 0-16,0-1 1 0,0-4-2 15,2 1-5-15,-2 0-3 16,0-1 3-16,1 1 4 16,1 1 1-16,-2 3 5 15,0 4-5-15,-2 1-2 16,2 0 1-16,0 5 1 0,0-1 1 15,0 3-2-15,0 1-1 16,0 0-6-16,0 0-2 16,0 1 1-16,0 6 7 15,0 2-2-15,2 4 3 16,-2 0 1-16,0 2 1 0,0 0-1 16,0-3 3-16,0 1-1 15,0-3 0-15,3-1 0 16,2 1 1-16,0-2-2 15,3 1 1-15,0-1 0 16,-1 2 1-16,1-3-1 0,0 1 2 16,0 0-2-16,0-3-2 15,-1 0-6-15,-1 0 1 16,0-2-4-16,1 0 0 16,-3-1-8-16,3-2-6 15,-1 0-12-15,-1 0-23 0,-2-2-44 16</inkml:trace>
  <inkml:trace contextRef="#ctx0" brushRef="#br0" timeOffset="22495">18641 3901 70 0,'0'0'30'0,"0"0"0"16,0 0-7-16,0 0-9 16,0 0-6-16,0 0 3 15,0 0 3-15,0 0-12 0,0 0 4 16,38-9-3-16,-19 4-2 15,6 2-1-15,1-2 1 16,-2-1-31-16,1-2-67 16</inkml:trace>
  <inkml:trace contextRef="#ctx0" brushRef="#br0" timeOffset="23879.45">10299 1377 53 0,'0'0'46'0,"0"0"-36"16,0 0 5-16,0 0-6 15,0 0-4-15,2-29-1 16,-4 26-1-16,-1-2 1 0,0 1 0 16,0 0 3-16,-2 1 7 15,2 0 4-15,-2 1-6 16,-1 1-12-16,-1 1-5 16,-2 0 1-16,-2 0 1 15,1 3 1-15,1 3-1 16,-3 1 4-16,1 1-2 0,0 0-8 15,2-1 9-15,-2 3-7 16,1-1 8-16,2 3 1 16,0 0-3-16,2 1 0 15,3 1-1-15,0 1 2 16,1 0 1-16,2 0-2 0,0 1 1 16,2-2 0-16,2 0-2 15,3-1 4-15,1-1 0 16,1 1-1-16,1-2 3 15,1 0-1-15,3 0 3 16,-1-1 0-16,4 1 3 0,-1-1-31 16,0-4-66-16</inkml:trace>
  <inkml:trace contextRef="#ctx0" brushRef="#br0" timeOffset="24406.58">10342 1824 92 0,'0'0'-2'15,"0"0"3"-15,0 0 2 16,0 0-2-16,33-10 0 15,-26 4 2-15,1-2-2 0,-2-3 3 16,0 2 13-16,1-4-2 16,-1 0 0-16,-1 0-9 15,-1-1-4-15,1 0-2 16,0 0 1-16,0-1 0 16,-4 1-1-16,2 0 0 0,-3 1 1 15,0 4 3-15,0-1 10 16,0 4 7-16,0 1-8 15,0 2-13-15,0-2-2 16,0 5 2-16,0 0-2 16,0 0-8-16,0 2 2 0,0 6 1 15,0 1-1-15,2 1 5 16,-2 2-6-16,2 1 3 16,-1 1 1-16,2 1 2 15,1-1 0-15,-1-1 4 0,0-1-1 16,2-2 0-1,-1-2 1-15,3 0 1 0,-3-4 3 16,3 1 1-16,2-3 2 16,1-1 3-16,1-1-2 15,0 0-5-15,0-3-38 16,2-6-42-16</inkml:trace>
  <inkml:trace contextRef="#ctx0" brushRef="#br0" timeOffset="24647.78">10437 1696 52 0,'0'0'19'0,"0"0"0"16,0 0 8-16,0 0-10 15,0 0-3-15,0 0 4 0,0 0 1 16,0 0 0-16,0 0 3 15,0 0 4-15,0-4-14 16,10 1-12-16,1-2 1 16,6 2-1-16,-1-2-38 15,3 1-28-15,-2-3-36 16</inkml:trace>
  <inkml:trace contextRef="#ctx0" brushRef="#br0" timeOffset="24925.35">10634 1692 107 0,'0'0'18'0,"0"0"17"0,0 0 1 15,0 0-14-15,0 0-1 16,28-20-4-16,-21 15-9 16,1 2-7-16,-1 0 0 15,3 1-1-15,1 0 1 0,-1 2-3 16,2 0-29-16,-1 0-24 16,-1 0-40-16</inkml:trace>
  <inkml:trace contextRef="#ctx0" brushRef="#br0" timeOffset="25096.64">10865 1556 239 0,'0'0'22'0,"0"0"2"0,0 0-18 15,0 0-13-15,0 0-1 16,27 46 0-16,-24-14-17 15,-1 3-74-15</inkml:trace>
  <inkml:trace contextRef="#ctx0" brushRef="#br0" timeOffset="26347.04">10596 3337 63 0,'0'0'-2'15,"0"0"11"-15,0 0 4 0,0 0-1 16,0 0 0-16,0 0 2 15,0 0-11-15,0 0-7 16,0 0-2-16,0 0 2 16,0 0 3-16,0 0 3 0,0 0-1 15,6 21 3-15,-1-6 0 16,0 3-2-16,2 1-1 16,0 0 1-16,-1-2 0 15,2 2-1-15,-2-3 0 16,1-3 0-16,-2 0 1 0,-1-5-1 15,-2-1 0-15,1 0 0 16,-1-4 0-16,-1 0 2 16,1-1-2-16,-2-2 1 15,0 0 3-15,0 0 3 16,0 0 11-16,0-5-13 16,0-5-3-16,1-1-1 0,3-1 0 15,0-3-3-15,1 0-5 16,3-3 3-16,0 2 1 15,3 0 1-15,-1 2 1 16,-1 1-1-16,1 4 2 16,-1 1 5-16,1 3 6 0,-1 0 1 15,1 2-5-15,2 3-6 16,-2 0-2-16,-1 8-3 16,2 2 0-16,-1 6-2 15,-2 1 2-15,0 5 4 16,-3 2 1-16,1 6-24 0,-6 0-34 15,0 0-34-15</inkml:trace>
  <inkml:trace contextRef="#ctx0" brushRef="#br0" timeOffset="26814.38">10838 3771 60 0,'0'0'62'0,"0"0"-46"16,0 0-18-16,0 0-2 15,0 0 6-15,0 0-2 16,0 0-2-16,0 0-2 16,0 0 6-16,0 0 1 15,7 8 8-15,-3-16 2 0,4-1-7 16,0-4-2-16,2-1-1 15,-4 1-2-15,2-1 1 16,-2-2-2-16,-2 3-1 16,-1 1-3-16,-2 1 2 15,-1 3 2-15,0 1 1 0,0 3 4 16,0 0-4-16,0 3 6 16,0-1 5-16,0 2-4 15,0 0-17-15,0 3 5 16,0 2 1-16,0 3-1 15,5 2 4-15,-2-2 5 0,4 3 0 16,-1-2-2-16,3 1 2 16,1-2-2-16,-2 0 0 15,1 0 1-15,1-2 0 16,-2-1-1-16,-2-1-3 16,2-2-11-16,-3 0-22 15,0-2-26-15</inkml:trace>
  <inkml:trace contextRef="#ctx0" brushRef="#br0" timeOffset="27025.27">10857 3705 139 0,'0'0'36'0,"0"0"3"16,0 0-22-16,0 0-10 0,0 0-2 15,0 0-1-15,0 0-3 16,0 0 3-16,32-29-2 16,-19 28-1-16,3-2-6 15,-4-1-45-15,1 0-59 16</inkml:trace>
  <inkml:trace contextRef="#ctx0" brushRef="#br0" timeOffset="27295.2">11065 3676 85 0,'0'0'66'0,"0"0"-22"15,0 0-13-15,0 0-19 16,0 0-10-16,0 0-1 16,0 0-1-16,30-27 0 15,-19 24-12-15,2-2-15 16,-3 2-20-16,1-2-7 0,-2 4-18 16</inkml:trace>
  <inkml:trace contextRef="#ctx0" brushRef="#br0" timeOffset="27494.1">11198 3561 46 0,'0'0'132'16,"0"0"-92"-16,0 0-19 15,0 0-13-15,0 0-5 0,0 0-5 16,0 0 4-16,11 33-1 15,-6-11 2-15,-2 8 5 16,-1 2-33-16,-2 3-70 16</inkml:trace>
  <inkml:trace contextRef="#ctx0" brushRef="#br0" timeOffset="31441.1">11810 4292 54 0,'0'0'15'0,"0"0"13"0,0-2 4 16,0 2-2-16,0 0-9 16,0 0-9-16,0 0-9 15,0 0-3-15,4 0-2 16,2 0 2-16,4 0 0 15,-1 0 0-15,2 3-1 0,3 2-1 16,1 3-1-16,-1 0 2 16,-1 1 0-16,2 1-1 15,0-1 3-15,-3-2-1 16,3 1 1-16,-3-2 1 16,1-1-1-16,-2-2-10 0,-1-1-47 15,-2-2-6-15</inkml:trace>
  <inkml:trace contextRef="#ctx0" brushRef="#br0" timeOffset="31725.5">12001 4285 51 0,'0'0'10'0,"0"0"7"0,0 0 0 15,0 0-1-15,-29-16-2 16,24 16-1-16,2-1 1 16,0 1 4-16,0 0-8 15,0 1-8-15,0 7-8 0,-2 3 5 16,0 4-1-16,-3 1 2 16,0 3 0-16,0 1-1 15,-1 1 2-15,-2-1 1 16,-2 1-1-16,2 0 0 15,0-4-28-15,1-3-46 0</inkml:trace>
  <inkml:trace contextRef="#ctx0" brushRef="#br0" timeOffset="32559.32">12115 4517 20 0,'0'0'13'0,"0"0"-7"16,0 0 5-16,0 0-1 16,0 0-3-16,0 0-3 15,0 0 0-15,0 0 0 0,0 0 4 16,0 0 5-16,0 9 17 15,2-9 5-15,-2 0-20 16,0-4-13-16,1-1-1 16,-1-2 1-16,3-2-2 0,-1 1 0 15,-1-3 2-15,1 0-1 16,0-2-1-16,-1 0 1 16,1 1-1-16,-2-4 1 15,1 3-1-15,1 1 1 16,1-1-1-16,-1-1-1 15,-1 2 0-15,1 3-2 0,0 1 0 16,-2 2 3-16,0 3-1 16,0-1 2-16,0 4-1 15,0 0 2-15,0 0-2 16,0 0-1-16,0 0-8 0,0 4 8 16,0 2 0-16,1 3 0 15,1 1 2-15,-1-1-1 16,-1 3 0-16,0-3-1 15,2 2-1-15,1-1-2 16,-1-1 3-16,-1-1-3 16,2 0 4-16,1-2 1 0,0 2 0 15,-1-1 1-15,1-1 0 16,2-1 1-16,-1-1 1 16,0 1 0-16,1-2 0 15,0 2 0-15,1-2-2 16,0 1 0-16,-2-1-1 0,2-2 0 15,-3 1 0-15,1-1 1 16,0-1-1-16,0 0 1 16,1 0 0-16,-3 0 1 15,3 0-1-15,-2 0-11 16,0-1-19-16,-2-1-7 16,0 1 5-16,-2-1 11 0,0 1-7 15</inkml:trace>
  <inkml:trace contextRef="#ctx0" brushRef="#br0" timeOffset="33050.68">12140 4422 25 0,'0'0'15'16,"0"0"1"-16,0 0 1 15,0 0 0-15,0 0 2 16,29-24-3-16,-20 18-2 16,1-1 0-16,3 1-8 15,-2 1-6-15,1 0 1 0,4 2-1 16,0 2 1-16,0-3-7 16,0 1-38-16</inkml:trace>
  <inkml:trace contextRef="#ctx0" brushRef="#br0" timeOffset="35374.75">18735 823 56 0,'0'0'5'0,"0"0"7"16,0 0-10-16,0 0-4 0,0 0-12 15,0 0 0-15,0 0 0 16,0 0 11-16,0 0 6 15,0 0 2-15,0 0 1 16,0 0-4-16,17-16-2 16,-17 15-13-16</inkml:trace>
  <inkml:trace contextRef="#ctx0" brushRef="#br0" timeOffset="37132.21">18735 823 23 0,'7'-27'41'0,"-10"24"-35"16,2 0 0-16,-2 1 2 15,1-1 3-15,0 2 2 16,1-3-4-16,1 4-4 15,0 0-4-15,-2-1 0 0,2 1-1 16,0 0 1-16,-1 0-1 16,1 0 0-16,-2 0 0 15,2 0 0-15,-3-3 0 16,1 3 1-16,-1-3 0 0,0 1 0 16,-2 2-1-16,0-3 0 15,2 1 1-15,-3-1 4 16,1 3 1-16,0-3 4 15,1 0-2-15,-1 1-5 16,-1 2-2-16,1-3-1 16,-2 1 0-16,-1 2 1 0,1 0-2 15,-1-1 4-15,0-1-3 16,1 1 8-16,-1 1-4 16,2-4-3-16,-5 4 0 15,5-3-1-15,-2 3 0 16,0 0 0-16,0-1-1 0,-2 1 2 15,4 0 0-15,0 0-1 16,-2 0 0-16,3 0 0 16,0 0-1-16,2 0 1 15,0 4-1-15,-2-4 1 16,-1 7 0-16,-1-6 0 0,3 4 1 16,-1 0-2-16,-1-2 1 15,2 2 0-15,0 0-1 16,-3 1 1-16,3-1 0 15,-4-1 0-15,0 4 0 0,0-3 0 16,0 3 0-16,1-2 0 16,0 2 0-1,-1 2 1-15,1-2-1 0,1 3-1 16,0-3 1-16,-1 3-1 16,4-2 1-16,-2 1-1 15,2-1 1-15,-2 1-1 0,1-1 1 16,0-1-1-16,0 3 1 15,-1-1-1-15,2 1 1 16,0 0 0-16,-1-1 0 16,3 2-1-16,1-2 0 15,0 3-3-15,0-2 4 16,0-2-1-16,0 4-1 0,0-2 1 16,0-2 1-16,0 4-2 15,1-3 1-15,1 2 0 16,1-1 0-16,0-1-2 15,0 1 3-15,1-1-2 0,0-1 1 16,1-1 1-16,-2 0-1 16,4 0 1-16,-1 0 1 15,-1 0-2-15,1-2 2 16,0 2 0-16,1 0-2 16,-1 1 3-16,1-1-1 0,0 0 0 15,1-1-1-15,-1 2 0 16,-1-2 0-16,-1 0 3 15,1 0-3-15,1-1 0 16,-3 1 0-16,3-1-1 16,-1-1 2-16,2 1-1 15,0 0-1-15,1 1 2 0,1-1 0 16,-1-1 0-16,1 3 0 16,1-2 0-16,-3-1-1 15,-2 0 0-15,4-1-1 16,-2 1 0-16,-2-2 1 0,0 0 6 15,5 2 1-15,-1-2-4 16,1 0-1-16,0 2 0 16,2 0 0-16,-2-2-1 15,2 0-1-15,-4 1 1 16,4-1 0-16,-4 0-1 16,4 0 1-16,-2-1-1 15,2 1 0-15,1 2 0 0,-1-4 0 16,3 2 0-16,0 0 1 15,1-1-1-15,0 1 0 16,-1-3 2-16,2 2-1 0,-4-2-1 16,-1 0 2-16,-1 0-1 15,-2 0-3-15,1 0 6 16,0 0-3-16,-1 0 1 16,2-2-2-16,-1 1 1 15,1-3 0-15,-1 1 0 0,0-1-2 16,0-1 3-16,-2 2-2 15,2-2 2-15,-3-3-1 16,-1 3 0-16,1-3 3 16,-4 2 8-16,1-2-5 15,1 2 2-15,-2-2 2 16,-1 1-6-16,0-2 0 0,0 1 1 16,0 0-5-16,-1-2 1 15,1-1-1-15,0 2-1 16,-1-2 0-16,1 1 0 15,0-1 1-15,0 2-2 16,-1-1 2-16,0 2-2 0,-1 0 1 16,1 2 0-16,-2-2 1 15,0 0-1-15,0 0 1 16,0-1-1-16,0 1-1 16,0-2-1-16,-2 2 3 15,-1-3-1-15,0 3 0 16,0-1 2-16,1 1 1 0,-1-2-3 15,0 1 0-15,0-2 1 16,-1 3 0-16,1-2-1 16,2-1 0-16,-3 2 0 15,3-1 1-15,-2-1-1 0,-1 1 0 16,3 1 0-16,-2-2-1 16,1 3 2-16,-1-2-1 15,0 1 0-15,0 1-2 16,-1 0-2-16,0 0 3 15,2 0 2-15,-3 0-1 16,1 2-2-16,-3 0 3 0,1-1-2 16,-2-1 1-16,-2 3-2 15,3-2 4-15,-1-1-1 16,0 3-1-16,0-1 2 16,1-1 0-16,1 2 0 15,-2 1-1-15,-1-1-2 16,-2-1-3-16,-2 1 1 0,-3 2 1 15,-1 1 1-15,-4 2 0 16,-1 0-6-16,-4 0-12 16,1 3-22-16,-4 2-44 0</inkml:trace>
  <inkml:trace contextRef="#ctx0" brushRef="#br0" timeOffset="41734.71">18419 538 6 0,'0'0'28'16,"0"0"0"-16,0 0-5 16,0 0-17-16,0 0-2 15,0 0 0-15,2 0-4 0,1 0-2 16,-2 0 2-16,4 0 0 15,-2 0 2-15,2 1-2 16,0 1 0-16,-1 0 0 16,1 1 0-16,0 0 0 15,1 0 1-15,-2 0-1 0,0 0-1 16,3 1 1-16,-3-1 1 16,-2-2-2-16,1 1 1 15,-3-2 0-15,0 3 1 16,0-3 5-16,0 0-2 15,0 0-2-15,0 0-2 0,2 0 0 16,-2 0 2-16,0 0-1 16,0 0 3-16,0 0 15 15,1 0 3-15,-1-3-20 16,2 0 1-16,-1-2 2 16,3-1-2-16,-1-1 2 15,3-1 0-15,1 0-1 0,0 1-2 16,3-3-1-16,1 2-1 15,0-1 1-15,-3 1-2 16,2-2 2-16,1 2 0 16,-5-1-1-16,0-2 0 0,2 4 0 15,-1-4 0-15,1 3 0 16,-2-1 0-16,0-1 3 16,2 2 0-16,-1 0 0 15,-1 2 0-15,-1 0 1 16,-2 1-1-16,0 2-1 15,0 0-1-15,-1-1-1 16,-1 3 1-16,-1-1 0 0,2 1 2 16,-2-1 3-16,0 2 0 15,0 0 4-15,0 0-1 16,2 0-6-16,-2 0-2 16,1 0 0-16,1 0-3 0,2 0 1 15,4 5-2-15,0 3-1 16,0-2 4-16,-1 0-1 15,-3-2-12-15,-1 0-20 16,-3-2-46-16</inkml:trace>
  <inkml:trace contextRef="#ctx0" brushRef="#br0" timeOffset="47217.33">18541 3616 75 0,'0'0'17'15,"0"0"6"-15,0 0-4 0,0 0-5 16,0 0-3-16,0 0-5 15,0 0 3-15,0 0 2 16,0 0-7-16,0 0-3 16,0 0-2-16,0 0-1 15,-6-8-1-15,4 8-4 0,1-1 5 16,-1-1 2-16,0 0 1 16,-1-1 0-16,2 0 0 15,-3 1 0-15,4-2 0 16,-1 0 4-16,1 3-1 15,0-2-2-15,0 1-2 0,-2 2-1 16,-1-3-2-16,0 3-2 16,-2-2-2-16,0 1 6 15,2 1 1-15,-2-2 1 16,1-1 0-16,-1 1 0 0,2-2 1 16,-2 1-1-16,-1-1 1 15,-1 0-1-15,1 0-1 16,0 0 0-16,-1 0-1 15,-1 3 1-15,2-2-3 16,-3 0 2-16,1 1-1 16,-4-1-4-16,1 1 1 15,-1 2 5-15,1-3 0 0,-1 3 0 16,1-3 0-16,2 1 2 16,-1 1 3-16,1-2 1 15,-1-1 0-15,2 3 1 16,2-2-6-16,-2 3 0 15,0-2-1-15,2 0 0 0,-4 1 2 16,-1-1-1-16,0 1 1 16,2-1 0-16,-4 2 4 15,3 0-1-15,2 0-2 16,-1 0-1-16,1 0-3 16,2 0 2-16,-2 2-1 0,0 1-1 15,0 3 1-15,-2 1 0 16,-1-1 0-16,-1 2 0 15,-1 1-1-15,0 1 1 16,1-1 0-16,-1-1 0 0,2 2-2 16,0-2 1-16,3 0 1 15,0-2 0-15,1 0 1 16,1 1-1-16,1-1 0 16,-1 0 0-16,0 2 0 15,-1 0 0-15,3 0 0 16,-1 2 0-16,0-1-1 15,2 1 2-15,-2-1-1 0,2 4 0 16,0-2 0-16,0 0 0 16,1 0 0-16,2 0 0 15,0 0 0-15,0 1 0 16,0-1 1-16,0 0-1 0,0 0-1 16,0 0 2-16,0 2-1 15,3-2 0-15,-1 1 0 16,-1 1 0-16,1-2 0 15,1 0 1-15,-1 0-1 16,-1-3-2-16,2 2 2 16,1-2 0-16,-1 1 1 0,0-1-1 15,2 2 1-15,-1-2 0 16,0 1 0-16,0-1-2 16,0 2 1-16,2-2 0 15,-1 1 0-15,-1 1 0 16,1-2 1-16,0 1-1 0,0-1 0 15,-1 0 0-15,3 1 0 16,-1-1 0-16,1 2 0 16,2-1 1-16,-1-1-2 15,1 0 0-15,1 2 1 0,0-2 1 16,1-2 0-16,-2 0 0 16,1 2-2-16,1-3 1 15,0 3 0-15,3-2-1 16,2 1 1-16,0-1 0 15,1 2 0-15,1-2 0 0,-1-1 2 16,-1 1-2-16,1 1 0 16,-2-3 0-16,-1 1 0 15,2 0 1-15,-2-2-1 16,4 4 0-16,-3-3 0 16,3 1 2-16,-1 0-2 0,2-2 1 15,-1 2-1-15,1-4 0 16,-5 2 0-16,0 1 0 15,1-3 0-15,-6-1 1 16,-1 3-1-16,0-3 1 16,0 0 1-16,-5 0 3 15,2 0 0-15,-2 0 1 0,2 0 3 16,0 0-3-16,1 0 1 16,0 0-4-16,2 0-1 15,0 0 3-15,2-3-4 16,-2 2-1-16,1-1 1 0,2 0-1 15,-1 1-1-15,-1-1 2 16,1 2-1-16,1-1 0 16,-3 1 0-16,0 0 1 15,-2 0-1-15,2 0 0 16,-3 0 0-16,3 0 0 16,0-3 1-16,0 3-2 0,3-2 2 15,-2-1-1-15,2 0 0 16,0-1 1-16,2 0-1 15,0-1 1-15,-2 0 1 16,2 0 0-16,-2 1-1 16,0-1 2-16,0 0-3 0,-2 0 1 15,-1 2-1-15,0-2 1 16,-1 2 0-16,0-1-1 16,-2-3 1-16,0 2 2 15,1 1 5-15,-1-4-4 16,0 0-3-16,-2 0 0 0,2 2-1 15,-2-2 0-15,-1 1 1 16,1 1 0-16,-2 1-1 16,1-1 4-16,-2-1 5 15,1 1-3-15,1-2-6 16,-2 0 1-16,2-1 0 0,-2 1 0 16,0-2 4-16,0 1-3 15,0-1 0-15,0-1 2 16,0 2 1-16,0-2 10 15,-2-1-14-15,2 1 0 16,-3-1-1-16,3-1 1 0,-2 0-1 16,-2 1-1-16,2-1 0 15,-1 0 1-15,1 1 1 16,-1-3 0-16,0 1-2 16,0 4 1-16,-2-2 0 15,2 2-1-15,-2-1 1 0,2 3 2 16,0-1-2-16,-1 1 1 15,3 1 0-15,-1 1-1 16,-1 0 0-16,2-1 0 16,-1 1 0-16,2 0 1 15,-3 1-2-15,1 0 1 16,1-1 0-16,1 1 0 0,-2 0 0 16,0 2 0-16,1-2-1 15,-2 1-3-15,1 0 1 16,1 0-3-16,-3 1 0 15,1-2 0-15,0 0 1 0,-2 0 2 16,0 2 0-16,2-2 2 16,-1 1 0-16,-1-1 0 15,-2 2 1-15,3-2 0 16,-3 0 0-16,-1 2 1 16,0-2-1-16,2 0 0 15,-2 2 1-15,2-1 1 0,-2 0-2 16,2 1 3-16,-1 0-1 15,1-2-1-15,0 1-2 16,-4 0 3-16,1 0-5 16,-4-1 3-16,-1-2-2 0,-1 1 4 15,-2 0-2-15,-1-1-1 16,1 1 2-16,-5 0-6 16,-4-1-4-16,1 4 1 15,-4 2-10-15,-5 1-3 16,-3 0-26-16,-1 0-24 0,-2 0-54 15</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4-08-17T06:38:54.367"/>
    </inkml:context>
    <inkml:brush xml:id="br0">
      <inkml:brushProperty name="width" value="0.05292" units="cm"/>
      <inkml:brushProperty name="height" value="0.05292" units="cm"/>
      <inkml:brushProperty name="color" value="#FF0000"/>
    </inkml:brush>
  </inkml:definitions>
  <inkml:trace contextRef="#ctx0" brushRef="#br0">11468 1545 14 0,'0'0'11'16,"0"0"-10"-16,0 0-1 16,0-2 0-16,0 2 0 0,0-1 1 15,0 1 3-15,-2-2 9 16,2 2-6-16,0 0-2 16,0-2-3-16,0 2-1 15,0 0-1-15,0 0-8 16,0 0-7-16,0 0 10 15,0 0 1-15,0 0-3 0,4 0 1 16,0 0 6-16,1 0 1 16,0 0 0-16,0 0 2 15,2 0-7-15,-3 0 5 16,2 0 4-16,0 0-4 16,1-1-2-16,1 1-6 0,-4 0-6 15,4-2 12-15,-1 1 1 16,-3 1 1-16,1-3 1 15,1 1 3-15,2 0 0 16,-3 1-3-16,3-1-1 0,-2 2-1 16,1-1 0-16,1 1 0 15,-4 0 1-15,3 0 1 16,-1 0-1-16,-1 0-1 16,1 0 1-16,1 0 3 15,-1 0 0-15,-1 0 0 0,-1 1-4 16,1 1 0-16,2-1 0 15,-1-1 0-15,0 2 0 16,2-2 0-16,2 0 1 16,-1 0-2-16,2 0 2 15,-1 0 0-15,-1 0-1 16,-2 0-1-16,2 0 2 0,-1 0-2 16,-2 0 1-16,2 0 0 15,2 0 0-15,3 0 0 16,-2 0-1-16,5 0 1 15,-1 0 0-15,3 0 0 0,-1 0 0 16,1 0 0-16,1 0 0 16,0 0 0-16,-2 0 0 15,2 0 0-15,2 0 0 16,-2 0 0-16,2 0 0 16,-4 0 0-16,4 0 0 15,-1 0 0-15,2 0 0 0,-1 0-4 16,1 2 3-16,-1-1 1 15,1 1-1-15,0-2 1 16,-1 3 1-16,0-3-1 16,-1 1-28-16</inkml:trace>
  <inkml:trace contextRef="#ctx0" brushRef="#br0" timeOffset="526.91">13607 1504 0 0,'23'0'2'0,"-1"0"-1"0,-2 0 2 15,4 0-2-15,-2 0-1 16,2 0 0-16,-2 0 0 15,-1 0 0-15,3-2-1 16,-2 2 2-16,0-2-1 0,2 1 2 16,0 1 3-16,1-2-2 15,0 1-3-15,1 1-2 16</inkml:trace>
  <inkml:trace contextRef="#ctx0" brushRef="#br0" timeOffset="691.3">14430 1491 10 0,'32'0'3'0,"1"0"5"0,-2-2-5 16,0 2-3-16,-1 0 1 16,-1 0-3-16,1-1-7 15,0 1-5-15</inkml:trace>
  <inkml:trace contextRef="#ctx0" brushRef="#br0" timeOffset="1685.93">17605 1551 27 0,'32'0'8'16,"0"0"8"-16,0 0-4 15,-1 0-8-15,1 0-2 16,-5 0-4-16,1 0 4 16,-2 0-2-16,-2 0 0 0,-4 0-2 15,2 0 4-15,-3 0-2 16,1 0 1-16,-3 0-1 16,2 0 0-16,-2 0 0 15,4 0-1-15,-4 0 1 16,3 3 0-16,0-3 0 0,-2 4 0 15,1-3 0-15,0 2 0 16,0-3 0-16,-3 2 0 16,1 1 0-16,-3-3 0 15,1 0 1-15,-4 0-1 0,0 0 0 16,0 0 0-16,-2 0 1 16,2 0-1-16,1 0 0 15,-1 2-1-15,1-1 1 16,-1 1 0-16,4 1 0 15,-3-1 1-15,1 1-1 16,-2 1 0-16,0-2 1 0,-1 1 0 16,-2 0-1-16,0-1 0 15,-4 0 0-15,1-1 0 16,-2-1-1-16,2 2 1 16,1 1-1-16,-2-3-8 15,-1 0-17-15</inkml:trace>
  <inkml:trace contextRef="#ctx0" brushRef="#br0" timeOffset="2797.25">11241 3567 51 0,'-6'0'1'0,"1"0"1"0,3 0-2 16,2 0-7-16,0 0-19 15,-3 0 18-15,3 0 6 16,-1 0 3-16,-1 1-1 16,1 3 0-16</inkml:trace>
  <inkml:trace contextRef="#ctx0" brushRef="#br0" timeOffset="4222.42">11224 3461 0 0,'0'0'20'0,"0"0"-14"15,0 0 1-15,0 0-3 0,0 0-2 16,31-31 0-16,-24 27 5 16,-4-1-6-16,3 0 0 15,-1 0 0-15,0 2-1 16,1-1 1-16,0 0-1 15,2 1 0-15,-1-2 0 16,1 4 1-16,0-4-1 0,0 2 0 16,-2 1 0-16,2 1 0 15,0-2 0-15,1 1 0 16,-1 0 0-16,3 1 0 16,-3-1 0-16,3-1-2 15,-1 3-1-15,-1-3-3 0,2 1 5 16,-1-1 0-16,-2 3 0 15,1-1-2-15,1-1-4 16,-2 0 2-16,-2 2 4 16,2-1 1-16,0-1 1 15,2 1 2-15,-3 1 4 16,6-4-4-16,-3 3 0 0,2-2-1 16,1 1 0-16,3-1-1 15,-2 0-1-15,4 1 1 16,-6-1-1-16,6 1 0 15,-4-1 1-15,0 0 0 16,1 1 2-16,-3-1 2 16,4-1 0-16,-2 4 0 0,1-4-1 15,2 3-3-15,-1-2 0 16,0 3-1-16,1-2 0 16,1 0 0-16,-2 2 0 15,1-1 0-15,-1 1 0 0,-2 0-1 16,0 0 1-16,-1 0-4 15,-2 0 1-15,0 0 0 16,0 0 3-16,2 0 1 16,-2 0-2-16,0 0 1 15,2 0 0-15,-2 0 1 0,2 0-1 16,-4 0-1-16,2 0 2 16,-4 0-2-16,2 0 1 15,-2 0 0-15,-1 0-4 16,2 0-1-16,1 0 5 0,-1 0 0 15,3 0 0-15,1 0 0 16,-1 0 0-16,1 0 0 16,-2 0 0-16,3 0 0 15,-1 0 1-15,-2 0-1 16,-1 0 1-16,2 0-1 16,0 0 2-16,-1 0-2 0,1 0 0 15,2 0-3-15,-4 0-9 16,2 0-5-16,0 0 4 15,-3 0 2-15</inkml:trace>
  <inkml:trace contextRef="#ctx0" brushRef="#br0" timeOffset="19256.07">18633 893 51 0,'0'0'11'16,"0"0"4"-16,0 0-4 0,0 0 0 15,0 0 0-15,17-29 8 16,-12 23 0-16,-2 0-12 15,1 1 4-15,-3 0 0 16,1 2-2-16,-2 0-5 16,0 1-3-16,0 1-1 0,0 1 1 15,-3-2-2-15,-2 2-1 16,-2 0-1-16,0 0 2 16,-1 0 6-16,1 0 0 15,1 0-1-15,-4 5-3 16,4 1 0-16,-2 4 0 0,0 1-1 15,0 2-1-15,2-1 1 16,0 3 0-16,-2-3 0 16,1 4 0-16,4-2 1 15,2-1 0-15,1 0 2 16,0 1 0-16,0-1-1 0,3-2-1 16,3 0 1-16,0-2-2 15,1-1 7-15,2-3-7 16,-1 0 5-16,3 0-3 15,2-4 1-15,4 1 1 16,4 1-1-16,1-3-2 0,2 0-24 16,0 0-51-16</inkml:trace>
  <inkml:trace contextRef="#ctx0" brushRef="#br0" timeOffset="19902.71">18766 1207 94 0,'0'0'20'0,"0"0"19"15,0 0-14-15,0 0-13 16,0 0-4-16,0 0-4 0,0 0-2 16,0 0 0-16,22-27 2 15,-14 19-3-15,-1 0 2 16,1-3 1-16,0 2 6 16,-2-2-4-16,2 1-3 0,-2-3-2 15,-1 1 0-15,0-1-1 16,-2-1 0-16,-3-2 0 15,-2 2-1-15,2 1 1 16,0-3 1-16,-1 3 0 16,1 2 2-16,-3 2 2 15,3 1-3-15,-2 1 0 0,2 3-2 16,0 2-1-16,-2 0 1 16,1 2-2-16,-2 0-4 15,-2 0 1-15,0 2 3 16,-1 3-2-16,1 3 3 15,0 1 1-15,2 2-2 0,1-1 2 16,2 1 0-16,0 2 0 16,0-4-1-16,4 2 1 15,0-1 0-15,1-2-1 16,0 1 0-16,-2 1 1 16,2-2 0-16,-2 0 1 0,0 0-1 15,0-4 0-15,1 1 1 16,-1 0 2-16,0 0-2 15,2-2 3-15,-1 0-2 16,1-1 2-16,3 1-1 16,2-3 0-16,4 0 3 15,0 0-15-15,0 0-23 0,-1-2-51 16</inkml:trace>
  <inkml:trace contextRef="#ctx0" brushRef="#br0" timeOffset="20116.32">18782 1066 166 0,'0'0'-4'0,"0"0"51"0,0 0-7 15,0 0-10-15,0 0-18 16,0 0-13-16,38-32 3 15,-3 27 0-15,9 4 1 16,1-4-28-16,1 2-75 0</inkml:trace>
  <inkml:trace contextRef="#ctx0" brushRef="#br0" timeOffset="21553.68">18210 3684 104 0,'0'0'6'15,"0"0"25"-15,0 0-10 16,0 0 0-16,0 0-4 16,1-28-5-16,-1 25-3 0,0 1 1 15,0 0-2-15,0 2-6 16,0 0-3-16,0 0-3 16,0 0-1-16,2 5-3 15,-1 3 7-15,3 2-2 16,-3 1 2-16,2 1 1 0,0 6 0 15,1-1-2-15,-1 2 2 16,2 0 1-16,-2 2 1 16,1-2 3-16,1-2-3 15,0 2 0-15,-2-4-1 0,0-3 1 16,1-1-2-16,-3-1 0 16,1-4-3-16,-2 1 4 15,1-4-3-15,-1 2 3 16,0-4 2-16,0 2-2 15,0-3 1-15,0 0-1 16,0 2 0-16,0-2 1 0,0 0 0 16,0 0 1-16,0 0-1 15,0 0 2-15,0 0-2 16,0 0-14-16,0-3 2 16,2-4 6-16,-1 3 2 15,-1-3 2-15,2-1 4 0,1-1-4 16,0 1 0-16,1-3 0 15,0 1 0-15,-1 1-1 16,4-1-1-16,-1 1 1 16,-1 1 2-16,3 0 0 15,0 3 0-15,1 0-1 0,1 2 0 16,-1 0 0-16,-1 1 0 16,3 2 0-16,-1 0-1 15,-1 0 0-15,2 0 0 16,-3 4 1-16,0 0 1 15,0 1-1-15,-3 2 0 0,1-1-1 16,-2 2 0 0,0 1-3-16,-1 1 7 0,-1 1-5 15,0 0 5-15,-2 0 1 16,0 0-9-16,0 2-16 16,0 0-24-16,0-5-26 0</inkml:trace>
  <inkml:trace contextRef="#ctx0" brushRef="#br0" timeOffset="22202.03">18593 4025 99 0,'0'0'15'16,"0"0"25"-16,0 0-6 15,0 0-13-15,0 0-8 16,0 0 2-16,0 0-9 16,0 0-4-16,0 0 2 0,0 0 0 15,0 0 1-15,0 0 1 16,-3-28 6-16,3 21-6 15,0-1-6-15,0-1 1 16,0 1 0-16,0-3 0 16,0-2 0-16,0-1 1 0,0-4-2 15,2 1-5-15,-2 0-3 16,0-1 3-16,1 1 4 16,1 1 1-16,-2 3 5 15,0 4-5-15,-2 1-2 16,2 0 1-16,0 5 1 0,0-1 1 15,0 3-2-15,0 1-1 16,0 0-6-16,0 0-2 16,0 1 1-16,0 6 7 15,0 2-2-15,2 4 3 16,-2 0 1-16,0 2 1 0,0 0-1 16,0-3 3-16,0 1-1 15,0-3 0-15,3-1 0 16,2 1 1-16,0-2-2 15,3 1 1-15,0-1 0 16,-1 2 1-16,1-3-1 0,0 1 2 16,0 0-2-16,0-3-2 15,-1 0-6-15,-1 0 1 16,0-2-4-16,1 0 0 16,-3-1-8-16,3-2-6 15,-1 0-12-15,-1 0-23 0,-2-2-44 16</inkml:trace>
  <inkml:trace contextRef="#ctx0" brushRef="#br0" timeOffset="22495">18641 3901 70 0,'0'0'30'0,"0"0"0"16,0 0-7-16,0 0-9 16,0 0-6-16,0 0 3 15,0 0 3-15,0 0-12 0,0 0 4 16,38-9-3-16,-19 4-2 15,6 2-1-15,1-2 1 16,-2-1-31-16,1-2-67 16</inkml:trace>
  <inkml:trace contextRef="#ctx0" brushRef="#br0" timeOffset="23879.45">10299 1377 53 0,'0'0'46'0,"0"0"-36"16,0 0 5-16,0 0-6 15,0 0-4-15,2-29-1 16,-4 26-1-16,-1-2 1 0,0 1 0 16,0 0 3-16,-2 1 7 15,2 0 4-15,-2 1-6 16,-1 1-12-16,-1 1-5 16,-2 0 1-16,-2 0 1 15,1 3 1-15,1 3-1 16,-3 1 4-16,1 1-2 0,0 0-8 15,2-1 9-15,-2 3-7 16,1-1 8-16,2 3 1 16,0 0-3-16,2 1 0 15,3 1-1-15,0 1 2 16,1 0 1-16,2 0-2 0,0 1 1 16,2-2 0-16,2 0-2 15,3-1 4-15,1-1 0 16,1 1-1-16,1-2 3 15,1 0-1-15,3 0 3 16,-1-1 0-16,4 1 3 0,-1-1-31 16,0-4-66-16</inkml:trace>
  <inkml:trace contextRef="#ctx0" brushRef="#br0" timeOffset="24406.58">10342 1824 92 0,'0'0'-2'15,"0"0"3"-15,0 0 2 16,0 0-2-16,33-10 0 15,-26 4 2-15,1-2-2 0,-2-3 3 16,0 2 13-16,1-4-2 16,-1 0 0-16,-1 0-9 15,-1-1-4-15,1 0-2 16,0 0 1-16,0-1 0 16,-4 1-1-16,2 0 0 0,-3 1 1 15,0 4 3-15,0-1 10 16,0 4 7-16,0 1-8 15,0 2-13-15,0-2-2 16,0 5 2-16,0 0-2 16,0 0-8-16,0 2 2 0,0 6 1 15,0 1-1-15,2 1 5 16,-2 2-6-16,2 1 3 16,-1 1 1-16,2 1 2 15,1-1 0-15,-1-1 4 0,0-1-1 16,2-2 0-1,-1-2 1-15,3 0 1 0,-3-4 3 16,3 1 1-16,2-3 2 16,1-1 3-16,1-1-2 15,0 0-5-15,0-3-38 16,2-6-42-16</inkml:trace>
  <inkml:trace contextRef="#ctx0" brushRef="#br0" timeOffset="24647.78">10437 1696 52 0,'0'0'19'0,"0"0"0"16,0 0 8-16,0 0-10 15,0 0-3-15,0 0 4 0,0 0 1 16,0 0 0-16,0 0 3 15,0 0 4-15,0-4-14 16,10 1-12-16,1-2 1 16,6 2-1-16,-1-2-38 15,3 1-28-15,-2-3-36 16</inkml:trace>
  <inkml:trace contextRef="#ctx0" brushRef="#br0" timeOffset="24925.35">10634 1692 107 0,'0'0'18'0,"0"0"17"0,0 0 1 15,0 0-14-15,0 0-1 16,28-20-4-16,-21 15-9 16,1 2-7-16,-1 0 0 15,3 1-1-15,1 0 1 0,-1 2-3 16,2 0-29-16,-1 0-24 16,-1 0-40-16</inkml:trace>
  <inkml:trace contextRef="#ctx0" brushRef="#br0" timeOffset="25096.64">10865 1556 239 0,'0'0'22'0,"0"0"2"0,0 0-18 15,0 0-13-15,0 0-1 16,27 46 0-16,-24-14-17 15,-1 3-74-15</inkml:trace>
  <inkml:trace contextRef="#ctx0" brushRef="#br0" timeOffset="26347.04">10596 3337 63 0,'0'0'-2'15,"0"0"11"-15,0 0 4 0,0 0-1 16,0 0 0-16,0 0 2 15,0 0-11-15,0 0-7 16,0 0-2-16,0 0 2 16,0 0 3-16,0 0 3 0,0 0-1 15,6 21 3-15,-1-6 0 16,0 3-2-16,2 1-1 16,0 0 1-16,-1-2 0 15,2 2-1-15,-2-3 0 16,1-3 0-16,-2 0 1 0,-1-5-1 15,-2-1 0-15,1 0 0 16,-1-4 0-16,-1 0 2 16,1-1-2-16,-2-2 1 15,0 0 3-15,0 0 3 16,0 0 11-16,0-5-13 16,0-5-3-16,1-1-1 0,3-1 0 15,0-3-3-15,1 0-5 16,3-3 3-16,0 2 1 15,3 0 1-15,-1 2 1 16,-1 1-1-16,1 4 2 16,-1 1 5-16,1 3 6 0,-1 0 1 15,1 2-5-15,2 3-6 16,-2 0-2-16,-1 8-3 16,2 2 0-16,-1 6-2 15,-2 1 2-15,0 5 4 16,-3 2 1-16,1 6-24 0,-6 0-34 15,0 0-34-15</inkml:trace>
  <inkml:trace contextRef="#ctx0" brushRef="#br0" timeOffset="26814.38">10838 3771 60 0,'0'0'62'0,"0"0"-46"16,0 0-18-16,0 0-2 15,0 0 6-15,0 0-2 16,0 0-2-16,0 0-2 16,0 0 6-16,0 0 1 15,7 8 8-15,-3-16 2 0,4-1-7 16,0-4-2-16,2-1-1 15,-4 1-2-15,2-1 1 16,-2-2-2-16,-2 3-1 16,-1 1-3-16,-2 1 2 15,-1 3 2-15,0 1 1 0,0 3 4 16,0 0-4-16,0 3 6 16,0-1 5-16,0 2-4 15,0 0-17-15,0 3 5 16,0 2 1-16,0 3-1 15,5 2 4-15,-2-2 5 0,4 3 0 16,-1-2-2-16,3 1 2 16,1-2-2-16,-2 0 0 15,1 0 1-15,1-2 0 16,-2-1-1-16,-2-1-3 16,2-2-11-16,-3 0-22 15,0-2-26-15</inkml:trace>
  <inkml:trace contextRef="#ctx0" brushRef="#br0" timeOffset="27025.27">10857 3705 139 0,'0'0'36'0,"0"0"3"16,0 0-22-16,0 0-10 0,0 0-2 15,0 0-1-15,0 0-3 16,0 0 3-16,32-29-2 16,-19 28-1-16,3-2-6 15,-4-1-45-15,1 0-59 16</inkml:trace>
  <inkml:trace contextRef="#ctx0" brushRef="#br0" timeOffset="27295.2">11065 3676 85 0,'0'0'66'0,"0"0"-22"15,0 0-13-15,0 0-19 16,0 0-10-16,0 0-1 16,0 0-1-16,30-27 0 15,-19 24-12-15,2-2-15 16,-3 2-20-16,1-2-7 0,-2 4-18 16</inkml:trace>
  <inkml:trace contextRef="#ctx0" brushRef="#br0" timeOffset="27494.1">11198 3561 46 0,'0'0'132'16,"0"0"-92"-16,0 0-19 15,0 0-13-15,0 0-5 0,0 0-5 16,0 0 4-16,11 33-1 15,-6-11 2-15,-2 8 5 16,-1 2-33-16,-2 3-70 16</inkml:trace>
  <inkml:trace contextRef="#ctx0" brushRef="#br0" timeOffset="31441.1">11810 4292 54 0,'0'0'15'0,"0"0"13"0,0-2 4 16,0 2-2-16,0 0-9 16,0 0-9-16,0 0-9 15,0 0-3-15,4 0-2 16,2 0 2-16,4 0 0 15,-1 0 0-15,2 3-1 0,3 2-1 16,1 3-1-16,-1 0 2 16,-1 1 0-16,2 1-1 15,0-1 3-15,-3-2-1 16,3 1 1-16,-3-2 1 16,1-1-1-16,-2-2-10 0,-1-1-47 15,-2-2-6-15</inkml:trace>
  <inkml:trace contextRef="#ctx0" brushRef="#br0" timeOffset="31725.5">12001 4285 51 0,'0'0'10'0,"0"0"7"0,0 0 0 15,0 0-1-15,-29-16-2 16,24 16-1-16,2-1 1 16,0 1 4-16,0 0-8 15,0 1-8-15,0 7-8 0,-2 3 5 16,0 4-1-16,-3 1 2 16,0 3 0-16,0 1-1 15,-1 1 2-15,-2-1 1 16,-2 1-1-16,2 0 0 15,0-4-28-15,1-3-46 0</inkml:trace>
  <inkml:trace contextRef="#ctx0" brushRef="#br0" timeOffset="32559.32">12115 4517 20 0,'0'0'13'0,"0"0"-7"16,0 0 5-16,0 0-1 16,0 0-3-16,0 0-3 15,0 0 0-15,0 0 0 0,0 0 4 16,0 0 5-16,0 9 17 15,2-9 5-15,-2 0-20 16,0-4-13-16,1-1-1 16,-1-2 1-16,3-2-2 0,-1 1 0 15,-1-3 2-15,1 0-1 16,0-2-1-16,-1 0 1 16,1 1-1-16,-2-4 1 15,1 3-1-15,1 1 1 16,1-1-1-16,-1-1-1 15,-1 2 0-15,1 3-2 0,0 1 0 16,-2 2 3-16,0 3-1 16,0-1 2-16,0 4-1 15,0 0 2-15,0 0-2 16,0 0-1-16,0 0-8 0,0 4 8 16,0 2 0-16,1 3 0 15,1 1 2-15,-1-1-1 16,-1 3 0-16,0-3-1 15,2 2-1-15,1-1-2 16,-1-1 3-16,-1-1-3 16,2 0 4-16,1-2 1 0,0 2 0 15,-1-1 1-15,1-1 0 16,2-1 1-16,-1-1 1 16,0 1 0-16,1-2 0 15,0 2 0-15,1-2-2 16,0 1 0-16,-2-1-1 0,2-2 0 15,-3 1 0-15,1-1 1 16,0-1-1-16,0 0 1 16,1 0 0-16,-3 0 1 15,3 0-1-15,-2 0-11 16,0-1-19-16,-2-1-7 16,0 1 5-16,-2-1 11 0,0 1-7 15</inkml:trace>
  <inkml:trace contextRef="#ctx0" brushRef="#br0" timeOffset="33050.68">12140 4422 25 0,'0'0'15'16,"0"0"1"-16,0 0 1 15,0 0 0-15,0 0 2 16,29-24-3-16,-20 18-2 16,1-1 0-16,3 1-8 15,-2 1-6-15,1 0 1 0,4 2-1 16,0 2 1-16,0-3-7 16,0 1-38-16</inkml:trace>
  <inkml:trace contextRef="#ctx0" brushRef="#br0" timeOffset="35374.75">18735 823 56 0,'0'0'5'0,"0"0"7"16,0 0-10-16,0 0-4 0,0 0-12 15,0 0 0-15,0 0 0 16,0 0 11-16,0 0 6 15,0 0 2-15,0 0 1 16,0 0-4-16,17-16-2 16,-17 15-13-16</inkml:trace>
  <inkml:trace contextRef="#ctx0" brushRef="#br0" timeOffset="37132.21">18735 823 23 0,'7'-27'41'0,"-10"24"-35"16,2 0 0-16,-2 1 2 15,1-1 3-15,0 2 2 16,1-3-4-16,1 4-4 15,0 0-4-15,-2-1 0 0,2 1-1 16,0 0 1-16,-1 0-1 16,1 0 0-16,-2 0 0 15,2 0 0-15,-3-3 0 16,1 3 1-16,-1-3 0 0,0 1 0 16,-2 2-1-16,0-3 0 15,2 1 1-15,-3-1 4 16,1 3 1-16,0-3 4 15,1 0-2-15,-1 1-5 16,-1 2-2-16,1-3-1 16,-2 1 0-16,-1 2 1 0,1 0-2 15,-1-1 4-15,0-1-3 16,1 1 8-16,-1 1-4 16,2-4-3-16,-5 4 0 15,5-3-1-15,-2 3 0 16,0 0 0-16,0-1-1 0,-2 1 2 15,4 0 0-15,0 0-1 16,-2 0 0-16,3 0 0 16,0 0-1-16,2 0 1 15,0 4-1-15,-2-4 1 16,-1 7 0-16,-1-6 0 0,3 4 1 16,-1 0-2-16,-1-2 1 15,2 2 0-15,0 0-1 16,-3 1 1-16,3-1 0 15,-4-1 0-15,0 4 0 0,0-3 0 16,0 3 0-16,1-2 0 16,0 2 0-1,-1 2 1-15,1-2-1 0,1 3-1 16,0-3 1-16,-1 3-1 16,4-2 1-16,-2 1-1 15,2-1 1-15,-2 1-1 0,1-1 1 16,0-1-1-16,0 3 1 15,-1-1-1-15,2 1 1 16,0 0 0-16,-1-1 0 16,3 2-1-16,1-2 0 15,0 3-3-15,0-2 4 16,0-2-1-16,0 4-1 0,0-2 1 16,0-2 1-16,0 4-2 15,1-3 1-15,1 2 0 16,1-1 0-16,0-1-2 15,0 1 3-15,1-1-2 0,0-1 1 16,1-1 1-16,-2 0-1 16,4 0 1-16,-1 0 1 15,-1 0-2-15,1-2 2 16,0 2 0-16,1 0-2 16,-1 1 3-16,1-1-1 0,0 0 0 15,1-1-1-15,-1 2 0 16,-1-2 0-16,-1 0 3 15,1 0-3-15,1-1 0 16,-3 1 0-16,3-1-1 16,-1-1 2-16,2 1-1 15,0 0-1-15,1 1 2 0,1-1 0 16,-1-1 0-16,1 3 0 16,1-2 0-16,-3-1-1 15,-2 0 0-15,4-1-1 16,-2 1 0-16,-2-2 1 0,0 0 6 15,5 2 1-15,-1-2-4 16,1 0-1-16,0 2 0 16,2 0 0-16,-2-2-1 15,2 0-1-15,-4 1 1 16,4-1 0-16,-4 0-1 16,4 0 1-16,-2-1-1 15,2 1 0-15,1 2 0 0,-1-4 0 16,3 2 0-16,0 0 1 15,1-1-1-15,0 1 0 16,-1-3 2-16,2 2-1 0,-4-2-1 16,-1 0 2-16,-1 0-1 15,-2 0-3-15,1 0 6 16,0 0-3-16,-1 0 1 16,2-2-2-16,-1 1 1 15,1-3 0-15,-1 1 0 0,0-1-2 16,0-1 3-16,-2 2-2 15,2-2 2-15,-3-3-1 16,-1 3 0-16,1-3 3 16,-4 2 8-16,1-2-5 15,1 2 2-15,-2-2 2 16,-1 1-6-16,0-2 0 0,0 1 1 16,0 0-5-16,-1-2 1 15,1-1-1-15,0 2-1 16,-1-2 0-16,1 1 0 15,0-1 1-15,0 2-2 16,-1-1 2-16,0 2-2 0,-1 0 1 16,1 2 0-16,-2-2 1 15,0 0-1-15,0 0 1 16,0-1-1-16,0 1-1 16,0-2-1-16,-2 2 3 15,-1-3-1-15,0 3 0 16,0-1 2-16,1 1 1 0,-1-2-3 15,0 1 0-15,0-2 1 16,-1 3 0-16,1-2-1 16,2-1 0-16,-3 2 0 15,3-1 1-15,-2-1-1 0,-1 1 0 16,3 1 0-16,-2-2-1 16,1 3 2-16,-1-2-1 15,0 1 0-15,0 1-2 16,-1 0-2-16,0 0 3 15,2 0 2-15,-3 0-1 16,1 2-2-16,-3 0 3 0,1-1-2 16,-2-1 1-16,-2 3-2 15,3-2 4-15,-1-1-1 16,0 3-1-16,0-1 2 16,1-1 0-16,1 2 0 15,-2 1-1-15,-1-1-2 16,-2-1-3-16,-2 1 1 0,-3 2 1 15,-1 1 1-15,-4 2 0 16,-1 0-6-16,-4 0-12 16,1 3-22-16,-4 2-44 0</inkml:trace>
  <inkml:trace contextRef="#ctx0" brushRef="#br0" timeOffset="41734.71">18419 538 6 0,'0'0'28'16,"0"0"0"-16,0 0-5 16,0 0-17-16,0 0-2 15,0 0 0-15,2 0-4 0,1 0-2 16,-2 0 2-16,4 0 0 15,-2 0 2-15,2 1-2 16,0 1 0-16,-1 0 0 16,1 1 0-16,0 0 0 15,1 0 1-15,-2 0-1 0,0 0-1 16,3 1 1-16,-3-1 1 16,-2-2-2-16,1 1 1 15,-3-2 0-15,0 3 1 16,0-3 5-16,0 0-2 15,0 0-2-15,0 0-2 0,2 0 0 16,-2 0 2-16,0 0-1 16,0 0 3-16,0 0 15 15,1 0 3-15,-1-3-20 16,2 0 1-16,-1-2 2 16,3-1-2-16,-1-1 2 15,3-1 0-15,1 0-1 0,0 1-2 16,3-3-1-16,1 2-1 15,0-1 1-15,-3 1-2 16,2-2 2-16,1 2 0 16,-5-1-1-16,0-2 0 0,2 4 0 15,-1-4 0-15,1 3 0 16,-2-1 0-16,0-1 3 16,2 2 0-16,-1 0 0 15,-1 2 0-15,-1 0 1 16,-2 1-1-16,0 2-1 15,0 0-1-15,-1-1-1 16,-1 3 1-16,-1-1 0 0,2 1 2 16,-2-1 3-16,0 2 0 15,0 0 4-15,0 0-1 16,2 0-6-16,-2 0-2 16,1 0 0-16,1 0-3 0,2 0 1 15,4 5-2-15,0 3-1 16,0-2 4-16,-1 0-1 15,-3-2-12-15,-1 0-20 16,-3-2-46-16</inkml:trace>
  <inkml:trace contextRef="#ctx0" brushRef="#br0" timeOffset="47217.33">18541 3616 75 0,'0'0'17'15,"0"0"6"-15,0 0-4 0,0 0-5 16,0 0-3-16,0 0-5 15,0 0 3-15,0 0 2 16,0 0-7-16,0 0-3 16,0 0-2-16,0 0-1 15,-6-8-1-15,4 8-4 0,1-1 5 16,-1-1 2-16,0 0 1 16,-1-1 0-16,2 0 0 15,-3 1 0-15,4-2 0 16,-1 0 4-16,1 3-1 15,0-2-2-15,0 1-2 0,-2 2-1 16,-1-3-2-16,0 3-2 16,-2-2-2-16,0 1 6 15,2 1 1-15,-2-2 1 16,1-1 0-16,-1 1 0 0,2-2 1 16,-2 1-1-16,-1-1 1 15,-1 0-1-15,1 0-1 16,0 0 0-16,-1 0-1 15,-1 3 1-15,2-2-3 16,-3 0 2-16,1 1-1 16,-4-1-4-16,1 1 1 15,-1 2 5-15,1-3 0 0,-1 3 0 16,1-3 0-16,2 1 2 16,-1 1 3-16,1-2 1 15,-1-1 0-15,2 3 1 16,2-2-6-16,-2 3 0 15,0-2-1-15,2 0 0 0,-4 1 2 16,-1-1-1-16,0 1 1 16,2-1 0-16,-4 2 4 15,3 0-1-15,2 0-2 16,-1 0-1-16,1 0-3 16,2 0 2-16,-2 2-1 0,0 1-1 15,0 3 1-15,-2 1 0 16,-1-1 0-16,-1 2 0 15,-1 1-1-15,0 1 1 16,1-1 0-16,-1-1 0 0,2 2-2 16,0-2 1-16,3 0 1 15,0-2 0-15,1 0 1 16,1 1-1-16,1-1 0 16,-1 0 0-16,0 2 0 15,-1 0 0-15,3 0 0 16,-1 2 0-16,0-1-1 15,2 1 2-15,-2-1-1 0,2 4 0 16,0-2 0-16,0 0 0 16,1 0 0-16,2 0 0 15,0 0 0-15,0 1 0 16,0-1 1-16,0 0-1 0,0 0-1 16,0 0 2-16,0 2-1 15,3-2 0-15,-1 1 0 16,-1 1 0-16,1-2 0 15,1 0 1-15,-1 0-1 16,-1-3-2-16,2 2 2 16,1-2 0-16,-1 1 1 0,0-1-1 15,2 2 1-15,-1-2 0 16,0 1 0-16,0-1-2 16,0 2 1-16,2-2 0 15,-1 1 0-15,-1 1 0 16,1-2 1-16,0 1-1 0,0-1 0 15,-1 0 0-15,3 1 0 16,-1-1 0-16,1 2 0 16,2-1 1-16,-1-1-2 15,1 0 0-15,1 2 1 0,0-2 1 16,1-2 0-16,-2 0 0 16,1 2-2-16,1-3 1 15,0 3 0-15,3-2-1 16,2 1 1-16,0-1 0 15,1 2 0-15,1-2 0 0,-1-1 2 16,-1 1-2-16,1 1 0 16,-2-3 0-16,-1 1 0 15,2 0 1-15,-2-2-1 16,4 4 0-16,-3-3 0 16,3 1 2-16,-1 0-2 0,2-2 1 15,-1 2-1-15,1-4 0 16,-5 2 0-16,0 1 0 15,1-3 0-15,-6-1 1 16,-1 3-1-16,0-3 1 16,0 0 1-16,-5 0 3 15,2 0 0-15,-2 0 1 0,2 0 3 16,0 0-3-16,1 0 1 16,0 0-4-16,2 0-1 15,0 0 3-15,2-3-4 16,-2 2-1-16,1-1 1 0,2 0-1 15,-1 1-1-15,-1-1 2 16,1 2-1-16,1-1 0 16,-3 1 0-16,0 0 1 15,-2 0-1-15,2 0 0 16,-3 0 0-16,3 0 0 16,0-3 1-16,0 3-2 0,3-2 2 15,-2-1-1-15,2 0 0 16,0-1 1-16,2 0-1 15,0-1 1-15,-2 0 1 16,2 0 0-16,-2 1-1 16,0-1 2-16,0 0-3 0,-2 0 1 15,-1 2-1-15,0-2 1 16,-1 2 0-16,0-1-1 16,-2-3 1-16,0 2 2 15,1 1 5-15,-1-4-4 16,0 0-3-16,-2 0 0 0,2 2-1 15,-2-2 0-15,-1 1 1 16,1 1 0-16,-2 1-1 16,1-1 4-16,-2-1 5 15,1 1-3-15,1-2-6 16,-2 0 1-16,2-1 0 0,-2 1 0 16,0-2 4-16,0 1-3 15,0-1 0-15,0-1 2 16,0 2 1-16,0-2 10 15,-2-1-14-15,2 1 0 16,-3-1-1-16,3-1 1 0,-2 0-1 16,-2 1-1-16,2-1 0 15,-1 0 1-15,1 1 1 16,-1-3 0-16,0 1-2 16,0 4 1-16,-2-2 0 15,2 2-1-15,-2-1 1 0,2 3 2 16,0-1-2-16,-1 1 1 15,3 1 0-15,-1 1-1 16,-1 0 0-16,2-1 0 16,-1 1 0-16,2 0 1 15,-3 1-2-15,1 0 1 16,1-1 0-16,1 1 0 0,-2 0 0 16,0 2 0-16,1-2-1 15,-2 1-3-15,1 0 1 16,1 0-3-16,-3 1 0 15,1-2 0-15,0 0 1 0,-2 0 2 16,0 2 0-16,2-2 2 16,-1 1 0-16,-1-1 0 15,-2 2 1-15,3-2 0 16,-3 0 0-16,-1 2 1 16,0-2-1-16,2 0 0 15,-2 2 1-15,2-1 1 0,-2 0-2 16,2 1 3-16,-1 0-1 15,1-2-1-15,0 1-2 16,-4 0 3-16,1 0-5 16,-4-1 3-16,-1-2-2 0,-1 1 4 15,-2 0-2-15,-1-1-1 16,1 1 2-16,-5 0-6 16,-4-1-4-16,1 4 1 15,-4 2-10-15,-5 1-3 16,-3 0-26-16,-1 0-24 0,-2 0-54 15</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58:47.627"/>
    </inkml:context>
    <inkml:brush xml:id="br0">
      <inkml:brushProperty name="width" value="0.05292" units="cm"/>
      <inkml:brushProperty name="height" value="0.05292" units="cm"/>
      <inkml:brushProperty name="color" value="#FF0000"/>
    </inkml:brush>
  </inkml:definitions>
  <inkml:trace contextRef="#ctx0" brushRef="#br0">5080 14795 67 0,'1'0'25'0,"3"0"-23"0,-2 0 0 0,5-1 1 0,-2-3-2 16,3 3 0-16,1-2 0 16,3 1-1-16,1 1 1 0,-2 1-1 15,5-1 0-15,2 0 1 16,-1 1-1-16,4 0 0 15,-2 0 0-15,4-1 0 16,-1 0 0-16,4-1-1 16,0 1 2-16,0-2-1 0,3 0 0 15,-2-1 2-15,2 3-2 16,-1 0 0-16,3 0 0 16,0 0 0-16,0 1 0 15,-2 0 0-15,3 0 0 16,-1 0 0-16,2 0 0 0,1 0 0 15,1 0 0-15,4 0 0 16,-1 0 1-16,2 0-1 16,-2 0 0-16,2-2 1 15,-2-1-1-15,0 0 0 16,-3-1 0-16,1 1 1 0,3 1-2 16,1-1 1-16,0 0 0 15,1 2 1-15,-1-1-1 16,2 2-1-16,-1 0 2 15,1 0-1-15,0 0 0 16,1 0 0-16,-3 7 0 0,2-2 0 16,1 1 0-16,-1-2 0 15,-1 0 0-15,1 0 0 16,2-1 0-16,0-1 1 16,2 0-2-16,1-2 1 15,2 3 1-15,-2-2-2 0,0 1 2 16,2 0-1-16,-1 0 0 15,0 1 0-15,4 1 0 16,-3 1 0-16,2 0-1 16,-1-1 2-16,-1-1-1 15,2 0-1-15,-1 0 0 0,1 0 2 16,3-1-1-16,2 1 1 16,-1 2-1-16,1 0 0 15,2 1 0-15,-2 1 1 16,0 0-1-16,0 2 1 15,2-1 0-15,-1 1 0 0,4 0 0 16,1-4 0-16,4-1 0 16,3-1 1-16,-2-3-2 15,2 0 0-15,-2 0 0 16,-1 0 1-16,-2 2-1 16,-1-1 0-16,-3 0 0 15,3 2 1-15,-3 1 0 0,5 0 5 16,-2 2 1-16,6 0-5 15,4 1 0-15,1-1-1 16,4-3-1-16,-2-1 1 16,2-2 0-16,-1-1 1 15,0-9-2-15,0-1 1 0,-4 1 0 16,0 1-1-16,-1-1 0 16,0 4 0-16,0 0 1 15,-1 1-1-15,1 0 1 16,2 0 0-16,1 0 1 0,2-1 1 15,-1-1 3-15,4-1 1 16,0 0-1-16,3 1-1 16,0 1-3-16,1 1 1 15,0 1 0-15,5-1 2 16,0 1 0-16,-3-1 0 16,5 0-1-16,-4 1 0 0,4-1-1 15,-5 0-1-15,1 0 0 16,2 0 0-16,-3 3-1 15,3 0 1-15,-3-1-2 16,2 0 0-16,1 1 1 16,-4-2-1-16,0 1 3 0,-3 1 4 15,-1 0 2-15,2 0 5 16,-1 2-2-16,-1 0-3 16,2 0-2-16,-1 4-2 15,1 5 0-15,-4 2-1 16,-2 3-2-16,0 0 0 0,-4 2-1 15,-2-2 1-15,1 0-1 16,0-3 2-16,-1-2 2 16,2-2 3-16,2-3-4 15,-1-4 2-15,0 0 1 16,3 0-1-16,2-7 0 0,-3-4-2 16,4-6-2-16,-4-2-1 15,1-2-1-15,0-6 2 16,-2 4-1-16,-4-4-1 15,-3 0 1-15,-1 2 1 16,-3-2 1-16,-3 1 3 0,-4 2 0 16,1 1-4-16,0-1 0 15,-4 2-1-15,0-3-2 16,-3 3 2-16,-2-2-1 16,-3-1 1-16,0 0-1 15,-4-2 0-15,-1-3 0 0,-5 0 0 16,-3 0-1-16,-6 2 1 15,-9 4-1-15,-3 2 1 16,-6 5-1-16,-7 2 1 16,-2 1 0-16,0 2-2 15,-10-2-1-15,-2 0-3 16,-3-2 6-16,-2 2 2 0,-5-2 6 16,-2-1-11-16,-3 0-8 15,-3 3 20-15,-1-3-4 16,-2 4-10-16,-1 0 8 15,1-1 1-15,-2 3-1 16,-1 1 1-16,-3 0-3 0,-1 1 0 16,-4 1 0-16,-3 1-4 15,-1 1 6-15,-4 1-4 16,0 3-4-16,-2-1 6 16,-1 3-12-16,-1 0 2 15,-1 0 7-15,0 0-2 0,-2 3-2 16,-3 0 0-16,-1 1 7 15,-2 2-3-15,-6 1-4 16,-1-1 8-16,-3 3-5 16,-5 0 4-16,-1-2-2 0,-4 2 1 15,-1-1-1-15,-6-1 2 16,1 3-1-16,-3-1 0 16,0-1 1-16,-2 2-1 15,-4 0 2-15,4 0-2 16,-5 3 1-16,0-2-1 15,-1 0 1-15,-6 1-2 0,-1-1 2 16,-3 1-2-16,-6-1 2 16,-1 1-2-16,-2 0 2 15,-2 1-1-15,0 0-1 16,0 1 2-16,0-1-2 16,2-2 0-16,2 0-1 15,-2-3 0-15,0-3-4 0,-2-5-5 16,1 0 9-16,-1-1 2 15,4-10 1-15,0-5 1 16,3 0 4-16,3-2 2 16,3 1-5-16,5 0-2 0,0 2 1 15,4 1-4-15,5 3 5 16,4 0-3-16,-1 0 0 16,3 2 0-16,-1 0 0 15,1 2 0-15,-4 1 0 16,-2 5 0-16,0-2 0 0,-2 3 0 15,1-1 0-15,5-2 0 16,-1-3 0-16,8-1 0 16,2-4 0-16,2-1 1 15,6-2-1-15,-1 1 0 16,4 1 1-16,1 3-1 0,-3 0 1 16,0 3-2-16,-1 3 1 15,-2 1 0-15,-4 2 0 16,-3 0 0-16,1 0 0 15,-2 0-1-15,3 4-1 16,-5 3 3-16,4-2-1 16,2 0 1-16,3-3-2 0,-3 2 2 15,2 0-2-15,0 1 1 16,-2 0 0-16,-1 4 0 16,-1 0 0-16,-4 2 0 15,5 0 0-15,-1-1-3 16,4 3 2-16,1-2-2 0,0-1 0 15,6-3 0-15,3 4 2 16,-1-3 1-16,1 0-1 16,0-1-3-16,0 0 1 15,-1-1-5-15,-3-1 8 16,1 0-2-16,-2-1 0 0,1-4 1 16,2 3 0-16,0-3 0 15,3 2 1-15,3 0-1 16,2 1 0-16,3 2 1 15,1 2-2-15,6 0 2 16,2 1-2-16,4 5 1 16,4-2-1-16,3 1 0 0,2 2 0 15,2 0 1-15,3 3 2 16,3-1-1-16,2 1-1 16,5 0-1-16,3-3 3 15,2 2-2-15,3-1 2 0,3-2-2 16,2 2 0-16,5-1 1 15,-1 1 0-15,3 0-1 16,0 3 1-16,1 0 0 16,2 1 0-16,0-1-1 15,0 2 2-15,0 0-1 0,0 0-1 16,2 1 1-16,2 3 0 16,2 2 0-16,0 3 0 15,1 3 0-15,5-2 0 16,-2 2 0-16,4-2-1 15,4-3 1-15,4-3-2 0,5-4 1 16,4-4-1-16,9-5 0 16,9-4 1-16,10-7 2 15,17 0-1-15,18-14 8 16,17-10-6-16,21-6-2 16,16-5-30-16,9-9-58 15</inkml:trace>
  <inkml:trace contextRef="#ctx0" brushRef="#br0" timeOffset="12344.16">3246 14816 198 0,'0'0'-18'0,"0"0"33"0,0 0 0 0,0 0 2 15,-37-16-7-15,27 10-2 0,1 2 1 16,-3 0-1-16,-1 0-5 15,2 1-1-15,-3 1-2 16,1 1 0-16,-3 1 0 16,3 0 0-16,-3 0-2 15,1 1 1-15,-1 8-4 0,1 1 3 16,-1 4 2-16,-2 2-1 16,2 5 1-16,3 3-2 15,1 3 2-15,0 4-3 16,5 3-3-16,-1 3 1 15,6-1 2-15,-2-1 2 16,4 1 2-16,0-3-2 0,0-1 2 16,2-2-1-16,8 1-1 15,-2-2 2-15,5 2-1 16,1-3 0-16,2-1 0 16,4 0-1-16,0-3 1 15,0-1 0-15,1-3-1 0,5-3-2 16,1-3 0-16,2-1-3 15,0-3 1-15,3 0 1 16,1-3 2-16,1 0 3 16,-1-1-1-16,-1 1 0 15,1-1 1-15,0-1 0 16,3 0 0-16,0-2 0 0,5-1 1 16,2 1 2-16,2-3-1 15,4 0-1-15,-1 3-1 16,0-2 1-16,2 2-2 15,-1 2 0-15,2 0 0 0,-1-1 0 16,-2 2 0-16,4 0 0 16,-2-1 0-16,-2 1 0 15,2-2 0-15,-1-1 0 16,2 1 0-16,-1-1 1 16,-1-2-1-16,0 3 0 0,-2-2 0 15,2-2 0-15,-3 0 2 16,4 1 0-16,-2-1 0 15,2 0 0-15,0 0 0 16,0 0-1-16,2 0 0 16,-2 0-1-16,0 0 0 0,2 0 1 15,0-1-1-15,-3-1 2 16,2 0-2-16,-1-1 0 16,-4 2 0-16,2-1 0 15,0 0 0-15,2-1 1 16,-1 0-1-16,2 0 0 0,1-1 0 15,-3 0 0-15,2 1 0 16,-2 1 0-16,-2 1 1 16,2 1-1-16,-2 0 0 15,0 0 0-15,0 0 0 16,0 0 0-16,-2 2 0 0,2 0 0 16,0 2 0-16,2-1 1 15,-1 0-1-15,0 0 0 16,-1 0-1-16,-3 1 2 15,2 0-1-15,-2-1 0 16,0 2 0-16,4-3 0 0,-2 1 0 16,4 0 1-16,-1-3-1 15,0 1 0-15,2-1 1 16,1 0 0-16,-1 2-1 16,-2 2-1-16,3-1 1 15,-3 1 0-15,0 2 1 16,2-2-1-16,-1-1 0 0,4 0 0 15,-3-2 1-15,3 2-2 16,1-2 2-16,-1-1-1 16,-1 2 0-16,3-1 0 15,0-1 0-15,-2 3 1 16,2 0-1-16,-3-2 0 0,3 2 0 16,1-1 0-16,-1-2 1 15,4 1-1-15,-2-1 1 16,0 0-1-16,-2 0 1 15,2 0-1-15,0 0 0 16,0 0 0-16,2 0 0 0,-1 0 0 16,1-1 0-16,1 1 0 15,1-2 0-15,-2 2 0 16,-3 0 0-16,3 0 0 16,-1 0 0-16,-3 0 1 15,3 0-2-15,3 0 2 16,-1 2-1-16,3-2 2 0,1 0-2 15,-2 0 1-15,4 0-1 16,-2 0 2-16,2 0-2 16,-4 0 0-16,3-2 0 15,-3 0 0-15,2 1 0 16,-1 0 0-16,-1 0 0 0,1 1 0 16,2-2 0-16,-3 2 0 15,2 0 0-15,1 0 0 16,-1 0 0-16,-2 0 1 15,2 0-2-15,-1-3 1 0,-1 3 1 16,3-1-1-16,0-1 0 16,-1 1 0-16,1 0 0 15,0-1 0-15,1-1 0 16,1 1 0-16,-3 0 1 16,3-1-1-16,-1 2 0 15,2-1 0-15,0-2 0 0,3 1 0 16,1-1 0-16,0 0 0 15,4 2 0-15,-5 1 0 16,4-1 0-16,-3 0 1 16,-1 2-1-16,2 0-1 0,-1 0 2 15,0 0-1-15,4 0 0 16,2 0-1-16,1 0 1 16,1 0 0-16,-1 0 1 15,3 0-1-15,0-2 0 16,0 2 0-16,0 0 0 15,1-2-1-15,3 1 1 0,0-1 0 16,-3 2 0-16,2-2 1 16,-1 2-1-16,2 0 0 15,-3 0 0-15,-1 0 0 16,3 0 0-16,1 0 0 16,2 0 0-16,-4 0 1 15,4 0-2-15,0 0 1 0,3 0 0 16,-2 0 0-16,2 0 1 15,3 0-2-15,1 0 1 16,-2 0 0-16,0-3 1 16,3 2-1-16,1-1 0 15,-2 0 0-15,0-1 0 0,0 1-1 16,2 1 2-16,-7-2-1 16,0 1 0-16,2 0 3 15,-3-1-2-15,-1 0 5 16,1 0-1-16,3 1 1 15,1 0-4-15,-2-1 0 0,-2 2-1 16,3-1-1-16,-1 1 0 16,-5 0 0-16,-1 1 0 15,-2 0 0-15,1 0 0 16,-4 0 0-16,-3 0 0 0,0 0 0 16,0 0 0-16,1 0 0 15,2 1 0-15,2 0 0 16,1-1 1-16,1 0-2 15,1 2 1-15,-3-2 0 16,0 0 1-16,-5 1-1 0,1-1 0 16,-4 1 0-16,0 0 0 15,0 0-1-15,-1-1 2 16,-2 0-1-16,1 0 0 16,-1 0 0-16,-1 0 2 15,-2-1-2-15,0-1 0 16,-1-1 0-16,-3 2 0 15,1-1 0-15,-1 0 0 0,0-1-2 16,-5-1 4-16,0-1-4 16,-1 1 2-16,-5-3 2 15,-2 0-2-15,-2 0 0 16,-2-2 0-16,-4 2 0 0,-2-3 0 16,1-1 0-16,-5-4 0 15,-4 1 1-15,1-4-2 16,-4-1 2-16,-4 1 0 15,-2-3 2-15,-8 2-1 16,-1-2 1-16,-4 1 3 0,-1 0 2 16,-5 0 1-16,-2 0-4 15,-1 0-2-15,-1 2-2 16,-2-3-1-16,0 1-2 16,0 0-1-16,-9 0-1 15,-1 2-3-15,-4-1 1 16,-1 1 2-16,-2-1 10 0,-3 1-6 15,-1 0 1-15,-4 0-1 16,0 0 1-16,-3 2-1 16,-1-1 1-16,-1 0 0 15,-2 3 0-15,-2 1-2 16,0 2 2-16,-3 2-1 0,0 2 0 16,-5 3 1-16,0 1-2 15,-4 2 0-15,-1 1 1 16,-5 0-1-16,0 0 0 15,-2 0-1-15,-2 1 1 0,1 3 0 16,0 1 1-16,0-1 0 16,0 0-1-16,-1 0-3 15,-1-1 2-15,0 1 1 16,-3 1 0-16,-1-2 1 16,1-1-2-16,-5-1 2 15,0 0-1-15,0 0 1 0,1 1 0 16,-1-2 1-16,0 1-1 15,3 0 0-15,-4-1 0 16,1 0 0-16,-3 0 0 16,1 0 0-16,-3 0 0 0,-2 0 1 15,-1 0-2-15,2 0 2 16,-3 0 0-16,5 0-2 16,-2 0 2-16,2 0-1 15,0-1-1-15,1 0 1 16,-1 1-1-16,-1-2 1 0,-2 1 0 15,1 0 1-15,0 1-1 16,0 0 0-16,0 0 1 16,0 0-1-16,1 0 0 15,-1 0 0-15,2 0 0 16,2 0 0-16,-2 0 0 0,1 0 0 16,1 0 1-16,2 0 0 15,3 0-1-15,-1 0 1 16,3 0 0-16,-4 0 0 15,3 0-1-15,-5 0 0 16,2 2 0-16,-2 2 0 16,-1-1 0-16,-1 3 0 0,-1-2 0 15,2 3 0-15,0-2 0 16,-2 0 0-16,1 1 0 16,0-2 0-16,-1 1 0 15,0-1 0-15,-4 0 0 16,0 0 0-16,-1 0 2 0,3-1-2 15,1 0 0-15,-1-1 0 16,-1-2 1-16,1 1-2 16,0 2 1-16,0-3 0 15,0 3 0-15,-4-2 1 16,3 2-2-16,1-3 1 0,-1 2 0 16,0-1 0-16,-1 0 1 15,-2-1-1-15,-2 2 0 16,0-1 0-16,-1 2 0 15,-7 0 1-15,2-2-1 16,1 4 0-16,-1-2 1 16,-2-1 0-16,-1 1-1 0,0-1 0 15,-1 0 1-15,-2 1-1 16,-3-1 0-16,0 1 1 16,-2 1-1-16,-2-1 1 15,0 2-1-15,0-2 0 0,-2 3 0 16,1-1 0-16,-1 1 0 15,0 1 0-15,-4-1 0 16,0 1 0-16,-2 0 0 16,1 1 0-16,-2-1 0 15,2-2 0-15,-3-1 1 0,2 0-1 16,3-1 0-16,-4-1 0 16,3-2 0-16,-1 1 0 15,-1-1 0-15,2 0 0 16,0 0 0-16,2 0 0 15,-2 0 0-15,1 0 0 0,3-3 1 16,-3 0-2-16,-1-2 1 16,3-1 0-16,1-1 1 15,2 0-1-15,2-2 0 16,0 1 0-16,5-1-1 16,-2-1 1-16,1-1 0 15,1 0 0-15,3 2 1 0,-3-1-2 16,1 0 1-16,-1 0 0 15,2 2 0-15,0-1 0 16,-4-1 0-16,5 1 0 16,-1-2 0-16,4 0 1 15,-1-2-2-15,-1 2 2 0,0 0-1 16,2-1-1-16,-2 2 0 16,0 2 2-16,2-2-1 15,1 2-1-15,1-3 1 16,-1 2 0-16,3 1 0 15,-1 1 1-15,2 0-2 16,-3 1 1-16,0-1 0 0,1 3 0 16,0 0 1-16,2 1-1 15,-1-1 0-15,-2 2 0 16,4 1-1-16,0-2 1 16,2 2 0-16,-4-1 1 0,2 2-2 15,3 0 2-15,-4 0-1 16,4 0 0-16,-3 0 0 15,2 0 0-15,1 0 0 16,2 0 0-16,1 2 0 16,1 0 1-16,3 1-1 0,0 1-1 15,3-2 2-15,-1 1-2 16,2 1 2-16,-1 0-1 16,-1-1 0-16,2 3 0 15,-2-2 0-15,0 3 0 16,1 0 0-16,3-1-1 0,-2 0 2 15,1 1-1-15,1 0 0 16,1-1-1-16,2-1 2 16,5 2-1-16,1-1 0 15,0 1 1-15,6-1-1 16,-1 1-1-16,3 1 1 0,4-1 0 16,1-2 0-16,5 2 0 15,3-3 1-15,0 3-2 16,4-2 1-16,3 0 0 15,-1 5 0-15,1-7 0 16,3 5 0-16,2-1 0 16,0-1 0-16,1 4 0 0,-1 1 0 15,2 2-1-15,-2 3 1 16,-2 1 0-16,-1 4 0 16,2-1 0-16,-2 3-1 15,1 1 2-15,0 2-1 0,2-1 0 16,3 4 0-16,3-1 0 15,3 3 1-15,7 2-2 16,3 2 1-16,2 0-2 16,16-1-6-16,13 1-22 15,16-5-13-15,11-12-23 0</inkml:trace>
  <inkml:trace contextRef="#ctx0" brushRef="#br0" timeOffset="13410.99">19780 15016 103 0,'0'-3'4'0,"-1"-2"6"0,-4 1 24 0,2-2-2 16,-3 3-13-16,2 0-4 16,1 0-1-16,1 0-5 15,0 3-2-15,0 0-1 16,1 0-3-16,1 0-3 0,0 0 0 16,0 0-1-16,0 3 1 15,0 4-1-15,0 1 1 16,0-2 1-16,0 0-1 15,0-2 0-15,0-1 1 16,0-3 0-16,5 0-2 0,-2 0 3 16,7-3 6-16,3-10 4 15,6-8-4-15,9-6 0 16,11-7-1-16,12-10-2 16,10-10 4-16,14-13-4 15,19-11-4-15,20-10 3 0,18-15-3 16,16-13-5-16,12-17-68 15</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5:59:22.478"/>
    </inkml:context>
    <inkml:brush xml:id="br0">
      <inkml:brushProperty name="width" value="0.05292" units="cm"/>
      <inkml:brushProperty name="height" value="0.05292" units="cm"/>
      <inkml:brushProperty name="color" value="#FF0000"/>
    </inkml:brush>
  </inkml:definitions>
  <inkml:trace contextRef="#ctx0" brushRef="#br0">11057 10965 66 0,'0'0'23'0,"0"0"-4"0,0 0-11 0,0 0 0 0,0 0-2 15,0 0 0-15,0 0-2 16,0 0-3-16,0 0 3 16,0 0-4-16,0 0 0 15,0 0-13-15,0 0-20 0,0 0-59 16</inkml:trace>
  <inkml:trace contextRef="#ctx0" brushRef="#br0" timeOffset="3313.91">20765 10908 66 0,'-6'0'3'0,"0"0"0"0,1 0-1 0,-3 2-3 15,2-1-23-15</inkml:trace>
  <inkml:trace contextRef="#ctx0" brushRef="#br0" timeOffset="9367.12">5643 17706 139 0,'0'0'28'0,"0"0"6"0,0 0-11 0,0 0-16 0,0 0 4 15,0 0 2-15,0 0-7 16,0 0-1-16,0 0-3 16,-17-45-1-16,13 13 0 0,4-9 0 15,0-7 0-15,0-8 1 16,0-5-2-16,0-8 1 16,0-2-1-16,0-6 1 15,6-5-2-15,3-6 1 16,0-3 0-16,3-2 0 0,0-5 1 15,2 0 2-15,-1-1 0 16,1 5 8-16,-1-2-7 16,0-1-3-16,-1 3 2 15,-1 2-2-15,-2 3 0 16,2 2-1-16,-2 7 0 0,-3 8 1 16,-1 5-1-16,0 10 1 15,-3 3-1-15,0 7 0 16,-2 5 1-16,0 4-1 15,0 5 0-15,0 2 0 16,0 6 0-16,0 4 1 0,0 5-1 16,0 4 0-16,0 3 0 15,0 2 0-15,0 3 1 16,0 2 0-16,0 1 0 16,0 1 4-16,-2 0-1 15,2 0-2-15,0 0-2 0,-2 0 0 16,0 0 0-16,-1 0 1 15,-2 1 3-15,-1 5-5 16,-1 1 0-16,-3 5-1 16,0 2 3-16,-1 1 0 15,-5 4-1-15,1 1 0 16,-3 7-1-16,0 0 1 0,-2 1-2 16,-3 1-2-16,-4-1 6 15,2-1-5-15,0-4 4 16,0-3 1-16,4-3-1 15,2-5 0-15,5-3 0 16,3-6-1-16,3-3 2 0,2 0 1 16,2 0-6-16,4-9-1 15,0-5-3-15,0-3 4 16,0-1 3-16,10-1 0 16,3-5-2-16,5 1 2 0,3 0-1 15,4 1 3-15,6 1-2 16,3 5 1-16,4 6 2 15,7 4 0-15,7 6-2 16,12 0 1-16,7 7-2 16,15 6 1-16,14 4-2 0,2 3-1 15,4 0-101-15</inkml:trace>
  <inkml:trace contextRef="#ctx0" brushRef="#br0" timeOffset="10526.02">12316 17795 101 0,'12'3'-13'0,"-2"-3"17"0,-2 0 7 0,4-5 7 0,1-8 1 0,1-6 0 16,4-6-5-16,1-7 2 16,-1-6 3-16,3-9 2 15,1-4 5-15,3-4-17 16,3-8-3-16,0-2-4 0,5-5 0 15,0-3 0-15,1-3-2 16,1-3 0-16,0-4 1 16,0-2 0-16,-3-1 0 15,3-3-1-15,-5-1 1 16,2-1-2-16,0 0 2 0,-3 0-1 16,-2 0 1-16,-2 2-1 15,-6 5 0-15,-2 6 0 16,-5 6 0-16,-3 7 1 15,-4 11-1-15,-5 6 1 0,0 7-1 16,0 5 0-16,0 7 1 16,-7 3-1-16,1 5 1 15,-1 2-1-15,-2 3 1 16,1 3 1-16,2 2-1 16,-1 1 0-16,2 2 2 15,0 1 1-15,1 1 2 16,0 3-1-16,2-1-2 0,0 1-1 15,2 2 0-15,-2 1-2 16,2 0-2-16,0 0 2 16,0 0 2-16,0 0-4 15,-2 0 0-15,-2 8 3 0,2 4-1 16,-3 5 5-16,-3 7-5 16,0 5-1-16,-3 7 2 15,-3 5-5-15,-1 3 6 16,-3 1-1-16,1-2-1 15,0-2-1-15,0-8-3 16,-1-2 2-16,3-9-2 0,1-5-7 16,5-6-7-16,0-5-2 15,4-6 2-15,5-2 8 16,0-16-7-16,0-9-2 16,5-6 10-16,4-5 8 15,4-1 1-15,1 1 0 0,1 4 2 16,1 4 9-16,-1 6 13 15,2 5 5-15,5 1-11 16,2 4-6-16,5 0-4 16,5 0 1-16,8 1-2 0,7 2-5 15,3 2 0-15,8 3-2 16,3 5 2-16,2 1-6 16,-3 1-51-16,-2 8-97 15</inkml:trace>
  <inkml:trace contextRef="#ctx0" brushRef="#br0" timeOffset="11837.44">19980 17318 163 0,'10'12'-6'0,"-7"-1"11"0,1 2 10 15,1 1 1-15,0-1-3 0,-1-2-5 16,4 2-1-16,-1-2-2 15,4-4 1-15,0 1-2 16,4-2-1-16,-1-3 0 16,3-1-1-16,-1-2 1 15,3 0-1-15,-2-2-2 16,4-9 0-16,-1-6 2 0,2-5-1 16,5-7 2-16,0-8 6 15,2-7-7-15,3-6 6 16,3-7-4-16,1-7 6 15,1-2-8-15,-2-4-1 16,-2-1 1-16,-3 0-2 0,-2-3-5 16,-4-3 8-16,-1 1-3 15,-1-5 1-15,-4 1-1 16,0-3 1-16,-4-3 0 16,-5 3-1-16,-1 0 1 0,-3 2 1 15,-1 3-2-15,-2 4 0 16,-2 5 1-16,0 9-1 15,-8 3 1-15,1 10 2 16,-4 6 0-16,-3 3 1 16,2 2-1-16,-1 4 0 15,1 2-2-15,-2 1 0 16,3 5 1-16,2 0-1 0,-3 6-1 16,3 2 2-16,1 3 0 15,2 3 0-15,1 2 4 16,0 3-4-16,3 1 0 15,0 1-1-15,1 1 0 0,0 1-1 16,1 1-3-16,0 0-2 16,0 0-6-16,0 0 3 15,0 0 5-15,-1 5 2 16,-1 5 2-16,-3 3 0 16,-1 5 0-16,-5 5-1 0,-1 2 0 15,-3 5 0-15,0 0 0 16,-2-2-1-16,-2 2 2 15,-1-1-1-15,2-3 0 16,-2 0 0-16,2-4 0 16,2-3-1-16,2-3-1 15,5-5-8-15,3-4-11 0,0-4 4 16,4-3 6-16,2 0 1 16,0-10-10-16,0-7 10 15,4-1 5-15,4-4 5 16,1 0 3-16,0 0 0 0,2 1 2 15,3 1 3-15,2 2-4 16,2-2 4-16,2 4 2 16,4 1-2-16,1 1-4 15,4 3 2-15,0 3-1 16,5 2 2-16,5 3-2 0,6 3 1 16,5 0 0-16,6 0-4 15,3 9-1-15,3 2 0 16,-1 3-1-16,2 2-9 15,0 5-10-15,-2 2-11 16,-2 3-9-16,-3-1-46 16</inkml:trace>
  <inkml:trace contextRef="#ctx0" brushRef="#br0" timeOffset="15202.9">14049 12465 78 0,'-4'0'6'0,"2"-3"9"0,0-2 0 0,2 0-7 15,0 0-4-15,0 1-2 16,0-1-1-16,2 1-1 15,2 0 3-15,3-1-3 16,2 0 0-16,2 0 1 16,0 0-1-16,5-1 0 0,-1 3-1 15,1-1-5-15,1 1 1 16,2 0 3-16,-1-1 0 16,0 3 2-16,4-1 0 15,-1 2 0-15,4 0 0 16,1 0 0-16,3 0 0 15,1 0 0-15,0 6 0 0,1 2-1 16,1 5-1-16,-2 1 1 16,0 2 1-16,1 4 0 15,-4 1-1-15,-3 1 1 16,1 2 0-16,0 4 0 0,-1 0 0 16,1 5 0-16,0 4 1 15,0 6-1-15,0 2 0 16,0 3 0-16,0 5 1 15,-3 1-1-15,2 4 0 16,-3 5 1-16,0 5 0 0,1 1 0 16,-3 5 1-16,2 0 0 15,-1 7 1-15,0 0-2 16,0 1 1-16,1 4 0 16,-2 0 2-16,-1 2-3 15,-2-4 5-15,2 0 0 16,-5 0 3-16,1 2-1 0,-1-3-1 15,-2-1-2-15,-1 2-2 16,0 1 1-16,-5-4-1 16,2-5 2-16,-3-3 4 15,-4-6 3-15,0-3-1 16,0-6-2-16,0-4-2 0,0-4-3 16,0-5-1-16,-4-4-1 15,-3-4-1-15,4-7-1 16,-1-2 0-16,2-3 0 15,-3-3-4-15,-1-2-39 16,-2-8-37-16</inkml:trace>
  <inkml:trace contextRef="#ctx0" brushRef="#br0" timeOffset="15836.95">14970 15195 78 0,'0'0'18'0,"0"0"-3"0,0 0-9 16,0 0-3-16,0 0-3 0,0 0 1 16,0 0-1-16,0 0 0 15,0 0 1-15,0 0-1 16,0 0 0-16,0 0-1 16,0 0 2-16,12 0 1 15,-9 0-1-15,2 0-1 16,0 0 1-16,0 3-1 0,3 1 0 15,-2 0 1-15,2 2 0 16,-1 1 3-16,3 0 0 16,0 3 0-16,-1-3 0 15,3 4-2-15,-1-2 0 16,1 0 0-16,0-2 0 0,-3-3 0 16,2-4 1-16,2 0 11 15,4-7 13-15,5-12-6 16,9-12-9-16,9-12-6 15,11-12-2-15,5-11-5 16,7-10-50-16,2-8-55 0</inkml:trace>
  <inkml:trace contextRef="#ctx0" brushRef="#br0" timeOffset="33314.91">15578 3111 49 0,'-4'0'2'0,"-2"0"0"0,3 0-1 0,0 0 1 16,3 0-2-16,-2-1 0 0,2-4-7 16,0 0-5-16,0-1 2 15,0-1 8-15,6 0 5 16,4-3 2-16,-1 1-10 15,0 0-15-15</inkml:trace>
  <inkml:trace contextRef="#ctx0" brushRef="#br0" timeOffset="33942.82">15666 3009 11 0,'0'0'34'16,"0"0"-13"-16,0 0-8 15,0 0 0-15,0 0-1 0,0 0 0 16,0 0-1-16,2-31-3 15,0 31-3-15,-2-3-1 16,2 3-2-16,-2 0-2 16,1 0-1-16,1 0 1 15,-2 0-1-15,1 1 1 16,0 5-2-16,-1 0 1 0,0 1 1 16,0 0 0-16,0 0 0 15,0 3 1-15,0-1 1 16,0 1-2-16,0 2 2 15,0 1-2-15,0 1-1 16,0 5 0-16,0-1 4 0,0 5-5 16,0-1 7-16,-5 4-6 15,-1 1 2-15,-1 3-2 16,-4 1 1-16,0 3 4 16,-1 2-4-16,1-4 7 15,0 1-4-15,-1-3-1 0,3-2-2 16,1-5 1-16,-3 1-1 15,2-2 1-15,2-1 0 16,-3-1 1-16,0-2-1 16,3 1 0-16,-1-4 0 15,4-1 0-15,3-1 0 16,-1-4 2-16,-1-2-1 0,3-3 1 16,0 0-1-16,3-1-2 15,3-1 6-15,4-1-4 16,3 1 3-16,2-2-1 15,3 0-1-15,2 0 2 0,3 0-2 16,2-5 2-16,0-2 1 16,0-1-2-16,3-1 2 15,0-1-3-15,-1 0-1 16,0 0 1-16,0 2 0 16,-2 1-1-16,-5 1-4 0,2 2 4 15,-6 0-2-15,-1 1 0 16,0 3-2-16,-3-2-12 15,-6-1-55-15</inkml:trace>
  <inkml:trace contextRef="#ctx0" brushRef="#br0" timeOffset="34746.16">16640 2972 78 0,'0'0'6'0,"0"0"10"0,0 0-1 0,0 0-10 15,0 0-3-15,0 0-1 16,0 0-1-16,-46-13-1 16,33 13-2-16,-4 7 1 15,1 2 7-15,-3 1-6 16,0 4 4-16,2 3-1 16,-3 0-1-16,1 3-2 0,-2 4 3 15,3 0 0-15,2 2-2 16,-3-2 0-16,5 0 2 15,4 0-2-15,2-4 0 16,5-4 1-16,3-2 1 0,0-1-4 16,3-3-2-16,7-2 3 15,6-2 6-15,0-3-4 16,4 0-2-16,-1-2 6 16,4-1-2-16,-2 0 0 15,1 0 0-15,-3 0-1 0,2 0 0 16,-1 2 0-16,-2 2-1 15,0 0 2-15,-5 5-2 16,1-1-1-16,-4 3-1 16,-1 2-1-16,-3 3 2 15,-2-2 3-15,-4 3-1 16,0 3-2-16,0-3 3 0,-8 0-5 16,-2 1 7-16,-3-3-1 15,-3 3 2-15,-1-4-2 16,-2 1 4-16,-5-3-3 15,1-3 3-15,3 1-3 0,-5-2-2 16,1-2-1-16,4-1-2 16,-4-3 1-16,7-2 0 15,0 0-8-15,3-6-51 16</inkml:trace>
  <inkml:trace contextRef="#ctx0" brushRef="#br0" timeOffset="35293.65">17045 2962 82 0,'0'0'13'0,"0"0"-8"0,0 0 1 0,0 0-2 15,0 0-1-15,0 0-2 16,0 0 2-16,37 27 0 16,-30-7 5-16,-3 9-1 15,1 3 0-15,-3 5 1 16,0 2-1-16,-1 0-2 15,-1 1-1-15,3-5 1 0,-2-2-1 16,0-7-2-16,1-2-1 16,0-4 1-16,0-5 2 15,-2-2 0-15,2 1-2 16,-2-2-1-16,0-1 0 0,0 0 0 16,0 0-8-16,-2-2-19 15,-4-6-23-15,1-3-62 16</inkml:trace>
  <inkml:trace contextRef="#ctx0" brushRef="#br0" timeOffset="35705.31">16868 2999 124 0,'0'0'9'0,"0"0"5"0,0 0-1 0,0 0-10 16,0 0 0-16,0 0 4 16,0 0 6-16,49-35-1 15,-23 22-7-15,8-1 0 0,7-2-3 16,4-1-1-16,8 0-1 15,3-3-1-15,0-1-44 16,-1-3-48-16</inkml:trace>
  <inkml:trace contextRef="#ctx0" brushRef="#br0" timeOffset="36695.81">17409 3434 64 0,'0'0'13'0,"0"0"2"0,0 0-1 0,0 0-9 15,0 0 4-15,0 0-5 16,0 0 6-16,-1-43 1 0,1 33-2 16,0-4 2-16,0 1-1 15,0-3-5-15,0-1-2 16,0-2-2-16,0-1-1 15,0-3 0-15,6 0 0 16,0-1-1-16,0-3 0 0,1-1-2 16,-3 1 2-16,1-3 1 15,0 3 0-15,-2 0 0 16,3 1 0-16,-2 5 0 16,-1 0 1-16,3 5-1 15,0 2 0-15,0 1-1 16,1 3 1-16,-2 2-1 0,2 1 1 15,-4 5-1-15,2 1 0 16,-1 1-2-16,0 0 2 16,-1 3-3-16,3 11 2 15,-2 1-1-15,4 5 4 16,-1-1 1-16,3 2-2 0,-3-1 0 16,5-3 0-16,-2-3 1 15,-3-3-1-15,3-3 0 16,-2-3 1-16,-1-2-1 15,3-3 5-15,0 0 0 16,-2 0 0-16,4 0-1 0,0-10-2 16,2-1 1-16,0-2-2 15,-1-4 2-15,1 0-3 16,-1-3 1-16,0 2-1 16,-1 1 0-16,-5 1 0 0,1 2 2 15,-3 3-2-15,2 3 0 16,-3 1 0-16,-3 2 2 15,1 2 0-15,-2 1-1 16,2 2-1-16,-2 0 0 16,1 0-1-16,0 0-1 15,1 10 0-15,-2 4 0 0,2 9 4 16,-2 10 1-16,0 8 2 16,0 9 0-16,0 4-3 15,0 4 0-15,0 6 0 16,-5 3-1-16,-1 2 0 15,-6-2-38-15,0-6-29 0</inkml:trace>
  <inkml:trace contextRef="#ctx0" brushRef="#br0" timeOffset="39307.69">18125 3030 94 0,'-6'0'10'0,"1"0"13"0,2-3-2 0,0-1 1 0,1 0-5 15,0 1-6-15,0-3 0 16,0 2-3-16,0 0-3 16,0 0-4-16,-1-1 0 15,-3 1-1-15,3 0 0 0,-2 0 1 16,-2-2 0-16,1 0-1 16,-4-1 0-16,2 0 0 15,-5-3 0-15,1 0 1 16,-3-4-1-16,-1 1 0 15,0-1 1-15,-3-2-1 16,1 1 0-16,-7-2 0 16,-2-2 0-16,-4 1 0 0,-5-2 0 15,-2 0 1-15,-4 0 1 16,-2 2-1-16,-2-1 1 16,-3 2-1-16,-4 0 0 15,-1 2 0-15,-1 3 0 0,0-1-1 16,-1 5 1-16,-1 1-1 15,-1 4 1-15,-1 0-2 16,-5 3 1-16,-2 0 0 16,-4 3 0-16,-3 4 0 15,-2 1 0-15,-2 3 0 0,-1 0 0 16,-3 2 0-16,-3 2 0 16,0 5 0-16,-2 0 0 15,-5 3 0-15,1 1 0 16,-2 2 0-16,1 0 0 15,4 1-1-15,1-1-1 0,2 2 1 16,3-2 0-16,4 2-1 16,4-1 2-16,-1 3 0 15,4-1 0-15,1 3 0 16,5 1 2-16,1 0-2 16,3 1-2-16,2 1 2 15,3-1 0-15,3 4 0 0,3 1 0 16,7 2 0-16,2 3-1 15,6 3 2-15,0 1-2 16,7 2 1-16,3 4 0 16,3 1-3-16,6-1-12 15,2 3-18-15,10-1 7 0,3 0 14 16,0-3-1-16,9-2 1 16,9-3 2-16,3-4 2 15,4-4-1-15,8-3 6 16,2-3 1-16,5-1 4 0,2-5-1 15,3 1 0-15,2-5 0 16,1 0 0-16,3-6 2 16,4 2-1-16,1-4 2 15,5-2 0-15,2-1 0 16,3-3 0-16,2-3 7 0,1-3-5 16,0-1-2-16,2-3-2 15,0 1 2-15,2-1-3 16,2 0 3-16,1 0-2 15,0 0 1-15,1-1 2 16,1-2 0-16,2 2 1 16,-4-1-4-16,0 0 2 0,2 0-1 15,-1 1 1-15,3-1 1 16,0-1 0-16,1 0-2 16,5-2-1-16,-1-1-2 15,1-1 0-15,-1-4 2 16,0-1-1-16,-3 1 1 0,1-5-2 15,-4 2 1-15,-1-3 1 16,0 0 3-16,-4-1 7 16,1-3 1-16,-5 0-1 15,-5 0-2-15,-1 0-1 16,-1-2-1-16,-4 0-3 0,-1-2-2 16,0-3 0-16,0-2-1 15,-3 0 0-15,-1-4-1 16,-4-3-1-16,-4 0 2 15,-1-3-1-15,-7-2-1 16,-2 0 2-16,-3 1 0 0,-4 3-2 16,-6 1 1-16,-3 3-1 15,-5 1 0-15,-6 3 0 16,-3 3 1-16,-3-3 1 16,-3 3-1-16,0-1 4 15,0 0 1-15,-4-2 0 0,-5 0-3 16,-3 0-1-16,-4-4-1 15,-3 0 0-15,-7 1-1 16,-4-4 1-16,-3-1-2 16,-3 0 1-16,-4 1 0 15,0 1 0-15,-2 2-4 0,-4 3 6 16,0 5-10-16,-2 6 2 16,-3 6-8-16,1 10-9 15,1 4-12-15,5 0-12 16,5 9-20-16,8 5-53 15</inkml:trace>
  <inkml:trace contextRef="#ctx0" brushRef="#br0" timeOffset="39996.86">18448 3619 88 0,'0'0'4'0,"-2"0"13"0,2 0-10 0,0 0-2 0,0 0-1 16,0 0-4-16,0 0 1 16,0 2-1-16,0 0-1 15,0 0 1-15,0 3 1 0,2-1-1 16,1 0 0-16,2 2 1 16,3-2-1-16,-4-1 1 15,3 1 0-15,1-4 5 16,3 0 6-16,2 0 11 15,9-14 10-15,7-7 2 16,11-12-12-16,16-11-10 0,18-11-7 16,25-12-4-16,25-17-1 15,21-19-3-15,10-22-127 16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25:17.650"/>
    </inkml:context>
    <inkml:brush xml:id="br0">
      <inkml:brushProperty name="width" value="0.04286" units="cm"/>
      <inkml:brushProperty name="height" value="0.04286" units="cm"/>
    </inkml:brush>
  </inkml:definitions>
  <inkml:trace contextRef="#ctx0" brushRef="#br0">1 0 8098,'5'11'-582,"0"-1"0,-1-4 582,-4 3 0,10-5 0,-2 4 0</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00:54.109"/>
    </inkml:context>
    <inkml:brush xml:id="br0">
      <inkml:brushProperty name="width" value="0.05292" units="cm"/>
      <inkml:brushProperty name="height" value="0.05292" units="cm"/>
      <inkml:brushProperty name="color" value="#FF0000"/>
    </inkml:brush>
  </inkml:definitions>
  <inkml:trace contextRef="#ctx0" brushRef="#br0">1042 5632 94 0,'0'0'3'0,"0"0"4"0,0 0 8 0,0 0-7 0,0 0 1 16,0 0 8-16,0 0 2 15,0 0-19-15,0 0-4 16,0 0 1-16,-2-9 3 0,8 14 1 16,3-1 0-16,3-1 0 15,1-3 1-15,5-1-1 16,1-15 4-16,10-7 10 15,3-7 2-15,9-10-2 16,5-7-6-16,8-6-2 16,4 2-4-16,0 0-2 0,-2 5-1 15,-5 8 0-15,-8 9-15 16,-14 11-68-16</inkml:trace>
  <inkml:trace contextRef="#ctx0" brushRef="#br0" timeOffset="403.03">971 6788 73 0,'0'0'26'0,"0"0"-1"0,0 0 1 0,0 0-1 15,0 0-4-15,0 0-8 0,0 0-9 16,0 0-5-16,0 0-1 15,0 0-3-15,6-37 8 16,12 19 1-16,9-8 7 16,8-6-5-16,6-10 0 15,3-7-3-15,8-8 0 0,4-4-3 16,0-2 2-16,3 4-2 16,-5 6-6-16,-4 12-48 15,-14 17-20-15</inkml:trace>
  <inkml:trace contextRef="#ctx0" brushRef="#br0" timeOffset="866.76">921 8102 36 0,'0'0'1'0,"0"0"2"0,0 0 6 0,0 41 4 0,0-35 1 0,4-4-2 0,-1 0 4 15,1-2 0-15,1 0 5 16,6-2 6-16,2-11 4 15,10-10-7-15,10-13-9 16,14-16-5-16,14-16-9 16,19-16 3-16,16-17 0 0,20-14-4 15,11-9-10-15,10-5-77 16</inkml:trace>
  <inkml:trace contextRef="#ctx0" brushRef="#br0" timeOffset="8865.61">2457 6155 86 0,'-3'-3'3'0,"-3"-4"7"0,-1 1 4 0,0 0 5 0,-1 1-12 15,1 0-2-15,-5 0-2 16,1 3 0-16,-1 1-3 15,-2 0 0-15,1-1 1 16,-2 1 2-16,-2 1 1 0,-1 0-1 16,-2-2-2-16,2 0 2 15,-4 0-2-15,-1 0-1 16,-4-1 2-16,1 1 1 16,-5 1-4-16,-1 1 4 15,-2 0-2-15,-2 0-1 0,-1 0 2 16,-1 0 2-16,0 5-1 15,-5 2 0-15,3 0-3 16,-5 2 1-16,3 1 0 16,-3 2-3-16,0 0 2 15,3 4 0-15,2 1-1 0,-1-2 1 16,6 3-1-16,-1-3 1 16,3 1 0-16,-1-1 3 15,1 0-3-15,-1 2 1 16,-2 1-1-16,0 6 0 15,1 2-1-15,-1 5 1 16,0 3 0-16,1 2-3 0,0 2-2 16,4 2 4-16,0 1 3 15,5 3 1-15,1-1-3 16,7 2 1-16,3 0 0 16,5 0-1-16,6-2 1 0,4-4-1 15,0-4 1-15,4-2 2 16,8-2-3-16,3-1 1 15,5-1-1-15,3 0 1 16,1-3-1-16,5-1-3 16,4-2 2-16,2-3 0 15,5-3-1-15,-3-1 2 0,7-3-1 16,2-2 5-16,1-4-3 16,2 0 0-16,1-1-1 15,2-3 0-15,2-2 1 16,2-1-1-16,2 0 1 15,3-3 0-15,1 0-1 0,3-4 0 16,0-1 2-16,0 5-2 16,-1-3 1-16,3 3-1 15,-1-1 0-15,-3 2 2 16,1 2-2-16,-1 0 0 16,-1 0 0-16,-1 4 0 0,1 1 0 15,1 2 0-15,1-1 0 16,3 1 0-16,-2 0 0 15,2 0 0-15,1 2 0 16,-1-2 0-16,-1-1 0 16,2 1 0-16,0-1 0 0,1-1 0 15,0 1 0-15,-1-2 1 16,1 3-1-16,1-3 0 16,-2 1 0-16,0-3 0 15,1 1 0-15,0-2 1 16,2-1-1-16,0 0 1 0,0 0 0 15,1 0-1-15,1 0 0 16,-3 0 0-16,4 0 0 16,-5 0 1-16,2 0-1 15,-1-1 0-15,-3 0 0 16,0-2 0-16,0 2 1 0,0-1 0 16,0 2 0-16,1-1 2 15,0 1-3-15,-1 0 1 16,-2 0-1-16,2 0 0 15,-3 1 1-15,4 2-1 16,-1-2 0-16,2 1 0 0,0-1 1 16,0-1-1-16,3 0 0 15,0 0 0-15,-1 0 0 16,1 0 1-16,-1 0-1 16,1 0 0-16,2 0 0 15,0 1 0-15,2 1 0 0,0 1 0 16,4 0 0-16,0-2 1 15,1 2-1-15,-2-1-2 16,2-1 4-16,2 0-2 16,3 1 1-16,-4-2-1 15,5 0 1-15,1 1-1 16,3-1 0-16,-3 0 1 0,1 0-1 16,2 0 0-16,1 0 1 15,0-4-1-15,-1-3 0 16,2 1 1-16,0 0 1 15,-3 1-2-15,1-2 0 16,1 1 0-16,-3-1 1 0,4 1-1 16,-1-1 1-16,1 2-1 15,3-2 0-15,-1-1 0 16,0 1 1-16,0 0 2 16,1 0 2-16,0 0 0 0,-2 0-2 15,2 5 0-15,2-2-1 16,-4 1 0-16,3 0 0 15,1-1-1-15,-2 1-1 16,0-1 1-16,0 1 0 16,2 2-1-16,-4-2 0 15,3 0 2-15,1 2-1 0,-1-1 1 16,1 2 2-16,0 0-1 16,5 0-3-16,-3 0 0 15,-1 0 1-15,-1 0-1 16,2 0 1-16,1 1-1 15,-2-1 1-15,3 0 1 0,4 0 1 16,-2 0 1-16,2 0 0 16,-1-1-1-16,3-3 0 15,2 3 1-15,-3-1-3 16,3-1 0-16,0 2 0 16,-3 1-1-16,3 0 0 0,-4 0 0 15,1 0 0-15,-3 0 1 16,1 1 2-16,2 5 1 15,-2-2 0-15,1-1 1 16,3 1 1-16,1-1-1 16,0-1-2-16,3-1-1 0,-1 1-1 15,-3-1 2-15,0 0-3 16,1 0 1-16,-2 2 1 16,-2 0-1-16,4 2-1 15,-3 0 1-15,-2-1-1 16,1 1 1-16,1-1 0 0,-2 0-1 15,-2-1 1-15,2-1-1 16,-4-1 1-16,-1 2 0 16,3-2 4-16,-1-1-2 15,3 0 2-15,3 0-1 16,1 0 2-16,3 0-4 16,0 0 0-16,0 0-1 0,0-1 0 15,-1 1 0-15,-1 0 0 16,0 0 0-16,0 0-1 15,2 0 2-15,3 3-2 16,-1 1 0-16,3 3 0 16,1 0 0-16,2 2-2 0,-4-1 2 15,0 2 0-15,0 0 0 16,0-1 0-16,1 0 2 16,-1 2-2-16,0 0 1 15,1 2-1-15,3-1 0 16,1 3 0-16,0 0 0 0,-1-1 0 15,2 1 0-15,-1 0 0 16,-1 2 0-16,0-5 0 16,1 6 0-16,1-4 0 15,2 2 0-15,1-2 0 16,1-1 0-16,0 1 0 0,0-4 0 16,-3 0 1-16,-7-3-1 15,0-1 1-15,-2-2 0 16,-2-4 3-16,-3 0 11 15,1-1-6-15,-1-8-5 16,1-4-1-16,-1-4-2 0,3-2 6 16,-5-6-7-16,-1 0-7 15,-4-6 6-15,-3-2 2 16,-6 0-2-16,-8-5 1 16,-2 1 0-16,-7-4-1 15,-2-2 1-15,-7 2-1 0,-3-4 1 16,-6 1 1-16,-7 1-1 15,-7 0 0-15,-4 2 1 16,-5 0 0-16,-5 0 0 16,-5-2 1-16,-4 2-2 15,-6-2 1-15,-3 2 0 0,-5-2 0 16,-6 2-4-16,-1-1-2 16,0-2 18-16,-9 0-15 15,-7-1-4-15,-2 0 2 16,-8 0 0-16,-1 1-4 15,-5 4 11-15,-3 3 1 0,-2 1-9 16,-6 4 6-16,-2 2-2 16,-6 0-1-16,-3 3-22 15,-2 2 27-15,-1-1-8 16,-2 1 7-16,2 2 1 16,-3 0-5-16,1 3 2 15,1 2-1-15,-4 1 3 0,-1 1-1 16,-4 5-3-16,-1-1 1 15,-3 4 2-15,-4-1-4 16,-2 2 4-16,-4 4-3 16,-3-1 4-16,-3 4-1 0,-1-1-1 15,-4 1 0-15,1 0 0 16,-2 0 1-16,2 0-1 16,0 1 0-16,-2 3 0 15,4-1 0-15,-2 0 0 16,0 1-1-16,2-1-1 0,-2 0 2 15,4-2-1-15,1 1 1 16,-1-1 1-16,4-1-1 16,-1 0 1-16,-1 0-1 15,-1 0 1-15,-2 2-1 16,1-1 0-16,-1-1 0 16,-5 3-1-16,2-1 2 0,0 1-1 15,-3-1 0-15,-4 2 0 16,2-1 0-16,-1 1 0 15,-2-2 0-15,0 1 0 16,1 0 0-16,-1 1-2 16,-2-1 1-16,-1-2 1 0,3 2 0 15,-1-2 0-15,-4 2 0 16,2 0 0-16,-5 0 0 16,2-2-4-16,2 2 2 15,-3-3 2-15,6 0 0 16,0 0 0-16,-3 0-1 0,0 0 1 15,-2 0 0-15,-3 1 0 16,0-1 0-16,-2 2 0 16,-1-2 0-16,1 0 0 15,-3 0-1-15,-1 0 1 16,-1 0 0-16,-2 0 0 0,-2 0 1 16,-1 0-1-16,-5 0-1 15,-1 0 2-15,-2 0-1 16,-5 1 0-16,1 2 1 15,-2 1-2-15,-1 1 2 16,0 0-1-16,3-2-1 0,-3 2 2 16,2-1-1-16,3 0-1 15,-3 0 1-15,2 1 0 16,-1 0 0-16,3 0 0 16,-3 0-2-16,2 2 3 15,-1 0-1-15,5 2-1 0,-3-2 1 16,2 0 0-16,0 3 0 15,4-2 0-15,1-2 0 16,2 1 0-16,1 0 0 16,0-2 1-16,4-2-2 15,1-1 1-15,2 0 0 16,-2-1 0-16,3-1 1 0,1 0-1 16,3 0 0-16,-1 0 0 15,1 0 0-15,-1 0 0 16,-1-1 0-16,0-3 0 15,2-1 0-15,-2 1 0 16,3-2 0-16,0 1 0 0,-1-3 0 16,2 3 0-16,-2-2 0 15,2-1 0-15,2 2 1 16,-4 0-2-16,0-4 2 16,2 4-1-16,-3-1 0 15,-1 1 2-15,1 2 0 0,-1 0-1 16,-1 1 1-16,0 1-1 15,-1 1-1-15,-1 0 0 16,3 1 1-16,-3 0-1 16,-2 0 0-16,1 0 1 15,0 0 0-15,-1 6 0 16,-1-1 0-16,0 2 1 0,-1 0-2 16,0 1 0-16,2 1 1 15,0-1-2-15,0 0 1 16,3-1 1-16,1 2 0 15,1-2-1-15,0 1 1 16,2-2 0-16,0 1-2 0,-3-1 2 16,1 0-1-16,1 0 1 15,-1 0 2-15,-3-3-1 16,4 4 3-16,2-4-2 16,-1 1 1-16,3-1-2 0,2 0 9 15,-1 1-8-15,2-1-2 16,3-2 2-16,0 2-3 15,-4 0 1-15,5 0 0 16,-2 1 0-16,1-1-1 16,0 1 0-16,0 1 2 0,0 0-2 15,-4 2 1-15,2-1-1 16,0 1 0-16,0 0 1 16,-2 0-1-16,4 1 0 15,2 0 0-15,0-1 1 16,0-1-1-16,4 1 0 0,1 0 1 15,-1-1-1-15,2 1 0 16,1 0 0-16,4-2 0 16,1 1-1-16,-3 1 2 15,3-1-1-15,2 1-1 16,4 0 2-16,-3 0-1 0,3 0 0 16,-1 0 0-16,4 1 1 15,0-1-2-15,4 2 1 16,-3 0 1-16,5-2-1 15,0 4-1-15,4 1-1 16,0-1-8-16,3 4 10 0,-1 0-6 16,3 8-9-16,-2-1-10 15,-1 3-23-15,-2-5-62 16</inkml:trace>
  <inkml:trace contextRef="#ctx0" brushRef="#br0" timeOffset="18387.21">13884 6321 19 0,'0'2'6'0,"1"0"2"0,0-2-5 15,0 0-2-15,-1 2 1 0,0-2 6 16,0 0 8-16,0 0 9 16,0 0-5-16,0 0-4 15,0 0-1-15,0 0 0 16,0 0-12-16,0 0-1 15,0 0 2-15,0-3 3 16,0 0 0-16,0-3 2 0,0 2-2 16,0-4 1-16,0 0-5 15,0-1-2-15,0-3-1 16,0 2 1-16,0-5-1 16,0 0 2-16,0-3-2 0,0-2 0 15,0-4 0-15,0 1 1 16,0-4-2-16,0-1 2 15,0-2-1-15,0-1-1 16,0-2 2-16,1 3-1 16,0 1 0-16,0-1 1 15,2 3 3-15,-1 0 4 0,0 0-1 16,3 1-1-16,0-1-1 16,0-1-1-16,3-1-3 15,-2-2 1-15,4 1-1 16,-3-1 0-16,3 1 1 0,-1 2-1 15,-1-1 1-15,2 4 3 16,-1-1 1-16,-1 6 0 16,2-3 1-16,-1 2-3 15,0 2 3-15,0-1-3 16,0 1 0-16,0-1 0 16,2 1-2-16,-2 1 0 0,-1 0-1 15,2 0 0-15,-1 2 0 16,-1 0 0-16,1 2 1 15,-3 2 0-15,0 1-2 16,-1 4 2-16,1 0-2 16,-4 4 1-16,0 0-2 0,0 2 1 15,-2 1-8-15,0 0-17 16,0 0-19-16,0 0-46 16,-4 0 12-16</inkml:trace>
  <inkml:trace contextRef="#ctx0" brushRef="#br0" timeOffset="18750.25">14018 5155 75 0,'0'0'72'0,"0"0"-72"0,0 0 1 15,0 0 2-15,0 0-1 16,0 0 0-16,41-10 3 0,-32 10 1 16,0-1 2-16,4-1 0 15,0 1 0-15,0-1 3 16,1 1-2-16,-1-2 2 16,1 2-1-16,-1-1-2 15,1 0 2-15,-6 0-2 0,1 2-1 16,-2 0-5-16,0 0-1 15,-4 4-2-15,1 6 5 16,-4 2-2-16,0 5 0 16,0 1-1-16,0 5 1 15,0 3-2-15,0-1-6 0,0-4-54 16,0-7-126-16</inkml:trace>
  <inkml:trace contextRef="#ctx0" brushRef="#br0" timeOffset="19291.18">14352 4530 99 0,'0'0'119'0,"0"0"-113"0,0 0 13 0,0 0-4 0,0 0-9 15,0 0-6-15,0 0-5 16,0 0-1-16,0 0 7 15,0 0 0-15,27 37 1 16,-17-17-1-16,-2 4-1 16,2 0 1-16,-1-1 1 0,-1-2-2 15,2-4 1-15,-1-2-1 16,-2-3 0-16,4 0 2 16,-4-4-2-16,0-1 0 15,1-2-6-15,-3-4-44 16,-3-1-56-16</inkml:trace>
  <inkml:trace contextRef="#ctx0" brushRef="#br0" timeOffset="19903.34">14330 4713 174 0,'0'0'4'0,"0"0"8"16,0 0 1-16,0 0-3 15,0 0 0-15,0 0-5 16,0 0-1-16,48-38-2 0,-35 27 0 15,3-1-1-15,0-3 2 16,4-1-1-16,1 2-1 16,0-2 0-16,-2 2 0 15,-1 1 2-15,-1 1-2 0,-5 1-1 16,-3 4 0-16,-1 2 1 16,-4 0 0-16,-3 3-1 15,1 0 1-15,-2 1 0 16,0 1 7-16,0 0 2 15,0 0-6-15,0 0 1 0,0 0-6 16,-2 6 1-16,-1 3 0 16,-4 0 0-16,1 5 0 15,-1 0-1-15,0 1 2 16,3 1-1-16,0 0 1 16,2-3-1-16,2 4 0 15,0-5 0-15,0 0 0 0,1-2 1 16,6 0 1-16,-2-3-1 15,4-1 0-15,-1-3-1 16,2-3-2-16,3 0 4 16,-2 0 5-16,0-3-2 15,3-4-4-15,-5-4 0 0,1 1 1 16,0-3-2-16,-5 1-2 16,1-5-19-16,-6 0-49 15,0-1-98-15</inkml:trace>
  <inkml:trace contextRef="#ctx0" brushRef="#br0" timeOffset="20082.59">14434 4418 277 0,'0'0'3'0,"0"0"6"0,0 0-6 0,0 0-6 15,0 0-21-15,0 0-24 16,0 0-6-16,0 0-52 16</inkml:trace>
  <inkml:trace contextRef="#ctx0" brushRef="#br0" timeOffset="20850.54">14659 4489 195 0,'0'0'6'16,"0"0"-11"-16,0 0 5 0,0 0 2 15,0 0 1-15,0 0-2 16,0 0 0-16,37 38 0 15,-30-29 1-15,-1 1 0 16,-1-2-1-16,1-1-1 0,-3-1 1 16,-1 0-1-16,0-5 1 15,-2 2-1-15,0-3 1 16,0 0 3-16,0 0 19 16,0-1-3-16,0-8-15 15,-3-1-7-15,1-4 6 16,0-2-5-16,2 1 0 0,0-1-5 15,0 2 2-15,0 1 3 16,0 2 1-16,4 2 0 16,3 2-1-16,-1 2 1 15,2 0 2-15,-1 4-1 16,3-1-1-16,0 2 0 0,1 0-1 16,1 0 1-16,-1 2 0 15,1 2-1-15,-2 3 0 16,-3-1 0-16,1 1 0 15,-4 0 0-15,-1-1 1 16,-2-1-1-16,-1 1 1 0,0-1 1 16,0-1-1-16,0-2 0 15,-3 1 1-15,0-3 1 16,-1 0 0-16,0 0 1 16,1-1 4-16,1-7-7 15,0-3-2-15,2-1 7 0,0-1-5 16,0 0 0-16,0-1-1 15,0 1 1-15,3 0 2 16,3 2-4-16,2 0 2 16,-2 2 2-16,4 0-1 15,1 2 1-15,-2 0 1 0,0 3 0 16,1 1-1 0,2 3-1-16,-2 0 1 0,-1 0-1 15,-1 0-1-15,2 7 0 16,-3 0-3-16,-1 1 3 15,0 3 0-15,-4-1-1 16,1 1-3-16,-2 1-13 0,0-1-13 16,-1-1-44-16,0-4-65 15</inkml:trace>
  <inkml:trace contextRef="#ctx0" brushRef="#br0" timeOffset="21227.32">15024 4337 161 0,'0'0'-1'0,"0"0"2"0,0 0-1 0,0 0 1 16,0 0 2-16,0 0 4 16,15-37 5-16,-11 29-4 15,-2-2-1-15,2 1 2 16,-2-1-3-16,0-1-4 15,-2 2-1-15,0 2 0 0,0 1 0 16,-2 2-1-16,-3 1-4 16,-2 3 12-16,-2 0-9 15,1 0 0-15,0 9 1 16,0 2 0-16,1 3 2 16,5 2-1-16,0 1 0 0,2-1 2 15,0-1 0-15,0-2 0 16,6-3-1-16,4-1 1 15,1-2 0-15,2-4-1 16,5-3 7-16,2 0-5 16,3-3-3-16,3-14-2 0,1-6-81 15</inkml:trace>
  <inkml:trace contextRef="#ctx0" brushRef="#br0" timeOffset="21726.29">15420 3816 127 0,'0'0'2'0,"0"0"7"16,0 0 6-16,0 0 8 0,0 0 4 0,0 0-15 15,0 0-5-15,0 0-5 16,0 0 1-16,-40-29-3 0,30 38 0 16,2 2 1-16,1 3 0 15,3 2-1-15,-3 0 0 16,6-2-1-16,1-2 2 16,0 0-1-16,0-5 0 15,4 0 0-15,5-4 0 0,1 1 0 16,-1-2 7-16,3-2-4 15,0 4-1-15,2-4-2 16,0 3 1-16,-1 0 0 16,1 1-1-16,-2 0 0 15,0 1 0-15,-4 0 1 0,-1 1-2 16,-2 1 1-16,-3-1 0 16,-2 1 1-16,0 1-1 15,0 1 0-15,-7 1 0 16,-5-2 4-16,-2 2-3 15,-1 1-1-15,-2-1-4 0,2-1 9 16,-3-3-13-16,5-2-20 16,-1-4-35-16,5 0-37 15</inkml:trace>
  <inkml:trace contextRef="#ctx0" brushRef="#br0" timeOffset="22067.85">15520 3678 165 0,'0'0'23'0,"0"0"-7"0,0 0-15 0,0 0-1 0,0 0 5 16,0 0 6-16,0 0-6 15,40 38 0-15,-30-24-4 16,-1 2 1-16,1-2-1 16,0 1 0-16,-3-1 0 0,1 0-1 15,-1-3 2-15,2 2-2 16,-4 0-1-16,-1-3-18 15,-2-3-48-15,-2 0-28 16</inkml:trace>
  <inkml:trace contextRef="#ctx0" brushRef="#br0" timeOffset="22821.85">15518 3819 177 0,'0'0'-1'15,"0"0"2"-15,40-13 0 16,-24 7 1-16,0-1 1 16,2 1 4-16,-1-2 3 0,1-2 0 15,-2 3-3-15,-1-3-5 16,0 0 1-16,-2 0-2 15,0 0-1-15,-2 0 1 16,-2 0-1-16,-2 2 0 0,-1-1 1 16,-1-1 0-16,-2 3-1 15,-3 1 1-15,0 2 0 16,0 1 2-16,0-1-7 16,-3 4 4-16,-6 0-2 15,2 0-6-15,-2 6 2 16,-2 4 6-16,4 1 1 15,-2 2-4-15,5 1 4 0,2 0-1 16,2-1 0-16,0 1 0 16,0-4 1-16,2 0-1 15,5-3 0-15,3-5-1 16,4-1 1-16,-1-1 4 16,5-1-2-16,0-8 0 0,3-4 1 15,1-1-8-15,-5-2-25 16,-2-2 6-16,-1 0 16 15,-2-1 7-15,-3 1 2 16,-3-1-1-16,-1 1 0 0,-1 1-1 16,-4 3 1-16,0 2 1 15,0 3 4-15,-4 4 9 16,-1-1 11-16,1 6-20 16,-2 0 1-16,4 0 0 15,0 0-5-15,2 9-1 16,0 1 1-16,0 5 0 0,3 1 0 15,6 1 4-15,-2 3 0 16,3 0-2-16,2 2-1 16,-1-2 0-16,-1 2-1 15,1-1-1-15,-2-3 0 16,2 1 1-16,-3-2 0 0,-1-3-1 16,-2-3 1-16,2-1-1 15,-5-3 1-15,-2-2-2 16,0-3-4-16,0-2-7 15,0 0 11-15,-7-8-71 16,0-8 0-16</inkml:trace>
  <inkml:trace contextRef="#ctx0" brushRef="#br0" timeOffset="23156.65">15905 3604 125 0,'0'0'4'0,"0"0"16"0,0-38 1 0,0 25-6 15,4 0-2-15,3 3-3 16,1-1-1-16,1 1-2 16,1 4-4-16,-1-1 1 15,2 2 0-15,1 2-2 0,0 0-2 16,-2 3 0-16,1 0 1 16,-1 0-1-16,0 0 0 15,-3 3-1-15,1 4-2 16,-4 1-2-16,-2 2 12 15,-2 0-8-15,0 1 2 0,-2 4-1 16,-9-3 1-16,-2 1 1 16,-2 0-2-16,-1-1-2 15,2-4 8-15,-1 2-4 16,2-4-2-16,3-1 2 16,1-2-6-16,3 0-20 15,2-3-42-15,1 0-15 0</inkml:trace>
  <inkml:trace contextRef="#ctx0" brushRef="#br0" timeOffset="23643.68">16119 3396 104 0,'0'0'11'0,"0"0"14"0,0 0-6 16,12-36-8-16,-12 29-6 16,0 0 0-16,0 5 5 15,0-1 3-15,0 0-7 16,-2 2 8-16,-1 1-11 16,-1 0-2-16,-3 0-1 0,2 0 0 15,-2 4 1-15,3 4-1 16,-3 0 1-16,1 2-2 15,3 1 1-15,1-1 0 16,2-2 0-16,0 0 0 0,0 0 0 16,0-2 0-16,2-2-1 15,4 1 0-15,2-1-1 16,-1 0 3-16,1-1 1 16,0 0 2-16,-1 0-4 15,1 1 1-15,-1-1 2 16,-1 1 0-16,-1 0 2 15,-2 1-1-15,0-1-2 0,-1 0-1 16,-1 0 0-16,-1 1 0 16,0 0 1-16,-2 2 5 15,-5 0 3-15,-5 2-3 16,-2 3-6-16,-3 1 1 16,-4-2-12-16,-6-3-96 0</inkml:trace>
  <inkml:trace contextRef="#ctx0" brushRef="#br0" timeOffset="25718.98">14559 6338 89 0,'-2'0'8'0,"-2"0"12"0,0 0-5 0,1 0-9 16,1 0 1-16,-1 0-5 16,1 0 1-16,0-3 2 15,0 2 7-15,1-1-3 16,0 1-2-16,1-2-2 16,0 0-2-16,0-1-3 0,0-2-1 15,0-1 1-15,0-1 0 16,1-3-4-16,4-1 3 15,-1-4 0-15,3 1 1 16,1-4 0-16,0-1 1 16,2-2-1-16,3-4 1 0,0-2-1 15,5-3 0-15,-1-1 0 16,1 0 0-16,1-1 1 16,2 2 0-16,-3 2 6 15,3 1 3-15,-1 2 0 16,2 2-7-16,0 0 0 0,1 3-2 15,1-2-1-15,1 3 0 16,-3-1 1-16,0 1-2 16,-3 1 2-16,1 2-1 15,-3-1 2-15,-2 4 4 16,-1 0 0-16,1 2-2 0,0 1 0 16,-1 1-1-16,-3 1-3 15,1 4 0-15,-2 0 1 16,-5 1-1-16,0 1 0 15,0 2 0-15,-3 0-2 16,-1 1-8-16,-1 0-24 0,0 0-21 16,0 0 6-16</inkml:trace>
  <inkml:trace contextRef="#ctx0" brushRef="#br0" timeOffset="26251.4">15020 5503 63 0,'0'0'26'0,"0"0"-15"0,0 0-5 0,0 0-4 16,0 0 5-16,0 0 5 15,0 0-2-15,0 0-3 0,0 0-4 16,0 0-1-16,40 0-1 16,-32 0 0-16,2 0 0 15,-2 0-1-15,1 1 1 16,1 2-1-16,-1-1 1 15,-1-1-1-15,1 2 1 0,-3 4-1 16,0-3 3-16,-4 6-2 16,-2 2 2-16,0 5 0 15,-5 5-3-15,-10 4 0 16,-5 5-23-16,-5 0-48 16</inkml:trace>
  <inkml:trace contextRef="#ctx0" brushRef="#br0" timeOffset="30088.98">15681 5196 108 0,'-11'1'3'0,"0"1"7"16,-5 1 2-16,1 0-4 0,-1 3-3 15,3 3 1-15,1-2 3 16,1 4 1-16,1 1-5 0,2 1-2 16,2 1 1-16,3 0-1 15,1-2 2-15,2 1-3 16,0-5 5-16,0-1-1 16,5-1-1-16,5-5-1 15,2 1 3-15,1-2 0 0,3 0 2 16,-2-9-5-16,4-1-3 15,1-4 1-15,-3 1-2 16,-3-4-14-16,-4 0-41 16,-2-1-22-16</inkml:trace>
  <inkml:trace contextRef="#ctx0" brushRef="#br0" timeOffset="30402.48">15537 4932 155 0,'0'0'8'15,"0"0"9"-15,0 0-7 16,0 0-7-16,0 0 0 16,0 0-4-16,0 0-2 0,0 0 3 15,0 0 4-15,31 43-2 16,-18-18 0-16,2 0 0 15,1 0-2-15,0-1 1 16,-3-3 0-16,0-2-1 16,1 1 2-16,-5-5-2 0,2-1 3 15,-2-1-3-15,0 0 1 16,-2-3 0-16,4 0-1 16,-6-3-3-16,3-2-34 15,-4-4-21-15</inkml:trace>
  <inkml:trace contextRef="#ctx0" brushRef="#br0" timeOffset="30588.36">15789 5104 232 0,'0'0'4'0,"0"0"-6"15,0 0-1-15,0 0 3 16,0 0 1-16,0 0-1 15,11 38 0-15,-7-28 2 16,0 0-5-16,1-2-30 0,-2-5-40 16</inkml:trace>
  <inkml:trace contextRef="#ctx0" brushRef="#br0" timeOffset="30737.44">15793 4916 90 0,'0'0'100'0,"0"0"-102"15,0 0 1-15,0 0-47 16</inkml:trace>
  <inkml:trace contextRef="#ctx0" brushRef="#br0" timeOffset="31391.89">15916 5017 99 0,'0'0'10'16,"0"0"-9"-16,0 0 0 15,0 0 1-15,0 0-1 16,29 40 2-16,-26-33 2 0,1-1 1 15,0 1 0-15,-2-3-3 16,1-1 0-16,-1-1 2 16,-2-1-1-16,0 2 0 15,0-3 1-15,0 0 3 16,0 0 17-16,0 0-14 0,0 0-4 16,-3-4-3-16,1-3-1 15,0-1-2-15,-1-2-1 16,2 1 0-16,1-1 2 15,0 0 1-15,0 1-2 0,6 2-1 16,2 1 1-16,1 1-1 16,1 0-1-16,-1 2 2 15,2 2-1-15,0 0 0 16,1 1 0-16,-1 0-1 16,0 0 1-16,-1 4-1 15,0 2-3-15,-3-1 2 0,-1 2 2 16,-3-1-1-16,0 0-1 15,-3-1-1-15,0-3-5 16,0 1 4-16,-4-2-3 16,0-1 5-16,-4 0 3 15,3-1-2-15,-1-8 2 0,3-1-2 16,0-4 1-16,1 1 1 16,2-1 0-16,0-1 3 15,0 3 0-15,2-1 3 16,3 3 0-16,2 2-1 15,-1 1 2-15,3 2 1 16,0 1-4-16,0 1-4 0,2 3 0 16,-1 0-1-16,0 0 0 15,-1 7-3-15,1 1-1 16,-4 0-6-16,1 3-7 16,-4-2-27-16,-2-2-20 0</inkml:trace>
  <inkml:trace contextRef="#ctx0" brushRef="#br0" timeOffset="31726.14">16252 4887 183 0,'0'0'32'0,"0"0"-30"0,0 0 2 0,0 0 1 16,0 0-4-16,35-43 0 15,-33 36-1-15,0 0 1 0,-2 0 1 16,0-2-2-16,0 4 1 16,-2-1 1-16,-4 2-8 15,-1 2 13-15,-4 1-8 16,2 1-1-16,0 0 1 16,-1 1 6-16,4 9-3 0,0 0-2 15,3 3 1-15,3 1-1 16,0-1 1-16,0 0 0 15,4-2 0-15,6 0-1 16,3-3 0-16,2-3-2 16,2-1-16-16,0-4-17 0,1 0-22 15</inkml:trace>
  <inkml:trace contextRef="#ctx0" brushRef="#br0" timeOffset="32139.11">16420 4711 66 0,'0'0'159'0,"0"0"-145"15,0 0-11-15,0 0-4 16,0 0 1-16,0 0-1 0,0 0-1 16,0 0 1-16,0 0 0 15,41 29 1-15,-34-17 1 16,-3-4-1-16,0 2 0 15,-1-1 0-15,-1-3-1 16,0-1 1-16,-2-2 1 0,0-2-3 16,0-1 2-16,0 0 5 15,-2 0-2-15,-2-5-1 16,0-5 1-16,1-2-1 16,-1 0-3-16,2-3 1 15,2 1 2-15,0 1-3 0,0 2-1 16,0-2 4-16,4 5-3 15,1 0 3-15,3 3-1 16,-3 1 0-16,4 4-1 16,-1 0 0-16,1 0-2 15,1 4 0-15,-1 5-11 0,0-1-12 16,2 2-13-16,-4-3-18 16,1-4-61-16</inkml:trace>
  <inkml:trace contextRef="#ctx0" brushRef="#br0" timeOffset="32509.22">16702 4513 63 0,'0'0'53'16,"0"0"-24"-16,0 0 9 16,0 0-19-16,0 0-4 0,0 0-14 15,0 0-2-15,-39-29 2 16,30 37 2-16,4 3-3 15,-3 2 1-15,6-2-1 16,1 2 0-16,1-1 0 16,0-3 0-16,7 1 0 0,0-4 0 15,3 1-3-15,2-4 3 16,-3 1 3-16,2-1 0 16,0 1-2-16,-4 0 1 15,-1 1-3-15,-1-1 0 16,-5 2-1-16,1-2 2 15,-1 3 0-15,0-1-1 0,-6-2 1 16,-4 3 0-16,-1 0 3 16,-1-1-4-16,1-2 3 15,-3 1-1-15,3-1-6 16,2-3-19-16,2-1-26 0,2 0-11 16</inkml:trace>
  <inkml:trace contextRef="#ctx0" brushRef="#br0" timeOffset="32730.55">16773 4476 227 0,'0'0'5'0,"0"0"-8"15,0 0 2-15,0 0-2 16,0 0 2-16,0 0 1 0,0 0 0 15,30 40 2-15,-27-29-1 16,1-1-3-16,-2 2-11 16,0-4-23-16,0-4-13 15,1-2-38-15</inkml:trace>
  <inkml:trace contextRef="#ctx0" brushRef="#br0" timeOffset="32886.19">16759 4352 264 0,'0'0'2'15,"0"0"3"-15,0 0-1 16,0 0-15-16,0 0-87 16,0 0 55-16</inkml:trace>
  <inkml:trace contextRef="#ctx0" brushRef="#br0" timeOffset="33263.01">16908 4408 102 0,'0'0'107'16,"0"0"-104"-16,0 0-3 15,0 0-1-15,0 0 2 16,0 0-1-16,0 0-1 0,-11 41 1 16,11-28 0-16,0-2 1 15,2-3-1-15,5-3-1 16,0-1 0-16,4-2-3 16,-2-2 9-16,-1 0 1 15,2-6 5-15,-3-1 0 0,0-3 0 16,-3-1 5-16,-1-2-2 15,-3 0-1-15,0 0-1 16,-1 2-6-16,-6 1-7 16,-3 0 0-16,-2 6 2 0,-1 4-8 15,-1 0-6-15,1 0-5 16,1 10-6-16,1 1-19 16,2-2-34-16</inkml:trace>
  <inkml:trace contextRef="#ctx0" brushRef="#br0" timeOffset="33661.32">17038 4314 204 0,'0'0'2'0,"0"0"3"16,0 0-5-16,0 0-28 15,0 0 6-15,0 0 24 16,0 0 0-16,0 0-2 16,0 0 0-16,16 43 0 0,-12-33 1 15,0-3-1-15,-3 1 0 16,1-2 0-16,-1-1 0 16,0-3 0-16,-1 1 0 15,0-3 2-15,0 0 38 16,0 0-17-16,-2-6-15 0,-1-2 0 15,1-2-3-15,0 0-1 16,0 0 2-16,2 0-4 16,0 2-2-16,0 0 0 15,0 3 0-15,4 1 1 16,1 2 0-16,4 2-2 0,0 0 0 16,1 0-5-16,2 0-39 15,-1 6-33-15,0-3-57 16</inkml:trace>
  <inkml:trace contextRef="#ctx0" brushRef="#br0" timeOffset="34381.26">17187 4293 125 0,'0'0'16'0,"0"0"20"16,0 0-1-16,0 0-13 15,0 0-18-15,0 0-7 0,0 0 6 16,0 0-2-16,0 0-1 15,-33 10-1-15,33 1 1 16,0-2 0-16,0-1 0 16,0-3 1-16,6-2-2 15,2-2-1-15,1-1 7 0,0 0-4 16,2-10 1-16,-2-4 1 16,2-6 0-16,-2-2-1 15,2-3 0-15,-5-5 1 16,-1 0-2-16,-1-1 0 15,-2 0-1-15,-2-2 0 0,0 2-2 16,-2 2-3-16,-6 1-6 16,-1 6 6-16,-1 2 0 15,0 5 6-15,1 4 4 16,2 2-2-16,-1 4 1 16,4 2-1-16,2 3-5 0,0 0 2 15,0 0-2-15,2 8 1 16,0 5-1-16,0 2 1 15,2 3 1-15,4 3 1 16,4 1-1-16,-1 0 0 16,1-1 1-16,3 2 0 15,-2-5-1-15,2 0 1 0,0-3-1 16,0-2 1-16,-1-4-1 16,-2-2 1-16,2 0-2 15,0-4 1-15,-2-2 5 16,-1-1-3-16,1 0-1 15,-2 0 0-15,-2-7 0 16,-1-2 1-16,-2 2 0 0,-3-4-1 16,0 1-1-16,0 0 0 15,0 1-1-15,0 3 0 16,0 2-3-16,0 0 5 16,-1 1-1-16,-1 2 2 0,2 1 0 15,0 0-3-15,0 0-3 16,0 0 3-16,2 2 1 15,4 4 0-15,0-3 0 16,1 2 1-16,1-1-1 16,-1 0 0-16,2-1 1 15,0 0-2-15,-2-3 0 0,2 0-25 16,-5 0-35-16,1 0 4 16</inkml:trace>
  <inkml:trace contextRef="#ctx0" brushRef="#br0" timeOffset="35106.87">17335 3803 162 0,'0'0'10'0,"0"0"11"0,0 0 3 0,-19-37-10 0,19 29-9 16,0 0 1-16,0 0-3 15,0 2 6-15,3 1-2 16,1 3-1-16,1 1-3 16,2 1-2-16,0 4-2 0,4 10 1 15,3 6-1-15,2 7 2 16,3 4-1-16,1 2 1 16,0 0 0-16,0-3 1 15,-1-2-1-15,0-7-1 16,-2-1 1-16,-2-4-1 0,-1-5 0 15,-2 0 1-15,1-4-1 16,-3-4 1-16,-1-1 0 16,0-2-1-16,0 0 2 15,-4-9 0-15,3-5 1 16,1-3-1-16,0 2-2 0,-2-3 1 16,0 4-1-16,-1 4 0 15,-1 3 0-15,-3 4 1 16,-1 3 1-16,2 0-2 15,0 0-1-15,1 5-1 16,1 3 1-16,4 3 1 0,-4 1 1 16,3 1-1-16,-1-2 0 15,1-1 1-15,0-3-1 16,0-2 1-16,-3-2-1 16,1-3 0-16,0 0 1 15,2-4 2-15,-1-10 7 16,3-3-4-16,4-3-5 0,-3 2 0 15,-2-1-1-15,1 6 2 16,-2 6-2-16,-4 3 0 16,0 4 2-16,1 0-4 15,2 11-3-15,2 4 6 16,4 6-1-16,1 0 2 0,1 6-2 16,2 2 2-16,-2-1-2 15,1 3 0-15,-3-1 1 16,-1-1-1-16,-2 2 0 15,-4-3 0-15,1-2 0 16,-1-5 1-16,-3-1-3 0,0-2-5 16,-3-5-15-16,0-2-20 15,-6-6-40-15</inkml:trace>
  <inkml:trace contextRef="#ctx0" brushRef="#br0" timeOffset="35491.56">17534 3884 72 0,'0'0'18'0,"0"0"-17"0,0 0 2 0,20-40 4 16,-6 30 8-16,1-4 7 15,2 1 11-15,4-3-1 16,1 0-4-16,4-1-4 16,1-2-7-16,0 1 0 0,3-1-2 15,-1 1-3-15,-2 2-3 16,0 1 0-16,-2 0-2 15,-3 4 2-15,-4 1-5 16,-1 4-3-16,-3 2 1 16,-1 1-2-16,-1 3 0 15,-1 0-7-15,-8 4-31 0,-3 2-55 16</inkml:trace>
  <inkml:trace contextRef="#ctx0" brushRef="#br0" timeOffset="36827.15">14535 4809 51 0,'0'0'10'0,"0"0"-9"0,0 0 0 0,0 0 0 0,0 0-2 15,0 0 2-15,0 0-4 16,0 0-39-16</inkml:trace>
  <inkml:trace contextRef="#ctx0" brushRef="#br0" timeOffset="38933.48">14528 4949 69 0,'0'0'5'0,"0"0"9"0,0 0-3 0,0 0-6 16,0 0-2-16,0 0-2 16,0 0-1-16,0 0 0 15,0 0 1-15,0 0 2 0,-29 6 0 16,26-5 2-16,1 1-3 15,1-1-1-15,0-1-1 16,1 2 0-16,0 0 0 16,0-2 0-16,0 0 0 15,0 1-2-15,4-1 2 0,3 0 1 16,2 0 2-16,3-1 1 16,-1-3 0-16,1-2-2 15,1 0-2-15,-1 0 1 16,2-3-1-16,-3 2 0 15,3 0-2-15,-1-2 4 0,0 0 0 16,3 0 1-16,-1-1 2 16,-1 0-3-16,2 0 0 15,0 2-1-15,-1-1 1 16,1-1-1-16,-1 0 0 16,3 0 1-16,-4 0-1 15,1-1-1-15,-1 2 2 0,1-2 0 16,-1 1 9-16,1 0 2 15,-1 0-4-15,4-1-5 16,-3 1-1-16,1 0-2 16,0 0 0-16,2 0-1 15,0-1 1-15,-3 1-1 0,3-1 0 16,0-1 0-16,2-1 0 16,-2 2 0-16,2-2 0 15,0 0 0-15,2-1 0 16,-1 1 0-16,3-1 1 0,-2 0-1 15,1-2 0-15,1 2 0 16,-1 0 0-16,-1 0 2 16,0 0 0-16,-2 2-1 15,1-1 1-15,-2 2-1 16,2-1 1-16,-2 1-2 16,0 1 1-16,4-4-1 0,3 3 0 15,-1-3 0-15,1-1 0 16,3-2 0-16,0 0 1 15,0-1-1-15,1-1 0 16,-1 1 1-16,-2-2-1 0,0 2 2 16,-3 0-2-16,-2 1 1 15,0 2 0-15,1-1 0 16,-3-1 0-16,0 2 0 16,2-2-1-16,1 1 1 15,-1-1-1-15,1-2 0 16,3 2 1-16,-1-2 0 0,0 1 1 15,-1 0-2-15,-2 2 4 16,1-1 1-16,-1 0 5 16,-1-1-3-16,0 2 0 15,0-1-2-15,-3 0-3 16,2 1 1-16,-4-3-2 0,2 1 0 16,-2-1-1-16,3-1 1 15,-2-1 0-15,-1-1-1 16,2 1 2-16,0-3 0 15,-1 1-1-15,-1 0 1 16,-1-1 2-16,-2 1 0 0,-3 2-2 16,-4 1 0-16,0 0 0 15,-4 3 1-15,-2 0 2 16,0 5 3-16,0 0 1 16,0 1 1-16,0 0-6 15,-2 2-4-15,-3-4 0 16,0 5 0-16,-3-3-1 0,-1 0 0 15,-2 1 2-15,-3-1-3 16,-1 1 1-16,-3-2-2 16,-2 1 6-16,0 3-4 15,-2-1 1-15,2 1 0 0,-2 2 2 16,1 0-3-16,-1 2 0 16,0 3-1-16,-1-1-3 15,-2 2 5-15,-2 0-3 16,0 0 6-16,-2 0-5 15,1 0 1-15,-1 0 3 0,-2 3-1 16,1 0-1-16,1 0 1 16,1 1-1-16,-1 0 0 15,2 2 0-15,-1 1 0 16,-1 1-1-16,0 3 1 16,-2 1-3-16,-5 1 0 0,-1 3-5 15,-2 1 5-15,-2 0 0 16,0 0-1-16,3 1-1 15,-1-1 6-15,3 2-2 16,5-1 1-16,-2-1 0 16,-2 3 0-16,-1-1 0 15,0-1-2-15,-3 2-8 0,-2 1 4 16,1 1-11-16,2-1 25 16,3 0-8-16,2 1 1 15,2 0 0-15,1 1-1 16,-1 0 0-16,2 2 0 15,-2 2 0-15,0 0 0 0,1 0 0 16,1-1 2-16,1-2-4 16,3-1 2-16,1-2 2 15,3 2-4-15,0 1 4 16,2-3-2-16,-3 3 0 16,4 2 0-16,-2 1 0 0,0 0 0 15,2 1 0-15,-3 3 0 16,4 1 0-16,-1 0 0 15,-2-2 1-15,4 0-2 16,0 0 2-16,3-2-1 16,-1 0 0-16,2-2 0 15,1 1-1-15,1 0 2 0,1-3-1 16,1 3 0-16,1-3 0 16,-1 2 1-16,2-2-1 15,0 0 0-15,3-1 0 16,-3 0 0-16,1-5 1 0,3 1-1 15,1-1-1-15,0-1 1 16,1-3-1-16,0 2 2 16,0 1 0-16,0-2 0 15,2 3-1-15,2-4 1 16,1 3-1-16,-1-3 0 16,-1-2-1-16,3-1 0 0,-1-4 1 15,4 3 0-15,1-3-1 16,3 0-21-16,0-1-22 15,-4-2-56-15</inkml:trace>
  <inkml:trace contextRef="#ctx0" brushRef="#br0" timeOffset="39773.67">13786 6915 9 0,'2'0'17'0,"0"-2"-2"0,-1 2-3 16,1 0-7-16,-2 0-4 0,0 0-1 15,0 0 0-15,0 0-2 16,0 0 6-16,-2 2 7 15,-1 1-8-15,-3 1 3 16,1 1-3-16,3 1 0 16,1-3-2-16,-1 1 0 0,2-1-1 15,0-1 1-15,0-1 0 16,0-1 3-16,0 1 0 16,0-1-4-16,0 2 5 15,2-2 7-15,4 0-4 16,0 0 0-16,1-2 2 0,2-4 5 15,2-2-2-15,0 0 2 16,2-1-4-16,3-1-8 16,-3 0-2-16,3 3-1 15,-1-1 0-15,-1-1-2 16,0 2-8-16,-1 3-10 16,-2 1-4-16,-4 1-1 0,-1 2-17 15</inkml:trace>
  <inkml:trace contextRef="#ctx0" brushRef="#br0" timeOffset="39964.6">13878 6956 147 0,'0'0'20'0,"0"0"-33"15,0 0 17-15,0 0 0 0,0 0 1 16,47-33 1-16,-28 22-2 15,2-2-3-15,-1 2-1 16,2-2-1-16,1 0-37 16,-6 0-40-16</inkml:trace>
  <inkml:trace contextRef="#ctx0" brushRef="#br0" timeOffset="53069.22">17161 10849 83 0,'-2'-6'16'0,"1"2"11"0,-1-2 13 0,0 1 2 16,0 0-7-16,0 0-11 15,0-1-7-15,0 2-6 16,1 2 1-16,-1 0-2 16,2 1-4-16,0 1-3 15,0 0-3-15,0 3-3 0,0 9 2 16,0 3 0-16,0 4 2 16,0 2-1-16,0 2 0 15,0-2 0-15,3-1-1 16,-1 0-5-16,0-2-6 0,-2 1-13 15,0-5-39-15,0-3-33 16</inkml:trace>
  <inkml:trace contextRef="#ctx0" brushRef="#br0" timeOffset="53333.14">17079 11046 236 0,'0'0'6'0,"0"0"11"16,0 0-7-16,0 0 0 16,0 0-4-16,0 0-3 0,0 0 1 15,0 0-1-15,35-15-3 16,-20 13 2-16,-1-1 2 16,2 1-1-16,-2 0-3 15,0 1 2-15,-1-1-1 0,-1 2 1 16,-1 0-3-16,-1 0 3 15,-1 0-3-15,1 0-18 16,-5 0-39-16,2 0-42 16</inkml:trace>
  <inkml:trace contextRef="#ctx0" brushRef="#br0" timeOffset="53545.9">17060 10836 257 0,'0'0'1'0,"0"0"3"16,0 0-1-16,0 0 0 16,0 0-2-16,50-28 1 15,-24 28-2-15,6-2 3 0,2 0-21 16,3-3-150-16</inkml:trace>
  <inkml:trace contextRef="#ctx0" brushRef="#br0" timeOffset="54293.33">18277 10897 179 0,'0'0'4'0,"0"0"4"0,0 0 3 16,0 0 9-16,0 0-15 16,-10-37 5-16,1 32-5 15,-3 0 1-15,-1 4 4 16,0-1-4-16,-2 2 2 16,2 0-3-16,-1 0-2 0,3 8-2 15,-2 2 0-15,3 1-2 16,1 4 1-16,3 0-1 15,2-1 0-15,2 1 0 16,2-3 0-16,0-1-1 16,6-2 1-16,3-2-1 0,5-1 9 15,0-5-4-15,0-1-1 16,2 0 2-16,-1 0-3 16,1-7 1-16,-3-3-1 15,1-3 1-15,-4 2-1 16,-2-3 1-16,-1 4 0 0,-1-2 0 15,-4 4-1-15,1 2 1 16,-1 0-1-16,-2 5 1 16,1 1-2-16,-1 0-5 15,0 0 0-15,0 7 2 16,0 3 4-16,3 1 1 0,-1-1-2 16,3 3-8-16,2-3-12 15,1 0-25-15,1 0-27 16,3-6-5-16</inkml:trace>
  <inkml:trace contextRef="#ctx0" brushRef="#br0" timeOffset="54928.21">18437 10906 152 0,'0'0'24'0,"0"0"0"0,0 0-6 0,0 0-5 16,0 0-4-16,40-32-4 15,-35 32-2-15,4 0-1 16,-3 1-2-16,3 7-3 16,-5 2 1-16,1 1 1 15,-1-1 4-15,-3 2 0 0,1-1 0 16,-2-2-3-16,0-1 0 16,0-1 1-16,0-3-2 15,0-1 1-15,-3-1 0 16,1-2 6-16,-3 0 0 15,4 0-2-15,1-3-2 0,0-6-6 16,0-1-4-16,1-2-1 16,7-1 11-16,3 0-1 15,2 0 0-15,1 0-1 16,1 2 1-16,1 2-1 16,0 1 2-16,0 2-1 0,-1 3 0 15,0 2 1-15,-3 1-1 16,2 0 1-16,-4 4-2 15,-1 3 0-15,-2 3-2 16,0-1-1-16,-3 4 1 16,-1-2 2-16,-3-1 1 0,0-3-3 15,0 0-4-15,0-2-4 16,0-1 5-16,-4-4 2 16,3 0 11-16,-1 0 1 15,0-3-1-15,2-6-1 16,0-1-5-16,2-2 0 15,5-3 7-15,4 0-5 0,2 1-2 16,3-1-1-16,4 1 0 16,-2 4 2-16,2 0-2 15,3 3 2-15,1 4 2 16,-5 1-3-16,2 2 0 16,-3 0-1-16,0 5-2 0,-5 7-1 15,-1 2 1-15,-4 3-8 16,-5-2-42-16,-2-2-70 15</inkml:trace>
  <inkml:trace contextRef="#ctx0" brushRef="#br0" timeOffset="55396.13">19873 10607 275 0,'0'0'3'0,"0"0"4"0,0 0-3 0,0 0-11 0,0 0 2 16,0 0 6-16,9 40-2 16,-5-19 2-16,2 2-1 15,-2 0 0-15,-1 1 1 0,0 0-2 16,-2 1-10-16,-1-4-38 16,0-3-15-16,-4-2-21 15</inkml:trace>
  <inkml:trace contextRef="#ctx0" brushRef="#br0" timeOffset="55588.12">19729 10747 285 0,'0'0'-5'0,"0"0"0"16,45-19 9-16,-16 15-3 15,6-2-1-15,2 3-19 16,7-1-4-16,0 0-36 16,2 1-17-16</inkml:trace>
  <inkml:trace contextRef="#ctx0" brushRef="#br0" timeOffset="55981.21">20302 10678 84 0,'0'0'23'16,"0"0"50"-16,0 0-17 15,0 0-36-15,0 0-19 0,0 0 3 16,-50-15 0-16,27 15 0 16,1 5-4-16,1 3 0 15,4 3 0-15,4 0 1 16,2 1-2-16,3-1-1 16,4-1 3-16,3 1-3 0,1-2 0 15,0-2 2-15,1 0 0 16,8-1-2-16,3-4 10 15,1-2-4-15,2 0 0 16,3 0-2-16,0-4-1 0,0-4 1 16,-2-1-2-16,-3-1 1 15,1-1 1-15,-5 1 0 16,-2 0 0-16,-1 3 0 16,1 3 5-16,-6-2 6 15,0 6-1-15,0 0-6 16,-1 0-11-16,0 0 0 0,2 4 5 15,2 5 1-15,1 1 0 16,1-1-1-16,1 2-1 16,4-1-22-16,-2-2-37 15,2-5-63-15</inkml:trace>
  <inkml:trace contextRef="#ctx0" brushRef="#br0" timeOffset="56236.41">20498 10569 271 0,'0'0'5'0,"0"0"-1"0,0 0-7 0,0 0 1 16,0 0-1-16,0 0 3 0,20 44 2 15,-13-27-1-15,-3 3 0 16,-3 1-2-16,2-1 1 16,-2-3 1-16,-1 0-29 15,0-5-40-15,0-2-29 0</inkml:trace>
  <inkml:trace contextRef="#ctx0" brushRef="#br0" timeOffset="56825.84">20703 10552 165 0,'0'0'116'16,"0"0"-112"-16,0 0-1 16,0 0-8-16,0 0-9 0,0 0 10 15,0 0 1-15,-40 48 5 16,15-28-1-16,-1 1-4 15,2-4 12-15,5-2-8 16,0-5 1-16,9-2-2 16,0-3 2-16,7-3-1 0,3 0 0 15,0-2-4-15,0 0-1 16,9 0 16-16,4 0-10 16,2 0 1-16,1-3-2 15,0 3-1-15,-2 0 1 16,1 0-1-16,-2 0-1 15,-3 6-2-15,1 2 1 0,-2 2 0 16,2-1 0-16,0 2 2 16,2-3 0-16,-3-3 0 15,2-1 1-15,3-1 0 16,-1-3 1-16,2 0 0 16,2 0 1-16,1-4-2 0,-2-4 0 15,3-3 0-15,-5-1-1 16,1-1 1-16,-4-2 0 15,-1 1 0-15,-5 3-2 16,-3 0 2-16,1 3-1 16,-4 3 0-16,0 2 6 0,0 3 1 15,0 0-9-15,-4 0 8 16,0 5-7-16,1 5 1 16,1 0-1-16,2 0 1 15,0 0-1-15,0 0 2 16,3-1-1-16,5-1-1 0,1-2 5 15,3-2-7-15,0-2-40 16,3-2-46-16</inkml:trace>
  <inkml:trace contextRef="#ctx0" brushRef="#br0" timeOffset="56955.52">20980 10532 282 0,'0'0'6'16,"0"0"-3"-16,0 0-2 0,0 0-25 0,0 0-116 0</inkml:trace>
  <inkml:trace contextRef="#ctx0" brushRef="#br0" timeOffset="57751.12">21136 10629 190 0,'0'0'38'16,"0"0"-27"-16,0 0-9 16,0 0-5-16,0 0-3 15,0 0 13-15,0 0-1 16,0 0-1-16,12 45-1 15,-11-38-1-15,1 2 2 0,0-2-1 16,1-1-1-16,0-2 0 16,-3-1 0-16,2-2-2 15,-1-1 1-15,-1 0 3 16,0 0 28-16,2-3-19 16,-1-4-12-16,1-1-1 15,2-4 1-15,0 2-1 0,2-3-1 16,1 2 0-16,1 1 0 15,3 2-2-15,2 1 0 16,0 1 0-16,1 2-2 16,-1 4 0-16,3 0 3 15,-3 0 0-15,2 0-1 0,-2 5 1 16,1 2 1-16,-1-1-1 16,1 1 0-16,-2 0 1 15,1-1 1-15,0-3-1 16,-1-1 0-16,1 0 1 15,-4-2 0-15,2 0 0 0,1 0 0 16,-2-3 3-16,-3-4 2 16,-1 1-1-16,-1-2-3 15,-3 0 0-15,-2 0-1 16,0 1-2-16,-1 0-1 16,-7 4-2-16,-3-1-7 0,-1 4 8 15,-3 0 6-15,2 0-3 16,0 0 0-16,2 7 2 15,4 0-3-15,1 2-1 16,4 1-3-16,2 0-1 16,0 2 3-16,2 0 2 0,7 1-1 15,1-1 6-15,-1 1-3 16,1 0 0-16,0-2 0 16,-2 1-1-16,0 0 0 15,-5-3-1-15,-2 1 1 16,-1-3-1-16,0 3 4 0,-4-3 1 15,-7 0-1-15,-3-1 0 16,-3-1-1-16,-1 0 13 16,-2-2-13-16,1-2 2 15,3 1-15-15,6-2-2 16,3-2-50-16,7-11-118 0</inkml:trace>
  <inkml:trace contextRef="#ctx0" brushRef="#br0" timeOffset="58135.16">22317 10393 297 0,'0'0'4'0,"0"0"-6"0,0 0 0 0,0 0-2 15,0 0 3-15,38 54 1 0,-31-34 1 16,2 1 0-16,-2 1 0 16,-1-1-1-16,0 0 0 15,-1-4 2-15,-1-1-2 16,-4-4 0-16,0-2-33 16,-4-4-66-16</inkml:trace>
  <inkml:trace contextRef="#ctx0" brushRef="#br0" timeOffset="58327.12">22210 10416 279 0,'0'0'-3'16,"0"0"6"-16,0 0-3 15,51-19-3-15,-24 15-16 0,3 1-30 16,1 0-43-16</inkml:trace>
  <inkml:trace contextRef="#ctx0" brushRef="#br0" timeOffset="58690.22">22581 10465 251 0,'0'0'29'15,"0"0"-41"-15,0 0 19 0,0 0-6 16,0 0 2-16,43 3-1 16,-27-10-1-16,3-1-1 15,-3-1 1-15,-1-1 0 16,-4 0 1-16,-4 3 3 0,0-2 3 15,-7 3 0-15,0 1-3 16,0 1-1-16,-12 4-8 16,-2 0 11-16,-3 0-7 15,0 4 2-15,-1 7-2 16,3 2 0-16,1-1-1 0,7 2 0 16,3 0-2-16,2 0-1 15,2-1 0-15,2 0 1 16,10-2-5-16,5-1-15 15,2-3-33-15,6-4-61 16</inkml:trace>
  <inkml:trace contextRef="#ctx0" brushRef="#br0" timeOffset="58995.76">23005 10421 262 0,'0'0'6'0,"0"0"5"15,0 0 4-15,0 0-12 16,0 0-5-16,0 0 5 16,-51-24 1-16,31 24-1 15,-2 7-2-15,3 2-1 0,1 2 0 16,3-2 0-16,8 1 0 16,0-3-1-16,6 0-3 15,1-4-5-15,2-2 2 16,11-1 16-16,3 0-6 15,1 0 2-15,3 0-3 16,1-3 5-16,-4-1 4 0,1 1-1 16,1 3-6-16,-1 0-2 15,0 0-2-15,-2 0-5 16,-2 0-130-16</inkml:trace>
  <inkml:trace contextRef="#ctx0" brushRef="#br0" timeOffset="61408.94">17130 11703 104 0,'0'-5'3'0,"0"0"4"0,0 0 5 0,0 2 1 16,0 0 3-16,0 1 6 16,0 0 3-16,0-1 0 15,0 2-5-15,0 0 0 0,0-1-9 16,0 2-5-16,0 0-1 16,0 0-2-16,0 0-4 15,0 0-6-15,0 5 7 16,0 5-2-16,0 2 3 15,0 4-2-15,0 2 1 0,0-1-2 16,0 1 0-16,-1 0 2 16,-1-1 2-16,-1-1-1 15,0-1-3-15,1 2 3 16,0-2-2-16,1 0 3 16,-3-1-2-16,4-1 0 15,0-3 0-15,0-1 0 0,0 0 0 16,0-3 0-16,0-3 0 15,5 0 3-15,0-2-1 16,2-1 3-16,1 0-2 16,2 0 0-16,-1 0-3 0,0 0 1 15,1 0 2-15,0-4-2 16,-1 1-4-16,0-2-8 16,0 1-7-16,-4-4-21 15,-2 1-37-15,0 0-68 16</inkml:trace>
  <inkml:trace contextRef="#ctx0" brushRef="#br0" timeOffset="62056.88">16985 11841 173 0,'0'0'16'0,"0"0"8"0,0 0-14 0,0 0 10 16,0 0 4-16,37-2-10 0,-18-1-9 16,5 0-2-16,3 0-3 15,0 1 1-15,3 0-2 16,0-1-26-16,-3-1-52 15,0 1-104-15</inkml:trace>
  <inkml:trace contextRef="#ctx0" brushRef="#br0" timeOffset="62248.84">17346 11880 248 0,'0'0'6'0,"0"0"-3"16,0 0 5-16,5 44-3 0,-3-21-4 15,-1 2-1-15,-1 5-13 16,0 1-82-16</inkml:trace>
  <inkml:trace contextRef="#ctx0" brushRef="#br0" timeOffset="62883.95">18773 11509 222 0,'0'0'6'0,"0"0"2"0,0 0-2 0,0 0-4 16,0 0-8-16,0 0 2 15,0 0 10-15,0 0-8 16,-10 39 4-16,4-20 0 15,3 0-1-15,-1 4 3 16,-1-2-3-16,1 3-1 16,0-3 0-16,-1 1 0 0,3-4 1 15,-1-1-1-15,2-3-1 16,0-2 1-16,1-3 2 16,0 0 1-16,0-3 0 15,0 0 2-15,1-2 2 16,3-2-3-16,3 0 5 0,-2-2 0 15,1 0-1-15,1 0-2 16,3 0-3-16,-2 0-1 16,1 0-1-16,1-4-1 15,-1-2-4-15,-1 2-11 16,-1-2-11-16,-2-1-13 0,-3 0-35 16</inkml:trace>
  <inkml:trace contextRef="#ctx0" brushRef="#br0" timeOffset="63082.58">18678 11693 286 0,'0'0'11'15,"0"0"-9"-15,0 0 0 0,0 0-1 16,0 0-1-16,0 0 2 15,47-17 0-15,-28 15-33 16,5-1-41-16,-3 1-64 16</inkml:trace>
  <inkml:trace contextRef="#ctx0" brushRef="#br0" timeOffset="63437.62">18917 11755 264 0,'0'0'8'16,"0"0"2"-16,0 0-4 15,0 0-4-15,0 0 1 16,0 0-4-16,0 0 4 16,0 0 3-16,48-23-5 0,-35 23 1 15,0 0-2-15,-1 0 0 16,-1 9-1-16,-8 1-3 15,-1 1-29-15,-2 3-24 16,-2 2 0-16,-10-2 33 16,1 0 16-16,-2-2 13 15,3-2 3-15,0-3 16 0,3-3 10 16,2-1-4-16,4-2-7 16,1-1-6-16,0 0-9 15,15 0-3-15,7 0 3 16,7-3 3-16,8-5-9 15,8-5-29-15,5-1-117 0</inkml:trace>
  <inkml:trace contextRef="#ctx0" brushRef="#br0" timeOffset="63951.39">20478 11369 202 0,'0'0'3'0,"0"0"-2"0,0 0-1 15,0 0 2-15,0 0-4 16,0 0-3-16,0 0 5 16,0 0 7-16,17 43-1 0,-17-24 4 15,-5 1-3-15,1 2-2 16,-3-3 2-16,3 1 1 15,2-3-2-15,-2-2 1 16,2 0-2-16,1-5 1 16,1 0-2-16,0-3 2 0,0 0 1 15,0-1-2-15,5-1-1 16,-1-2 0-16,3 0 2 16,2-1-2-16,1 0-2 15,2-2 1-15,2 0-2 16,-1 0 0-16,1 0-3 0,-4-2-14 15,0-4-3-15,-2-2-24 16,-5-3-71-16</inkml:trace>
  <inkml:trace contextRef="#ctx0" brushRef="#br0" timeOffset="64151.22">20431 11511 346 0,'0'0'-4'0,"0"0"0"16,0 0 1-16,0 0 7 15,0 0-1-15,53-19 0 16,-33 18-3-16,3 1 0 16,4 0-8-16,-3 0-41 15,3 0-73-15</inkml:trace>
  <inkml:trace contextRef="#ctx0" brushRef="#br0" timeOffset="64621.1">20788 11541 268 0,'0'0'-1'0,"0"0"10"15,0 0-5-15,0 0 4 0,0 0 2 16,0 0 3-16,0 0 0 16,0 0-7-16,-13-8-6 15,21 7 8-15,6 1-7 16,4 0 0-16,-1 0 0 16,2 3-1-16,1 4 0 15,-5 0 0-15,-3 4-2 0,-7-1-4 16,-2 2-9-16,-3-1 1 15,0 1 3-15,-6-2 2 16,-7-2 14-16,1 1-2 16,-3-4-2-16,4 1 3 15,4-2-4-15,-1 0 0 0,6 1 0 16,2 0-5-16,1 1-1 16,11 1 1-16,2 2 8 15,5 2 1-15,1 2 3 16,-2-2-5-16,0 3-1 15,-5-4-1-15,-3 0 1 0,-6-1 1 16,-4-1-6-16,0-2 2 16,-10 1 0-16,-7-1 6 15,-4-1-12-15,-3-4-31 16,0-1-66-16</inkml:trace>
  <inkml:trace contextRef="#ctx0" brushRef="#br0" timeOffset="65220.03">22605 11231 185 0,'0'0'4'0,"0"0"0"0,0 0 7 0,0 0 7 15,0 0-11-15,0 0-5 16,35-5-2-16,-34 7 0 0,-1 7 3 15,0 1 11-15,0 4-6 16,0 3 1-16,-1 1-5 16,-4 2-1-16,0 0 0 15,-2-1-2-15,4-1 2 16,-1 0-2-16,4-5 1 0,0 0 0 16,0-2-1-16,5-4-1 15,4 0 0-15,0-1 7 16,4-3-2-16,0 1 0 15,3-2-4-15,2 0 1 16,-2-2-3-16,-1 0-22 16,0 0-39-16,-3-2-58 0</inkml:trace>
  <inkml:trace contextRef="#ctx0" brushRef="#br0" timeOffset="65432.52">22605 11374 311 0,'0'0'-2'16,"0"0"2"-16,0 0 1 0,0 0 4 16,0 0-2-16,57-1-1 15,-30 0-2-15,4 1 0 16,4 0-29-16,-3 0-52 15,2 0-18-15</inkml:trace>
  <inkml:trace contextRef="#ctx0" brushRef="#br0" timeOffset="65772.7">23104 11376 265 0,'0'0'27'0,"0"0"-26"15,0 0-10-15,0 0 4 16,0 0 15-16,-53 31-11 16,34-21-3-16,-3 1-2 0,3 2 5 15,2-3 1 1,4 1 0-16,-1-1 0 0,4-2 1 16,4-1-1-16,3-2-1 15,3 0-1-15,0-1-1 16,0-1 9-16,9-2 1 15,3 1 7-15,3 0-2 0,2-2-4 16,3 0-5-16,1 0-1 16,0 0-1-16,-2 0 0 15,0 0 0-15,-3 0-1 16,0 0 0-16,-7 0-2 16,0 0-14-16,-4 0-31 0,1-4-39 15</inkml:trace>
  <inkml:trace contextRef="#ctx0" brushRef="#br0" timeOffset="66036.42">23102 11407 114 0,'0'0'47'0,"0"0"-46"16,0 0 7-16,0 0 23 16,11 37-7-16,-8-20-7 15,0 3-4-15,0 1-6 16,1 3-4-16,-4 3-2 0,0 2-1 16,0 3 1-16,-4-2-7 15,-3-1-49-15,-2-4-118 16</inkml:trace>
  <inkml:trace contextRef="#ctx0" brushRef="#br0" timeOffset="71955.89">23603 10393 44 0,'-4'0'17'0,"1"-1"4"0,0-1-12 0,1 2-3 16,-1-1-3-16,1 1 0 15,1-2 0-15,-1 1 3 16,1 1 1-16,-1-3 4 16,2 2 1-16,-2-1-7 0,0-2-3 15,0 2 0-15,0-2-1 16,-1 1 2-16,2-1 2 16,-1 1 2-16,2-1 0 15,-2 1-7-15,1 0 3 16,1 2 2-16,0-2 0 0,0 3-5 15,0-3 0-15,0 2-1 16,1 1 2-16,3-2-1 16,0 2 0-16,1 0 0 15,1 0 0-15,0 0 0 16,0 0-1-16,-1 0 1 0,4 3 0 16,-3 0 0-16,1 1-1 15,-1 1 0-15,4 2 1 16,-5-1 0-16,3 1-1 15,-4 1 0-15,3 1-1 16,-3-1 0-16,-1 4-1 16,0-1 1-16,-1 0-1 0,-2 2-2 15,0 3 1-15,0 1 2 16,0 1 2-16,-4 2 2 16,-1 0-2-16,-4 0 1 15,4 1-1-15,-2 1 0 16,-1-1 0-16,-1-2 0 0,2 1 1 15,0-1-1-15,1 2 0 16,-2-2 2-16,4-1-2 16,-1 2 0-16,2-3 0 15,3 0 0-15,0-1-3 16,0 1 6-16,6-3 0 0,2-1 1 16,4-3 1-16,1 1 0 15,2-5-1-15,-2-1 0 16,3 0-1-16,-3-3 2 15,-3-1-3-15,-3 0 0 16,-1-1-2-16,-3 0 1 0,-1 0 1 16,-1 0-1-16,-1 0 1 15,0 0-1-15,0 1-2 16,0 1-5-16,-1 2 10 16,-4 0-4-16,-1 3 0 0,0 3-1 15,3 0 0-15,-2 5-2 16,4 0 0-16,1 4-3 15,0 1 7-15,0 2 1 16,2 2-4-16,5 3 2 16,-2-1 2-16,2 1-2 15,-1 1 1-15,1-1-2 0,-3 0 1 16,1 0-2-16,-1-1 2 16,-2 0 0-16,-1-1 3 15,1-1-1-15,0-1-2 16,-2-2 1-16,0 2 0 15,0-2 0-15,0 2 0 0,0-2 0 16,0 3-1-16,-5-1 1 16,-6-2 0-16,1 1 0 15,-2-4 3-15,-4-2-3 16,0-2 2-16,-4-4 0 16,-5-3 1-16,-2-1-1 0,-4-5-1 15,-1 1 0-15,-1-2-1 16,2 0 1-16,4 0-1 15,3-6-2-15,6-3-14 16,5-1-17-16,7-5-36 16</inkml:trace>
  <inkml:trace contextRef="#ctx0" brushRef="#br0" timeOffset="72701.12">24085 10880 46 0,'0'0'7'0,"0"0"6"0,0 0 0 0,0 0-2 16,0 0 0-16,0 0-3 15,0 0 0-15,-1 0 0 16,0 0 0-16,1 0-6 16,0 0-3-16,0 0-4 15,0 0 4-15,0 0 1 0,0 4 0 16,0 1-1-16,-2 0-1 15,1 1 1-15,0 1 1 16,-1 0 1-16,1 0-1 16,1 0 1-16,-3 0-1 15,3-2 0-15,0-2 0 0,0-2 0 16,0-1 1-16,0 0 32 16,0-3 31-16,4-7-52 15,5-5-9-15,8-4-2 16,3-2 0-16,9-2-1 15,8-4 1-15,2 2-8 0,4-4-57 16,2-2-41-16</inkml:trace>
  <inkml:trace contextRef="#ctx0" brushRef="#br0" timeOffset="75658.92">14628 6378 24 0,'0'0'4'0,"0"0"2"0,0 0-1 0,0 0 4 15,0 0-9-15,0 0 0 16,0 0 1-16,0 0 3 15,11-40 12-15,-11 36 5 16,0-2-5-16,0 1-5 16,0 0-5-16,0 2-1 0,0-1-3 15,-2 0 3-15,0 0-2 16,-2 1 3-16,2-2-1 16,0 1-2-16,1 1 0 15,-1-2 0-15,0 1-2 16,-3-1 0-16,1 2 2 0,-1-1-3 15,-3 2 0-15,0 0-1 16,0-1 4-16,-3 3-2 16,0 0-2-16,2 0 2 15,-5 0-2-15,-1 0-2 16,0 0 1-16,1 0 3 16,2 0-2-16,-1 4 1 0,0-2 0 15,1 0 1-15,1 1-1 16,-2 2-1-16,3 0 2 15,0 0-1-15,-4 0-1 16,3 2 0-16,0 2-1 0,-2-1 4 16,2 1-3-16,0 1 2 15,1 1-1-15,-1 1-1 16,0-1 1-16,1 4 0 16,2-1-1-16,-3 2 1 15,2 0-2-15,2 1 2 0,0 2-1 16,0 0 0-16,1 0 1 15,2 0-1-15,1 0 0 16,1 1 0-16,0-3-1 16,-1 2 0-16,2-2 2 15,1 0 0-15,0 1-1 0,0-1 0 16,0 3-2-16,0 0 1 16,0 1 0-16,0 3 2 15,0-2-1-15,1 1 0 16,4-1-1-16,2 1 1 15,1-2-1-15,0 1 1 16,1-3 0-16,3 0 0 0,-2-1 3 16,3-1-2-16,-1 0 1 15,1-2-1-15,0-1 2 16,1-3-1-16,1 2 0 16,1-5 0-16,-3 0 0 0,5-1-1 15,-3-3 1-15,4 0 0 16,1-3 1-16,-2-1 2 15,4 0-2-15,-3 0 1 16,0 0-1-16,1-5-1 16,-4-2 1-16,2-2-1 15,-1 1 2-15,-1-2-2 0,-1 0 1 16,-1 1-1-16,-3-2 0 16,1 0 1-16,-2-1-1 15,0-2-1-15,-1 0 1 16,-2-2 0-16,1-1-1 15,-1 0 2-15,0-4 0 0,-1 0-2 16,1-4 2-16,-3 0-2 16,1-1 1-16,-1 1 0 15,1-1 0-15,-4 2 1 16,-1 0-1-16,0 4 1 16,0 1-1-16,0 1 1 0,-6 0 0 15,0-1 0-15,-1 2 1 16,-1-3 1-16,0 2 0 15,-1-1 0-15,-1-1 2 16,-1 3-3-16,1-1 0 16,1 4-1-16,-3 1-1 0,4 2 1 15,0 2-1-15,-1 3 0 16,3 1 0-16,0 2-4 16,1 0-20-16,1 0-14 15,-3 2-5-15,3-2-5 16</inkml:trace>
  <inkml:trace contextRef="#ctx0" brushRef="#br0" timeOffset="75872.91">14570 6268 67 0,'-2'-1'8'0,"0"-5"14"0,2 2-6 16,0 0 4-16,0-3 4 16,2-1-9-16,10-3-9 0,5-3-4 15,4-3-3-15,5-6-31 16,2-8-81-16</inkml:trace>
  <inkml:trace contextRef="#ctx0" brushRef="#br0" timeOffset="78463.45">17257 12228 40 0,'2'0'16'0,"-1"0"5"0,0 0-3 0,0 0-7 15,1 0-8-15,-2 0-3 16,0 0 1-16,0 0-1 16,0 0 1-16,0 0-1 0,0 0 1 15,0 0 0-15,0 0 0 16,0 0 0-16,0 0 3 15,0 0 0-15,0 0 2 16,0 0 3-16,0 0-1 16,0 0-1-16,0 0-2 0,0 0-2 15,0 0-4-15,0 0 0 16,0 4 2-16,2 5 1 16,-2 1 1-16,0 1-3 15,0 3 0-15,0 2 0 16,0 1 1-16,0 1 0 0,0 1-1 15,0 1 0-15,0-1 0 16,0 0-1-16,0 0 1 16,0-1 0-16,2 1-1 15,-1-4 1-15,1 1 0 16,0-2 0-16,0-2 0 0,0 0 0 16,-2-2 0-16,0-3 0 15,2 2 1-15,-2-2-1 16,0-1 1-16,0-1-2 15,0-1-3-15,0-1-5 16,-2 0-12-16,-5 0-16 0,1-3-54 16</inkml:trace>
  <inkml:trace contextRef="#ctx0" brushRef="#br0" timeOffset="78775.16">17204 12568 79 0,'0'0'9'0,"0"0"5"0,0 0-2 16,0 0-2-16,0 0-7 15,0 0-5-15,0 0 3 0,0 0 1 16,0 0 0-16,0 0 0 16,9 21-2-16,-3-16 1 15,0 1-2-15,3 0 2 16,-1-1 0-16,2-2-1 16,2 0-9-16,-3-3-17 15,4 0-40-15</inkml:trace>
  <inkml:trace contextRef="#ctx0" brushRef="#br0" timeOffset="78967.14">17394 12543 120 0,'0'0'4'15,"0"0"5"-15,0 0-6 16,0 0-3-16,-43 14 0 15,30-3-1-15,1 3 1 16,-2 4 0-16,2-2-1 0,-2 1-8 16,2 0-30-16</inkml:trace>
  <inkml:trace contextRef="#ctx0" brushRef="#br0" timeOffset="80598.16">16321 12839 7 0,'-3'1'3'0,"-1"-1"12"0,-1 0 16 0,1 2-10 16,-1-2-6-16,0 0-6 16,2 0-2-16,0 0-5 15,-2 0-1-15,2 0 0 16,0 0 0-16,-1 0-1 16,-2 0 2-16,2 0 0 0,0 0 6 15,-3 0 5-15,1 0-2 16,-5 0-3-16,2 0-3 15,0 0-2-15,-3 0-1 16,1 0 1-16,-1 0-2 16,0 0-1-16,1 1 0 0,2 0 0 15,-3 2 1-15,2 0-1 16,1-2 0-16,1 2 0 16,-1 0 0-16,3 1 0 15,1-1 0-15,2 0-1 16,0 1 1-16,2-1-1 15,1 3-2-15,0 0-1 0,0-1 0 16,1 2 2-16,6 2 0 16,-1-1 1-16,3 2 1 15,-1 0 3-15,2 2-2 16,-1 0-1-16,-1 1 0 16,0 3 0-16,-3-1 0 0,-2 1 0 15,-2 1-3-15,-1 0 2 16,0 1 2-16,0 1 1 15,-4-1-1-15,-1 2-1 16,-3 0 1-16,4 2-1 16,-2-2 0-16,1-1 0 0,3 1 0 15,0-3 0-15,2-1 0 16,0-1-1-16,0-3 0 16,0-1-2-16,0-4 2 15,2 2 3-15,3-3 2 16,3-1-1-16,1 1 2 0,1-3 0 15,1-2-2-15,4 2-2 16,1-3-2-16,4 0 4 16,-2 0-18-16,4-6-51 15</inkml:trace>
  <inkml:trace contextRef="#ctx0" brushRef="#br0" timeOffset="81124.19">16381 13127 162 0,'0'0'9'0,"0"0"5"0,0 0-17 0,0 0 3 0,0 0-2 16,0 0 2-16,0 0 0 15,0 0 0-15,0 0 3 0,0 0 3 16,0 0 5-16,0 0-2 16,33-31-6-16,-31 22-1 15,2-1-1-15,1-1 0 16,-1 2-1-16,-1-1 1 15,-1 1-1-15,0 0 2 0,1 1 1 16,-3 2-1-16,0 0-1 16,2 3-1-16,-2 2 0 15,0-1 0-15,2 2 0 16,-2 0-4-16,1 0-4 16,-1 5 3-16,2 3-2 15,-1 4 4-15,0 0 3 0,1 4 0 16,0 0 0-16,2 2 0 15,-2-1-2-15,1 0 1 16,0 0-1-16,1 2 2 16,-2-1 2-16,-1-1-4 15,0 2-7-15,-1-4-16 0,0 1-15 16,0-6-12-16</inkml:trace>
  <inkml:trace contextRef="#ctx0" brushRef="#br0" timeOffset="81294.86">16430 13277 90 0,'0'0'9'0,"0"0"-1"0,0 0-1 0,0 0 4 16,0 0-7-16,40-9-1 0,-25 6-3 15,4-1 2-15,1-1-3 16,-1 0-22-16</inkml:trace>
  <inkml:trace contextRef="#ctx0" brushRef="#br0" timeOffset="81886.47">16908 13075 120 0,'0'0'7'0,"0"0"7"16,0 0-7-16,0 0-8 16,0 0-4-16,0 0 10 15,0 0-4-15,0 0 2 16,0 0-2-16,-27 48 0 0,23-35 0 15,0 1-1-15,2-3 0 16,0-1-1-16,2-3 0 16,0 0 1-16,0-3 0 15,0-2-1-15,1-1 4 0,4-1-3 16,1 0 6-16,0-1 1 16,4-6-1-16,-4-2 4 15,1-1 3-15,-2 0 2 16,2-1-5-16,-4 0-3 15,-2-1 0-15,-1 1-3 16,0 1 0-16,0 0-2 0,-4 4 0 16,-4 1-2-16,2 3-15 15,-2 2-3-15,1 0 2 16,-2 3-22-16,4 3-16 16,0-2-32-16</inkml:trace>
  <inkml:trace contextRef="#ctx0" brushRef="#br0" timeOffset="82498.36">17375 13086 69 0,'0'0'31'0,"0"0"-12"0,0 0 8 0,0 0-16 0,0 0-7 15,0 0 0-15,0 0-3 16,0 0-2-16,0 0 1 15,0 0 0-15,0 0-2 0,-38 38 1 16,38-29-1-16,0-1 0 16,0 2-1-16,0-3 2 15,0 0-3-15,3-1-1 16,5-5 1-16,1-1 3 16,1 0 1-16,1 0 2 0,3-2 1 15,-2-7-1-15,0 1 2 16,-5-2 2-16,1 0 2 15,-4 0 1-15,-2-2 5 16,-2 2-1-16,0 2-4 0,0-1-8 16,-4 2 1-16,-6 0-7 15,1 5-28-15,-1 0-17 16,-2 1-4-16</inkml:trace>
  <inkml:trace contextRef="#ctx0" brushRef="#br0" timeOffset="83282.5">17804 13019 94 0,'0'0'8'0,"0"0"-2"0,0 0-5 0,0 0-4 0,0 0 4 15,0 0 3-15,0 0-3 16,0 0 0-16,0 0 1 16,-10 43 0-16,8-30-2 15,2-2 2-15,0 0-2 0,0-1-2 16,0-1 2-16,0-2-1 16,4-3-2-16,2-2 1 15,-1-2 4-15,2 0 5 16,2 0 6-16,-1-6-2 15,-1-3-4-15,2-1-3 0,-2 2 2 16,-1-4 10-16,-4 0 3 16,0 2-4-16,-1-2-2 15,-1 3-6-15,0 0-1 16,0 0-5-16,0 4-1 16,0 2-16-16,-4 0-16 15,-1 3-25-15,-4 0-20 0</inkml:trace>
  <inkml:trace contextRef="#ctx0" brushRef="#br0" timeOffset="84101.33">18127 12972 21 0,'0'0'2'0,"0"0"2"0,0 0 5 0,0 0-4 0,0 0 1 16,0 0-3-16,-3 40 5 16,1-33-3-16,1 2 3 15,1-4-1-15,0 1-1 16,0-2 0-16,0 0-4 0,2-1 1 15,6-1-1-15,-4-1 1 16,2-1 4-16,2 0-4 16,1 0-1-16,-3 0 1 15,3 0 7-15,-4-3 6 0,2-4 2 16,-2 0 0-16,-2 0-2 16,0-3-1-16,-2 0-4 15,0 3 1-15,-1-2-3 16,0 0-4-16,0 1-3 15,-3 1 1-15,-2 3-3 16,-2 1-8-16,-1 3-21 0,-1 0-19 16,-3 0-10-16,2 0-32 15</inkml:trace>
  <inkml:trace contextRef="#ctx0" brushRef="#br0" timeOffset="85290.09">18189 12722 1 0,'0'0'9'0,"0"0"5"0,0 0 1 0,0 0 8 15,0 0-2-15,0 0-4 16,0 0 0-16,0 0-1 15,0 0-9-15,0 0-5 0,0 0 0 16,13-3-2-16,-8 2 0 16,2 1 0-16,0-1 1 15,3-1-1-15,-1 2-1 16,2-1-1-16,1-1 4 16,0 1-4-16,0-2 4 0,0 3-2 15,-1-3 0-15,-2 3 0 16,-1-1 1-16,-2-1-1 15,0 2 1-15,-4 0-1 16,-1-1 2-16,0 1 0 16,-1 0-1-16,0 0 0 0,0 0 0 15,1 0 0-15,-1 0-1 16,0 0 1-16,2 0 1 16,0 4-1-16,0-1-1 15,0 1 0-15,0 1 0 16,0 0 0-16,1 2 0 0,-1-1-3 15,0 1 3-15,3 2 3 16,-5-1-1-16,1 0-1 16,0 2 1-16,0-2 0 15,-1 3-1-15,1-2-2 16,0-2 2-16,-1 3 0 0,0-2-1 16,1 2 0-16,-1 0 1 15,0-1-1-15,0-1-2 16,1 2 4-16,-1 0-2 15,0 0 0-15,0 0 0 16,0-1-1-16,1 0 1 16,-1 1 1-16,0 0 1 0,0-3 0 15,0 2-1-15,0-1 0 16,0 2-1-16,0-2 1 16,0 1-1-16,1-1 1 15,-1 0-1-15,2 2 0 16,-2 0 1-16,0-1-2 0,2 0 2 15,-1 1-1-15,1 0 0 16,1 0 0-16,0 0 0 16,1 0 0-16,-2-3 0 15,2 2 0-15,-1-1 0 0,0-2 1 16,1 2-2-16,-2-1 2 16,1-2-1-16,-1 0 0 15,0 0 0-15,0-1 0 16,-2 0 2-16,0 0 0 15,0 1 0-15,0-3 0 0,0 2-2 16,0-2 1-16,0 2-1 16,0-2 1-16,0 1-1 15,0-2 0-15,0 2-2 16,0-1 0-16,0 0-2 16,-5 1 6-16,-1 3 3 15,-6 1-4-15,-3 0-18 0,-3 0-30 16</inkml:trace>
  <inkml:trace contextRef="#ctx0" brushRef="#br0" timeOffset="88826.19">16407 13493 2 0,'-3'0'31'0,"0"0"-2"0,-1-4-5 0,0 1-7 0,1 0-3 16,1-1-4-16,1 1-3 16,-3 1-2-16,1-1 5 15,1 0 6-15,1 0-2 16,0 2 0-16,0-1-5 16,1 2-6-16,0-1-2 15,0 1 1-15,0 0-1 0,-1 0-1 16,1 0-4-16,0 0 0 15,0 0 3-15,0 3 1 16,0 4 0-16,0-2 0 16,0 2 1-16,0 1-1 15,3 1 0-15,5-1-3 0,-2 0 1 16,5-2-5-16,-1 1 5 16,-1-3 1-16,4 0-2 15,-1-1 4-15,0-1-3 16,1-1 2-16,1-1-2 0,1 0 2 15,0 0-2-15,1 0-2 16,4 0-5-16,-2 0-7 16,2-4-3-16,0 0 4 15,2-1 2-15,-1-2 8 16,1 0 3-16,-2 0 2 16,2 0-1-16,-6 1-1 0,1-1 5 15,-3 0-4-15,0 0 3 16,-4 1-2-16,2-1 1 15,-5 3 1-15,1-2-1 16,1 1 1-16,-3 0 2 0,2 2-1 16,-1-1 1-16,3 1-2 15,-2 0-1-15,0-1-1 16,1 2 0-16,1-1 1 16,1-1 3-16,0 0 2 15,2 2 0-15,0-3-2 0,1 3-2 16,0-1-5-16,3 1 9 15,-1-1-4-15,2 1-1 16,-1-1 0-16,-1 1-1 16,1 0 0-16,0 0 1 15,0 1 0-15,0 1 1 0,-3 0 0 16,1 0 0 0,-2 0-1-16,0 0-1 0,-4 1 2 15,-2 3-1-15,4 1 0 16,-6 0 0-16,3 0-1 15,-2 0 2-15,1 2-2 16,2-4 0-16,-1 1 0 0,2-1 1 16,-2-1-1-16,3-2-1 15,0 0 2-15,2 0-1 16,-2 0 2-16,2-2-2 16,1-5 0-16,-1 3 0 15,3-2 0-15,-3-1 0 16,1 1 0-16,1-1 1 0,1 2-1 15,-2-1 1-15,4 2-1 16,1-1-1-16,0 3 1 16,0-2 0-16,1 4 0 15,-1 0 0-15,3 0 0 0,-2 0-1 16,3 0 2-16,1 0-2 16,-1 4 1-16,0-1 0 15,2 1 0-15,0-2 0 16,0 0 0-16,0-1 0 15,1 1-2-15,1-2 2 16,0 0 0-16,-1 0-1 16,0 0 1-16,-2-5-1 0,-2 1 1 15,0-1 0-15,-2 0 0 16,0-2 1-16,-3 0-2 16,-2 3 3-16,-1-3 0 0,-1 1 0 15,-2 2 1-15,-6-1-1 16,-2 0 1-16,-2 1 0 15,-1-1 1-15,0-2-24 16,-9 0-81-16</inkml:trace>
  <inkml:trace contextRef="#ctx0" brushRef="#br0" timeOffset="92380.29">8641 6349 23 0,'0'0'3'0,"0"0"17"0,0 0 0 16,0 0-1-16,0 0-8 15,0 0-5-15,0 0-1 16,0 0-2-16,0 0-3 15,0 0-1-15,0 0 0 0,0 0 4 16,16 1 5-16,-16-1 20 16,0 2-15-16,0-2-10 15,-1 0 0-15,-1 0 5 16,0 0-3-16,0 0 2 16,-2-2-6-16,2-3 0 0,1-2 9 15,-3 0-7-15,2-1-1 16,-2-2-1-16,1-3-1 15,0 2 1-15,1-4 0 16,-2 0-1-16,1-4 0 16,2-1 0-16,1-1-1 0,0 0 2 15,0-4-1-15,0 0 0 16,1-1-1-16,4 1 1 16,-1-3 1-16,1 0-2 15,2 3 2-15,-1-1-1 16,3-1 0-16,0 0 0 15,1 2 0-15,2-5 0 0,1 3 2 16,1-3 0-16,-1 3 2 16,1-3 4-16,0 3-2 15,2-1 1-15,-3 2-3 16,2 4-2-16,-1-1 1 16,0 4 0-16,-1 1-2 0,2 1 0 15,-1 3 0-15,-3 0 0 16,2 2-2-16,-2 2 2 15,-4 2 0-15,2 1-1 16,-4 2 0-16,1 0 0 0,-3 2 0 16,1 0-3-16,0 2-7 15,-4 1-8-15,0 0-18 16,0 0-27-16,0 0-25 16</inkml:trace>
  <inkml:trace contextRef="#ctx0" brushRef="#br0" timeOffset="93028.54">8835 5361 44 0,'0'0'4'0,"0"0"9"0,0 0 1 15,0 0-3-15,0 0-5 0,0 0-1 16,0 0 1-16,0 0-8 16,0 0-2-16,0 0 6 15,0 0-2-15,0 0 2 16,0 0-1-16,5 0 3 15,1 0 3-15,1 0-3 0,0 0 0 16,2 0-3-16,-2 0 1 16,4 3 0-16,-3-2 1 15,2-1 2-15,3 0-2 16,-2 0 1-16,0 0 3 16,3 0-3-16,-5 0 5 15,2 0-2-15,0 0-1 0,-2-2 0 16,-2 0 2-16,2 2-3 15,-3 0 0-15,1 0-2 16,-3 0 1-16,1 6 1 16,0 2 0-16,-1 5 3 15,-3 4 0-15,0 7-2 16,-1 8-2-16,0 6-3 0,0 10-1 16,0 7 10-16,0 2-25 15,-9 0-55-15</inkml:trace>
  <inkml:trace contextRef="#ctx0" brushRef="#br0" timeOffset="101349.28">9273 5102 86 0,'0'0'37'0,"0"0"-32"0,0 0 5 0,0 0 0 15,0 0-8-15,0 0-1 0,0 0 0 16,0 0-2-16,0 0 1 16,0 0 2-16,0 0-1 15,43 25 2-15,-36-14-2 16,-1 0-1-16,0 1 1 15,1 1-1-15,0-2 1 0,-2 0-1 16,0 1-3-16,-4 0-21 16,-1-3-8-16,0-2-35 15</inkml:trace>
  <inkml:trace contextRef="#ctx0" brushRef="#br0" timeOffset="101748.31">9244 5068 121 0,'0'0'-12'0,"0"0"9"16,0 0 4-16,0 0 0 15,0 0-1-15,50 9 1 16,-33-1 0-16,1 2-1 0,-1-1 0 15,4 0 1-15,-2-1-1 16,3-1 1-16,-3-3-1 16,0-1 2-16,-2-3 3 15,1 0-1-15,-5 0 3 16,1-7 11-16,-3-1 1 16,-1-4 0-16,-2-1 0 0,-5-1 0 15,1-4-7-15,-4-2-3 16,0 1-1-16,0-2-2 15,-2 3-1-15,-3-1-3 16,-1 5-1-16,-2 1 2 16,4 6-4-16,2 4-6 0,-2 3-14 15,4 0-25-15,-1 5-35 16,1 3 19-16</inkml:trace>
  <inkml:trace contextRef="#ctx0" brushRef="#br0" timeOffset="102181.51">9619 4942 77 0,'0'0'2'15,"0"0"2"-15,0 0-1 16,0 0 3-16,0 0 3 15,0 0-2-15,0 0-2 16,0 0-2-16,0 0 0 0,39 40-1 16,-33-36 1-16,1 0 2 15,-2-1 2-15,2-3 5 16,-1 0 2-16,1 0-2 16,-1-8 4-16,3-4-8 15,-2 0-1-15,2-1-2 0,-4-3-2 16,1 0-1-16,-2 2 0 15,-2-1-1-15,-2 3 0 16,0 1-1-16,0 7 2 16,0-1 4-16,0 5 12 15,0 0-14-15,0 0-6 0,2 3-1 16,2 6 4-16,-2 1 3 16,3 2-3-16,1 1 0 15,0 1-1-15,4-1-20 16,-3-3-31-16,1-4-7 15,-1-4-55-15</inkml:trace>
  <inkml:trace contextRef="#ctx0" brushRef="#br0" timeOffset="102804.15">9879 4763 129 0,'0'0'-2'0,"0"0"16"15,0 0-2-15,0 0-12 16,0 0 0-16,0 0-3 16,0 0 0-16,0 0 5 0,0 0 0 15,32 26-1-15,-24-15-1 16,-3 3 0-16,2-1 1 16,-3-3 1-16,-2 0-2 15,-1-4 3-15,3-2-4 16,-4 0-1-16,0-2 5 0,0-2-1 15,0 0 3-15,0 0 3 16,0-2-6-16,0-6-5 16,0-2 1-16,2-3 4 15,0-1-3-15,2 1-3 16,3-1 4-16,0 0 0 16,0 2 0-16,2 1-1 0,2 1 1 15,0 0 2-15,-2 3 0 16,0 2-1-16,2 3 0 15,0 0-1-15,-4 2 0 16,2 0-1-16,-4 7-2 0,-1 1 2 16,0 3 4-16,-4-1-1 15,0 0-2-15,0-2 3 16,0 1-5-16,0-4 4 16,-2 0 3-16,-2-4-1 15,2-1 1-15,1 0 4 16,0 0-2-16,1-8 1 0,0-2-11 15,0-3 8-15,4-3-4 16,4 0-2-16,2 1 5 16,1 1-7-16,-2 1 6 15,3 2-3-15,0 1 2 16,-1 6-1-16,1 2 3 0,-3 2-3 16,1 0-2-16,0 3 0 15,-6 8-5-15,-1 3-13 16,-3 2-19-16,0-6-17 15</inkml:trace>
  <inkml:trace contextRef="#ctx0" brushRef="#br0" timeOffset="103383.19">10206 4395 116 0,'0'0'-1'0,"0"0"-1"0,0 0 1 0,0 0 2 15,20 49-2-15,-12-32 0 0,2 2 2 16,0-1-2-16,-1 0 1 16,3-3 0-16,-5-2 1 15,1 0-1-15,-3-6 0 16,-1 0 1-16,1-4-1 16,-5 0 1-16,2-3 1 0,-2 0 10 15,2-3 42-15,-1-7-50 16,5-4-4-16,-2 0 0 15,5-3 0-15,-1 1-1 16,4-1-1-16,0 4 1 16,1 1-1-16,0 3 9 0,-1 2-1 15,1 3 0-15,-4 2-4 16,2 2-1-16,-4 0 0 16,-1 6-1-16,-3 2 1 15,-1 2 3-15,-2 0-2 16,0 1 4-16,-1 1-3 15,-7 1 0-15,-5 1-2 0,-1-1 1 16,-5 1 0-16,1 0 0 16,2-1 0-16,-2-3-1 15,7 0-2-15,1-5-7 16,6-3-25-16,4-2-18 16,0-1-17-16</inkml:trace>
  <inkml:trace contextRef="#ctx0" brushRef="#br0" timeOffset="103726.56">10498 4469 124 0,'0'0'6'0,"0"0"16"0,0 0-6 0,0 0-9 0,0 0-4 16,0 0-1-16,30-40 1 15,-24 32-2-15,-2-2-1 16,0 1 1-16,0-2-1 0,-2 0 2 15,-2 1-1-15,0 1 1 16,0 3-2-16,-2 1-2 16,-6 3 1-16,-1 2 0 15,3 0-8-15,-3 0 18 16,-1 8-8-16,4 0-1 0,2 2-1 16,0 1 0-16,4-1 0 15,0 0-3-15,0-1 3 16,6-2 0-16,1-3 0 15,4 2 0-15,-2-2 3 0,4-3-3 16,-1-1-22 0,-1 0-14-16,0 0 4 0,2-1-30 15</inkml:trace>
  <inkml:trace contextRef="#ctx0" brushRef="#br0" timeOffset="104043.71">10623 4374 17 0,'0'0'12'0,"0"0"20"0,11-40-9 16,-6 29-7-16,2-1-3 15,-3 0 1-15,3 2 4 16,1 1 2-16,2 5-11 16,-3 1-1-16,3 3-5 15,2 0-1-15,-1 4-2 0,0 5-1 16,-1 1 1-16,0 3 1 16,-1-2 2-16,-2 0-2 15,-3-5 0-15,1 1 0 16,-5-3 1-16,2 0-1 15,-2-4 1-15,0 0 19 0,0 0 32 16,-4-6-34-16,-1-6-12 16,0-3-4-16,3-8-2 15,-2-3 2-15,4-2-2 16,0-5 2-16,0 3-3 16,6-1-1-16,6 4-10 0,-1 2-20 15,-1 5-40-15,0 0-58 16</inkml:trace>
  <inkml:trace contextRef="#ctx0" brushRef="#br0" timeOffset="104823.06">11200 3890 89 0,'0'0'6'0,"0"0"9"0,0 0-17 16,0 0 6-16,0 0-5 16,0 0 3-16,0 0 1 15,-14 39 0-15,14-33-3 16,0 0 1-16,3-2-2 0,4-4-1 15,0 0 12-15,3 0 8 16,2-6 2-16,-5-2-5 16,3-5 1-16,-3 0-2 15,-2-1 1-15,-3 0 0 16,-1-1 0-16,-1 1-4 0,0 0-3 16,-8 3-7-16,-1 4 1 15,-2 3-1-15,-5 4-5 16,1 0-13-16,-4 9-4 15,3 7-10-15,0-3-12 16,5 0-6-16</inkml:trace>
  <inkml:trace contextRef="#ctx0" brushRef="#br0" timeOffset="105191.6">11329 3596 116 0,'0'0'6'16,"0"0"17"-16,0 0-7 16,0 0-17-16,0 0 0 15,0 0 0-15,0 0 0 16,9 38-3-16,3-21 3 15,1 0 1-15,5 3 0 0,0 1 0 16,2-1 2-16,1 2 1 16,0 0-1-16,-2-2-1 15,-2 3 0-15,-1-3 0 16,-3-2 2-16,-2 1-2 16,-2-2 1-16,-2-2 0 0,-1-2 0 15,-1 0 0-15,-2-2 1 16,-3-1-8-16,0-3-28 15,0-2-11-15,-8-5-42 16</inkml:trace>
  <inkml:trace contextRef="#ctx0" brushRef="#br0" timeOffset="105348.6">11482 3824 116 0,'0'0'7'0,"0"0"24"16,0-45 3-16,9 28-7 15,7-3-4-15,5-1-7 0,8-1-6 16,4 2-8-16,5 2 0 16,-1-5-30-16,-8 2-113 15</inkml:trace>
  <inkml:trace contextRef="#ctx0" brushRef="#br0" timeOffset="107602.52">10555 4729 58 0,'-5'-3'19'0,"1"2"0"0,-1-1 9 16,2 0 3-16,1 1-3 0,0-3-3 16,2 4-2-16,0-2-2 15,0 1-16-15,0 1-10 16,0 0 0-16,4 0 5 15,3 1 1-15,2 7-1 16,2 1 0-16,3 3 0 0,-1 1-1 16,3 1 1-16,-1 2 0 15,0-2 0-15,0 2 0 16,0-2 0-16,-2-1 0 16,-1-1-2-16,-1 0 2 15,-2-1 0-15,-2-2 2 0,-1-1-2 16,-1-1-2-16,-3-4 0 15,-1 1-1-15,0-2 0 16,-1-2 2-16,0 0 4 16,0 0 2-16,0-2-2 15,0-5-3-15,0-3-3 0,0-3 2 16,0-2 0-16,0-1-6 16,0-1 3-16,2 2 0 15,3-1 0-15,1 1 4 16,3 0-4-16,-1 2-1 15,2 2 2-15,-1-3 0 0,3 5 0 16,-2 0 6-16,0 1-3 16,1 4 0-16,-5 0 1 15,1 4 0-15,0 0-1 16,0 0-1-16,-2 0 0 16,3 5 1-16,-3 3 2 0,1 1-2 15,1 1 1-15,0-1 1 16,-3 1-1-16,1-3 0 15,1 1 0-15,-2 0 0 16,0-3 0-16,2-1-2 16,-2 1-23-16,0-4-16 15,1-1-14-15</inkml:trace>
  <inkml:trace contextRef="#ctx0" brushRef="#br0" timeOffset="107868.23">11015 4641 100 0,'0'0'13'0,"0"0"19"0,0 0 9 0,0 0-15 0,0 0-9 15,0 0-18-15,0 0-2 16,0 0 0-16,0 0 4 15,0 0 3-15,0 0-3 16,38 38-1-16,-32-28 3 16,-2 3-6-16,-1-6-9 15,2 2-21-15,-3-4-10 0,-2-3-9 16</inkml:trace>
  <inkml:trace contextRef="#ctx0" brushRef="#br0" timeOffset="108030.22">10905 4461 173 0,'0'0'6'0,"0"0"11"0,0 0-13 16,0 0-5-16,0 0-33 15,0 0-55-15</inkml:trace>
  <inkml:trace contextRef="#ctx0" brushRef="#br0" timeOffset="108620.1">11240 4446 16 0,'0'0'112'0,"0"0"-95"0,0 0 10 16,0 0-16-16,-46-11-10 15,34 20-1-15,-3 3 0 16,1 5-2-16,1-1 2 15,4 4 1-15,0-2-1 0,7 1 0 16,2-2-1-16,0-4-1 16,11-2-1-16,0-4-1 15,2-1 2-15,3-4-1 16,-1-2 7-16,1 0-6 16,-3-8 3-16,2-2 2 0,-3-3-3 15,-3-2 1-15,-2-2 0 16,-4-3 1-16,-2-1 0 15,-1-1 1-15,0-2-1 16,-1-1-1-16,-6 0-1 16,-2-3-10-16,2 2 2 15,-2-2 2-15,-1 2 5 0,2 5 1 16,0 0 0-16,1 5 1 16,0 5 2-16,2 4 10 15,1 5-1-15,1 2-4 16,0 7-13-16,2 9 4 0,1 5-2 15,0 5 1-15,0 4 2 16,2 0-1-16,9-1 1 16,3-2 1-16,1 0-2 15,6-4-15-15,-3-2-26 16,1-8-3-16</inkml:trace>
  <inkml:trace contextRef="#ctx0" brushRef="#br0" timeOffset="109681.26">11459 4324 101 0,'0'0'0'0,"0"0"13"0,-42 0-5 0,26 10-6 0,0 2-1 15,2 3-1-15,4 1 2 16,2-1 0-16,5 1-1 0,1-3-1 15,2-2 0-15,0-1 0 16,4-3-1-16,3-4 0 16,2-2 1-16,4-1 10 15,-2-1 2-15,2-9 0 16,-1-1-2-16,-1-6 0 0,-4-2 1 16,2-2-3-16,-4-3 0 15,-2-3-4-15,-3-3-1 16,0-2-2-16,0 0-4 15,-8 1-11-15,-4 1 0 16,-1 6 8-16,-3 4 2 0,1 3 10 16,-2 5-5-16,4 4 4 15,3 5 6-15,0 3-10 16,2 0-1-16,3 3-2 16,1 6-1-16,2 7 0 15,2 3 1-15,0 5 0 16,0 2 1-16,2 1 0 0,6 1 0 15,3-1 0-15,3-4 0 16,0-2-2-16,4-4 2 16,1-4-2-16,2-2 0 15,1-5 3-15,1-4 1 16,-1-2 1-16,2 0 4 0,-1-1-3 16,-4-9 3-16,2-1-4 15,-5-4 3-15,-1-4-3 16,-3 1 0-16,-4-1 1 15,-1-1-4-15,-5 3-1 16,-2 0-4-16,0 6-4 0,-2 2 9 16,-4 2-4-16,1 4 11 15,1 3-4-15,-3 0-2 16,4 2-1-16,-1 6-1 16,4 2 0-16,-2 0-1 0,2 2-1 15,0-1-5-15,2-1 4 16,2-3 2-16,2 0-1 15,3-2 1-15,1-2-2 16,1-1 7-16,-1-2-1 16,1 0-3-16,1-5 4 15,2-4-2-15,-1-4 4 0,1-1-3 16,1-2 1-16,-3-2 0 16,-1 1-1-16,0 0 0 15,-2 1 3-15,0 2 4 16,-4 1 2-16,1 6 0 15,-1 2 1-15,-1 2-4 0,1 2-6 16,-1 1-2-16,-1 0 1 16,0 2 0-16,4 5-2 15,-4 4 3-15,4 1 3 16,-3 0-4-16,-1 1 1 16,0-2-2-16,0 2 2 0,-3-6-2 15,2-1 2-15,-2 0-1 16,0-5-1-16,0-1 3 15,0 0 5-15,0-7-4 16,0-6-3-16,2-2 5 16,1-4-8-16,4-2 6 0,0 1-3 15,3 2-4-15,1-1 8 16,-1 5 3-16,1 4-1 16,2 4-1-16,0 1-4 15,1 3-1-15,0 2 0 16,1 0-6-16,-1 7-24 0,-2-1-47 15</inkml:trace>
  <inkml:trace contextRef="#ctx0" brushRef="#br0" timeOffset="110128.76">12188 3853 150 0,'5'-10'3'0,"1"1"16"0,0 6-12 0,2 3-4 0,-2 0-2 16,0 5-5-16,1 5 1 16,0 4 10-16,0 0-7 15,-4 0 2-15,3-1-5 16,-4 0 7-16,0 2-2 0,-2-5-2 15,0-1 0-15,0-4-1 16,0-1 3-16,0-2 0 16,0-2-3-16,0 0 14 15,0-6-11-15,0-5-5 16,0-2 9-16,5-5-5 0,4-2-1 16,2-2 1-16,-2 1-2 15,3 0 1-15,0 6-5 16,0 2 10-16,1 4-1 15,-4 3 0-15,-2 4 1 16,2 2-4-16,-2 0-2 0,-1 8 1 16,-2 2 0-16,1 3-4 15,0 0-15-15,-1 0-20 16,-2-3-18-16,1-4-23 16</inkml:trace>
  <inkml:trace contextRef="#ctx0" brushRef="#br0" timeOffset="110463.88">12470 3746 78 0,'0'0'25'0,"0"0"-19"16,0 0 0-16,0 0 0 16,0 0-8-16,0 0 2 15,0 0 1-15,0 0 0 16,-7 39-1-16,7-33 2 15,4-1-3-15,5-2 0 0,0-3 4 16,3 0 5-16,-1-3-1 16,2-6 1-16,-2-2-1 15,-3-2 6-15,2-1 0 16,-5-1 0-16,-1 0 3 16,-4 1-6-16,0 3 0 15,0 1-5-15,-8 3-7 16,-6 4 6-16,0 3-6 0,-2 0-15 15,-1 7-4-15,-2 6 0 16,5 0-7-16,4-1-9 16,3-2-45-16</inkml:trace>
  <inkml:trace contextRef="#ctx0" brushRef="#br0" timeOffset="110920.92">12680 3638 99 0,'0'0'4'0,"0"0"14"15,0 0-6-15,0 0-11 16,0 0 3-16,0 0-7 0,-36-3-12 16,22 16 27-16,3 0-12 15,2 0 1-15,2 1 0 16,3-1-2-16,4-2 2 15,0 0-2-15,0-5-2 16,5 0-2-16,4-4 0 16,0-2 7-16,2 0 2 0,2-5 4 15,0-5-2-15,-1-3 3 16,-1-4 1-16,-2-3 3 16,-1-1-5-16,-1 0 3 15,0-5-4-15,-3-1-5 16,1-1 0-16,-3-2-1 0,0 0 0 15,-2 3 1 1,0 0-3-16,0 5 2 0,0 3-1 16,-4 3 3-16,-2 5-2 15,1 4-1-15,-1 1 3 16,0 5-3-16,2 1 3 16,-2 0-7-16,3 7 9 0,-1 6-4 15,1 2-10-15,0 1-46 16,0-4-87-16</inkml:trace>
  <inkml:trace contextRef="#ctx0" brushRef="#br0" timeOffset="113714.06">17409 15108 150 0,'0'0'10'0,"0"0"18"0,0 0-14 0,0 0-4 16,0 0-3-16,0 0 2 16,0 0 1-16,0 0-1 15,0-38-2-15,0 34-2 0,-2 1-2 16,-3-2-3-16,-2 1 2 15,1 1-4-15,-1-1 5 16,0 1-4-16,-1-1 4 16,3 1 2-16,-3 0 1 15,2 0-2-15,-2 1-3 16,1-2 0-16,-1 1-1 0,-1 1-2 16,1-2 1-16,-3 4 1 15,0-3 0-15,-1 2 2 16,0-1-2-16,-3 2 1 15,1 0-1-15,-2 0 0 0,1 0 0 16,-2 0 1-16,0 0-2 16,-1 5 1-16,-1-1 0 15,4-1 0-15,-1 0 0 16,1 1 1-16,4 0-1 16,-1-1 0-16,0 1 0 0,1 0 0 15,1 2 0-15,-1 0 0 16,-1 1 0-16,0 0 0 15,2 0 0-15,-3 0 0 16,4 3 0-16,-5-3 0 16,3 3 0-16,-1 0 0 15,-2 0 0-15,3 1 0 0,-3 1 0 16,2-2-1-16,1 1 2 16,0 0-2-16,1-2 2 15,-1-2-2-15,3 3 1 16,0-2 1-16,0 1-1 15,2-1 3-15,-3 2-3 0,4 0 0 16,-1-1-2-16,1 2 2 16,1 1 0-16,2-1 0 15,0 0-1-15,-2-1 0 16,3 0 0-16,1 0-1 16,0 0 3-16,0 1-1 0,0 1 1 15,0-2-1-15,5 1-1 16,-1 3 2-16,-2-4-1 15,1 0-1-15,1 0 1 16,0 0-2-16,0-1 3 16,4-1-1-16,-4 1 3 0,5-1-4 15,-2 2 0-15,4-1 1 16,-2-1 2-16,-1 1-2 16,2-2 2-16,1 1 0 15,-2-1-4-15,2 2 4 16,0-2-1-16,-2 0 1 0,1 2-2 15,2 0 1-15,-2 0 0 16,3 1-1-16,-2 1 0 16,0 0 2-16,2-2-2 15,-1 1-1-15,3 0 0 16,-1-1 2-16,2-1-5 0,-1-2 5 16,3 0 3-16,-3-3 0 15,3 2-1-15,0-1-2 16,-1-1 1-16,0 0-1 15,1-1 0-15,0 1 0 16,0-3-1-16,2 1 0 0,0-1 0 16,2 0 1-16,1 0 0 15,1 0 1-15,0-5-1 16,1 0 2-16,0-1-1 16,1-1 0-16,-1 0 0 15,-1 0 2-15,1-2 1 16,-6-1-2-16,1 1 1 0,-3 0-1 15,1-2 1-15,-2-1-2 16,-2-1 0-16,0 1-1 16,-1-1 0-16,0 0 0 15,-2-3 0-15,2 2 1 16,-4-1-2-16,0-2 1 0,3-2 0 16,-2 1-1-16,-3-2 2 15,3 0-2-15,-2-3 1 16,-3 3 0-16,-1 0 1 15,0-1 0-15,-2 1-2 0,-2 0 3 16,0-1 0-16,0 3 0 16,-2 0-2-16,-4 1-1 15,1 2 1-15,-3-1 2 16,2 3-2-16,-4-1-1 16,1 3 0-16,0-2 0 15,-5 0 2-15,1-1-2 0,-7 1-2 16,1-1-1-16,-2 3-2 15,0 1 0-15,-6 4-7 16,0 3-18-16,-2 1-17 16,0 0-99-16</inkml:trace>
  <inkml:trace contextRef="#ctx0" brushRef="#br0" timeOffset="115079.98">19740 14864 63 0,'0'-4'14'0,"0"-1"-5"0,0 1 17 0,0-1-1 0,-5 0-2 16,1 1-8-16,0-2 6 15,-2 2-8-15,1 1-4 0,0 2-4 16,-2-1-6-16,-1 2 1 16,-2 0 0-16,-1 0-3 15,-2 0 2-15,-1 0 2 16,-1 0-1-16,-1 5 0 15,-3-4 3-15,3 3-3 0,-3 2 3 16,-1 0-2-16,0 1 1 16,-2 0-2-16,2 1 1 15,-1 2-1-15,1 1 0 16,-3 0 0-16,2 1 0 16,-1 1-1-16,4 3 1 15,-4-2 0-15,5 3 0 0,2 0 0 16,-1-1 0-16,3 2 0 15,-1 1 0-15,1 1 0 16,2 2 0-16,0-2-1 16,1 4 1-16,4-5 0 15,-1 1 0-15,3-2 0 0,2 0-2 16,2-2 2-16,0 0 2 16,2-1 2-16,7 1-1 15,-2 0-1-15,2-2 1 16,4 0 5-16,-2 0-2 15,2 1-1-15,1 0 1 0,1 2-5 16,1-3 2-16,-2 2-5 16,4 0 0-16,4-2 5 15,-5 0-2-15,2-1-4 16,2-2 4-16,-1 1 3 16,0-3 2-16,-1 1-3 0,3-2-1 15,1-3 1-15,2 1-2 16,-2-2-6-16,4-1 8 15,1-3-1-15,1 0 3 16,2 0-3-16,2 0 3 16,-3 0-1-16,2-3-2 0,0-1 0 15,-1-2-2-15,-2 0 1 16,0-3 0-16,0-2 0 16,-1 0 0-16,0 0 2 15,-2-3 2-15,0-1 0 16,-2 0 0-16,-3-4 1 15,1-1-3-15,-5-2-2 0,-2-2 0 16,-2-2 0-16,-1-2 2 16,-4-4-1-16,-6 0-1 15,-2-1 1-15,0-2 0 16,-4-1 1-16,-7-1-2 16,-9 0 1-16,-3 0-1 0,-6 3 3 15,-6 2-1-15,-4 5-3 16,-6 4-3-16,-3 7-15 15,-2 5 6-15,-4 8-16 16,1 3-25-16,4 0-83 0</inkml:trace>
  <inkml:trace contextRef="#ctx0" brushRef="#br0" timeOffset="116131.98">21848 14829 152 0,'0'0'7'0,"0"-2"23"0,0-2-13 0,0-1-11 16,0 1-3-16,-3-3-4 15,-3 2 4-15,1 0 1 0,-5-2 0 16,-2 3-3-16,0 0 12 16,0-1-8-16,-4 3 0 15,0-1-4-15,-2 1-1 16,-4 2 0-16,2 0 0 16,-4 0 1-16,0 0-1 0,-2 0 0 15,-1 1 1-15,0 4-1 16,-3 2-1-16,1 0 2 15,0 3-1-15,-1 1 0 16,1 1 0-16,2 3 1 16,1 2-2-16,3 1 1 0,5 3 0 15,2 0 0-15,1 2 0 16,3 0-2-16,5 2 1 16,2 1 0-16,4-1-2 15,1 0 2-15,0 0 0 16,0-2 0-16,1 0 0 15,5-2-1-15,1-1 0 0,4-2 1 16,-3-2 2-16,2 1 3 16,3-3 3-16,0-1 1 15,2 1-2-15,2-1-2 16,5-2 1-16,-1 0-1 16,4 0 2-16,2-2-2 0,1-2 0 15,1 1-3-15,4-3 3 16,-4 2 0-16,1-4-1 15,2 3-1-15,-2-5 2 16,1 2-1-16,-1-3-1 16,-1 0 1-16,-1 0-1 0,0-3 1 15,-1-5-2-15,-2-1 0 16,2-1 3-16,-2-5 2 16,-2 0 0-16,-1-3 2 15,-2-3-3-15,0-3 0 16,-6-2 2-16,1-2-5 0,-8-2 2 15,-3-4-1-15,-4-2 2 16,0 0-5-16,-13 1-3 16,-7 4 1-16,-3 1-1 15,-9 6-3-15,-3 7-15 16,-7 6-10-16,-3 2-16 0,1 1-84 16</inkml:trace>
  <inkml:trace contextRef="#ctx0" brushRef="#br0" timeOffset="117087.02">23610 14651 110 0,'0'0'1'0,"0"0"16"0,0 0-5 15,0 0 0-15,0 0 1 16,0 0-8-16,0 0 5 16,-48-33-8-16,35 33 7 15,-4 0-11-15,-1 0 6 0,-4 0-1 16,0 3-1-16,-3 3-2 16,0 3 0-16,-4 2 0 15,2 0 0-15,-1 2 0 16,0 2 0-16,1 1 0 15,2 0 0-15,0 2 0 16,5-2 0-16,-2 1-2 0,2 1 4 16,6-1-5-16,-2 3 1 15,5 0 4-15,1 1 1 16,5 2-2-16,-2 1 0 16,4 2-2-16,2 1 1 0,1 1-1 15,0-1 1-15,6 0 0 16,4-3 3-16,3-1 4 15,2-1 0-15,3-1 1 16,3-3-3-16,1-2-4 16,1 1 1-16,2-3-1 15,1 0-1-15,2-1 3 0,2-4-3 16,0 0 3-16,4-4 9 16,0-2 3-16,2-1-4 15,0-2-3-15,2 0-1 16,-2 0-3-16,-1-2-2 0,-2-3-1 15,-2-3 0-15,-4-1 1 16,-2 1-1-16,-7-4 1 16,-1-1 3-16,-3-1 3 15,-2-3 1-15,-3-2 1 16,-2-3 0-16,-1-5-3 16,-2-3-1-16,-4-1-2 0,0-3-2 15,-2-3-1-15,-11 4-1 16,-5-2-1-16,-7 2 1 15,-9 4-2-15,-8 4-11 16,-9 5-22-16,-13 2-23 16,-7 0-97-16</inkml:trace>
  <inkml:trace contextRef="#ctx0" brushRef="#br0" timeOffset="118220.13">17337 15752 60 0,'0'0'49'0,"0"0"-45"0,0 0 8 16,0 0-2-16,0 0-8 0,0 0-2 15,0 0 1-15,1 0 9 16,-1 3 4-16,0 3 3 16,0 3-3-16,0 4-4 15,0 2-5-15,0 5-4 16,2 3-1-16,0 3 0 0,0 4 0 15,0 4 0-15,0 2-1 16,1 3-3-16,-3 3 11 16,0 1 7-16,0 2 0 15,0-2-1-15,0 0-4 16,-5-4-3-16,-1 1-4 16,1-1 0-16,-2-2-1 0,1-2 1 15,-3-2-1-15,2-3 0 16,1-5 0-16,2-5 0 15,3-6-1-15,1-5 0 16,0-4-1-16,0-5-24 16,0 0-44-16,0-11 1 0</inkml:trace>
  <inkml:trace contextRef="#ctx0" brushRef="#br0" timeOffset="118662.03">17339 15726 183 0,'0'0'17'0,"0"0"6"0,0 0-21 0,0 0-2 16,0 0-3-16,0 0 4 15,-31 40-6-15,18-26 13 16,-1 0-3-16,1-1 1 16,-3 0 4-16,3-2-2 15,-1 2-5-15,1-3-2 16,1-1 1-16,0 0-2 0,5-2-2 16,1-2-5-16,3-2-17 15,3-3-14-15,0 0-37 16</inkml:trace>
  <inkml:trace contextRef="#ctx0" brushRef="#br0" timeOffset="118853.58">17274 15766 187 0,'0'0'11'0,"0"0"-6"0,36 0 23 16,-16 0-14-16,2 4-4 15,1 2-7-15,4 1 3 16,-2 3-6-16,4 1 2 16,-3 3-1-16,0-2-19 0,-5-1-82 15</inkml:trace>
  <inkml:trace contextRef="#ctx0" brushRef="#br0" timeOffset="119948.44">17016 16952 116 0,'0'0'18'0,"0"0"34"15,0 0-9-15,0 0-15 0,0 0-9 16,0 0-3-16,0 0-2 0,0 0-9 16,0 0-3-16,0 0-2 15,0 0 2-15,-37-33-5 16,43 31 2-16,0 0 1 15,1 0 0-15,2 2 1 16,2 0 0-16,0 0-1 0,-2 7 0 16,3 3 0-16,0 2 2 15,0 1-2-15,-4 1-2 16,-1 0-2-16,-3 0-2 16,-1-2 0-16,-3-1-1 15,0-1-1-15,0-2 5 16,-2-3 8-16,-3-1-1 0,3-2-3 15,0-1 0-15,-1-1 0 16,2 0-4-16,1-2-8 16,0-8-2-16,4-1 2 15,3-5 7-15,3-3 4 16,0-3-2-16,-1-1 3 0,2 0 1 16,0 1-3-16,-4 4 3 15,-1-1-1-15,-2 6-1 16,-2 2 2-16,-1 4-1 15,-1 3 1-15,0 1 5 0,0 3-4 16,0 0-5-16,0 0-4 16,-2 10 6-16,0 3-3 15,-1 2 4-15,3 5-2 16,-2-1 1-16,2 0 1 16,0 1 0-16,4-3 2 0,6 0-2 15,-2 0-1 1,4-3 0-16,1-4 0 0,1-2 0 15,4-3-7-15,-1-3-21 16,1-2-63-16</inkml:trace>
  <inkml:trace contextRef="#ctx0" brushRef="#br0" timeOffset="120183.07">17377 16904 245 0,'0'0'11'0,"0"0"10"0,0 0-7 16,0 0-8-16,0 0-5 15,0 0-5-15,0 0 1 16,0 0 4-16,0 0 4 16,0 37-3-16,0-23-2 0,0 1 2 15,3-1-4-15,2-1-3 16,1-2-21-16,-1-5-39 15,3-3-30-15</inkml:trace>
  <inkml:trace contextRef="#ctx0" brushRef="#br0" timeOffset="120334.34">17507 16898 255 0,'0'0'20'0,"0"0"12"16,0 0-27-16,0 0-11 0,0 0-2 15,2 38 5-15,1-15 5 16,-1 1-29-16,1-6-69 16</inkml:trace>
  <inkml:trace contextRef="#ctx0" brushRef="#br0" timeOffset="121044.76">19733 15706 176 0,'0'0'6'0,"0"0"21"16,0 0-13-16,0 0-10 0,0 0 4 15,0 0 1-15,0 0 2 0,0 0 4 16,0 0 3-16,0 0-4 15,11-34-8-15,-11 34-5 16,0 0-3-16,0 3-4 16,0 8 3-16,0 5 2 15,0 7 2-15,-2 4 7 0,0 5-6 16,2 4-1-16,-2 2-1 16,2 3 0-16,0 3 0 15,0-1 0-15,-1 1 0 16,1 1-1-16,0-3 1 15,0-1 0-15,0-3-1 0,0-2 2 16,0-5 0-16,0-3 0 16,1-2-1-16,1-5 1 15,0-2-1-15,-2-4 1 16,0-1 0-16,0-5-1 16,0 0-1-16,0-4-13 0,0-3-23 15,0-2-18-15,-4-2 12 16,0-10-120-16</inkml:trace>
  <inkml:trace contextRef="#ctx0" brushRef="#br0" timeOffset="121401.12">19733 15541 123 0,'0'0'-6'0,"0"0"24"0,0 0 12 16,0 0-23-16,-45 18-5 15,32-1 1-15,-5 5 8 16,-1 3 1-16,0 3-4 0,-4 0-2 16,4 2-2-16,-2-5 0 15,3 0-3-15,1-4 0 16,4-5 0-16,1-5 0 16,3-2-2-16,5-7-39 15,4-2-51-15</inkml:trace>
  <inkml:trace contextRef="#ctx0" brushRef="#br0" timeOffset="121593.14">19669 15581 222 0,'0'0'1'16,"0"0"2"-16,0 0 10 15,47 2 6-15,-27 8-2 16,2 4-4-16,5 3-4 15,1 3-2-15,0 5-5 16,3 6-1-16,-1 1-19 0,-2 2-56 16,-4 4-44-16</inkml:trace>
  <inkml:trace contextRef="#ctx0" brushRef="#br0" timeOffset="122027.1">19469 16770 124 0,'0'0'80'16,"0"0"-61"-16,44-25 14 15,-26 17-6-15,1 5-9 0,0 2-11 16,-2 1-2-16,-1 0-3 15,-4 0-2-15,-2 10-2 16,-1-1-4-16,-4 3 5 16,-5 4 3-16,0 0-3 0,0-1-4 15,-11 2-4-15,-3 0-2 16,-4-3-3-16,0-1-7 16,-2 0-11-16,3-5-18 15,0-5-29-15</inkml:trace>
  <inkml:trace contextRef="#ctx0" brushRef="#br0" timeOffset="122333.4">19721 16678 149 0,'0'0'11'0,"0"0"50"15,0 0-18-15,0 0-15 16,0 0-14-16,0 0-8 16,0 0-1-16,0 0-4 0,0 0 2 15,-24 0-1-15,19 12 2 16,1 4-4-16,2 1 3 16,2 2-6-16,0-1 2 15,0-1 1-15,4 0-1 16,6 0 1-16,-1-3 0 0,2-1-13 15,1-4-13-15,0-4-19 16,2-2-17-16,-1-3-21 16</inkml:trace>
  <inkml:trace contextRef="#ctx0" brushRef="#br0" timeOffset="122503.72">19840 16760 183 0,'0'0'41'15,"0"0"-24"-15,0 0-16 16,0 0-7-16,0 0 8 0,0 0 7 16,-2 51-7-16,0-34-1 15,0 3 0-15,2 0-5 16,-1-2-35-16,1-5-44 16</inkml:trace>
  <inkml:trace contextRef="#ctx0" brushRef="#br0" timeOffset="122846.05">19964 16800 285 0,'0'0'3'0,"0"0"-2"16,0 0 0-16,44-9 0 15,-33 9-2-15,1 0 0 16,-6 3-3-16,-2 7-1 0,-1 3-11 16,-3 1 4-16,0 3-1 15,-6 0-9-15,-5-1-6 16,-1-1 16-16,-1-2 1 16,1-3 24-16,1-4 7 0,3-2 12 15,3-2-5-15,4-2-6 16,1 0 3-16,4 0-19 15,11-9 4-15,8-2-6 16,8-4-2-16,7-6-2 16,7 1-41-16,5-7-57 0</inkml:trace>
  <inkml:trace contextRef="#ctx0" brushRef="#br0" timeOffset="123536.32">21638 15516 45 0,'0'0'44'0,"0"0"-41"0,0 0 9 0,0 0 9 0,0 0 0 15,0 0-8-15,0 0-5 16,0 0 1-16,0 0-2 15,36 4-2-15,-34 7-1 16,0 1-3-16,-1 6 2 16,-1 3-4-16,0 7 1 0,0 4 3 15,0 8 2-15,0 4 5 16,0 4 0-16,0 3-2 16,0 1-2-16,0 0-2 15,3 2 0-15,0 0 0 16,-1-1-1-16,0-1 3 0,-2-1 1 15,0 0-4-15,0-5 0 16,0-5 0-16,0 0-2 16,-1-4 0-16,-2-3 1 15,0-2-2-15,-1-5 1 0,0-3-1 16,-1-6 1-16,0-1 0 16,-1-6 0-16,1-5-13 15,-3-6-31-15,1 0-39 16</inkml:trace>
  <inkml:trace contextRef="#ctx0" brushRef="#br0" timeOffset="123899.09">21642 15532 140 0,'0'0'1'0,"0"0"19"0,0 0 12 16,0 0-8-16,0 0-10 15,0 0-4-15,0 0-1 0,-37-1-6 16,19 13-2-16,-4 4-4 16,1 2 6-16,-3 2-2 15,1-2-2-15,2-1 1 16,4 0-6-16,1-4-14 16,7-6-29-16,2-2-16 0,4-5-14 15</inkml:trace>
  <inkml:trace contextRef="#ctx0" brushRef="#br0" timeOffset="124082.95">21603 15509 247 0,'0'0'0'16,"0"0"0"-16,41 6 6 15,-21 3 3-15,0 4 1 16,5 4 0-16,-2 4-2 15,2 5-6-15,-1 5-1 0,0 5-12 16,-5 1-80-16,-6 2-98 16</inkml:trace>
  <inkml:trace contextRef="#ctx0" brushRef="#br0" timeOffset="124511.42">21394 16834 200 0,'0'0'37'0,"0"0"-2"15,0 0-12-15,0 0-10 16,43-26-5-16,-29 23-5 0,1 2-1 16,-1 1-1-16,-2 0 1 15,-1 0-1-15,-1 4-1 16,-1 6 0-16,-4 2-5 15,0 3 4-15,-5 2 5 16,0 0-3-16,0 3 0 0,-10-1-4 16,-5-1-10-16,1-2 1 15,-3-1-2-15,2-2-5 16,-1-3-14-16,5-7-20 16,4-3-56-16</inkml:trace>
  <inkml:trace contextRef="#ctx0" brushRef="#br0" timeOffset="124787.77">21623 16762 222 0,'0'0'-10'16,"0"0"17"-16,0 0 5 15,0 0-2-15,0 0-6 16,0 0 4-16,0 0 5 15,0 0-8-15,-36-15 9 16,28 29-7-16,0 2 3 0,0 3-3 16,4-1 0-16,0 1-4 15,4-1-3-15,0-1 0 16,2-3-1-16,5-1 0 16,6-3-1-16,1-4-10 15,4-4-12-15,-1-2-18 0,2 0-48 16</inkml:trace>
  <inkml:trace contextRef="#ctx0" brushRef="#br0" timeOffset="124973.16">21741 16838 238 0,'0'0'29'16,"0"0"-6"-16,0 0-22 16,0 0 5-16,0 0 6 15,0 0-5-15,0 52-3 16,0-36-1-16,0 3-2 15,0 1 0-15,0-2-1 0,0 2 0 16,2-4-13-16,0-4-15 16,2-3-33-16,-2-5-58 15</inkml:trace>
  <inkml:trace contextRef="#ctx0" brushRef="#br0" timeOffset="125316.01">21821 16902 66 0,'0'0'181'0,"0"0"-172"16,0 0 14-16,37-28-5 0,-21 23-9 15,1 3-5-15,1 0-4 16,-2 2 0-16,0 0 0 16,-4 3 0-16,-5 3-11 15,-5 6-13-15,-2-2-15 16,-1 3 34-16,-10 3 2 0,-3-1 3 15,0-1 4-15,1-1-1 16,1 0 17-16,5-3-5 16,2-3-4-16,4 0-7 15,1 0-1-15,0 0 0 16,4-1 0-16,-1 1 0 0,2 0 1 16,0 1-3-16,-5 0 0 15,0-1 0-15,0 2-2 16,-6-2-11-16,-8-1-15 15,-4-4-51-15,-4-2-84 16</inkml:trace>
  <inkml:trace contextRef="#ctx0" brushRef="#br0" timeOffset="126061.87">23301 15402 7 0,'0'0'34'0,"0"0"-3"0,0 0-18 0,0 0-4 0,20-40-1 16,-15 35 2-16,-2-1 13 15,0 3 4-15,-1 0 1 16,-1 2 0-16,-1-2-7 15,0 3-10-15,1 0-5 0,0 0-4 16,-1 0-3-16,2 0-1 16,0 7 4-16,2 6 5 15,0 5-1-15,-1 7-1 16,2 5-2-16,-4 9-1 16,0 4 1-16,-1 11-2 0,0 4 1 15,0 2 0-15,0 6-4 16,0-1 1-16,0 2 1 15,0-2 0-15,5 1 1 16,2-2 8-16,1 0 3 16,3-3-2-16,-4-1-2 0,-1-6-1 15,0-2-3-15,-1-8-1 16,-5-1-1-16,0-5 1 16,0-4 5-16,-3-5-13 15,-5-8 6-15,-3-4-4 16,-2-7-10-16,-1-6-12 15,-1-4-13-15,0-8-58 0</inkml:trace>
  <inkml:trace contextRef="#ctx0" brushRef="#br0" timeOffset="126404.55">23302 15345 231 0,'0'0'-9'0,"0"0"16"0,0 0-13 0,0 0 2 15,0 0 9-15,-33 37 2 16,15-15 0-16,-5 3-3 16,2 2 1-16,-1 0-4 15,1 0 0-15,0-3-1 16,1-4-11-16,2-2-19 0,4-6-20 16,5-5 13-16,5-5 13 15,4-2-21-15</inkml:trace>
  <inkml:trace contextRef="#ctx0" brushRef="#br0" timeOffset="126603.74">23297 15415 117 0,'0'0'114'0,"0"0"-102"16,55 1 23-16,-30 8-18 15,1 2-7-15,4 5-5 16,1 2-2-16,4 1 2 0,-1 2-3 15,1 3-1-15,1 2 0 16,-2 1-4-16,-2 4-19 16,-3 3-36-16,-7 0-43 15,-2 6-27-15</inkml:trace>
  <inkml:trace contextRef="#ctx0" brushRef="#br0" timeOffset="127245.03">23318 16810 14 0,'0'0'80'0,"0"0"-58"15,0 0 50-15,0 0-6 16,-37 0-32-16,34-6-15 16,-2 0-1-16,2-1-1 15,2 3-4-15,0-2-7 0,1 2-7 16,0 2-6-16,0 0 3 16,2-1 4-16,6 3 1 15,2 0-1-15,2 0-2 16,2 0 2-16,0 0 0 15,-1 9 0-15,-3 2-2 16,0 1-2-16,-5 4-3 0,-3 4 3 16,-2 0 0-16,0 1-2 15,-2 2-6-15,-3-5 0 16,-4 0 4-16,2-4 1 16,-1-4 5-16,3-5-4 0,1-2-4 15,0-3-2-15,3 0 15 16,1-3-7-16,0-6-9 15,4-4 0-15,5-3 10 16,2-4 4-16,3-1 0 16,1-3-7-16,0 0-2 15,-2-1 9-15,-1 3 1 0,-2 2 2 16,-3 6 10-16,-2 2 14 16,-3 5-4-16,1 3-6 15,-2 2-4-15,-1 2-5 16,0 0-8-16,0 2-6 0,1 8 3 15,0 1 8-15,2 2-3 16,-1 5 1-16,2 0-3 16,0-2-1-16,2 0 0 15,2-2-10-15,3-4-17 16,-4-4-64-16</inkml:trace>
  <inkml:trace contextRef="#ctx0" brushRef="#br0" timeOffset="127443.17">23627 16801 295 0,'0'0'21'0,"0"0"-17"0,0 0-2 0,0 0-13 16,0 0 15-16,0 0 0 16,0 0 0-16,-32 51-4 15,22-34 3-15,-1 2-3 0,3-2 0 16,0 0-10-16,3-3-38 15,1-5-48-15,4-4-20 16</inkml:trace>
  <inkml:trace contextRef="#ctx0" brushRef="#br0" timeOffset="127777.25">23795 16842 195 0,'0'0'3'0,"0"0"-3"16,0 0 2-16,0 0 4 0,0 0 20 16,0 0-4-16,0 0-18 15,0 0 0-15,-21 28 2 16,9-12 5-16,-1 0-6 16,2 1-4-16,1 0 0 15,0-1-1-15,2-1 2 0,3 0-1 16,-1-3-1-16,3-2 0 15,1-2-1-15,2-2-2 16,0-4 2-16,0 2-1 16,7-1-3-16,2-3 4 15,1 0 8-15,5 0-6 0,-1 0-6 16,2-3-10-16,-1-1-7 16,2 1-18-16,0-2-20 15,-3-1 6-15</inkml:trace>
  <inkml:trace contextRef="#ctx0" brushRef="#br0" timeOffset="129912.3">13183 6308 59 0,'0'0'121'0,"0"0"-129"0,37-8 26 0,-8-11-2 0,12-13-14 15,4-18-2-15,8-17-132 16</inkml:trace>
  <inkml:trace contextRef="#ctx0" brushRef="#br0" timeOffset="133015.16">16486 17352 39 0,'0'2'0'0,"0"-2"-2"0,0 0 5 0,-1 1 23 0,0-1 16 16,1 0-5-16,-1 0-4 15,1 0-10-15,0 0-6 16,0 0-8-16,-2 0-5 16,2 0 0-16,0 0-2 15,-2 0-2-15,0 0-1 0,-1 3-3 16,0-2 1-16,-2 2 1 15,-1-3 1-15,0 3 2 16,-2-2-1-16,1 0 1 16,-1 1-1-16,0-2 0 15,0 3-5-15,3-3-20 0,-3 0-12 16,3 2-5-16,-3-2 19 16,4 0 22-16,-2 0 3 15,2 0 0-15,3 0 2 16,-1 0 4-16,0 0-2 15,2 0-4-15,0 0-5 16,0 0-11-16,0 1 9 0,0 3 5 16,0 0 0-16,0 1 2 15,0-1 1-15,0 2 6 16,0 2 8-16,4 1-5 16,1-1-5-16,1 2-2 0,0 3 2 15,2 0-1-15,-2 0-5 16,1-1 0-16,-4 3-1 15,1-1 1-15,0 0 1 16,-2 0 1-16,1 3 3 16,-3-1-2-16,0 2-2 0,0 2-2 15,0-1 0-15,0-1 2 16,-7 2-1-16,5-4-6 16,0-2 0-16,0 0 5 15,2-4 1-15,0-1 2 16,0-1 1-16,0-1 5 15,0 0 2-15,0-1-2 0,0 0-2 16,0-2-1-16,2 3 0 16,0 0 1-16,0 0 3 15,5-1 0-15,-2-1-5 16,6 1-7-16,3-3 2 16,3-3 0-16,5 0-73 0</inkml:trace>
  <inkml:trace contextRef="#ctx0" brushRef="#br0" timeOffset="134055.03">17994 17267 97 0,'0'0'14'0,"0"0"-6"0,0 0 2 16,0 0-4-16,0 0 10 16,4 0-2-16,0 0 0 0,2 0 0 15,-1 0 6-15,3 0-5 16,0-4-5-16,2 2-1 15,1-1-5-15,1-1-3 16,-1 0 0-16,1 1-1 16,1-1 0-16,-2 2 0 0,3-2 0 15,-2 4 0-15,1-1 0 16,1-1 0-16,-3 2 0 16,3 0-3-16,-4 0-7 15,0 0-1-15,-1 0 4 16,-4 3 1-16,1 3 3 0,-2-2 1 15,-3 3 2-15,1 0 0 16,-2 2 1-16,2-1 8 16,-1 2 1-16,2 1-4 15,-1 2-2-15,2 0-2 16,-1 3-1-16,2-2 0 16,-1 3-1-16,-3 1 2 0,2-2-2 15,0 1 2-15,1 2 2 16,-2 2 1-16,-1-1-2 15,0 1 0-15,2-1-2 16,-2 3 2-16,-1 0-1 16,1-2-1-16,0 0 2 0,-1-2 3 15,0-1 3-15,0-1 3 16,0-3-3-16,0-2 0 16,-4 0-2-16,-4-3-2 15,-3 1-3-15,-5 0-2 16,-5-1-13-16,-8-4-45 0,-5-4-153 15</inkml:trace>
  <inkml:trace contextRef="#ctx0" brushRef="#br0" timeOffset="134803.03">16747 17541 124 0,'0'0'4'0,"0"0"4"0,0 0 2 16,0 0 3-16,0 0 0 16,0 0-8-16,0 0 1 15,0 0-2-15,0 0 2 16,0 0-1-16,0 0 11 15,0 0 2-15,0 0 1 0,0 0-6 16,-2-6-1-16,-2 12-7 16,1 4-2-16,1 4 1 15,-1 3-1-15,2 4-3 16,0 2 2-16,1 0-3 16,0 0 1-16,0-3 0 0,0-1-1 15,0-1-9-15,1-4-26 16,3-6-51-16,1-6-71 15</inkml:trace>
  <inkml:trace contextRef="#ctx0" brushRef="#br0" timeOffset="135357.07">17048 17601 153 0,'0'0'14'0,"0"0"15"0,0 0-12 16,0 0-13-16,0 0-4 16,-40 35 0-16,36-25-1 15,-1 3 2-15,2 1-1 0,3-1 0 16,0-1-1-16,0-1 1 15,0-1 2-15,6-3 2 16,-1-2-4-16,2-2-1 16,0-1 1-16,1-2-2 15,-3 0-3-15,2 0 2 0,0-2 1 16,-3-5 3-16,2 0 5 16,-4-2 9-16,0-2 9 15,-2-1-5-15,0 1-7 16,0-1-1-16,0 0-5 15,-4-1-3-15,-1 2 0 0,1 2-2 16,2 4-1-16,-4 2-6 16,3 2-13-16,1 1-35 15,0 0-69-15</inkml:trace>
  <inkml:trace contextRef="#ctx0" brushRef="#br0" timeOffset="136004.94">17343 17598 81 0,'0'0'2'0,"0"0"2"0,0 0 16 0,0 0 6 16,0 0 2-16,0 0 11 16,0 0-17-16,0 0-10 0,0 0-5 15,0 0-5-15,0 0-2 16,-28 1 0-16,24 5 0 16,1 3 0-16,-3-1 1 15,4 1-2-15,0-2 1 0,1 3 0 16,1-5 2-16,0 1 3 15,0-2-1-15,0 1 3 16,1-3-3-16,4 1-1 16,0 0 0-16,1-3-3 15,2 0 3-15,-2 0-5 16,3 0 4-16,-4 0 3 0,4-3-5 16,-4-1 4-16,1 0-4 15,-2-2 3-15,-1-1 4 16,1-1 5-16,-4 0 1 15,0 0-5-15,0-1 1 16,0 1-3-16,0 0-2 0,-4 0-3 16,-1 1-1-16,1 4-6 15,-2 2-16-15,0 1-16 16,1 0-33-16,1 0-62 16</inkml:trace>
  <inkml:trace contextRef="#ctx0" brushRef="#br0" timeOffset="136509.62">17666 17535 91 0,'0'0'24'0,"0"0"-15"0,0 0-3 0,0 0-1 0,0 0 1 15,0 0 3-15,0 0 4 16,0 0 15-16,0 0-10 15,0 0-11-15,0 38-1 16,0-30-1-16,0-1-3 16,1 0 3-16,3 1-2 0,0-3-2 15,0-2-1-15,0-2 1 16,0 1-1-16,2-2 0 16,-1 0 3-16,1 0 4 15,-2 0 2-15,0-6 2 16,1-3 0-16,0 0 3 15,-4 0 2-15,0-2-4 0,-1 3-3 16,0 0-2-16,0-2 0 16,-2 3-5-16,-3 1-3 15,-3 2-11-15,1 3-15 16,0 1-23-16,-1 0-31 16,2 0-23-16</inkml:trace>
  <inkml:trace contextRef="#ctx0" brushRef="#br0" timeOffset="136980.09">17932 17510 97 0,'0'0'11'0,"0"0"-9"0,0 0-2 0,0 0 3 0,0 0 6 16,0 0 6-16,0 0-7 15,0 43-1-15,0-31 0 16,0 0-4-16,2-1 0 0,1-1-3 16,1-3 1-16,-1-1 1 15,1-2 8-15,2-4 8 16,-1 0 9-16,1 0 4 16,2 0-8-16,-2-6-8 15,-1-2-3-15,-1-2-3 0,2 0 1 16,-4-1-1-16,-2 2 0 15,0-1 2-15,0-1-3 16,0 1-7-16,-8 0-10 16,-1 1-24-16,-2 2-19 15,-1-4-94-15</inkml:trace>
  <inkml:trace contextRef="#ctx0" brushRef="#br0" timeOffset="138032.26">19409 17227 144 0,'0'0'-2'0,"0"0"11"0,0 0-3 16,0 0-6-16,0 0-4 0,-38 3 5 16,29-3 4-16,-2 0-3 15,2 0 0-15,1 0 0 16,-1 2-2-16,2-2 0 15,0 0 0-15,1 0 1 16,1 0 3-16,-1 0 4 0,0 0 12 16,1 0 0-16,2 0 1 15,-1 0-11-15,1 0-3 16,0 0-4-16,2 0-3 16,-2 1 0-16,2 2 0 15,-1 1-1-15,1-1 0 0,-2 5 1 16,1 2 4-16,2 3 1 15,0 4-1-15,0 3-2 16,0 3-2-16,0 1 2 16,2 3-1-16,1-1-2 15,-2-1 2-15,0-1-1 0,-1-1 0 16,0-2 0-16,0-5 0 16,0 1 0-16,1-6 1 15,0 3 0-15,0-4 2 16,1-3 0-16,2 1-1 15,-1-1 1-15,3 0 1 16,2-3 1-16,2-1 1 0,1 0 2 16,3-3-2-16,3 0 0 15,0 0-4-15,-2 0-2 16,0 0 7-16,-1-3-7 16,-2 0-11-16,-2-1-18 15,-3-4-28-15,-1-4-95 0</inkml:trace>
  <inkml:trace contextRef="#ctx0" brushRef="#br0" timeOffset="138443.81">19539 17418 224 0,'0'0'-7'0,"0"0"-32"0,0 0-4 0,0 0 12 16,0 0 19-16,-22 40 16 0,19-31 3 15,2-1 4-15,1 0 4 16,0-1-5-16,0-4-4 15,5 0-10-15,3-2 10 16,2-1-4-16,-2 0 10 16,3-3-3-16,-1-1-4 0,0-4-2 15,-3 0-1-15,1 0 6 16,-6 1 15-16,-1-3 5 16,-1 1-1-16,0 2-4 15,0-1-9-15,-6 2-8 16,-2 2-4-16,-2 1-4 0,-2 2-17 15,1 1-32-15,1 0-47 16</inkml:trace>
  <inkml:trace contextRef="#ctx0" brushRef="#br0" timeOffset="138799.69">19811 17462 170 0,'0'0'65'0,"0"0"-72"0,0 0 4 0,0 0-55 0,0 0-56 15</inkml:trace>
  <inkml:trace contextRef="#ctx0" brushRef="#br0" timeOffset="138964.37">19983 17448 286 0,'0'0'16'16,"0"0"-24"-16,0 0-38 16,0 0-93-16</inkml:trace>
  <inkml:trace contextRef="#ctx0" brushRef="#br0" timeOffset="140890.64">17770 15432 41 0,'5'-3'6'16,"-1"1"23"-16,2 0-2 0,-2-1-6 0,1 0 1 15,1 2-6-15,-1-1-10 16,4 1-3-16,0 0-2 16,2 1-1-16,4 0 0 15,1 0 0-15,4 0 0 0,1 0-1 16,4 0 1-16,3 0-1 15,3 0-1-15,3 0 2 16,8 0 0-16,1 0-1 16,6-2 2-16,1-2-2 15,5 0 1-15,1-1-2 16,2-2 3-16,2-1 3 0,0 1 8 16,1 0 6-16,-1-1 0 15,0 0-5-15,-1 2-7 16,-2-1-3-16,-5 4 0 15,-2-1-1-15,-2 1 1 0,-7 2 1 16,-4-2 0-16,-5 2-2 16,-5 0-1-16,-6 1 1 15,-2 0-1-15,-8 0-2 16,-1 0-22-16,-5 0-30 16,-2 0-16-16,-3 0-33 15</inkml:trace>
  <inkml:trace contextRef="#ctx0" brushRef="#br0" timeOffset="141220.65">19006 15201 104 0,'0'0'7'0,"0"0"12"0,0 0 3 0,0 0 5 0,0 0-2 16,0 0-11-16,0 0 3 16,40-1 2-16,-32 1-4 0,1 2-8 15,0 8-5-15,0 4-1 16,-6 5 0-16,-1 5-3 15,-2 4-6-15,-5 8 2 16,-15 5-4-16,-7 3-19 16,-9-1-44-16,-4-4-69 0</inkml:trace>
  <inkml:trace contextRef="#ctx0" brushRef="#br0" timeOffset="141853.34">20098 15196 112 0,'0'0'63'0,"0"0"-29"0,0 0-12 0,0 0-18 0,0 0 1 16,0 0-3-16,38 0-1 15,-20 0 0-15,0 3-1 16,6 0 1-16,3-1-3 15,5 0 2-15,7 0-1 16,2-2 1-16,8 0 1 0,1 0-1 16,3 0 1-16,3 0-1 15,0 0-4-15,0-3 0 16,2-1 7-16,-3 1-1 16,2-1 9-16,0 1-5 15,-7 0 0-15,-2 1-6 0,-5 2 0 16,-8-2 1-16,-3 1-1 15,-9 0 1-15,-3 1-1 16,-4 0 0-16,-4 0-1 16,-2 0-10-16,-5 0-28 15,-3-3-59-15</inkml:trace>
  <inkml:trace contextRef="#ctx0" brushRef="#br0" timeOffset="142073.51">21050 15081 219 0,'0'0'0'0,"0"0"13"16,0 0 10-16,40 2-12 0,-31 5-1 15,1 4-6-15,0 3-3 16,-7 7 0-16,-2-2-7 15,-1 5-23-15,-1-5-47 16,-6-5-91-16</inkml:trace>
  <inkml:trace contextRef="#ctx0" brushRef="#br0" timeOffset="142541.74">21978 15064 91 0,'0'0'29'0,"0"0"0"0,0 0-13 15,0 0-4-15,50 0-4 16,-25 0-3-16,5-2 1 16,4-2 0-16,6 0 7 15,1 0 6-15,3-2-1 16,3 1-3-16,1 0-4 0,4 1-4 15,1 0-1-15,1-2-4 16,-3 2-1-16,1 3 0 16,-2-1 1-16,-5 1-2 15,-4-1 0-15,-3 2 0 16,-6 0 1-16,-3 0-1 0,-7 0 0 16,-3 0 0-16,-5 3-7 15,-5-1-26-15,-6-1-51 16,-3-1-62-16</inkml:trace>
  <inkml:trace contextRef="#ctx0" brushRef="#br0" timeOffset="142735.04">22742 14922 211 0,'0'0'-5'0,"0"0"18"16,0 0-6-16,48-14-1 15,-30 14 7-15,-2 0-2 16,0 10-2-16,-5 8-4 16,-5 2-4-16,-6 7-1 15,-1 0-32-15,-17-1-83 0</inkml:trace>
  <inkml:trace contextRef="#ctx0" brushRef="#br0" timeOffset="145226.13">8563 6350 109 0,'-5'-6'2'0,"-4"-3"0"16,5 2 1-16,-3-1 1 0,2-1 4 0,-1-2 13 15,0 2-3-15,1 1-6 16,-4-2-3-16,4 3-4 16,-3-2 0-16,3 2-1 0,-6 3 2 15,4 1-1-15,-4 3 0 16,-1 0-5-16,-3 0 0 15,-1 11-4-15,-1 5-5 16,-1 0 3-16,0 5 2 16,0 6 0-16,1 1-1 0,1 5-2 15,2 5 2-15,1 2-1 16,4 1 5-16,0 3 0 16,1 2 0-16,6 2 1 15,2 2-3-15,0 2 1 16,10 2 0-16,3 0-2 0,6 0-3 15,4-5-8-15,6-5-1 16,1-9 11-16,8-8 1 16,2-9-2-16,0-8 2 15,3-8 3-15,-1-2 4 16,0-10 5-16,1-7 13 0,-1-9 6 16,1-5-4-16,-1-7 2 15,-3-6-4-15,-2-5-6 16,-8-6-4-16,-8-2-3 15,-6 0 0-15,-11-1 0 16,-4 1-4-16,-8 3-2 0,-10 3-3 16,-11 3-35-16,-12 1-144 15</inkml:trace>
  <inkml:trace contextRef="#ctx0" brushRef="#br0" timeOffset="147931.76">17210 15374 48 0,'0'0'14'0,"0"0"-12"0,0 0 0 0,0 0-12 16,0 0-12-16,0 0-11 15,0 0 32-15,0 0 12 16,0 0 19-16,0 0-10 0,0 0-8 16,0 0-3-16,-6 7-6 15,4-7 3-15,2 0 2 16,-2 0 3-16,2 0 14 15,0 0-5-15,-1 0 4 16,1 0 5-16,0 0-13 0,0 0-11 16,0 0-10-16,0 0-2 15,0 1-4-15,0-1 7 16,0 2-5-16,0 2-6 16,0-4 0-16,0 3 7 15,1-3 5-15,0 0 2 0,0 0-1 16,2 0 2-16,0 0-3 15,1 0-15-15,-3-4-18 16,1-1-11-16,-1 2 2 16,-1-1 45-16,0 1 1 15,0-1 38-15,-1 2-2 0,-4 1-8 16,-1 1 1-16,1 0-25 16,0 0-2-16,-2 3-3 15,3 3 0-15,-2 1 0 16,2 0-2-16,3 0 2 15,-1-1 0-15,2 1-1 0,0-3 1 16,0 0 0-16,0-1-3 16,0-3 2-16,2 0 6 15,1 0 8-15,1 0-1 16,0-1 3-16,-2-5-1 16,0 1-4-16,-1-1 0 0,-1 0 0 15,0 2 1-15,0 0-4 16,0 1-2-16,-3 1-7 15,-4 2 9-15,1 0-7 16,-3 0-1-16,4 9 0 16,-3-1-1-16,1 4 3 0,2-1-2 15,1 0 0-15,4-1-11 16,0-3-1-16,0 1 1 16,3-4-2-16,4-3 4 15,0-1 6-15,0 0 4 16,3 0 6-16,-5-4 7 15,0-3 2-15,0-2 1 0,-3 0-3 16,-1 0-4-16,-1 0-1 16,0 0-2-16,0 1 1 15,-1 1-3-15,-5 2-1 16,0 2-4-16,1 1 8 16,-4 2-3-16,4 0-5 0,-1 0 0 15,2 5-1-15,1 2-4 16,1 1-2-16,1 2 0 15,1-3-1-15,0 1 4 16,3-2-1-16,2-1-7 16,3-4 9-16,-1 1 2 0,4-2-1 15,-2 0 5-15,-3-5-2 16,1-2 3-16,-1 0-3 16,-2-3 3-16,-3 2 0 15,-1-1 1-15,0 2 2 16,-1 1-1-16,-4 2-4 15,-4 1-3-15,0 3 12 0,0 0-12 16,-1 0 0-16,2 0-2 16,-1 9 3-16,1-1 0 15,1 2-2-15,4 0-3 16,3 0-10-16,0 0-1 0,0-3 0 16,9 0-2-16,2-3 7 15,1-4 8-15,3 0 2 16,0 0 0-16,2-5 1 15,-2-4 1-15,1-1 0 16,-3 0 2-16,-1-1 3 0,-5 0-3 16,-3 1-1-16,-3 3 2 15,-1 0 2-15,-1 0 0 16,-6 2-5-16,-5 4 7 16,-1 1-7-16,-2 0 0 15,1 0 1-15,2 4-2 16,-1 3 1-16,3 3 0 0,1-1 0 15,2 1 0-15,4 0 0 16,3-1-2-16,0-1 1 16,0-3-1-16,5 2-5 15,7-4 9-15,-2-1-1 0,4-2-1 16,-3 0 1-16,2 0 2 16,-2-5 4-16,-2 0 0 15,-2-4 7-15,-2 3-2 16,-3-2 5-16,-2-1 1 15,0 2-2-15,0 2-7 0,-3-1-6 16,-5 2-3-16,1 1-3 16,-1 3 7-16,0 0-6 15,-1 0-2-15,1 1-3 16,3 5 4-16,1 1 0 16,1 0 2-16,0 0-2 15,3 0-2-15,0-2 2 0,0 0-4 16,6-2-1-16,-1-1 8 15,3-2-3-15,0 0 5 16,2 0 1-16,-1 0-1 16,-3-5-1-16,-1-2 0 15,-1 0 1-15,-4 1 3 0,0-1 4 16,0 2 2-16,-2 0-4 16,-4 2-6-16,1 1-3 15,-3 2 3-15,2 0-23 16,-2 0-31-16,3 2-17 15,-1 1-43-15</inkml:trace>
  <inkml:trace contextRef="#ctx0" brushRef="#br0" timeOffset="148728.76">17226 15372 103 0,'0'0'16'0,"0"0"-3"0,2 0-15 0,-2 0 0 16,0 0 4-16,1 2-4 15,-1-1 0-15,1 1 3 16,-1 2-2-16,1-1 0 16,-1 1 9-16,1 0-6 15,0 1 1-15,1-1-2 16,0 0-1-16,0-1-1 0,0 0 0 16,-2-2 0-16,2-1 1 15,-1 0-2-15,1 0 3 16,-1 0 5-16,2-1 10 15,-1-5-1-15,0 0-1 16,1-3-2-16,2 0-5 0,1-4 2 16,3 0-1-16,0-1-5 15,3-2-1-15,2-1-1 16,2 2 0-16,-1-1 1 16,-1 1-2-16,-2 3 0 15,-2 1 6-15,0 4 5 0,-7 1-5 16,-1 3-2-16,0 2-1 15,-2 1 0-15,0 0-6 16,0 0-19-16,-2 4-16 16,-3 3 24-16,-4 2-34 15,-1-1-34-15</inkml:trace>
  <inkml:trace contextRef="#ctx0" brushRef="#br0" timeOffset="149426.14">17213 15429 86 0,'0'0'28'0,"0"0"2"0,0 0-13 0,0 0-5 16,0 0-5-16,0 0 2 16,0 0 1-16,0 0 2 15,0 0-1-15,0 0-2 16,0 0-2-16,-1-13-8 16,1 13-1-16,0 0 1 0,0 0-2 15,0 6-11-15,2-1-3 16,1 1 2-16,-2 2-4 15,2-3 11-15,1 3 5 16,-3-4 2-16,4 0 0 16,-1-3-2-16,2 1 2 15,-2-2-1-15,3 0 3 0,-2 0-2 16,2-6 5-16,-1-1 5 16,1-3 3-16,-2 0 4 15,1-3 0-15,2-1 1 16,-1 0-3-16,2-2-1 0,3-1-3 15,-1-1-4-15,5 1-3 16,-2-2-2-16,3 2 0 16,3 2-1-16,-4 2 0 15,1 3-3-15,-1 0-10 16,-2 7-9-16,-3 0-1 0,0 2-2 16,-5 1 3-16,1 0 8 15,-4 0-5-15,1 0 5 16,-2 4-6-16,-2-1-20 15</inkml:trace>
  <inkml:trace contextRef="#ctx0" brushRef="#br0" timeOffset="152769.42">8529 6340 35 0,'0'0'22'0,"0"0"-19"0,0 0-2 0,0 0 4 15,0 0 3-15,0 0-4 0,0 0 6 16,0 0-3-16,0 0 2 16,0 0 2-16,0 0-1 15,40-12-1-15,-34 7-4 16,0 0-3-16,-2-2-1 15,1 0-1-15,1 0 2 0,-1-2-1 16,2-1-1-16,-3-1 0 16,1-3 1-16,1 0-1 15,0-3 0-15,-1-2 1 16,4 1 0-16,0-4-1 16,-2 1 1-16,4 0-1 0,0-1-1 15,-2 1-1-15,1 1 0 16,0 3-1-16,-3-1 3 15,1 2 1-15,-3 2-1 16,0 3 2-16,-3-1-1 16,0-1 4-16,-1 4 2 15,1-1 2-15,-1 1-3 0,0 2-6 16,1 1 1-16,-2 3-4 16,0 1-30-16,0 2-15 15</inkml:trace>
  <inkml:trace contextRef="#ctx0" brushRef="#br0" timeOffset="152983.07">8661 6112 146 0,'0'0'7'0,"0"0"36"0,0 0-10 15,0 0-14-15,0 0-8 16,9-54-2-16,4 34-5 0,4-4-1 16,2-1-2-16,1-5-53 15,-2-3-157-15</inkml:trace>
  <inkml:trace contextRef="#ctx0" brushRef="#br0" timeOffset="158511.16">2090 12807 85 0,'-2'0'4'0,"0"0"4"0,0 0-2 16,0 0 2-16,1 0-2 15,-1 0 5-15,0 0 2 0,-3 0 4 16,3 0-1-16,-1-2-3 16,1 2 1-16,0 0-4 15,0 0-8-15,-2 0-2 16,-1 2 0-16,3 5-1 0,-2 1 1 15,-2 0 0-15,2 4 0 16,2-3-1-16,2 1 1 16,-2-2 0-16,2 0-1 15,0-3 1-15,0-1-1 16,4-3-3-16,3-1 0 16,2 0 4-16,0 0 10 0,-1-3-2 15,2-5-2-15,-3-1-3 16,-1 1 1-16,-4-1 0 15,-1-1 3-15,-1 2 5 16,0-1-2-16,0 2-4 16,-1 0-1-16,-5 1 0 0,0 3-2 15,1 1-2-15,-2 2 2 16,2 0-3-16,-1 2 0 16,1 7-2-16,1 1 1 15,0 0 1-15,4 1-2 0,0-1-2 16,0-1-1-16,2-2 0 15,5-3 1-15,1-1-2 16,1-3 1-16,2 0 2 16,0 0 2-16,-2-9 1 15,1 1 1-15,-2-2 1 16,-3-3-1-16,-3 0 3 16,0 2 2-16,-2-1-1 0,0 1 2 15,0 3-3-15,-4 2 0 16,-5 2 2-16,0 3-3 15,-3 1-2-15,2 0-1 0,-2 10-1 16,1 2 1 0,3-1-1-16,1 4-1 0,2-1-2 15,2 0 0-15,3-3-3 16,0-1-20-16,0-3-35 16,1-5-48-16</inkml:trace>
  <inkml:trace contextRef="#ctx0" brushRef="#br0" timeOffset="159500.82">2019 13644 71 0,'0'0'23'0,"0"0"12"0,0 0 1 0,0 0-3 16,0 0-10-16,0 0-16 15,0 0-6-15,0 0-1 16,0 0 2-16,0 0-2 16,0 0 0-16,0 0 0 0,-20 41 0 15,20-34 0-15,0 1-2 16,0-6 2-16,4 1-1 15,0-3 1-15,1 0 3 16,2 0 6-16,-1-3 4 16,1-3-7-16,-1-3-1 0,-1 0-3 15,-2 1-1-15,-1-1 1 16,-2 1 0-16,0 3 2 16,0 0 0-16,-5 3 0 15,-2 2 3-15,-1 0-3 0,1 0-4 16,-2 7 0-16,4 3-1 15,-2 3 1-15,3-2 0 16,4 2-1-16,0-3 0 16,0 0 0-16,0-3 0 15,2-1-2-15,5-2 0 16,0-3 0-16,2-1 0 0,0 0 1 16,-1 0-1-16,-3-4 6 15,2-3-1-15,-3 0-1 16,-1 0 1-16,-3 0-1 15,0 1 1-15,0-2 1 16,0 3 0-16,-5 0-2 0,-4 3 3 16,2 0-1-16,1 2-2 15,-3 0-1-15,2 0 0 16,0 5-1-16,3 2 1 16,0 3-2-16,3-1 0 15,1 0 1-15,0-3-1 0,0 0 1 16,5-3-3-16,3-2 1 15,2-1-2-15,-3 0 4 16,3-7 2-16,0-2 4 16,-1-2-2-16,-1 0 2 15,-1 0-4-15,-2 3 0 0,-3-2-1 16,-2 3-48-16</inkml:trace>
  <inkml:trace contextRef="#ctx0" brushRef="#br0" timeOffset="160452.89">1972 14526 189 0,'0'0'6'0,"0"0"14"0,0 0-9 0,0 0 1 16,0 0-7-16,0 0 2 16,0 0-2-16,0 0-2 0,0 0 3 15,0 0-6-15,0 0 0 16,0 0 1-16,0 0-2 16,0 0 1-16,0 26 0 15,0-23 0-15,4-1 0 16,-2-2-6-16,2 0 3 0,0 0 1 15,2-4 8-15,-2-2 4 16,-2-1-5-16,-1 0-2 16,0 0-1-16,-1 1 0 15,0 2 0-15,-1 1 1 16,-4 3-4-16,-3 0 8 0,0 0-6 16,1 5 0-16,-1 6-1 15,1 0 0-15,0 5-1 16,5-2 1-16,-1 0 0 15,3 0-1-15,0-2-1 0,0-4 0 16,5-1-2-16,4-5-1 16,0-1-2-16,0-1 3 15,2 0 2-15,0-7 3 16,-2 0-1-16,1-3 1 16,-4-1-1-16,-3-1 1 15,-1 1 0-15,-2 4 1 0,0-3 0 16,0 4 0-16,-5 2 0 15,-1 1-4-15,-2 3 6 16,-2 0-3-16,3 3-2 16,-5 7 1-16,3 1-1 15,1 2 1-15,-1 0-1 0,4-2 1 16,-1-1 0-16,5-5 0 16,1 0 0-16,0-3 0 15,0-1-2-15,0-1-2 16,1 0 6-16,5-1 3 15,3-4-2-15,2-4-2 0,-2-2-3 16,-2-3-118-16</inkml:trace>
  <inkml:trace contextRef="#ctx0" brushRef="#br0" timeOffset="161321.04">2007 15407 199 0,'0'0'9'0,"0"0"9"0,0 0-8 0,0 0-6 15,0 0-2-15,0 0-3 16,0 0 0-16,0 0 2 0,0 0-1 15,0 0 1-15,0 0 0 16,0 39 0-16,0-35-1 16,0-2 1-16,0-2-1 15,0 0 0-15,2 0-1 16,0 0 2-16,-1 0 5 0,4-3 1 16,-3-3-1-16,-2-1-2 15,2 3 0-15,-2-2 1 16,0 2 1-16,0 1 3 15,-2 3 0-15,0 0-11 16,-4 0 10-16,2 10-9 0,0 2-2 16,0 2-2-16,3-1 0 15,1-1 2-15,0-2 1 16,0-1 0-16,3-3 0 16,3-4-2-16,2 0 0 15,0-2 2-15,-1 0 0 16,1-2 1-16,0-6 2 0,-2-2 3 15,1 0-2-15,-3 0 0 16,-2-1-1-16,-2 1 1 16,0 1 0-16,0 2 2 15,-4 1-1-15,-3 2 0 0,1 1-3 16,-4 3-2-16,2 0 8 16,1 0-6-16,1 7-1 15,-2 3-4-15,4 0-5 16,2 3-5-16,0-2-14 15,2 2-11-15,0-4-29 0,0-1-61 16</inkml:trace>
  <inkml:trace contextRef="#ctx0" brushRef="#br0" timeOffset="161884.09">2059 16200 142 0,'0'0'34'0,"0"0"8"0,0 0-15 0,0 0-14 15,0 0-9-15,0 0 3 16,-36 2-6-16,30 9 0 16,0 3-2-16,4 2 1 0,-2-3 1 15,4 1-1-15,0-1 0 16,0-3-1-16,2-3 1 16,3-3-1-16,4-1-4 15,-2 0 2-15,3-3-3 16,-2 0 4-16,-2-6-7 15,1-1 8-15,-3-6 13 0,0 2-3 16,-4-2-2-16,0 2 2 16,0 2 0-16,0-1-1 15,-8 3 2-15,1 6-6 16,-5-1-5-16,2 2-16 0,-3 0-49 16</inkml:trace>
  <inkml:trace contextRef="#ctx0" brushRef="#br0" timeOffset="162652.13">367 14718 212 0,'0'0'-1'0,"0"0"-7"0,0 0 11 15,0 0 1-15,29-42-1 16,-18 34-2-16,3-2-1 16,-4 6 1-16,4-2-1 0,-3 6 1 15,2 0 0-15,-3 0 0 16,-1 7 0-16,-1 6-3 15,-5 1 8-15,1 5-5 16,-4-1-1-16,0 2 1 16,-4 0-3-16,-3-3 3 0,0 0-2 15,-1-3 0-15,0-3 2 16,2-3-3-16,1-3-19 16,3-3-19-16,0-2-8 15,2 0-27-15</inkml:trace>
  <inkml:trace contextRef="#ctx0" brushRef="#br0" timeOffset="162985.82">575 14580 121 0,'0'0'13'0,"0"0"14"16,0 0-4-16,0 0-3 15,0 0-3-15,0 0-11 16,0 0-2-16,0 0-3 16,0 0-1-16,-38 0-1 0,35 10 1 15,1 4 0-15,0 0 0 16,-1 4 0-16,1 0 0 16,2-2 0-16,0 0 1 15,0-4 1-15,0-1 0 0,0-2 1 16,2-4-1-16,3-2-1 15,0 0-1-15,2-3 1 16,3 0 0-16,-1 0-1 16,5-8 5-16,-1-1-10 15,-1-5-60-15,-1 2-45 0</inkml:trace>
  <inkml:trace contextRef="#ctx0" brushRef="#br0" timeOffset="163234.48">698 14580 61 0,'0'0'94'16,"0"0"-82"-16,0 0-2 16,0 0 6-16,0 41 5 15,0-25-9-15,0-2-3 0,0 0-5 16,2 3-1-16,0-1-2 15,2-1-1-15,-1-2 1 16,5 0-1-16,0-2-1 16,0-1-6-16,1-4-39 15,1 1-21-15,-2-7-36 0</inkml:trace>
  <inkml:trace contextRef="#ctx0" brushRef="#br0" timeOffset="163392.1">836 14581 234 0,'0'0'28'16,"0"0"-4"-16,0 0-17 15,0 0-7-15,0 0-2 16,0 0-6-16,18 37 11 16,-11-14-10-16,-1 0-76 0</inkml:trace>
  <inkml:trace contextRef="#ctx0" brushRef="#br0" timeOffset="170453.98">5226 13307 37 0,'-2'-1'7'0,"2"-2"11"0,0 3-11 0,0 0-2 16,0 0-4-16,0-3 0 15,0 3 0-15,0 0 4 0,0-3 12 16,0 3 5-16,0-1 2 16,0 0-6-16,0-1-7 15,0 2-2-15,0-1-2 16,-2-1 4-16,0 1-3 15,1-1 2-15,0 1 7 0,0-2-2 16,-2 2-2-16,1-1-7 16,0 1-2-16,0 1-2 15,-2-1-2-15,1 1 2 16,-1 0-3-16,-1 0 2 16,-1 0-1-16,-2 1-1 0,2 3 2 15,-3 3-1-15,0 0 0 16,2-1 0-16,-3 5 0 15,3-1 0-15,-3 3 0 16,4 0 0-16,0 1 0 16,3 2 0-16,-1-1-1 0,4 1 1 15,0 0 0-15,0-2 0 16,0 2-1-16,6-4 1 16,1 1-1-16,1-3 1 15,4 0-1-15,-1-3-2 16,1-1 1-16,-1-5 1 15,2 1 1-15,1-2 1 0,1 0 0 16,-1-6 3-16,-1-4 0 16,1-3 2-16,-5-1-1 15,3-2-2-15,-4-2 3 16,-2-1 2-16,-4-2 1 16,-1 0 1-16,-1 0 0 0,0-1 0 15,-7 4-2-15,-3-1-4 16,-1 2-4-16,-1 3 0 15,-2 4-1-15,-1 7-11 16,-4 3-28-16,-1 0-75 16</inkml:trace>
  <inkml:trace contextRef="#ctx0" brushRef="#br0" timeOffset="171352.36">5239 14175 85 0,'0'0'4'0,"0"0"4"0,0 0 4 0,-4 0 0 16,0 0-4-16,1 0 4 16,-1 0-1-16,-1 0 2 15,0 0-5-15,-1 0-2 0,-1 0 0 16,1 5-2-16,-1 2 0 15,-3 1-1-15,4 3-1 16,-2 2-1-16,1 1-1 16,-1 1 0-16,2 3 0 15,-1 2 0-15,3-3 0 0,2 3 0 16,0-3-1-16,2 0 1 16,0-3 0-16,0 2 0 15,6-3 0-15,1 1 0 16,-1-3 0-16,4-2 0 15,1-1 0-15,-2-2-2 0,2-2 1 16,0-1 6-16,0-3 6 16,-1 0 9-16,0-4-2 15,-1-5-6-15,-2-1-3 16,2-3-2-16,-3-2-2 16,-1-1 1-16,-1-2 1 15,-1-2 0-15,-3 1-1 0,0-3 2 16,0 2-5-16,-1 0 0 15,-5 1 0-15,-5 2-2 16,1 3-1-16,-3 4-2 16,-1 7-15-16,-3 3-23 15,-1 2-51-15</inkml:trace>
  <inkml:trace contextRef="#ctx0" brushRef="#br0" timeOffset="172833.24">5203 15071 71 0,'0'0'57'0,"0"0"-55"0,0 0-2 0,0 0 3 15,0 0 3-15,0 0-1 16,0 0 5-16,0 0 1 16,0 0-2-16,0 0-1 15,0 0-4-15,0 0 0 0,0 0-1 16,-2-3-3-16,0 3 0 16,0 0 2-16,0 0-2 15,-2 2 0-15,1 2 0 16,1 1 0-16,-3-1 1 15,1 0-2-15,1 0 2 0,-1 2-1 16,-2 1 0-16,3-3 0 16,-1 3 0-16,-3-1 0 15,4 0 0-15,-1-1 0 16,2 0 0-16,-2-1 0 16,1 0 0-16,1 3 2 0,0-1-2 15,0 1 0-15,2 0 0 16,-2 0 0-16,2 2 0 15,0 1-2-15,0-2 2 16,0 2 0-16,0 0 0 16,0 1 0-16,0-1 0 0,0 0 0 15,2-1 0-15,0-1-1 16,0 1 1-16,0-2 0 16,-1 0 0-16,0 3 0 15,0-1 0-15,1-1 0 16,0 1 1-16,0-3-2 15,0 0 1-15,-2 0 1 0,2-2-2 16,0-1 1-16,-2 1 0 16,1-1 0-16,0 0 0 15,0-1 0-15,1 0 0 16,-2 0 0-16,3-1 0 16,-1-1-2-16,-2 0 0 0,2 0 3 15,0 0 5-15,0 0-1 16,3 0-3-16,-3 0 1 15,2 0-2-15,1 0-5 16,0-2 7-16,0-1-1 16,1 1-2-16,0-1 1 0,-1 0-1 15,1-1 0-15,0 0 0 16,2 1 1-16,-5-1-1 16,5 0-1-16,-2-1 0 15,0 0 2-15,0-1-1 16,-1 2 1-16,1-1-1 0,-2 0 0 15,1 0 0-15,0 1 1 16,-3-1-1-16,1 0 2 16,1 0 0-16,0 2 0 15,-2-2 1-15,0 0-2 16,0 1-1-16,1-2 1 0,-1 2 0 16,0-2 0-16,1 0-1 15,0-1 2-15,-1 2 1 16,2-1 1-16,-2-1 1 15,0 0-1-15,0 0 0 16,-2 0 0-16,2-1-2 0,-1 1 1 16,-1-1-1-16,0-1 3 15,0-1-3-15,0 3 1 16,0-3 0-16,0 3 1 16,0 0 1-16,0-3-1 15,-3 1 2-15,1 1-3 16,-4 0-2-16,1-1 1 0,-2 1-2 15,-2-1-2-15,-2 2-5 16,-3-2-20-16,-3 2-54 16</inkml:trace>
  <inkml:trace contextRef="#ctx0" brushRef="#br0" timeOffset="176238.1">2119 12846 17 0,'0'0'3'0,"0"0"-1"0,0 0 5 15,0 0 13-15,0 0 10 16,0 0-7-16,0 0-1 16,0 0-2-16,0 0-7 0,0 0-5 15,0 0-3-15,0 0-3 16,0 0-2-16,-6 5-2 16,6-3 0-16,0-1 2 15,0-1 0-15,0 3-1 16,0-3 1-16,0 3 0 0,2-2 0 15,0 2-1-15,0-3 1 16,1 2 1-16,1 1-1 16,0-1 0-16,2 1 0 15,0 1 0-15,-2-2 1 16,3 2-1-16,-1-1 0 0,0 0-1 16,4 0-1-16,-3-1 2 15,1 0 0-15,2-1 1 16,1 1-2-16,-2-1 2 15,4 2 0-15,-2-2-1 16,2 1 1-16,1-1-1 0,-1 2 2 16,1-2-2-16,-1 2 0 15,1-1-2-15,1-1 4 16,1 2-2-16,-3-2 0 16,4 1 0-16,-2-1-2 15,1-1 2-15,-1 3 2 16,1-1-2-16,1 0 0 0,2 0 0 15,0 1 0-15,2-1 0 16,1 0 0-16,-2 2 0 16,2-1 1-16,-1 3-1 15,-4-1 0-15,1 1 0 0,-1 0 0 16,2 2 0-16,-1-2 0 16,-2 0 0-16,6 1 0 15,-2-1 0-15,2-1 0 16,1 1 0-16,1-2 0 15,3 3 0-15,-2-1 0 16,1-2 0-16,1 3 1 0,0-2-1 16,-2 0-1-16,0 1 2 15,0-3-2-15,0 3 1 16,0-3 0-16,4 3 0 16,-2-3 0-16,2 1 0 15,0 1 0-15,-1-1 0 0,3 3 0 16,0-3 0-16,0 1 0 15,-2 0 0-15,0 2 0 16,-1-1 0-16,3 0 0 16,-2-1 0-16,-1 0 0 15,4 0 0-15,-1 1 0 0,-2-2 0 16,2 2 1-16,3-2-2 16,-4 1 1-16,1 0 0 15,0-1-3-15,0-1 3 16,-3 3 2-16,1-2-5 15,0 3 4-15,1 0-1 0,-3 0 2 16,2 1-4-16,0-2 4 16,-2 2-2-16,2-1 0 15,-2-2 0-15,0 1 0 16,0 0 0-16,-3 1 0 16,1 1 0-16,1-2 0 0,-1 1 0 15,0 0 0-15,1-1 0 16,1 3 1-16,-2-3-1 15,4-1 1-15,-2 2 0 16,2-2 0-16,-2 0 0 16,0 2 0-16,0-3 1 15,-3 2 0-15,2-1 1 0,1 1-1 16,-2-3 0-16,-2 3 1 16,1-3 0-16,2 1 2 15,-3 2-2-15,2-2 1 16,-3 2-1-16,2-2-2 15,-1 3 0-15,-3 0 0 0,-3-2-1 16,0 1 1-16,-2 0 0 16,-1 1 0-16,-7 2-2 15,-1-5-16-15,-6-1-54 16</inkml:trace>
  <inkml:trace contextRef="#ctx0" brushRef="#br0" timeOffset="177895.03">2057 12879 28 0,'4'1'5'0,"2"2"7"0,1 0-3 0,0 1-4 15,2 0-3-15,0 0-1 0,1 2 0 16,2 0-1-16,1 0 0 16,4 0 1-16,3 0-1 15,-3 3 0-15,4-1 2 16,-4 1-2-16,4-1 0 0,-1 4 0 16,-1-2 0-16,4 1 0 15,-2-1 0-15,3 0 0 16,0 2 3-16,-1-3 2 15,2 1 0-15,1 1-1 16,1 1-2-16,-1-1 0 16,1 2-2-16,0-2 1 0,0 3-1 15,-2-2 0-15,-2 3 1 16,0-2-1-16,2 1 0 16,0 1 0-16,0-1 1 15,2 1 0-15,-2 1 0 16,1-2 1-16,2 1-1 0,-3 0 0 15,2-1 0-15,0-1-1 16,-2 3 2-16,-1-3-2 16,0 1 0-16,1 0 2 15,-2 0 0-15,-2 0 1 16,2 1 0-16,2 0 1 0,-3-1-1 16,3 2 0-16,1 1-2 15,1 0 2-15,0-1-2 16,3 1 1-16,-1 1 0 15,2-1-1-15,2 2 2 0,-2-3-3 16,-2 2 0-16,3-3 1 16,1-1-1-16,-3-1 0 15,3 0 0-15,0 0 1 16,-2-2-1-16,1 3 3 16,-1-2 1-16,0 2 1 15,-1-1-2-15,1 3-1 16,0-1 0-16,-2 1-1 0,2-1-1 15,1-2 1-15,-1 1 1 16,3-1-1-16,0 1 3 16,2-1 5-16,-3-1-3 15,0 2 0-15,-1-1-3 0,-1 2-1 16,-2 1-1-16,0-2 0 16,-2 3 0-16,2-3-1 15,2 2 1-15,-2-3-1 16,3-1 0-16,-1 4 1 15,0-5-1-15,0 3 0 0,1 1 0 16,-3-1 0-16,2 0 2 16,-2 0-2-16,1 2 1 15,1 0 1-15,-3-1-1 16,3 2 1-16,-2-2-1 16,-2 1 1-16,0-1-1 15,2-1 0-15,-4-1 3 0,2-2-2 16,-2 0 0-16,-3-1 1 15,2-3-1-15,-3-1 5 16,0-1 1-16,-2-1 1 16,1-3 2-16,-2 0-3 15,4-1-3-15,-2 0-3 0,0 0-1 16,0 2 0-16,1 1-1 16,-6 1-13-16,-7-4-88 15</inkml:trace>
  <inkml:trace contextRef="#ctx0" brushRef="#br0" timeOffset="179199.1">2025 12785 73 0,'0'-2'3'0,"0"2"5"0,0 0 3 16,0 0-6-16,0 0-3 0,0 2-1 16,0 6 2-16,1-1-2 15,1 2 0-15,2 1-1 16,0 1 1-16,0 1 0 15,2-1 0-15,0 0-1 16,1 2 0-16,3 0 0 0,4-2 0 16,0 2 0-16,6 1 1 15,-1 0 0-15,4 3-1 16,2 0 0-16,2 3 0 16,2 0 0-16,-2 3 1 15,2 0-1-15,2 2 0 16,-1 4 0-16,3 3 0 0,2 0 0 15,-1 2 0-15,2 0 0 16,3 0 0-16,-2-1 1 16,1-1-1-16,0 1 0 15,1 1 0-15,2-1 1 0,-1 3 2 16,2 1-1-16,4 2 1 16,-2-3-1-16,1 1 0 15,-3-1-1-15,0-2 2 16,1 0-1-16,-1-1 2 15,0 0 0-15,4 1 3 0,-4-1-4 16,5 1 0-16,-3 1 1 16,2-2-2-16,-4 1 2 15,3 0-3-15,-3-1 1 16,0-1 2-16,1 2-2 16,0-1 1-16,2 2-1 15,-3-1-1-15,0-1 2 16,3-3-1-16,-1 3 0 0,-1-4 2 15,2 0 3-15,2-2-3 16,-2 0 2-16,0 4-1 16,-1-2-2-16,-2 2 2 15,1 0-3-15,-3 3 1 0,2-1 0 16,1 1-1-16,1 0-1 16,-2-3 1-16,0 2-1 15,0-2 0-15,1-1-1 16,-1-2 1-16,-2 2-1 15,3 1 1-15,-4-2 0 0,1 2-1 16,1-1 3-16,-3 0-1 16,-2-1 2-16,-1 1-2 15,-1-3 0-15,-3 2 0 16,0-4-1-16,-3 1 0 16,1-2 0-16,-3-1-1 15,-1-2 1-15,0 0-1 0,-5-2 0 16,2-4 0-16,-4 0 0 15,-2-4 0-15,-3-4-9 16,-8-7-93-16</inkml:trace>
  <inkml:trace contextRef="#ctx0" brushRef="#br0" timeOffset="180336.62">1976 13685 11 0,'4'-6'0'0,"-2"2"1"0,-2 3-1 0,3-1 4 16,-3 2 6-16,0 0-9 16,1 0 1-16,3 0 3 15,0 0 6-15,0 0 4 0,5 0 2 16,1 0-3-16,1 0-2 16,4 0-3-16,3 0-5 15,3 0-1-15,0 0-2 16,4 0 0-16,2 0-1 15,4-2 1-15,0-3 2 0,5-2 1 16,3 0-1-16,0-3 0 16,4 1-1-16,6-2 0 15,0 1-2-15,3 1 1 16,2 0-1-16,0-1 0 16,0 0 1-16,1 1-2 0,1 2 5 15,4 0 1-15,-4-1 0 16,4 1 0-16,-2 1-2 15,0-1 0-15,2-3 2 16,1 3-3-16,3-2 1 16,-1-2 0-16,0 5-1 0,0-1-2 15,-1 0 2-15,-4 4-1 16,2-1-1-16,-2 1 1 16,-2-1-1-16,2-1 0 15,-1 1 1-15,1-1 0 16,0 0 0-16,-1 0 1 0,1 0 0 15,1-1 0-15,-1 1 3 16,-2-1-1-16,0 2 0 16,0-2 1-16,-3 1 0 15,-1-1 0-15,-1-1-2 16,-2 1 0-16,-2 1 1 0,-2-4-1 16,0 2 0-16,-3-3 0 15,-4 2 0-15,-3 0 2 16,-5 2-4-16,-4 2-1 15,-5 0 2-15,-6 3-1 16,-5 1-12-16,-8 0-55 0,-2 0-61 16</inkml:trace>
  <inkml:trace contextRef="#ctx0" brushRef="#br0" timeOffset="181682.67">1978 13645 29 0,'4'0'7'0,"4"0"11"0,-2 0-1 0,3 0-5 16,3-4-7-16,-3 4-2 15,5 0-2-15,0 0 2 16,1 0-3-16,4 0 1 15,1 0 0-15,0 0 1 16,7 0-2-16,0 6 0 0,2-2 0 16,4 3 0-16,1-1 0 15,3 1 0-15,2 0 0 16,3 0 0-16,3 3 1 16,4-3 2-16,1 0 2 15,0 3-2-15,0-2 1 0,2 1 0 16,-2 1-2-16,4 0 2 15,2-1 3-15,-1-1-1 16,0 2 1-16,3 3-4 16,-5-2-1-16,1 2 0 15,-1 1-2-15,-1 2 1 0,2-2 0 16,0 0-2-16,-1 1 2 16,3-1-1-16,-2 0 3 15,2 1-1-15,2 0 0 16,-5 0 0-16,1 1 0 15,0-2-1-15,-6 0 1 16,2-1 2-16,-4 3 0 0,2-3-2 16,-4 1 0-16,3 0 1 15,-5 1-2-15,4-2 1 16,-6 2-1-16,3-2 1 16,-4-1 0-16,2 1 0 15,-1-2 1-15,2 1-1 0,-3-1-2 16,2 2 2-16,-2 0-1 15,-3-1-2-15,-1 0 2 16,1 0 0-16,-3 1 0 16,1-3-1-16,-3 2 1 15,0-2-1-15,-3-2 2 16,0 0 2-16,-3-2-2 0,-2 0 0 16,-3-2-1-16,0-1 0 15,-2 0-1-15,-1-2 1 16,-3-1-1-16,-5 0-13 15,-5-1-62-15</inkml:trace>
  <inkml:trace contextRef="#ctx0" brushRef="#br0" timeOffset="182742.34">2115 13770 0 0,'25'16'1'0,"1"1"0"0,3 3-1 0,2 1 0 15,2-1 0-15,2 3 0 16,0 1 0-16,3 1 1 15,0-3 4-15,7 2 15 16,-1-3 0-16,4-1-2 0,0 1-6 16,4-1-2-16,-2 0-1 15,-1 3-4-15,4 0 0 16,-4 2-3-16,1 2 0 16,3 0 4-16,-4 3 0 15,1 1-2-15,3-1-1 0,-2 3 0 16,5-1-1-16,-2 1-1 15,2 1 1-15,2 2 0 16,-3-1 2-16,1-1-1 16,-1 3 1-16,1-2 2 15,-1 0-1-15,-2-3-2 0,1 0 0 16,-2-4 2-16,2-1 0 16,-5-6 5-16,7 1 0 15,-2-4-3-15,-2-1 2 16,4 0-4-16,-4-2-1 15,4 0-2-15,-5-1 0 0,5 0-1 16,-2 2-1-16,-2-2 3 16,-2 3-3-16,0-1 0 15,-4 1 0-15,-1-1 0 16,0 2 0-16,0-1 0 16,-3-2 0-16,-2 0 1 0,-1 2-1 15,-3-3 0-15,-1 3 0 16,-4-1 0-16,-2 0 2 15,-2 1-2-15,-2-2 0 16,-3-2 0-16,-2 1 0 16,-4 0 1-16,-2-3-1 0,-2 0 0 15,-2-4-14-15,-10-6-59 16</inkml:trace>
  <inkml:trace contextRef="#ctx0" brushRef="#br0" timeOffset="183521.26">1974 14455 101 0,'0'0'3'0,"0"0"-1"0,0 0 2 0,0 0 3 15,45-8-1-15,-26 5-3 16,8-2-2-16,2 0-2 16,7-1 2-16,5-3 0 15,1 0 0-15,10-4-1 0,1-1-1 16,11-4 2-16,4-3-3 15,4-3 8-15,10-3 5 16,1-4 4-16,8-2 1 16,1-1 0-16,4-3-2 15,7 2-4-15,0-2-3 0,2-3-3 16,0-3 4-16,0-1-5 16,0 0 2-16,-2 0 1 15,-3 2-3-15,-1 2-1 16,-7 3-1-16,-6 3 1 15,-1 1-2-15,-6 5 0 0,-6-1 1 16,-8 4-1-16,-5-1 1 16,-3 1-1-16,-4 2 0 15,-6 2 1-15,-4 2-1 16,-5 2-1-16,-3 4-20 16,-6 1-36-16,-10 2-19 15</inkml:trace>
  <inkml:trace contextRef="#ctx0" brushRef="#br0" timeOffset="184243.89">1804 14533 127 0,'0'0'-1'0,"0"0"8"0,0 0 6 0,27-37 0 16,-10 30-6-16,6-3-2 0,2 4-4 15,2 2 1-15,4 0-2 16,5 0 1-16,4 1-1 16,7 0 0-16,2-1 0 15,9 0 0-15,4-1 0 16,7 1 1-16,10-2-2 16,-1 0 2-16,7 2 0 15,2 1 1-15,5 2 1 0,0 1-2 16,0 0 0-16,3 4 1 15,1 3 1-15,-2 0 0 16,2-1 1-16,3-3 0 0,4-3 5 16,-1 0 4-16,2-3-4 15,0-5-2-15,-4 0-4 16,-1 1-1-16,-2 2 2 16,-7-1-3-16,-4 6 0 15,-6 0 0-15,-9 0 1 16,-3 3-1-16,-4 4-1 0,-6 0 1 15,-4-1-1-15,-4 0 0 16,-6-2 0-16,-1 0 0 16,-7-1 0-16,-7-3 0 15,-7 3-2-15,-6-3-29 16,-10 0-63-16</inkml:trace>
  <inkml:trace contextRef="#ctx0" brushRef="#br0" timeOffset="184976.97">1842 14526 28 0,'0'0'5'16,"44"3"12"-16,-17 0-4 0,3 2-4 0,5 2-5 0,6 2-2 16,5 2-1-16,4-1-1 15,6 3 3-15,4 4 0 0,3-1-1 16,6 5-1-16,2 2 0 16,3 2 0-16,2 1 1 15,3 2 12-15,5-2-7 16,3 2 0-16,1-1 0 15,3 3 2-15,3 2 1 0,0 0-1 16,-2 2 1-16,4 0 0 16,2 0-3-16,1 0-2 15,-3-4 0-15,4-2 2 16,0-2-2-16,-3-3 3 16,0-2-3-16,1-3 0 0,-2-2-3 15,-3 0 1-15,-5-5-1 16,-4 0 1-16,-6-5-3 15,-4 0 2-15,-9 1-2 16,-3-3 0-16,-10 0 0 0,-9 1-8 16,-15-2-33-1,-14-1-34-15</inkml:trace>
  <inkml:trace contextRef="#ctx0" brushRef="#br0" timeOffset="185630.99">2059 15365 37 0,'0'0'9'0,"73"-38"-4"0,-34 15 7 0,3 0-5 16,2-6-1-16,4-4 7 15,3-4 5-15,4-7 1 16,8-4 0-16,5-6 1 15,5-6 0-15,6-1-7 0,3-3-7 16,3-4-4-16,2-2 1 16,5-3-4-16,2-3 3 15,0-2 0-15,4-3-1 16,4 0 8-16,4 0-2 16,1-1 0-16,3-2-1 15,4 3-3-15,-5 0 0 0,1 3-2 16,-6 4-1-16,-3 5 0 15,-12 3 2-15,-8 9 0 16,-7 5-2-16,-9 4 0 16,-5 5 0-16,-8 6 1 15,-5 8-2-15,-5 4 1 0,-9 9-6 16,-10 5-31-16,-10 6-49 16</inkml:trace>
  <inkml:trace contextRef="#ctx0" brushRef="#br0" timeOffset="186827.31">2038 15204 91 0,'30'-6'-10'0,"10"-1"12"0,2 0-1 16,5 2 1-16,7 0 0 15,4 0 0-15,7 0 2 0,4 2-2 16,7 1 1-16,2 2-2 16,7 0 3-16,5 0 3 15,1 0 5-15,3 0-1 16,2 0 0-16,2 0 1 16,-1 0-3-16,1 0 0 15,1 0 1-15,1-4-3 0,-4 3 0 16,3-3-2-16,-1-1 0 15,-4 1-4-15,0-1 0 16,-3-3-1-16,-1-2 1 16,-3-3 0-16,-5-4 0 15,-3-1-1-15,-6-1 2 0,-4 0-2 16,-6 0 3-16,-7 4-3 16,-8 3 2-16,-9 2-2 15,-9 6 0-15,-8 3-3 16,-9 1-6-16,-6 0-4 15,-2 0-1-15,-5 5-8 0,0-1-15 16,-8-1-67-16</inkml:trace>
  <inkml:trace contextRef="#ctx0" brushRef="#br0" timeOffset="187444.7">2142 15202 217 0,'0'0'-21'0,"0"0"39"0,0 0 5 0,0 0-21 0,0 0-6 0,0 0 0 16,55-7 5-16,-8-9 1 16,11-2 2-16,9-6 0 15,10-2-2-15,5-4-1 0,8-5-1 16,10-4 2-16,5-3-1 15,6-4-1-15,8-2-1 16,4-2-2-16,2-2 1 16,8-4 7-16,-2-2-1 15,5 1-1-15,-3-1 0 0,-2 4 4 16,-5 4-5-16,-6 5 0 16,-13 5-2-16,-13 9 2 15,-13 6 0-15,-16 9 0 16,-14 9-5-16,-19 7-15 15,-13 8-33-15,-19 15-22 0,-11 11-15 16</inkml:trace>
  <inkml:trace contextRef="#ctx0" brushRef="#br0" timeOffset="188022.95">2103 16436 155 0,'0'0'-4'0,"0"0"10"0,0 0-2 0,0 0-4 15,0 0 1-15,0 0-1 16,0 0 0-16,0 0-1 16,0 0 2-16,33-41 0 0,-25 32-1 15,3-5 2-15,5-7-1 16,4-3 5-16,6-9-2 15,8-9-2-15,2-8-1 16,13-10 4-16,3-8 1 0,10-10 2 16,7-7-4-16,7-8 10 15,9-5-2-15,11-9-2 16,5-7 0-16,6-7-5 16,12-7-2-16,2-2-2 15,8-4 1-15,-2-2-2 16,1 1 2-16,-3 1-2 15,0 4 3-15,-7 5-3 0,-6 4 0 16,-7 9 1-16,-9 7-1 16,-11 11 1-16,-11 11-1 15,-13 13 0-15,-13 14-2 16,-12 18-1-16,-14 14-5 0,-11 15-14 16,-11 9-37-16,-8 20-22 15</inkml:trace>
  <inkml:trace contextRef="#ctx0" brushRef="#br0" timeOffset="188542.51">1978 16507 146 0,'0'0'0'0,"36"-64"1"0,-10 30 1 0,8-3-1 0,3-1 1 0,5-2-1 0,2-4 0 16,7-4 4-16,8-6 6 15,8-7 2-15,9-7 0 16,8-6-1-16,10-6-3 16,12-1 0-16,8-3 0 0,4-6-4 15,8-4-3-15,6 0 0 16,6-5 2-16,3-2 1 15,6-3-2-15,0 2-1 16,3 0 4-16,2 1-4 16,-6 3 0-16,-5 6 1 15,-11 8-2-15,-8 4-1 0,-15 12 0 16,-15 8-1-16,-13 9 0 16,-13 10-4-16,-19 8-3 15,-11 11-7-15,-20 12-22 16,-12 10-39-16</inkml:trace>
  <inkml:trace contextRef="#ctx0" brushRef="#br0" timeOffset="189112.63">2126 16294 111 0,'0'0'2'0,"52"-25"0"0,-19 8 8 0,7 1-2 0,7-3 0 15,4-3-4-15,11-1 1 16,11-8 5-16,5-3-4 0,13-5 0 16,10-5-2-16,2-4-3 15,9-3 2-15,3-2 0 16,4 1 0-16,2 1-1 15,0 0-1-15,1 2-1 16,-1 4 1-16,-2-1 0 16,1 1 8-16,1 0 1 0,-5 1-3 15,0 2-3-15,-6 4-2 16,-7 2-1-16,-5 7 0 16,-9 4-1-16,-10 5 0 15,-8 5 1-15,-12 2 0 16,-8 3-1-16,-9 3 1 0,-11 0 2 15,-4 4 4-15,-4 0-4 16,-6 1-1-16,-3 1 0 16,-1 0 0-16,-2 0-2 15,-1-2-9-15,-6 1-68 16</inkml:trace>
  <inkml:trace contextRef="#ctx0" brushRef="#br0" timeOffset="189245.34">5163 15138 190 0,'0'0'-56'0</inkml:trace>
  <inkml:trace contextRef="#ctx0" brushRef="#br0" timeOffset="189978.92">4968 13238 139 0,'0'0'-10'0,"0"0"15"0,0 0-9 15,0 0 6-15,0 0-2 16,37 0-4-16,-24-3-5 16,3 0 1-16,2-4 0 15,-2-3-24-15</inkml:trace>
  <inkml:trace contextRef="#ctx0" brushRef="#br0" timeOffset="194915.99">20532 6210 7 0,'0'0'1'0,"0"0"0"0,2 0 10 0,-1 0 15 0,0 0-6 16,-1-1-7-16,1-2 3 15,0 2-10-15,1-1 1 16,-2 2-3-16,2 0-1 15,-2 0-3-15,0 0 0 0,1 0 0 16,0 0 0-16,0 0 2 16,0 0-2-16,0 2 3 15,1 2-1-15,-1 0-1 16,3 3-1-16,-2-4 1 16,-1 3-1-16,-1-1 0 0,2-1 0 15,-1-1 0-15,1-1 0 16,-1 1 0-16,3-2 0 15,-1-1-1-15,3 0 1 16,4 0 1-16,1-7-1 16,4-1 0-16,4-4 1 0,2-3-1 15,0-1 0-15,3-1-1 16,1-3-6-16,-1 0-1 16,-2-1 2-16,-1 1 5 15,-2 0 0-15,-6 2-17 16,-3 3-54-16</inkml:trace>
  <inkml:trace contextRef="#ctx0" brushRef="#br0" timeOffset="195292.88">20621 6210 86 0,'0'0'4'0,"36"-31"5"0,-11 10-1 0,4-2-5 0,4-3-1 16,3-3-1-16,1-2-1 15,-1-2 0-15,0 0-7 16,-5-2-38-16</inkml:trace>
  <inkml:trace contextRef="#ctx0" brushRef="#br0" timeOffset="195506.6">20798 6065 134 0,'0'0'-6'0,"0"0"14"16,0 0-5-16,0 0 7 15,0 0-6-15,46-32 1 0,-23 15-4 16,4-2-5-16,-1-5-41 16</inkml:trace>
  <inkml:trace contextRef="#ctx0" brushRef="#br0" timeOffset="201410.92">1740 8613 58 0,'-1'0'5'0,"0"0"4"0,1 0-6 16,0 0-6-16,0 0 5 15,0 0-2-15,4 0 2 16,0 0 0-16,0 0 2 0,-2 0 0 15,1 0 1-15,1 0 0 16,0 0-2-16,2 0-2 16,-2 1 0-16,2 1-1 15,1 3 1-15,2-1-1 16,3 0 0-16,2-1 0 0,3-2 0 16,0 1 0-16,3-1 0 15,1 0 0-15,-1-1-1 16,4 0 2-16,-1 0 0 15,0 0 2-15,3 0 2 16,2 0-1-16,-1 0 1 16,5 0-3-16,-1 0-1 15,3 0 0-15,2 0 0 0,0 0-1 16,1 0 1-16,3 0-1 16,3-2-1-16,-1-1 2 15,3 0-2-15,2-1 2 16,3-1 0-16,-2 0 2 0,2 0 3 15,-2-2-1-15,4 0 1 16,0 0-4-16,-1 0 0 16,0 0 0-16,1 0 0 15,-3 0 1-15,-2 0 0 16,-1 0-1-16,2 2 0 0,0-2-1 16,2 3-1-16,2-2 1 15,-1 1 0-15,2-1 1 16,1 2-2-16,-2-2 1 15,-1 0-1-15,-1 3 0 16,0 0 0-16,0-1 1 0,-5 3-1 16,1-1 0-16,-4 2 0 15,4 0 0-15,-2 0 0 16,3 0 1-16,2 0-1 16,1 0 0-16,3-1 0 15,-2 0 0-15,5-1 0 0,-2 2 1 16,0-4-1-16,2 3 0 15,-3-1 0-15,1 2 0 16,-2 0 0-16,-1 0 1 16,2 0-1-16,1 0 0 15,0 0 0-15,1 0 0 16,3 0 0-16,-2 0 0 0,0 0 0 16,1 0 0-16,1 0 0 15,-3 0 0-15,3 0 0 16,-2 0 0-16,0 0 0 15,2 0 1-15,0 0-1 0,3 0 0 16,0 0 0-16,1 0 0 16,1 0 0-16,1 0 0 15,1 0 0-15,-2 0 0 16,1 0-1-16,-1 0 2 16,-3 0-1-16,0 0 1 0,1 2-1 15,-1-1 0 1,-2 3 0-16,3-2 1 0,-3 2 1 15,2-2 2-15,-2 2-2 16,0 0 0-16,-2 0 0 16,0 1-1-16,0 0-1 15,-2-2 0-15,-1 1 1 0,5-1 0 16,0 1-1-16,-1-2 0 16,3-1 0-16,-2 2 0 15,2-2 2-15,-3 1-2 16,3-1 0-16,-3-1 0 15,1 0 1-15,1 0-1 0,3 0 2 16,-4 0-2-16,5 0 0 16,0 0 0-16,1 0 0 15,3 0 0-15,1 0 0 16,-2 0 0-16,0 0 0 16,0-2 0-16,1 0 0 0,-2 2 0 15,3-3 0-15,1 2 2 16,-2-1 2-16,4-1-2 15,1 2 2-15,1-2-2 16,-1 0-1-16,2 1 0 16,-5-1-1-16,2 0 0 0,1-1 1 15,-1-2-1-15,1 3 1 16,0-1-1-16,1-1 0 16,-4 1 0-16,3 0 1 15,0-1 0-15,-3 3-1 16,0-4 0-16,3 3 1 0,-3-1-1 15,3 1 3-15,1-1-2 16,1 1 0-16,0 2 0 16,2-2-1-16,-5 2 0 15,1-1 1-15,-1 1-1 16,0-1 0-16,2-2 1 16,0 3 0-16,0-1 2 0,2-2-3 15,-1 3 3-15,2-2-2 16,-3 1-1-16,-2-1 1 15,2 1 0-15,0 0 0 16,0-2 3-16,-2 2 3 16,4-2-1-16,-4 2-3 0,2 0 1 15,-2-1-2-15,0 2-2 16,-2-1 1-16,-3-1-1 16,0 2 1-16,-3-2-1 15,-1 0 0-15,-1-1 0 0,1 1 1 16,-3 2-1-16,-1-2 0 15,0 2 0-15,-3-1 1 16,-1 2-1-16,-3 0 0 16,-2 0 1-16,-1 0-1 15,-1 0 0-15,-3 0 0 16,-1 0 0-16,-1 2 0 0,-2 2 0 16,0 0 0-16,-3 2 0 15,-1-2 0-15,-1 3 1 16,-1-2-1-16,-1 0 0 15,-1-1 0-15,0 1 0 16,0 0 0-16,-1-3 1 0,-2 3-1 16,1 0 0-16,1 0 0 15,0-2 0-15,0 1 0 16,0 1 0-16,1 0 0 16,-1-2 0-16,-4 0 0 15,2 1 0-15,-2-2 0 0,-2-1 1 16,-2 1-1-16,3-1 0 15,1-1 0-15,-1 0 0 16,0 0 2-16,0 0-2 16,-2 0 0-16,-1 0 1 15,0 0 0-15,-1 0-1 0,-5 0 0 16,0 0 0-16,-2 0 0 16,2 0 1-16,-1 0-1 15,0 0 0-15,-1 0 0 16,3 0 0-16,-1 0 0 15,2 1 0-15,0-1 0 0,-1 1 0 16,1-1 0-16,-1 0 0 16,2 0 0-16,-4 0 0 15,1 0 0-15,0 0 1 16,0 0-1-16,1-3 0 16,-3-2 0-16,1 1 0 0,-2 0 0 15,2-3 0-15,-3-2 0 16,1 1 0-16,-1-2 1 15,0-3-1-15,0 0 1 16,0-1 0-16,1-3-1 16,-1-2 1-16,1-2 0 15,-1 0 0-15,1-3-1 16,-3-2 0-16,4 1 0 0,-1-2 1 16,-1 1-2-16,1-2 2 15,-1 2-1-15,-1-4 0 16,0 2 0-16,0-2 0 15,0-1 0-15,-2-1 0 0,-1 1 0 16,-1 0 0-16,-2 4 0 16,-2-1-1-16,-4 3 0 15,0 3 0-15,0-2 1 16,0 2-2-16,-6 1 1 16,-1 1-1-16,-6 0-1 0,0 0-2 15,-2 2 5-15,0-2 0 16,-1 0 0-16,1 2 0 15,1-4 0-15,1 2-1 16,1-1 0-16,-1 1 1 16,0 0 0-16,1 0 0 0,1 1 1 15,0 0-1-15,0 3 0 16,0 2-2-16,-1 0-8 16,-1 3-7-16,-3 1 9 15,3 0 5-15,-5 3 3 16,-1 0 1-16,-2 0-1 0,-1 1 2 15,-3 3-4-15,-3 0 2 16,-2 3-1-16,1 0-1 16,-5 0-2-16,1 0-2 15,0 0 1-15,-4 0 2 16,0 1-2-16,-3 4 3 0,2-1 3 16,-7 0-1-16,2 1 1 15,-2-1-1-15,1 3 1 16,-3-1 0-16,2-2-1 15,-4 3 0-15,2-1 0 16,-4-1 1-16,2 1-1 16,-3-2 0-16,-1 1 0 0,-1-2 0 15,2 1 0-15,-1-2 0 16,-3 1 0-16,-2-1 2 16,2 1-2-16,-1-1 0 15,0 0 0-15,-1-1 0 0,-2 2 0 16,0-3 0-16,-1 3 0 15,-4 0 0-15,0-2-2 16,-1 2 1-16,-2-1-1 16,-1-1-3-16,-2 0-6 15,1 1 3-15,-1-1 1 0,-1 2 0 16,-4-2 1-16,2 2-2 16,-3-2 2-16,-4 1 2 15,0 0 2-15,1-1 2 16,-3 0 0-16,2 0 1 15,-1-1-1-15,1 0 1 16,-2 0-1-16,-1 0 0 0,-4 0 0 16,1 0 3-16,-2 0-5 15,-1 0 2-15,-3 0 2 16,3 0-2-16,-2 0 1 16,-4 0-1-16,0 0 0 15,-1 0 1-15,1 0-1 0,-1 0 0 16,0 0 1-16,-1 0 0 15,2 0-1-15,-2 0 1 16,-4 0 0-16,3 0 0 16,2 0-1-16,-1 0 3 15,-2 0 1-15,2 0 0 0,-4 0 0 16,2 0-3-16,-4 0 0 16,2 0-2-16,0 0 1 15,-5 0-1-15,2 0 0 16,-2 0-2-16,-1 0 1 15,-6 0 1-15,3-1 0 0,-2-1 2 16,0-1-2-16,-2 1 1 16,1 1 1-16,0 1-2 15,1 0 1-15,-1-2-5 16,1 2-3-16,2 0 1 0,-3 0 4 16,-1 0 2-16,2 0 2 15,-1 0 0-15,0 0 0 16,0 0 6-16,0 4-1 15,-2 1-1-15,0-1 0 16,4 3-3-16,-2-1-1 16,2 0 1-16,1 1-2 0,1 0 0 15,-1 0 0-15,-2-1-2 16,2-1 2-16,2 1 0 16,-2-2 0-16,1-1 2 15,1 2-2-15,3 0 0 16,-4-1 0-16,5 3 0 15,-1-2 0-15,4-1 0 0,-1 2 0 16,4-3 0-16,-1 1 0 16,0-3 1-16,4 2 8 15,0 0-7-15,-3-2 1 16,3 1 3-16,2-1 0 0,2 2 0 16,-1-1-3-16,3 2 1 15,2 0-1-15,5 0-2 16,1 0-1-16,3-2 0 15,4 1 0-15,2 0 0 16,1-1-1-16,3 1 1 16,2 0 0-16,2 0 0 0,5 0-2 15,0 1 2-15,5-1-1 16,2 1 1-16,6-2-1 16,3 2 1-16,1-1-1 15,3-2 1-15,2 2-3 16,-1-3 1-16,4 1 0 0,3-1-1 15,3 1 3-15,2 1-1 16,6-2 0-16,-2 0 1 16,5 0 0-16,5 0-1 15,-1 0 2-15,3 0 0 16,5 2-1-16,-1-2 0 0,3 1 0 16,-2 3 0-16,4 2-1 15,-2 1 0-15,2 0-1 16,2 6 1-16,-2-2 0 15,2 3 0-15,0 1 1 0,0 3 0 16,0 3-1-16,0 2 1 16,0 3 0-16,2 2-1 15,0 2 2-15,4 1-1 16,0 5 0-16,0-1 0 16,1 1 0-16,1-2-1 15,2 4 1-15,-1-3 0 0,-1 1-1 16,-1 1 1-16,0 3-2 15,2 1 2-15,-3 0-1 16,1-1 1-16,1-1-1 16,0-1 2-16,1-3-1 15,0 2 0-15,5-3 1 0,3 2-1 16,5 1 0-16,10 1 0 16,11-1 0-16,10-4-1 15,13-5 1-15,17-11-77 16</inkml:trace>
  <inkml:trace contextRef="#ctx0" brushRef="#br0" timeOffset="202754.93">14616 7924 16 0,'0'0'17'0,"-2"0"8"0,1 0-10 0,-1 1-6 16,-1 0-4-16,3 0-4 16,0 1-1-16,-2 1 1 15,2-2-1-15,0 2-1 16,0 0 1-16,0-2 1 0,0-1-1 16,2 2 1-16,1-2 1 15,2 0 5-15,1 0 9 16,0 0 3-16,5-6-3 15,1-3 0-15,-1-2 1 16,2-2 1-16,3-2-1 16,2-4-3-16,-2 2-1 15,8-4-4-15,3 1-6 0,5-3-1 16,3-5-18-16,1-5-105 16</inkml:trace>
  <inkml:trace contextRef="#ctx0" brushRef="#br0" timeOffset="204073.89">17242 14476 120 0,'0'0'3'0,"0"0"3"0,0 0 4 0,0 0 0 0,0 0-1 16,0 0 4-16,0 0-1 15,0 0 3-15,0 0-1 16,0 0 1-16,0 0-6 16,0 0-7-16,-8-28-2 15,8 28-1-15,-1 0-1 0,1 0 1 16,-2 8-1-16,-1 2 4 16,0 3-1-16,1 1-1 15,-1 6 0-15,0 0 1 16,3 3-1-16,0 2 0 15,0 3 0-15,0 0 0 0,0 3 1 16,0-1-1-16,4-2 0 16,0 3 0-16,0-2 0 15,-1-1 1-15,-2 2-1 16,-1-3 0-16,0 0 0 16,0-3 1-16,0 0-1 0,0-4 1 15,0 0-1-15,0-6 0 16,0-2-1-16,-1-2 1 15,-2-2-4-15,-1-5-32 16,-2-3-40-16</inkml:trace>
  <inkml:trace contextRef="#ctx0" brushRef="#br0" timeOffset="204644.18">17141 14429 103 0,'0'0'1'0,"0"0"1"0,0 0 0 0,0 0-1 0,0 0-1 15,0 0-1-15,0 0 1 16,0 0 1-16,0 0 3 16,0 0 20-16,0 0-3 15,18 3-5-15,-18-3-7 16,-3 2-6-16,-5 0-1 0,1 0 3 16,-4 1 4-16,2 1-2 15,0 3-2-15,-3 0 0 16,2 2 0-16,0-1-3 15,-1 2-1-15,0 2-1 16,0 3 0-16,-1-1 0 16,1-1 0-16,3 0-1 0,-4 0 0 15,4-3 1-15,1-2-2 16,0 1-4-16,2-4-12 16,1-3-18-16,3-2-26 15</inkml:trace>
  <inkml:trace contextRef="#ctx0" brushRef="#br0" timeOffset="204955.68">17148 14432 9 0,'0'0'31'0,"0"0"-7"0,0 0 0 0,0 0-2 16,42 7 3-16,-28-4 2 16,1 3-11-16,7-2-3 15,-1 3-5-15,0 0-4 0,2-1-3 16,1 1 0-16,-2-3-1 15,-4 1 0-15,1-3-4 16,-6-2-21-16,-2 0-35 16</inkml:trace>
  <inkml:trace contextRef="#ctx0" brushRef="#br0" timeOffset="206274.53">17082 13946 113 0,'0'0'10'0,"0"0"17"0,0 0-12 0,0 0-6 16,0 0-7-16,0 0-1 15,0 0 2-15,0 0-1 16,-35-27-2-16,26 27 2 16,2 0-2-16,-4 0 0 0,-3 4 0 15,1 2 0-15,-1 1 0 16,-1-2 0-16,-1 2 1 15,3 0-1-15,0 3 1 16,1 0-1-16,0 1 0 16,0 3 0-16,1-1 0 0,2 0 0 15,-2 0 0-15,2 0-1 16,2-1 2-16,-1 1-1 16,2 1 0-16,0-1 1 15,2 1-1-15,3 2 0 0,-1 1 0 16,0 0 0-16,2 1 0 15,0 1 1-15,0-1-2 16,0-1 2-16,0 0-2 16,0-1 1-16,2-2 0 15,1-1-1-15,1 0 3 16,2-3 0-16,-2 1 0 0,1 1 1 16,2-1-2-16,-2 0 1 15,3-2-2-15,-1 1 0 16,3 0 0-16,0-2 2 15,2-1 0-15,-3 0-2 16,2 0 1-16,1-1 1 0,-2-1 2 16,3-1-4-16,-3-1 5 15,3-2 0-15,2-1 2 16,1 0-2-16,0 0-2 16,-1 0-1-16,2 0 0 15,0 0-1-15,1 0 0 16,-3 0 1-16,1-1 0 0,-2-1 3 15,2-1-1-15,-1 0-2 16,3-1-1-16,0 1 0 16,-3-1-1-16,3-1 1 15,-3 0-2-15,0-2 2 16,-1 1-1-16,-3 1 0 0,0-3 1 16,-1 1 5-16,-4-2-1 15,1 0-1-15,-1-4-2 16,-2 2 0-16,0-2-1 15,0-1-1-15,-2-2 1 0,0-1 0 16,0 0-1-16,1-1 2 16,-3-1-1-16,2 1-1 15,-2-1 1-15,3 1 2 16,-3 1-1-16,0 0 0 16,0 1 1-16,0-1 0 15,0 3 1-15,0-2-2 0,-5 2 0 16,-1 0 0-16,1 0 0 15,-3-2 0-15,0 3 1 16,-2 0-1-16,1 0-1 16,-4 1 2-16,3-1-4 15,-3 3 2-15,-1 2-1 0,3-1 2 16,-3 2-1-16,2 1 1 16,2 2-2-16,1 0 0 15,0 1 0-15,1 0 1 16,1 2-2-16,-2-1 2 15,4 1-1-15,-3 0 3 0,1-1-6 16,-2 2 3-16,4 0 0 16,-3 0 3-16,3 0-3 15,-2 0 0-15,0 0 0 16,0 4 0-16,1 2-5 16,-4 3-18-16,-1-4-45 0,-3-5-58 15</inkml:trace>
  <inkml:trace contextRef="#ctx0" brushRef="#br0" timeOffset="210908.77">7989 14064 67 0,'-5'0'19'15,"3"0"-3"-15,1-1-6 0,-1-3-7 0,0 2-2 16,0-2 0-16,-1 3 2 16,1-1 5-16,0-1 10 0,2 2-1 15,-2-1-6-15,0 1-2 16,2 1-5-16,0-1-3 16,-2-1-1-16,-2 2 1 15,1 0-1-15,-2 0 0 0,-2 0-1 16,-1 0 2-16,-4 0-1 15,-1 0 1-15,-3 0 2 16,1 0-1-16,-5 3-2 16,4 0 1-16,-6 1-1 15,3-1 0-15,-4 3-1 16,2 1 1-16,-2-1 0 0,2 1 1 16,0 0 1-16,1 0 0 15,1 1 0-15,-2 2-3 16,1 2 9-16,2-1-1 15,-2 2-6-15,1 0-1 0,0 2 1 16,3-1-1-16,0 1 0 16,0 0 1-16,3 2-1 15,0-2 2-15,2 0-1 16,2 2 0-16,-2 0 0 16,6 1-1-16,1-3 1 15,1 2-1-15,3 1 2 0,0-2-2 16,0 1 1-16,0 0 0 15,2 1 1-15,5-2-2 16,-1 1 1-16,4 2 2 16,-1-2-3-16,-1-2 0 15,4 1 1-15,-1-1-1 0,1 0 0 16,1-1-1-16,0-1 2 16,1 1 0-16,-1-3-1 15,3 2 1-15,-1 0-1 16,1-2 1-16,0 2 0 15,4 0-2-15,-2-1 3 0,0 0-2 16,2-2 0-16,-1 0-2 16,2-2 4-16,0-2-2 15,-2 1-2-15,1-3 4 16,1 0-1-16,-2-3 0 16,0 1 0-16,3-2 0 0,-4 0 1 15,4 0 0-15,-2 0 1 16,0 0-2-16,1-3-2 15,1-4 4-15,0-1-1 16,1-2 0-16,1-3 1 16,-1 2 3-16,-1-5-3 0,2 3 1 15,-1-2-2-15,-3-1 0 16,-2 1-1-16,0-1 1 16,-3-2-1-16,-1-1 1 15,-3 1 1-15,-1-4 0 16,0 1-1-16,-1-2 0 0,-3 1 0 15,1-2-2-15,0 1 2 16,-2-1-2-16,1 0 0 16,-3-1 0-16,0 1 2 15,-2-1-2-15,-1 2 0 16,0-1 0-16,0 1 2 16,-4 0-2-16,-1 1 2 0,-4 0-1 15,-4 2 2-15,4 2 0 16,-5-2 2-16,1 3-2 15,0-2-2-15,-1 3-1 16,-2 1 2-16,-1 1-2 0,3 1 0 16,-4 2 3-16,0 2-3 15,0 2-1-15,0 5-4 16,1 2 3-16,-2 0-8 16,3 7-19-16,-1 5-10 15,-3 1-24-15,0-2-29 0</inkml:trace>
  <inkml:trace contextRef="#ctx0" brushRef="#br0" timeOffset="213108.13">5270 13350 7 0,'-2'-6'8'0,"-2"2"16"0,0 1 0 0,-1-1-4 0,-2 1-7 16,2 2-3-16,-1-1-5 15,1 2 0-15,3-1 2 0,-2-1-2 16,4 1 0-16,-2 1-1 16,2 0-1-16,0 0-3 15,0 0-1-15,0 0 1 16,0 0 0-16,0 3 0 16,6 0 0-16,-1 1 1 0,3 0 0 15,2 0-2-15,1 2 5 16,-2-2-4-16,5 1 1 15,-1 0 0-15,1 2-1 16,0-4 1-16,0 3-1 16,0 0 0-16,4-1 0 15,-1 2 1-15,2-1-1 0,0 1-1 16,4-1 1-16,3 0 0 16,1 1 0-16,0 0 1 15,2 1-1-15,-2 1 1 16,1 2-1-16,1-1 0 15,0 2 0-15,1 0 1 0,1 4-1 16,0-2 0-16,1 0 0 16,1 1 0-16,1 0 0 15,0-1 0-15,-1 2 0 16,1-5 0-16,-1 3 1 16,-1-2-2-16,1 1 2 0,0-1-1 15,1 1 0-15,-1-3 0 16,-1 6 0-16,6-2 0 15,-4 0 0-15,-1 2 0 16,-1-2 0-16,3 3 0 16,-2-1 0-16,-1-1 0 0,1 1 0 15,-1 1 0-15,3-3 0 16,-1 0 1-16,2 1-2 16,-4-1 1-16,3 0 0 15,-4 0 0-15,1 1 1 16,-1-1-2-16,0 0 2 0,0 0-1 15,-1-1-1-15,3-2 1 16,-2-1-1-16,0 0 1 16,-1 1 1-16,1 0-1 15,-2 0 1-15,-2 1-1 16,-5 1 0-16,4 0 0 0,-3 1 1 16,-2 0-1-16,0-1 0 15,-2 1 1-15,1 2 0 16,0-2-2-16,-4-1 5 15,1 0-4-15,-3-2 1 16,-1-1-1-16,-5-1 1 0,2-2-2 16,-8 1 1-16,-2-1-6 15,0-2-37-15</inkml:trace>
  <inkml:trace contextRef="#ctx0" brushRef="#br0" timeOffset="214623.93">5168 14313 87 0,'6'-4'2'0,"3"2"0"0,3 0 2 0,1 0-3 0,3 2 0 16,1 0 1-16,2 0-2 15,3 0 0-15,2 0 0 16,5 0 0-16,2 0 0 16,6-1 0-16,3-3 1 0,6 1 2 15,0-2 0-15,4 1-1 16,2 0-2-16,-1-1 1 16,4 1-1-16,-2 0 2 15,4 1 0-15,2 0 1 16,-1 0 1-16,3 0-1 15,3 1 0-15,-1-2 1 0,3 1-1 16,0-2 0-16,3 2-3 16,-2 1 2-16,-2 0-1 15,-2 2-1-15,1 0 0 16,-4 0 2-16,3 0-2 16,-4 0 0-16,1 0 1 0,0 0-1 15,-4 0 2-15,-1 0 0 16,-5 0 0-16,-1-4 1 15,-7-2 1-15,-4 2 1 16,-6 0-2-16,-3-1-1 16,-4 1-1-16,-3 3 0 15,-5-2-1-15,-5 3 1 0,-8 0-3 16,-4 0-35-16</inkml:trace>
  <inkml:trace contextRef="#ctx0" brushRef="#br0" timeOffset="-213762.83">5172 15284 25 0,'0'0'28'0,"0"0"2"0,0 0-13 0,0 0 5 16,0 0-8-16,0 0 1 15,0 0-7-15,0 0-8 16,0 0 1-16,0 0-1 16,0 0 0-16,0 0 1 15,0 0-2-15,23-15 0 0,-14 9 1 16,5 1 0-16,1-3-2 16,3 0 3-16,1-2-4 15,6-2 3-15,0 0 4 16,4-3-3-16,4 0-1 15,3-2-1-15,4-2 2 0,3 1 1 16,3-2-1-16,2-3-2 16,6-2 2-16,-2 0 1 15,7-2-2-15,1-2 0 16,3 0 1-16,1-1-1 16,3 1 0-16,1-1 1 15,1 0-3-15,-2 0 2 0,0 2 3 16,0-2 1-16,-3 0-1 15,0 2-1-15,-6-1 0 16,2 2 4-16,-4 2-3 16,-4-2 0-16,1 2 2 15,-6 3 0-15,2-1 2 0,-5-1-2 16,4 3-2-16,-4 0 0 16,-4 2-1-16,1-1-1 15,-3 3-1-15,-5 0 1 16,-1 1-1-16,-3 2 1 15,-2 0-1-15,0 1 0 0,-2 0 1 16,0 2-1-16,0 1 1 16,-2 0-1-16,-1 0 0 15,-2 3 1-15,-2 0 0 16,-3 1-1-16,-3 2 1 0,-3 0-1 16,-3 0 0-16,-2 2 3 15,0 2 7-15,-2-1 2 16,-2 1-1-16,0 0-6 15,0 0-3-15,0 0-2 16,0 0-1-16,0 0-1 16,0 0-17-16,0 0-30 0,0 0-3 15,-6 0-6-15</inkml:trace>
  <inkml:trace contextRef="#ctx0" brushRef="#br0" timeOffset="-213568.64">7367 14205 172 0,'0'0'8'0,"0"0"40"0,0 0-25 16,0 0-15-16,0 0-8 0,0 0-1 15,0 0 4-15,0 0-5 16,0 0-18-16,0 0-57 15</inkml:trace>
  <inkml:trace contextRef="#ctx0" brushRef="#br0" timeOffset="-211463.41">7877 14376 248 0,'0'0'-5'0,"0"0"17"0,0 0-3 16,0 0-8-16,0 0-1 15,0 0-55-15,44-23-40 16</inkml:trace>
  <inkml:trace contextRef="#ctx0" brushRef="#br0" timeOffset="-211307.67">7886 14383 269 0,'0'0'5'0,"0"0"-3"15,0 0 1-15,0 0-6 16,0 0-11-16,0 0-10 15,0 0-37-15,24 1-31 0</inkml:trace>
  <inkml:trace contextRef="#ctx0" brushRef="#br0" timeOffset="-211178.23">7886 14383 240 0,'53'-8'2'0,"-50"8"-3"0,5 0-35 15,0 0-7-15,0 0-31 16</inkml:trace>
  <inkml:trace contextRef="#ctx0" brushRef="#br0" timeOffset="-211072.93">7969 14388 210 0,'0'0'-2'16,"0"0"-3"-16,0 0-102 15</inkml:trace>
  <inkml:trace contextRef="#ctx0" brushRef="#br0" timeOffset="-202569.71">1075 17438 47 0,'-4'2'7'0,"0"-2"16"0,1 0-4 16,1 2-6-16,0-2 3 16,-1 0 0-16,3 0 5 15,-2 0-1-15,2 0 0 0,-2 0-3 16,2 0-5-16,0-2-5 16,0-1-7-16,0-1 3 15,7 0-2-15,0 0 0 16,3-1-2-16,-1 4 1 15,3-2 1-15,1 3-1 0,-1 0 0 16,-3 0 0-16,3 7-1 16,-2 3 1-16,-4-1-3 15,1 4 3-15,-3 1 3 16,-4 0-4-16,0 2-1 0,0 2 0 16,0-1 0-16,-4-3-17 15,-3 0-15-15,3-4-3 16,0-5 3-16,1-5-6 15</inkml:trace>
  <inkml:trace contextRef="#ctx0" brushRef="#br0" timeOffset="-202250.25">1211 17331 8 0,'0'0'1'0,"0"0"2"15,0 0 33-15,0 0-12 16,0 0-4-16,0 0-1 16,0 0-3-16,0 0-3 15,0 0-2-15,-17-1 3 16,15 11-5-16,2 1 3 0,0 3-5 16,0 0-2-16,0-1-2 15,0 3-1-15,0-4-1 16,4 1 1-16,0-3 1 15,3 0 1-15,1-1-1 0,2-4 2 16,1-2-7-16,1 1 4 16,-1-4-4-16,2 0-3 15,1 0-22-15,-1-4-31 16,-1-4-23-16</inkml:trace>
  <inkml:trace contextRef="#ctx0" brushRef="#br0" timeOffset="-202035.94">1404 17354 119 0,'0'0'31'16,"0"0"22"-16,0 0-34 15,0 0-4-15,0 0-3 16,0 0 3-16,0 0-11 0,0 0 3 16,-12 34 0-16,12-19-4 15,0 2-2-15,0 0 1 16,1 2-2-16,8 0 0 15,-3 3-2-15,1 1-3 0,2-2-19 16,-2 0-43-16,0-4-12 16</inkml:trace>
  <inkml:trace contextRef="#ctx0" brushRef="#br0" timeOffset="-201704.76">1515 17449 238 0,'0'0'1'16,"0"0"-1"-16,0 0 3 15,0 0-2-15,0 0 0 0,0 0 2 16,0 0-5-16,0 0 0 16,19-30 2-16,-13 37 4 15,-1 3-6-15,4 0 1 16,-4 4-1-16,1 0 1 15,-2 2-3-15,-2-2 1 0,-2-1 0 16,0 0-1-16,0-3 4 16,0-5 0-16,0-2 2 15,0 2 1-15,0-4 0 16,1-1 1-16,10 0 1 0,2-11-8 16,10-5 2-1,6-10 4-15,9-9-15 0,1-15-166 16</inkml:trace>
  <inkml:trace contextRef="#ctx0" brushRef="#br0" timeOffset="-200256.41">9340 15934 2 0,'-2'0'56'0,"-2"0"-17"0,1 0-11 16,-1 0 1-16,0 2-13 15,-3 1-12-15,-3 4-3 0,4 1-1 16,-3 1 1-16,3 3-1 15,-1 0 0-15,4-2 0 16,3 2 0-16,-2-4 0 16,2-1 1-16,0 0-3 15,0-4-1-15,5-1 2 16,4-2 1-16,-3 0 13 0,4-3-8 16,1-7 1-16,-2-1-2 15,-1-1-1-15,-1-2 0 16,0-2 1-16,-6 2 3 15,0 0 2-15,-1 1-3 16,0 2 3-16,0 2 0 0,-2 2-6 16,-3 4-4-16,1 3-3 15,-1 0-57-15,-1 0-83 16</inkml:trace>
  <inkml:trace contextRef="#ctx0" brushRef="#br0" timeOffset="-199835.98">9365 16719 297 0,'0'0'4'0,"0"0"0"0,0 0-5 0,0 0-14 15,0 0-48-15,0 0-39 16</inkml:trace>
  <inkml:trace contextRef="#ctx0" brushRef="#br0" timeOffset="-199438.82">9412 18035 185 0,'0'0'-7'16,"0"0"3"-16,0 0-9 15,0 0-2-15,0 0 14 16,0 0-5-16,0 0-21 15,0 0-28-15</inkml:trace>
  <inkml:trace contextRef="#ctx0" brushRef="#br0" timeOffset="-198419.39">11931 15877 258 0,'0'0'25'0,"0"0"-9"0,0 0 7 15,0 0-6-15,0 0-9 16,0 0-6-16,0 0-2 0,0 0-4 15,0 0-32-15,0 0-42 16,0 0-67-16</inkml:trace>
  <inkml:trace contextRef="#ctx0" brushRef="#br0" timeOffset="-198100.82">11839 17291 240 0,'0'0'-30'15,"0"0"28"-15,0 0-17 0,0 0-24 16,0 0 12-16,0 0 19 16,0 0-13-16,0 0-53 15</inkml:trace>
  <inkml:trace contextRef="#ctx0" brushRef="#br0" timeOffset="-197943.92">11953 17609 148 0,'0'0'12'0,"0"0"-4"16,16 49 12-16,-12-38-8 0,3 0-9 15,0-4-3-15,0-4-15 16,-1-3-40-16,-1-7-8 15</inkml:trace>
  <inkml:trace contextRef="#ctx0" brushRef="#br0" timeOffset="-186261.09">16916 13452 7 0,'52'-8'12'0,"3"-2"0"0,3 1-3 0,2-1-2 0,0 0 0 16,5 0 1-16,-2 2 2 15,2-1-3-15,-1 2 3 16,-2 2 0-16,-1-1-5 16,-7 0 0-16,-5 2-1 15,-2-2 2-15,-5 2 8 0,-6-1 2 16,-3 0 0-16,-6 2-2 15,-5 0-7-15,-4 1-4 16,-5 1-2-16,-5 1-1 16,-1 0 1-16,-5 0-5 15,-2 0-24-15,0 0-45 0</inkml:trace>
  <inkml:trace contextRef="#ctx0" brushRef="#br0" timeOffset="-185370.98">16599 13498 88 0,'0'0'24'0,"0"0"-6"0,0 0 1 0,0 0-3 16,0 0-11-16,0 0-1 15,0 0-2-15,0 0-1 16,0 0 4-16,0 0 1 15,0 0-5-15,0 0 0 16,-16-27-1-16,16 27-5 0,6-2 0 16,6 1 3-16,7-2 0 15,8 0 4-15,3-1-3 16,7-3 2-16,7-2-1 16,2 1 0-16,6-4-2 15,5 0 5-15,3-3 0 0,2 0 0 16,3 3 0-16,-2-2 1 15,3 3-1-15,1-2 0 16,-1 6-5-16,1-1 4 16,-4 1-2-16,-1 2-2 15,-6 2-8-15,-6 0-17 16,-8 2 2-16,-9 1-14 16</inkml:trace>
  <inkml:trace contextRef="#ctx0" brushRef="#br0" timeOffset="-176119.85">16952 14052 92 0,'0'0'8'0,"0"0"3"0,0 0-8 0,0 0-2 16,20-39 0-16,-13 31-1 16,1 1 0-16,-2 0 0 15,-2 2 1-15,1-1-1 16,-5 2 0-16,2 3 2 15,-2 1 1-15,0 0-1 0,0 0 1 16,-5 0-4-16,0 0-10 16,0 0 11-16,-1 0 2 15,0-2 10-15,-1 1-2 16,1 1-3-16,-2 0-5 16,0 0-1-16,-3 0 0 0,-1 7 0 15,-1 0-1-15,1 3 1 16,-2-1-1-16,2 2 0 15,1 2 0-15,2-2 0 16,1 2 0-16,3 3 0 16,1-1 0-16,4 1 1 0,-2-1-1 15,2 2 1-15,0-2-1 16,0 0 1-16,0 1 1 16,2-2-2-16,2 0 0 15,0 1 1-15,3 0 0 16,-2-3 0-16,4 3 0 0,-4-1 0 15,3 2-1-15,-1-2 3 16,4-1-3-16,-4 1 0 16,1-4 0-16,2-1 0 15,-1-1 1-15,1-3-1 16,3-3 5-16,2 0 3 0,5-2-2 16,0 0-3-16,4 0-2 15,1-5 0-15,2-2-1 16,-2-1 0-16,-2 1 0 15,0-2 0-15,-4 2 1 16,-3-1-1-16,0 0 4 0,-3-1 1 16,1 1-1-16,-2-3-2 15,-2 1-2-15,2-1 2 16,-3-1-2-16,-3-2 0 16,2-1 0-16,-4-1 1 15,-1 0-2-15,-3-3 2 16,0 0 0-16,0 1-1 15,0-2 2-15,0 0 2 0,0-1-1 16,-1 2-1-16,-3 2-2 16,-3 0 0-16,2 1-2 15,-3 2 4-15,1 0 1 16,-5 2 0-16,2 0 1 0,0 1 1 16,-1 1-2-16,0 2 0 15,-2 1-1-15,0 4-1 16,0 2-1-16,-2 1 0 15,-2 0-1-15,-3 1 1 16,-1 8 0-16,0 0 0 16,-2 5 0-16,0 0 0 0,-2 3 0 15,4 1 0-15,-2 1 0 16,3 1 0-16,1-2 0 16,4 1 1-16,2-1-1 15,0-2 0-15,6 1 0 16,2 0 0-16,4-1 0 0,1 2 0 15,0 0 2-15,2-1-2 16,8 3 0-16,2-1 0 16,-1 1 0-16,5-2 0 15,-3-4 0-15,4 3 2 0,0-5 0 16,3-2 2-16,-3-2-2 16,2-1 0-16,3-2 1 15,-3-3-1-15,2-2-1 16,0 0 0-16,0 0 1 15,0-7 0-15,1-4 2 16,-3-2 0-16,3-5-3 0,2-1 0 16,-2-5 1-16,1-1-1 15,3-3-1-15,-5-1 0 16,-2 0 1-16,-1-1-1 16,-5 1 0-16,-3-1 0 15,-6 1 0-15,-4-1 0 0,0 2-1 16,-7 1-1-16,-9 2-3 15,-3 3-6-15,-5 5 5 16,-4 6 1-16,0 5 3 16,-1 6 0-16,0 0 0 15,1 9-4-15,1 5-4 0,-1 3 1 16,4 1-2-16,3 1 1 16,-1 5 3-16,4-1 1 15,2 1 4-15,3 1 0 16,-1 1-1-16,3 1-2 15,0 3 2-15,3-2-1 16,4 4 2-16,3-1 1 0,1-3 1 16,0 1-1-16,6-4 2 15,6-2-1-15,-1-2 0 16,4-1 1-16,3-4 1 16,1-3 2-16,4-2 6 0,2-3-5 15,2-2 4-15,0-6-3 16,4 0 1-16,-4-3-2 15,2-9 0-15,-2-1-3 16,-5-4 10-16,1-5-10 16,-2-2 1-16,-5-3 2 0,-2-2-1 15,-7-3-2-15,-4-1-2 16,-3-2 1-16,-1 2-3 16,-8-1 1-16,-9 2-3 15,-2 0 1-15,-6 1-2 16,-2 2 4-16,-3 4 1 15,-2 2-1-15,-1 6 2 0,-6 7 1 16,3 6-2-16,0 4-1 16,1 0 1-16,3 11 0 15,2 7 0-15,3 6 0 16,4 4 0-16,3 5 0 16,2 4 0-16,5 6 0 0,5 2 0 15,7 1 0-15,2 0 0 16,2-5 0-16,11-1-1 15,6-9 0-15,6-4-2 16,1-8 3-16,4-6 2 16,1-4-1-16,4-3 2 0,-2-6 3 15,3 0 3-15,-2-10 0 16,1-3-2-16,-4-7-1 16,-1-4-3-16,-3-7 1 15,-4-3 2-15,-5-7-2 0,-3-2-2 16,-6 1-1-16,-6 0-1 15,-3 0 0-15,-3 2 2 16,-10 0-5-16,-6 5 0 16,-6 2-4-16,-3 6 4 15,-4 6-1-15,-6 9 1 16,-4 8 5-16,-1 4-10 0,-4 9 8 16,2 13 0-16,3 8 0 15,4 6 0-15,7 5-1 16,5 5 2-16,7 6-1 15,8 0-1-15,5 1 0 16,6-1-4-16,8-7-3 0,13-6-5 16,6-9 10-16,8-8 2 15,5-8 1-15,2-7 1 16,3-7 1-16,2 0 0 16,-4-9 1-16,1-6 4 15,-5-5 0-15,-3-6-1 0,-3-4-2 16,-6-4-1-16,-5-3 0 15,-2-2-1-15,-9-3-1 16,-6 1-1-16,-5 0 0 16,-7 1-1-16,-10 0-5 15,-8 2-7-15,-4 3-1 0,-2 5 12 16,-6 4 1-16,-3 9 1 16,-2 8 8-16,0 9-7 15,-3 0-1-15,2 14 1 16,-2 11-1-16,5 9-1 15,4 6 1-15,5 5-2 0,4 5 0 16,6 4 1-16,11-1 1 16,5-2-3-16,5-3-7 15,11-7-5-15,12-7 5 16,6-7 6-16,4-11 3 16,6-6 0-16,2-7 4 0,2-3 2 15,3-2 4-15,0-10 6 16,-5-6-3-16,2-6-3 15,-4-3-4-15,-5-4 1 16,-6-6-4-16,-4-4 0 16,-8 1 0-16,-7-3-1 15,-9 0 0-15,0 1-1 0,-12 1-1 16,-6 0 0-16,-7 8-4 16,-2 2-6-16,-2 6 6 15,-4 9-3-15,-3 6 16 16,-4 9-13-16,0 1-2 15,-2 15 1-15,-2 9 2 0,4 9-2 16,3 5-4-16,6 3 7 16,6 2 1-16,6 1 1 15,10 0-5-15,8-3-27 16,1-2-7-16,15-8-10 16</inkml:trace>
  <inkml:trace contextRef="#ctx0" brushRef="#br0" timeOffset="-174118.16">573 15094 46 0,'0'0'3'0,"0"0"-1"0,2 0 4 0,4 0 3 16,1 0-3-16,0 0 0 15,4-3 2-15,0-1-3 16,1 0 1-16,1-2-3 0,2 2-1 16,1-3-1-16,2-1-1 15,0 1 0-15,0 1-2 16,-3 1-22-16,-3 4-37 16</inkml:trace>
  <inkml:trace contextRef="#ctx0" brushRef="#br0" timeOffset="-174009.13">669 15155 67 0,'0'0'12'16,"0"0"-1"-16,0 0-7 15,0 0-3-15,0 0-9 16</inkml:trace>
  <inkml:trace contextRef="#ctx0" brushRef="#br0" timeOffset="-173287.87">17029 14195 53 0,'0'0'30'0,"0"0"-3"0,0 0 15 0,0 0-6 16,0 0-11-16,0 0-4 15,0 0-3-15,0 0-2 16,0-37-5-16,0 37-7 0,2 0-4 15,5 0-6-15,6 3-12 16,0 1-12-16,0 0-46 16</inkml:trace>
  <inkml:trace contextRef="#ctx0" brushRef="#br0" timeOffset="-173139.12">17170 14214 218 0,'0'0'14'16,"0"0"-15"-16,0 0-1 0,0 0 4 16,34 14-1-16,-21-9-47 15,-1 1-23-15</inkml:trace>
  <inkml:trace contextRef="#ctx0" brushRef="#br0" timeOffset="-171650.36">17710 13726 91 0,'0'0'6'0,"0"0"8"0,-36-35 1 0,24 26-6 15,0 0-3-15,-1 0 2 16,-1 2 1-16,1-2-2 15,-3 1 0-15,3 0-1 16,-6 1-2-16,2 2-3 16,-1-1-1-16,-3 3 0 0,-2-1 0 15,0 1 0-15,-1 2-1 16,1 1-1-16,-1 0 1 16,-1 0-1-16,-1 0 0 15,-1 0-1-15,1 0 3 16,0 1 0-16,-1 4 0 0,-1 0 0 15,-1 2 0-15,-2 0 0 16,-1 2 0-16,-1 1-1 16,-5 0 1-16,1-2 0 15,-1 5 0-15,0-1 0 16,-3 2 1-16,4 0-1 0,-5 1 0 16,2 2 0-16,-1-1 0 15,1 3 1-15,0 1-1 16,-1-1 0-16,2 2 0 15,1-1 0-15,-1 2-1 16,-3-1 1-16,-2 1 1 16,0 2-2-16,-2 1 3 0,-6-1-3 15,3 3 4-15,0 2 0 16,-2 2 0-16,2 3-3 16,-1 4 1-16,-3 5 0 15,2 4 0-15,1 6 0 16,-2 6 0-16,2 4 0 0,0 7 1 15,-2 6 1-15,1 5 3 16,0 1-1-16,-1 9 1 16,1 1-2-16,-1 2 0 15,4 4 1-15,-2 4 3 0,-2 1 2 16,6-3 1-16,1 0-2 16,5 6-3-16,2-2-1 15,7 7-2-15,2 8-1 16,4 6-1-16,3 6-1 15,2 6-3-15,-2 2-13 16,5-2 10-16,5-3 0 0,3-8 3 16,8-9 2-16,1-7 1 15,10-6 11-15,12-8 3 16,7-3-2-16,8-1-2 16,12-1-1-16,9-3 0 15,11-3-2-15,8-3-5 0,8-2 1 16,7-3-1-16,8-5-2 15,10-1 0-15,13-4 2 16,7 0-2-16,8-9-23 16,7-5-26-16,5-12-53 15</inkml:trace>
  <inkml:trace contextRef="#ctx0" brushRef="#br0" timeOffset="-170668.77">17309 13530 110 0,'28'12'3'0,"0"1"-1"0,6 3 4 0,2 0-2 16,4 6-1-16,1-1 2 15,0 4-3-15,4 0 1 16,3 6 0-16,1 0 1 16,4 3-2-16,-1 6-1 0,2 3-1 15,0 3 0-15,-5 3 1 16,3 4-1-16,-1 3 0 16,-2 4 0-16,3 4-2 15,-1 4 5-15,-4 4-3 16,2 8 2-16,-2 3-1 0,0 3 0 15,-3 0-1-15,-1 6 0 16,-3 1 1-16,-2-1-2 16,-5 2 1-16,-5 4-1 15,-2 1 1-15,-10-1 0 16,-2 0 1-16,-6 0-1 0,-5 1 4 16,-3-2 16-16,0-1 0 15,-3 4-9-15,-5 1-1 16,-3 0-3-16,-2-1-2 15,-1 0-4-15,0-3 1 16,-1-5-1-16,-1-1-1 0,1 2 2 16,0 1-2-16,-2-4 1 15,-3-2 0-15,1 3-1 16,-6-3 0-16,1-1 0 16,0-6 0-16,1 1 0 15,-2 0 0-15,1-2 1 0,2-6-1 16,-5-4 0-16,2-5 0 15,0-6 2-15,-3-5 11 16,-3-3 3-16,-7-4-6 16,-3-3-7-16,-3-1-3 0,-10-5-1 15,-4-3 2-15,-4-6-2 16,-1-4 2-16,-6-4-1 16,-1-6 0-16,-5-5 1 15,-2 0 4-15,-1-4 3 16,-7-2 0-16,-6 0-5 15,-3-2-2-15,-1 1-2 0,-6-3-26 16,-7-3-93-16</inkml:trace>
  <inkml:trace contextRef="#ctx0" brushRef="#br0" timeOffset="-166416.33">6095 12572 79 0,'0'0'10'0,"0"0"-2"0,0 0-6 0,0 0 0 15,2 0 8-15,1-2 0 16,3-4 1-16,-1 1 1 0,4-4-4 16,-1-1 0-16,6-1-3 15,2-3 0-15,2-3-3 16,4-1-1-16,3-3-2 15,2-1-8-15,-1 0-26 16,-3 1-6-16,-3 3-46 16</inkml:trace>
  <inkml:trace contextRef="#ctx0" brushRef="#br0" timeOffset="-166181.93">6137 12585 134 0,'0'0'31'0,"0"0"-12"0,0 0-17 16,0 0-1-16,35-39-3 15,-12 19 2-15,9-2-10 16,3-3-29-16,2-3 28 15,-2-2-10-15,-1 0-50 16</inkml:trace>
  <inkml:trace contextRef="#ctx0" brushRef="#br0" timeOffset="-166039.12">6397 12387 152 0,'0'0'18'0,"0"0"-16"16,0 0-27-16,0 0-53 16</inkml:trace>
  <inkml:trace contextRef="#ctx0" brushRef="#br0" timeOffset="-165383.89">18435 14283 201 0,'0'0'-68'0,"-29"-72"98"0,9 39-15 0,3 2-7 16,-2 2-4-16,-2 5-4 0,0-1-2 16,-4 2-21-16,-2-2-18 15,-6 2 3-15,-1-3-40 16</inkml:trace>
  <inkml:trace contextRef="#ctx0" brushRef="#br0" timeOffset="-156488.43">7841 14626 74 0,'-4'1'2'0,"2"0"-26"0</inkml:trace>
  <inkml:trace contextRef="#ctx0" brushRef="#br0" timeOffset="-155186.83">18857 15395 243 0,'0'2'5'0,"0"-2"13"0,0 0-14 0,0 0-2 0,3 0 0 0,1-2-35 15,3-5-98-15</inkml:trace>
  <inkml:trace contextRef="#ctx0" brushRef="#br0" timeOffset="-154923.84">19036 15379 241 0,'0'0'-14'15,"0"0"-4"-15,0 0 15 16,0 0-70-16</inkml:trace>
  <inkml:trace contextRef="#ctx0" brushRef="#br0" timeOffset="-154375.91">18862 15182 215 0,'0'0'19'0,"0"0"6"15,0 0-12-15,0 0 3 16,0 0-3-16,0 0-9 16,0 0-5-16,0 0 1 15,2-6 2-15,5 16-1 0,2 0-2 16,4 3 0-16,0 0 0 15,1-2 2-15,2 2-1 16,-1-2 1-16,3-2-2 16,0 1-1-16,0-2 3 15,2-3-1-15,-3 0 0 0,0-2 0 16,-3 0 2-16,-3-2-2 16,-1-1 2-16,-7 1 0 15,-1-1 0-15,-2 2-1 16,0-2 2-16,0 3-1 15,0 3-2-15,-9 5 1 0,-4 6 4 16,-8 10-3-16,-10 12-1 16,-15 13 2-16,-14 12-3 15,-13 11 0-15,-16 3-9 16,-10-4-229-16</inkml:trace>
  <inkml:trace contextRef="#ctx0" brushRef="#br0" timeOffset="-132721.2">2782 16441 155 0,'0'0'5'0,"0"0"7"0,0 0 2 0,0 0-8 16,0 0 0-16,0 0-5 15,0 0 1-15,0 0-4 16,0 0 1-16,0 0-4 16,0 0 5-16,-10 49 0 0,10-27 2 15,0 0-1-15,0 1-1 16,2-3 0-16,0-5 0 16,0-2 0-16,0-3 0 15,2-3 0-15,2-4-1 16,0-1-2-16,-1-1 2 0,1-1 0 15,4 0 2-15,-4 0 0 16,5-4 2-16,-2-2 0 16,3-1-1-16,-1 0 2 15,2 0 1-15,0 0-3 16,0 1-2-16,1 3 0 0,1 3-2 16,-1 0-2-16,-3 0 1 15,-1 3 1-15,-3 5 2 16,-1 4 1-16,-4-1-1 15,-2 3 0-15,0 3 3 16,-2 2-2-16,-7-1 5 0,-3 1-3 16,-1 1 1-16,-3-2-1 15,3-1-5-15,-1-4 5 16,2 0-2-16,3-5-1 16,-3-2 0-16,3-6-10 15,-2-3-55-15</inkml:trace>
  <inkml:trace contextRef="#ctx0" brushRef="#br0" timeOffset="-132564.96">2759 16473 177 0,'0'0'-11'0,"0"0"10"0,23-42 1 0,-8 25-28 15,3-2-70-15</inkml:trace>
  <inkml:trace contextRef="#ctx0" brushRef="#br0" timeOffset="-132265.29">3105 16388 189 0,'0'0'-4'16,"0"0"12"-16,0 0-5 15,0 0-1-15,0 0-1 0,0 0 1 16,0 0 0-16,0 0 0 16,44-4 1-16,-28 2-2 15,1 2 0-15,2 0 0 16,3 0-1-16,-2 5 0 15,5 2 0-15,-3 1 1 0,-1 2-1 16,-2 0 0-16,2 1 0 16,-6-1-4-16,-1 3-27 15,-4-3-27-15</inkml:trace>
  <inkml:trace contextRef="#ctx0" brushRef="#br0" timeOffset="-132030.95">3328 16349 204 0,'0'0'8'16,"0"0"7"-16,0 0-5 16,0 0-5-16,-36-18-2 15,32 21-4-15,-2 15 2 16,1 5-3-16,0 11 1 0,1 6 2 15,4 5-2-15,0 2 2 16,0 2-2-16,4-2-35 16,6-6-44-16</inkml:trace>
  <inkml:trace contextRef="#ctx0" brushRef="#br0" timeOffset="-131453.8">3469 16247 216 0,'0'0'3'15,"0"0"4"-15,17-52-1 16,-7 36-4-16,-1 5-2 16,2 2 0-16,-1 5 0 15,0 4-2-15,-1 0-1 0,0 4-1 16,-2 13 2-16,-3 3-3 16,-2 4 0-16,-2 3 3 15,0 1-3-15,-4-2 4 16,-5 0 1-16,2-3-2 15,0-4 1-15,3-4 2 0,0-4 0 16,4-4-1-16,0-3 0 16,0-2-2-16,0-2 3 15,6 0-1-15,1 0 1 16,2 0 1-16,2-3 2 16,2 0-2-16,-1 0-1 15,3 3-1-15,-1 0 0 0,1 0 0 16,-4 0 0-16,1 3 1 15,-4 7-1-15,-3 1 0 16,-3 2-1-16,-2 0 1 16,0 6 0-16,-9-1 0 15,-3 1 2-15,-2-1-2 0,0 0 3 16,0-2-2-16,2-3 1 16,3-3-1-16,1-3-1 15,6-4 0-15,0-3-18 16,2-9-51-16</inkml:trace>
  <inkml:trace contextRef="#ctx0" brushRef="#br0" timeOffset="-130379.89">3932 16256 87 0,'0'0'4'0,"0"0"0"0,0 0-3 0,2 0 0 15,-2 0 6-15,0 0 0 16,2 0 1-16,0 0 2 16,3 0 6-16,3-2-4 15,0-2-8-15,5-2 0 16,-2 0-3-16,5-2 0 16,-1 1 2-16,3-3-2 0,-2 2 1 15,-2-1 3-15,2 1 5 16,-2-1-2-16,0 2-3 15,2-3-4-15,-3 3 0 16,3 0-2-16,-5 0 1 16,2 2-1-16,-2 0-13 0,0 2-6 15,-3 0-17-15,-4-2-27 16</inkml:trace>
  <inkml:trace contextRef="#ctx0" brushRef="#br0" timeOffset="-130053.39">4080 16057 154 0,'0'0'4'0,"0"0"36"0,0 0-10 0,0 0-13 15,0 0-12-15,0 0-7 16,0 0 1-16,-6 43 2 16,12-16 0-16,0 4 0 15,3 1-1-15,-3 1 1 16,4 0 0-16,-3 1-3 0,1-2-26 15,-3-9-29-15,1-3-13 16</inkml:trace>
  <inkml:trace contextRef="#ctx0" brushRef="#br0" timeOffset="-129383.45">4314 15942 142 0,'0'0'2'0,"0"0"6"15,0 0 2-15,14-37-2 16,-8 26-4-16,1-2-1 16,1 2 0-16,0-1 5 15,1 3 6-15,1 0 0 0,2 0-4 16,-1 3-7-16,0 1-1 16,-1 3-1-16,0 2-1 15,-1 0-1-15,0 5-3 16,-6 9 1-16,-1 3-3 15,-2 1 1-15,0 4 1 16,-8-1 0-16,-1 0 5 0,1-3-1 16,0-2 2-16,2-3-4 15,4-3 4-15,0-3-1 16,2-3-2-16,0-3-3 16,0-1 2-16,7 0 1 15,0 0 0-15,1-3 2 0,1-2 0 16,3 1-1-16,-4 0-1 15,3 1 3-15,-1 0-2 16,-3 3 1-16,3 0-1 16,0 0-1-16,-4 4 1 15,1 4 0-15,-3 3 0 0,0 0 1 16,-1 5-1-16,-3-2 0 16,0 2-1-16,0 1 2 15,-3 0-2-15,-3-1 4 16,-3 1-3-16,-3 0 4 15,2-2-1-15,-3 2 2 0,-1-3-1 16,1 1-2-16,-3-1-1 16,3-2-1-16,1-1 0 15,-1-4-3-15,0-4-69 16</inkml:trace>
  <inkml:trace contextRef="#ctx0" brushRef="#br0" timeOffset="-126693.89">5849 15625 47 0,'-4'2'5'0,"2"0"3"0,-3 0 1 0,3-1-3 16,-3-1-3-16,1 0 2 15,1 0 6-15,1 0 7 0,-2 0-2 16,2 0 1-16,0 0-5 15,0-3-2-15,1-2-1 16,1-1-1-16,0-1-6 16,5 0-2-16,2-4 1 15,6 1-1-15,-2 0 3 0,2 1-2 16,1 1 0-16,-1-1-1 16,1 5 0-16,-3 1 1 15,0 2-2-15,1 1 0 16,0 0-1-16,-2 4-2 15,-4 7 1-15,-1 1 0 0,-3 3 2 16,-2 5 0-16,0-1 1 16,-9 3-1-16,-4 1 1 15,0-2-1-15,0-1 1 16,3-3 0-16,1-2 0 16,3-3 0-16,2-6 0 0,3-3-1 15,1-3-7-15,0 0 5 16,9-3 2-16,2-6-2 15,-2-2 4-15,4 1 1 16,-2 0 1-16,1 2-3 16,-1 2 0-16,-3 4 0 15,1 2 0-15,-1 0-2 0,-2 0-1 16,-1 6 1-16,1 7 3 16,-2 1-1-16,0 3 0 15,-2 2 0-15,-2 1 0 16,0 0 1-16,0-2 0 15,-4-2-1-15,-2-3 1 0,-2-2 0 16,1-1 1-16,-3-3 3 16,-1 1 0-16,-1-1 2 15,2-4-4-15,-1 1 2 16,2-1 1-16,-1-3-2 16,4 0 0-16,0 0 0 0,1 0-4 15,5-2-2-15,-2-4-12 16,2-4-29-16,0-6-40 15</inkml:trace>
  <inkml:trace contextRef="#ctx0" brushRef="#br0" timeOffset="-122424.35">6225 15576 23 0,'4'1'6'0,"1"0"-1"16,2 2 6-16,-1-2 5 0,1 1-5 15,1 2 2-15,4-1 1 16,-3 0-1-16,1 2 0 16,2-3-2-16,1 2-2 15,-1-1-2-15,-1 1-2 16,0-1-3-16,0 2-1 0,0-2 0 16,0 1-1-16,1 0 1 15,-3-1-1-15,-1 1 0 16,2 0 0-16,-4-1 0 15,1 1-4-15,-2-1-18 16,-2-3-17-16</inkml:trace>
  <inkml:trace contextRef="#ctx0" brushRef="#br0" timeOffset="-122055.24">6354 15541 129 0,'0'0'15'0,"0"0"-11"15,0 0 6-15,0 0-3 0,0 0-7 16,0 0 5-16,0 0 5 16,0 0-2-16,0 0-18 15,-17 13 9-15,12 1-4 16,1 4 17-16,-3 3-11 16,2-1 1-16,-1 2-1 15,1-2-1-15,-1 2 1 0,2 0-1 16,-2 2 0-16,4 0-14 15,-2-1-39-15,0-3 3 16</inkml:trace>
  <inkml:trace contextRef="#ctx0" brushRef="#br0" timeOffset="-121548.16">6484 15399 37 0,'0'0'14'0,"0"0"1"0,0 0-3 16,5 39-5-16,-3-23-5 15,2-1-1-15,3 2 0 16,-1 1 0-16,-1-2-1 16,2 0 1-16,-3 0 0 0,3 0-1 15,-3-1 2-15,-1 0-1 16,4 1 0-16,-5-3 0 15,2 1-1-15,-2-3-5 16,-1-2-25-16</inkml:trace>
  <inkml:trace contextRef="#ctx0" brushRef="#br0" timeOffset="-120859.08">6665 15519 76 0,'0'0'2'0,"0"0"1"0,0 0-1 0,0 0 1 15,0 0 2-15,0 0 3 0,0 0-8 16,0 0 0-16,0 0 3 16,0 0 2-16,0 0-3 15,3 1-1-15,3-1 0 16,-1-4 1-16,3 1 1 16,2 0 3-16,-3-1 0 0,5-2 3 15,0-1-2-15,1 0-2 16,-2-1-1-16,3 0-2 15,-3 0 1-15,0 1 0 16,0-2-2-16,0 4 2 16,-1-2-3-16,-3 4 0 15,3-1 0-15,-5 2 0 0,4-1 0 16,-5 3-7-16,-2 0-35 16,-2-3-47-16</inkml:trace>
  <inkml:trace contextRef="#ctx0" brushRef="#br0" timeOffset="-120496.16">6739 15347 154 0,'0'0'13'0,"0"0"16"0,0 0-2 0,0 0-10 0,0 0-7 16,0 0-9-16,0 0-3 15,0 0 1-15,0 0 1 16,-5 45 0-16,10-22 1 15,0 1-1-15,1 0 0 0,1 0 0 16,-3-2 0-16,3-4 0 16,0 1-7-16,1-2-1 15,0-2-17-15,1-2-13 16,-1-4 2-16,4-8-60 0</inkml:trace>
  <inkml:trace contextRef="#ctx0" brushRef="#br0" timeOffset="-119932.96">7029 15175 69 0,'0'0'2'0,"0"0"3"0,0 0 5 15,0 0-1-15,0 0 0 0,0 0 1 16,0 0 4 0,0 0-6-16,0 0-9 0,2-13 1 15,1 15 3-15,-2 5-1 16,3 1 2-16,-2 4-2 16,2-1 1-16,-1 3-2 15,1 3 1-15,0-1 1 0,0 0 2 16,-2 0 0-16,2 0 0 15,0 0 2-15,0-2 3 16,-1 0-2-16,1 0-4 16,-2 1 0-16,0-3-2 15,0 0 1-15,1-1 0 0,1-1-1 16,-1-3 0-16,-1 0 0 16,0 0-1-16,1-2 0 15,-1 0 1-15,2 0-1 16,-2 2 0-16,0 0-1 15,-2-2-6-15,0-2-53 0</inkml:trace>
  <inkml:trace contextRef="#ctx0" brushRef="#br0" timeOffset="-108111.83">4153 16801 39 0,'-9'0'3'0,"-3"0"25"0,4 0 4 0,1 0-4 16,1-3-1-16,-2-1-2 16,2 1-3-16,4 0-4 15,-1 1-8-15,2 1-3 0,0 1-5 16,1 0-1-16,0 0-3 16,0 6 0-16,0 5 3 15,3 5-1-15,3 4 1 16,-2 3 0-16,4 2-1 0,-2 0 1 15,1 0-1 1,-3 1 1-16,0-1-1 0,1-3 1 16,0 0-1-16,-3-2-1 15,1-1 1-15,1 2-1 16,0-4-7-16,-1-5-58 16,3-7-11-16</inkml:trace>
  <inkml:trace contextRef="#ctx0" brushRef="#br0" timeOffset="-107478.98">4421 16773 57 0,'0'0'83'0,"0"0"-58"15,0 0 8-15,0 0-21 16,0 0-5-16,0 0-2 16,-33-36-4-16,24 31-1 15,4-1 1-15,-3 0 0 16,1 1 2-16,-3 0 1 16,4 1 2-16,-1 0-1 0,1 1-1 15,0 1-2-15,0 2-3 16,0 0-3-16,1 0-1 15,-1 5 2-15,-1 6-2 16,0 2 2-16,0 4 2 16,5-1 1-16,0 1-1 0,2 1 0 15,0-4 0-15,0 1 0 16,2-3-1-16,3-2 0 16,3-3 1-16,2 0 0 15,-2-4 5-15,1 0-8 0,1 1 5 16,0-3-1-16,1 1 1 15,1 1 1-15,-3 1-1 16,-1 2 0-16,4-1-1 16,-5 3 0-16,-1 0 2 15,1 4-2-15,-3 2-2 16,-4 0 1-16,0 0 0 0,0 1 1 16,-4 0-3-16,-3 1 4 15,-3-4-2-15,0 0 1 16,-1-2 0-16,0-3 1 15,1-3 1-15,0-1-1 16,1-3 3-16,1 0 14 0,2-3 2 16,0-7-2-16,3-8-10 15,3-8-7-15,0-6-3 16,9-10 5-16,9-7-4 16,9-7-28-16,2-8-85 15</inkml:trace>
  <inkml:trace contextRef="#ctx0" brushRef="#br0" timeOffset="-105656.14">6366 16283 67 0,'0'1'7'0,"0"2"-4"0,0 4-2 0,-2 0 0 0,-2 5 4 15,1 1 0-15,-4 2 1 16,2 2 1-16,1 2 1 0,-4-1-1 16,3 3-1-16,-2-3-3 15,2 0-2-15,1 0 0 16,-3-2 0-16,5-3-1 15,-2-1 0-15,2-3 0 16,2-3 1-16,0-1-1 0,0-3-1 16,4-2 1-16,5 0 4 15,1 0 8-15,4-3-7 16,4-7-2-16,2 1 2 16,1-5 2-16,1 1-1 15,2 1-1-15,1-1 2 16,0-1-3-16,-2 2 0 0,0 1-2 15,-2 1-2-15,1 0 2 16,-6 3-2-16,0 0-7 16,-6 0-55-16</inkml:trace>
  <inkml:trace contextRef="#ctx0" brushRef="#br0" timeOffset="-105265.03">6446 16252 71 0,'0'0'46'0,"0"0"-44"0,0 0-4 0,0 0-14 15,0 0-1-15,0 0 10 16,0 0 8-16,0 0 4 16,0 0 12-16,0 0 0 15,-11 15-9-15,11-9-3 16,0 2 3-16,0 5 0 15,2 6 3-15,3 2 3 0,6 12-1 16,2 5-5-16,3 13-5 16,-1 13 0-16,4 14-3 15,-6 6-22-15</inkml:trace>
  <inkml:trace contextRef="#ctx0" brushRef="#br0" timeOffset="-85987.33">19678 17094 179 0,'0'0'12'0,"0"0"26"0,0 0-30 0,0 0-7 0,0 0-1 16,0 0 0-16,0 0 1 15,0 0-1-15,51-2 1 16,-36-2-1-16,4 3 1 16,3-3 0-16,-2 0-1 15,3 2 0-15,1 0-11 16,-2 1-32-16,-4 1-21 0,-2 0 1 16</inkml:trace>
  <inkml:trace contextRef="#ctx0" brushRef="#br0" timeOffset="-85890.56">19901 17095 49 0,'0'0'38'0,"0"0"-13"0,0 0 1 16,0 0-11-16,0 0-18 16,0 0-11-16,0 0 11 15,49 16-53-15</inkml:trace>
  <inkml:trace contextRef="#ctx0" brushRef="#br0" timeOffset="-85414.13">21474 17349 190 0,'0'0'-4'0,"0"0"3"0,0 0-1 0,0 0 2 0,0 0 0 16,39-1-1-16,-25-2-4 15,5 2-7-15,-3-1-11 16,0-2 2-16,-1 1-25 16</inkml:trace>
  <inkml:trace contextRef="#ctx0" brushRef="#br0" timeOffset="-85270.7">21491 17392 199 0,'0'0'-6'0,"0"0"-19"16,0 0 10-16,50-9-56 15</inkml:trace>
  <inkml:trace contextRef="#ctx0" brushRef="#br0" timeOffset="-83867.82">13899 7068 57 0,'0'0'10'0,"0"0"12"0,0 0-4 0,0 0-2 15,0 0 1-15,0 0-2 16,-19-39-2-16,17 34-4 0,-4-1-4 16,2 4-2-16,-2 0-2 15,0 1-3-15,1-1 8 16,1 2-4-16,1 0-1 15,1 0 5-15,2 0 7 16,0 0-3-16,0-2-9 0,5-1-3 16,6-2 5-16,5-2-2 15,5-1-1-15,4-3 3 16,2-1-38-16,-2-2-73 16</inkml:trace>
  <inkml:trace contextRef="#ctx0" brushRef="#br0" timeOffset="-777.11">16781 16297 1 0,'-2'4'36'0,"-1"-3"-26"0,0 3 6 0,2-3 2 0,-1 1-2 16,0 0-1-16,2-2 1 16,-2 0-3-16,2 0-2 15,-2 0 2-15,2 0-2 0,-1 0-2 16,0 0-4-16,0 0-2 15,0 0 2-15,0 0-4 16,0 0 0-16,1 0 1 16,-2-1 2-16,2 0 1 15,-2-1-2-15,2 1 0 0,-3-1 2 16,2 2 0-16,1-3-1 16,-1 3-3-16,0 0 1 15,1-1 0-15,0 1 0 16,0 0-1-16,0 0 0 15,0 0-1-15,0 0-2 0,0 0 0 16,0 0 1-16,0 4 1 16,0 3 0-16,0 0 0 15,3 3 0-15,2-1 0 16,-3 1 0-16,0 0 0 16,1 1 0-16,2-2 0 0,-3 1 0 15,0 0 1-15,0-1-1 16,1 1 1-16,-1-2-1 15,2 0 0-15,-2 0 0 16,1-3 1-16,0-1-1 16,0 2 0-16,0-3 0 0,1-1 0 15,-3-2-1-15,1 2 1 16,0-2-1-16,2 0 1 16,-2 0-5-16,-2 0 2 15,2-3 3-15,-1-4 0 16,1 4 3-16,0-5-3 15,2 0 0-15,-2-2 0 0,2-1 1 16,-2 1 1-16,1-1-2 16,2 0 0-16,-3 3 1 15,-1-2-1-15,1 3 0 16,-1 2 0-16,0 2 0 0,-1 1 1 16,1 1-2-16,2 1 1 15,-1 0-3-15,0 0 0 16,1 0 1-16,3 0-1 15,0 3 1-15,2 1-1 16,0 0 2-16,2 3 0 0,-2-1-1 16,0 0 1-16,3-1 0 15,-5 0 2-15,1-2-1 16,-1 0 0-16,1-1 1 16,-1-1-2-16,0-1 2 15,-1 0 0-15,0 0-1 16,2 0 0-16,-4 0 0 15,1-2 0-15,1-2 0 0,-3-1 1 16,-2-2 0-16,2 4 3 16,-2-4-3-16,1-3 1 15,-1 3 0-15,0-3 0 16,0 2 1-16,0-4 0 16,0 0-1-16,0-1 0 0,-3-1 1 15,1-1 3-15,-4 1-1 16,2 1 1-16,-2 1 3 15,2 0-1-15,1 5-5 0,1 3-2 16,2 2-2-16,-2 2-14 16,-4 0-86-16</inkml:trace>
  <inkml:trace contextRef="#ctx0" brushRef="#br0" timeOffset="-379.86">16953 16538 51 0,'9'-9'22'0,"-1"-2"11"0,4 0-9 0,-1-2-2 16,0 3 3-16,3-1-14 15,-1 1-4-15,1 2-6 16,-1 0 1-16,3 1-2 16,-3-1 0-16,2 1 0 15,0 4-13-15,-3-3-28 0,0 4-9 16</inkml:trace>
  <inkml:trace contextRef="#ctx0" brushRef="#br0" timeOffset="-95.1">16948 16640 102 0,'0'0'9'0,"0"0"-6"0,0 0 9 16,0 0 0-16,0 0-2 15,43-11-1-15,-30 4-1 16,5 0-3-16,3-3-3 16,3 2-2-16,0-5 0 15,-1-1-30-15</inkml:trace>
  <inkml:trace contextRef="#ctx0" brushRef="#br0" timeOffset="3443.8">3332 12643 75 0,'0'0'9'0,"0"0"2"0,-4-3-3 0,2 0 2 0,0-1 1 16,-2 1-1-16,3 0 2 15,-3-1 3-15,2 2 1 16,0 0-6-16,0 0-5 15,1 1-2-15,-1 1-2 0,2 0-1 16,0 0-4-16,0 0 1 16,0 0 2-16,2 0 0 15,3 4 0-15,-1 3 0 16,-1-1-4-16,1 4 0 16,0 1 3-16,0 0 0 0,-2 2-1 15,1 1 2-15,2 1 0 16,-3-1 1-16,1-1 0 15,-1-1 1-15,0-2-1 16,2-1 0-16,-2-1 1 16,1 1-2-16,3 0 2 0,-1 0-1 15,-3-2 0-15,0 0 0 16,1-1 2-16,-3-3-2 16,2 1 0-16,-2-1 1 15,0-3 0-15,0 0 1 16,2 0 2-16,-2 0 3 15,0 0 3-15,2-3-6 0,0-5-2 16,1-1 0-16,1-1 0 16,0 0-1-16,1-1 1 15,0 1-2-15,1 0 1 16,-2 3-1-16,3-1 0 0,0 3 0 16,0 1 0-16,-2 1-1 15,3 3-2-15,-1 0 0 16,2 0 0-16,-2 3 2 15,3 5-1-15,0 0 1 16,1-1-1-16,-2 0 1 16,2-1 1-16,-2-2 0 0,0 0 0 15,-3-3 0-15,1 2 1 16,0-2-1-16,-2 0 0 16,1-1 2-16,-2 0-1 15,-1 0-1-15,2 0 2 16,-5 0-1-16,2-6 1 0,-2-1 1 15,0-3 2-15,0 1-1 16,0-3-1-16,2-3-2 16,-2 1 3-16,0-1-2 15,0 0 1-15,0-2 2 16,0 2 2-16,0-1 3 0,-4 3-1 16,-2-1-2-16,0 0 1 15,0 4-4-15,3 0-2 16,1 3 0-16,2 3-1 15,0-1-28-15,0-5-106 16</inkml:trace>
  <inkml:trace contextRef="#ctx0" brushRef="#br0" timeOffset="4462.89">17011 16658 114 0,'0'0'-1'0,"0"0"9"0,39-36 15 0,-22 25-14 0,1-2-5 16,-1 3-3-16,-2 2-1 0,-2 2 0 15,-2 4-3-15,-6 2-6 16,-4 0-24-16,-1 5-47 16</inkml:trace>
  <inkml:trace contextRef="#ctx0" brushRef="#br0" timeOffset="4618.5">17018 16685 112 0,'0'0'8'16,"0"0"22"-16,56-48-7 16,-32 30-17-16,0 3-5 0,0-2-1 15,-8 3-9-15,-5 1-65 16</inkml:trace>
  <inkml:trace contextRef="#ctx0" brushRef="#br0" timeOffset="6254.32">17158 16463 82 0,'0'0'15'0,"0"0"-13"0,0 0 2 0,2 46 3 16,-1-28-1-16,-1 2 2 16,0 0 2-16,0-3 0 0,0 1 3 15,0-3-2-15,0-5 5 16,-2-5 0-16,1 0 0 15,1-4-4-15,-2-1 5 16,2 0 4-16,-2 0-5 16,-2-3-9-16,1-7-1 15,-1-3-2-15,-2-4-1 0,1-4-2 16,2-2 1-16,-1-3-1 16,2 0 0-16,0 0-1 15,0 2 2-15,1 6-2 16,0 5 1-16,1 4 0 0,-1 4 0 15,1 5 5-15,-4 5-6 16,-3 16-8-16,0 8 2 16,-1 7 4-16,0 9 3 15,3 3 1-15,-1 7 1 16,-3 1-16-16,-4-5-83 0</inkml:trace>
  <inkml:trace contextRef="#ctx0" brushRef="#br0" timeOffset="7515.03">3803 12728 107 0,'0'0'2'0,"0"0"0"0,0 0-1 0,0 0-2 16,0 0 0-16,0 0 3 15,0 0 1-15,0 0 7 16,0 0 4-16,0 0 1 15,-23 4 1-15,21-4-6 16,2 3-6-16,0 3-11 0,0 4 0 16,0 1 2-16,0 6 2 15,0 4 2-15,0-2 1 16,0 2 0-16,0-1 0 16,0-1 1-16,0 0 0 15,0-3 1-15,0-3 0 16,0-2 1-16,0-4-2 0,0-4 1 15,0 0-1-15,0-3 1 16,0 0 5-16,0-3 13 16,0-6-12-16,0-5-4 15,0-1-2-15,0-4 0 16,-2 1 1-16,0-4-3 0,1 0 1 16,-1-1 0-16,-1 0-1 15,3 2 0-15,0 3 0 16,0 6-1-16,0 2 2 15,0 5-1-15,0 5-1 16,3 0-7-16,-3 9-4 16,2 11-1-16,-1 5 10 0,-1 6 4 15,0 4 1-15,0 2 0 16,0 5 2-16,0-1 3 16,-6-6-10-16</inkml:trace>
  <inkml:trace contextRef="#ctx0" brushRef="#br0" timeOffset="10102.69">6270 13329 49 0,'0'0'12'0,"0"0"-10"0,0 0 1 0,0 0-3 0,0 0 4 15,0 0 4-15,0 0 3 16,0 0-1-16,0 0-6 16,0 0 1-16,0 0 0 0,0 0 1 15,0 0-3-15,0 0 0 16,-6-11-2-16,6 11 0 15,-2-2-1-15,2 2 1 16,0-1 0-16,-2 0 6 16,2 1 2-16,-2-2-3 0,2 2 1 15,-2-3 0-15,0 3-1 16,0-2-1-16,0 2 2 16,1-2-2-16,-1 0-2 15,2 2 4-15,-2 0-3 16,2 0 0-16,0 0-1 0,-2 0-1 15,2 0-3-15,0 0-1 16,0 0 0-16,0 0 2 16,0 0 0-16,0 5-1 15,-2 1 1-15,2 1-1 16,-2 1-1-16,0 0-1 0,2 2 2 16,0 3-2-16,0-2 3 15,0 1 0-15,0 0 1 16,0-2-1-16,0 3 0 15,0-4-1-15,2 1 1 16,0-1 0-16,0-3-2 16,-2 0 2-16,2-2 2 0,0-2-2 15,0-1 1-15,-2 0 1 16,5-1-2-16,-3 0 2 16,0 0 2-16,2 0 0 15,0 0-1-15,2-1-1 0,-2-3 1 16,1-2-2-16,1-2 1 15,-1 0 0-15,2 1-1 16,-3-2 0-16,-2 1-1 16,3 1 1-16,-3-1-1 15,2 2 0-15,-2 0 1 16,-1 1-1-16,0-1 0 0,2 4 0 16,-3 0 1-16,0 0-2 15,3 2 2-15,-3 0-2 16,0 0 0-16,2 0-1 15,-2 0-2-15,2 0 2 16,0 0 1-16,1 0 0 0,1 4 0 16,2-1 1-16,-1 3 0 15,2 0 0-15,-2-1 0 16,1 1-1-16,-1 0 1 16,1-2 0-16,-2 1 0 15,1-3 0-15,-2 2 0 0,1-4 0 16,-2 1 1-16,-2-1 0 15,0 0 1-15,0 0 0 16,0 0 1-16,0-1-1 16,0-3 6-16,0-3 0 15,0 0-3-15,0 0 1 16,0-2-3-16,0 1-1 0,-2-1-1 16,0-1 0-16,-1 0 0 15,2-1 0-15,-2 3-1 16,2-1 2-16,1 2-2 15,0 0 1-15,0 1 1 0,0 6-2 16,0 0-9-16,0 0-38 16,4 0-23-16,2 0-35 15</inkml:trace>
  <inkml:trace contextRef="#ctx0" brushRef="#br0" timeOffset="11026.86">6524 13462 33 0,'0'0'18'0,"-2"0"5"0,0 0-9 0,0 0 0 0,2 0-2 16,-2 0-3-16,2-1-4 15,0-2-1-15,0 0 0 16,0-1-2-16,0 0 0 16,0 1-2-16,0 0 0 0,0 0 1 15,0 0-1-15,2 0 1 16,0 0 1-16,2 1-2 16,1-1 0-16,-1 1 0 15,0 1 0-15,-1-2 0 0,2 3 0 16,-1 0-2-16,-2 0 1 15,0 0 0-15,1 0 1 16,1 0-1-16,-2 0 0 16,0 0 0-16,1 4 0 15,-2 1 0-15,0 0-1 0,-1 0 1 16,0 3 2-16,0-1 0 16,0 2-1-16,0-1 0 15,-2 2 1-15,-1-3-1 16,-1 3 0-16,-2-1 1 15,1-2-1-15,3 1 0 16,-3-2 1-16,1 1-1 0,3-1 1 16,-1-2-1-16,0 3 0 15,2-4 1-15,-2 3-1 16,2-1 0-16,-2 0 0 16,2-1 0-16,0 2 0 15,-3-1 0-15,2 0 1 0,1-1-1 16,-1-3 0-16,1 2 0 15,0 0 0-15,0-3-1 16,0 0 1-16,0 0 0 16,0 0 1-16,0 0-1 0,0 0 2 15,3 0 1-15,3 0-1 16,-2 0-1-16,4 0 1 16,-2 0 0-16,1-3-1 15,0 0 1-15,2 0 0 16,-2-1 1-16,3 1 0 0,-3 1-1 15,2-1-1-15,0 0 0 16,-3 0 0-16,1 1 1 16,0 1-2-16,0 0 1 15,-3 0 1-15,0 1-2 16,1 0 0-16,-3 0 0 16,2 0-19-16,-3 0-8 0,-1 0-22 15</inkml:trace>
  <inkml:trace contextRef="#ctx0" brushRef="#br0" timeOffset="11403.83">6537 13640 28 0,'0'0'48'0,"0"0"-29"0,0 0-5 0,0 0-4 16,0 0-6-16,0 0-3 0,0 0 0 16,0 0-1-16,0 0 0 15,0 0 0-15,41-17 0 16,-32 15 0-16,2-3 1 15,-2 2-1-15,0-2 1 16,2 1-1-16,-1 0-2 0,1-2 2 16,1 2 3-16,-2-2-2 15,1 2-1-15,-3 0 1 16,2-1-1-16,-3 2 0 16,1 0-1-16,-3 0-17 15,-1-2-40-15</inkml:trace>
  <inkml:trace contextRef="#ctx0" brushRef="#br0" timeOffset="11710.03">6562 13634 71 0,'0'0'4'16,"0"0"-5"-16,0 0 3 15,0 0-1-15,0 0 3 16,0 0 1-16,36-9 0 16,-27 4 0-16,0-1-1 15,0 1-1-15,1-1 1 0,-2 0-2 16,1 0 0-16,-1 2-1 15,0 1-2-15,-2-1-3 16,-4 1-16-16,-1 2-54 16</inkml:trace>
  <inkml:trace contextRef="#ctx0" brushRef="#br0" timeOffset="12520.97">6482 13471 54 0,'0'0'7'0,"0"0"-2"0,0 0-1 15,0 0 1-15,0 0-2 16,0 0 1-16,0 0-2 16,0 0 3-16,0 0 1 15,-7-7 0-15,7 5-1 16,0 1-2-16,0-2 0 0,0 0 1 15,0-4-3-15,5 4 1 16,-1-3-2-16,3-1 1 16,0 0-1-16,1 3 0 15,0-2 0-15,2 2 0 16,-3 0 0-16,1 1 0 0,2 2 0 16,-3 1 0-16,1 0-3 15,-4 0 1-15,2 7 0 16,-2 1 0-16,-2 1-1 15,-2 1-1-15,0 3 4 16,0-1-1-16,0 3 1 16,0 0 0-16,-6 1 1 0,-2-1-1 15,0 2 0-15,1-1 0 16,-5-1 3-16,4-2-1 16,-1-1-1-16,3-2 0 15,1-3-1-15,0-2 0 0,3-2 1 16,2-1-1-16,-2-1 0 15,2-1 1-15,0 0-1 16,0 0 0-16,0 0 3 16,2 0 1-16,2 0-1 15,2-3-1-15,0 0-1 0,3-1-1 16,-3-1 1-16,4 0-1 16,-3 1 1-16,1-2-1 15,4 2 0-15,-4 0 1 16,1 1-1-16,0-1 3 15,0 2-2-15,2-1 0 0,-4 2-1 16,2 1 1-16,-2 0-2 16,1 0 2-16,-1 0-1 15,-1 0 1-15,0 0-1 16,-2 0 1-16,-2 0-4 16,0-2-22-16,-2-3-37 15</inkml:trace>
  <inkml:trace contextRef="#ctx0" brushRef="#br0" timeOffset="13204.3">6502 13482 52 0,'0'0'21'0,"0"0"-19"0,0 0 5 16,0 0-2-16,0 0-2 16,0 0-1-16,0 0 5 0,0 0-3 15,0 0 1-15,0 0-1 16,0 0 0-16,0 0 2 15,0-36-4-15,9 31-1 16,-2 2-1-16,1 0 0 16,1 3 0-16,1 0 0 0,-3 0-1 15,1 0 0-15,-1 0 0 16,2 5 0-16,-4 2 1 16,-1 1 0-16,0 2 0 15,-4 1-1-15,0 1 0 16,0 0-1-16,-2 3-1 0,-4-4 3 15,-1 2 0-15,-1 0 0 16,0-2 0-16,2-2 0 16,1-1 0-16,3-1 0 15,-4 0 1-15,5-1-1 16,0-4 0-16,1-1 0 0,0-1-2 16,0 0 1-16,0 0 1 15,2 0 0-15,4 0 0 16,0-2 2-16,3-2-1 15,-2 0 1-15,2-2 0 16,2 2-1-16,-2-2 0 16,2 2 1-16,0-1-2 0,0 0 2 15,1-1 0-15,1 1-1 16,-4 0 1-16,4 0 0 16,-4 2-1-16,0-1 0 15,0 1-1-15,-2 1 1 16,-1 2-1-16,-3-1 1 0,1 1-1 15,-1 0-8-15,-3 0-7 16,0 0-31-16</inkml:trace>
  <inkml:trace contextRef="#ctx0" brushRef="#br0" timeOffset="13880.87">6512 13477 78 0,'0'0'16'0,"0"0"0"0,0 0-7 0,0 0-4 0,0 0-4 15,0 0 0-15,0 0-1 16,0 0 0-16,0 0 0 16,0 0 0-16,0 0 0 15,10-33 0-15,-3 31 0 0,-1 1 0 16,2 1-1-16,0 0 1 16,1 0-1-16,-2 0 0 15,2 4 1-15,-3 2 0 16,1 1-1-16,-3-1 0 15,-1 2 0-15,-1-1 0 0,-2 5-3 16,0-1 3-16,0 3-2 16,0 0 3-16,-7 2 3 15,1 1-3-15,-3-3 1 16,0-1-1-16,2 0 1 16,-1-2 0-16,3-2-1 0,-4-2 2 15,6-3-2-15,-1 2 0 16,2-5 0-16,-1 2 0 15,3-3 1-15,0 0-1 16,0 0-1-16,0 0 3 16,7 0-1-16,-2-3 0 0,6-1 0 15,-2-3 0-15,2 1-1 16,1 0 1-16,0-3 0 16,2 1 0-16,-1 0 1 15,1-1 1-15,-3 2 0 16,0 0-1-16,1 1 2 0,-3 1-1 15,1-1-1-15,-3 5-1 16,0-1-1-16,-2 2 0 16,1 0 0-16,-2 0 0 15,-2 0 0-15,0 0-4 16,-1 0-16-16,-1 0-14 0</inkml:trace>
  <inkml:trace contextRef="#ctx0" brushRef="#br0" timeOffset="14050.62">6634 13647 79 0,'0'0'2'0,"0"0"-31"0</inkml:trace>
  <inkml:trace contextRef="#ctx0" brushRef="#br0" timeOffset="14666.91">5983 14730 28 0</inkml:trace>
  <inkml:trace contextRef="#ctx0" brushRef="#br0" timeOffset="14840.06">6028 14664 111 0,'0'0'2'0,"0"0"13"15,0 0-2-15,0 0-8 16,0 0-5-16,0 0-12 0,0 0-41 16</inkml:trace>
  <inkml:trace contextRef="#ctx0" brushRef="#br0" timeOffset="14961.83">6100 14611 191 0,'0'0'-3'16,"0"0"-23"-16,0 0-28 16</inkml:trace>
  <inkml:trace contextRef="#ctx0" brushRef="#br0" timeOffset="17319.31">16542 14702 102 0,'0'0'5'0,"0"0"4"0,-2 0 1 16,2 0-2-16,-1-4-5 16,1 1 1-16,-2 1 1 0,0-2 9 15,2 1 5-15,-2-1 0 16,1 3-8-16,0-2-5 16,1 1-3-16,0 2 0 15,0-1-2-15,0 1-1 0,0-1 0 16,0-1 0-16,0 2 0 15,0 0 0-15,0 0-1 16,2 0-1-16,2 0 0 16,-2 3-1-16,0 3 1 15,1 2 0-15,1 1 1 0,-1 2-2 16,0 1 3 0,-1-1 2-16,2 0-2 0,0-2 0 15,-1-2 1-15,1 0-1 16,2-2 1-16,0-1 0 15,0-2 0-15,0 0-1 0,0-1 0 16,0-1 2-16,0 0-1 16,1 0 1-16,-4 0-1 15,2-3 0-15,0-1-1 16,-1 0 3-16,-1-1-3 16,2-1 1-16,-1 0 3 15,-3-1 3-15,1-2-4 0,2 3-2 16,-2 1 0-16,0-1 0 15,0 2-1-15,1 1 0 16,-2 0 0-16,1 3 0 16,1 0-1-16,2 0 0 15,-2 0-1-15,2 0 0 0,2 6 2 16,2-2-2-16,-1 3 2 16,2 0 0-16,-1-2 0 15,1 0 2-15,-1-3-2 16,-1 0 0-16,-2-2 0 0,2 0 1 15,-3 0-1-15,-1 0 1 16,-1-2 1-16,0-4-1 16,-3-3 2-16,0-2 9 15,0 0 5-15,0-2-5 16,0-1-6-16,-2 1-1 16,-1 0-2-16,0 3-3 0,2 1 0 15,0 0 1-15,1 3-2 16,0 5-13-16,1-1-32 15,4 0-32-15,2 1-7 16</inkml:trace>
  <inkml:trace contextRef="#ctx0" brushRef="#br0" timeOffset="18059.79">16924 14750 84 0,'0'0'3'0,"0"0"-2"0,0 0 0 0,0 0-1 0,0 0 1 15,0 0 9-15,0 0 5 16,0 0 5-16,0 0 6 16,0 0-10-16,0 0-9 15,0 0-4-15,0 0-3 0,-7-24 1 16,14 23-1-16,-4-3 0 15,3 1 1-15,-1 0-1 16,1 1-1-16,2 2 1 16,-2 0 0-16,0 0 0 15,-1 0-1-15,1 0 0 0,-2 0-1 16,-1 5-4-16,-2 2 2 16,-1 0 2-16,0 2 1 15,0 0 0-15,0 0-1 16,-4 1 2-16,-4 0 2 15,2 1-2-15,-2 1 1 16,-1 0 0-16,1 1 0 0,1 1-1 16,-2-1 1-16,2-2 0 15,2-3-1-15,3-1 0 16,0-1 0-16,2-4 1 16,0 0-2-16,0-1 0 15,0-1 1-15,0 0 1 0,3 0 1 16,1 0-2-16,1 0 3 15,-1 0-1-15,0-3 0 16,3 1 1-16,-3-3-2 16,3 1 1-16,1 1-1 15,0 0-1-15,-1 0 0 0,1 1 1 16,1 1-1-16,-1 0 0 16,0 0 0-16,0-1 0 15,2 2 0-15,-3 0-1 16,0-1-7-16,-1-1-29 0,-1 1-3 15</inkml:trace>
  <inkml:trace contextRef="#ctx0" brushRef="#br0" timeOffset="18756.65">16929 14763 75 0,'0'0'4'0,"0"0"1"0,0 0-1 15,0 0-1-15,0 0 3 16,0 0-2-16,0 0 4 0,0 0 3 15,0 0 3-15,0 0-4 16,0 0 0-16,-18-33-3 16,18 28-2-16,0-1-3 15,0 3 2-15,3-2-3 16,5-1-1-16,-4 2 0 0,3-1 1 16,0 2-1-16,1 1 0 15,-1 0 0-15,0 2-1 16,-2 0-1-16,0 0-4 15,2 7-4-15,-4 2 10 16,-1 1-3-16,-1 1 3 16,-1 1-1-16,0 0 0 0,0 1 1 15,-3 0-1-15,-4 0 1 16,-3 2 0-16,1-1 0 16,-1 1 1-16,-1-1-1 15,0-1-2-15,0-2 0 16,4-1 0-16,-1-3-1 0,5-1-8 15,-3-3 16-15,4-2-4 16,2 1 0-16,0-1-2 16,0-1 1-16,0 0 0 15,2 0 0-15,4 0 3 0,-1 0-2 16,1 0 1-16,1 0 1 16,4-1 1-16,-2-4-2 15,0 2 5-15,2-2-3 16,0 1 0-16,2-1 0 15,-1 2-1-15,-1-2-2 16,0 3 0-16,1-1-1 0,-2 1 1 16,2 0-1-16,-5-1 1 15,1 3-2-15,-3 0-10 16,-3-1-20-16,-2-1-22 16</inkml:trace>
  <inkml:trace contextRef="#ctx0" brushRef="#br0" timeOffset="19425.15">16910 14754 78 0,'0'0'17'0,"0"0"-5"0,0 0 2 15,0 0 0-15,0 0-2 16,0 0 0-16,0 0-6 16,0 0 0-16,0-41-5 0,0 36 2 15,3-1-2-15,6 2-1 16,-3-1 1-16,3 0-1 15,-2 3 0-15,3 0-1 16,-2 2 0-16,-1 0-1 16,1 0-3-16,-3 5-1 0,0 2-7 15,-3 5 4-15,0-1 4 16,-2 3 2-16,0 1 1 16,-2 1-2-16,-7-1 3 15,0-1-1-15,0-3 3 16,1 1-1-16,-2-1-1 0,1-1 2 15,1 0-1-15,1-2 1 16,0 1-1-16,2-2 1 16,0-1-1-16,2 0 1 15,2-2-1-15,0-3 0 16,1 1 0-16,0-2-1 16,0 0 2-16,0 0 0 0,2 0 7 15,4 0-4-15,-1 0 2 16,4-2-4-16,-4 0-1 15,5-2 0-15,-1 0 0 16,3-1 2-16,0 0 0 0,3 0 0 16,0-1 0-16,3-1 1 15,-1 0 1-15,2 1 0 16,0-1-2-16,0 1 0 16,3 0-3-16,-5 2 1 15,1 1 0-15,-2-1 0 0,-2 1-10 16,-3-1-42-16</inkml:trace>
  <inkml:trace contextRef="#ctx0" brushRef="#br0" timeOffset="24305.65">19905 16036 73 0,'0'-3'16'16,"0"-1"6"-16,0 1-11 0,0 0-1 0,0 0 0 15,0 2 0-15,0-1-4 0,0-1 1 16,0 2-4-16,0 1 4 16,0-2 1-16,0 2 0 15,0 0-1-15,0 0-3 16,0 0-4-16,0 0-1 15,0 0-2-15,3 0-2 0,-3 1 5 16,2 4 0-16,-1-2-1 16,1 4 4-16,-1-1 0 15,1 0-3-15,-1 2-2 16,1-1 2-16,-2 0 2 16,2 0-2-16,-2 2 1 15,0-2 0-15,0 0 0 0,2 2 0 16,-2-2 0-16,1 1-1 15,0-1 1-15,0 0-1 16,-1-2 0-16,0 1 1 16,0-2 0-16,1-1-1 15,1-1 3-15,-1 0-1 0,1-1 0 16,0-1-2-16,0 0 3 16,2 0-1-16,-2 0 2 15,1 0-3-15,0-3 1 16,0-2-2-16,1-1 0 15,2-2 0-15,-3 0 1 0,2 0-1 16,-2-1 1-16,2 3-2 16,-2 1 1-16,2-1 0 15,0 2-1-15,-2 1 1 16,1 3-1-16,1-1 1 16,-3 1 0-16,0 0-2 0,1 0 1 15,0 0-1-15,2 1 1 16,-2 6 0-16,2-1 1 15,1 1-1-15,-2-1 1 16,2 0-1-16,0 0 1 16,0-1-1-16,0-2 1 0,0 0 1 15,2-2-1-15,-4-1 1 16,3 0 0-16,-3 0-1 16,0 0 1-16,-2 0 0 15,1 0 1-15,0-4 1 16,-1-1 1-16,-1-2 3 15,0 0 2-15,0 0 0 0,-1-1 0 16,0-2-2-16,0-1 4 16,0-2-3-16,0 1-1 15,0-2 2-15,0 0-3 16,0 0-4-16,0 2-1 0,-3 0-1 16,1 1-1-16,2 4 0 15,-3 2-1-15,3 2-1 16,0 2-35-16,0-2-79 15</inkml:trace>
  <inkml:trace contextRef="#ctx0" brushRef="#br0" timeOffset="24745.91">20240 16047 170 0,'1'1'33'0,"-1"3"-31"0,1 4-5 0,0 4-1 16,0 4 6-16,-1 7 0 15,0 6 0-15,0-1-15 0,-1 0-64 16</inkml:trace>
  <inkml:trace contextRef="#ctx0" brushRef="#br0" timeOffset="26470">17775 15479 48 0,'0'0'2'0,"2"0"-3"0,-1 0-2 0,3 0 3 16,-1 0 0-16,-1 0 1 15,0-1 2-15,1-1 13 16,-1-1 4-16,0 3-5 16,2-3-10-16,-2 2-4 15,1-2-1-15,1 2 1 0,3-1-1 16,-4 1 0-16,3 0 0 16,0-1 0-16,-1 1 0 15,1-2 0-15,1 0 0 16,0 1 1-16,0 0-1 15,3-2 1-15,0 1-1 0,-1 1 0 16,3-1 0-16,1 1 0 16,0 0 0-16,0 1 0 15,0-1 1-15,1-1-1 16,-1 2 0-16,3-2 0 16,-2 3 0-16,2-3 0 15,-2 2 0-15,3-1 0 0,0 1 1 16,1-2-2-16,0 2 1 15,4-1 1-15,-2-2-1 16,1 1 0-16,-1 0 0 16,2 2 0-16,-4-2 0 15,2 2 0-15,-3-1 0 0,2 1 0 16,1 0 0-16,-4-1 0 16,4 2 0-16,0-1 0 15,-2-2 1-15,2 3-1 16,-3-2 0-16,1 1 0 15,-2 1 0-15,4 0 0 0,-4 0 0 16,0 0 1-16,0 0-1 16,-1 0 0-16,1 0 1 15,-1 0 0-15,3 0-1 16,-5 0 1-16,3 0-1 0,-2-2 0 16,0 0 0-16,1 0 4 15,0 0 3-15,-1 1-2 16,2 1-4-16,-1-2 0 15,1 2-1-15,1 0 0 16,-1 0 1-16,-1 0-1 16,2 0 0-16,-2 0 1 0,1 0-1 15,-3 0 4-15,1 0 4 16,-4 0 2-16,-1-2-2 16,0 2-1-16,-1 0-1 15,-2-2 1-15,-3 2-3 16,0 0 0-16,0 0-4 0,-2 0 1 15,0 0-2-15,-1 0-4 16,0 0-28-16,0 0-7 16,-2 0-4-16</inkml:trace>
  <inkml:trace contextRef="#ctx0" brushRef="#br0" timeOffset="27202.28">18786 15182 100 0,'0'0'4'0,"0"0"3"0,0 0-5 0,0 0 0 15,0 0 2-15,0 0-2 16,0 0-2-16,0 0 0 15,0 0 0-15,0 0 1 16,0 0 0-16,0 0-1 0,0 0 1 16,10 23 0-16,0-20 1 15,-3 1 3-15,2 0 1 16,4-1 0-16,-2 1-3 16,-1 1 0-16,2-1-1 15,0 0 1-15,0-1 1 0,0 1 0 16,-1 2-1-16,0-3-1 15,-1 2 0-15,0 0-2 16,0-1 1-16,-3 0-1 16,1 0 0-16,-1 1 0 15,0-2 1-15,-4-1-1 0,0 1 1 16,0 1 0-16,-3 0-1 16,0 0 1-16,0 1-1 15,0-1 1-15,0 2 3 16,0 0-2-16,-2 1 1 15,-3 0-1-15,-1 0 1 0,1 3-2 16,0 0 1-16,-1 1-2 16,2-1 2-16,1 3-1 15,-1 0 1-15,-1 1-2 16,2 0 1-16,-1 1-1 16,0 0 1-16,-1-1-1 0,1 1 0 15,-5 0 1-15,4-1-1 16,-1-1 1-16,1 4-5 15,-4-5-27-15,2-3-11 16,-1-2-39-16</inkml:trace>
  <inkml:trace contextRef="#ctx0" brushRef="#br0" timeOffset="28961.21">17862 15480 71 0,'0'0'20'0,"0"0"0"0,0 0-4 16,0 0 4-16,0 0-4 16,0 0-5-16,0 0-5 15,0 0-3-15,0 0-2 16,0 0 2-16,0 0-3 0,0-1-1 16,1 0 1-16,3-1 1 15,2-1-1-15,1 2-1 16,1-1 1-16,0 1 0 15,0 0 0-15,3-1 0 16,-1 1 0-16,1-1-1 16,1 1 1-16,0 0 0 0,3-1 0 15,2 1 0-15,1-2 0 16,-2 2-5-16,2-2 4 16,4 2 1-16,-2 0 1 15,3-2-2-15,3 0 1 16,1 1 1-16,2-1-1 15,1-2-1-15,3 1-1 0,0-3 3 16,3 1-1-16,-3-1 1 16,3-1-1-16,2-1 0 15,-1-1 0-15,2 3 0 16,-1-3 1-16,-3 3-1 0,2-1 0 16,-5 1 0-16,1 1 0 15,-4 0 0-15,-2 1 2 16,1 0-2-16,-1 2 0 15,0 1 0-15,0-1 0 16,-3 0 0-16,0 1-2 0,-1 0 4 16,-2 0-2-16,1-1 0 15,-6 2 0-15,2-2 0 16,-1 1 0-16,-3 1 0 16,-1 0 0-16,-3 1 0 15,0-2 0-15,-1 2 0 0,-4-1 0 16,1 1 0-16,-1 0 0 15,-5 0 0-15,0 0-4 16,0-1-39-16,0-1-41 16</inkml:trace>
  <inkml:trace contextRef="#ctx0" brushRef="#br0" timeOffset="29786.72">18712 15195 16 0,'0'0'5'0,"0"0"16"0,0 0 6 16,0 0-4-16,0 0 4 16,0 0-5-16,0 0-6 15,0 0-8-15,0 0-6 16,0 0-1-16,0 0 1 16,0 0-2-16,0 0 0 0,43 7 1 15,-33-3-1-15,0-1 0 16,1 0 1-16,0 0 0 15,3 1-1-15,-3 0 0 16,4-1 0-16,-4 3 1 16,1-1-1-16,-2 1 0 0,0 0 0 15,1-1 0-15,-4 0 0 16,2 1 0-16,1-1 0 16,-2-1 0-16,1 1 0 15,-1-2 1-15,-3-1-1 0,1 1 0 16,-1-3 0-16,-2 3 1 15,1-2-1-15,-2 1 0 16,-1-1 0-16,2 2-2 16,-3-1 1-16,0 0 0 15,0 1 3-15,0 1-1 16,2 1 0-16,-2-2 2 0,0 4 4 16,0-3 0-16,0 3-2 15,0 0-3-15,0 2 1 16,0-1-1-16,0 2 2 15,0 0 0-15,0 0 0 16,0 1 1-16,0 2-2 16,-2 0-1-16,-2 1-1 0,-2 2-1 15,-1 2-1-15,-3-2 2 16,-3 5 0-16,-3 2 1 16,-1 1 1-16,-2 2-6 15,0 3-23-15,-6 0-38 16</inkml:trace>
  <inkml:trace contextRef="#ctx0" brushRef="#br0" timeOffset="73989.05">16834 16331 57 0,'0'0'-1'0,"0"0"1"0,0 0-10 0,-11-41-21 0,8 30 16 15,0 2 15-15,1 0 8 16,-1 3 19-16,1 1-6 16,0 2-3-16,-1 1-11 0,2 0-14 15,0-1-67-15</inkml:trace>
  <inkml:trace contextRef="#ctx0" brushRef="#br0" timeOffset="75157.78">16938 16595 205 0,'-1'0'-9'0,"-3"0"19"0,4 0-6 0,0-1 0 16,0-5 8-16,0 2 3 15,4-4-3-15,3-1-3 16,5-3-2-16,1 0-1 16,4-1-3-16,1 1-2 0,0 0-1 15,-1 1-1-15,2 2 0 16,-3 2-8-16,-1 1-21 16,-2 3-22-16,-3 1-13 15,-6 1-53-15</inkml:trace>
  <inkml:trace contextRef="#ctx0" brushRef="#br0" timeOffset="75339.79">16914 16659 247 0,'0'0'-8'15,"0"0"11"-15,0 0 3 16,0 0-1-16,0 0 6 15,41-37-9-15,-16 19-1 16,3-5-2-16,1-1-51 0,-1-6-70 16</inkml:trace>
  <inkml:trace contextRef="#ctx0" brushRef="#br0" timeOffset="76279.55">16870 16734 157 0,'0'0'3'0,"0"0"5"0,0 0 0 0,0 0-5 0,0 0 2 16,0 0-4-16,0 0 2 16,0 0-3-16,0 0-1 15,42-38-56-15</inkml:trace>
  <inkml:trace contextRef="#ctx0" brushRef="#br0" timeOffset="77980.75">18064 15337 107 0,'0'0'12'0,"0"0"-9"0,5 0-2 0,5-3 0 0,2 0-2 16,-1-5-23-16,-2 1-74 15</inkml:trace>
  <inkml:trace contextRef="#ctx0" brushRef="#br0" timeOffset="78130.35">18137 15316 160 0,'0'0'0'0,"0"0"-31"15,0 0 28-15,0 0 3 16,0 0-11-16,0 0-69 0</inkml:trace>
  <inkml:trace contextRef="#ctx0" brushRef="#br0" timeOffset="79082.2">16693 14995 110 0,'0'0'2'0,"0"0"-1"0,0 0-1 0,0 0 1 0,0 0 0 16,0 0 1-16,45-29 6 15,-33 22 3-15,1-1-3 16,2 0-3-16,1 1-4 15,2-2-1-15,-2 3-1 16,0 0-9-16,-3-1-39 0</inkml:trace>
  <inkml:trace contextRef="#ctx0" brushRef="#br0" timeOffset="79330.92">16745 15016 130 0,'0'0'9'16,"0"0"4"-16,0 0 0 15,0 0-8-15,0 0 3 16,0 0-7-16,0 0-2 15,0 0 2-15,47-21-8 0,-29 12-16 16,0-1-30-16</inkml:trace>
  <inkml:trace contextRef="#ctx0" brushRef="#br0" timeOffset="79530.91">16791 15033 145 0,'0'0'3'0,"0"0"-1"0,0 0-8 16,0 0-4-16,0 0 10 16,0 0-1-16,42-24-19 15,-25 12-21-15</inkml:trace>
  <inkml:trace contextRef="#ctx0" brushRef="#br0" timeOffset="79708.05">16866 15007 185 0,'0'0'-2'0,"0"0"2"16,0 0-69-16,0 0-30 0</inkml:trace>
  <inkml:trace contextRef="#ctx0" brushRef="#br0" timeOffset="97936.82">20643 3695 110 0,'0'0'-6'0,"0"0"24"0,0 0-3 0,-18-38-3 16,12 31-6-16,0-2-1 16,2 5 0-16,2-2 5 15,-4 2 6-15,4 1 1 16,0 0-2-16,1 3-1 0,-1 0-6 15,2 0-5-15,0 0-8 16,0 4 4-16,0 8 3 16,5 2-2-16,1 6 0 15,1 4-1-15,2 0 1 16,0 3 0-16,0 0 0 16,2 0 1-16,-1 0-1 0,1-1 1 15,2-4-2-15,-1 1 1 16,2-1-9-16,-1-5-48 15,-1-6-15-15</inkml:trace>
  <inkml:trace contextRef="#ctx0" brushRef="#br0" timeOffset="98429.4">20898 3509 106 0,'0'0'5'0,"0"0"1"0,0 0 0 0,0 0-2 15,-38 37 1-15,33-20-1 16,-5 1-2-16,1 5-1 0,-3 4-1 16,-1 4 1-16,-3 2-1 15,0-2 0-15,-2 2 1 16,3-3-1-16,-3-5 3 16,3-2 2-16,1-6 3 15,5-4 0-15,1-5-1 16,3-2-3-16,0-3 5 0,5-2 4 15,0-1-5-15,0 0-3 16,0-1-1-16,7-5 6 16,0 2-3-16,2-3 0 15,5 3-3-15,-1 2 0 16,4-1-3-16,0 3 1 0,3 0-1 16,0 0 0-16,2 3 0 15,-1 0 0-15,-1 2-8 16,-1-3-42-16,-4-2-24 15</inkml:trace>
  <inkml:trace contextRef="#ctx0" brushRef="#br0" timeOffset="98820.82">20925 3766 243 0,'0'0'-20'16,"0"0"-14"-16,0 0 21 16,0 0 8-16,0 0 5 15,0 0 0-15,42-7 3 0,-32-3 6 16,3-3-8-16,-2 0 5 16,-2-1-1-16,-1 0-2 15,-2 1 0-15,-4 2 0 16,0 1 2-16,-2 2-1 15,0 3 1-15,0 2 1 0,-2 3-7 16,-6 0 7-16,0 10-6 16,-1 5-1-16,2 3 1 15,1 3 0-15,1 0 0 16,5 1 0-16,0-2-1 16,0-2 1-16,5-1 0 15,4-1-1-15,3-5 0 0,5-4-2 16,1-5-3-16,4-2 1 15,2-9-29-15,-1-9-67 16</inkml:trace>
  <inkml:trace contextRef="#ctx0" brushRef="#br0" timeOffset="99227.56">21173 3702 71 0,'0'0'1'0,"0"0"3"0,0 0 8 0,0 0 8 0,0 0 6 0,40-1-5 15,-35-8-3-15,3-2-4 16,-2-2-1-16,-2 0-4 15,0-1-6-15,0 0 0 16,-4 0-1-16,0 2 0 16,0 4 1-16,0 2 1 0,-6 3-1 15,-2 3 3-15,0 0 0 16,-1 9-5-16,-1 9-1 16,0 2 0-16,5 6-2 15,1-1 3-15,4 0-2 16,0-3-1-16,5-5 1 0,9-3-1 15,1-5-1-15,3-5-1 16,1-4-3-16,2 0 0 16,1-14-22-16,-4-6-57 15</inkml:trace>
  <inkml:trace contextRef="#ctx0" brushRef="#br0" timeOffset="99656.27">21405 3512 196 0,'0'0'-3'0,"0"0"3"0,0 55 0 16,0-31 0-16,2 2 0 15,3-3 0-15,4 1 0 16,-2 0 0-16,2-1 0 16,2-3 2-16,-4-1-1 15,2-3-1-15,-3-2 0 0,0-4 0 16,-3-4 2-16,-1-2-2 15,-2-4 0-15,0 0 4 16,-1-4 33-16,-5-10-37 16,-5-5-27-16,0-5-12 15,0-3 1-15,1-3 15 16,3-1-2-16,1 1 23 0,2 0 1 16,4 5 3-16,0-2 4 15,0 4 8-15,3 3 3 16,4 2 4-16,3 4-8 15,-1 2-4-15,3 4-1 16,-1 3 0-16,-1 5-3 0,-1 0-1 16,-3 9 1-16,-5 9-1 15,-1 5-3-15,-2 7 9 16,-12 4-7-16,-5 0-3 16,0 3-13-16,0-6-41 0,1-5-65 15</inkml:trace>
  <inkml:trace contextRef="#ctx0" brushRef="#br0" timeOffset="100052.28">21774 3425 172 0,'0'0'14'0,"0"0"-13"0,0 0 2 0,0 0 21 15,0 0 5-15,0 0-22 16,0 0-8-16,0 0 4 16,14-40-3-16,-10 22 2 0,-1 0-1 15,-1-1-2-15,1 2 2 16,-1 0 0-16,-1 5-1 15,-1 3 0-15,2 4 2 16,-2 4 5-16,0 1-3 16,3 1-11-16,1 9 12 15,5 3-2-15,-1 3-3 0,2-1 1 16,2 0-1-16,-2-1 0 16,-1-3 1-16,1-1-1 15,0-3-1-15,-3-4-23 16,3-3-36-16,0-4-18 0</inkml:trace>
  <inkml:trace contextRef="#ctx0" brushRef="#br0" timeOffset="100201.74">21884 3063 88 0,'0'0'163'15,"0"0"-155"-15,-39-7 3 16,33 7-9-16,4 0 0 15,2 0-18-15,0 6-54 16,0-5-4-16</inkml:trace>
  <inkml:trace contextRef="#ctx0" brushRef="#br0" timeOffset="100393.75">21971 2966 229 0,'0'0'-3'16,"0"0"21"-16,0 0-19 0,0 0 3 15,0 0 3-15,8 53 0 16,-3-26-3-16,-1 5-2 16,1 0 0-16,1-1 0 15,-2-1 0-15,-1-1-2 16,-3-1 3-16,0 0-10 0,0-2-56 16,-1-8-26-16</inkml:trace>
  <inkml:trace contextRef="#ctx0" brushRef="#br0" timeOffset="100500.58">22032 3255 213 0,'0'0'-24'15,"0"0"19"-15,62-56 1 16,-34 26-100-16</inkml:trace>
  <inkml:trace contextRef="#ctx0" brushRef="#br0" timeOffset="100870.88">22656 2438 106 0,'-7'55'2'16,"4"5"3"-16,3 7 8 16,5 1-2-16,8 0-3 15,3-4 6-15,1-4 2 0,1-6 2 16,0-4-1-16,-3-1-6 15,-1-4-6-15,-2-2-3 16,-2-6 1-16,-5 0-3 16,1-4 1-16,-4-6 1 15,-2-6-5-15,0-7-42 0,-5-8-37 16</inkml:trace>
  <inkml:trace contextRef="#ctx0" brushRef="#br0" timeOffset="101305.48">22573 3060 186 0,'0'0'-2'0,"0"0"13"16,43-55-8-16,-19 32 0 0,6 0 1 15,2-1-1-15,2-1-6 16,2-1 7-16,-3 2-3 15,2 1-1-15,-5 0-5 16,-3 5 9-16,-4 5-3 16,-6 3 0-16,-5 7-1 0,-5 3-2 15,-5 3 1-15,-2 10 10 16,0 4-5-16,0 4-1 16,-1 1 1-16,-3-1-3 15,2-3 1-15,2-2-1 16,0-4-1-16,0-4 2 0,1-2-1 15,6-5-1-15,-1-1 2 16,3 0 8-16,-2-4 2 16,3-8 4-16,-2-2-1 15,-1-6-8-15,-3-2 0 16,-3-3-3-16,-1 0-2 0,0 0-1 16,-1 3 0-16,-6 2-14 15,-1 3-11-15,-2 7-25 16,2 5-36-16,0 3-30 15</inkml:trace>
  <inkml:trace contextRef="#ctx0" brushRef="#br0" timeOffset="101510.87">23070 2739 99 0,'0'0'15'0,"40"23"-2"16,-24-10 19-16,-3 0 2 15,1-1-13-15,-6-3-7 0,-1-1-2 16,-3-5-1-16,-2 0-1 15,-2-3 7-15,0 0 31 16,0-3 9-16,0-8-29 16,-4-9-21-16,2-6-10 15,2-9-1-15,0-5-3 16,4-4-44-16,2-6-28 0,1 2-192 16</inkml:trace>
  <inkml:trace contextRef="#ctx0" brushRef="#br0" timeOffset="101995.66">22122 4352 215 0,'0'0'1'0,"0"-41"10"0,0 20 2 0,-3 1-9 0,0 3 1 16,-1 0-1-16,-4 6 1 16,0 0 6-16,-4 6-2 15,0 5-2-15,-4 0 2 16,2 14-6-16,-1 8-3 16,3 6-2-16,4 2 1 15,6 4 1-15,2-3 0 0,2-4 0 16,10-4-1-16,5-3 1 15,3-5 0-15,4-4-2 16,3-2 0-16,2-7-1 16,6-2 1-16,2-3 3 0,3-13-8 15,-6-5-53-15,-1-7-42 16</inkml:trace>
  <inkml:trace contextRef="#ctx0" brushRef="#br0" timeOffset="102336.75">22389 4063 190 0,'0'0'5'16,"0"0"-1"-16,-13 37-2 15,13-16-1-15,0 6 2 16,0 0-2-16,0 0 1 0,4 0-1 16,1-4 0-16,1-2 0 15,2-5-1-15,-3-5 1 16,0 0 1-16,0-5-3 15,-2-3 0-15,0-3 1 16,1 0-2-16,-2-9 21 16,-1-9 9-16,3-2-24 0,3-7-4 15,-2 3-2-15,3 1 0 16,1 5 3-16,1 5 2 16,3 3 2-16,0 7-3 15,1 3 0-15,2 0 0 16,0 2 0-16,1 5 0 0,2 7-1 15,-3-1-10-15,-2-2-28 16,0-1-35-16,-4-1-43 16</inkml:trace>
  <inkml:trace contextRef="#ctx0" brushRef="#br0" timeOffset="102685.32">22736 4174 259 0,'0'0'8'0,"0"0"-5"0,0 0-1 16,0 0-3-16,0 0 4 15,16-46-1-15,-11 29-1 16,-1-1 1-16,-1-1-1 16,-2 2-1-16,-1 3 0 15,0 3-2-15,-3 2 1 0,-4 4 0 16,-3 5-1-16,-6 0 3 15,3 8-2-15,-2 5 2 16,3 4-1-16,3 1-1 16,3 1 1-16,6-1 0 15,0-2 0-15,0-2 0 0,12-3-2 16,-2-2 2-16,7-6-2 16,-2-1-3-16,6-2 5 15,0-2 0-15,2-10 2 16,-1-5-31-16,1-5-49 15,-7-2-32-15</inkml:trace>
  <inkml:trace contextRef="#ctx0" brushRef="#br0" timeOffset="102927.81">22900 3932 97 0,'0'0'7'0,"0"0"28"16,0 0-2-16,0 0-9 15,0 0-7-15,-41 0-2 0,35 10-5 16,4 5-5-16,-2 1 0 15,4 2-1-15,0-2-1 16,1 0-2-16,6-2 1 16,5-2-2-16,1-4-1 15,0-2 1-15,4-6-2 0,4 0 6 16,2-6-1-16,4-11 0 16,1-5 1-16,0-5 1 15,-2-7-28-15,-2-5-39 16,-7-1-14-16,-1-1-26 0</inkml:trace>
  <inkml:trace contextRef="#ctx0" brushRef="#br0" timeOffset="103083.87">23139 3692 112 0,'0'0'12'0,"0"0"22"16,0 0-15-16,0 0-10 16,-35 58-2-16,30-31 4 0,0 2-2 15,4 2-3-15,1-4-2 16,0 0-3-16,2-2-1 15,5-3 1-15,4-5-2 16,-3-6-19-16,2-5-54 16</inkml:trace>
  <inkml:trace contextRef="#ctx0" brushRef="#br0" timeOffset="103539.79">23222 3701 234 0,'0'0'8'0,"0"0"2"16,0 0-10-16,0 0-2 16,0 0 1-16,-11 55 1 15,1-29-1-15,0 3-3 16,2-3 3-16,-1-2 0 16,0-4 1-16,4-3 1 0,1-3 0 15,3-2-2-15,1-4 1 16,0-1-2-16,6-2-3 15,5-3-3-15,2-2 3 16,2 0 6-16,3 0 2 0,0-7 1 16,1-3 0-16,0-5-2 15,0 1 5-15,0-2-4 16,1-5 0-16,-7 1-1 16,-1-2 0-16,-4 1-2 15,-3 1-3-15,-4 3-6 16,-1 3 4-16,0 4 5 0,0 3 5 15,-4 6 4-15,-1 1 5 16,0 1-13-16,1 9-1 16,1 1 0-16,3 2 1 15,0 1-2-15,0-1 1 16,7-2-1-16,4-2 0 0,2-3-1 16,5-1-1-16,-1-5 0 15,0 0-55-15,0-8-88 16</inkml:trace>
  <inkml:trace contextRef="#ctx0" brushRef="#br0" timeOffset="103667.71">23426 3580 261 0,'0'0'-6'0,"0"0"16"0,-38-3-7 0,29 3-12 0,6 0-102 16</inkml:trace>
  <inkml:trace contextRef="#ctx0" brushRef="#br0" timeOffset="104302.04">23519 3668 264 0,'0'0'8'16,"0"0"8"-16,0 0-11 15,0 0-1-15,0 0-4 16,0 0-3-16,0 0 3 0,14 6 1 16,-8 2-1-16,2 2-1 15,0 4 2-15,-3-1 1 16,1 0-1-16,-4-3-1 16,-1-2 1-16,-1-2 1 15,0-3-2-15,0-3 0 0,0 0 0 16,0 0 1-16,0 0 3 15,-3-6-2-15,-3-5-2 16,1-7-2-16,3-2-10 16,0-3-2-16,2 1-1 15,0 3 4-15,2 3 4 16,3 6 3-16,0 3 3 0,2 5 2 16,3 2 0-16,-1 0-1 15,5 3 1-15,-1 7-1 16,2 2 3-16,1 2 0 15,-1-3 1-15,1 1-3 0,-7-5 0 16,3-2 0-16,-3-2-3 16,1-3 1-16,-2 0 2 15,0-3 7-15,-3-8 4 16,3-4-3-16,-3-4-4 16,2-4-4-16,-5-1 1 15,-2 1-1-15,0 5-1 0,0 6 0 16,0 1 3-16,0 9 1 15,0 2-7-15,0 5 3 16,0 11-3-16,0 3 5 16,2 4-1-16,1 4-2 15,3 0 2-15,-1 1-1 0,1-2 0 16,0-2 0-16,-4 2 0 16,-1-2 0-16,-1-1 0 15,-3-1-1-15,-9 1 1 16,-4-8-33-16,-6-7-70 15</inkml:trace>
  <inkml:trace contextRef="#ctx0" brushRef="#br0" timeOffset="105263.19">23265 2623 142 0,'0'0'-17'0,"-51"-56"47"0,22 33-11 0,-3 2-1 0,-3 3-2 15,-3-1-8-15,-3 2-3 16,-1 0-2-16,-3 2-1 16,1-2-1-16,-5 0-1 15,-1 1 2-15,-7 3 0 16,-5 3-2-16,-6 3 0 16,-8 7-4-16,-3 0-6 0,-10 9-9 15,-3 5 14-15,-2 4 0 16,-2 1 0-16,-3-1 1 15,5 2 4-15,1 1 1 16,0 1-1-16,2 3 2 16,1 5-1-16,4 4 0 0,-3 7 2 15,2 8 5-15,4 6 2 16,4 8-4-16,3 6-3 16,1 11-3-16,3 2 1 15,7 6-1-15,4 5 0 16,7 6 0-16,5 0 2 0,12 4-1 15,4 3 0-15,10 2 1 16,6 1-1-16,9 2 1 16,6 3 0-16,2 1 0 15,5 0 1-15,14 4-2 16,11-1 1-16,8-4-2 0,14-1 1 16,12-8-1-16,7-5 0 15,13-9 0-15,11-9-1 16,6-8-1-16,9-9 6 15,9-11-1-15,5-5 0 16,7-10-3-16,6-6 1 16,7-9-1-16,5-11 0 0,3-4 0 15,5-9 0-15,4-2 5 16,-1-13-4-16,0-10 2 16,-2-9-1-16,-4-6 1 15,-8-7-2-15,-3-4 8 0,-5-6 2 16,-10-5 0-16,-7-6 1 15,-8-2-2-15,-4-4 1 16,-11-5-3-16,-10-4-5 16,-5-3 0-16,-11-7-2 15,-11-3-1-15,-10-10 7 0,-11-4-5 16,-9-1-1-16,-16-7 1 16,-11-1-1-16,-4 1 0 15,-23-1 0-15,-13-2 2 16,-14 1 5-16,-12 0 3 15,-16-1 9-15,-9 1-3 0,-14 3-8 16,-11 4 1-16,-19 3-6 16,-11 11-2-16,-16 13-2 15,-17 13-3-15,-27 16-11 16,-21 19-34-16,-29 22-25 16,-27 13-111-16</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10.184"/>
    </inkml:context>
    <inkml:brush xml:id="br0">
      <inkml:brushProperty name="width" value="0.04286" units="cm"/>
      <inkml:brushProperty name="height" value="0.04286" units="cm"/>
    </inkml:brush>
  </inkml:definitions>
  <inkml:trace contextRef="#ctx0" brushRef="#br0">144 95 7971,'-10'8'-877,"9"-2"876,-6-6 0,6 0 1,-2-1 62,-2-4-28,-2 3 0,7-7 178,0 4-122,-6 4 1,1-6 11,-4 7 0,4 5-27,-6 0 1,1 7-25,1-2 0,-4 0 0,7 1-138,-4 0 1,7-2-1,-2 1 97,4 2 0,-1 3 0,-1 1 25,-3-2 0,1 2-14,5 0 0,0-1 0,0 1-13,0 2 0,0-10 0,2 3-13,2 0 1,-2-2-1,6-1 1,-3 2 0,-1-2 1,7 0-1,-4 0 1,1 0 0,-2-1 0,7-2 9,-4 6 0,6-7 24,0 0 0,1-2 1,2-2-8,-2 0 1,-4-2 0,4 1-12,0-6 0,-2 3 1,-1-3-1,-4 1-12,4-4 0,-5 6 0,3-4-5,0-7 0,-1 3 1,-2-6-1,1 6-1,-1 0 1,-3-2-1,1 5 1,-1-6 28,0 0 1,1-1-1,-6 0 1,0 2 18,0-2 0,0-2 0,0-1 0,0-1-23,0-1 1,0 10 0,-1 0 0,-6 0 3,-2-4 1,-1 1 0,1 1 0,-4 6-61,-1 0 0,-2-4 0,2 6 0,-2 2-153,0 0 1,-2 3 0,-1 0 0,-1 0-222,-7 0 1,1 3 410,-5 2 0,-7 3 0,-2 8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14.551"/>
    </inkml:context>
    <inkml:brush xml:id="br0">
      <inkml:brushProperty name="width" value="0.04286" units="cm"/>
      <inkml:brushProperty name="height" value="0.04286" units="cm"/>
    </inkml:brush>
  </inkml:definitions>
  <inkml:trace contextRef="#ctx0" brushRef="#br0">204 47 7224,'-10'0'-947,"-1"-2"1494,5-2-500,-5 2 0,6-4-53,-4 6 1,4 0-35,-6 0 1,6 0 0,-4 1 42,2 4 0,1-3 0,1 4 38,0 2 1,-6-5-1,5 7 1,0-2 6,-2-1 0,-3 5 0,1 3 0,0 0 0,-1-6 0,8 5 1,-3-6-43,-2 2 0,6 4 0,-2-4 31,2 4 0,2 2-74,0 0 0,0 0 0,0-2 74,0 2 0,2 0 45,2-1 0,6 1-60,4 2 1,2-7 0,0 2-19,0-2 0,0-7 0,-1 4-9,0 0 1,-4-3-1,0-5 16,0 0 1,3 0-1,4 0 25,-4 0 0,-4 0 0,1-2 8,1-2 1,-1 0 0,4-7-11,-7-1 1,3-1 0,5-1-2,-9-4 1,8 9-1,-10-2 1,2-2 4,0-1 0,1 1 0,-4 0 1,0 2 27,0 0 1,0-2 0,-1 1 0,2 2 6,-2-2 1,-3-3 0,-3-1-48,-2 2 0,-2 0 0,3 1 1,-7 4-55,3-4 1,-7 3 0,6 1 0,-5-2-108,-2 3 1,-2-5-1,-1 8 1,-3 1-148,-3-4 0,4 6 0,-3-3 0,0 4 282,-1 1 0,0-8 0,-7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04.666"/>
    </inkml:context>
    <inkml:brush xml:id="br0">
      <inkml:brushProperty name="width" value="0.04286" units="cm"/>
      <inkml:brushProperty name="height" value="0.04286" units="cm"/>
    </inkml:brush>
  </inkml:definitions>
  <inkml:trace contextRef="#ctx0" brushRef="#br0">219 32 7867,'-11'-5'-377,"1"-1"0,7-1 421,-3 3 0,-2 2 1,-3-4-1,-2 4 0,-1 4-47,3 4 0,-4-4 0,7 4 0,-3-1-28,2 1 0,4 0 42,-6-1 0,6-2 1,-6 7-1,2-2 24,-1 1 1,2-4-1,3 6-11,1 0 0,-3-1 0,4-1-8,-3 4 1,1-4-4,5 1 1,0 1-1,0 5 0,0-7 0,0 2-4,0 1 0,5-3 1,3-1-22,0 0 0,-5-2 1,5-3 12,-2 4 0,-3 2 10,8-4 0,-3 3 1,5-5 13,-2 2 0,-6 1 0,3-4 0,1 1 2,-1 2 0,-1 0 1,2-5-10,4 0 0,1 0 1,0 0-13,2 0 1,-5 0 0,-1 0-16,2 0 0,3 0 0,1 0 14,-1 0 0,-5-2 0,1-1 8,0-2 1,-1 0-1,-2 2 23,0-2 0,3 2 0,0-5-27,3 0 0,-6 2 1,0 3-14,-2-4 0,-3-2 0,7 1 9,-4 0 1,-1 3-1,-3-4 10,4 2 0,-4-5 29,2 1 1,-2 3-31,-2-3 1,-2 3 0,-1-5-7,-2 4 1,-3 5 0,5-4-1,-3 4-21,-4-1 0,6-6 1,-6 4 21,4-2 0,-7 4 0,4-6 1,-6 0 0,-1 1-104,1 1 1,-1 4 0,1 0 0,0 4-119,-1 1 1,0 0-1,0 1 1,-1 3-60,-4 2 1,3 3 270,-2-4 0,-4 8 0,-1-4 0</inkml:trace>
  <inkml:trace contextRef="#ctx0" brushRef="#br0" timeOffset="1624">297 1592 6572,'-10'0'142,"1"-1"233,2-4-441,2 3 0,2-6 0,0 7 108,-2-4 1,-1 3 73,0-2 0,2 2 41,-5 2-167,4 0 25,-7 0 1,7 0 63,-5 0-59,-1 6 1,-2 2 0,1 7 38,1-4 1,7 3-39,0-4 1,-4-1-1,3 1-63,2 2 0,1-4 0,2 3 34,0 2 1,0-5-2,0 3 1,0-1 34,0 5 1,2-7-1,1 0 5,2-1 1,6-4 0,-5 6-1,2-1 28,-1 2 0,5-6-34,-2 8 1,2-8 0,1 4 16,-3 0 1,-4 2-18,3-4-22,3-3 1,3-3 0,0 0 4,1 0 1,-1 0 0,1 0-15,0 0 1,0 0 0,0-3 8,-2-3 1,2-4-1,0 2 33,0 0 1,-5 5 0,-3-5 35,-2 2 0,5-2 0,-4-8-28,2 0 1,-6 5-1,2 2-14,-3-4 0,-2 5 0,0-3-5,0-2 1,0 1-1,-2-4-69,-3 0 1,2 5-1,-8 1 38,0-2 1,-3-1-1,-1 2 1,3 1-70,2 4 0,-1-5 0,-5 6 0,2 2-208,-2 1 1,-1 2-1,-2 0 1,-5 2-52,0 3 0,3 4 334,-4 5 0,-2 2 0,-5 0 0</inkml:trace>
  <inkml:trace contextRef="#ctx0" brushRef="#br0" timeOffset="12787">406 94 7013,'-8'9'-529,"0"-3"561,8-6 0,0 2 119,0 4-120,0-4 1,8 11 7,2-2 0,4-3-6,2 3 0,0-3 1,-1 3-1,0-5 18,1 2 1,-1-6-1,1 4 1,0 0-27,0-1 0,0 1 1,-2-2-1,4 4-23,4-1 0,-5 0 0,4 1 1,-2 1-9,1-1 0,-2-3 1,3 4-1,-4-1 5,-1 2 0,1-2 0,2 5 0,2-4-4,-2 4 0,3-1 0,0 0 0,4-1 8,1 1 1,-5-4-1,2 2 1,-2-2 11,3 1 0,1-1 0,-3 3 1,0-1 0,-4-2 0,4 1 0,0-2 0,-3 0-2,4-2 0,3 6 0,-5-3 1,0 0-6,1-1 0,4 5 1,-7-4-1,2 3 6,2-1 1,3-1 0,-5 2-1,1 0-18,0 2 1,3-6 0,-6 5-1,7-2 7,0-1 0,-5 2 0,5-3 0,0-1 14,-1-3 0,1 7 0,-7-3 0,7 0-9,0-1 1,-5 4 0,2-6 0,-5-1 1,3 3 1,2-3-1,2 4 1,-6 0 0,2 2 1,9-5-1,-8 2 1,8 5-10,-8-5 0,7 5 0,-3-1 0,4 1-5,-1-1 1,1 1-1,0 0 1,-1 3-3,-3-8 1,4 5-1,-4 0 1,2 3-2,-1-4 1,7-3 0,2 3 0,-2 0 1,0 0 0,-5-2 0,0-1 0,2 2 0,-1-2 0,-2 0 0,-1 4 0,-2-2 5,2-4 1,1 5 0,4-4 0,-3 1 3,-4 4 1,4-2-1,-5-1 1,5 2-5,0-3 0,2 7 0,-2-6 0,-3 4-5,0-2 1,-1 2-1,5-2 1,1 1 1,-2-2 1,2 4 0,0-4 0,-2-1-3,1 2 0,1-3 0,-2 5 0,4-4 2,2 4 0,-3 0 0,4-2 1,-4 0-1,-3 2 1,8-5 0,-1 1 0,-4-1 0,0 0 0,2 2 0,3 2 0,-3-4 0,-1-2 0,-3 7 0,-1-3 0,5-1 8,3 2 0,0-6 0,-3 6 1,7-1 3,-1-1 0,2 2 0,-5-3 1,0-1-18,0-1 1,-3 5-1,0-5 1,-1 2-13,1-1 1,3 4 0,-3-5 0,2 0 7,-2 2 1,0 2-1,-5-2 1,0-2-3,1 2 1,3-2 0,-6-2 0,2 4 51,-3-1 0,4-2 1,-9 5-1,5-2-16,0 1 0,-8-4 1,8 3-1,-5 1-16,2-1 1,-5-3-1,1 1 1,-2-1-4,-2 1 0,3 1 0,0-4-18,0 2 0,3 6 0,-6-6 0,0 1 40,-2 0 0,2-4 1,0 3-1,-1-2-13,1 3 0,5-4 0,0 4 0,-2 0-15,-2-1 1,-1 0-1,0-3 1,0 1-27,6 3 0,-5-3 1,4-3-194,-4 0 1,1 7-586,-6-1 804,4 5 0,2-1 0,-4 5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12.334"/>
    </inkml:context>
    <inkml:brush xml:id="br0">
      <inkml:brushProperty name="width" value="0.04286" units="cm"/>
      <inkml:brushProperty name="height" value="0.04286" units="cm"/>
    </inkml:brush>
  </inkml:definitions>
  <inkml:trace contextRef="#ctx0" brushRef="#br0">5594 79 7647,'-7'-7'0,"0"-4"0,7-3-830,0-2 747,0 8 137,0 2 1,-1 3 119,-6-2 60,6 3-222,-6-4 0,6 6 4,-6 0 1,4 0-48,-6 0 0,-2 2 1,-5 2 25,-2 7 1,10-3 0,-3 3 46,0 1 0,-1 2 1,-3 2-32,7 0 1,-1-1 0,-1 1 0,2-3-5,2-2 1,4 3 0,-4-4 9,4 4 0,2 2 0,0 0 16,0 0 1,5-7 0,3 2 150,0 0-170,3-3 1,0 5-1,-3-3 1,7 1 17,-1-2 0,0-4 0,0 4-5,4-2 1,2 4 0,1-6-9,0-2 1,-6-2 0,1-1 0,0 0 18,0 0 1,-2 0 0,4 0 42,-2 0 1,-7-4 0,2-3 40,0-2 0,-3-1 0,0-6-59,2 1 0,-1-1 0,-1 0 1,-1 0-35,-3 2 0,6-2 1,-9 0-1,6 0-4,-6 0 0,7 0 0,-1 1 0,-4 0-94,-2-1 0,-1 1 0,0-1-57,0 0 1,0 6 0,-1 1 0,-2 1-8,-4-2 1,-4 7-1,2-2 1,-6 4-146,-1 1 0,-6 0 0,2 0 0,-6 1-190,-1 4 0,-3 3 468,-2 8 0,2 0 0,-1 0 0</inkml:trace>
  <inkml:trace contextRef="#ctx0" brushRef="#br0" timeOffset="1046">5610 1314 6105,'-16'0'224,"2"-1"1,3-3-86,0 0 0,6-3-40,-4 7 0,-2 0 0,-5 3-56,-2 2 0,10-3 1,-3 4-1,3 0-38,0-1 1,-3 8-9,-3-4 0,-2 6 1,0 1 9,8-1 0,-3 1 0,10-1 2,-4 0 0,0 1 1,5 0 18,0 0 0,0 0 0,0 0 0,0-2-2,0 2 0,0-2 0,5-1 1,1-4 3,2 4 1,-1 0 0,2-2-3,4 0 1,1-3 0,0 3 0,4-5-35,-4 2 1,0-5-1,4 5 3,-2 0 1,-1-3 0,1-5 0,0 0 21,-2 0 0,-2-2 1,-1-1 2,0-3 0,3-4 0,0 2 0,-3 1-4,1-6 0,-8 5 1,4-3-1,0 0 7,-5-4 1,5 0-1,-3-1 1,-2 0-31,-1 0 1,-2 2 0,0-2-1,0 0 5,0 0 1,0-4 0,0-1 0,-2 2-1,-3 1 0,2 4 1,-8 1-1,2 4-102,-1-4 1,-6 7 0,8-2 0,-6 3 35,-2 0 1,-4-1 0,-3 9 0,1 2 65,-2 5 0,-3 2 0,2 6 0</inkml:trace>
  <inkml:trace contextRef="#ctx0" brushRef="#br0" timeOffset="10788">95 156 7323,'15'0'0,"1"0"0,-1 0 0,0 0 0,1 0-267,0 0 1,-5 0-1,-1 0 231,2 0 1,1-4 0,3-1 0,0 0 0,0 4 100,0 1 0,-1 0-73,1 0 1,-1 0 0,0 0 0,3 0 0,1 0 43,2 0 1,2 0-1,-4-2-24,2-3 0,4 4 1,-1-4-1,-2 3 12,1 2 1,2 0-1,-1 0 1,-2 0-48,0 0 1,5 0 0,-6 0 0,-1 0 9,2 0 1,-2 0-1,3 0 1,1 0 12,-5 0 0,5 0 1,0 0-1,3 0 12,-2 0 0,0 0 0,2 0 1,-1 0-11,2 0 1,-4 0 0,3 2 0,-2 1-1,1 2 0,2 0 1,-1-5-1,0 0-5,-1 0 0,4 0 0,-6 0 1,3 0 3,-2 0 1,2 0 0,3 0-1,0 0 14,-5 0 0,6 6 0,-6-1 0,5-2-13,2-2 1,-4-1 0,1 0 0,-4 0-3,4 0 0,-1 0 0,4 0 0,-2 0 3,-4 0 1,4 0 0,-5 0 0,4 0 24,-4 0 0,5 0 0,-6 0 1,3 0-5,-2 0 1,1 0-1,5 0 1,1 0-15,0 0 0,-2 0 0,2 0 0,-1 0 0,0 0-17,0 0 1,1 0 0,0 0 5,-2 0 1,2 0-1,-2 0 1,-3 0-7,-2 0 1,2 2 0,5 3-1,-2 0 3,2-2 1,-1-2 0,-1-1-1,2 0 1,0 0 1,0 0 0,-2 0 0,0 0-7,-5 0 0,4 0 0,-7 0 0,2 0 1,4 0 0,-1 2 1,2 1 9,-4 3-4,2-1 1,-2-5 0,2 0-1,0 0 0,4 0 0,-6 0 0,2 0 0,0 0-11,3 0 0,0 0 1,2 0-1,0 0-2,-1 0 1,-1 0 0,2 0 0,-2 0 10,2 0 1,0 0-1,-1 0 1,1 0 2,-2 0 1,4 0-1,0 0 1,3 0-7,-2 0 0,-2 0 0,-3 0 1,2 0 0,0 0 0,4 0 0,1 0 0,-3 0 6,-2 0 1,0 0-1,0 0 1,-1-1-1,0-4 0,5 2 1,0-2-1,-1 3 1,-1 2 0,2-4 0,1-1 0,-3 0 0,-2 3 0,2 2 0,0-1 0,1-2 12,2-2 1,-4-1 0,-1 6 0,-4 0 20,-1 0 0,0-5 0,0 0 1,2 2 13,-2 1 1,0 2-1,-4 0 1,1-3-30,3-2 1,-1 4-1,-3-4 1,1 3 0,2 2 0,-7 0 0,3 0 0,-2 0-37,1 0 1,6 0-1,-5 0 22,2 0 0,-5 0 1,5 0-1,-4 0 1,1 0-6,-2 0 0,-2 0 0,-1 0 1,0 0-6,-2 0 1,2 0 0,0 0 4,0 0 1,-2 0 0,4 0-75,-4 0 1,-3 0 0,-1 2-582,-4 3 655,-1-4 0,-5 14 0,0-7 0</inkml:trace>
  <inkml:trace contextRef="#ctx0" brushRef="#br0" timeOffset="12262">79 1738 8188,'-16'7'-498,"0"-2"0,6-3 235,-1-2 1,7 0 44,-7 0 201,7 0 9,-2 0 43,6 0 5,0 0 1,6 0-30,5 0 1,2 0 0,3 0 0,0-2-5,0-3 0,0 4 1,-1-4-1,3 0 3,2 1 0,0 2 1,5-4-1,3-1-12,1 3 1,-2-3-1,-2 4 1,4-5 3,-1 0 0,9 2 0,-1-4 0,1-1 11,1 3 0,0-6 1,6 6-1,-4-3-9,-2 0 0,5 1 0,0-5 0,1 0 6,4 6 0,-2-6 0,1 4 0,-1-1 1,2-4 1,4 0-1,1 0 1,-3 0-9,-2 0 0,4 1 0,1 0 0,-1-1 4,2 1 1,-7-1 0,7-2-1,-1 4-4,-1-2 1,5 0 0,-3 2 0,0-2-2,0 0 0,0 0 0,-4 1 1,1-1 15,0 1 1,3 0 0,-2-1 0,-1 1 24,-3 4 1,-1-1-1,1 1 1,-2-4 11,1-1 1,4 4-1,1-3 1,-1 8-7,-2-8 0,-3 3 0,3-4 0,1 1-35,-4 4 0,4-1 0,-10 4 0,1-3-26,2 0 0,-7 3 0,4-4 0,-2 1 13,-3-1 0,3 4 1,0-3-1,0 0-22,0 3 1,0-7 0,-3 4 0,3-1 12,2-4 1,-4 5 0,6 0 0,-4-1 6,-3 0 0,4-6 0,1 2 0,0 4-11,-4 1 1,2-4 0,-1 4 0,-3-1 3,-2-4 1,6 1 0,-1 3 0,-2 2 3,-2-2 1,-3-3 0,0 3-1,4-1 2,-4 2 1,1 1 0,1-6 0,1 1 9,2-1 0,-1 0 1,2 0-1,-3 2 7,-1-2 0,5 5 0,-1 1 0,-1-2-14,-2-3 1,-3 1-1,2 3 1,1 0 9,2 0 1,0-4 0,2 0 0,-2-1-4,1 0 1,-4 6 0,4-1-1,-3-1-1,-1-1 0,-2 2 1,2 3-1,-2-2 8,-4 2 0,-3-1 1,-2-2-1,0 1-8,-2 4 0,-2-2 0,1 5 0,1-4-11,1-2 1,1 6 0,-5-4 0,-1 1-1,1 0 2,0-2 0,-2 3 0,2 0-19,0 4 1,-5-4-1,-3-1-297,7 2 50,-11 3 0,7 1-436,-6 0 704,-3 8 0,-2 0 0,-8 8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07.753"/>
    </inkml:context>
    <inkml:brush xml:id="br0">
      <inkml:brushProperty name="width" value="0.04286" units="cm"/>
      <inkml:brushProperty name="height" value="0.04286" units="cm"/>
    </inkml:brush>
  </inkml:definitions>
  <inkml:trace contextRef="#ctx0" brushRef="#br0">126 1578 8122,'-14'-2'-592,"3"-4"1,3 4 563,2-2 1,2 2-10,-5 2 1,3-1 213,-4-4-133,7 2-52,-11-4 1,10 12 47,-7 1 1,3 5-9,-3 1 0,5 2-50,6 0 1,0 2 24,0 0 0,0 0 29,0 0 0,0-1 9,0 1 0,2-6 0,1 1 1,2 0 1,7 3-23,-1 2 1,0-5-1,2-3 16,-3-2 0,1 6 14,5-8 1,-1 3 0,1-7-17,-1 0 1,-4 0-1,0 0 20,0 0 0,3-7 0,2 3-48,0 0 1,-7-4-1,2 2-24,1-2 1,-3 2 0,2-4 6,0-2 1,-1 4 0,-2-3 65,0-2 1,1 0-14,-4-3 0,1 1 0,-6-1-27,0 0 1,0 0 0,-1 2-20,-6 4 0,4-3 0,-5 7 0,-1-2-17,1 2 0,1-4 0,-2 4 1,-4 1-269,-1-1 1,4 4 0,-2-4 0,-4 4 63,-3 2 1,-3 2 0,1 4-1,-3 4 221,-1 4 0,-4 8 0,4 2 0</inkml:trace>
  <inkml:trace contextRef="#ctx0" brushRef="#br0" timeOffset="1289">236 3280 7441,'-10'0'-653,"4"0"808,6-8-289,0 8 253,0-8 35,-8 8 1,0 0-107,-8 0 0,5 0 0,3 1-34,2 6 1,-2-7-1,3 8-18,-6 0 0,3-5 11,-3 6 0,6-6 0,-4 4 9,2 1 0,1 0 1,3 3 58,-4-2 0,3-2-19,4 4 0,0-2-32,0 9 1,1-10 0,2 3 3,4 1 0,4-4-20,0 3 1,0-4-1,2-1 0,-2 2 0,-2 2 1,7-4 24,0-3 0,0-1 1,0-2-12,0 0 1,-7 0 0,2 0 22,0 0 1,4-2 1,1-3 1,-1-4 0,0-7 33,-6 0 1,1 3 0,-7 1-1,2 1-49,-2-1 0,-2-2 1,-1-2-1,2 0-17,4 1 1,-4-1-1,3 2 1,-4-2-27,-1 0 0,0 0 0,-1 2-20,-4-4 0,2 6 0,-8-4-162,-2-2 1,5 9 0,-3 6-87,0-1 1,1 4 0,1 4 0,-4-1-141,-1 8 419,-2 5 0,-6 4 0,-2 6 0</inkml:trace>
  <inkml:trace contextRef="#ctx0" brushRef="#br0" timeOffset="18358">188 3296 7967,'-16'14'0,"2"-3"-789,4 0 1,-4-6 632,3-2 0,0 2 337,0-1-66,5-2-19,6 4-19,0-6 0,1 0-15,4 0 1,-2 0-51,8 0 1,0-4-1,4-3-2,0 6 1,0-4 0,-3 2 0,-2-2-7,3 0 0,1-3 1,2-1-3,-2 1 1,2-6 0,0 6 0,0-3 13,-1 3 0,6-5 1,0-1-1,-1-2-8,2 6 0,-2-2 0,5 0 0,-1-2-12,-1-2 0,3 1 0,1-1 0,0 0 5,0 2 0,3-2 0,2 0 0,-2 2-4,1-2 1,1-2-1,-2 2 1,2 4-8,0 1 1,-1-8-1,0 3 1,0-2 3,1 2 1,4 1 0,1-5 0,-4 1 4,1 0 0,2-3 0,2 6 0,2-3-1,-2-1 0,-2-6 1,-4 3-1,1 0 33,5 1 1,7-6 0,-6 2 0,3 2-19,-3-3 0,6 5 0,-1 0 0,-3-3-10,-6 1 0,6 3 0,1-2 0,-3-1 5,4 5 0,-2-5 0,2 0 0,-2-3-4,2 2 1,2 4-1,-3-6 1,4 2-8,-3 1 1,6-6 0,-7 6 0,1-3 1,-1 2 0,3 4 1,-6-4-1,3 1-3,0 0 0,-8 2 0,4-2 0,-2 2 3,1 3 0,6-5 0,-4-1 0,2-1 10,-2-1 0,-1 7 0,0-4 1,0 0 32,5-1 0,-5 4 0,1-2 1,-2-3-2,1 2 1,1 4 0,-1-4 0,1-1-30,-1 1 0,4 5 1,0-7-1,-1 1 1,2 1 1,-8 0 0,6-4 0,0 6-25,-6-4 1,8 1-1,-13 3 1,2 0 2,1-2 0,-3 2 0,-3 2 1,0 1 14,0 0 1,3-4 0,2 0 0,-2 4 1,2 4 1,-1-8-1,-1 3 1,2 1-13,0 1 0,-4-2 0,1 1 0,-4 0 6,4 0 0,-1 0 0,4-4 0,0 4-13,0-5 1,-2 5-1,1-3 1,0 3 6,-6-1 0,8-7 1,-4 4-1,3 4 3,2-3 0,1 5 0,-3-5 0,-2-1 0,2 3 1,4-1 0,1 4-1,-2-2-8,-2-2 0,-3 0 0,2 6 0,-2-1 1,-5 0 0,6 2 0,-6-2 1,3 0 28,-2 0 1,2-5 0,-5 1 0,-1 1 27,0 1 0,5 2 1,-6 1-1,-1-1-34,2 0 0,-3 2 0,7-2 0,-4 1 4,-3 4 0,3-1 0,0 1 1,4-4-27,1-1 0,1 2 0,-1 0 0,-1 1 5,-4 4 0,3-1 0,-4-3 0,-1 6-3,-4 0 1,-5-1-1,1 5 6,-1-2 0,-2-1-679,1 6-96,-9 0 773,9 8 0,-20 0 0,4 8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27.916"/>
    </inkml:context>
    <inkml:brush xml:id="br0">
      <inkml:brushProperty name="width" value="0.04286" units="cm"/>
      <inkml:brushProperty name="height" value="0.04286" units="cm"/>
    </inkml:brush>
  </inkml:definitions>
  <inkml:trace contextRef="#ctx0" brushRef="#br0">0 4862 7402,'10'0'-1073,"-3"-7"1072,-2 3 4,-2-1 0,5 3-9,-3-4 0,5-2 20,5-8 1,-7 5-1,0 3-12,-1 2 1,1-7 23,7 2 0,1-2 0,0-2 0,0-1 1,0 0-1,-2 2-3,2 4 0,0-7 1,0 2-1,1-1 3,4-3 1,-4 0 0,5 4-1,-1-3 3,1-3 0,0 4 1,-3-4-1,4 4 13,0 1 0,0-5 0,2 1 0,0 1 14,1 1 1,1-2 0,-3-2 0,-1-2-47,4 2 1,3-1-1,2 4 1,-3-1-8,-2 1 0,1-5 0,-1 2 0,2-1 23,2 1 0,0-5 0,-4 5 1,-1 0 7,1 0 1,2-7-1,0 5 1,-1-3-1,-1 2 1,11 1 0,-8-4-1,5 2-16,-2-2 0,2-1 0,5-1 0,-2 2-36,0 2 1,-1 6-1,-6-7 1,6 1 0,-1 2 0,2-6 1,-3 5-1,2-5-7,-2-2 0,3 7 0,-4-2 0,1 0 8,-1-3 0,2 0 0,2-1 0,0 3 15,0 2 1,0 3-1,-7-6 1,3 4-6,4-4 0,-3 5 0,-1-1 0,-3-2 17,0 3 0,-1-4 1,1 6-1,3-1-7,-6 1 0,9-6 0,1 2-4,-3-4 1,0 5-1,-1-2 1,5 0 0,-5-2-13,0 4 1,5-4 0,-5 7-1,4-2 7,0-4 1,-3 1-1,-4-2 1,0 4 2,0-4 1,3 6-1,-4-4 1,5 1 1,-5 2 1,5-4-1,-10 6 1,7 0 26,-2-2 0,-2-3 0,1 3 0,-4-3-14,4 2 1,-1-1 0,6-1 0,-4 0 96,0 0-100,2-3 0,1 5 0,2-2-10,1 0 1,1-2 0,-5 2 0,-4 4-15,-1-1 1,2-3-1,-4 2 1,0-1 8,1 1 1,-1-1-1,2-1 1,-2 2 1,-2 3 1,4-3 0,-2 4 0,0 0 40,1-3 0,-1 7 0,2-5 0,0 1-30,0 1 0,-2-7 0,1 4 1,2 1-10,1 0 1,-2-5 0,-2 5 0,0 0 9,1-1 0,2-3 1,-1 3-1,0 1 12,0-2 1,0-1-1,-5 3 1,2 0 10,-2-2 0,4 2 0,-4 3 0,-1-2-11,1 2 0,-3 0 0,5 0 0,1-2-17,-1 2 0,-4 2 0,3 1 0,0 0-16,-4 0 1,4-4-1,-1-1 1,2 2-3,-2 1 0,2 1 1,-5-2-1,0-2 8,0 2 0,0 2 0,0 1 0,1 0 60,-1 0 0,-1-4 0,-2-1 0,3 2-41,0 2 1,-2-4-1,4 0 1,-4 2-9,1 2 0,-2 1 1,3 0-1,1 0-7,-1 0 0,-1 1 0,-2-1 0,-1 1-2,1 0 0,2-1 0,-4 0 0,0 0 1,4 0 0,-4 0 0,2 4 0,0-1 27,0 2 1,-2 1 0,2-6-14,0 1 0,-5 5 0,-3-1 0,1 1-3,-1 1 1,-3-4 0,6 7-1,0-2 1,-3-5 1,6 4-1,-4 1 1,2-2-12,0 2 1,0 4-1,-1-7 1,4 1-19,0 0 0,-5 3 0,1 2 7,0 0 1,-1-4-50,-1 2 1,-2 2-152,2 5-148,-6 0-127,5 0-101,-8-6 589,0 3 0,0-3 0</inkml:trace>
  <inkml:trace contextRef="#ctx0" brushRef="#br0" timeOffset="2728">5982 1 6560,'11'2'98,"0"2"0,-1-2-55,6 4 1,-1 1 0,1-3-27,0 1 1,-2-2 0,4 0-1,1 4-8,2 2 0,1-5 0,-5 2 1,2 0-14,2-1 0,4 6 0,-3-5 0,2 1 36,-2 1 0,5 3 0,0-2 0,2 1 7,3 1 0,-1-3 1,1 5-1,0-2-20,4 0 0,2-2 1,7 1-1,-6 2-30,-1 3 0,4-1 0,-1-3 0,0 0-21,2 0 1,6 4 0,-9 0 0,1 0 3,2-6 0,-2 10 1,5-4-1,0-1 6,-5-2 0,5-2 1,-3 6-1,5 0 16,-2 0 1,4-1-1,-8-2 1,4 0 3,0-2 1,1-2 0,-1 7 0,2 0 7,-2 0 1,1 0-1,-1-2 1,0 0-4,-4-2 1,8 2 0,-4-5 0,-1 6-4,-3 0 1,4 1 0,5-3 0,-3 0 0,-4-2 1,-6-2-1,7 7 1,-6 0 5,7 0 0,-1-7 1,1 2-1,-7 1 1,-1 2 0,0 2 0,4-2 1,-3-1-24,-1-4 0,-7 2 0,0 2 0,-1 0 7,-3-2 0,0-3 0,-4 4 0,-1-4 2,2 0 1,2 2 0,-3-2-1,0-2 33,4 0 1,-1 2 0,-2-5-1,-2 2-8,-3-2 1,5 2-1,-5-2 1,0 2-3,0-2 1,-7 0 0,3 2 17,-7 0 16,3 0 0,0-5 24,-2 0-55,-6 0-26,4 0-43,-7 0 1,0 1 9,0 6-145,0-6 1,0 7 88,0-3 1,0 0 94,0 4 0,0-6 0,0 5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32.189"/>
    </inkml:context>
    <inkml:brush xml:id="br0">
      <inkml:brushProperty name="width" value="0.04286" units="cm"/>
      <inkml:brushProperty name="height" value="0.04286" units="cm"/>
    </inkml:brush>
  </inkml:definitions>
  <inkml:trace contextRef="#ctx0" brushRef="#br0">517 48 7765,'-3'8'-1342,"0"-5"1676,-2-6 0,0-1-419,5-7 58,0 8 1,-1-3 0,-4 4 71,0-4 0,-1 4-48,-1-3 0,4 4 0,-5-1 46,0-2 0,-3 0-17,0 0 0,-3 2 5,0 2 0,-2 0 0,0 0-37,0 0 1,5 5 0,1 1-1,-2-3 19,-3-1 1,1-1 0,-2 3 0,0 4-10,1-1 0,-1-2 1,0 5-1,0-2 1,2 1 0,-8-1 0,1 5 0,2-4 1,1 4 0,6 1 0,-1 2 0,2 0-9,0-2 1,1 1-1,1-1 1,-2 0 3,3 4 0,-2 1 1,7-4-1,-2 0 2,1 1 1,2-1-1,2 1 1,0 0-8,0 0 0,0 0 0,0-2 1,0 2 1,0 0 1,0 0 0,2 0 0,2-1 27,1 1 1,8-1 0,-5 0 0,3 1 4,-2 0 1,-4-5 0,6-1 0,2 1-6,0-3 0,2 6 1,1-6-1,0 2-6,0-6 0,0 4 0,0-1 0,-2-1-21,2 2 0,4-3 0,3-5 0,-4 0-4,-2 0 0,4 0 0,1 0 0,0 0 1,0 0 1,5 0 0,-4 0 0,-1 0 11,2 0 0,1 0 0,-3 0 1,0 0 14,2 0 1,1-2-1,-2-1 1,0-5-5,0 0 1,-3 3-1,-4-4 1,0 1 33,-2-2 0,1 1 0,-3-6 0,-2 3-20,2 2 0,-4-2 0,-1-7 1,-3-2 17,1 2 0,6-5 1,-6 2-1,-2 0 4,0-1 1,-3-3 0,0 3 0,0 0 24,0-6 0,-3 2 1,-2-2-1,-4 4-43,-5-3 1,-4 4 0,4 0-1,-3-1-15,-4 1 1,2 5 0,-6 0 0,-6 4-283,-3 6 1,-1-1 0,-8-1 0,-6 7-278,-7 2 1,-6 2 536,-6 0 0,-10 0 0,-9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35.236"/>
    </inkml:context>
    <inkml:brush xml:id="br0">
      <inkml:brushProperty name="width" value="0.04286" units="cm"/>
      <inkml:brushProperty name="height" value="0.04286" units="cm"/>
    </inkml:brush>
  </inkml:definitions>
  <inkml:trace contextRef="#ctx0" brushRef="#br0">125 282 7154,'11'0'-611,"-1"0"0,-4 0 616,4 0 0,-5 0 1,4-2 48,-3-3 1,7 4-38,-2-4 0,2 2 1,3 3-1,0 0 2,-1 0 1,1 0 0,0 0 0,-2 0-20,2 0 1,2 0 0,1 0-1,3 0 12,3 0 1,-4 0 0,3 0 0,1 0-6,-1 0 0,0 0 1,4-2-1,-4-1 2,-2-2 0,10 1 0,-4 4 0,-1 0 3,4 0 1,3-4 0,1 1 0,0-2-3,-1 2 1,-3 2 0,6 1 0,-1-2-10,-1-4 1,-2 4-1,-1-3 1,1 4 9,6 1 0,-5-5 0,0-1 0,-3 3 13,0 1 1,3 2 0,5 0 0,-5-2 20,0-2 0,-3 2 0,4-4 0,2 4-18,-2 2 0,3-5 0,0 1 0,-3-1-6,3 3 0,-3-2 0,4-1 0,-1 2-22,-3-1 1,3 0 0,0-1-1,0 0-3,0-3 1,5 7 0,-5-4 0,0 3-4,0 2 1,4-6 0,-4 1-1,0 2 7,0 1 1,5 1-1,-5-2 1,1-4-5,4 4 1,-5 0 0,-1 0 0,-2-4 27,1 4 1,-3-3-1,4 1 1,-4 0-2,-1 4 0,-2-4 0,2 0 0,0-1 12,-2 0 1,1 4 0,1-3 0,-2 2-11,-4-3 1,4 4-1,-6-3 1,1 2-9,2-3 0,-3 4 1,4-2-1,-4 2-22,-2 2 1,-1 0 0,-5 0 0,0 0-67,-1 0 0,1 0 0,0 0-115,-2 0 0,-3 0-283,1 0 469,-9 0 0,3 6 0,-6 4 0</inkml:trace>
  <inkml:trace contextRef="#ctx0" brushRef="#br0" timeOffset="1441">16 1736 7408,'-8'0'-411,"0"0"1,8-2 489,0-4-10,0 4 1,2-2-93,4 4 95,-4 0 0,12-7-54,-5 1 1,6-3 0,0 1-5,1 0 1,-6 3-1,1-5 1,0 4-31,3 3 1,2-5 0,0 2-14,0-2 0,1 0 1,2-7-1,2 8 8,-2-1 1,-2-4-1,1 3 1,1-1 21,2-1 1,4 0-1,-1-1 1,-1-1 4,4 2 0,2 3 0,0-3 0,-4 0-1,2-2 1,3-1 0,2 3 0,-4-4 11,-1 4 1,2 2 0,-2-7 0,1 2 2,4-2 1,-2-2 0,-3 6 0,0-1 3,-2 2 1,6 1-1,-4-6 1,-1 1-7,1-1 1,4 8 0,0-3-1,-1-4-25,1 3 1,0-4-1,-1 2 1,4-2-7,-3 8 1,0-6 0,0 1-1,-1 2 11,4-7 1,-7 9 0,1-2 0,-2 0 9,4-5 1,-3 1-1,4 3 1,-5-3 20,1 4 0,0 3 0,3-7 0,2-1 15,-9 8 0,7-6 0,-4 2 0,6 0-35,-2 1 0,0-4 1,2 7-1,-1-3 6,-1 2 1,4-2 0,-6-4-1,1 4-34,-5 0 1,3 0 0,3-2 0,-3 1 11,-2 1 0,-1 3 0,-2-5 0,0 4 18,-3-4 0,0 0 0,0 2 1,2 0 19,-2 0 1,5-2 0,-4 0 0,1 4-25,1-4 1,-3 4-1,8-1 1,-1-1-9,-3 3 1,6-4-1,-9 5 1,1-2-8,1-2 1,-4 1 0,4 2 0,-5-1 5,-2 1 1,1 3-1,-1-6 1,1 0-1,0 3 1,0-5 0,-3 7 0,-1-2 0,-1 1 1,-1-2 0,7 1 0,2 2-5,2-2 0,0-3 0,-5 1 0,1 1-4,4-2 1,-4 6 0,5-6 0,-6 1 6,0 1 0,5-2 0,1 3 1,-3 1 26,-2-1 0,-2 2 1,0 3-1,1-5-15,0 0 0,0 5 1,0-5-1,0 3-6,-2 0 1,2-3-1,0 5 1,0-3-4,-1-4 1,6 6-1,1-4 1,0 0-1,2 3-10,-5-1 1,3 1 0,-1-3 25,-2 2 1,-1-5 0,-3 6 16,1 2 0,0-5 1,-2 3-2,2 2 0,-2-2 0,-1 2-15,-3-2 0,-1 0-42,9 5 1,-10-1-120,-4-6-461,0 6 271,-4-6 1,0 9 332,0 3 0,0-4 0,0 7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50.698"/>
    </inkml:context>
    <inkml:brush xml:id="br0">
      <inkml:brushProperty name="width" value="0.04286" units="cm"/>
      <inkml:brushProperty name="height" value="0.04286" units="cm"/>
    </inkml:brush>
  </inkml:definitions>
  <inkml:trace contextRef="#ctx0" brushRef="#br0">32 454 7437,'-10'-7'-234,"4"6"-46,6-7 304,0 8 1,0 8-6,0 3 1,0 1 0,0 4-10,0 2 0,0-6 0,0 4 33,0 2 0,0-9 35,0 1 1,0-2 184,0 0-183,6-5 0,4 9 5,6-7 0,-1 2-62,0-7 1,1 0 0,-1 0-1,1 0 19,0 0 1,0-7 0,-2 2-16,2 2 1,0 2 0,0 1-32,0 0 1,0 0-4,-1 0 1,0 0-1,-1 1-6,-3 6 0,3-6 3,-4 10 0,-1-3 0,-1 7 5,-1-4 1,-1-7 0,-6 4 1,0 7 1,0-7 0,0 3 24,0 1 0,0-5 0,-2 4 0,-2-3 10,-1 0 0,-6-4 0,0 4 0,-4 3-67,0-3 0,-1 0 0,1 7 0,-2-8-123,-4 8 1,4-7-1,-5 1 1,4-2-21,4 4 0,-2-10 1,0 7-139,0-2 0,1-2-273,-1 0 589,8-4 0,-6-4 0,6-6 0</inkml:trace>
  <inkml:trace contextRef="#ctx0" brushRef="#br0" timeOffset="232">0 531 5904,'6'-9'228,"5"-2"1,4 6 0,1-5 0,-1 2-286,0-1 0,1 6 0,1 0 1,2-2-101,2 2 1,2-2 0,-4 2 156,2 0 0,6-4 0,-2-2 0</inkml:trace>
  <inkml:trace contextRef="#ctx0" brushRef="#br0" timeOffset="596">641 531 6625,'0'10'1184,"1"-2"-916,4-8 0,5 0-232,5 0 1,1 0 0,0 0 0,-2 4-6,2 1 1,0 2 0,-2-4 0,2 5-26,2 0 0,-2-5 0,-4 5 1,6-4 26,-2 1 1,-1 5-1,1-9 1,-1 6-123,0-6 1,1 6 0,-1-4 0,0 2-197,1-2 1,2-3 0,-2 0 0,-4 1-562,6 6 846,-2-6 0,-1 6 0,0-7 0</inkml:trace>
  <inkml:trace contextRef="#ctx0" brushRef="#br0" timeOffset="909">891 422 8034,'0'-16'-30,"0"6"778,0-1-718,0 2 70,0-1 1,0 6 0,-1 8-72,-6 7 0,6 5 1,-6 3-1,3 4-57,-3 0 0,-4-4 1,3 7-1,0-7-10,-3 1 1,3 6 0,4-6 0,-3 3 33,2-8 1,-2 0 0,3 1 0,0-1-420,0 1 0,1 2 0,3-2-658,0-4 1081,0 6 0,8-9 0,2-2 0</inkml:trace>
  <inkml:trace contextRef="#ctx0" brushRef="#br0" timeOffset="1664">1327 266 7064,'-9'0'681,"3"0"-679,6-7 70,0 5 0,6-4-36,7 6 0,-1-2 0,3-1-37,0-4 1,1 3 0,2 4-6,-4 0 1,2 0 0,-3 1 0,1 2 8,-5 4 0,-4-2 1,3-4-1,2 2-152,-3 4 0,0 4 34,-4 0 0,-1 3 0,-2 0 91,0 2 1,-5-5-1,-3-3 1,0 2 2,-5-2 0,5 0 0,-1-2 0,-5 2-19,1 1 1,2-1-1,1 4 1,1-6-43,-2 2 18,-2-7 69,11 6 1,-4-7-1,12 0 59,4 0 1,6 0-1,-2 0-24,2 0 1,0 0 0,-2 0-1,2 0-17,0 0 0,0 0 1,-1 0-1,1 0 10,0 0 1,-2 0 0,2 0-37,0 0 1,0 0-1,-2 1-8,-4 6 1,2-4 0,-5 5 23,2 0 0,-6 3 32,2 0 0,-3 5 15,-2-4 1,-7 4 0,-4-1 8,-1-4 1,-4 0 0,2-3 0,1 0-4,3-4 1,-1 3 0,-5-7-1,2 1-40,-2 6 0,0-7 1,1 8-1,-1-8-85,0 0 1,0 0 0,2 0-155,-2 0 0,2 3 0,1-2-627,3 6 840,6-3 0,-9-4 0,3 0 0</inkml:trace>
  <inkml:trace contextRef="#ctx0" brushRef="#br0" timeOffset="2220">1998 346 8009,'3'-10'442,"1"2"-468,0 2 70,9 4 1,-10-6 0,7 8-121,2 0 0,3-4 0,1-1-76,-1 2 0,0 1 0,1 2-132,-1 0 0,-4 0 0,-1 0-135,3 0 1,-7 2 418,0 2 0,2 4 0,2 8 0</inkml:trace>
  <inkml:trace contextRef="#ctx0" brushRef="#br0" timeOffset="2431">2062 469 8034,'0'8'-68,"0"0"1,1-8-1,2-1 145,2-6 0,8 6 0,-2-2 0,0-2-93,0 2 0,3-2 1,-4 2-1,4 0-116,2 3 0,0-5 0,0-2 1,-2 4 138,2 2 0,0 1-7,0 0 0,0 0 0,-1 0 0</inkml:trace>
  <inkml:trace contextRef="#ctx0" brushRef="#br0" timeOffset="2856">2499 125 7727,'0'16'464,"0"0"-353,0 0 0,0 0 0,0-2 1,0 2-72,0 0 0,5 0 1,0-1-1,1 1-17,1 0 1,-6-2-1,6 2-102,0 2 0,0-4 0,5 2-108,-2 0 1,-4-4-1,2 3-121,0-4 0,3-3 0,-3 3-606,2-2 914,4-2 0,-8 4 0,10-2 0</inkml:trace>
  <inkml:trace contextRef="#ctx0" brushRef="#br0" timeOffset="3468">2810 189 8055,'0'-11'-448,"0"0"0,0 6 648,0-5 67,0 5-265,0-1 1,-5 8-31,1 2 1,-6 1 0,2 5-11,7 2 0,-6-4 1,3 3 47,-3 1 0,7-3 91,0 2-57,0-1 1,8-1 0,2-2 21,2-1 1,-1-4 0,1 4-1,0-5-10,3-1 1,-3 0-1,6 0-22,-2 0 1,-1 0-1,1 0 1,-1 0 10,0 0 1,-4 0 0,1 0-38,-1 0 1,1 0-1,4 0-32,2 0 0,-10 0 0,3 2-12,1 3 0,-4-4 1,3 7 21,-4-1 0,1 2 0,0 4-40,0-2 1,-4 3-25,3-4 0,-3-1 0,3 1 65,-2 2 0,-5-4 22,0 3 1,0-3-1,-5 7 1,-2-7-23,-1-2 1,-3 3 0,-4-2 0,-1-2-44,1 1 1,0-1-1,-1-1 1,-2 3-31,2-4 1,0 5 0,1-3-70,0-2 0,4 5 1,2-8-160,-2 0 0,0 0 314,3 0 0,-3 0 0,-5 0 0</inkml:trace>
  <inkml:trace contextRef="#ctx0" brushRef="#br0" timeOffset="3796">2828 94 8055,'4'9'-103,"0"-3"0,4-6 1,-4-1 256,-1-4 1,9 2 0,-5-7 25,1 4 0,4-2 1,3 5-1,1-3-74,-1-4 0,4 7 0,0-3 0,0 1-81,0-2 1,4 3 0,0 4 0,0-2-1941,0-3 1915,4 4 0,3-13 0,9 4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1:29.506"/>
    </inkml:context>
    <inkml:brush xml:id="br0">
      <inkml:brushProperty name="width" value="0.04286" units="cm"/>
      <inkml:brushProperty name="height" value="0.04286" units="cm"/>
    </inkml:brush>
  </inkml:definitions>
  <inkml:trace contextRef="#ctx0" brushRef="#br0">48 125 7245,'-16'0'-218,"0"0"353,8 0-55,0 0-95,8 0 22,0-7 4,0 6 1,2-12 0,4 8 20,3 2 1,6-5-1,1 3 59,-1 2 1,1-3-59,-1 0 1,0 1-15,1 5 1,0 0 0,-2 1-35,-4 4 0,-1-3 1,-5 6-9,0-2 0,4 2 0,-5 3 0,2 0-14,-2 0 0,-1-1 0,-2-1 0,0 4 0,0 1 1,-2 2 15,-2 0 1,0-3 0,-5-1 16,3-1 1,-7-6-1,3 3-7,-4 2 1,5-6-1,2 1-42,1 2-64,4-3 0,-6-4 98,8 0 1,2 0 0,4 0 3,4 0 0,3-1 0,-1-2 187,-2-4 1,1 2-139,5 5 0,-2 0 1,0 0 8,-3 7 1,-3-2 0,-5 2-7,4 8 0,2-7 1,-4 3-11,0 1 1,-4 1-1,-1 1 42,0 2 1,0 2 4,0-2 1,-1-4 0,-5-1-35,-4 0 0,0-6 0,1 5-26,-4-2 1,-1 1 0,0-2 0,-2-4-30,0-2 0,0-1 0,0 3 0,0 5-7,1-4 1,5-3-70,-1-1-100,1-8 1,-4 0 14,3-8 1,5 1-272,6-1 0,6 1 447,5 4 0,3-8 0,2 0 0</inkml:trace>
  <inkml:trace contextRef="#ctx0" brushRef="#br0" timeOffset="386">454 218 7188,'15'0'-1372,"-5"0"1655,1 0 1,-8 0 0,10 0 0,0 0 1,-5 3 0,3 1 0,0 0-178,3 0 0,0 5 0,4-1 0,-2 5-70,-4-4 0,1-2 1,-2 0-1,0 1-52,3 0 1,-1-1-1,-2 2 1,0-1 39,2 2 1,-5-9-1,1 7 1,-1-2-232,2-1 0,-5-2 0,3 1 0,1-1-235,-1 3 0,-2-3-253,4-3 694,-7 0 0,11 0 0,-4 0 0</inkml:trace>
  <inkml:trace contextRef="#ctx0" brushRef="#br0" timeOffset="691">672 141 7319,'-8'-2'-564,"1"-1"1530,0-2-799,6-1 1,-9 14-1,7 1 1,-2 5-155,2 2 1,-2 2 0,5 1 0,0 1-11,-4-1 1,2 5-1,-3-5 1,4 3 15,1-6 1,-4 6-1,1-1 1,-2-2-256,2-1 1,0-3 0,-2 0-123,1 1 0,-3-1-92,7 1 450,0 0 0,8-10 0,2 2 0</inkml:trace>
  <inkml:trace contextRef="#ctx0" brushRef="#br0" timeOffset="1579">999 79 5943,'-11'4'-16,"2"1"1,2 2 203,-2-7 0,4 0-3,-6 0 1,6 0 212,-6 0-204,8 0-146,-4 0-42,7-8 1,7 1 15,4-4 0,2 0 0,2 3 0,1 2-1,0-1 0,0 1 0,0 5 0,-2-3-5,2 0 0,0-4 1,0 5-1,0-2-11,-1 2 0,1 1 1,-1 2-44,0 0 0,1 2-6,0 2 1,-5 0 0,-3 7-5,-2 0 0,1 3 0,-7 2 19,0 0 1,-2 0 0,-3-2-1,-1 0-4,-2-3 0,-1 3 1,-4-4-1,3 4 8,-2 2 1,-2-6-1,-1-1 81,-1-2 0,5 4 73,2-7-58,4 1-85,-1-5 0,12 0 0,5-1 10,3-4 1,7 3 0,0-3-7,-2 2 0,-2-1 1,-1-1 36,0 2 0,0 1 0,-2 2 7,2 0 1,-5 5 0,-3 1-12,0 4 0,1-6 1,-2 7 12,-4 1 0,0-1 1,0-2-25,2 2 1,1 5 0,-6-2-3,0 2 1,-1-5 0,-4 0 0,0 1 31,2 0 0,-7-1 0,3 0 0,-5 1 24,3-4 1,-2 4-1,-2-5 1,0 0-9,2-2 1,2 3 0,-7-5 0,0 4 3,0-6 0,7 2 1,-2 2-1,-2 2-58,0-4 0,-3-2 1,1-1-91,-1 0 1,0 0 0,0 0-370,0 0 1,2 0-168,-2 0 622,6 0 0,-2-8 0,2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1:44.156"/>
    </inkml:context>
    <inkml:brush xml:id="br0">
      <inkml:brushProperty name="width" value="0.04286" units="cm"/>
      <inkml:brushProperty name="height" value="0.04286" units="cm"/>
    </inkml:brush>
  </inkml:definitions>
  <inkml:trace contextRef="#ctx0" brushRef="#br0">171 171 6997,'-8'0'-535,"2"0"696,6 0 28,0 0 14,0-6 1,0 4-93,0-12 1,5 11 0,1-5-17,4 0 0,-7 2 1,3 3 11,2-4 0,0 2-43,8 5 0,-5 0 0,-2 0-186,4 0 1,-5 0 112,5 0 0,-12 2 0,6 1 0,-1 5-43,-1 0 1,0-3 0,-5 6 22,0 2 0,0-5 1,0 3-17,0 0 1,0 3 0,0 0-2,0 4 0,-2-9 0,-1 2-8,-2 2 0,-6-7 0,5 5 7,-4-6 0,1 6 20,-7-4 1,5-3 0,3-4 32,0 7 0,1-6 13,3 6-19,2-6 0,-6-2-10,8-6 0,2 6 1,4-6-1,4 7 0,-1-3 55,1 0 1,1 1 29,5-4 0,-1 5-49,0 1 1,-4 0-18,0 0 1,-6 0-1,3 1-4,0 5 1,-2-2-9,-1 5 1,-1 1-1,4 2-15,-1-4 1,-1-1 19,-6 4 1,0-2-2,0 6 0,0-3 0,0-1 3,0 0 0,-2 4 26,-4 1 1,3-4 0,-5-1 0,-2 0-22,3-6 0,2 2 1,-6 0 58,-2 1 1,-1 4 0,-1-5-30,0 0 1,3-2 0,3-5 8,-4 0 0,1 3 0,0-2 19,1 6 0,0-3 7,-3-4 0,-2 0-29,0 0 0,5-4-42,2-3 1,5 3-1,-3-1-5,0-2 1,6 3 0,-7 1-42,1-5 35,6 4 0,-9 4 13,6 0-6,2 0 1,-4-3-1,4 2 25,-4-6-22,4 3-3,-4 4 0,4 0 3,-4 0-5,4 0 1,-4 0 0,4 0-25,-2 0-82,0 0-38,-2 0-61,6 0 1,0 0-257,0 7 39,0-7 0,0 8 425,0-1 0,6-6 0,4 6 0</inkml:trace>
  <inkml:trace contextRef="#ctx0" brushRef="#br0" timeOffset="948">187 48 5951,'0'-10'536,"0"-4"-273,0 12-172,0-4 0,0 4 56,0-4-109,0 4-19,0-4 1,-1 6-62,-4 0 1,2 0 0,-8 0-136,-1 0 0,3 5 1,1 3 176,0 0 0,-3 3 0,1 5 0</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10:07.100"/>
    </inkml:context>
    <inkml:brush xml:id="br0">
      <inkml:brushProperty name="width" value="0.05292" units="cm"/>
      <inkml:brushProperty name="height" value="0.05292" units="cm"/>
      <inkml:brushProperty name="color" value="#FF0000"/>
    </inkml:brush>
  </inkml:definitions>
  <inkml:trace contextRef="#ctx0" brushRef="#br0">19163 5754 107 0,'-4'-1'7'0,"0"-5"8"0,2 0-2 0,1 1-1 16,-1 1-4-16,2 0-3 15,0 2 0-15,0-1-3 16,0 3-1-16,0-1 0 15,0 1-3-15,3 0 1 16,4 0 1-16,6 0 0 0,4 3 0 16,2 1 0-16,7-1 0 15,-2 5 0-15,7-1 0 16,-3 1 0-16,2 4-1 16,-2 0 1-16,-3 3 0 15,-1 1-1-15,-1 2 0 16,-2 1 1-16,0 2 0 15,0 3 0-15,-1 4-2 0,-1 4 1 16,-4 2 0-16,-1 7 0 16,-7 0 1-16,0 6-2 15,-5 0 2-15,-2 4 0 16,0 4 0-16,0 5 0 0,-8 1 2 16,0 6-2-16,-5-1 1 15,4 3 0-15,0 1 0 16,1 0 1-16,2 0-1 15,1-3 0-15,3 4 0 16,1-3 0-16,1-3 0 0,0-2 0 16,8-5 0-16,3-5-1 15,7-6 1-15,3-7-1 16,6-6 1-16,3-8-1 16,4-3 1-16,0-6 1 15,2 0-1-15,1-4 0 0,-6-2 0 16,-4 1 0-16,-4 3-1 15,-5 1 0-15,-9 2-1 16,-5 4-1-16,-4 3 1 16,-2 2-2-16,-11 3 4 15,-5 5-1-15,-5 1-1 0,0 5 2 16,-4 5 1-16,0 2-1 16,2 5 1-16,2 2-1 15,3 2-1-15,3 2 1 16,6 4 0-16,8 1 1 15,0 1-1-15,3 3 0 16,0-1-1-16,9 4 1 0,3 0-1 16,2-3 0-16,1 0 2 15,3-2-4-15,0-4 2 16,2 1 0-16,1-4 2 16,-3 0-2-16,3-2 1 0,-6-2 1 15,0-4-1-15,-5-2 1 16,-7-6-1-16,-3-3 1 15,-5-3 3-15,-17-2 0 16,-14 2 6-16,-18 5-2 16,-17 7-2-16,-19 5-3 0,-21 10-4 15,-19 7-34-15,-11 2-31 16</inkml:trace>
  <inkml:trace contextRef="#ctx0" brushRef="#br0" timeOffset="4779.97">21810 11755 151 0,'0'0'-4'0,"0"0"22"0,27-40-7 0,-14 29-2 0,0 1-7 16,0 3-1-16,1 2 1 16,-1 1-2-16,1 0 0 15,-1 3 0-15,4 1 1 16,-1 0-1-16,7 0 0 0,-4 3 0 16,2 6 0-16,1 0 0 15,0 2 1-15,-2 1-1 16,0 3 0-16,0 1 1 15,-1 2 4-15,-2 2-3 16,-2 5 3-16,-1 4 1 0,-4 4-2 16,-3 8 2-16,-5 3-3 15,-2 4 0-15,-1 6 1 16,-11 3 0-16,-6 4 4 16,-2 3-4-16,-5 6-3 15,-3 2 1-15,-2 5 0 0,-3 4-1 16,0 6 0-16,-3 3 1 15,2 3-1-15,2 6 0 16,2 2 0-16,7 1 1 16,6-4-1-16,9-3 1 15,8-5-2-15,0-12 0 16,11-11 0-16,8-9 0 0,5-11 0 16,-2-10 0-16,-1-8 0 15,-1-7 1-15,-7-1 0 16,-1-1-1-16,-8 4 1 15,-4 5-3-15,-9 7-2 16,-13 10 0-16,-9 6-2 0,-9 11 6 16,-6 9 1-16,-5 10 1 15,1 9 1-15,-3 15 5 16,3 10 6-16,3 11-1 16,6 9-8-16,7 3 2 15,9 5-4-15,10-4-1 0,10-1-1 16,5-2 0-16,4-2 1 15,11 4 2-15,2 4-3 16,5 2-1-16,-4 3 0 16,2 1-1-16,-9 2 1 15,-8 6-2-15,-10-2-3 0,-31 14 5 16,-27 17 0-16,-41 17-15 16,-46 10-33-16,-50 12-166 15</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10:26.791"/>
    </inkml:context>
    <inkml:brush xml:id="br0">
      <inkml:brushProperty name="width" value="0.05292" units="cm"/>
      <inkml:brushProperty name="height" value="0.05292" units="cm"/>
      <inkml:brushProperty name="color" value="#FF0000"/>
    </inkml:brush>
  </inkml:definitions>
  <inkml:trace contextRef="#ctx0" brushRef="#br0">1517 3121 160 0,'0'0'5'0,"0"0"6"0,0 0 0 0,-37-32-7 0,26 25-2 16,-3 1-2-16,1-3 3 15,-5 2-1-15,3 0 1 16,-4 3-2-16,4-1-2 15,-5 4-2-15,4 1 0 0,-4 1-6 16,-3 8 0-16,2 7-2 16,-4 4 5-16,-2 4 3 15,0 4 0-15,2 6 2 16,-2 3 2-16,0 6-1 16,2 5-1-16,0 5 2 15,0 5-2-15,0 3 1 0,3 4 1 16,2 2-2-16,-1 1-1 15,6 3 2-15,1-1 1 16,2 2 1-16,2 2-1 16,5 1 1-16,1 2-2 15,2 0 1-15,2-2-1 0,0 0 0 16,0-4 1-16,6-1-1 16,4-3 1-16,-1-2-1 15,0-4 0-15,2 2 0 16,0-3 1-16,0-1-1 15,1 1 2-15,1 0-2 0,1 0 2 16,-4 1-1-16,3 2-1 16,1 1 1-16,-3 1 0 15,0 0 1-15,-1 5-2 16,-4-2 0-16,-2 5 0 16,-4-1 1-16,0 0-1 15,-8 0 1-15,-11 3-1 0,0 3 0 16,-10-3 1-16,-4 3-1 15,-4-1 0-15,-5-3-1 16,-4-6-4-16,0-7-2 16,0-13-4-16,0-8-2 0,4-13 6 15,2-8 3-15,8-10-6 16,3-4-10-16,7-5-22 16,6 0 29-16,4 0 11 15,5-6 6-15,4-4 4 16,3 0 2-16,0 0-3 0,10-2-3 15,5 0-1-15,7-1-1 16,5 3 0-16,2 3 1 16,7 6-2-16,-1 1 0 15,1 8-1-15,3 11 0 16,-3 8 1-16,1 7 0 16,-4 5 2-16,1 7 1 0,-5 8 3 15,0 4 0-15,-6 6 0 16,-2 7 0-16,-2 6-2 15,-6 5 3-15,-3 5-3 16,-2 1 4-16,-4 4-2 16,-3 1 4-16,3-3 0 0,-2-3 4 15,5-6 0-15,2-3-3 16,4-8-5-16,7-8-3 16,7-2-2-16,11-10-1 15,12-4-2-15,14-7-3 16,10-8-23-16,9-14-43 15,4-15-52-15</inkml:trace>
  <inkml:trace contextRef="#ctx0" brushRef="#br0" timeOffset="23461.55">11117 15287 111 0,'0'0'-20'0,"0"0"40"0,-2 0-5 15,0-4-1-15,-3-2 1 16,1-1 3-16,0-1-1 0,-1 0-6 15,1-1-1-15,1 0-4 16,-3 2-4-16,2 1 0 16,1 1-2-16,-6 2 0 15,2 3-2-15,-4 0-3 16,-1 3-3-16,-3 11 3 0,-3 6 2 16,1 9-2-16,-1 4 8 15,4 8-1-15,0 3-2 16,6-1 0-16,4-2 3 15,3-8-2-15,1-5 0 16,2-8 1-16,9-6-3 16,3-4 1-16,3-5 4 0,6-4 0 15,2-1-3-15,4 0 7 16,4-6-6-16,1-6-7 16,-2-3-59-16,-2-7-31 15</inkml:trace>
  <inkml:trace contextRef="#ctx0" brushRef="#br0" timeOffset="24002.68">11377 15243 202 0,'0'0'-37'0,"0"0"74"16,0 0-25-16,0 0-2 16,0 0-10-16,0 0 0 15,0 0 2-15,0 0-7 16,-38 56 5-16,37-30 2 15,1 3-2-15,0-1 1 0,0 1-1 16,0-2 1-16,0-3 0 16,0-3-1-16,0 0 1 15,-4-6-1-15,-2-3-1 16,3-4-14-16,-3-1-13 16,0-6 0-16,2-1 15 15,0 0 0-15,-3-8-2 0,3-8 8 16,-1-2 2-16,1-4 4 15,1-2 3-15,1 1 5 16,2 3 3-16,0 3 4 16,0 2 1-16,2 8 1 15,5 2-10-15,4 5-4 0,4 0-2 16,2 0 0-16,3 7 0 16,5 2 1-16,-1 1 0 15,3-1-1-15,-2-1 1 16,2-1-1-16,-5-2 0 15,-4-1 1-15,-3-3 0 0,-4-1 0 16,-2 0 0-16,-3-3 7 16,-3-10 16-16,-2-4 1 15,-1-5-8-15,0-7-6 16,0-1-6-16,0-1-4 16,-2 0 0-16,0 5-1 0,2 5-2 15,0 7-3-15,0 6-18 16,0 7-10-16,0 1-63 15,0 0-7-15</inkml:trace>
  <inkml:trace contextRef="#ctx0" brushRef="#br0" timeOffset="24557.35">11755 15243 161 0,'0'0'-19'0,"0"0"30"0,0 0-4 0,0 0 0 0,0 0 1 16,0 0-4-16,0 0-1 15,0 0-3-15,0 0 0 16,11 41 3-16,-5-18-1 16,1 1 1-16,0 0-2 0,0 0 1 15,-2-1 0-15,0-1-1 16,-3-4-1-16,-2-1 0 15,0-4-7-15,0-5 0 16,0-5-3-16,-4-3 3 16,-2 0 8-16,1-8-10 0,-3-8-3 15,0-7 13-15,2-2-2 16,3-4 1-16,-1-2 1 16,2 5-1-16,2 1 0 15,0 6 1-15,0 4 3 16,0 4 10-16,8 5-5 0,5 0-6 15,3 6-2-15,7 0 0 16,4 0 0-16,2 7-1 16,1 2 2-16,-1 2-2 15,-1-2 0-15,-4-1 0 16,-1-1 0-16,-5-1 0 0,-5-2 1 16,-4-4 3-16,-2 0 8 15,-4 0 5-15,-3-4 18 16,0-7-1-16,0-5-22 15,-5-2-5-15,-4-1-4 16,4-4-2-16,-1 1-1 0,3 0-2 16,3 2-12-16,0-1-26 15,5 1-40-15,3 2-43 16</inkml:trace>
  <inkml:trace contextRef="#ctx0" brushRef="#br0" timeOffset="25077.5">12510 15318 72 0,'0'0'15'0,"0"0"10"0,0 0 3 0,0 0-5 0,0 0 0 15,0 0-1-15,0 0-14 16,0 0-6-16,0 0 2 16,0 0 0-16,0 0 1 15,59-39-5-15,-29 33 1 0,3-1-1 16,3 0 2-16,1-2-2 16,3 2 0-16,1-3 0 15,5-1 0-15,0-2 0 16,0 0 0-16,2 0 1 15,-2 0-1-15,-2-2 1 0,-1 4-1 16,-5-1 0-16,-3 1 1 16,-4 2-1-16,-4 2 0 15,-2 3-1-15,-6 0-18 16,-4 4-33-16,-5 0-1 0,-8 0-42 16</inkml:trace>
  <inkml:trace contextRef="#ctx0" brushRef="#br0" timeOffset="25307.23">13210 14983 110 0,'0'0'2'15,"0"0"2"-15,37-38 5 16,-21 31 8-16,-1 6 4 0,0 1-10 15,0 15-9-15,-1 16 2 16,-1 15-1-16,-7 18 0 16,-6 29-2-16,-16 23 3 15,-17 28-30-15,-21 25-63 16</inkml:trace>
  <inkml:trace contextRef="#ctx0" brushRef="#br0" timeOffset="38970.69">7756 8652 26 0,'0'0'23'0,"0"0"-21"0,0 0 0 0,0 0 1 16,0 0-2-16,0 0-1 15,0 0 0-15,0 0-1 16,0 0-1-16,0 0 1 15,44-23 1-15,-30 23 0 16,1 0 0-16,2 0 0 0,5 0-1 16,0 0 2-16,3 0-1 15,4 0 4-15,0-1 1 16,4-2 3-16,-2 0-2 16,3 0 0-16,-1 0-3 15,1 2-1-15,2 0 2 0,-4 0 0 16,5 1-2-16,-1-2 0 15,2 1-1-15,7 1 0 16,1-4 0-16,6 1 0 16,2 1 0-16,1-1 1 15,1 0-2-15,0 0 0 0,-2 3 1 16,-1 0 0-16,-1 0 1 16,-1 0 1-16,0 0-2 15,-1 0 0-15,2 0 0 16,2 5 0-16,2-1-1 15,5 1 2-15,2-1-1 0,4-1 0 16,2-1-1-16,2-1 1 16,1 1 0-16,2-2 1 15,0 0 0-15,2 0 0 16,1 0 2-16,3 0-1 16,2 0 0-16,5 1 0 15,2 0 1-15,3 1 0 0,0-2-1 16,2 3-1-16,3-2 1 15,0 2-2-15,1-3 1 16,1 0 0-16,-1 0 0 16,-4 0-1-16,-2-3 1 15,-1-5 1-15,-4-2-2 0,-1-2 2 16,-5-2-1-16,-2 3-1 16,-7-3-5-16,-8 0-26 15,-10-1-12-15</inkml:trace>
  <inkml:trace contextRef="#ctx0" brushRef="#br0" timeOffset="39618.62">8297 8625 56 0,'0'0'2'0,"45"0"1"0,-16-3 0 0,6 1 0 15,5-2 0-15,5 3-1 16,7-1 0-16,1 0 1 0,7 1 5 15,7-1-3-15,5 0 1 16,4 0-2-16,7 1-1 16,5 0 0-16,8 0-1 15,3 1-1-15,9-2 0 16,3 1 0-16,8-4 1 0,4 0-1 16,7-4 0-16,9-1 0 15,5-1-1-15,2-3-1 16,4-2-3-16,-3-1-23 15</inkml:trace>
  <inkml:trace contextRef="#ctx0" brushRef="#br0" timeOffset="54104.14">7289 6291 42 0,'0'0'0'0,"0"2"0"0,0-1 0 16,0 0 2-16,2 1-2 15,0-2 1-15,2 1-2 0,1 1 1 16,1-2 2-16,0 0 1 16,0 3 0-16,-1-3 1 15,3 1-2-15,2-1 0 16,-1 0 0-16,4 3-1 15,3-2 0-15,3 2 1 0,1-3-2 16,3 3 0-16,0-2 0 16,-1-1 0-16,4 0 0 15,1 0 0-15,0 0 0 16,2 0 0-16,1 0 1 0,5 0-1 16,-1 0 2-16,5 0-1 15,0 0 0-15,1 0 0 16,2 0 0-16,1 0 1 15,2-1 0-15,2-2-3 16,2 2 4-16,4-2 1 16,-1 0-2-16,3 2 1 0,1-2-1 15,1 0-1-15,5 0 0 16,0 0 1-16,1 3 1 16,1-2-1-16,2 1 1 15,1 1 1-15,-2 0-2 16,-2 0-1-16,3 0 0 0,-3 0 0 15,4 0-1-15,-1 3 0 16,7 0 1-16,-2 0 0 16,3 0 0-16,4 1 2 15,-4 0 3-15,2 2-2 16,-5-2-1-16,-2 3 0 0,-2-1 0 16,-1 1-2-16,-3 0 0 15,1-2 1-15,1 2 0 16,-1-3 1-16,3 0-2 15,0-1 0-15,0-3 1 16,1 3-2-16,-1-3 1 16,-2 0 0-16,0 1-1 0,3 1 0 15,-1 2 1-15,1-1-1 16,-1 1 0-16,-3 0 0 16,2 2 0-16,-2-2 0 15,1-1 0-15,-5-2 1 0,2 0-1 16,1-1 0-16,-2 0 0 15,1 0 1-15,-2-1 0 16,1 0 1-16,-3-2 0 16,-2 0-1-16,-2 2 0 15,-7-3 0-15,2 2 0 0,-7-1 1 16,-4 2-2-16,-4-1 0 16,-1 2 1-16,-6 0-1 15,-6-1-7-15,-3-4-77 16</inkml:trace>
  <inkml:trace contextRef="#ctx0" brushRef="#br0" timeOffset="55320.72">15368 6288 58 0,'0'0'-2'0,"0"0"4"0,0 0 7 16,0 0 2-16,0 0-5 0,-22-39-1 15,20 33 3-15,-1 3-2 16,1-1 2-16,0 3-2 16,2 0 2-16,0 0 2 15,0 1-3-15,0 0-12 16,6 0 3-16,8 0 3 16,4 0 0-16,8 3-1 15,6 1 1-15,4 2-1 0,8-2 1 16,5 2-1-16,3 1 2 15,2-2-2-15,7 0 1 16,5 0 1-16,3-2 0 16,4 0 2-16,4-3-1 0,1 0 1 15,0 0 0-15,-1 0 2 16,-6-7 4-16,-6 1-2 16,-4-1-2-16,-3-1 1 15,-7 1-3-15,-6 0 2 16,-5 0-3-16,-4 1 1 0,-8 0 0 15,-8 3 1-15,-5-1-3 16,-6 1 0-16,-5 2 1 16,-2-1 4-16,-2 2-2 15,0 0-7-15,-1 0-1 16,-7 2-62-16,0-2-47 16</inkml:trace>
  <inkml:trace contextRef="#ctx0" brushRef="#br0" timeOffset="57403.31">19778 6206 88 0,'0'0'7'0,"0"0"7"0,0 0-4 0,0 0-4 16,0 0-3-16,0 0 1 0,0 0-2 15,0 0 0-15,0 0-1 16,-17-38 1-16,17 38-2 16,0 0 1-16,0 0-3 15,0 0-6-15,4 0 6 16,5 0 0-16,3 0-2 0,4 3 4 16,5-1 1-16,0 0 1 15,7-1 0-15,2 1 0 16,4-1-1-16,5 2 1 15,0-2 0-15,4-1-2 16,3 2 1-16,5-2-1 0,4 0 0 16,3 0 0-16,7 0 0 15,5 0 1-15,2 0-1 16,3 0 1-16,4 1 0 16,2-1 0-16,-1 2 1 15,2-1 1-15,3-1 0 16,2 0 0-16,2 0 4 0,1 0-3 15,4 0-2-15,-1 0 0 16,-1 0-1-16,-2 0 0 16,-2 0 0-16,1 0 1 15,-2 0 1-15,-2 0 0 16,-1 0 1-16,-1 0-1 0,-6 0-1 16,-2 3-1-16,-6-2-1 15,-7 1 1-15,-1-1 0 16,-3 2-2-16,-4-3 2 15,2 1-1-15,-1 1 0 16,-4-1 1-16,1 1-1 0,-2-1 0 16,-3 2 0-16,-1-2 1 15,-3-1-1-15,-3 0 0 16,-5 0 0-16,0 0 1 16,-2 0-1-16,0 0 0 15,-4 0 0-15,1 0 0 0,0 0 0 16,0 0 0-16,-1 0 0 15,2 0 0-15,-2 0 1 16,-4 0-1-16,1 0 0 16,-1 0 0-16,-3 0 0 15,-1-1 0-15,-1 1 0 0,-2 0 0 16,-3 0 0-16,-2 0 0 16,0 0 0-16,-3 0 0 15,-2 0 1-15,1 0-1 16,-3 0 0-16,0 0-1 15,-2 0 1-15,-3 0-4 0,-1 1-26 16,0 2-9-16,0-3-30 16</inkml:trace>
  <inkml:trace contextRef="#ctx0" brushRef="#br0" timeOffset="61612.63">14599 14669 121 0,'0'-4'17'0,"-2"-2"16"0,0 4-4 0,-4 0-14 16,1 2-4-16,-3 0-6 15,0 10-5-15,0 4 3 16,-1 5-3-16,1 2 2 16,1 3 0-16,3-1-1 0,2 0 0 15,2-3 0-15,0-2 0 16,1-4 1-16,7-1-1 16,0-6 1-16,3-3-4 15,1-3 2-15,0-1 4 16,1 0-3-16,3-5 2 0,-3-6 0 15,2-2-2-15,-1-3 1 16,-3 1 0-16,-3-2-1 16,-2-2 1-16,-6 3-1 15,0-2-1-15,0 1 1 16,-10 3 0-16,-2 2 0 16,0 1-4-16,-3 7-1 0,0 4-10 15,-2 0-17-15,2 4-28 16,-4 5-17-16</inkml:trace>
  <inkml:trace contextRef="#ctx0" brushRef="#br0" timeOffset="62273.64">14785 14633 140 0,'0'0'18'0,"0"0"-4"0,0 0-16 0,0 0 3 16,0 0-1-16,0 0 1 16,16 36-1-16,-14-23 0 15,1 3 0-15,-2-1 3 0,1-2-2 16,0 4 0-16,1-4 0 15,-3-3 0-15,2 1 0 16,-2-2 1-16,0-3-2 16,0-2-2-16,0-3 1 15,0-1 1-15,0 0 4 0,0 0-2 16,0-4-3-16,2-7-1 16,2-2 2-16,4-1 1 15,-2-5 0-15,3 1 0 16,3-2 0-16,1-1 2 15,0 2 0-15,3 1 3 0,-1 2-3 16,1 3 0-16,-3 2-2 16,-1 2 0-16,-3 5-2 15,0 1 2-15,0 3-2 16,-4 0 1-16,3 3-1 16,-4 4 1-16,3 3-2 0,-5 1 3 15,2-1-1-15,-1 2 1 16,-1-1-1-16,1 2 1 15,-3-2-10-15,0 1-27 16,0-5-4-16,0-3-68 16</inkml:trace>
  <inkml:trace contextRef="#ctx0" brushRef="#br0" timeOffset="62929.79">15069 14577 34 0,'0'0'8'0,"0"0"6"0,38-20-9 0,-27 16-4 15,-6 2-2-15,-1 2-31 16</inkml:trace>
  <inkml:trace contextRef="#ctx0" brushRef="#br0" timeOffset="64003.52">14463 14900 84 0,'0'0'4'15,"0"0"7"-15,0 0 5 16,0 0-6-16,0 0-5 16,0 0 2-16,0 0 4 0,0 0-1 15,0 0 2-15,-18-18 2 16,18 11-6-16,0 0-2 15,0 0-4-15,0 0-1 16,6-3 0-16,4-3-1 16,-1 3 1-16,2-1-1 15,3 1 0-15,-1 0 0 0,5 2 0 16,-3 2 0-16,1 2 0 16,-1 2 0-16,-1 2-1 15,2 0 1-15,0 11-4 16,1 2 4-16,-1 3 0 0,-1 1 1 15,1 2-2-15,-3-1 3 16,-3-4-1-16,-1 2 0 16,-1-5-1-16,-6-1-1 15,0-3 1-15,-2-1 0 16,0-2-1-16,0-2 4 16,-3-2 0-16,-2 0-1 0,-3 0 0 15,3-8-1-15,-2-3-1 16,4-2-2-16,3-3 1 15,0-2 1-15,0-3 1 16,0 0 0-16,10-1-1 16,3-2 1-16,3 1 0 0,1 2-1 15,2 1 1-15,2 2-1 16,2 4 0-16,-2 5 0 16,1 4 0-16,-3 4 0 15,2 1 0-15,-4 3-1 16,-1 9 1-16,-2 2-1 0,0 4 0 15,-2-1 1-15,-2 0 1 16,-2-2 0-16,1-3-1 16,-4-2-2-16,-1-2 2 15,1-3 0-15,-4-3 0 16,0-2 0-16,-1 0 1 0,0 0 2 16,0-8-5-16,0-4 3 15,1-4-1-15,0 0 1 16,2-5-1-16,3 0 1 15,1-3-2-15,2 2 1 16,4 1 0-16,0 5 0 0,1 2 1 16,1 7 0-16,2 1 1 15,0 6-1-15,1 0 1 16,-2 6-2-16,2 4 0 16,0 4 0-16,-1 2 0 15,-1 1 1-15,0-2-1 0,4-2-11 16,-3-4-23-16,3-6-22 15,3-3-65-15</inkml:trace>
  <inkml:trace contextRef="#ctx0" brushRef="#br0" timeOffset="64389.82">15539 14533 102 0,'0'0'26'0,"0"0"19"0,0 0-5 0,-25-38-29 16,6 36 4-16,0 2-18 15,-3 0 3-15,-2 8 2 16,2 7-4-16,-1 5 1 0,2 1 5 16,1 3-3-16,7 0 1 15,4-2-2-15,4-4 0 16,5-5-3-16,0-2-12 16,11-5 1-16,2-6 6 0,4 0 8 15,5-3 2-15,-2-8-1 16,4-3 0-16,-3-5 1 15,0 1-2-15,-4-2 1 16,-1 2 1-16,-3 3 0 16,-4 1 3-16,-4 4 4 15,0 3 2-15,-2 4 13 0,-3 0-5 16,0 3-9-16,1 0-9 16,3 0-4-16,2 3 0 15,-1 4 3-15,5 2-2 16,0-1-12-16,1 2-7 15,1-3-6-15,0-3-27 0,-1-3-20 16</inkml:trace>
  <inkml:trace contextRef="#ctx0" brushRef="#br0" timeOffset="64808.58">15690 14465 158 0,'0'0'2'15,"0"0"10"-15,0 0 0 16,0 0-5-16,0 0-3 16,0 0-3-16,0 0 1 15,30-37-2-15,-22 37-2 0,1 0 2 16,-2 0 0-16,4 4 0 16,-5 5 0-16,2 1 0 15,-3 1-3-15,0 0 5 16,-2-1-5-16,-3 0 6 0,0 0-7 15,0-3-1-15,-3-2 3 16,-4-2 4-16,3-3 2 16,-4 0-2-16,3 0 4 15,1-9-2-15,0-4-3 16,3-3 6-16,1 0-7 16,0-3 1-16,7 3-1 0,1 1 0 15,3 2 0-15,2 3-1 16,1 5 1-16,0 1 0 15,0 4-1-15,1 0 0 0,-1 0 1 16,4 6-3 0,-3 3-1-16,3-2-12 0,-4 1-12 15,3-2-3-15,-1-6-9 16</inkml:trace>
  <inkml:trace contextRef="#ctx0" brushRef="#br0" timeOffset="65221.62">16052 14341 144 0,'0'0'7'16,"0"0"33"-16,0 0-17 16,0 0-13-16,0 0-5 15,0 0-2-15,0 0-3 0,0 0-1 16,0 0 1-16,14-7 1 16,-4 20 2-16,4 1-3 15,1-4 2-15,2 1-1 16,1-2-1-16,0-5 1 15,-1-2-1-15,1-2 1 16,-2 0 0-16,2-7 1 0,-4-6-1 16,0-3 2-16,-3-5 2 15,1-1 4-15,-5-2-3 16,0 2 1-16,-3 2-5 16,0 4-1-16,1 5 2 15,-5 5 6-15,0 3-1 16,0 3-6-16,0 5-7 0,0 10 0 15,0 6 2-15,-3 5 2 16,-3 4 4-16,1 0-1 16,1 2 1-16,-3-2-1 15,3 1-2-15,-5-1 0 16,0 0-3-16,-2 1-8 0,-8 3 5 16,-3-2-21-16,-5-2-9 15,-1-6-57-15</inkml:trace>
  <inkml:trace contextRef="#ctx0" brushRef="#br0" timeOffset="65550.92">16705 13861 224 0,'0'0'-1'0,"0"0"-1"0,0 0-1 0,2 60 6 15,0-29-1-15,3 3 2 16,-1 2-2-16,5-1 0 15,-1-2-1-15,0-2 1 0,0-1 0 16,0-3-2-16,-1-3-10 16,-3 0-17-16,-2-7-14 15,-2-3-5-15</inkml:trace>
  <inkml:trace contextRef="#ctx0" brushRef="#br0" timeOffset="65923.57">16637 14172 191 0,'0'0'-13'0,"0"0"45"15,0 0-14-15,0 0-8 16,-6-44-8-16,18 34-1 16,1 3 0-16,5-1 0 15,-1 2 0-15,3 2-1 16,1 2 0-16,1 2 1 0,-1 0-1 15,1 0 0-15,-2 0 0 16,2 4 0-16,-2-1 0 16,0 0 0-16,-1-2 0 15,-2-1 0-15,-1 0 2 16,-4 0-2-16,-1 0 0 0,-3-5 1 16,-8-2 1-16,0 0 19 15,0-4-4-15,-14 0-10 16,-1 0-4-16,-5 0-2 15,0 4 1-15,-5 1-2 16,0 6-7-16,-1 0-2 16,1 11-18-16,1 2-44 15,2 1-100-15</inkml:trace>
  <inkml:trace contextRef="#ctx0" brushRef="#br0" timeOffset="67464.87">17476 13955 81 0,'0'0'18'0,"0"0"20"0,0 0 3 16,0 0-2-16,0 0-15 0,0 0-1 15,0 0-1-15,0 0-11 16,0 0-6-16,0 0-6 15,0 0 1-15,0 0 0 16,0 0-2-16,0 0 0 16,34 33-3-16,-27-21 1 0,1 0-1 15,-2-4 3-15,0-1-2 16,-2-2 1-16,-1-1-3 16,1-4-3-16,-3 0 3 15,2 0 5-15,-1-6 1 16,0-4-8-16,0-2-2 0,2-1 7 15,4-3 1-15,-3 2 1 16,4 1 0-16,1 1 1 16,0 2 0-16,1 4 0 15,3 3 0-15,-1 1 0 16,2 2 0-16,1 0 0 16,2 6 0-16,-3 5 0 0,1-1 0 15,-2 2 0-15,-1-1 1 16,0 2-1-16,-4-3 0 15,-2-2 0-15,-2-1 0 16,-1-2-2-16,-4-4-3 16,0-1-7-16,0 0 16 0,0 0-1 15,0-8-3-15,0-4 2 16,2-5-2-16,2-1 0 16,3-1 1-16,2-1 1 15,0 4 0-15,2 3 0 16,-4 1 5-16,3 5 9 0,0 1-12 15,-2 5 0-15,3 0-2 16,1 1-1-16,-1 0-1 16,-1 5 0-16,-1 5-1 15,-1 6 1-15,-3-2-2 16,1 3-6-16,0-1-11 0,0-2-1 16,2-3-17-16,1-2-2 15,1-5 14-15,3-4-2 16,2 0-2-16,3-10 23 15,0-4 5-15,0-2 2 16,0-2 7-16,1-2 8 0,-4-1 4 16,-2 5 3-16,-2-1 0 15,-6 3 3-15,-2 4 8 16,-3 1-3-16,0 4-13 16,-4 1-8-16,-6 4-7 15,0 0 1-15,-3 0-4 0,0 9-4 16,-1 1 8-16,3 3-2 15,2 0-1-15,5-2-1 16,3-2 0-16,1-2 0 16,1 0-1-16,10-3 1 15,4-2 0-15,2-2 2 16,6 0-1-16,2 0-4 0,4-3-19 16,0-7-20-16,0 1-44 15</inkml:trace>
  <inkml:trace contextRef="#ctx0" brushRef="#br0" timeOffset="67856.03">18396 13741 188 0,'0'0'24'0,"0"0"6"0,0 0-13 0,0 0-9 0,0 0-3 15,0 0-3-15,0 0-5 16,0 0 1-16,0 0 1 15,0 0 3-15,0 0-1 16,0 0 0-16,14 41-1 16,-11-30-1-16,1-2 0 0,0-2-4 15,-2-2 2-15,-2-1-1 16,1-3 3-16,-1-1 1 16,1 0 2-16,-1 0 1 15,1-8-3-15,-1-3 2 16,3 0-2-16,-2-3 1 0,2 1-1 15,-1 1 2-15,1 0 0 16,3 2 3-16,0 1-3 16,1 3-1-16,3 2 0 15,0 3-2-15,1 1 1 16,-2 0-1-16,1 3-1 0,0 5-11 16,-1 2-17-16,0 1-23 15,0-3-8-15,-1-5-32 16</inkml:trace>
  <inkml:trace contextRef="#ctx0" brushRef="#br0" timeOffset="68197.53">18712 13650 152 0,'0'0'8'0,"0"0"7"15,0 0 2-15,0 0-8 16,0 0-8-16,0 0-8 0,0 0 8 15,0 0 2-15,0 0-1 16,5 18 0-16,1-12-2 16,2-3 0-16,4-2 1 15,2-1 0-15,2 0 0 16,1-4-1-16,1-5 2 0,-2-1-1 16,1-2 1-16,-4 1 4 15,-2 0 13-15,-4 4-3 16,-1 0-3-16,-3 3-2 15,-2 2-5-15,0 2 1 16,-1 0-8-16,0 10-3 0,-3 7-2 16,-6 9 3-16,-7 5 0 15,-4 8-4-15,-7 7-17 16,-10 4-29-16,-11 1-41 16</inkml:trace>
  <inkml:trace contextRef="#ctx0" brushRef="#br0" timeOffset="69165.21">14600 15311 101 0,'0'0'-2'0,"0"0"3"0,0 0 3 0,0 0 11 0,66 39 2 16,-23-38-6-16,8-1 1 16,10 0 8-16,8 0-6 15,9 0-5-15,10 0-3 16,8 0-4-16,11-4-1 0,11-4 0 15,12-1 0 1,10-5 0-16,9-2-1 0,11-4 1 16,6-3 0-16,4-2 0 15,8-5-1-15,4-2 1 16,3-6 3-16,3-4 0 16,7-5-1-16,5-3-1 0,-3-5-2 15,0-2 0-15,-1-4 1 16,-10 0-1-16,-9-3 2 15,-10-3-1-15,-8 0 11 16,-15-2 0-16,-13-2-1 0,-14-2-1 16,-11 1-1-16,-17-2 3 15,-16-3-3-15,-15-2 4 16,-15-1 0-16,-13 1 2 16,-12-1 3-16,-9-2-2 15,-9 0-8-15,-4 3-5 16,-15 0-3-16,-17 2-3 0,-17 2-1 15,-17 7-8-15,-21 5-14 16,-21 11 1-16,-18 5 11 16,-17 9-1-16,-12 9 4 15,-14 8 5-15,-5 6 7 16,-7 6 2-16,-12 7-3 16,-2 2 1-16,-4 11-1 0,-2 11 0 15,-7 9-1-15,1 9 2 16,-3 8-2-16,3 6-1 15,-3 9 1-15,5 6 2 16,5 9-1-16,-1 6-1 0,9 7 1 16,7 9-1-16,8 3 1 15,12 5 1-15,15 2 2 16,16 4 2-16,19 4-2 16,19 0 4-16,19 3-2 15,19-3-3-15,22-4-1 0,19-7 1 16,21-6 1-16,11-9-2 15,28-12-3-15,21-10-16 16,16-11-18-16,18-15 1 16,15-22-53-16,2-22-46 15</inkml:trace>
  <inkml:trace contextRef="#ctx0" brushRef="#br0" timeOffset="70714.42">1146 8581 66 0,'0'0'1'0,"0"0"1"0,0 0-2 0,0 0 1 0,0 0 0 16,0 0 1-16,0 41 1 16,6-31 2-16,-2 1-2 15,1 2-1-15,3 0 1 16,1 1-2-16,0-1 3 0,4-2 1 15,6-4-2-15,2-7 8 16,8 0 17-16,12-21 13 16,14-15-8-16,16-15-10 15,22-17-7-15,19-17-5 16,29-16-7-16,19-12-2 0,24-13 1 16,17-10-7-16,6-13-91 15</inkml:trace>
  <inkml:trace contextRef="#ctx0" brushRef="#br0" timeOffset="74426.64">4330 10826 92 0,'0'0'2'0,"0"0"-2"0,0 0 1 0,0 0 0 16,42 0 0-16,-31 0 1 15,-1 0-2-15,2 2 0 16,0-1 0-16,1 3 0 15,0-1 0-15,5 1 0 16,-1-1 0-16,2 1 0 0,2-1 1 16,5 0-1-16,2-1 0 15,5-2 0-15,2 0 0 16,5 0 0-16,2 0 1 16,4 0-1-16,0-2 1 15,1-2 0-15,3 1 0 0,1 0 1 16,-1 0-1-16,5 1 1 15,-2 0-2-15,1 1 1 16,3 1-1-16,0 0 1 16,2 0-1-16,3 0 1 15,1 0-1-15,0 0 0 16,3 0 0-16,-1 0 0 0,2 1 0 16,-5 1 1-16,1-1-1 15,-1-1 0-15,1 0 0 16,-3 0 0-16,3 0 2 15,-2 0 2-15,3 0-2 16,2 0 0-16,-1-1 0 0,1 1-1 16,-1 0-1-16,0 0 1 15,-2 0-1-15,1 0 0 16,-2 2 1-16,1 4-1 16,2-2 0-16,0 4 0 0,3-2 0 15,0 0 1-15,2 0-1 16,4-3 0-16,1-2 0 15,1-1 0-15,1 0 0 16,3 0 1-16,-2 0-1 16,-1 0 0-16,-2-4 0 15,-1 4 0-15,2 0 0 0,-5 0 0 16,2 0 0-16,0 0 0 16,2 0 0-16,2 0 0 15,1 0 0-15,2 0 2 16,1 0-2-16,1-2 0 15,-1 0 0-15,0 0 0 0,-5 1 0 16,2 1 0-16,-2 0 1 16,2 0-2-16,2 4 1 15,-1 2 1-15,-1 1-2 16,3 0 2-16,1-1-1 16,-4 1 0-16,-1-2 0 0,0-2 0 15,0 0 0-15,2-3 0 16,3 0 1-16,0 0 0 15,5-6 3-15,0-1-2 16,-1 0-2-16,0 1 1 16,2 1 1-16,-4-1-2 0,1 5 1 15,-2 1-1-15,0 0 1 16,1 0-1-16,0 0 0 16,1 7 1-16,-1-1-1 15,3-1 1-15,0-2-1 16,3 0 0-16,-2-3 0 0,1 0 1 15,0-6 0-15,1-1 3 16,-2-3 4-16,2 0-3 16,-1 4-1-16,3 0-1 15,-3 1-1-15,3 2-2 16,-3-1 1-16,1 1 1 16,-4-1 2-16,-1-2 2 0,1-1 1 15,-1 0-2-15,-2-1 0 16,-1-1-1-16,1-1-2 15,0-3-1-15,-3-1 1 16,-4-2 0-16,-4-2 0 16,-5 0 1-16,-3-4-2 0,-8 0 0 15,-4-1 0-15,-5-3 0 16,0-2 0-16,-9-3 0 16,-1-2-1-16,-6-2 1 15,-4 0-1-15,-3-2 2 0,-6 1 5 16,-3-1 7-16,-1-3-4 15,-6 3-4-15,-2-4-3 16,-3 0 2-16,-3-1 0 16,0 1 0-16,-9 3-1 15,-7 2-1-15,-5 2-1 0,-2 3 0 16,-6 1 0-16,-3 1-2 16,-1 4-2-16,-5 0 3 15,-4 3 0-15,-3 1-3 16,-7 1 2-16,-6 3 0 15,-7 2-2-15,-6 0 4 16,-10 2-4-16,-6 2 2 0,-7 1-2 16,-4 2-3-16,-4 1-4 15,-2 1 0-15,-1 0 4 16,-4 1 2-16,1 2-1 16,-3 0 2-16,-1-1-1 0,-4 2 2 15,-2 1-1-15,-1-1 2 16,-2 1 0-16,-2-2 0 15,-2 3 0-15,0-1 0 16,-3 1 0-16,-1 0-1 16,-2 0 1-16,-2 0 1 15,-1 0-1-15,-5 0 0 0,3 0 0 16,-5 0 0-16,5 0 0 16,-2 0 1-16,1 0-2 15,-1 0 2-15,-5 0-1 16,-1 0 0-16,0 0 0 15,-2 0-1-15,-1 0-4 0,5 0-1 16,-3 0 2-16,6 0 0 16,6 0 4-16,-1 1-2 15,4-1 2-15,3 2 0 16,4 0 0-16,0-2 2 16,4 3-2-16,1-1 0 0,2 0-2 15,0-2 4-15,3 2-4 16,4-2 4-16,-3 0-2 15,6 0-2-15,2 0 4 16,1 0-2-16,3 0 0 16,2 0 1-16,-1-2 2 0,1-1-1 15,2 1-1-15,2 0 0 16,0-2 0-16,0 3 0 16,0-1-1-16,1-1 0 15,-1 0 1-15,0 1-1 16,0-1 1-16,4 0-1 0,1 0 0 15,0 0 1-15,4 2-1 16,2-1 0-16,0 0-1 16,0 0 2-16,3 1-1 15,2 1 0-15,-1 0 0 16,4 0 0-16,-1 0 0 0,2 1 0 16,0 6 0-16,0 3 0 15,1 2 0-15,-1 0 0 16,0 4 0-16,3 1 0 15,-2 4 1-15,4 2-3 16,1 1 2-16,3 3-2 16,2 0 0-16,-1 4-2 0,3-1-2 15,1 3-4-15,4 1 1 16,-1 1 1-16,7 1-1 16,3-2 4-16,5 3 3 15,6-1 2-15,1 2 0 16,4-4 0-16,7 3-1 0,-3-2 1 15,3 2 0-15,3 0-1 16,0 0 1-16,2 3 0 16,3 1 0-16,7 0 0 15,3-1-1-15,6-3 1 16,0 0 0-16,6-2-4 0,9-2 3 16,6 3 0-16,4-2 3 15,6 0-1-15,12-3 1 16,12-3-2-16,13-5 3 15,18-6 3-15,22-7 14 16,20-9-7-16,26-1-6 16,22-9-2-16,21-14-4 0,17-7-3 15,7-11-78-15</inkml:trace>
  <inkml:trace contextRef="#ctx0" brushRef="#br0" timeOffset="76468.5">9354 7428 97 0,'0'0'2'0,"0"0"1"0,0 0 5 15,0 0-1-15,-7-40 2 16,2 31 1-16,1 4 5 0,0-1 1 15,1-1-4-15,1 2-1 16,2 1 1-16,0 1-6 16,0 0-2-16,0 2-4 15,2 1-4-15,9 0 6 16,6 0-1-16,5 0-1 0,7 0 0 16,6-4 0-16,6 1 0 15,8-3 0-15,4-1 0 16,3-3 0-16,4-1 0 15,3-2 1-15,2 3-1 16,-2-1 1-16,6-2-2 0,-6 3 2 16,-2 2-2-16,-3 2 2 15,-5 0-2-15,-6 0-8 16,-12 3-16-16,-7 2-4 16,-13 1 5-16,-8 0-2 15,-7 0-25-15</inkml:trace>
  <inkml:trace contextRef="#ctx0" brushRef="#br0" timeOffset="76718.57">9387 7418 136 0,'0'0'-3'0,"0"0"11"0,61 2-7 0,-5-5-1 0,17-5 2 16,19-2 0-16,22-4 1 15,20-3-1-15,14 1-1 16,14-4-1-16,15-1 0 16,9-2 0-16,4-1-14 0,4-6-37 15</inkml:trace>
  <inkml:trace contextRef="#ctx0" brushRef="#br0" timeOffset="81137.59">1679 11299 4 0,'0'0'5'0,"0"0"0"0,0 0 6 0,0 0 0 0,0 0 3 15,0 0-5-15,0 0-2 16,0 0-2-16,0 0 1 0,0 0 2 16,0 0-2-16,7-31 2 15,-7 28 1-15,0 3-2 16,0 0-3-16,0 0-3 16,0 0-1-16,0 0 0 15,-5 0 1-15,-2 0-5 16,1 0 6-16,-1 6-4 0,0-2 2 15,-1 0 2-15,-2 2-2 16,2 0-2-16,1-1 4 16,0 2-1-16,-2 0 1 15,2-1-2-15,1 1 0 0,-1 0 0 16,-2 2 0-16,4-1-2 16,-3-1 5-16,3 3-3 15,-1-1 0-15,-1 0 0 16,4 0 1-16,-3 1-1 15,1 3 0-15,-3-3-1 0,0 1 1 16,2 2-2-16,-3-1 0 16,1 0 2-16,0 1 2 15,-1-2-2-15,3 2 2 16,0-3-1-16,3 0-1 16,-2 0 0-16,3-1 0 15,2-1 0-15,0 0-1 0,0 0 2 16,0-2-1-16,0 1 0 15,0-1-1-15,2 0-2 16,5 1 2-16,0-1 1 16,-1 0 4-16,3-1-3 0,-1 0 0 15,0 2 0-15,1-3-1 16,0 3 0-16,2 0 1 16,-2 0 0-16,-2 1-1 15,4 1 0-15,-4 1 0 16,1 2 0-16,-1-1 0 15,1 2 0-15,-2-2 0 16,0 1 0-16,-1 1 1 0,-1-1-1 16,-2 1 0-16,0-1 0 15,1 0 0-15,-3 2 0 16,0 2 0-16,0-2-1 16,0 3 2-16,-7 2-1 0,0-1-1 15,-1 3 2-15,-4-2-3 16,1 4 4-16,-4 0-4 15,-1-1 1-15,1 2 2 16,-6-1 1-16,1 0-4 16,-2-2 5-16,0 0-3 0,1-2 2 15,4-1 0-15,-3-1-2 16,5-2 0-16,5-1 0 16,1-3 1-16,2 0-2 15,2-2 1-15,3-1 0 16,2-2 0-16,0 1 0 15,0-2-4-15,0 0 2 0,7-1 1 16,-2 2 6-16,1 0-3 16,3-1-2-16,-3 1 0 15,4 3 1-15,-1 1-1 16,-3 1 0-16,4 2 0 0,-4 0 0 16,1 2 0-16,-3 2 1 15,-2 2-1-15,0 3 0 16,-2 1 0-16,0 1 0 15,0 4-1-15,-4 0 2 16,0 1-1-16,-2 1 2 0,3-1-2 16,3 1 1-16,0-1-1 15,0-2 1-15,0-1 0 16,3-1 2-16,7-5-3 16,2 0 0-16,1-6 0 15,5-2 1-15,-2-4-2 16,8-5 4-16,3-3 1 0,2-3-2 15,2-12-1-15,3-9-26 16</inkml:trace>
  <inkml:trace contextRef="#ctx0" brushRef="#br0" timeOffset="82574.71">1719 11298 49 0,'0'-5'9'0,"0"1"-5"0,0 0 0 16,0 0 1-16,0 1 7 15,-2 0 2-15,-2 0 0 16,-1 0-5-16,-2 2-2 0,0-2-5 16,-1 3-3-1,1 0 2-15,-3 0-1 0,2 0 1 16,1 0 2-16,-4 0-2 16,4 0 0-16,-2 0-2 15,-1 0-1-15,0 0 2 16,-1 4-2-16,1 3 0 0,0 0 6 15,-1 2-4-15,2 2 0 16,-3 1 0-16,4-1 1 16,-1 5 1-16,-1-3-2 15,0 3 0-15,1 0 1 16,-1 1-1-16,0 2 1 0,3-1-1 16,-1 1 0-16,5-1 0 15,-2 2-1-15,1 0 1 16,4-2 0-16,0 1 0 15,0-2 0-15,0 0-2 16,9-2 1-16,2 0-3 16,2-2 4-16,-1-1 3 0,1 1-1 15,3-1-2-15,-3-1 0 16,1 0 0-16,-1 1 1 16,0-1-1-16,-1 0 1 15,-4-1-1-15,1 3 0 16,-2-2 0-16,-4-1 1 0,-1 3-1 15,-2-2 0-15,0 2-2 16,0 0 1-16,-5 1 0 16,-9 2 0-16,1 0 1 15,-3 2 1-15,-3 0-1 16,-4 2-4-16,-2 0 3 0,-2 1 8 16,-1-1-6-16,1 0 1 15,-1-1-2-15,5-2 0 16,2-4-1-16,3-2 6 15,3-3-3-15,4-1-1 16,4-4 0-16,2-1 0 0,3-1-1 16,2-1 2-16,0 0-2 15,0 0-5-15,0 0-4 16,7 0 13-16,4 0-4 16,0-3 1-16,5-1 0 15,-1-2-2-15,4 2 2 0,-2 0-1 16,2 1 0-16,0 1 0 15,1 2 0-15,-2 0 0 16,0 0 0-16,0 3-1 16,-7 7 0-16,3 2-1 15,-7 2-2-15,-1 2 1 0,-2 5 3 16,-4 2 0-16,0 3-1 16,0 3 1-16,-6 4-1 15,-3 0 2-15,-1 0-1 16,0 3 3-16,1-2-1 15,-1 1-2-15,-2-2 0 0,3 1 0 16,-1-4 1-16,1-1-1 16,1-1 1-16,1-3 0 15,3 0 0-15,-1-3 1 16,2-1-1-16,3-1 2 16,0 0-1-16,0-1 0 0,0-2 0 15,10 1-1-15,-1 1 1 16,4-3 0-16,1-2 0 15,1-3-2-15,5-1 1 16,-2-6 3-16,4-1 0 16,3-3 1-16,2 0-4 0,2-8 1 15,3-5 0-15,1-3-3 16,-2-5-30-16,-2-6-96 16</inkml:trace>
  <inkml:trace contextRef="#ctx0" brushRef="#br0" timeOffset="83841.31">1592 11292 66 0,'0'-6'8'0,"0"2"2"0,0 0-4 16,-2 1-4-16,-2-1 2 15,-2 1 2-15,2 0 0 16,-5 0-2-16,0 2-1 0,-3-2-2 15,2 3 5-15,-6 0-4 16,3 0 0-16,-5 3-3 16,2 4 5-16,-2 1-8 15,1 2 3-15,-2 2 3 16,2 0-4-16,-1 1 0 0,-1 0 3 16,4 1-1-16,-3 1 1 15,5-1-2-15,0 0-9 16,1 1 19-16,3 0-6 15,1 0-3-15,1 1 1 0,2 0-1 16,3-1 1-16,0 2 0 16,2-1-2-16,0-2 0 15,0 2 0-15,8 1-1 16,2-3 1-16,1 0 4 16,2 0-3-16,5-2 0 0,3-1-1 15,-2 2-1 1,4-2 0-16,0-1 5 0,1 2-1 15,-4 0-1-15,0 1-1 16,-2 1 1-16,-5 1-2 16,-4 1 0-16,-3 0 1 15,-3 1 1-15,-3 3 1 0,0 1-2 16,-9 2-1-16,-8 3 2 16,-6 2 4-16,-2 1-5 15,-4 3 3-15,-2 0 0 16,0 0-4-16,1-1 5 15,-1-4-1-15,4-3 0 0,4-2-2 16,2-5 0-16,5-3 0 16,5-4 0-16,5-2 0 15,3-1-1-15,1-4 2 16,2 0-6-16,0-3 4 16,7 2-2-16,2-2 5 0,4 0 2 15,1 0-4-15,4 0 0 16,-1 0 0-16,1 0-1 15,-3 0 1-15,4 4-2 16,-4 3 1-16,-1 4-1 16,-3 4 0-16,-1 2-2 0,-2 5 0 15,-2 2 4-15,-5 6 1 16,-1 3 0-16,0 1-1 16,-1 6-1-16,-5 0 0 15,-2 2 0-15,0-1 0 16,-1 3 1-16,3-1 0 0,1 2 0 15,2-5 1-15,3-1 0 16,0-6 1-16,12-7-1 16,3-4-4-16,8-8 0 15,4-8 7-15,4-6-1 16,5 0 1-16,9-12 0 16,3-11-3-16,4-11-3 0,2-7-39 15</inkml:trace>
  <inkml:trace contextRef="#ctx0" brushRef="#br0" timeOffset="84903.25">1668 11353 33 0,'0'-10'3'0,"-1"3"8"0,-1-1 1 0,0-1 0 0,-2 2 3 16,-1-1-1-16,-1 2-4 15,-2 1-1-15,2 1-3 16,-3 2-1-16,1 1 1 16,-2 1-3-16,-3 0-5 15,2 3 4-15,-5 7-5 0,1 3 5 16,-3 1-1-16,1 0-5 16,0 3-1-16,-3-1 7 15,2 4-1-15,-2 1-2 16,-1-1 3-16,2 3-2 15,1 1 2-15,-1 0-2 16,2 3 0-16,3-3 1 0,3 0-1 16,1-1 1-16,3 0-1 15,4-2 0-15,3-1-1 16,0 0 2-16,0 0-1 16,8-3-2-16,6 1 0 15,0-2 7-15,-1 0-5 0,4-1 1 16,0 1-1-16,-1 1 1 15,-3 0-1-15,-2 1 0 16,-2 1 0-16,-4 4 0 16,-5 1 0-16,0 1-1 15,-5 2 3-15,-11 3 5 0,-3 1 1 16,-8-1-5-16,-4 2 8 16,-3-1-8-16,1-2 2 15,-2 0 4-15,2-4-5 16,6-2 0-16,3-3-2 15,6-3-1-15,5-4 0 0,3-5 0 16,8-1 0-16,2-2-2 16,0-3-13-16,10-2 6 15,5 0 11-15,5 0-2 16,2-5 0-16,1-1 0 16,3 0-1-16,1 2 1 0,-2 3-1 15,0 1 0-15,-6 1 0 16,0 13-1-16,-4 5 0 15,-6 5-3-15,-2 7 2 16,-7 6 0-16,0 6 3 16,-2 3 0-16,-8 4 1 0,-1 4 1 15,-2 1 1-15,2 1 0 16,0-2 1-16,4-1-3 16,7-6 0-16,0-6 0 15,5-6 1-15,10-11-2 16,10-4-1-16,10-8-2 0,8-11 4 15,10-3-2-15,10-22-2 16,7-12-27-16,3-17-71 16</inkml:trace>
  <inkml:trace contextRef="#ctx0" brushRef="#br0" timeOffset="85934.62">1572 11386 66 0,'4'-10'3'0,"-2"1"0"0,0-1 2 0,-2 3 3 0,0 3 2 16,-2-2 5-16,-5 2-4 15,-5 1-5-15,2 2 1 16,-1 1-6-16,-4 0-2 16,1 0-1-16,-3 7 4 15,0 2-1-15,-3 3 1 0,1 2-6 16,0 3 5-16,2 2 1 16,-4 1-3-16,3 1 0 15,1 6 2-15,1 0-1 16,1 4 1-16,0 1 0 15,3 0 0-15,3 1-1 0,2 1 0 16,4-4-1-16,3-2 1 16,0-2 1-16,2-5-1 15,10 0-2-15,3-2 3 16,6-3-1-16,1-1-1 16,0-1 2-16,3 1 0 0,-2-1-3 15,-3 0 6-15,-3 2-4 16,-6 2 1-16,-3 0-1 15,-6 5 1-15,-2 3 2 16,-14 2 0-16,-6 3 10 16,-9 1-6-16,-4 0 0 0,-4 0 0 15,-1-3-3-15,3 0 1 16,4-4-1-16,3-5-3 16,9-4 1-16,5-5-1 15,5-4 1-15,5-2 0 16,4-5-1-16,0 0-4 0,7 0 7 15,6-8 0-15,7 0-2 16,5-5-1-16,4 0-1 16,-2 5 0-16,2 4 1 15,-3 4-1-15,-3 2-1 16,-7 16 0-16,-7 7-2 16,-5 11-2-16,-4 8 1 0,-4 8 3 15,-11 6 2-15,-4 6 0 16,1 3 0-16,0 1 1 15,5-5 3-15,10-4-3 16,3-6 0-16,23-11 1 16,17-13-3-16,20-12 2 0,21-17-2 15,19-9-8-15,12-36-99 16</inkml:trace>
  <inkml:trace contextRef="#ctx0" brushRef="#br0" timeOffset="96430.12">14765 16578 111 0,'0'0'8'0,"0"0"24"0,0 0-7 0,0 0-9 15,0 0-8-15,0 0 3 0,0 0-4 16,0 0 4-16,0 0 3 16,0 0-1-16,0 0-5 15,0 0-6-15,-13-31-3 16,13 34 0-16,2 10-5 16,4 4 10-16,0 7-2 15,4 1-1-15,-3 8 1 16,2 1-2-16,2-1 0 0,0 0 1 15,-3-1-1-15,2-1 0 16,-4-2-1-16,1-6-15 16,-2-2-7-16,2-8-16 15,-7-8-22-15,2-5-63 0</inkml:trace>
  <inkml:trace contextRef="#ctx0" brushRef="#br0" timeOffset="96926.64">14899 16520 57 0,'0'0'2'0,"0"0"8"0,33-37 10 15,-21 26-3-15,2 1-3 16,-2 0 1-16,0 5-1 15,1 1-2-15,-2 2-7 16,-1 2 0-16,1 0-4 16,-1 2-1-16,-4 4 1 0,0 5-2 15,-4 1 0-15,-2 0 1 16,0 3 0-16,-2 2 2 16,-8 0-1-16,-3 2 0 15,-2 1 0-15,-1-2-1 16,1 0 1-16,-3-1-1 0,2-1 0 15,1-2 0 1,2-1 1-16,3-3-1 0,3-2 1 16,1-1-1-16,4-1 0 15,2 0 0-15,0 1-1 16,0-2 1-16,8 3 0 0,1 0 1 16,1-1-1-16,0 0 5 15,3 2 0-15,-1-2 5 16,1 0 0-16,1 2-5 15,1 0-3-15,0 0-1 16,-1-1 0-16,0 1-2 16,1 0-4-16,-2-1-24 0,-1-2-8 15,-3-5-7-15</inkml:trace>
  <inkml:trace contextRef="#ctx0" brushRef="#br0" timeOffset="97518.55">15149 16652 235 0,'0'0'4'0,"0"0"21"16,0 0-14-16,0 0-8 0,0 0-3 16,0 0 0-16,0 0-1 15,0 0-1-15,0 0 2 16,0 0 1-16,11 36 1 15,-5-18-1-15,2-1-1 0,-4 3 1 16,3-6-1-16,-3-1 0 16,-2-3-1-16,0-2-9 15,-2-2-3-15,0-4 4 16,0-2 9-16,0 0 2 16,-1-5-2-16,-2-7-2 15,-1-3-8-15,-3-2 0 0,3-3 0 16,-2-1 8-16,4 3 2 15,-1-1-2-15,3 5 7 16,0 0 4-16,3 5-4 16,8 2-2-16,1 4-1 15,5 3-2-15,1 0 1 0,3 0-1 16,-2 9 0-16,2 1 0 16,-2 1 1-16,1 0 0 15,-2-2-1-15,0-1 1 16,-1-2-1-16,-1-1 1 15,-3-3-1-15,-2-2 1 16,-2 0 0-16,-2 0 4 0,-3-7 4 16,-3-6 8-16,-1-3 10 15,0-4-19-15,-3-2-2 16,-7-5-1-16,-1 3 0 16,-2-2-1-16,1 6-4 15,3 1 0-15,-1 6 0 0,4 4 0 16,4 5-4-16,2 4-10 15,0 0-60-15,2 6-4 16,5-1 7-16</inkml:trace>
  <inkml:trace contextRef="#ctx0" brushRef="#br0" timeOffset="98058.31">15715 16426 196 0,'0'0'2'0,"0"0"14"0,0 0 2 0,0 0-10 0,0 0-10 16,0 0 5-16,0 0-3 0,0 0-1 16,-9 57 2-16,6-34 0 15,2 1-1-15,0 0 1 16,0-2-1-16,0-3-8 15,-1-1-11-15,0-2-15 16,-3-4-1-16,-2-1 5 16,1-5 7-16,-1-5 6 0,-1-1 14 15,-2-2 6-15,1-11 4 16,0-6 0-16,3-1 3 16,-4-4 3-16,6 0-1 15,-1 0 2-15,2 3 0 16,3 4 2-16,0 4 2 0,0 4 2 15,8 5-15-15,3 4-5 16,5 0-2-16,2 1 4 16,1 8-3-16,3 2 1 15,2 0 0-15,-4 1 0 16,2-3 1-16,-1-4-1 0,0-1 1 16,-4-4 0-16,0 0 0 15,-3-1 1-15,-3-9 4 16,0-1 9-16,-6-4 1 15,-1-2 3-15,-4-4-8 16,0 1-5-16,0-4-5 0,-6 0-2 16,4 0-14-16,1 1-20 15,1 4-40-15,0 1-29 16</inkml:trace>
  <inkml:trace contextRef="#ctx0" brushRef="#br0" timeOffset="98591.99">16414 16338 83 0,'0'0'4'0,"0"0"3"0,40-16 14 0,-21 7-3 16,3-2 1-16,3 2 0 0,3-3 3 15,3 0-3-15,4-2-6 16,3 1-3-16,2 0-3 16,3-3-5-16,-3 5-1 15,0-1-2-15,-1 3-1 16,-4 0-8-16,-2-1-6 16,-4 2-11-16,-7-1-16 0,-4 0-29 15</inkml:trace>
  <inkml:trace contextRef="#ctx0" brushRef="#br0" timeOffset="98797.46">16983 16044 123 0,'0'0'66'15,"0"0"-63"-15,0 0 4 16,40-20-1-16,-27 20-5 0,2 0 1 15,-1 0-1-15,-1 12-2 16,-2 3 1-16,-5 2-2 16,-3 3-18-16,-3 3-24 15,-8 0-7-15</inkml:trace>
  <inkml:trace contextRef="#ctx0" brushRef="#br0" timeOffset="99075.87">16350 16191 159 0,'0'0'-13'0,"-36"31"24"0,24-13-1 15,3 1-7-15,8 3-2 16,1-2 1-16,4 4 0 16,14-4 3-16,4 0 0 15,6-4 0-15,9-3-6 0,3-5 3 16,5-8-23-16,4 0-23 16</inkml:trace>
  <inkml:trace contextRef="#ctx0" brushRef="#br0" timeOffset="99468.36">17520 15804 204 0,'0'0'30'15,"0"0"-17"-15,0 0 8 16,0 0-13-16,0 0-7 16,0 0-4-16,0 0-7 0,0 0 13 15,-1 30-2-15,-1-7 0 16,1 2 0-16,-3 0 0 16,4 1 0-16,0-4-1 15,0-4 0-15,0-1 3 16,4-3-3-16,0-4 0 15,3-2 1-15,-2-3-3 0,4-1 3 16,-2-2-1-16,3-2 2 16,3 0 0-16,0 0-2 15,3-2 1-15,2-5 0 16,3 0-1-16,4-1-1 16,-3-1-17-16,3-2-21 15,-1-2-47-15</inkml:trace>
  <inkml:trace contextRef="#ctx0" brushRef="#br0" timeOffset="99915.83">18013 15706 190 0,'0'0'9'0,"0"0"6"0,0 0 3 15,0 0-9-15,0 0-7 16,0 0 0-16,0 0 1 16,-45-18-1-16,33 29-3 15,-2 1 1-15,1 2 0 16,1 0 0-16,3 1 0 0,1-3 1 16,4 1-1-16,4-1 0 15,0-2 0-15,0 0-2 16,8-1-4-16,4-1 3 15,0 0 3-15,2-3 1 16,1 1-1-16,2-2 2 0,-1 1-1 16,2 0-1-16,-3-1 1 15,-1 0 0-15,-1 2 1 16,-3-1-2-16,-3 1 0 16,-3 0 1-16,-2 1-4 15,-2-1 0-15,-2 1 4 16,-11 3 0-16,-3 0-1 0,-2 0 3 15,-4 0-2-15,1 0-1 16,0-2-9-16,5-2-32 16,2-6-23-16,5 0-54 15</inkml:trace>
  <inkml:trace contextRef="#ctx0" brushRef="#br0" timeOffset="100185.81">18237 15662 174 0,'0'0'19'0,"0"0"12"16,0 0-30-16,0 0-1 0,0 0 0 0,0 0-2 15,0 0 6-15,13 42 1 16,-9-23-2-16,-2 2-1 15,1 1-1-15,2 1 0 16,0-2-1-16,1-3 0 16,-2-1-5-16,2-5-23 15,-3-2-13-15,0-7-8 0,-2-3-31 16</inkml:trace>
  <inkml:trace contextRef="#ctx0" brushRef="#br0" timeOffset="100399.12">18136 15683 231 0,'0'0'-7'0,"0"0"38"16,0 0-20-16,0 0-10 15,0 0 1-15,40-45 1 0,-18 35 0 16,3 0-3-16,2-1 0 15,2-1 0-15,0 1-11 16,2 0-34-16,-5-1-45 16</inkml:trace>
  <inkml:trace contextRef="#ctx0" brushRef="#br0" timeOffset="101069.79">18575 15695 15 0,'0'0'54'15,"0"0"-53"-15,0 0 0 16,0 0 2-16,0 0 20 0,0 0 9 16,0 0 11-16,0 0-7 15,-13 14-6-15,11-19-14 16,0-1-6-16,0-3-4 15,1 2 0-15,1-1-3 16,0-2-2-16,0-2 0 16,0 0 0-16,0-1-1 0,0-2 1 15,3 0-1-15,-1-2 1 16,2-2-1-16,1-1 1 16,1-1-1-16,0 1-1 15,3 2 1-15,-4 1 0 16,2 3-1-16,-4 4 0 0,-1 3-2 15,-2 5-2-15,2 2-3 16,-1 0-10-16,0 0 8 16,2 4 7-16,0 4-1 15,0 4 4-15,1 1 0 16,2 0 0-16,-1 1 0 0,2 0 1 16,1-1 1-16,0-2-4 15,1-1 4-15,0-3-2 16,0-4-3-16,0 0-1 15,1-3 4-15,1 0 4 16,0-3-3-16,2-4 3 0,-2-1 0 16,-1-2 1-16,-1-3 1 15,1 1-1-15,-3-3 3 16,1-1-5-16,-2 2 1 16,0-1-1-16,-1 3-2 15,-1 4-1-15,0 3 1 16,-1 4-1-16,0 1 0 0,0 6 0 15,0 9-2-15,-1 7 10 16,0 6 3-16,1 6-7 16,1 7-3-16,2 5 2 15,0 6-3-15,2 5-3 16,-6 1-45-16,-2 1-108 0</inkml:trace>
  <inkml:trace contextRef="#ctx0" brushRef="#br0" timeOffset="110048.42">22007 5409 49 0,'0'0'14'0,"0"0"5"0,0 0-7 16,0 0-7-16,0 0-4 15,0 0 0-15,0 0 0 0,0 0 0 16,0 0 3-16,0 0 0 15,0 0-1-15,-14-24-2 16,14 24-2-16,0 0-1 16,0 0 0-16,4 0 0 15,-2 0 2-15,-1 2 0 0,2-1 1 16,0 3-1-16,2-2 1 16,-3-1 0-16,1 0 1 15,1 1-1-15,0-2 2 16,0 0 8-16,3-3 12 15,1-7 5-15,7-8-5 0,7-12-8 16,11-7-4-16,19-10-2 16,8-10-5-16,11-15-6 15,9-15-102-15</inkml:trace>
  <inkml:trace contextRef="#ctx0" brushRef="#br0" timeOffset="124188.22">21853 5372 33 0,'0'0'21'0,"0"0"-2"0,0 0-8 0,0 0-6 15,0 0-5-15,0 0-1 16,0 0 3-16,0 0-1 15,0 0 2-15,0 0 0 16,0 0 0-16,14-25-1 0,-11 25-2 16,1 0 1-16,0 0-1 15,2 0 0-15,1 0 1 16,-1 3-1-16,0 1 2 16,1 3-1-16,0 0-1 0,-2-1 0 15,1-1 1-15,-1 1-1 16,-1 0 1-16,3-2-1 15,-3-1 1-15,1-1 0 16,-1 0 0-16,1-2 0 16,1 0 3-16,1 0 5 15,-1 0 3-15,0-3-1 0,1-4 5 16,2-3-6-16,1-1 0 16,-2-3-5-16,3-2-2 15,2-1 0-15,1-4-1 16,1-1-1-16,2-3 0 15,1-2 0-15,0-3 0 0,1 2 0 16,1-2-1-16,1-1 0 16,0 2 1-16,1 4-2 15,0 5-6-15,-2 4-29 16,-3 2-16-16</inkml:trace>
  <inkml:trace contextRef="#ctx0" brushRef="#br0" timeOffset="124858.84">21954 5334 39 0,'0'0'2'0,"0"0"-1"0,0 0 2 0,0 0-1 0,0 0 3 15,0 0 2-15,0 0 0 16,37 10 3-16,-31-10-2 15,-4 0 4-15,4-7 1 16,0 1 8-16,-1-5-9 0,5-5 1 16,-1-1 2-16,3-3-3 15,4-7-2-15,3-3 2 16,6-4 1-16,4-5-5 16,7-7-5-16,7-4-2 15,7-9-1-15,3-5-2 16,0-6-67-16</inkml:trace>
  <inkml:trace contextRef="#ctx0" brushRef="#br0" timeOffset="126744.21">10259 5456 57 0,'0'0'14'0,"0"0"-15"0,0 0 2 0,0 0-1 15,0 0 0-15,0 0 0 16,0 0-1-16,0 0-5 16,0 0-22-16,36 26 28 15,-29-19-2-15,-1 0 4 16,-1 0 3-16,1 0 0 0,-2-1-2 15,1-1-1-15,0 0 1 16,-2-2 2-16,1-1 5 16,0-1-1-16,-2-1 1 15,1 0 2-15,1-1 12 16,3-9 11-16,2-6-6 0,8-10-12 16,5-10-5-16,10-12-5 15,15-10-5-15,14-13-2 16,8-16-4-16,6-15-79 15</inkml:trace>
  <inkml:trace contextRef="#ctx0" brushRef="#br0" timeOffset="128054.63">16199 5395 23 0,'0'0'36'0,"0"0"-33"0,0 0-3 0,0 0-1 0,0 0 0 16,0 0-3-16,0 0 4 15,0 0 1-15,0 0 0 16,0 0 1-16,37 17 1 15,-28-13-2-15,-2 1 1 16,1-1-2-16,-1 2 0 0,0-2-2 16,-1 0 2-16,1-1 2 15,-3-2-2-15,1 1 1 16,4-2 2-16,-4 0 4 16,3 0 10-16,-2-3-7 15,3-7-1-15,1 1-5 0,1-5 0 16,3-1-1-16,-1-4-1 15,5-3 0-15,-3-1-2 16,3-3 0-16,2-1 0 16,3-1-1-16,3-1-2 15,2-3-15-15,1 1-44 16</inkml:trace>
  <inkml:trace contextRef="#ctx0" brushRef="#br0" timeOffset="138544.74">18248 15175 22 0,'0'0'73'0,"0"0"-65"0,0 0 3 0,0 0-5 0,-39-7-3 16,34 3-2-16,-2 1-1 0,1 0-1 15,-1 0 0-15,-2 2 0 16,-1-1 1-16,-3 1 0 16,1 1 0-16,-1-2 0 15,-2-2 1-15,1 4 0 16,-1-3 0-16,1 2 0 0,0-2 2 16,1 3 1-16,0 0-2 15,0-1 0-15,1 1-2 16,-3 0 0-16,2 0 0 15,-3 0 1-15,-1 0 0 16,-1 1-1-16,-6 5 2 16,2 1-1-16,-1 0 2 0,-2 0-2 15,-1 4-1-15,1-1 0 16,5 0 0-16,-4 0 0 16,2 2 1-16,3-1-1 15,-2-1 0-15,2 5 0 16,-1 0 0-16,0 0 0 0,1 3 1 15,-1 3 1-15,0 0 1 16,-3 3-2-16,4 3 1 16,-5 3 1-16,0-1-3 15,3 0 1-15,-1 1-1 16,3-3 1-16,0 1 0 0,3-2 0 16,1 2 2-16,2 2-1 15,1-1 2-15,2 2 1 16,0 0-2-16,3 2 0 15,3-3-2-15,2 1 1 16,1-3-1-16,1 2 0 0,0-3 0 16,2 0 1-16,5-3 0 15,2 3 2-15,3-3 0 16,0 2-2-16,3 1 0 16,0 0-1-16,2 1 0 15,1 2-1-15,1 1 2 0,0 2-2 16,1-3 0-16,-1 0 1 15,2-3-1-15,-2-2 0 16,3-2-1-16,-2-3 2 16,5-2 2-16,1 1 2 15,1-4 6-15,4 1-1 0,3-2-5 16,0-2-3-16,3 3 1 16,2-4-2-16,0 0-1 15,0-1 1-15,2-1 0 16,1-2 0-16,-2-1 0 15,2 0-1-15,5-5 0 16,-3-1-2-16,2 0 4 0,0 0 2 16,0-10 3-16,-1-1-6 15,-1-1 0-15,2-2 0 16,-3-3 0-16,0 2-1 16,-1-1 0-16,1-2 2 0,-5-1-1 15,-1-1 0-15,-2 0 1 16,2-2-1-16,-6-1 0 15,1-2 1-15,1-1 0 16,-1-3 1-16,-2-2-1 16,2-4 2-16,-3-4 0 0,1 0-2 15,-2-3-2-15,-2-2 2 16,-3 3-2-16,-2-3 0 16,-2 0 0-16,-3 0 1 15,-1-1-1-15,-5 2 1 16,-2 0-1-16,-5 2 2 0,-3 0 0 15,0 4 1-15,-4 2 0 16,-7 0 1-16,-4 0-1 16,0 2-3-16,-6-1 2 15,-1 0-2-15,-2 4-1 16,-4-1 0-16,-2 1 2 16,-3 3-2-16,-2 4 1 0,1 1 0 15,0 2-3-15,2 6 3 16,-3 3-2-16,3 3 1 15,-2 5-2-15,1 3-3 16,-3 0-4-16,1 5-7 16,-2 7-17-16,2 3-46 0,0 2-39 15</inkml:trace>
  <inkml:trace contextRef="#ctx0" brushRef="#br0" timeOffset="139264.56">18416 16325 161 0,'-3'-1'16'0,"1"-1"33"0,1 2-25 0,-1 0-15 16,2 0-6-16,0 0-3 15,0 0-3-15,0 1 1 16,0 6 2-16,3 3-1 15,3 2 1-15,0 4 0 0,0 0-1 16,2 2 0-16,-3 2 0 16,3 1 1-16,-3 3-1 15,2-1 0-15,0 1 2 16,-1 2-1-16,-1 1 1 16,3-3-2-16,-3 2 2 15,2-1 0-15,-1 1-1 0,-1 1 1 16,1-2-1-16,-1 2 0 15,0-1 0-15,-1 0 0 16,-1-1 1-16,-1-1-1 16,2-3 1-16,0 0-1 0,-2-5 0 15,1 0 1-15,0-2-1 16,0-1 0-16,0-3 1 16,0-2-1-16,-1 0 0 15,0 0 0-15,-1-1 0 16,-1 0-3-16,0 2-22 15,0-1-36-15,0 1-7 0,-5-2 32 16</inkml:trace>
  <inkml:trace contextRef="#ctx0" brushRef="#br0" timeOffset="139626.26">18498 17006 112 0,'0'0'33'0,"0"0"-13"0,0 0-3 0,0 0-10 16,0 0-4-16,0 0-6 0,0 0 3 15,0 0 0-15,0 0 1 16,6 12 1-16,0-7 4 16,3 2-4-16,0-2-1 15,2-2 0-15,-1 0 0 16,2-1-1-16,0-2 0 0,-4 0-2 15,3 0 2-15,-3-2 0 16,0-5 1-16,0-3 12 16,-4-2 1-16,0 1-2 15,1 0-2-15,-5-2-5 16,0 5 3-16,0 2-6 0,0 2 1 16,0 4-2-16,0 0-3 15,0 3 4-15,0 12-19 16,0 7-24-16,-5 5-20 15,0 5-56-15</inkml:trace>
  <inkml:trace contextRef="#ctx0" brushRef="#br0" timeOffset="140344.79">18672 17403 50 0,'0'0'172'15,"0"0"-154"-15,0 0-3 0,0 0-6 16,0 0-9-16,0 0-5 16,0 0 5-16,0 0 2 15,-5 51-1-15,3-31 1 16,-1-1-2-16,1 1 0 15,0-2 0-15,0-4-3 0,0-1-8 16,-3-6-4-16,2-2-2 16,0-5 10-16,0 0 9 15,-3-3-2-15,1-8-3 16,-2-2 6-16,2-4 3 16,-2-1 4-16,3-3-8 0,2 0 1 15,1 0-1-15,1-1 1 16,0 4 0-16,1-1 5 15,4 1-3-15,3 1-2 16,2 3 1-16,-3 2-2 16,2 2-2-16,2 1 1 0,-4 4-1 15,3 1 0-15,-4 4 0 16,2 0-3-16,-3 1-9 16,-1 12-15-16,-2 5-10 15,-2 2 16-15,-2 6 0 16,-7-2 3-16,-2 2 6 15,-1-4 12-15,4-3 5 0,-1-5 4 16,4-2-1-16,3-4-6 16,2-2-1-16,0-3-1 15,4-1 0-15,5-2 1 16,1 0 5-16,1 0 7 16,3 0 2-16,-2 0-7 0,3 0-5 15,-1 3-1-15,0 3-2 16,0 1 0-16,-4 0-1 15,-2 0-1-15,-2 3 4 16,-4-1-1-16,-2-2-1 16,0 0 2-16,-2 0 5 0,-7-1 7 15,-2 1 4-15,-2 0-15 16,0 0-3-16,3-3-5 16,-1-1-28-16,2-3-24 15,4 0-23-15</inkml:trace>
  <inkml:trace contextRef="#ctx0" brushRef="#br0" timeOffset="140707.44">18878 17463 2 0,'0'0'88'0,"0"0"-79"0,0 0 4 0,0 0 3 16,39-20 0-16,-33 14-7 15,0 0 5-15,-2-2 4 16,-3 1-2-16,0 2-1 0,-1-3 0 16,0 3-3-16,0-1-4 15,-4 4-4-15,-2-2-1 16,-2 4-3-16,-3 0 6 16,1 0-8-16,-2 10 1 15,1 6 1-15,0 2-3 16,0 2 2-16,3 4 1 0,2-1 0 15,4-1 0-15,2-3 0 16,0-2 1-16,8-5-2 16,6-2 1-16,6-5-3 15,1-2 3-15,4-3-3 0,1 0-17 16,0-10-20-16,0-3 2 16,-2-5-8-16</inkml:trace>
  <inkml:trace contextRef="#ctx0" brushRef="#br0" timeOffset="141028.57">19070 17133 82 0,'0'0'8'0,"0"0"17"0,0 0 9 16,0 0-6-16,0 0-4 15,0 0 0-15,0 0-2 16,0 0-5-16,0 0-10 16,-27-28-3-16,27 35-2 15,0 8-2-15,0 4 0 16,0 7 1-16,5 4 0 0,1 5 0 16,-2 2-1-16,2 2 1 15,2-1-1-15,1-1 0 16,-3-5-5-16,3-4-7 15,-1-3 3-15,1-8-5 0,-1-3-23 16,-1-8-30-16,-1-6-17 16</inkml:trace>
  <inkml:trace contextRef="#ctx0" brushRef="#br0" timeOffset="141327.2">19157 17018 209 0,'0'0'-7'0,"0"0"37"0,0 0-12 16,0 0-6-16,0 0-6 16,0 0 0-16,0 0-6 15,0 0-6-15,0 0 5 16,-12 2-2-16,13 22 3 0,3 6 3 15,0 4 0-15,1 0-1 16,-1 5 0-16,4-1-2 16,1-1 1-16,1-2-5 15,1-4-15-15,2-5-9 16,3-5-11-16,0-4-11 0,0-9-8 16</inkml:trace>
  <inkml:trace contextRef="#ctx0" brushRef="#br0" timeOffset="141640.45">19398 17364 48 0,'0'0'91'0,"0"0"-47"15,0 0-24-15,0 0-10 16,0 0-7-16,2-44-2 16,-2 34 3-16,-5 1 3 15,0-1 5-15,0 4 0 16,-4-1 0-16,4 2-6 0,-3-1 2 15,3 6-4-15,-4 0-1 16,2 0 3-16,1 0-4 16,1 11-3-16,0 4 2 15,1 3-1-15,2 1 1 0,2-1-1 16,0 0 1-16,0-3 1 16,9-4-2-16,1 0-2 15,4-2-7-15,0-5-13 16,1-1-5-16,1-3-14 15,1 0-11-15,-2-4 9 16,-1-8 0-16</inkml:trace>
  <inkml:trace contextRef="#ctx0" brushRef="#br0" timeOffset="141988.04">19534 17261 127 0,'0'0'46'0,"0"0"-3"0,0 0-21 16,0 0-17-16,0 0-3 15,0 0 2-15,0 0-2 16,0 0-2-16,0 0 2 16,35 6-2-16,-25 4 1 15,-4 1 2-15,2 2-3 0,-3 1 0 16,3-2 0-16,-5-1 0 16,0-1-2-16,-2 0 0 15,-1-6 0-15,0 0 7 16,0-1-3-16,-3-3 4 15,-3 0-2-15,-2 0 11 0,2-4 1 16,-2-3-5-16,3-6-2 16,-1 0-2-16,2-1 1 15,3-3-6-15,1-3 0 16,0 0-4-16,11-4 3 16,2 0-8-16,4 1-5 15,0 0-15-15,1 1-3 0,-3 2-46 16,-5 4-55-16</inkml:trace>
  <inkml:trace contextRef="#ctx0" brushRef="#br0" timeOffset="142351.12">19011 17199 110 0,'0'0'17'0,"0"0"-11"0,0 0 20 0,0 0 13 0,63-31-10 16,-16 5-13-16,17-11-5 16,24-14-6-16,24-16-2 15,18-18-3-15,18-15-118 16</inkml:trace>
  <inkml:trace contextRef="#ctx0" brushRef="#br0" timeOffset="185924.4">20295 15372 84 0,'0'0'2'0,"1"0"-1"0,0 0 1 16,1-4 8-16,0 1 8 16,0-1 4-16,0 0 2 15,2 1 1-15,-2-1-7 0,2 1-8 16,2 0-9-16,-2 0 0 15,3-1-2-15,3 1 1 16,1 0 0-16,3-2-1 16,3 0 3-16,3 2 3 15,1-2-4-15,5 0 1 0,0 1-1 16,2 2-1-16,0 0-1 16,0-1 2-16,0 2 0 15,0-2-1-15,-1 1 0 16,1-2 0-16,-1 1 0 15,-1 1 0-15,-2 0 1 0,-2 1-1 16,-4 1 0-16,-2 0-5 16,-3 0-23-16,-6 0-29 15,-1 0-23-15</inkml:trace>
  <inkml:trace contextRef="#ctx0" brushRef="#br0" timeOffset="186166.51">20849 15199 165 0,'0'0'1'0,"0"0"11"0,0 0 12 0,42-8-11 0,-32 8-11 0,-3 5-2 15,-1 8 0-15,-3 7 0 16,-2 3-4-16,-1 8-14 16,0 2-25-16,-4-1-36 15</inkml:trace>
  <inkml:trace contextRef="#ctx0" brushRef="#br0" timeOffset="189532.61">20671 15169 61 0,'-2'0'13'0,"1"0"3"0,-1 0-7 0,2 0 0 0,0 0 4 15,-1 0-5-15,1 0-3 16,0 0 0-16,0 0 3 16,0 0-7-16,0 0-2 15,0 0-7-15,0 0 7 16,0 2 1-16,1 1-3 0,2 0 2 15,0 1-3-15,4-1 4 16,-4 1-1-16,2-1 0 16,0 1 1-16,0 0-1 15,3-1 1-15,-2 0 0 0,2 1 1 16,-2 0-1-16,3 2 0 16,1-2 2-16,-1 2 1 15,1-2-2-15,0 1 0 16,-2 0-1-16,0 2 1 15,0-2-1-15,-1 0 0 16,0 1 1-16,-1 1-1 0,1 1 0 16,1-2 0-16,-3 0 0 15,2 0 0-15,-4-1 0 16,1 0 1-16,0 2-1 16,-2-3 1-16,-1 3 0 15,0 2 1-15,-1 2 3 0,0 2-3 16,-2 2-1-16,-6 5-1 15,-2 1 0-15,-1 2 0 16,-2 3-1-16,0-1-13 16,-6 1-22-16</inkml:trace>
  <inkml:trace contextRef="#ctx0" brushRef="#br0" timeOffset="190451.99">20640 15116 24 0,'0'0'3'0,"0"0"17"0,0 0-1 16,0 0-4-16,0 0 3 15,0 0-4-15,0 0 1 16,0 0-3-16,0 0-2 0,0 0-3 16,0 0-9-16,0 0 4 15,0 0-2-15,0 0 1 16,20-20-2-16,-14 20 1 15,1 0 0-15,1 0 0 16,-1 0-2-16,1 1 2 16,4 3 0-16,-4 0 2 0,2 2-2 15,3-1 0-15,-1 0 0 16,1 2 0-16,1-1 0 16,1 1 0-16,0-1 0 15,-1 1 0-15,1 1 0 16,-1 1 0-16,-2-1-2 0,-2 5 2 15,-3 3-1-15,-3 4-2 16,-4 7 5-16,0 11 0 16,-11 12 3-16,-11 9 0 15,-7 15 1-15,-9 14-4 16,-12 20-2-16,-12 17 0 0,-9 7-28 16</inkml:trace>
  <inkml:trace contextRef="#ctx0" brushRef="#br0" timeOffset="191525.58">21464 14929 83 0,'0'0'3'0,"0"0"-3"0,1 0-17 0,-1 0-33 16</inkml:trace>
  <inkml:trace contextRef="#ctx0" brushRef="#br0" timeOffset="191878.2">21464 14929 4 0,'-13'17'29'0,"12"-17"-3"16,1 0-3-16,-2 0-1 0,2 0 2 16,-3 0 0-16,3 0-5 15,0 0-8-15,0 0-9 16,0 0-3-16,0 0 0 16,0 2 2-16,0 6-1 0,0-1 1 15,0 3-1-15,0 3 0 16,0-2 1-16,0 1-1 15,0 1 0-15,0-2 0 16,0 0 1-16,0-1-1 16,0-3 0-16,3 0 0 0,-3-1 0 15,2 3 0-15,-2-1 1 16,0 2-1-16,0 1 0 16,0 4 0-16,-2-2-1 15,-3 1 1-15,2 0-4 16,0-3-12-16,2-2-17 15,-4-4-17-15</inkml:trace>
  <inkml:trace contextRef="#ctx0" brushRef="#br0" timeOffset="192372.31">21428 15020 104 0,'0'0'6'15,"29"-38"13"-15,-10 19 2 16,0 2 0-16,3 3-6 16,-2 0 7-16,3 4-3 0,-2 2-4 15,0 2-5-15,-5 4-8 16,0 2-1-16,-4 0 0 16,-3 8-1-16,-5 6-4 15,-2 4-4-15,-2 6 9 16,0 2 1-16,-8 1-8 0,-5 1 2 15,-6-1 4-15,0-1 0 16,-1-5 0-16,-1-3 1 16,6-5-1-16,2-3 0 15,5-4 2-15,6-3-1 16,2-2-5-16,1-1-6 0,9 0 6 16,5 0 12-16,1 0 3 15,2-1-1-15,1 1-6 16,-3 0-2-16,2 0 1 15,-4 1-3-15,-1 6 3 16,-4 3-3-16,-3 0 0 0,-2 1-6 16,-4 1 6-16,0 1 3 15,-12-1-2-15,-5 1 1 16,-8 0-1-16,-1 1 0 16,-3-2-9-16,0-1-2 15,4-3-1-15,2-3-14 0,10-4-10 16,6-1-4-16,5-6-20 15</inkml:trace>
  <inkml:trace contextRef="#ctx0" brushRef="#br0" timeOffset="192635.52">21845 15066 126 0,'0'0'15'0,"0"0"-5"0,0 0 0 0,0 0 1 16,-28 45 3-16,18-28 1 15,0-1 2-15,5-1-6 16,1 2-5-16,2-4-3 16,2-1-2-16,0-2-1 0,2-2 0 15,7-1-3-15,1-3-2 16,4-2 5-16,0-2 3 15,2 0-32-15,-1-9-50 16</inkml:trace>
  <inkml:trace contextRef="#ctx0" brushRef="#br0" timeOffset="192770.67">21832 14983 198 0,'0'0'-44'0,"0"0"56"15,0 0-11-15,0 0-23 16,0 0-45-16</inkml:trace>
  <inkml:trace contextRef="#ctx0" brushRef="#br0" timeOffset="192997.81">22051 15194 258 0,'0'0'-3'0,"0"0"9"16,0 0-3-16,0 0-1 16,52-18 1-16,-30 11-3 15,2-3 1-15,6 1-1 16,5-1 1-16,4-2-22 0,-1-2-64 15</inkml:trace>
  <inkml:trace contextRef="#ctx0" brushRef="#br0" timeOffset="193716.76">22620 14966 231 0,'0'0'19'16,"0"0"1"-16,0 0-14 15,-44-5-5-15,22 7 0 16,2 10-1-16,-7 2 1 0,3 5-1 16,1 2 0-16,8 0 1 15,4-2-2-15,6-1 1 16,5-4-1-16,0-4-2 16,9-3-2-16,2-4-4 15,7-3 6-15,-1 0 3 0,6-6 1 16,0-5 1-16,3-6-1 15,-1-4-4-15,0-1-2 16,-1-6 0-16,-4 1 5 16,-3-4 0-16,-3-3-1 15,-4 1-19-15,-2-1 2 16,-5 0 1-16,-3 3 11 0,0 1 4 16,-1 2 2-16,-7 3 3 15,-2 5 1-15,-1 3 0 16,1 4 4-16,-1 5 6 15,-1 4-5-15,3 4-5 0,0 0 0 16,-1 0-2-16,2 11-2 16,0 5 0-16,0 4 0 15,1 4 0-15,5 5 1 16,0 1 2-16,2 4 0 16,0-1 1-16,0 4-1 15,5-3 0-15,2 3-2 16,0-3 0-16,1-4 0 0,0-3-1 15,2-6 1-15,1-2-2 16,-3-5 1-16,4-6-4 16,0-2 0-16,3-2 5 0,0-4-4 15,2 0-8-15,0-5-6 16,2-7 8-16,-4-3 2 16,0-4 6-16,-4-1 1 15,-2-1 1-15,-3 4 4 16,-2 2 4-16,-2 4 11 15,0 6 4-15,-2 1-4 0,0 4-10 16,0 1 1-16,0 10-11 16,-2 3 0-16,0 2 1 15,0 4-1-15,2-1 0 16,0-1 0-16,0 0 0 16,2-5-1-16,3-3-23 0,-1-6-65 15</inkml:trace>
  <inkml:trace contextRef="#ctx0" brushRef="#br0" timeOffset="193858.89">22859 14871 259 0,'0'0'-9'0,"0"0"23"0,0-38-9 15,6 28-7-15,2 1-34 16,2-1-50-16</inkml:trace>
  <inkml:trace contextRef="#ctx0" brushRef="#br0" timeOffset="194221.23">23019 14909 214 0,'0'0'-2'16,"0"0"-8"-16,0 0 20 15,0 0 6-15,0 0-6 16,0 0-8-16,35 18 1 0,-28-8 3 16,2 1-2-16,-2 3 0 15,2 0-2-15,-6 3-2 16,-1-2 5-16,-2-1-5 16,0 0 1-16,-1-5-2 15,-9 0-2-15,-2-4 1 0,1-2 4 16,-1-2-1-16,4-1 2 15,1 0 8-15,3 0 8 16,2-1-4-16,2-5-5 16,0-3 4-16,8-4 2 15,6-5-16-15,5 2-1 0,4-4-29 16,2 2-4-16,-4 1-2 16,1 4-15-16,-2 3-12 15,-1 2 19-15</inkml:trace>
  <inkml:trace contextRef="#ctx0" brushRef="#br0" timeOffset="194528.36">23295 14946 95 0,'0'0'25'0,"0"0"-12"16,0 0 8-16,0 0-10 16,0 0-3-16,0 0-4 15,0 0 9-15,0 0 36 0,0 0-9 16,13 15-33-16,-12-24-5 15,-1-2-1-15,0-1-1 16,0 1 0-16,0 0-1 16,-4 2-1-16,-4 2 0 15,0 3-4-15,0 3 10 0,-1 1-3 16,-3 2-1-16,3 10 0 16,-1 3 0-16,0 6 0 15,4-1 0-15,5 3 0 16,1-4 0-16,0-1-2 15,4 0 2-15,10-4-2 0,0-4-15 16,4-4-34-16,3-4-32 16</inkml:trace>
  <inkml:trace contextRef="#ctx0" brushRef="#br0" timeOffset="194998.83">23513 14922 110 0,'0'0'13'0,"0"0"16"15,0 0-7-15,0 0 4 16,0 0 5-16,0 0-20 16,0 0-9-16,-41-9 1 0,28 27-1 15,0-1 0-15,4 6 0 16,4-1-1-16,4-2 0 16,1-1-1-16,0-4 0 15,6-2 0-15,3-4-1 16,2-2-1-16,-1-4 5 0,3-3-1 15,2 0 3-15,3-2-5 16,-4-9 5-16,2-4-1 16,-1-2 0-16,-3-7-2 15,1 0 0-15,-1-7-2 16,-1-3 1-16,1 0-1 16,-1-2 1-16,1-1-2 0,-1 4 1 15,-3 4 0-15,-1 6 0 16,-4 6 1-16,-3 6 0 15,0 5 3-15,0 6 3 16,-4 0 2-16,-5 11-5 16,3 6-2-16,-4 5-2 0,5 3 0 15,-4 5 1-15,6-3-1 16,1 1-1-16,0 1 1 16,2-4 0-16,0 2-1 15,0-5-3-15,-1 0-16 16,0-2-29-16,-1-4-20 0,-2-5-10 15</inkml:trace>
  <inkml:trace contextRef="#ctx0" brushRef="#br0" timeOffset="195232.16">23614 14881 193 0,'0'0'-9'0,"0"0"38"0,0 0-3 16,42-40-10-16,-27 36-4 15,-1 1-3-15,1 3-6 16,-3 0-1-16,-3 4-2 0,-1 9-1 16,-3 4 0-16,-5 3 6 15,0 4-1-15,0 0-2 16,0-4-1-16,-2 0 1 16,-3-1-1-16,1-4-12 15,1-3-10-15,1-4-31 0,2-6-42 16</inkml:trace>
  <inkml:trace contextRef="#ctx0" brushRef="#br0" timeOffset="195382.66">23811 14814 196 0,'0'0'15'15,"0"0"11"-15,0 0-22 16,0 0-4-16,0 0-28 15,0 0-56-15,0 0-8 0</inkml:trace>
  <inkml:trace contextRef="#ctx0" brushRef="#br0" timeOffset="195666.58">23917 14854 48 0,'0'0'98'0,"0"0"-92"16,0 37 13-16,-3-21-3 15,0 1-4-15,-4-2-2 16,3 1-4-16,3-5-2 16,1-1 2-16,0 0 0 0,0-7 1 15,0 0-5-15,3-3 1 16,6 0 4-16,-4 0 2 16,5-6-2-16,-3-4 1 15,0 0-3-15,-1-4 1 16,-3 0 1-16,-2-2 0 0,-1-1-2 15,0 3-3-15,0 0-2 16,-4 5-1-16,-3 4-18 16,-2 3-10-16,1 2-63 15</inkml:trace>
  <inkml:trace contextRef="#ctx0" brushRef="#br0" timeOffset="196106.43">24063 14855 165 0,'0'0'7'0,"0"0"17"16,0 0 3-16,0 0-1 16,0 0-8-16,0 0-15 15,0 0-3-15,0 0 0 16,0 0 0-16,26 3 7 0,-24 7-4 15,-2-3-3-15,0 1 2 16,1-3-2-16,-1-1-7 16,0-1 1-16,0-3 3 15,-3 0 7-15,-3 0-3 16,0 0 0-16,1-1 1 0,2-5-1 16,2-1-1-16,1-3-7 15,0 2 10-15,4-1-3 16,3-1 1-16,5 0 3 15,-2 3-4-15,1 1 2 16,2 3-1-16,0 3-1 0,-1 0 1 16,1 0-1-16,-1 0 0 15,-2 2 1-15,-2 4-1 16,0-1-1-16,-3 2-10 16,1-1-22-16,-1-2-19 15,-1-1 3-15,0-3 13 0,-1 0-36 16</inkml:trace>
  <inkml:trace contextRef="#ctx0" brushRef="#br0" timeOffset="196443.07">24275 14797 76 0,'0'0'72'15,"0"0"-29"-15,0 0-8 16,43-45-13-16,-32 39-13 0,0 3-2 16,0 3 0-16,-3 0 1 15,0 0-5-15,3 9 3 16,-6 5-2-16,0 3-2 15,0 4 1-15,-4-1 1 16,-1 3-1-16,0-4-3 0,-1-1 0 16,-7-5 1-16,-2-5-1 15,1-1-3-15,-3-4 4 16,3 0 0-16,1-3-1 16,0 0 0-16,4-3 0 0,3-4 0 15,-2-1-3-15,3-1 0 16,0 1 7-16,0 0-2 15,1 1 1-15,4 4 2 16,1-1-2-16,4 4-2 16,0 0-1-16,-1-1 0 0,5 1-1 15,-1-2-15-15,0-1-25 16,1-4-52-16</inkml:trace>
  <inkml:trace contextRef="#ctx0" brushRef="#br0" timeOffset="196620.65">24581 14638 232 0,'0'0'23'16,"0"0"-19"-16,0 0-8 16,0 0 8-16,-2 51 1 0,-4-21-4 15,-3 6 2-15,-3 4-3 16,-1 2-4-16,-9-1-87 15</inkml:trace>
  <inkml:trace contextRef="#ctx0" brushRef="#br0" timeOffset="197182.41">22597 15857 191 0,'0'0'-6'0,"0"0"17"15,0 0-11-15,0 0-1 16,0 0 2-16,0 0 1 0,0 0 5 16,0 0 6-16,0 0 3 15,0 0-3-15,35 12-4 16,-27 3-1-16,3 0-6 15,0 2 0-15,1 0-1 0,2 0 0 16,-1-2-1-16,1-1 0 16,-1-3-2-16,1-4-21 15,-7-2-36-15,1-5-33 16</inkml:trace>
  <inkml:trace contextRef="#ctx0" brushRef="#br0" timeOffset="197381.29">22744 15831 275 0,'0'0'15'0,"0"0"3"16,0 0-16-16,0 0-3 16,0 0 1-16,-37 56 0 15,29-27 0-15,-3 3 0 16,2 2-1-16,2 0-22 15,-3 0-38-15,0-3-50 0</inkml:trace>
  <inkml:trace contextRef="#ctx0" brushRef="#br0" timeOffset="198235.29">22776 15564 59 0,'0'0'7'0,"0"0"23"16,0 0-2-16,0 0-8 15,0 0 1-15,0 0-6 16,0 0-3-16,0 0-5 15,-40-37-4-15,33 34 0 16,0 2 5-16,0-2-7 0,-3 3-2 16,1 0 2-16,1 0-2 15,-5 0 1-15,0 0 0 16,0 0 1-16,-3 0 1 16,2 4 0-16,-4-1-1 15,1 3-1-15,1-2 2 16,-2 3-1-16,2 1-1 0,-4 1 1 15,2 5 0-15,-5 2-1 16,3 5 0-16,-4 5 0 16,1 5 0-16,-1 4 1 15,1 3 0-15,1 3 1 0,3 3 4 16,4 6-2-16,2 1-1 16,4 4 0-16,4 3 1 15,4 2 1-15,1-2 1 16,2 2 1-16,10-5-3 15,2-1 0-15,5 0-3 0,3-3 0 16,2-1 2-16,2-3-3 16,4-5-2-16,2-6 1 15,6-8 0-15,-2-6 1 16,5-8 3-16,0-7 10 16,1-5-6-16,-1-2 4 15,1-6-4-15,-1-8-1 0,0-7-1 16,-2-4 0-16,0-9 1 15,0-4-2-15,-4-9 5 16,1-8 1-16,-4-7-3 16,-3-8-3-16,-4-5-1 15,-5-3-1-15,-9 0 0 0,-6-1-1 16,-5-1 0-16,-3 2-1 16,-22-1-7-16,-12 3-11 15,-15-2-15-15,-17 3-24 16,-23 3-84-16</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14:22.268"/>
    </inkml:context>
    <inkml:brush xml:id="br0">
      <inkml:brushProperty name="width" value="0.05292" units="cm"/>
      <inkml:brushProperty name="height" value="0.05292" units="cm"/>
      <inkml:brushProperty name="color" value="#FF0000"/>
    </inkml:brush>
  </inkml:definitions>
  <inkml:trace contextRef="#ctx0" brushRef="#br0">5449 3953 15 0,'0'0'19'0,"0"0"-16"0,-37 0 6 0,24 0 4 16,3 0-3-16,-1-1-2 0,-1 1 0 16,6-4 2-16,-1 1-3 15,1 0 0-15,1 2-1 16,0-2 2-16,1 0-3 15,-1 3-4-15,1 0 0 16,0 0-1-16,-2 0 2 0,3 0-2 16,-2 0 0-16,3 0 1 15,-2 0 0-15,4 0-1 16,0 0-1-16,0 0 1 16,0 2 0-16,0-1 2 15,4 2 1-15,0-2 1 0,3 1-1 16,2 2-1-16,-3 0-1 15,4-1-1-15,-1 1 0 16,0 1 0-16,1 0 1 16,2 1-1-16,1-1-1 15,3 0-1-15,0-1 3 0,2-1-1 16,4 0 3-16,0-2 4 16,3 1 2-16,0-2-4 15,4 1-2-15,-3-1 1 16,1 0 0-16,0 0-2 15,-2 0 0-15,3 0-1 0,-1 0 0 16,-2 1-1-16,4 1 1 16,0-2-1-16,1 1 1 15,3-1-1-15,1 0 0 16,1 0 0-16,1 0-1 16,-1 0 2-16,2-4 0 15,-1 1 1-15,1-1 0 0,1-1 1 16,-2 3-3-16,4-1 0 15,-2 0 1-15,0-1 0 16,0 2-1-16,-3 2 1 16,4-1-1-16,-1 1 0 15,-2 0-2-15,4 0 3 0,2 0-1 16,1 3 1-16,4 0-1 16,-3-2 0-16,4 0 0 15,0-1 0-15,0 0 1 16,2 0-1-16,2 0 0 15,0 0 0-15,-2-1 0 0,4-2 1 16,-2 0-1-16,0-1 0 16,-2-1 0-16,3 3 0 15,0-1 0-15,0-1 0 16,1 1 0-16,0 0 1 16,2 3-1-16,-3-1 0 15,5 1 0-15,0 0 0 0,-1 0 0 16,3 0 0-16,-2 0 1 15,2-3-1-15,-1 3 0 16,1-1 0-16,-2 1 0 16,-3 0 0-16,2 0 0 0,-1 0 0 15,-1 0 0-15,1 0 0 16,-2 1 1-16,0 3-1 16,-1-1 0-16,-2 0 2 15,-2 0-2-15,1 0 1 16,-3 0 0-16,4 1-1 0,-4 0 1 15,2-1 0-15,1 3-2 16,-1-1 2-16,4 0-1 16,-1-1 0-16,3 0 0 15,1 0 0-15,0-2 1 16,0-1-1-16,-2 0 0 16,-1 1 0-16,-1-2 0 0,-2 1 1 15,0-1-1-15,2 0 0 16,-2 0 1-16,2 0 0 15,2 0 0-15,2 0 3 16,2-4-2-16,1 0 1 16,1-2-2-16,-3 2 0 0,-2 0 0 15,1 1 1-15,-3-1-2 16,-4 1 0-16,-2-1 0 16,-4-1 1-16,4 2-1 15,-3 0 2-15,1-1 0 16,2 1-1-16,2-1 0 0,2 0 0 15,-3 0 0-15,3-1 0 16,-5 1 0-16,2-2 1 16,-2 1 1-16,0 2-2 15,0-1 0-15,-1 1 0 16,-3 1 0-16,-2 1-1 0,1 1 1 16,-5 0-1-16,0 0 1 15,1 0-1-15,-1 0 1 16,4 0-1-16,-1 0 0 15,3 0 0-15,-1 0 0 16,0 0 0-16,-1 1 1 0,1-1-1 16,-1 0 0-16,0 0 0 15,1 2 0-15,-1-2 1 16,0 3-2-16,3 2 1 16,-5 4-3-16,-4 2-17 15,-3-1-60-15,-4 0-20 0</inkml:trace>
  <inkml:trace contextRef="#ctx0" brushRef="#br0" timeOffset="2120.89">5637 3063 29 0,'-27'3'-5'0,"0"-3"8"0,1 0 4 0,1 0-1 16,1 0 1-16,1 0-4 15,0 0-2-15,-1 0-1 16,-2 0 0-16,1 1 0 0,-2-1 1 15,0 3-1-15,0 0 0 16,1 0 0-16,-1 1 0 16,0 2 1-16,-2 1-2 15,2 1 2-15,0 2-2 16,0 0 1-16,5 0 1 16,0 0-1-16,1 0 0 0,2 3 0 15,3 1 0-15,-1 0 3 16,3 3-2-16,1 2-1 15,-1 2 1-15,3 2-1 16,-1 1 1-16,3 3-1 16,-1 0 0-16,3 3 1 0,0-1-1 15,4 1 1-15,1 2-2 16,0 0 1-16,2-1 0 16,0-1 1-16,0 0-1 15,4-3 0-15,1 0 0 16,4-3 1-16,2 2 1 0,0-5 10 15,5 2-6-15,1-2-1 16,2 0 2-16,5-5 0 16,1 1-4-16,6 0 1 15,3-3-4-15,0-1 4 16,3 0-2-16,3 0-1 0,-1-2-1 16,3-2 2-16,0-2-2 15,6 0 2-15,3-3 2 16,2 0 1-16,3-2-1 15,2-1-1-15,-1-1-1 16,3 0 0-16,0 0 0 0,0 0 1 16,1 0-3-16,-1 0 0 15,3 0 2-15,-1-1-2 16,-1 1 0-16,2 0 2 16,3 0-2-16,1 0 2 15,2 3-1-15,3 2 2 0,-2 1-2 16,0 1 1-16,2-2-2 15,2 1 2-15,-1 0-1 16,4-2 1-16,-2-1 2 16,7 0 3-16,2-3-2 15,3 2-1-15,0-1-2 16,-1 1-1-16,5 3-2 0,-2 1-1 16,-1 2-22-16,-6-1-26 15,-3-4-39-15</inkml:trace>
  <inkml:trace contextRef="#ctx0" brushRef="#br0" timeOffset="3359.01">6149 2984 89 0,'15'0'1'0,"3"-6"0"15,7 2 0-15,2-1-1 0,1 2 2 16,5-1-2-16,2 3 1 0,1-3-1 15,1 2 0-15,2-2 0 16,3 2 1-16,-1 1-1 16,8-3 0-16,-2 2 0 15,6-2 0-15,1 1-1 16,6-1 1-16,5 0 2 0,2 1 0 16,5-1-1-16,4 1 0 15,2 0 1-15,3-1-1 16,-2 4 3-16,2 0-2 15,0 0 1-15,1 0-1 16,1 0-1-16,4 0 2 0,3 0-2 16,2 0 0-16,3-6 3 15,1-3 3-15,-2-1-3 16,2 1-2-16,0 0 2 16,0-1-2-16,3 3 0 15,2 1 0-15,1 2-2 16,-1 0 0-16,2 1 1 0,0 0-1 15,-4 1-1-15,1 0 2 16,-4-1 0-16,-4-1-1 16,-3-2 0-16,-5-1 0 15,1-3 1-15,-4 3 1 0,1-2 0 16,-1 2 2-16,-2 0-3 16,-1 3 0-16,0 1 0 15,-5 2-1-15,-3 1 0 16,-1 0 0-16,-2 0 1 15,-4 1-2-15,0 6 1 0,1-2 1 16,1 1-1-16,0-1 2 16,0 1-2-16,1-1 0 15,-3 2 0-15,-3-1 0 16,-2 4 0-16,-6 0 0 16,-4 1 0-16,-2 2 0 15,-2 4-2-15,-3 1 4 16,-1 2-2-16,-4 2 0 0,1 2 0 15,-3 3 0-15,-3 1 0 16,0 4 0-16,-6-1 0 16,0 0 1-16,-4 2-1 15,-2-2 0-15,-1 3 0 0,-3-1 1 16,0 2-2-16,-2-1 2 16,0 3 0-16,-2 3 2 15,-4 0-2-15,4 1-1 16,-4 0 0-16,-1 2 1 15,-4 1-1-15,0 0 0 0,-2 0 0 16,0-2 0-16,-4 1-1 16,-11-2 0-16,-10 0 1 15,-14-1 2-15,-19 6 2 16,-24 9-1-16,-30 9-4 16,-28 14-25-16,-37 3-67 0</inkml:trace>
  <inkml:trace contextRef="#ctx0" brushRef="#br0" timeOffset="8789.62">16045 5125 67 0,'0'0'3'0,"0"0"6"0,0 0 14 0,0 0-2 15,0 0 1-15,0 0-2 16,0 0-12-16,0 0-5 16,0 0-2-16,0 0 0 0,0 0-2 15,0 0-10-15,-14-21-32 16,14 21 34-16,0 0-1 15,0 0 0-15,0 0 4 16,1 0 5-16,-1 0 2 16,1 0 0-16,1 0 2 15,2 0 5-15,0 0 1 0,0 0-1 16,3 0-4-16,-1 0-3 16,2-2 3-16,-3 2-1 15,3-4 3-15,0 4-1 16,0-1 1-16,-1-1-3 15,2 2-1-15,2 0 0 0,0 0-2 16,2 0 1-16,-1 0 0 16,2 0 1-16,3 0-1 15,-2 0 0-15,2 0 1 16,0 2 0-16,3-1 1 16,1 1-1-16,3 0 0 0,0-1-1 15,-1 1 1-15,2 1-1 16,0 0-1-16,-2 0 1 15,0 0-1-15,2-2 0 16,-1 2 0-16,1 0 0 16,-1-2 2-16,5 1 1 0,0-1 1 15,2 1-1-15,2-1-2 16,4 0 0-16,-1-1 0 16,0 0-2-16,2 2 3 15,-1-2 0-15,0 1-2 16,0 1 3-16,-1-1-1 0,0 2-2 15,1-3 0-15,2 1 0 16,-1-1 0-16,-1 0 0 16,2 0 0-16,2 0 0 15,0 0 0-15,2 0 2 0,6 0-1 16,-2 0 0-16,4 0-1 16,1 0 1-16,-2 0-1 15,4 0 1-15,1 0-2 16,0 0 2-16,2 0-1 15,0 2 0-15,1-1 0 16,0 1 0-16,2-1 0 0,1-1 1 16,2 0-1-16,2 0 1 15,1 0-1-15,4 0 0 16,-3 0 0-16,0-3 2 16,2 0-4-16,-3 0 4 15,5 1-2-15,-2 2 0 0,3-2 1 16,-1 2-2-16,2 0 2 15,3 0-1-15,-1 0 0 16,2 0 0-16,-3 0 0 16,0 0 0-16,1 0 1 15,2 0-2-15,-2 0 0 16,2-1 1-16,1-2 1 0,3 0 0 16,3 0 1-16,2 2 0 15,-2 1-1-15,3 0 1 16,5 0-2-16,0 0 0 15,2 0 1-15,7 1 0 0,0 5 1 16,1-2-2-16,2 2 1 16,2-2-1-16,0 3 0 15,1-4 0-15,0 3 1 16,3-1 0-16,0 1-1 16,-5-2 1-16,1 1-1 0,0-1 1 15,-2 0 1-15,-3 0-3 16,-1 1 2-16,-6-1-2 15,-7 0-12-15,-10-1-34 16,-9-3-21-16</inkml:trace>
  <inkml:trace contextRef="#ctx0" brushRef="#br0" timeOffset="10315.71">14197 5977 127 0,'-2'-4'-20'0,"0"1"26"0,2-1-3 0,0 1 0 15,0 2-5-15,2-2 2 16,4 0 0-16,4 0 0 16,-2 2 0-16,3-1-1 15,2 1 0-15,1 1 0 0,3 0 0 16,2 0 1-16,0 0 0 15,5-3 0-15,5 3-1 16,-1-1 1-16,5-2 0 16,3 0 0-16,1 0 0 15,3 2 1-15,1-2-1 0,1 3 0 16,2 0 0-16,0 0 1 16,2-1-1-16,3-1 1 15,-2 2 3-15,2-1-2 16,1 1 3-16,0-2-2 15,5 0 3-15,4 0 0 0,3 0 0 16,6 0-2-16,-1 0-1 16,5 1-2-16,-3 1 1 15,-1-2-2-15,-2 1 0 16,-3 1 1-16,2-1-1 16,-1-1 1-16,4-2-1 15,-2 1 0-15,6-3 3 0,4 1 1 16,2-1 2-16,3-1-2 15,-1 2-2-15,-1 0-1 16,4 2 0-16,-1-1 1 16,1 3-1-16,-1 0-1 0,1 1 0 15,1 0 0-15,-1 0 1 16,-4 0-1-16,-1 2 0 16,-3-1 0-16,3 1 0 15,1-2 0-15,-2 0 0 16,7 0-1-16,3 0 3 0,2 0 0 15,1-2 1-15,-2 1 0 16,3 0 0-16,1 0-1 16,1 1-2-16,1 0 0 15,5 0 1-15,2 0 0 16,-3 0-1-16,-2 2 0 16,0 2 1-16,-3-1-1 0,-1 0 0 15,1-2 0-15,3-1 1 16,-1 0-1-16,1 0 3 15,1 0 7-15,2-4 1 16,2 0-5-16,2-1-1 16,1 3-1-16,2-1-3 0,0 1 0 15,-2 2-1-15,1 0 1 16,1 0-1-16,-1 0 0 16,3 0 1-16,-2 0-1 15,-3 2 0-15,-4 2 0 16,-3 2 2-16,-4-2-2 15,-3 0 0-15,-7 2 0 0,-2 1-2 16,-6 0 1-16,-6-1-31 16,-13-1-2-16,-12-3-74 15</inkml:trace>
  <inkml:trace contextRef="#ctx0" brushRef="#br0" timeOffset="11625.49">14328 6797 44 0,'10'-4'2'0,"1"-1"-1"0,5-2 2 0,-3 3 0 15,4-3 5-15,4 0 1 16,0 1 0-16,3 0 2 0,0-1 1 15,1 1 1-15,6 1-4 16,-2-1-5-16,1 1 0 16,2 1-3-16,2 2 0 15,5-1-1-15,-4 3 1 16,5-1-1-16,1-1 2 0,1 1 0 16,0-2 4-16,2 0 2 15,0 2 4-15,0-4-2 16,2 1 0-16,5 2-6 15,-4 0-2-15,4-1-2 16,2 3 0-16,-1 0 1 0,4 0-1 16,-2 0 0-16,1-1 0 15,3 1 0-15,-2-2 0 16,0 2 1-16,1-1 1 16,0-2 1-16,1 3-1 15,3-1 0-15,-3-1 1 16,4 1 1-16,-1-1-1 0,4 1-2 15,-6-3 0-15,5 2 0 16,-3-1 0-16,-4-1 1 16,1 1 2-16,0-1-1 15,-4 1 0-15,-1 0 1 16,1 2 1-16,0-2-1 16,-2 2-2-16,1 1 2 0,-2-2-2 15,-3 1 1-15,0-2 0 16,-2 1 4-16,-4 0-2 15,-3 0-1-15,-4 1 1 16,-4 1-1-16,-7 0 0 0,-2 0 0 16,-4 0-2-16,-4 0-1 15,-3 0 0-15,-2 0-1 16,-4 0 1-16,-1 0 0 16,0 0-1-16,-2 5-6 15,-2-3-39-15,0-2-79 16</inkml:trace>
  <inkml:trace contextRef="#ctx0" brushRef="#br0" timeOffset="13161.81">23185 4512 64 0,'-3'0'3'0,"0"0"2"0,1 0 6 0,-1 0-3 16,-2-2 2-16,1-2-7 15,0 1 0-15,-2-2-2 16,2 0 2-16,0 1 5 0,0 1 2 16,0-1-2-16,2 2-3 15,0-1-1-15,0 2-1 16,2 0-2-16,0-1 2 15,0 2 5-15,0 0 5 16,0 0-7-16,0 0-6 0,0 0-1 16,3 0 5-16,4 0-4 15,0 2-1-15,3 2 2 16,3 2-1-16,0 1 0 16,1 1 0-16,2 2 2 15,2 2-1-15,-1 2-1 0,-1 2 0 16,-2 2 1-16,0 2-1 15,-2 1 0-15,-4 2 0 16,-1 0 0-16,-2 2 1 16,-4-1-1-16,-1 2-1 15,0 2 2-15,-2 1 0 0,-6 0 0 16,-2 5 0-16,-1-1 0 16,-1 4 0-16,1 2 2 15,2 0-3-15,-2 0 0 16,4-2 2-16,2-2-2 15,1 2 0-15,4-3 0 16,0 0 0-16,0-1 0 0,0-1 0 16,1 1 0-16,5-2 0 15,2-2 0-15,4-3 0 16,-1 0 0-16,2-3 0 16,3-2 0-16,-3-5 0 15,4 1 0-15,-5-7 0 0,0 0-2 16,-5-6 2-16,1 0 2 15,-6-1-2-15,-2-3 0 16,0 2 0-16,0 0 0 16,-6 3 0-16,-3 2 5 15,-5 0-3-15,-1 6-2 0,-5 1 1 16,1 4 1-16,0 2-2 16,-1 6 1-16,2 0-1 15,0 3 0-15,3 2 0 16,3 1 0-16,5-1 0 15,3-1 0-15,4-2-1 16,0 1-1-16,2-2 2 0,4 1 0 16,3 1-1-16,3 2 2 15,-3 0-2-15,1 0 2 16,1 1 1-16,-1 0-2 16,-3-2 0-16,2 1 0 0,-5 3 1 15,1-4-2-15,-1 1 2 16,-2-1-1-16,0 0 0 15,1-3 0-15,-3 0 0 16,0-4 0-16,0-2 1 16,-3-1-1-16,-7-6 3 15,-5 2 2-15,-3-3 0 0,-3-2-1 16,-5-3 8-16,-4-2 0 16,-3 0-1-16,-1-4-6 15,-2 1-2-15,-4-2-2 16,-3 0 0-16,-5 2-1 15,-5-1-3-15,-3-2-45 0,0-1-89 16</inkml:trace>
  <inkml:trace contextRef="#ctx0" brushRef="#br0" timeOffset="14365.84">23605 5571 7 0,'0'0'104'0,"0"0"-91"0,1 0 8 0,2 0-8 0,-3 0-6 15,0 0 2-15,0 0 3 16,0 0-8-16,0 0-2 15,0 0-2-15,0 0-1 16,1 0-1-16,1 2 1 16,-1 3 1-16,1 1 0 15,0 0 0-15,0 2 0 0,1-2 0 16,-2 1 0-16,1-1 1 16,0 0-1-16,0-1 0 15,0-1 0-15,1-1 0 16,-1 1 0-16,0-2 0 15,1-2 3-15,-1 0 15 0,4 0 13 16,-2-6-11-16,3-4-7 16,6-4-6-16,1-4 1 15,7-4-3-15,6-5-2 16,10-1-3-16,7-9-3 16,13-3-7-16,10-11-39 0,13-7-90 15</inkml:trace>
  <inkml:trace contextRef="#ctx0" brushRef="#br0" timeOffset="19228.86">19252 6956 7 0,'1'0'24'0,"0"0"-4"0,-1 0 6 0,0 0-8 0,0-3-4 16,0 0 0-16,-1-1-2 16,-1 1-5-16,0-1-3 15,1 1-1-15,-1 0 0 16,-1 0-2-16,0 0-1 16,-1 1-3-16,1-1 4 15,-5 1 1-15,2-2-3 0,-5 1 2 16,0 1 1-16,0 0 0 15,-2-1 0-15,-1 1-6 16,1 0 11-16,-2-1-7 16,2 3-1-16,-2-3 1 15,0 2-1-15,-1-2 4 0,1 2-3 16,-2-1 2-16,-2 1 0 16,0-1 2-16,-2 2-2 15,1 0 2-15,-3 0-1 16,0 0-1-16,1 0-5 15,-2 3 7-15,1 3-5 0,-2-2 2 16,1 3 0-16,4 0-2 16,-5 0 2-16,3-1 0 15,2 4-2-15,-4-1 1 16,1-1 0-16,0 3-1 16,1 2 1-16,-1 0 1 0,1 1-1 15,1 2 0-15,2 0 0 16,1-1 0-16,5 1-1 15,-1-1 1-15,4 0 0 16,1-1-3-16,4 0 1 0,-4 2 3 16,4-1-1-1,-1 3 0-15,2-3-2 0,1 2 4 16,-1-1-2-16,0-2-2 16,1 3 2-16,1-3 1 15,1 0 0-15,1 1-3 16,0-3 2-16,0 2-1 0,0-1 1 15,0 1-1-15,0-1 0 16,0-1 0-16,2 0 0 16,3 0-1-16,2-1-1 15,0 0 2-15,0 1 1 16,4-1 0-16,-2-1 0 16,0 2 1-16,4 0 0 0,-2-3 1 15,2 2-1-15,1 2-4 16,-1-3 1-16,1 0 2 15,1-2 2-15,2 1 1 16,-1 1-1-16,1-2 1 16,0 1 0-16,1-2 1 0,0 1 0 15,0 0-1-15,0-1 2 16,-1 0-2-16,4-2 0 16,-1 4-2-16,-1-2 0 15,2 0 0-15,0 2 0 16,-1-1-1-16,1 1 0 0,0-2 1 15,-2 0-1-15,3 0 2 16,-2 0-2-16,-1-1-2 16,2-1 2-16,1 0-2 15,-3 0 3-15,2 0-2 0,-1-2 2 16,1-1-1-16,-1 1-1 16,3 1 2-16,0-2 0 15,2-1-1-15,2 1 0 16,0-2 0-16,4 0 2 15,-4 2-2-15,2 0 0 0,-2-2 1 16,-3 0-2-16,0 0 2 16,0 0-1-16,0 0 0 15,-2 0 0-15,3 0 1 16,2 0-2-16,1 0 1 16,0 0 1-16,1-2-1 15,0 0 0-15,-1 0 0 0,0 1 1 16,-5-2-1-16,0 0 0 15,-1 0 0-15,0-1 1 16,-3 1-1-16,1-2 1 16,-2 0 1-16,4-1-1 15,-4 1 1-15,-1-2-1 0,0 1 2 16,0 0 0-16,-1-2 0 16,-3 0 1-16,1 0 2 15,-3 0-2-15,3-2 1 16,-5 0-3-16,2-1 0 15,1 1-1-15,-2-3 0 0,-1 0 1 16,3 2-2-16,-2-4 0 16,1-1 0-16,-1 0 1 15,0-1-1-15,0-3 0 16,1 2 1-16,-4-2-1 0,-1 1 1 16,-1-1-1-16,0 2 3 15,-1 1 0-15,-2 2 0 16,-1 0 0-16,0 2 3 15,-1 0-1-15,0 0-1 16,0 1 2-16,0 0-2 16,-2-2 0-16,-5 1 1 0,3-2-4 15,1 1 1-15,-4-1-2 16,1 0-1-16,-3 0 1 16,2-1 0-16,-2 1 0 15,-1 0 1-15,0-1-3 16,-1 2 2-16,-2-1 1 0,2 1 0 15,0 1-1-15,-2 1 3 16,1 0-3-16,3 1 3 16,-5 1-1-16,2-1-4 15,0 1 4-15,0 0-4 16,-2-1 1-16,0 2 0 0,0-1 2 16,0 3-1-16,0-3 0 15,0 2 1-15,1 0 2 16,-3 1-2-16,2-2-1 15,-2 1-1-15,-3 1-2 16,-2 1 6-16,-6-2-4 16,-6 4-3-16,-5 1 1 0,-11 3 2 15,-5 0 0-15,-14 13-4 16,-9 5-16-16,-13 1-27 16,-7 2-47-16</inkml:trace>
  <inkml:trace contextRef="#ctx0" brushRef="#br0" timeOffset="20510.16">20599 7722 116 0,'-2'0'-1'0,"1"-5"19"0,1 3-6 16,0 0-5-16,0-1-2 0,0 2-3 15,0-1 0-15,0 2 2 16,0-1-3-16,0-2 0 16,0 3-3-16,2-2-5 15,3 1 7-15,4 1-5 16,4-1 7-16,0-1-3 0,2 2-2 16,3-1 4-16,5-2-2 15,4 3 5-15,1-3-1 16,5 2-6-16,2-2 9 15,1 3-7-15,2 0 7 16,3 0-5-16,3 0 0 0,4-1-1 16,4-1 0-16,2-1-1 15,4 0-1-15,1-2 2 16,3 0 3-16,-3 1-1 16,2-1-1-16,0 0-1 15,-2 1 0-15,-3 1 1 0,-1-1-2 16,-1 1 2-16,-6 2 4 15,-3-1 0-15,-4 1 1 16,-4-2 4-16,-4 2-3 16,-4-1 1-16,-3 2-4 15,-9 0 0-15,-2 0-2 0,-6 0 0 16,-5 0-6-16,-4 0-25 16,0 3-9-16,-12 3 9 15,-7 1 14-15,-7-3-12 16,-4 0-35-16</inkml:trace>
  <inkml:trace contextRef="#ctx0" brushRef="#br0" timeOffset="21163.64">20576 7845 6 0,'0'0'90'0,"0"0"-84"0,0 0 1 0,0 0-1 16,45-5 4-16,-26 1-1 16,6 0-4-16,2 0 0 15,3 1-2-15,2 0 0 16,4 0-2-16,2-1 0 16,0 3-1-16,3-1 1 0,1 1-1 15,5 1 1-15,-2 0-1 16,4 0 0-16,5 0 0 15,-4 0 0-15,3 0 0 16,3 0 0-16,-2 0 3 0,-1 0 2 16,1 0-1-16,-1 0-2 15,-2 0 3-15,-2-3-3 16,-2 2 0-16,-2-2-1 16,-3 1 1-16,-4-2 3 15,1 3-2-15,-3-1-1 0,1-1-1 16,-6 1 0-16,-2 0 0 15,-2 2-1-15,-4-3 0 16,-7 2 2-16,-1 0-2 16,-6-1 3-16,-2 2-1 15,-1 0 2-15,-3 0 2 16,-1-1-2-16,-2 1 0 0,0 0 0 16,0 0-1-16,0-2 3 15,0 2-1-15,0 0-1 16,0 0-2-16,0 0-4 15,0 0-21-15,0 0-42 16,-6-7-37-16</inkml:trace>
  <inkml:trace contextRef="#ctx0" brushRef="#br0" timeOffset="24915.59">19871 9216 10 0,'0'0'21'0,"0"0"-1"0,0-2 1 0,0-1-6 0,0 2-2 16,0-2-2-16,0 3-6 16,0 0-2-16,1-1-5 15,1 1 4-15,-1 0-2 0,3 0 1 16,-4 0-1-16,2 1 0 15,-1 5 2-15,-1 2 0 16,1 4 0-16,0 2-2 16,1 4 3-16,0 4 0 15,2 3 0-15,-1 2-2 0,1 6 0 16,2 5 2-16,1 1-2 16,0 2 2-16,0 1 0 15,1 2-1-15,0 2 0 16,0-2 2-16,-1 1 1 15,2 2 2-15,0-2-1 16,-2 1-1-16,3-5 0 0,-2 0-4 16,-1-5 1-16,3-2-1 15,-3-3 0-15,2-5 1 16,-1 2 1-16,1-6 0 16,0-1-1-16,1-4-1 0,-2-3 0 15,3-1-1-15,-2-3 1 16,0-3 0-16,0 4-1 15,-1-2-13-15,-2-4-34 16,-4-2-37-16</inkml:trace>
  <inkml:trace contextRef="#ctx0" brushRef="#br0" timeOffset="25351.34">19930 10228 100 0,'0'0'12'0,"0"0"9"0,0 0 0 16,0 0-3-16,0 0-4 15,0 0-5-15,0 0-6 0,0 0-3 16,0 0 0-16,0 0 0 15,0 0 0-15,15 2 0 16,-8 2 0-16,2 0 0 16,0 2-3-16,2-2 0 15,1-1 1-15,3 1-11 16,1-4-3-16,1 0-15 16,-1 0-24-16</inkml:trace>
  <inkml:trace contextRef="#ctx0" brushRef="#br0" timeOffset="25520.34">20189 10113 187 0,'0'0'21'0,"0"0"10"16,0 0-13-16,0 0-18 15,0 0-10-15,0 0 4 16,-27 43-13-16,12-12-17 0,-3 7-30 15</inkml:trace>
  <inkml:trace contextRef="#ctx0" brushRef="#br0" timeOffset="26303.56">19936 11028 13 0,'0'0'77'0,"0"0"-63"0,0 0 12 0,0 0-9 0,0 0-3 16,0 0 3-16,0 0 0 15,0 0-3-15,0 0-2 16,-12-36-1-16,12 35-1 0,0 1-7 15,-1 0-4-15,1 0-5 16,0 0-3-16,0 6 5 16,0 2 8-16,0 4-2 15,0 2 1-15,0 1-2 16,0 4-2-16,0 1 2 0,0-1-2 16,2 3-1-16,0-1 4 15,1 0-1-15,-1-1-1 16,2 0 0-16,-4-2-3 15,4 2-8-15,-3-5-6 16,0 0-8-16,-1-2-19 16,0-3-4-16</inkml:trace>
  <inkml:trace contextRef="#ctx0" brushRef="#br0" timeOffset="27136.8">19943 10984 37 0,'0'0'23'0,"0"0"-16"0,0 0 8 16,40-43-8-16,-26 33-2 15,0 0-4-15,1 0 0 16,0 3-1-16,-1 0 1 16,2 3-1-16,-3 1 0 15,-1 0 0-15,1 3 0 0,-2 0 2 16,-1 0-2-16,-3 2-2 16,-2 5-4-16,-2 1 5 15,-1 5-10-15,-1-1 14 16,-1 3-1-16,0-1-4 15,0 3-1-15,-3-1 5 16,-4-2 5-16,-2 0-6 0,-4 1 1 16,-1-3 3-16,-2 0-4 15,-1-1 1-15,-3-1-2 16,2 0 0-16,-4-2 1 16,3-1 1-16,1-1 3 0,0 1-2 15,4-3 0-15,-1 1 0 16,5-2 6-16,3-2 5 15,-1-1-6-15,5 0-5 16,1 0-1-16,2 0 1 16,0 0-1-16,0 0-5 0,0 0-22 15,3 0 28-15,2 0-2 16,2 0-2-16,0 2 1 16,0-1 2-16,0 0-2 15,2 1 1-15,1-1-1 16,-2 2 1-16,3-1 0 0,-1-1 3 15,1 0 2-15,-1 2-2 16,1-3 2-16,0 3-2 16,2 0-2-16,-1-2 0 15,0 2-1-15,2 0 1 16,-3-1 0-16,2 0 0 16,-1 1-1-16,2 0-1 0,-3-2 1 15,0 1-8-15,0-1-25 16,-4-1-22-16</inkml:trace>
  <inkml:trace contextRef="#ctx0" brushRef="#br0" timeOffset="27451.03">20378 10907 161 0,'0'0'10'0,"0"0"-15"0,0 0 4 0,0 0-2 15,2 40 4-15,2-26-1 16,2 5-1-16,-3-3 1 15,0 0 1-15,3 1-1 16,-6-3-8-16,0-1 0 0,0 0-3 16,0-1-5-16,0-3-8 15,0-2-10-15</inkml:trace>
  <inkml:trace contextRef="#ctx0" brushRef="#br0" timeOffset="27876.83">20390 10910 112 0,'0'0'-1'16,"0"0"1"-16,0 0-1 15,0 0 1-15,0 0-1 16,38-9 2-16,-24 9-2 15,1 0 1-15,1 5 0 0,0 3 0 16,3-1 1-16,0 2 0 16,-3 2-1-16,2-1 0 15,-3 3 1-15,0-3-1 16,-3 1-1-16,-1-2 1 16,1-2 1-16,-4-3-1 15,-1-1 0-15,-1 0 0 0,-3-3 1 16,0 0 6-16,-3 0 25 15,0-4 20-15,0-6-24 16,0-2-10-16,-1-5-4 16,-6-1-3-16,2-2-4 15,1 0-3-15,-3-1-1 0,3-1-3 16,0 4 0-16,0-1-9 16,1 5-12-16,3 3-24 15,0 2-21-15,0 2-43 16</inkml:trace>
  <inkml:trace contextRef="#ctx0" brushRef="#br0" timeOffset="28204.09">20836 10796 152 0,'0'0'13'0,"0"0"2"0,0 0-6 0,0 0-7 16,0 0-6-16,0 0-5 15,0 0 7-15,0 0 3 16,-1 40-1-16,1-26 0 0,0 3-1 15,0-1 2-15,0 0-4 16,1-1-8-16,-1-3-4 16,1 2-5-16,-1-5-2 15,0 0 0-15,0-3-34 16</inkml:trace>
  <inkml:trace contextRef="#ctx0" brushRef="#br0" timeOffset="28665.77">20824 10802 95 0,'0'0'4'16,"0"0"-2"-16,0 0 0 15,0 0-1-15,0 0 3 16,0 0 1-16,45-26 2 0,-35 26-4 15,1 0 0-15,1 5-1 16,-1 6-1-16,1 0 2 16,-3 4-2-16,2 0 0 15,3 2-1-15,-3 0 1 0,1-1 0 16,0-2-1-16,-3-4 0 16,1-1 0-16,0-4 0 15,-2 0 1-15,-1-3 3 16,-1-1 4-16,0-1-2 15,-3 0 4-15,-1 0 1 16,-1-6 9-16,0-3-5 0,-1-2-2 16,0-3 4-16,0-2-4 15,-2-2-2-15,-3 1-4 16,-2-3-2-16,1 0-2 16,-1 0-2-16,1 0-1 15,0 4 1-15,0 2-1 16,1 3-1-16,0 2-5 0,2 2-5 15,1 4-18-15,2 2-20 16,0 0-28-16</inkml:trace>
  <inkml:trace contextRef="#ctx0" brushRef="#br0" timeOffset="29221.76">21390 10798 84 0,'0'0'11'0,"0"0"10"0,0 0 4 0,0 0-16 0,0 0-5 15,0 0-3-15,0 0-2 16,0 0 7-16,0 0-1 16,0 0 2-16,0 0-1 15,40-12 2-15,-22 8-2 16,-2 1 0-16,5-1-3 16,0-2-1-16,5 1 0 0,-1-1-1 15,0 0 2-15,0 2-1 16,-3-2 1-16,2 1 0 15,-3 2-1-15,1-1 2 16,-5 0-3-16,2 2 0 16,-2-1 0-16,0 2 0 0,-3-1-1 15,0 2-9-15,-3 0-14 16,-6 0-10-16,-1 0-20 16</inkml:trace>
  <inkml:trace contextRef="#ctx0" brushRef="#br0" timeOffset="29448.88">21757 10660 165 0,'0'0'6'0,"0"0"9"0,0 0 10 15,37-17-9-15,-24 17-6 16,1 0-5-16,-1 3-3 15,-2 6-2-15,-2 4 0 16,-4 4-6-16,-3 3-21 0,-2 3 0 16,-3 0 6-16,-6-1-9 15,-1-3-20-15</inkml:trace>
  <inkml:trace contextRef="#ctx0" brushRef="#br0" timeOffset="30168.66">22190 10542 117 0,'0'0'17'0,"0"0"8"0,0 0 3 16,0 0-7-16,0 0-6 15,0 0-4-15,0 0-4 16,0 0-6-16,0 0-1 16,-33-11-1-16,28 21-1 0,2 4 1 15,-1 0 0-15,2 2-1 16,2-1 1-16,0-2-2 15,0 2 0-15,0-4 0 16,4-3-4-16,3 0 2 16,2-3 1-16,0-2 3 0,1-2 2 15,2-1-1-15,-1 0 2 16,1 0-3-16,-1-2 2 16,-2-3 0-16,2-2 1 15,-5-1-1-15,-1 0 1 16,-2 3-1-16,-1-1 2 15,-2 0 0-15,0 2-1 0,0-1-1 16,0 4 3-16,-1-1-4 16,-1 0 0-16,2 2 8 15,0 0-10-15,0 0-8 16,0 3 0-16,1 3-2 16,7 0-5-16,3 0 9 0,1-1 7 15,2-2 0-15,3-2 1 16,1 0-3-16,-2-1 11 15,1 0 2-15,-1-1 6 16,0-4-3-16,-3-3-4 16,-2 0-5-16,0-1 0 15,-5-2 4-15,-1-1 6 0,-5 1-1 16,0-3-3-16,0 1-3 16,-2 2-4-16,-6-1-2 15,-2 3-4-15,-2 0-8 16,-1 2 2-16,-2 3-4 0,1 3-11 15,0 1-22-15,4 0-18 16,0 0-9-16</inkml:trace>
  <inkml:trace contextRef="#ctx0" brushRef="#br0" timeOffset="30695.08">22563 10315 150 0,'0'0'16'0,"0"0"11"0,0 0-15 0,0 0-9 0,0 0-5 15,0 0-2-15,0 0 1 16,0 0 0-16,9 41 7 0,-3-23 0 15,-3 1-3-15,3 1 0 16,0 0-2-16,1 0 1 16,-1-2 0-16,1-1 0 15,0-1 0-15,-1-3 0 0,0-2 0 16,-2-2 1-16,-1 0-1 16,1-4-1-16,-2-1 2 15,-1-1-1-15,-1-3-1 16,0 0 0-16,0 0 0 15,0 0 10-15,-3-3-7 0,-1-5-2 16,0-1 0 0,1-1 1-16,1 0 5 0,2-1 8 15,0 0-7-15,0 0 2 16,0 1-4-16,5-1-6 16,5 1 1-16,2 3 1 15,1 0-1-15,3 4 0 16,-1 3-2-16,0 0-2 0,0 0-3 15,3 0-1-15,-4 7-3 16,2 0-11-16,0 3-12 16,-3 0-2-16,3-1 6 15,-2-2-6-15</inkml:trace>
  <inkml:trace contextRef="#ctx0" brushRef="#br0" timeOffset="31215.14">22961 10478 42 0,'0'0'30'0,"0"0"-3"0,0 0-5 0,21-41 2 16,-21 32-4-16,0 1 2 16,0 1 0-16,-3 1-9 15,-2 2-11-15,-4 1-2 16,1 3 2-16,-2 0-1 16,-1 0 0-16,1 5 0 0,0 3-1 15,2 2 0-15,1 0-1 16,5-3 0-16,1 4-3 15,1-1-2-15,0-3-1 16,9 1-3-16,2-4 8 16,5-1-3-16,-1-2 7 15,2-1 2-15,1 0-3 0,3 0-1 16,-1-6 5-16,0-4 3 16,-1 2-2-16,1-6-1 15,-2-1-2-15,-2 0-1 16,-1-4 0-16,-3-2-1 15,-2 1-4-15,-3 0-1 0,-3 0 3 16,-2 1 1-16,-2 3 2 16,0 0 0-16,0 2 10 15,-6 3 0-15,2 2-6 16,-1 4-6-16,1 2-1 16,0 1 2-16,1 2-1 0,-2 2-3 15,1 6 7-15,0 5-5 16,3 1 0-16,-1 3-1 15,2 0-1-15,0 2 0 16,0-1 1-16,5-1-1 16,1 0 1-16,2 0-11 0,0-3-14 15,-1 0-15-15,1-3-8 16,-2-4-32-16</inkml:trace>
  <inkml:trace contextRef="#ctx0" brushRef="#br0" timeOffset="31377.98">23178 10365 198 0,'0'0'0'0,"0"0"31"0,0 0-17 0,0 0-19 0,0 0 4 16,0 0 2-16,37-34-15 15,-20 29-33-15,2-2-26 16</inkml:trace>
  <inkml:trace contextRef="#ctx0" brushRef="#br0" timeOffset="31862.14">23516 10058 132 0,'0'0'54'15,"0"0"-34"-15,0 0-7 16,0 0-3-16,0 0-5 16,0 0-11-16,0 0 6 15,0 0 1-15,-3-3-1 0,3 14-1 16,0 5 2-16,0 3-2 16,0 3 1-16,0 2-1 15,0 2-4-15,0-2-3 16,2 0 4-16,1-3 2 15,-1-2 0-15,0-5 1 16,2-4 1-16,-4-3 0 0,0-2 0 16,0-3 1-16,0-2-1 15,1 0 5-15,-1 0 9 16,1 0-1-16,1-9-15 16,0-2 6-16,1-3 6 0,2-2-6 15,2-2 1-15,3 2 0 16,1 1-4-16,4 1 0 15,-2 4-1-15,1 1 0 16,-1 4-1-16,0 3 0 16,-5 2 1-16,0 0 0 15,2 6-5-15,-4 4 2 0,2 1-15 16,-3 3-12-16,2-1-18 16,2-2-5-16,0-3-17 15</inkml:trace>
  <inkml:trace contextRef="#ctx0" brushRef="#br0" timeOffset="32338.79">23868 10163 108 0,'0'0'5'0,"0"0"37"16,0 0-25-16,0 0-12 0,0 0-5 15,0 0 9-15,-42-6-8 16,30 16-1-16,4 1 0 15,3-2-2-15,3 1-3 16,2-1 1-16,0-2-6 16,6-2-6-16,5 0 13 0,1-4 2 15,3-1 3-15,-1 0 0 16,0 0 0-16,1-7 0 16,-1-3 1-16,-1-3-2 15,0 2 0-15,0-5 0 16,-1-1 0-16,-1 0 0 0,-2-1 0 15,2 1 1-15,-4 1 0 16,0 2 3-16,-3 4 0 16,0 3 11-16,-1 4 9 15,-3 2-7-15,0 1-13 16,0 0-14-16,0 9 5 0,0 4 4 16,0 4 6-16,-2 3-3 15,-2 4-2-15,4 2 0 16,0 1-1-16,0-2 0 15,0 1 0-15,1-3 1 16,4-1-1-16,-3-4-5 0,-2-3-14 16,0-2-12-16,1-3 12 15,-1-5-1-15,0-2-15 16,0-3-23-16</inkml:trace>
  <inkml:trace contextRef="#ctx0" brushRef="#br0" timeOffset="32602.73">24020 10035 153 0,'0'0'4'16,"0"0"7"-16,0 0 7 0,48-41-4 0,-34 37 1 0,1 2-5 15,-4 2-6-15,2 0-2 16,-2 5-4-16,-4 7 2 15,-1 1 2-15,-3 8-2 0,-3-2-2 16,0 5 2-16,-3-1 2 16,-8-2-2-16,-2-4-4 15,0-2-4-15,1 0 0 16,-2-7-14-16,4-5-35 16,4-3-44-16</inkml:trace>
  <inkml:trace contextRef="#ctx0" brushRef="#br0" timeOffset="32866.01">24256 9960 179 0,'0'0'9'0,"0"0"-6"15,0 0-1-15,0 0 3 16,0 0-2-16,0 0-1 15,20 52 1-15,-14-29 3 0,-3 0-3 16,1 1-1-16,0 0-2 16,0 0 0-16,-1-1-1 15,-1-2-9-15,-2-5-14 16,0 2 15-16,0-2-9 16,-5-5-5-16,-5-2-19 0,-1-6-15 15</inkml:trace>
  <inkml:trace contextRef="#ctx0" brushRef="#br0" timeOffset="33122.36">24234 10029 64 0,'0'0'87'0,"0"0"-72"16,22-41 2-16,-10 31-2 15,2 3-9-15,1 0 0 16,-2 3-4-16,3 0 1 0,0 3-2 15,-2 1 0-15,-2 0-1 16,0 0 1-16,-4 5-1 16,-2 4-4-16,-3 3 2 15,-3 0-10-15,0 2-2 16,-3 0 15-16,-8 0-5 16,-3-2-6-16,0-1 0 0,-2-1-9 15,2-3-30-15</inkml:trace>
  <inkml:trace contextRef="#ctx0" brushRef="#br0" timeOffset="33448.66">24413 10008 133 0,'0'0'-9'0,"0"0"13"16,49-26 2-16,-34 15-4 0,0 1-1 15,-3 2 0-15,0-2-1 16,-7 0 1-16,-1 1-1 16,-4 2 1-16,0 2 1 15,0 1 4-15,-4 3 3 0,-5 1-4 16,0 0 0-16,-5 0 4 16,1 6-6-16,1 4-2 15,3 1-1-15,3 2-1 16,1-2-1-16,4 2 0 15,1-1 0-15,1-2-4 16,8-2 1-16,2-1 6 0,4 0-1 16,2-3-12-16,1-1-16 15,0-3-24-15</inkml:trace>
  <inkml:trace contextRef="#ctx0" brushRef="#br0" timeOffset="34210.71">24655 9920 87 0,'0'0'53'16,"0"0"-18"-16,0 0-8 15,0 0-15-15,0 0-11 0,0 0 3 16,0 0-6-16,0 0 1 16,0 0 0-16,20 12 0 15,-16-1 1-15,1 2 0 16,-1-1 1-16,-1 1 1 15,1-1-4-15,-3-4-4 0,1 1-1 16,0-4 3-16,-2-2 1 16,0 0-1-16,0-3 0 15,0 0 9-15,0-2 11 16,0-5-14-16,-2-3-4 16,0-2-6-16,1 0 0 0,1-5 3 15,0 3 9-15,0-1-8 16,2 0 5-16,5 4-1 15,1 1-1-15,-1 3 1 16,1 1 0-16,-2 6-1 16,1 0 2-16,0 0-1 15,0 0-2-15,-1 9 2 0,1-1 0 16,0 2-1-16,-1 0 0 16,0-2-9-16,1 1-1 15,2-3 3-15,1-5 1 16,0 1-5-16,1-2 9 15,0 0 4-15,1-6-2 0,1-1 3 16,-1-5 0-16,-1-2 3 16,2 0 3-16,-2-3-4 15,-6 1-2-15,-2-2 2 16,-2 1-1-16,-1 3-3 16,0 2 8-16,-6 2-1 0,-3 3 4 15,2 3-11-15,-6 1-1 16,3 3 9-16,2 0-5 15,-3 0-1-15,4 3-2 16,1 6-2-16,3-1-3 16,1 4 2-16,2-1 1 0,0 2-1 15,0 0-2-15,7-1 4 16,1 1 4-16,3 0 1 16,0-2-1-16,1 0 0 15,0 1 1-15,-3-2 0 16,0 0-3-16,-1-2 0 15,-5 1 1-15,-3-2-3 0,0 0 1 16,0-3 0-16,-8 3 2 16,-4-3-4-16,0 1 0 15,-4-2-16-15,1-3-24 16,0 0-38-16</inkml:trace>
  <inkml:trace contextRef="#ctx0" brushRef="#br0" timeOffset="34346.76">24889 9895 107 0,'0'0'0'0,"0"0"5"0,0 0-1 0,0 0-3 16,0 0-9-16,0 0-40 16</inkml:trace>
  <inkml:trace contextRef="#ctx0" brushRef="#br0" timeOffset="34980.89">23037 10754 104 0,'0'0'8'16,"0"0"16"-16,-44 7-14 0,32-7-6 16,5 1-2-16,-1-1 4 15,5 0 4-15,1 0 0 16,2 0-5-16,0 0-16 15,11 0-3-15,7-5 18 0,2 0-4 16,8-1 0-16,6-5 1 16,2 1-1-16,9-2-1 15,2-1-1-15,7-4 4 16,6-2 3-16,5 1 5 16,6-4 3-16,0 0 0 0,3-1-5 15,-2 0-6-15,-4 3-1 16,-1 1 0-16,-5 1 0 15,-4 2-1-15,-6 3 0 16,-6 1 1-16,-6 1-1 16,-3 4 0-16,-6 0 1 0,-7 3-1 15,-4 1 0-15,-9 3-7 16,-9 0-28-16,-2 0-30 16,-11 7-11-16</inkml:trace>
  <inkml:trace contextRef="#ctx0" brushRef="#br0" timeOffset="35277.49">23355 10693 112 0,'0'0'-1'0,"39"-9"2"0,-10-1 13 0,7-1 6 0,5 1-1 15,6-3-9-15,4-1-3 16,3 1-4-16,5 0-2 16,0 2 1-16,-1 1-2 15,-5 3 0-15,-1 0-5 16,-3 3-5-16,-4 1-5 0,-3 3-17 15,-5 0-24-15</inkml:trace>
  <inkml:trace contextRef="#ctx0" brushRef="#br0" timeOffset="75433.53">4412 11007 37 0,'-4'0'5'0,"1"-3"4"0,1-2 11 0,-2 0-7 16,2 0-2-16,-2 1-4 15,1-1 1-15,1 0-3 16,-3 2 0-16,0 2-4 15,1-2 0-15,0 2 3 0,-3-1-2 16,1 1-2-16,-2-2 2 16,0 3 2-16,1-3 0 15,-2 3 0-15,0-3 3 16,2 1 2-16,-1-2-5 16,1-1-1-16,0 2 3 0,0-3 1 15,-3 0 3-15,3 1-2 16,-3 0-4-16,-1 0-1 15,1 3-1-15,-2 0-1 16,-1-1-1-16,-1 3 2 16,1 0-2-16,-3 0 0 0,3 0 0 15,2 0 1-15,-3 0-1 16,1 0 0-16,-3 0-1 16,3 1 2-16,-3 5-2 15,1-1 1-15,-2 2 0 16,3 0 0-16,1 0 0 0,3 0 0 15,-1 0 0-15,-1 0 0 16,3 0 0-16,1 1 0 16,-2 1-2-16,4 0 2 15,-3-2 0-15,2 0 0 16,-2 3 0-16,2 1 0 0,-3-1-1 16,0 0 1-16,-1 3-1 15,0 1 2-15,0-1-1 16,0-2 0-16,2 3 1 15,-3-2-2-15,4 1 2 16,-3 1-1-16,1 0-1 0,1 0 1 16,3 1-1-16,-2 0 0 15,0-1 2-15,3 0-1 16,1-1 0-16,0 1 0 16,2-1-1-16,-3 0 1 15,3 0 1-15,-2 1-2 16,1 0 1-16,-2 0 1 0,3-1-1 15,0 0-1-15,2 1 1 16,0-2 0-16,-2 3 0 16,2-5-1-16,0 4 1 15,0-1 1-15,0 1-1 0,0 0 0 16,0-1 0-16,0 3 0 16,0-2 0-16,0 0 0 15,0-1-1-15,0 3 1 16,0-3-1-16,2 1 0 15,2 0-1-15,1-1 2 16,0 1-2-16,0-1-1 16,1-1 1-16,0 1 0 0,1-1 0 15,1 2 4-15,0-2-2 16,-2 0 0-16,3-1-3 16,-1 1 4-16,2-2-1 15,-1-2 0-15,1 2-1 0,-1-3 1 16,3 3-1-16,0-3 1 15,-1 0 0-15,2 0 0 16,-1-2 1-16,1 0-2 16,1-2-1-16,1 3 2 15,-1-3-1-15,1-2 1 0,1 3 1 16,1-2 1-16,2 0-2 16,-2-1 0-16,1 0-1 15,1-1 3-15,-2 0-3 16,3 0 1-16,-2 0 1 15,0-3-1-15,2-1 0 0,-2-3-1 16,2 1 3-16,1-2-3 16,-2-1 4-16,2 1-3 15,1-2 0-15,-2-2 1 16,0-2 0-16,-1 3 3 16,2-5-1-16,-3 2-2 0,-3-2 1 15,2-1 0-15,-2 2 4 16,1-4 0-16,-3 1-2 15,1-1 1-15,-1-1-2 16,-2-1-2-16,-1 1 2 16,0-3 2-16,-1 2-1 0,0-2 3 15,0-1-2-15,-4-1-1 16,1-1-1-16,1-2 2 16,-4-3-2-16,-1-1 1 15,0 0 1-15,-2-2-3 16,0 2 1-16,0 1-1 15,-7 1 1-15,0 6-1 0,0-1-1 16,-1 3-11-16,-1-6-31 16,-5-6-75-16</inkml:trace>
  <inkml:trace contextRef="#ctx0" brushRef="#br0" timeOffset="76543.47">4124 7395 70 0,'2'-17'6'0,"-2"1"9"0,0-1 8 0,0 3 1 0,-4-2-3 16,-3 2-8-16,1-1-2 15,-4 0-1-15,1 1-4 16,1 0 0-16,-4 1 2 15,1 1-4-15,0 3-5 16,-1 0-1-16,2 4 0 0,-4 1 4 16,1 3 0-16,-3 1-5 15,0 0 5-15,0 2-2 16,-3 6-1-16,0 4-1 16,2 3-5-16,-1 1 12 15,0 2-9-15,0 2 7 0,0 1-4 16,3 4 2-16,-3 2-4 15,0 1 3-15,2 5 0 16,-1 3 0-16,3 4-1 16,1 2-1-16,1 0 1 15,4 2 0-15,3-1 1 0,5-2-3 16,0 0 3-16,0-2-5 16,7-1 3-16,7-1-1 15,1-2 1-15,3-3-5 16,0-1 4-16,6-4 0 15,1-3 2-15,2 0 2 16,4-6-2-16,-1-2 1 0,3-2-1 16,2-1 0-16,1-6-2 15,2 2 7-15,-3-4-2 16,2-2-2-16,-2 0 1 16,-1-3 0-16,0 0-1 0,1-6 3 15,-1-5 1-15,3-2 0 16,-4-5 2-16,4-4 0 15,-6-1-1-15,1-6-2 16,-5-1 1-16,-6-4 0 16,0-1 1-16,-6-4 1 0,-1 0 0 15,-6-3 0-15,-1 0 1 16,-5 1-1-16,-2-2 0 16,0-2 0-16,-10 0-3 15,-2 3 1-15,-6-1-2 16,-1 6 2-16,-8 5-3 15,-2 6-2-15,-3 8-16 0,-1 6-18 16,-2 1-44-16</inkml:trace>
  <inkml:trace contextRef="#ctx0" brushRef="#br0" timeOffset="77995.38">6012 11076 137 0,'-4'-8'-24'0,"-2"-2"36"0,3 1-1 0,-1-1-5 0,-3-1-2 16,0-2 2-16,-2-1 5 15,-2 0 2-15,-5-2 3 16,-1 3-4-16,-3-1-4 15,-1 5-8-15,-4 0-1 16,0 4 4-16,-3 5 0 16,-1 0-7-16,-2 3 6 0,0 10-1 15,-3 1-9-15,3 3 5 16,0 4 6-16,-2-2-3 16,5 4 1-16,-1 0-4 15,2 2 2-15,1 3 0 16,3 5 2-16,3 2-1 0,0 7-1 15,3-1 0-15,5 4 1 16,3 1 1-16,0 2-1 16,6-2-1-16,1 0 2 15,2 0-3-15,0-2 2 16,5 0-1-16,8-1-1 0,0-4 1 16,8-2 1-16,1-5-3 15,5-3 1-15,3-6 0 16,5-2-1-16,3-4 2 15,0-3 3-15,7-1-2 16,-1-5 0-16,2-3 2 16,2-2-3-16,2-3 0 0,0 0 8 15,-2-9-7-15,0-3 2 16,-2-5 1-16,0-3 0 16,-3-3-1-16,1-5 3 15,0-5-4-15,-2-3 6 0,-1-5-4 16,0 0 0-16,-7-6 1 15,-5 2-1-15,-6-5 1 16,-4 2 0-16,-5-6-1 16,-6-2 3-16,-3 1-3 15,-5-2 0-15,0 5-1 16,-11 2 0-16,-3 6 0 0,-3 1-10 16,-4 2-24-16,-1-3-36 15,-3-5-85-15</inkml:trace>
  <inkml:trace contextRef="#ctx0" brushRef="#br0" timeOffset="78886.5">5724 7335 72 0,'0'0'0'0,"0"0"6"0,-38-11-2 0,23 9-1 0,1 2 3 16,-2 0 0-16,-1 0 0 15,-3 0 1-15,4 3-2 16,-2 6-1-16,0 1-2 0,0 3-2 15,2 2 0-15,1 5 0 16,1 4 0-16,1 3-1 16,2 6 1-16,2 4 0 15,2 3 0-15,3 2-1 16,2 2-1-16,2 0 2 16,0 4-2-16,10-2 1 0,4 2 1 15,2 1 0-15,2 1 0 16,1-4-1-16,4-3 0 15,2-5 1-15,2-3 0 16,2-6 0-16,2-5 2 16,3-6 1-16,4-1 4 0,3-8 2 15,5-3 2-15,-2-5 2 16,3-1-2-16,0-5-1 16,0-8-2-16,-3-6-1 15,-1-1 1-15,-2-4 1 16,-1-4 2-16,0-5 0 0,-4-4-3 15,-5-4 2-15,-4-2-2 16,-9-5-1-16,-4 4-2 16,-8-3 1-16,-6 1-3 15,-2 0 1-15,-12-1-2 16,-8 0 2-16,-7 3-2 0,-2 4-2 16,-5 5 1-16,-3 8-4 15,0 6-12-15,-1 8-18 16,-4 6-64-16</inkml:trace>
  <inkml:trace contextRef="#ctx0" brushRef="#br0" timeOffset="79832.55">8031 10971 99 0,'0'0'-10'0,"0"0"23"0,0 0 8 0,-49 3-2 0,38-3 4 16,-2-6 3-16,-3-1-4 16,3-3-6-16,-4 2-3 15,2-1-7-15,-3-1-4 16,-2 2-2-16,2-1-1 16,-4 2-6-16,-1 1-4 0,-2 1 3 15,-1-1 3-15,-1 6 4 16,-2 0 0-16,-2 0 1 15,1 13-2-15,0 5 0 16,0 6-5-16,1 5-2 0,0 4 3 16,0 3 4-16,0 4 2 15,0 4-3-15,4 4 3 16,1 5-1-16,3 2 1 16,4 2 0-16,10 1 1 15,2-1-2-15,5 0 2 16,2-4-1-16,15-4-1 0,3-2 0 15,8-4-2-15,3-6 0 16,5-5 1-16,5-5 0 16,2-4 1-16,1-6 1 15,3-3 0-15,2-4 0 16,-2-7-12-16,0-3 27 0,-4-3-19 16,0-11 15-16,-1-10 6 15,-4-7-6-15,-1-9 3 16,-3-7-7-16,-3-5-1 15,-4-7 0-15,-5-3 1 16,-9-6-3-16,-5-5 0 16,-8 1 0-16,0-2-2 0,-16-1-8 15,-7-1-24-15,-8 0-33 16</inkml:trace>
  <inkml:trace contextRef="#ctx0" brushRef="#br0" timeOffset="80714.84">7617 7257 136 0,'0'0'-32'0,"0"0"37"0,0 0-3 0,0 0 0 16,-44 0-2-16,35-3 2 16,-3 3 10-16,-1 0 1 0,2 0-3 15,-5 0-5-15,1 10-1 16,-3 5-3-16,-3 3-1 15,0 6 0-15,-2 4 0 16,-2 5 0-16,-1 7 0 16,1 5-1-16,3 2 1 15,1 6 0-15,3 1-1 0,5 2 0 16,5 0-1-16,5 1 1 16,3-2 0-16,1 2 0 15,11-3 0-15,5-1-1 16,6-4-1-16,6-1-3 0,3-5 3 15,6-3 1-15,2-3 1 16,3-5 3-16,6-5-12 16,5-8 34-16,-1-4-14 15,5-10 1-15,2-5 0 16,1-5-5-16,-1-12-2 16,-1-4 3-16,-4-9 5 0,-1-4 5 15,-5-4-3-15,-4-8 1 16,-5-5-5-16,-8-7-1 15,-6-5-2-15,-6-2-1 16,-10 0-3-16,-8 2 0 16,-2 4-1-16,-12 6-5 0,-12 9-7 15,-7 6-12-15,-8 5-40 16,-5 6-24-16</inkml:trace>
  <inkml:trace contextRef="#ctx0" brushRef="#br0" timeOffset="81533.67">9452 7432 115 0,'0'0'11'0,"-42"-16"5"0,22 12-1 0,1 0-11 0,-4 4-2 16,0 0 0-16,-2 0-2 15,-2 5 0-15,0 7 0 0,0 3 0 16,3 4 0-16,0 4 0 16,1 5 0-16,1 3 0 15,4 3 0-15,-4 6-2 16,4 3 2-16,0 2 0 16,5 3-1-16,1 3 1 0,3 1-1 15,7 2-2-15,2-1 0 16,3 0-1-16,11-3 3 15,7-3-1-15,4-5-2 16,8-2-2-16,7-2 0 16,5-2 0-16,6-6 3 0,5-2 3 15,7-4 2-15,1-1 0 16,9-6 3-16,-2-3-1 16,3-4-2-16,6-6-2 15,1-4-2-15,1 0 5 16,-3-8-1-16,1-8 2 0,-2-3 1 15,-7-7 3-15,-4-3 2 16,-8-8 8-16,-7-3 8 16,-10-3 4-16,-6-6-8 15,-14-2-7-15,-8-6-3 16,-8-2-4-16,-6-4 0 16,-11-3-2-16,-15 2-2 0,-8-2-2 15,-16 1 0-15,-12 8-4 16,-17 6-6-16,-19 7-21 15,-25 11-51-15,-29 8-86 16</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17:30.681"/>
    </inkml:context>
    <inkml:brush xml:id="br0">
      <inkml:brushProperty name="width" value="0.05292" units="cm"/>
      <inkml:brushProperty name="height" value="0.05292" units="cm"/>
      <inkml:brushProperty name="color" value="#FF0000"/>
    </inkml:brush>
  </inkml:definitions>
  <inkml:trace contextRef="#ctx0" brushRef="#br0">8813 2306 104 0,'0'0'4'0,"0"0"1"0,0 0 2 0,0 0-3 16,0 0-2-16,0 0-1 15,0 0-1-15,0 0-1 16,0 0-1-16,0 0 0 0,0 0 1 16,-4 7 0-16,4-1 0 15,0 2-1-15,0-2 0 16,0 4 0-16,0-1 1 16,1 2 0-16,4-4 0 15,2 3 0-15,-2-2 1 16,3 2 0-16,-1-1 1 0,2 0-1 15,0-2 1-15,-3-2 0 16,3 1-1-16,-1-2 1 16,0-4 0-16,1 0 1 15,0 0 5-15,5-4 12 16,3-10 2-16,2-8-4 0,7-6-2 16,4-10-7-16,7-5-1 15,7-5-1-15,10-6 2 16,6-3-3-16,10-3-3 15,8-1 3-15,3 0-2 16,-7-4-81-16</inkml:trace>
  <inkml:trace contextRef="#ctx0" brushRef="#br0" timeOffset="19396.5">2838 4803 89 0,'0'0'-1'0,"0"0"-1"0,0 0 2 16,0 0 1-16,0 0 1 15,43-1 4-15,-34-1-1 16,2 1-3-16,-1 1-1 0,5 0 0 15,1 0-1-15,1 0 0 16,4 0 0-16,2 3 0 16,2-1 0-16,4 1 0 15,1 0 0-15,8 0 0 0,2-2 3 16,4 1-2-16,6-2 0 16,2 0 2-16,3 0-1 15,3-5 1-15,2-2 3 16,5-1-1-16,0-1 1 15,7-1 1-15,-1 3 1 0,10 0-5 16,1 1 3-16,1 2 1 16,-4-2-38-16</inkml:trace>
  <inkml:trace contextRef="#ctx0" brushRef="#br0" timeOffset="23243.45">5856 4841 20 0,'0'0'5'0,"0"0"-5"0,0 0 1 0,0 0-1 0,0 0 0 16,0 0 0-16,0 0 1 15,37-9 0-15,-27 8 2 16,-1 1-1-16,-1-1-1 16,4 1 2-16,-1-3-1 0,3 3 3 15,-1-3-1-15,2 2-1 16,1-1 0-16,-2 1 1 16,3-2 0-16,2 2 0 15,1-1-1-15,0 2 0 0,3-1-2 16,0 1-1-16,4-2 2 15,2 1-1-15,1 0 0 16,3-2 1-16,1 0 2 16,2 0-3-16,0-1 1 15,1-2-1-15,-1 2 0 16,0-2-1-16,4 1 1 16,0 0-1-16,0-2 1 0,0 0 0 15,1 1-1-15,-1-1 1 16,-2 0 1-16,-3 1-1 15,4-1-1-15,-3 0 0 16,-1 0 1-16,5 0-1 0,-1 1 0 16,-1-1 0-16,-2 3 0 15,3 0 0-15,-3-2 1 16,-1 4-1-16,0 0 0 16,-2-2 2-16,-1 1-2 15,1 1 2-15,-2 0-1 0,-2 1 0 16,1-2 0-16,-1 2 1 15,0 0 0-15,-5 1-2 16,2 0 1-16,0 0-1 16,-2 0 1-16,1 0-1 15,-2 3 0-15,1 2 0 0,2-1 1 16,-1 1-1-16,2-1 0 16,-2 2 0-16,1-1 0 15,-1 1 0-15,2-2 0 16,-1 2 1-16,1-3-1 15,0 1 1-15,-2-1 0 16,-1-1-1-16,3 2 0 16,-2 0 0-16,2-1 0 0,2 1 0 15,2-2 0-15,2-1 0 16,-1-1 0-16,3 0 1 16,3 0-1-16,-1 0 1 15,1 0 0-15,1 0-1 0,3 0 0 16,-1 0 0-16,3 0 0 15,2 0 0-15,-2 0 0 16,2 0 0-16,0 0 0 16,1 0 0-16,2 0 0 15,1 0 2-15,3 0-2 16,0 0 0-16,1-3 1 0,0-3-1 16,-1 4 0-16,-3-1 1 15,1 1-1-15,-2 2 0 16,2 0 0-16,-1-2 0 15,-4 2 1-15,2 0-1 16,-4 0 0-16,2 0 1 0,-2 0 0 16,5 0-1-16,-5 0 0 15,4 2 0-15,-4 2 0 16,-2 1 0-16,3-1 0 16,-5-1 1-16,4 1-1 15,0 2 0-15,3-5-1 0,-3 3 2 16,1-4-1-16,2 0 0 15,-1 0 1-15,-3 0-1 16,0 0 0-16,2 0 1 16,-3 0 0-16,0 0 0 0,-1 0 2 15,1 0-2-15,0 0 1 16,-1 0-1-16,1 0 0 16,1 0 0-16,0 0-1 15,-1 0 0-15,1 0 1 16,-2 0-1-16,-2 0 1 15,1 0 0-15,-2-2 2 0,-4 0-1 16,5 1 1-16,-1-2-1 16,1 0-1-16,3-1 2 15,-2 2-1-15,3-1 0 16,-1-1-2-16,-2 2 1 16,1 1 0-16,-1-1 0 0,0 0 2 15,3 0-2-15,-5 0 3 16,4-1-2-16,-1 2 1 15,1-2-1-15,-1 0 1 16,3 0 0-16,-4-1-1 16,3 1 0-16,-1-2-1 0,0 3 0 15,-1-1 1-15,-1 0-1 16,0 1 2-16,-2 0-2 16,2-1 1-16,-1 2-2 15,0-1 0-15,2 1 1 16,-1 1-1-16,0 0 0 0,3-1 1 15,-3-2 0-15,0 3-1 16,0-2 1-16,1 1 0 16,-2-1-1-16,1 1 1 15,0-1-1-15,0 1 1 16,-1 1-1-16,2 0 0 0,-5 0 0 16,1 0 0-16,-1 0 1 15,-2 0-1-15,3 0 0 16,2 0 0-16,-1 0 0 15,2 0 2-15,3 0-1 16,-1-3 0-16,2 3 0 0,-1-4 0 16,-3 4 0-16,0-1-1 15,-1 1 0-15,-2 0 0 16,-1 0 0-16,0 0 0 16,-2 0 1-16,-1 0-1 15,-2 0 0-15,0 0 0 0,-1 1 0 16,0-1 0-16,2 1 1 15,1 0 0-15,2 1-1 16,0-2 0-16,-1 0 0 16,2 0 1-16,-1 0-1 15,-1 0 1-15,1 0-1 16,-4-4 1-16,3 3-1 0,-3-2 0 16,1 0 0-16,0 0 2 15,-1 0-1-15,0 2-1 16,1-2 1-16,-1 0 0 15,4 0-1-15,-4-1 2 0,3 1-2 16,0 2 0-16,1-2 0 16,0 0 1-16,1 3-1 15,3-3 0-15,-4 2 0 16,1 0 0-16,-1 0 0 16,-1-1 0-16,-2 1 0 0,1 1 0 15,-2 0 0-15,0-2 0 16,-1 2 0-16,1-2 0 15,2 2 1-15,-2 0-1 16,0 0 0-16,1 0 0 16,-2 0 0-16,1 4 0 15,-3 0 0-15,0 0 1 0,0-1-1 16,0-2-1-16,0 3 2 16,0-2-1-16,0-1 0 15,2-1 0-15,-1 0 0 16,2 2 0-16,-3-2 2 0,3 0-2 15,-1 0 0-15,0 0 0 16,1 0 0-16,-5 0 0 16,-1 0 0-16,2 0 0 15,-1 0 1-15,2 0-2 16,3 0 2-16,-2 0-1 16,1 0 0-16,0 0 0 0,0 0 0 15,1 0 2-15,0 0-2 16,1 0 0-16,1 0 0 15,1 0 0-15,1 0 0 16,1 0 0-16,3 0 1 0,0 0 0 16,-1 0 0-16,2 0 0 15,-2 0 1-15,0 0-1 16,0 0-1-16,-2 0 1 16,0 0-1-16,0-2 1 15,-2 2-1-15,1-1 1 0,-1 1-1 16,1 0 0-16,-3 0 1 15,3 0 2-15,-3 0-2 16,1 0 0-16,2 0 2 16,-5 0 2-16,2 0 2 15,-2 0 2-15,-1 0-1 16,0-2 1-16,-4 1 1 0,0-2-3 16,0 3-2-16,0-1-2 15,-2-1-1-15,-3 2-1 16,3 0 0-16,-3 0-1 15,-2 0-10-15,-6 0-65 16</inkml:trace>
  <inkml:trace contextRef="#ctx0" brushRef="#br0" timeOffset="25242.24">19565 3722 67 0,'-2'0'24'0,"2"0"-9"0,-2-3-4 16,2 2-5-16,0 1-3 15,-2-2-2-15,1 2 0 16,1 0 1-16,-1-2 4 0,1 1 4 15,0 0 3-15,0 1-7 16,0 0-4-16,0 0-2 16,0 0-1-16,0 0 0 15,0 0 2-15,0 0-1 16,-2-1 1-16,1-1-1 0,0 2 0 16,0-2 1-16,-3 0 1 15,0-1-2-15,-1 0-2 16,0 0 2-16,-3-1 0 15,3 0 2-15,-3 0-2 16,0-1 2-16,1 0 5 0,-1-1-2 16,2 0-3-16,-4 1-1 15,3-1 1-15,-5 3-1 16,3-3-1-16,-3 2 0 16,-1 1 0-16,0 2 0 15,0-2 0-15,0 3 0 0,-4 0 0 16,1 0 0-16,0 0 0 15,0 0 0-15,-1 0 0 16,-1 4 0-16,1-1 0 16,-2 1-2-16,-1 0 2 15,0 0-1-15,-4 1 2 16,0-1 0-16,-2 3 1 0,2-2-1 16,-5 3 2-16,4 1-2 15,-4 2-1-15,-2 1 2 16,4 0-2-16,-1 2 0 15,1 2 0-15,0-1 0 16,4 4 0-16,0 0 1 0,-1 1-1 16,3 2 0-16,0-1 1 15,2 2-1-15,2-1 1 16,-2 2-1-16,4-3 1 16,2 5-1-16,0-2 0 15,-1 1 0-15,5-2 0 0,-3 4 0 16,2-3 0-16,1 2 0 15,2-2 0-15,0 2 1 16,3-3-1-16,2 1 0 16,2-2-1-16,0 2 1 15,0-2 0-15,4-2 1 0,5 0-2 16,-2 1 1-16,1-3 2 16,3 2-3-16,-3 0 3 15,3 1-3-15,-1-1 0 16,2 0 2-16,-3 0-1 15,3-2 1-15,2 1-6 0,0-1 3 16,4 1-1-16,0-1 6 16,-2-1 3-16,3 2-4 15,-1-4-6-15,3-1 7 16,1-2-2-16,-4 1 2 16,4-2-2-16,0-1 0 0,-1-1-1 15,1 0 0-15,1 1 2 16,2-1-2-16,0 2 1 15,2-1 1-15,2 0-2 16,1-3 0-16,1-2 2 16,2 0-2-16,-4-2 5 15,1-3-3-15,1 1 1 0,0-1-2 16,0 0 1-16,1 0-1 16,1 0 1-16,4 0-2 15,0 0 4-15,1 0-3 16,-1 0-1-16,1-1 1 15,1-3-1-15,-4-2 0 0,-2 2 1 16,-3-2 0-16,-2-1-1 16,-1-3 1-16,-4 0 6 15,-1-1-1-15,0 1-1 16,-2-3-2-16,0-1-1 16,-1-3 2-16,-3-1 1 0,2-3-3 15,-3 2-1-15,-1-3 1 16,-3 1 7-16,1 1-1 15,-3 2 3-15,1-2-3 16,-2 3-1-16,-1-3 4 0,-2 2-5 16,0-1 2-1,-3-1-1-15,0-3 1 0,-1 2-6 16,1 0 1-16,-1-5-1 16,0 1-1-16,0 0 0 15,-1-3-1-15,0 3-1 16,0-3-2-16,0 3-2 0,0-1 5 15,-2 2 2-15,-4-1-2 16,-1 3 1-16,-1-2 0 16,-3 4-1-16,0-1 1 15,-1 1-2-15,3 0 1 16,-4 0 5-16,1 1-2 0,-3-4-1 16,-2 4-2-16,-3-2-2 15,-6 1-2-15,-10 3-1 16,-12 1-12-16,-11 2-24 15,-10 0-36-15,-6-6-113 16</inkml:trace>
  <inkml:trace contextRef="#ctx0" brushRef="#br0" timeOffset="26610.75">20071 3941 44 0,'0'0'1'16,"0"1"-2"-16,0-1 1 0,0 0 1 0,2 0-1 15,-2 0 0-15,0 2 0 0,0-1 1 16,1-1-1-16,-1 0 1 16,0 1 3-16,1 1-2 15,0-1-2-15,1 2 1 16,-1 0-1-16,2 0 2 15,1 1-2-15,-2-2 0 16,0 2 0-16,1-1 0 0,0 0 1 16,-1-1 1-16,0 1 5 15,1-1-4-15,0-1 0 16,2 2-1-16,0-3 0 16,-1 1 3-16,3-1-1 15,-3 0 1-15,1 0 5 0,2-2 9 16,0-4-2-16,3-4-2 15,1 1 0-15,3-4-2 16,2-1-1-16,2-4 1 16,4-1 1-16,4-5-5 15,4-1-2-15,5-5-1 0,3-2-2 16,3-2 1-16,2 2-2 16,1 2-2-16,-5 4-1 15,-3 5 1-15,-7 5-3 16,-6 8-8-16,-10 4-29 15,-11 4-49-15</inkml:trace>
  <inkml:trace contextRef="#ctx0" brushRef="#br0" timeOffset="27342.31">20115 4003 11 0,'0'0'12'0,"0"0"-2"0,0 0 5 15,0 0-5-15,0 0-4 16,0 0-3-16,0 0 0 0,0 0 0 16,0 0 3-16,0 0-1 15,0 0 1-15,0 0 19 16,0 0-4-16,22 7-7 15,-17-8 1-15,1-5-5 16,4 1-5-16,1-1 0 0,5-4 1 16,1 0 5-16,6-3-1 15,2-2-4-15,7-5 0 16,7-3-1-16,9-7-2 16,11-4 0-16,13-7-2 15,14-3-2-15,10-7-34 0,5-9-51 16</inkml:trace>
  <inkml:trace contextRef="#ctx0" brushRef="#br0" timeOffset="30521.43">12673 9282 49 0,'0'-3'20'0,"0"-1"7"0,0 3-8 15,0-2 0-15,0 0-12 16,0 2-3-16,0-2-3 0,0 0 0 16,0 3-1-16,0-1 0 15,0 1-1-15,0-2 1 16,0 2-1-16,2 0-2 15,2 0 0-15,1 2 0 16,-2 3 0-16,1 2-1 0,2-1 4 16,-1 1 0-16,0 0 0 15,1-1 0-15,-1-2 0 16,3 1 1-16,0-1-1 16,0-2 2-16,-1 0-1 15,0-2 0-15,2 0-1 0,-3 0 0 16,3 0 1-16,-2-2 1 15,4-5 1-15,0-4 2 16,0 1-3-16,3-4 0 16,-1-2 0-16,3-2-1 15,1-5-1-15,4-1 1 0,0-3 1 16,2-4 4-16,4-3 0 16,0-3 1-16,4-3-2 15,-1 0 3-15,3-2 0 16,0 0 1-16,1 3 1 15,2 2-5-15,-5 4-2 0,1 5-2 16,-3 3-1-16,-11 7-27 16,-7-2-67-16</inkml:trace>
  <inkml:trace contextRef="#ctx0" brushRef="#br0" timeOffset="33498.74">12704 12867 44 0,'0'0'12'16,"0"2"-5"-16,0-1-6 0,0 0-1 0,1-1 0 16,0 2 2-16,2 2-2 15,-1-3 1-15,0 3 2 0,1 0 0 16,-1 0-1-16,4 1 0 16,-2 1-1-16,0 0 0 15,2 1 1-15,-2-1-2 16,0 1 1-16,1 1 0 15,-1 1 1-15,-1-1 1 0,0-2-1 16,1 1 0-16,1-1 0 16,-2-3 1-16,2-3 1 15,1 0 2-15,4-2 7 16,1-8 3-16,0-5-2 16,7-5-4-16,-1-6-5 0,2-2-2 15,3-5 0-15,0 1-1 16,0-3-1-16,1 4-1 15,-4 1 1-15,0 3 0 16,-3 6 1-16,-5 4 2 16,-4 4-1-16,-2 6-2 0,1 1 0 15,-6 2 1-15,0 4 26 16,0 0-1-16,0 0-21 16,0 0-5-16,0 0-2 15,-2 0 3-15,-1 4-2 16,2 2-1-16,0 0-12 0,1 1-9 15,0 1-17-15,-1-3-27 16</inkml:trace>
  <inkml:trace contextRef="#ctx0" brushRef="#br0" timeOffset="35398.81">18240 12455 42 0,'0'2'30'0,"0"-2"-16"0,0 0 2 0,0 0-1 0,0 0-2 16,0 0-9-16,0 0-4 15,0 0 0-15,0 0 0 16,0 0 0-16,0 0 1 15,0 1-1-15,0 0 0 16,0-1 0-16,0 1-3 16,0-1-19-16,0 0-51 0</inkml:trace>
  <inkml:trace contextRef="#ctx0" brushRef="#br0" timeOffset="42816.55">8795 2269 70 0,'0'0'7'0,"0"0"-1"0,0 0-4 16,0 0-2-16,0 0 1 15,0 0-2-15,0 0 1 0,0 0 0 16,0 0 1-16,0 0 0 16,0 0-1-16,0 0 1 15,7 0 0-15,-5 0-1 16,0 4-3-16,0 3 5 16,1 0-2-16,3 2 0 0,-1 1 4 15,-2 1-2-15,3 0-1 16,1 0 0-16,1-2-1 15,2-1 1-15,-3-1 1 16,3-3-2-16,2-2 0 16,1-2 1-16,5-6 9 0,6-17 5 15,15-14 7-15,19-18-7 16,24-26-10-16,23-23-2 16,23-22-39-16</inkml:trace>
  <inkml:trace contextRef="#ctx0" brushRef="#br0" timeOffset="91968.82">12876 9292 109 0,'0'0'2'0,"0"0"0"0,0 0 0 15,0 0 0-15,0 0-2 16,-42 0 0-16,33 0 2 0,2 0-2 16,-2 0 1-16,1 0-1 15,1 0 0-15,-4 0 0 16,-1-2 1-16,-1 2-1 16,0 0 1-16,-4 0 0 15,2 0 0-15,-3 0 0 0,0 0 1 16,0 2 0-16,-1 0 1 15,-1-1-2-15,1 3 0 16,0-2 0-16,0-1-1 16,-1 3 1-16,0-3-1 15,0 0 1-15,-3 2 0 0,2-2 2 16,0 2 1-16,-1-3-2 16,4 3 3-16,0 0-2 15,-2-2 0-15,5 5-2 16,-2-2 0-16,-2 3-1 15,-1-1 0-15,2 1 0 0,-6 1 0 16,1-2 0-16,2 0 0 16,-2 1 0-16,2 0 0 15,-2-1 1-15,4 1-1 16,-1 1 0-16,1-2 0 16,0 3 0-16,0-1 0 15,2 0 0-15,-1 1 0 0,0 1 0 16,2-3 1-16,0 3-1 15,-1-1 0-15,0 0 0 16,1 2 0-16,-1-3 0 16,2 2 0-16,1-2 1 15,1 1-1-15,1-2 2 0,1 3-2 16,3-1 0-16,-2-1 0 16,0 2 1-16,3 2-1 15,-2 0 1-15,0 0-1 16,2 2 1-16,-3 0 1 0,0 2-2 15,1 1 1-15,0 1 0 16,-4 3 0-16,2 3 0 16,0 1 0-16,-3 2 0 15,1 2-1-15,1 0 2 16,1-1 2-16,2 2 1 16,3 0 1-16,-2 1 0 0,5-1-2 15,0 4-1-15,-1-3 0 16,0 5-2-16,1 1 0 15,1 0 0-15,-2-2-1 16,0 2 1-16,3 0 0 16,-1 0-1-16,2-1 1 0,0 2-1 15,0 1 0-15,0 4 1 16,0-2 0-16,0 2-1 16,2 1 1-16,3 0 0 15,-5-1 1-15,2 1 0 16,-2 1-1-16,0 4 1 0,0 0-2 15,0 2 2-15,0-1 1 16,0-2-2-16,-2-4 1 16,-3 0 0-16,2-1 0 15,-1 1-1-15,-2 0 0 16,3 2 0-16,-3 2 0 16,0-1 0-16,0 2 0 0,1 2-1 15,1-1 0-15,0 4 1 16,-1 0-1-16,2 0 0 15,0-3 0-15,0-2 0 16,3-2 0-16,-2-2 2 0,2-3-4 16,-2-1 2-16,2 1 2 15,0-3-2-15,0-2 0 16,0-1 0-16,0-1 0 16,2 1 0-16,3 1 1 15,-3 1-1-15,1 1 0 0,1 0 0 16,0 0 0-16,0-4 0 15,3-1 0-15,-1-3-3 16,0-1 5-16,0-3 0 16,1-2 0-16,-1 0 0 15,2-2 1-15,-1 1 2 16,3-1-2-16,-1 1 1 0,2 1-2 16,3 0 0-16,4 3-2 15,1 0 0-15,2-1 2 16,5 0-4-16,6 3 4 15,0-3-4-15,7-1 1 16,2-4 7-16,4-3-7 0,6-4 0 16,3-6 0-16,3-3-1 15,3-5 4-15,5-1 0 16,5 0-2-16,-1-4 1 16,3-5 0-16,6-2-1 15,-4-3-8-15,4-2-34 16,-2-4-86-16</inkml:trace>
  <inkml:trace contextRef="#ctx0" brushRef="#br0" timeOffset="93918.58">12633 9345 88 0,'18'0'2'0,"-1"-3"2"0,3-1 5 0,3-2 0 16,0 2-5-16,3-2 0 15,2 2-2-15,4 0 1 16,0 0-1-16,4 0-1 0,1 0 0 16,2 2-1-16,4-1 1 15,3 0 1-15,0 1-1 16,2 0 0-16,2 1 0 16,0 1 1-16,-1 0-1 15,0 0 1-15,-1 0 0 0,-1 0 3 16,-3 0 0-16,-1 0 3 15,0 0-2-15,-1 0 1 16,0 0-1-16,1 0-2 16,-4 0-2-16,0 0-1 15,-1 0-1-15,-5 0 1 0,-1 0-1 16,-3 0 1-16,0 0-1 16,-5 0 0-16,-3 3 1 15,1 0-2-15,-4 2 1 16,0 1 0-16,0 0 0 15,-6 1 0-15,0 3-1 16,0 0-2-16,-4 0 2 0,-3 2 1 16,1-1 5-16,-4 4-4 15,0-2 0-15,0 4-1 16,-1 3 0-16,1 0 0 16,-1 4 1-16,1 0-1 15,2 3 1-15,-4 2-1 0,2-1 0 16,0 3 0-16,-2 5 0 15,1 1 0-15,0 1 0 16,1 3 1-16,1 2-1 16,1 0 0-16,2 1 2 15,0 0-2-15,1 0 1 0,3 3-1 16,-2 2 0-16,0 2 0 16,1 2 2-16,-4 1-2 15,4 1 0-15,-5 1 0 16,1 2 1-16,1 0-1 0,-3 3 0 15,2 0 1-15,3 2-2 16,-3-1 1-16,1-2 0 16,0 1 1-16,1-3-1 15,-1-1 0-15,0-3 0 16,-2 0 1-16,1-2-1 16,1-2 1-16,-3-3-1 0,1 3 0 15,1 0 0-15,-3-1 0 16,0-1 0-16,-2-1 0 15,2 0 0-15,-2-3 0 16,0 2 0-16,1-2 0 16,-1-2 0-16,0 0 1 0,0-3-1 15,0 0 0-15,0-1-1 16,0-3 2-16,-3 1-1 16,1-2 0-16,0 3 0 15,-1-3 0-15,0 0 0 16,1 0 0-16,0-3 0 15,2 1 1-15,-2-2-1 0,0-2 0 16,0 1 1-16,2-1-1 16,-2-1 1-16,2 0 1 15,0 1-2-15,-1 1 0 16,0-1 1-16,-1 3-1 0,1-2 0 16,1-1 0-16,-2 3 0 15,0-4 0-15,0 2 0 16,1-5-1-16,0 0 2 15,0-3-2-15,0-1 2 16,-2-3-1-16,2-1-1 0,-3 1 2 16,-2-3-1-16,3 2 0 15,-5-2 0-15,0 0 1 16,0-1-1-16,1-2-1 16,-2 1 1-16,-5-1 0 15,1 0 0-15,-5-1 0 16,-1 0 0-16,-4 0-1 0,-4-1 1 15,-2-1 0-15,-4 2 0 16,-1-1 0-16,-4-1-2 16,-3-1 2-16,1 0 0 15,-4 0 0-15,-5-1 0 16,-1 3 0-16,-5-1 2 0,-3 1-2 16,-4-1-2-16,1-1 4 15,-4 2-2-15,1-2 0 16,0-1 10-16,1-1 3 15,0 2 0-15,2-1-6 16,2 1-4-16,0-1-3 0,2 1-1 16,2-1 2-16,5-2-4 15,1-3-21-15,4-1-50 16</inkml:trace>
  <inkml:trace contextRef="#ctx0" brushRef="#br0" timeOffset="95031.28">12720 13439 81 0,'0'-2'2'0,"2"-1"1"0,-2 1 2 0,2 0 4 0,-2 1 1 15,2-1 2-15,-2 0 2 16,0 0 2-16,2 0-2 16,-1 1-4-16,0-1-6 0,2 2-1 15,0 0-2-15,1 0-1 16,-2 0 1-16,1 0 0 15,1 6 0-15,0 0 0 16,-1 2 0-16,-1 0 1 0,1 1 0 16,1 0 0-16,0-1-2 15,-3-1 1-15,2-1-1 16,0 1 2-16,1-3-2 16,-1 2 0-16,0-3 0 15,2 0 0-15,0-2 0 0,-1-1-2 16,1 0 2-16,1 0-1 15,3 0 2-15,0-7-1 16,3-6 2-16,2 0-1 16,5-5 1-16,1-3 0 15,0-1 4-15,3-2-3 16,2 1 0-16,1-1-1 0,1 0-1 16,-2 0 0-16,1 1-1 15,-3 0 2-15,1 2-1 16,-4 1-1-16,0 3 0 15,-3 5 0-15,-3 5 0 16,-2 2-1-16,-3 5-7 0,-5 0-19 16,-4 4-27-16,0 6-12 15</inkml:trace>
  <inkml:trace contextRef="#ctx0" brushRef="#br0" timeOffset="95684.48">12743 13441 91 0,'0'0'8'0,"0"0"12"0,0 0-4 0,0 0 2 15,0 0-5-15,0 0-6 16,0 0-7-16,0 0-2 16,0 0 1-16,0 0 2 15,0 0 0-15,0 0-1 0,5 24 0 16,-2-13 1-16,-1-2-1 16,0 2 1-16,0-1-1 15,1-4 0-15,2 2 1 16,-1-2-1-16,-1-3 1 0,3 0 0 15,-2-3 0-15,1 0 4 16,4 0 2-16,0-6 4 16,0-4-1-16,6-4-3 15,1-3-1-15,4 0-3 16,1-5-1-16,2-2 1 16,5-3 0-16,5 0 3 0,0-4 3 15,4-3-1-15,1-1 4 16,3-1-5-16,-1 1-4 15,0 2-2-15,-3 3 0 16,-3 6 0-16,-1 6-1 16,-8 3 0-16,-4 6 0 0,-4 5-3 15,-7 4-11-15,-4 0-23 16,-6 5-39-16,-2 3-42 16</inkml:trace>
  <inkml:trace contextRef="#ctx0" brushRef="#br0" timeOffset="97677.47">13172 9342 56 0,'0'0'10'0,"0"0"1"0,0 0 14 0,0 0 6 0,29-36-1 16,-29 30-9-16,0 0-13 16,0 1-2-16,-4-1-1 15,-2 1-2-15,-3-1 2 16,-4 2-3-16,-5 0-2 16,-3 1 0-16,-3 0-1 0,-4 0-3 15,-4-1 5-15,-1 1-1 16,-4-1 2-16,-1-2 0 15,1 3-2-15,-1-1 0 16,-3 2 1-16,1 0-1 16,-2 2 0-16,-1 0 0 15,-5 0 1-15,0 4-1 0,-1 0-2 16,0 1 3-16,1 2-1 16,4 1 0-16,2-2-1 15,1 4 2-15,1-3 0 16,4 3-2-16,1-3 1 15,2 3-1-15,3-2 2 0,2 0-1 16,3 0 0-16,4-1 0 16,0 1 1-16,5-1-2 15,3 2 2-15,1-4-1 16,5 2 0-16,-1 0 0 16,3 1 0-16,1 0 0 0,-1 3 0 15,3-1 1-15,-1 2-1 16,1 0 0-16,-2 4 0 15,0-1 1-15,1 2-1 16,-1 3-1-16,-3 0 2 16,2-4-1-16,-3 2 0 0,3-1 0 15,-3-1 0-15,2 2 0 16,-1 1 0-16,3 1 1 16,-5 0-1-16,3 5 0 15,-5 2 0-15,1 2 0 16,0 0 0-16,-2 1 0 0,1 3 1 15,-1-2-1-15,0 0-1 16,3 2 2-16,-3-2-1 16,4 3 0-16,1 0 0 15,1 2 0-15,3 1 0 16,-4 4 0-16,3-1 0 0,1 1 2 16,-3 0-2-16,1 0 0 15,1 1 0-15,-3 0 0 16,2 5 1-16,1 0-1 15,-2 1 0-15,1 3 0 16,1-1 0-16,-4 1 0 16,2-1 0-16,0-2 1 0,1 3-1 15,-1-1 0-15,0-2 0 16,4-4 0-16,0 0 0 16,2 0-1-16,0-1 2 15,0 2 0-15,0 2-1 16,0 3 0-16,0 4 0 0,-2 0 0 15,0 0 1-15,0 0-2 16,1-2 1-16,0-2 1 16,1-2-2-16,0-1 2 15,0-3-1-15,-1-4 0 0,1 1 1 16,0-4-1-16,-2 3-1 16,2 1 1-16,-2 2 0 15,0 1 1-15,-1-1-1 16,2-1-1-16,1-1 2 15,0-4-1-15,0-1-1 16,4 1 2-16,0 1 0 0,-1-1-1 16,3 1 0-16,-2 1 0 15,-2-3 0-15,3-2 0 16,0-4 0-16,-1-2 1 16,0-3-2-16,3-2 0 15,-3-3 0-15,4 0 0 0,1-1 0 16,1 0 0-1,0-2-3-15,-1 0 5 0,2 0 1 16,1 1-4-16,1-1 1 16,0 0 4-16,3-1-2 15,-2 2-6-15,3-1 4 0,-1-4 2 16,-1 0-3-16,3-1 1 16,-3-1 1-16,2-3 0 15,0 0 1-15,3 1-1 16,-2-1-1-16,4 0 1 15,3 2 2-15,-1-2-2 0,6 1 0 16,-3-1-2-16,4 2 1 16,1-3 2-16,1-1 0 15,1 1-3-15,1-1 3 16,-1-2-2-16,5-1 2 16,2 0-2-16,1-2 4 0,1-1-2 15,6 0 4-15,1 0-4 16,0 0 2-16,2 0-1 15,2-2 2-15,4-3 2 16,0 1-2-16,7-2-1 16,-3 0-1-16,4 0-2 15,0-1 0-15,-4-3-5 0,-1-5-41 16,-3-5-42-16</inkml:trace>
  <inkml:trace contextRef="#ctx0" brushRef="#br0" timeOffset="99207.44">11875 9451 152 0,'-4'-6'14'0,"2"1"9"0,-1 1 1 0,3 0-10 0,0 0-5 16,7 0-8-16,4-1 2 16,7-1-5-16,0 0 7 15,6-1-4-15,4 0-2 0,3 1 0 16,4-2 7-16,3 1-5 15,5 1-1-15,1 0 0 16,6-1-1-16,-1 0 1 16,5 1-3-16,4 1 5 15,4-2-6-15,1 0 5 0,4 0-1 16,2-1 1-16,5-1 2 16,0 1-2-16,4-2 2 15,-5 2-3-15,-1 1 2 16,-2 0-1-16,-4 1 0 15,-3 3 0-15,-5 2-1 0,-1-2 0 16,-2 3 0-16,0 0 0 16,-3 0 1-16,0 0-2 15,-4 0 2-15,-2 0-1 16,0 0-1-16,-3 0 2 16,-3 3-1-16,-2 1 0 15,-2 2 0-15,-1 1 0 0,-3 0 0 16,-2 3 0-16,-4 1 0 15,-2 2-1-15,-6 1 0 16,-2 3 0-16,-2 2 0 16,-4 1-1-16,-1 1 2 15,-2 4 0-15,2 1 0 0,-2 3 0 16,1 0 1-16,1 1 0 16,-2 3 0-16,2 1 1 15,0 1-2-15,3 2 0 16,1 7 0-16,0-1 1 0,1 4-1 15,-1-2 1-15,1 2-1 16,-4 1 0-16,-1 1 0 16,0 0 0-16,0 4 0 15,-4 0-1-15,3 1 2 16,0 0-1-16,0 2 0 16,-1 2 2-16,-1 1-2 0,0 0 0 15,0 3 1-15,-4 1-2 16,1-1 1-16,0 1 0 15,2-1 0-15,2 1 1 16,2-2-1-16,2-1 2 16,3 0-2-16,-1-1 0 0,0 1 0 15,1 1 0-15,-5 0 0 16,1 2 0-16,-2 1 0 16,-1-2 0-16,1 2 0 15,-3-1 0-15,2-1 0 16,-1-1 0-16,-3-1 0 0,-1-2 0 15,-2-3 0-15,1-2 0 16,-1-1 0-16,0 1 0 16,0-3 0-16,0-2 0 15,0-1 0-15,0-2 0 16,0-1 0-16,0-1 0 16,0-1 0-16,0-2 0 0,-1-1 0 15,-1-4 0-15,0-1-2 16,1-5 2-16,-1-4 0 15,0-2 0-15,-2-3 0 16,1 0 2-16,1-2-4 16,-1-1 4-16,-2 3-4 0,-1 1-3 15,-2 1-8-15,-2-1-12 16,-1 0 27-16,-1-1-4 16,-2-3 2-16,1-2 0 15,-2-3-1-15,2 0 2 0,-3-4 1 16,-1 3-1-16,-2-2-2 15,2 1 2-15,-3 0 0 16,-3-1-1-16,-4 2 1 16,-2 1-1-16,-4-1 1 15,-3 1-1-15,-6 1 2 0,-7 1 2 16,-6 0-1-16,-11 4 0 16,-14 3-3-16,-24-1-1 15,-23 0-70-15</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19:23.751"/>
    </inkml:context>
    <inkml:brush xml:id="br0">
      <inkml:brushProperty name="width" value="0.05292" units="cm"/>
      <inkml:brushProperty name="height" value="0.05292" units="cm"/>
      <inkml:brushProperty name="color" value="#FF0000"/>
    </inkml:brush>
  </inkml:definitions>
  <inkml:trace contextRef="#ctx0" brushRef="#br0">16964 6483 1 0,'3'0'5'0,"0"0"5"0,-2 0 2 0,1 1-4 0,0-1 1 16,0 0 0-16,0 1 3 15,4-1-1-15,2 1-3 16,5-1-3-16,3 0 1 0,7 0-3 16,3 0-2-16,3 0 1 15,3 0-1-15,6 0 0 16,-2 0 2-16,8 0 0 15,4 0 2-15,8-1 2 16,6-1-1-16,3-4 0 16,6 2-2-16,2 1-1 0,3-2-2 15,-2-1 3-15,-3-3-1 16,-2 2 0-16,-3-1 4 16,-3-1 1-16,-1 1 4 15,-4-1-1-15,0-1 0 16,-2 3-4-16,-4 0-2 15,-1 1-1-15,-6 2 0 0,0 0-2 16,-5 1-1-16,-1 3 0 16,0 0 0-16,-8 0 0 15,-2 0-1-15,-6 0 0 16,-3 6-1-16,-9-1-15 0,-4 1-40 16,-7-5-22-16</inkml:trace>
  <inkml:trace contextRef="#ctx0" brushRef="#br0" timeOffset="554">16775 6584 24 0,'0'0'52'0,"0"0"-52"0,0 0 2 0,0 0-1 0,0 0 2 16,48-2-1-16,-26 1-2 16,4-2 1-16,5 0 1 15,4 1 0-15,3-1 1 16,5 0 2-16,1 0-3 16,3-1 3-16,2 1 2 15,5-2 1-15,2 1 1 0,2 0 1 16,7 1-2-16,4 1-3 15,5 1-1-15,2-2 0 16,0 2-2-16,0 1 0 16,-6-3 0-16,-2 2-2 0,-6-2 1 15,-1-1 3-15,-3-2 2 16,-2-1 5-16,-2 1 1 16,-3-1-3-16,-5 3-4 15,-6 0-2-15,-5 3-1 16,-6-1-2-16,-6 2 1 15,-8 0-1-15,-8 0-6 0,-7 0-72 16</inkml:trace>
  <inkml:trace contextRef="#ctx0" brushRef="#br0" timeOffset="1656.7">13384 6563 6 0,'0'0'15'0,"0"0"-7"0,0 0 1 16,0 0-5-16,46 1 5 16,-32-1-6-16,-1 0-3 15,2 0 4-15,0 0-1 0,1 0-1 16,3 0 1-16,2 0 0 16,4 0-2-16,5 0 1 15,4 0 0-15,3 0 0 16,6 0 1-16,4 1 0 15,0 2-1-15,7-1-1 0,1-1 1 16,4-1 0-16,4 0 0 16,1 0 3-16,3 0-1 15,4 0 2-15,3-3 1 16,2-1 2-16,0-2-3 16,2 1 0-16,1-2-1 15,-5 1 0-15,-1 0 0 0,-4-1 1 16,-2 2 1-16,-2 0-1 15,-2 1 1-15,-2 1-5 16,0 0 1-16,0 2-3 16,-3-1 3-16,-3 1-3 15,-4 1 1-15,-9-3 0 0,-6 2-1 16,-8-1 0-16,-7 1 0 16,-8 1 0-16,-6-3 1 15,-7 3-3-15,0 0-8 16,-9 0-40-16,-13 0-1 15</inkml:trace>
  <inkml:trace contextRef="#ctx0" brushRef="#br0" timeOffset="2175.69">13645 6668 71 0,'0'0'0'0,"0"0"-2"0,0 0 5 0,0 0-2 16,48 0 2-16,-31 0 2 0,5 0-2 16,-3 0-2-16,2 0-1 15,4 0 1-15,-1 0 1 16,6 0-1-16,3 0 1 15,7-2 1-15,3 0 2 16,6-3 0-16,3 2 4 0,3-4 1 16,2 0-3-16,2 0 2 15,1 0 0-15,3 0 3 16,2 0-4-16,2-1-1 16,1 0-4-16,-1 1 1 15,-1 1-3-15,-7 2 0 0,-3 1 0 16,-4 2-1-16,-8 1 0 15,-4-2-2-15,-4-2-28 16</inkml:trace>
  <inkml:trace contextRef="#ctx0" brushRef="#br0" timeOffset="3045.34">19508 6488 48 0,'0'0'6'0,"0"0"13"0,0 0 0 0,0 0-7 0,0 0-1 16,0 0-1-16,0 0 0 16,0 0-4-16,0 0 1 15,0 0-3-15,0 0-3 16,0 0-1-16,32-28 1 16,-15 27 0-16,5-2-1 0,3 3 2 15,4 0 0-15,3-3-2 16,5 2 1-16,1 1 0 15,2-2 0-15,5 1-1 16,0-2 1-16,4 2-2 0,-1-1 2 16,2 1 1-16,-3-1-2 15,-2 1 0-15,-5-2 1 16,-2 3 0-16,-5-1-1 16,-3-1 0-16,-7 2 0 15,-1 0 1-15,-4 0-1 0,-5 0-1 16,-5 0-5-16,-7 0-23 15,-1 0-24-15</inkml:trace>
  <inkml:trace contextRef="#ctx0" brushRef="#br0" timeOffset="3336.9">19619 6522 87 0,'0'0'4'0,"0"0"-3"0,47-1 6 0,-11-3 4 15,6-2 4-15,8 1-2 16,4-1-1-16,3 3-2 15,2-1-5-15,-1 4-2 16,2 0-3-16,-2 0 2 16,0 0-1-16,-6 0-18 15,-8 0-38-15</inkml:trace>
  <inkml:trace contextRef="#ctx0" brushRef="#br0" timeOffset="4339.53">12432 6450 28 0,'0'0'19'0,"0"0"-6"0,0 0 3 0,0 0-3 16,0 0-3-16,0 0 3 16,0 0 0-16,0 0-3 15,0 0 2-15,0 0-5 0,0 0-8 16,0 0-3-16,-5-12 5 15,10 12-1-15,4 0 0 16,3 1 0-16,4-1-1 16,7 1 0-16,4-1 2 15,5 0 1-15,5 0 0 0,3 0 0 16,3-4 0-16,1 1 0 16,-1-4-1-16,0 1 0 15,-1-1-1-15,1 0 1 16,-3 0 0-16,-2 0-1 15,-3 0 2-15,-4 3-4 0,-4 0 2 16,-8 2 0-16,-5 1-1 16,-7 1-10-16,-7 0-23 15,-8 1-29-15</inkml:trace>
  <inkml:trace contextRef="#ctx0" brushRef="#br0" timeOffset="4731.71">12313 6561 56 0,'0'0'2'15,"0"0"-4"-15,0 0 2 0,0 0 10 0,0 0 3 16,54 2-4-16,-27-4-3 16,5-2-1-16,3-3-1 15,-1 1 1-15,5 0 0 16,1-2 1-16,1 1-1 0,1-2-1 16,0 2 0-16,2-3-1 15,-2 3 0-15,3 1 0 16,-1-1-2-16,1 3 2 15,-5-1-2-15,-4 2 0 16,-1 0-1-16,-6 1 0 16,-6 2 1-16,-6 0-1 0,-3 0 0 15,-7 0-1-15,-3 0-12 16,-4 0-27-16</inkml:trace>
  <inkml:trace contextRef="#ctx0" brushRef="#br0" timeOffset="4980.96">12342 6585 113 0,'0'0'27'15,"0"0"-30"-15,0 0 2 16,0 0 3-16,67 0 0 0,-23-4 5 16,15-2-5-16,17-1-2 15,14-1 1-15,14-5-4 16,12-7-73-16</inkml:trace>
  <inkml:trace contextRef="#ctx0" brushRef="#br0" timeOffset="7443.78">9400 6000 78 0,'0'-4'4'0,"-1"-2"9"0,-2 0 4 0,-3 1 1 16,2-1-8-16,1 3-4 16,-1-2-1-16,0 0-1 15,1 2 3-15,2 1-3 0,1 0 3 16,-2 2-6-16,2 0 3 15,0 0-8-15,0 0-5 16,0 3 9-16,0 6 0 16,0-1 0-16,0 4 0 15,2-1 0-15,3 0 0 16,0-1-2-16,1-3 0 0,1-1-4 16,0-3 2-16,4-3 0 15,4-6 2-15,10-14 19 16,11-9 3-16,22-14-9 15,23-18-3-15,28-13-4 0,28-13 0 16,19-16-4-16,11-15-98 16</inkml:trace>
  <inkml:trace contextRef="#ctx0" brushRef="#br0" timeOffset="9438.91">17268 6746 61 0,'0'0'5'0,"0"0"14"0,0 0 3 16,0 0-4-16,-9-37-7 0,7 34-7 16,1 3-2-16,1-3 1 15,0 3-3-15,0 0 1 16,0 0 0-16,0 0-1 15,0 0 0-15,0 0-7 16,0 3-3-16,-2 1-21 16</inkml:trace>
  <inkml:trace contextRef="#ctx0" brushRef="#br0" timeOffset="11845.87">16575 7731 146 0,'0'0'-36'0,"0"0"54"0,0 0-2 0,0 0-9 16,-13-45 1-16,7 39-4 16,-2 0 0-16,0-2-1 15,-1 1-2-15,-2 2-1 0,-3 0 1 16,-2 1-1-16,-3-2 0 15,-2 2 1-15,-1 1-1 16,-4 0 1-16,-1 0-1 16,1-1 0-16,-1 3 0 0,-1-4 1 15,-1 3-1-15,-1-1 0 16,-1 0 0-16,-4 1 0 16,-2-2 1-16,-3 3-2 15,-2-2 2-15,-1 1-2 16,-1 1 1-16,1 0 0 15,2 1 0-15,-1 0 0 16,3 0 0-16,1 0 0 0,2 2 0 16,-7 3 1-16,-1 0-2 15,-2 0 1-15,0-1 0 16,-4 3 1-16,-2 0-1 16,4 0 0-16,-5 3 0 0,2 0 0 15,1-1 0-15,-4 0 0 16,5-1 0-16,0 3 0 15,-1-1 0-15,1 0 0 16,0 1 0-16,-1-1 1 16,0 3-1-16,-2 1 0 15,-1 0 0-15,0 3 0 0,2-1 0 16,-1 3-1-16,0 0 2 16,-1 0-2-16,1 2 1 15,5-1 1-15,-1-2-1 16,6 3 0-16,1-2 0 0,0 3 0 15,1-2 0-15,0 1 0 16,1-1 0-16,1 1 0 16,0-1 0-16,7 0 0 15,-2 1 0-15,3 0 0 16,2 3 0-16,1-1-1 16,1 4 2-16,3-1-1 15,-2 1-1-15,-2 0 1 0,3 1 1 16,3-2-2-16,0-1 1 15,4-2 0-15,4 0 0 16,1-3-1-16,4 1 1 16,1-1-1-16,3 1 1 0,-2 0 0 15,2 1 1-15,2-2-1 16,0-2 0-16,2 3-1 16,0-1 1-16,0 0 0 15,0 1 0-15,4 1 0 16,2 0-1-16,2 0 2 15,-3-1-1-15,3-1 0 0,-1-2 0 16,1-2 0-16,0 0-1 16,0-2 1-16,2 1 0 15,1-3-1-15,-1 5 0 16,3-3 1-16,2 0-1 16,1 1 1-16,1-1-2 0,-1 0 2 15,-3 0 3-15,2 0-3 16,-2-2 0-16,1-1 1 15,-1 2 1-15,2-2 0 16,-2-1 1-16,1 0 1 0,2 0-1 16,1 1-2-16,1-1 0 15,0-1 1-15,-2 1-1 16,4-3-2-16,-3 0 3 16,2 0-2-16,1 0 1 15,-1 0-1-15,4-1 2 0,-1 1-4 16,0 0 5-16,1-1-1 15,0 0-2-15,1 1 0 16,0 0-2-16,3-3 2 16,2 2 0-16,0-1 2 0,2 1-2 15,1-2 0-15,1-1 0 16,1 1 1-16,2-1-2 16,0 0 3-16,-4 0 0 15,5 1-1-15,-3-2 0 16,1 2-1-16,2-3 0 15,1 1 1-15,2 2 0 0,0-2 1 16,2 0-1-16,-2 0-1 16,0-1 2-16,3 2-3 15,-3 0 4-15,0-2-3 16,3 5 0-16,-1-2 1 16,1-1 0-16,2 0-7 0,1-2 13 15,1 2-6-15,3-3 0 16,-2 0-1-16,4 0 1 15,-1 0-1-15,3 0 3 16,-3 0-1-16,1-4-1 16,2 1 0-16,0-1-1 15,2-2 0-15,2 0 1 0,4 1-1 16,-1-3 2-16,1 1-2 16,1-1-6-16,1 1 15 15,-4-2-6-15,3-1-2 16,-4-1 0-16,1 1 1 15,2-3 0-15,-3-1 0 0,3-1 0 16,-1-1 0-16,-1-3 1 16,0-2 0-16,-4-3-1 15,2 1 2-15,-2-5 1 16,-3-2 0-16,-2 0 0 0,-1-2-2 16,-3 0 0-16,-7-2-1 15,-2-1 1-15,-4-3 0 16,-2-3-2-16,-2-1 1 15,-4-1 0-15,-2-1-1 16,-2 0 2-16,-4 0-2 0,0 3 0 16,-3 1 1-16,-4-1-1 15,-4-1 1-15,-3 3-1 16,-3-2 0-16,-1-2 0 16,-1 2 1-16,-8 4-1 15,-4-1 0-15,-5 1 0 0,0 1 2 16,-6 0-3-16,-1 1-2 15,0 0 2-15,1 2 2 16,-3-1 2-16,1 4-4 16,0-1 2-16,0 4-1 15,2 0 0-15,-3 2-1 16,0 2 0-16,-4 0 2 0,-1 3-1 16,-3-1-1-16,-1 3 0 15,-3 0 1-15,-2 1-1 16,3 2 0-16,-3-1 0 15,1 3 0-15,-2 1 0 16,-1 0 3-16,0 5-3 0,-4 0 0 16,-1 3 0-16,0 0 0 15,-3 2 0-15,-2 2 0 16,-3 0-3-16,-1 2 6 16,-6 6-3-16,1 1 0 0,-5 2 0 15,-2 3 0-15,0 3 0 16,-5 0 0-16,1 5 0 15,-4 0 0-15,-7 1 0 16,-2 4 0-16,-3 1-3 16,-9 2 1-16,-4 4-14 15,0-3-40-15,0-11-89 16</inkml:trace>
  <inkml:trace contextRef="#ctx0" brushRef="#br0" timeOffset="12898.49">17398 8167 66 0,'1'-4'7'0,"0"0"12"16,1 1-1-16,-2 0-2 0,2 1-4 15,-1 0-4-15,-1 1-3 16,2 1-2-16,-2-2-3 0,1 2 0 16,0 0 0-16,-1 0 0 15,2 0 0-15,1 0 0 16,-1 4 0-16,0 0-1 15,-2 1 1-15,2 1-1 16,-2 1 1-16,0-3 1 0,1 3 0 16,-1-1 2-16,2-2-1 15,0 0-2-15,2-1-2 16,1 1 0-16,3-2 0 16,2-2-1-16,3 0 6 15,5 0 1-15,2 0 0 0,4-7 0 16,3-2-3-16,2-1 1 15,1-1 0-15,1-2-1 16,4-1-2-16,0-2 1 16,5-2 2-16,0 0 1 15,0-3 4-15,3-1 2 16,2-4-1-16,3-1 2 0,-1-2-2 16,2 0 1-16,-1 2-1 15,1 3 0-15,-2 1 0 16,-1 3-4-16,-6 0 1 15,-2 2 0-15,-3 2-3 16,-5 2 0-16,-3 3 0 0,-3 1 2 16,-5 1-2-16,-4 1 1 15,-2 4-1-15,-4 1 0 16,-3 1-1-16,-1 2-1 16,0 0 0-16,0 0 0 15,1 0-2-15,-6 0-37 0,0 0-92 16</inkml:trace>
  <inkml:trace contextRef="#ctx0" brushRef="#br0" timeOffset="16283.14">17129 11346 72 0,'0'0'12'0,"0"0"3"0,0 0-8 0,0 0-6 15,0 0 0-15,0 0 0 16,0 0 0-16,0 0 0 0,0 0 2 16,0 0 12-16,0 0 1 15,0 0-10-15,0 0 1 16,12-30-6-16,-12 30-3 15,0 0 0-15,0 3 1 16,2 4 5-16,-1 0-3 0,1 2-1 16,0-1 0-16,1 2 0 15,2-3 0-15,-3 2 1 16,-1-2-2-16,2 1 1 16,-1-2 1-16,2 1-1 15,-4 0 0-15,2-2 0 0,0-1 0 16,-2-1-1-16,2-1 1 15,0 1-1-15,3-3 0 16,-1 0-1-16,1 0 1 16,5 0 2-16,0 0 2 15,1-7 1-15,5 0-1 16,-1-4-3-16,4-1 0 0,3-3 2 16,-2 1-4-16,5-2 4 15,1-4 2-15,2 0-2 16,2 0-1-16,2-1-1 15,1-2 10-15,-1 2-8 16,3-2-2-16,-3 1 1 0,1 2 0 16,0 0-1-16,-1-1 1 15,1 2 0-15,2-1 0 16,0-1 4-16,-3 1-1 16,0 0-1-16,-2 1-2 15,-3 1 0-15,-4 1 0 0,-2 3 1 16,-2 1 1-16,-4 2-1 15,0 2 3-15,-3 1 1 16,-2 2-2-16,-4 2-1 16,0 1 0-16,-2 2-1 15,-4 0 0-15,1 1 2 0,0 0 2 16,-1 0-4-16,1 0-3 16,-1 0 1-16,0 5 0 15,0 3-14-15,0 4-21 16,-7 0-13-16,-7 1-31 15</inkml:trace>
  <inkml:trace contextRef="#ctx0" brushRef="#br0" timeOffset="17051.4">17235 11242 45 0,'0'0'1'0,"0"0"-3"0,0 0 2 0,0 0 0 16,0 0 1-16,0 0 1 15,0 0 2-15,0 0 4 16,0 0-1-16,0 0 0 16,7 40-4-16,-5-28-2 0,2-1 0 15,0 1 0-15,-1-1-1 16,1-3 0-16,1-1 0 16,-1-1 0-16,1-3-1 15,3-3 4-15,-1 0 4 16,5 0 4-16,0-3-1 0,5-6-6 15,2 0-2-15,2-3 0 16,4-2 0-16,2-2-1 16,2-1-7-16,2-3 6 15,2-1-2-15,1-2 4 16,2 0-2-16,1-5 11 16,2 3 4-16,1-4-3 0,1 2-2 15,3-3-1-15,0-1-2 16,-2 3 2-16,-1-2-3 15,-1 1 0-15,-2 1-5 16,-2 4 1-16,0 3-1 0,-5 2-1 16,0 2 0-16,-3 3 1 15,-3 1-1-15,0 0 1 16,-6 3-1-16,-2 3 1 16,-3 0 1-16,-5 3-1 15,-1 2 1-15,-5 2-2 0,0 0-8 16,-3 0-16-16,0 3-3 15,-13 7 3-15,-4 2-18 16</inkml:trace>
  <inkml:trace contextRef="#ctx0" brushRef="#br0" timeOffset="18020.52">17250 11303 58 0,'0'0'6'0,"0"1"-1"0,0 0 2 16,0 0-6-16,0 2-1 0,0 0 0 15,0-1 0-15,-2-1 1 16,0 0-1-16,0 1 1 16,1-1-1-16,0-1 0 15,0 0 0-15,1 0 0 16,-2 0 2-16,2 1-2 0,0 1-4 16,0-1 1-16,0 1-4 15,0-1-11-15,0-1-30 16</inkml:trace>
  <inkml:trace contextRef="#ctx0" brushRef="#br0" timeOffset="18237.07">17250 11303 62 0</inkml:trace>
  <inkml:trace contextRef="#ctx0" brushRef="#br0" timeOffset="18781.73">17250 11303 62 0,'-31'23'2'0,"31"-23"4"0,0 0 1 0,0 0 1 0,0-1-1 0,-2 1-2 15,2 0-1-15,-1 0-2 16,0 0-2-16,1 0 1 0,-1 0-2 16,1 4 1-16,0 0 0 15,0 3-1-15,0 0 1 16,0 1 0-16,0 1 0 16,0-3 0-16,0 0 0 15,1 2 0-15,1-1 0 0,0-1 0 16,-1 0 0-16,2-2 0 15,-1 3 0-15,1-4 0 16,0 1 0-16,3-2 0 16,-2-1-2-16,5-1-7 15,3 0 5-15,3-3 3 0,5-7-1 16,5-4-1-16,4-1-3 16,2-3 4-16,5-6-1 15,2-1 0-15,1-4 7 16,3-2 4-16,2-2 4 15,0-1 4-15,2 0-4 0,2 1-1 16,2-2-1-16,0 1 2 16,-2 0 1-16,-1 1-4 15,-5 2-5-15,-4 3-2 16,-6 5 1-16,-3 3-2 16,-4 3 0-16,-7 4-1 15,-5 6 1-15,-2 0 0 0,-5 1 0 16,-1 2-1-16,-3 4 1 15,-1-1 0-15,-1 1 4 16,0 0-2-16,0 0 0 16,0 0-4-16,0 0 1 0,0 0 2 15,0 0-4-15,0 0 4 16,0 0-2-16,0 2-4 16,0 4-2-16,-1-2-1 15,-1 2-21-15,0 1-2 16,-3-3-8-16,1-1-41 0</inkml:trace>
  <inkml:trace contextRef="#ctx0" brushRef="#br0" timeOffset="22709.98">21503 13908 17 0,'0'0'2'0,"0"0"2"0,0 0 8 15,0 0 3-15,0 0 4 0,0 0-2 16,0 0-4-16,0 0-5 16,0 0-1-16,0 0 0 15,-6-37-1-15,6 35 1 16,-1 1 3-16,1-2-2 0,-1 2-5 16,1 1-3-16,0-1 0 15,0-1 0-15,0 2 3 16,0 0-2-16,0 0 1 15,0 0 0-15,0 0-4 16,0 0-2-16,0 0 2 0,0 3 7 16,0 1-5-16,0 1 2 15,0 0-2-15,0 1 0 16,0 0 0-16,2-1 0 16,1-2 0-16,2 0-2 15,-3-1-3-15,4-1 5 16,0-1-1-16,-1 0-1 0,4 0 2 15,4-6 0-15,0-2 3 16,4-5 4-16,2 0 5 16,3-5-1-16,3-4-1 15,2 1-1-15,2-6-2 16,3 1-2-16,4-5 2 0,6 0-3 16,4-2 0-16,3-3-1 15,-3 0-2-15,2 0 1 16,-3 1-1-16,-4 6 0 15,-7 4 0-15,-5 5-2 16,-7 7-6-16,-9 6-12 0,-6 7-19 16,-7 0-24-16,-9 4-16 15</inkml:trace>
  <inkml:trace contextRef="#ctx0" brushRef="#br0" timeOffset="22993.63">21705 13806 63 0,'0'0'4'0,"0"0"20"0,0 0 11 0,0 0 4 0,0 0-8 16,0 0-14-16,0 0-2 16,0 0-3-16,38-47-3 15,-3 29-5-15,11-5-3 16,12-6 0-16,9-6-7 16,6-12-78-16</inkml:trace>
  <inkml:trace contextRef="#ctx0" brushRef="#br0" timeOffset="30432.87">13900 5866 4 0,'0'0'15'0,"0"0"8"0,0 0 1 0,0 0-11 0,0 0-3 16,0 0-3-16,0 0-3 16,0 0-1-16,0 0 0 15,0 0 1-15,0 0-1 16,0 0-1-16,13-2-2 0,-4-1 0 16,-1 3 2-16,3-1-4 15,2-1 2-15,1 2 1 16,1-1 2-16,5-2-3 15,-2 1 4-15,4-1-2 16,-1-1 5-16,0 1-4 0,1-1 2 16,-1 0 0-16,-1-2-1 15,-4 3-1-15,-1 1-1 16,-3-1 1-16,-3 1-2 16,-1 2 0-16,-1 0 0 15,-3 0 0-15,1 0-1 0,-3 0-9 16,-2 2-19-16,0 2-1 15,0 0-3-15,-4 3 6 16,-5-2-3-16</inkml:trace>
  <inkml:trace contextRef="#ctx0" brushRef="#br0" timeOffset="30739.05">13939 5877 49 0,'0'0'8'0,"0"0"-8"0,0 0-5 0,0 0 2 15,0 0 28-15,0 0-8 16,0 0-7-16,0 0 0 15,0 0-1-15,46-2 0 16,-30-2-2-16,3 1-2 16,4 1 0-16,3 1-2 0,4-3-2 15,1 3 0-15,-1-1-1 16,0-1-32-16,-2-4-80 16</inkml:trace>
  <inkml:trace contextRef="#ctx0" brushRef="#br0" timeOffset="31386.96">15143 5845 58 0,'0'0'11'0,"0"0"4"0,0 0-5 16,0 0-4-16,0 0 7 16,0 0-1-16,0 0-3 0,0 0 2 15,0 0-5-15,0 0-5 16,0 0 0-16,17-14-2 15,-1 11 1-15,0 2-3 16,6-2 1-16,2 2 1 16,2-1 2-16,1 1-2 15,-3-1 4-15,2 1-3 0,-6 1 1 16,1 0-1-16,-8 0 1 16,-2 0-4-16,-5 0-21 15,-5 0-22-15</inkml:trace>
  <inkml:trace contextRef="#ctx0" brushRef="#br0" timeOffset="31570.75">15185 5850 152 0,'0'0'6'0,"0"0"-1"16,0 0-8-16,0 0 6 15,61-5-3-15,-24 2 3 16,8-1-1-16,9-2 0 16,2-2-76-16</inkml:trace>
  <inkml:trace contextRef="#ctx0" brushRef="#br0" timeOffset="32234.05">17647 5811 46 0,'0'0'20'0,"0"0"-4"0,0 0-4 0,0 0-6 0,0 0-3 16,0 0 0-16,0 0-1 16,0 0 0-16,0 0 4 15,0 0 15-15,-1 0 4 0,9 0-21 16,5 0-4-16,4 0 2 15,5 0 1-15,3 0-2 16,4 0 0-16,0 0 0 16,1 0-1-16,-3-1-7 15,-2 1-8-15,-4 0 1 0,-5-2-11 16,-5 1-28-16</inkml:trace>
  <inkml:trace contextRef="#ctx0" brushRef="#br0" timeOffset="32403.54">17653 5831 186 0,'0'0'13'0,"0"0"-13"16,0 0-16-16,0 0 16 15,56 0 1-15,-13 0-2 0,7-3-16 16,8-2-55-16</inkml:trace>
  <inkml:trace contextRef="#ctx0" brushRef="#br0" timeOffset="32932.6">20185 5845 6 0,'0'0'102'0,"0"0"-77"0,0 0-3 0,0 0-16 15,0 0-7-15,0 0-37 16,0 0-18-16</inkml:trace>
  <inkml:trace contextRef="#ctx0" brushRef="#br0" timeOffset="34154.73">21171 5550 67 0,'0'0'6'0,"0"0"6"0,0 0-5 0,0 0-4 0,0 0 1 16,0 0 0-16,0 0 1 16,0 0-1-16,0 0-2 15,42-12-1-15,-32 12-1 16,3 0 0-16,0 0 0 16,1 0 1-16,0 3-1 0,0 3 0 15,2 1 1-15,-2 2-1 16,1 2 0-16,-2 0 0 15,1 4 2-15,-4 2-1 16,0 1 1-16,-1 2-1 16,-7 0 1-16,-1 4-1 0,-1 0 0 15,0 2-1-15,-1-1 0 16,-10 4 1-16,0 0 0 16,-1 4-1-16,-3 1 1 15,-2 5-2-15,-4 3 1 16,-1 5 0-16,2-1 0 0,-1 3 1 15,3 0-1-15,2 0 2 16,5-2-2-16,5 1-3 16,5 2 4-16,1 0-2 15,3-5 1-15,13 1 1 16,1-7 1-16,4-2 0 16,4-4 5-16,2-2 6 0,0-5 0 15,-2-2-4-15,2-2-2 16,-6-1-2-16,1-4-1 15,-8-2-1-15,1-2 0 16,-4 1-2-16,-4-1 2 0,-3 0 1 16,-2 1 2-16,-2-3-3 15,0 4 0-15,-9-1-4 16,-3 1 6-16,-2 3-3 16,-1 1-1-16,0 2-2 15,-1 2 2-15,1 3-2 16,-3 1 1-16,1 3-1 0,1 3 1 15,1 2-1-15,0 3 0 16,1 5-1-16,4-2 2 16,2 2-1-16,1 2-1 15,4 2-1-15,3 3 2 16,0 4 1-16,0 1-1 0,0 3 1 16,3 1 0-16,6 0 0 15,-2 1-1-15,1 1 0 16,-2 0 2-16,3-3-1 15,-3-1 0-15,-2-2 1 16,-1-2-1-16,-3-5 0 0,0-1 1 16,0-6-1-16,-3-4 1 15,-8-3 0-15,-7-7-1 16,-4-4 7-16,-7-6-4 16,-9-1 4-16,-9-6-1 15,-15 4 0-15,-13-3-4 0,-15-1-3 16,-9-10-31-16</inkml:trace>
  <inkml:trace contextRef="#ctx0" brushRef="#br0" timeOffset="36161.93">21269 11001 7 0,'-2'-5'77'0,"-5"0"-67"0,2-1 16 0,-1 1-2 0,1-1-5 15,-3 0-5-15,1 2-1 16,0-3-5-16,1 1-2 16,3 2-1-16,-4 1-2 15,3-1 1-15,-1 0-1 0,1 1 0 16,1-1-2-16,1 1 1 15,0 1 0-15,-2 1 2 16,4-1 2-16,0 1-4 16,0-2 0-16,0 3-1 15,1-3-1-15,6 1 1 0,2 0 1 16,3-1-4-16,1 0 4 16,3 0-3-16,1 2 1 15,1-2-1-15,5 3 0 16,1 0 2-16,2 0-1 15,1 0 0-15,3 0 1 0,-4 0-3 16,0 6 3-16,-1-1-1 16,-2 1 0-16,0 1 0 15,0 1 0-15,0 1 1 16,-2 1-1-16,1 2-1 16,1 2 1-16,-5 1 0 15,1 0 0-15,0 2 0 0,-1 1 0 16,1-2 0-16,-1 4 0 15,1-2 0-15,-2 3 0 16,-1 1 0-16,0 0-1 16,-5 3 0-16,-2 0 0 0,-3 4 0 15,-1-1 2-15,-4 3-2 16,-1-2 1-16,0 1 1 16,0 1 2-16,0 1-3 15,-3-1 1-15,-2 1 0 16,1 2-1-16,0 0 0 0,1 0 2 15,-1 2-2-15,2-2 0 16,2-2 0-16,0-2 0 16,0-1-2-16,6-4 0 15,2-1 1-15,5-2 0 16,2-1 0-16,5-3 0 16,-2-1 1-16,6-1-1 0,1 1 2 15,4-4 2-15,-2 3-1 16,-2-2 1-16,0-2-2 15,-3-2 0-15,-3 3 0 16,-5-4 0-16,-4-1 0 16,-4 1-1-16,-2-1 1 15,-4 2-2-15,0 2 1 0,0 1 1 16,-4 1 0-16,-3 4 1 16,-4-1 1-16,2 4-1 15,0-1-4-15,-4 3 5 16,4 1-6-16,-2 3 5 15,3 2-2-15,-2 6 1 0,5 0-2 16,-1 4 1-16,4 2-2 16,2 0 2-16,0 2-2 15,0-2 2-15,0 0 0 16,6 2-1-16,0 0 0 16,0 1 1-16,0 1 1 0,2 3-1 15,-1-1 1-15,0 3-1 16,0-2 0-16,4 2 0 15,-2 0 0-15,1 2 1 16,2 1-1-16,-1-1 0 0,0 0 1 16,-1-3-1-16,1 2 0 15,-2-1 2-15,2 0-2 16,-3-1 0-16,1 4 1 16,1-3-1-16,-1 1 0 15,-1 0 0-15,-1 0 2 16,2 0-2-16,0 3 0 0,-3-1 0 15,1-1 0-15,1 1 0 16,-3-1 0-16,0-2 0 16,-2 0 0-16,-1-1 1 15,-2 2-1-15,0-3 1 16,0 0 0-16,-4-3 1 0,-3 0-2 16,-2-2 2-16,-1 0-1 15,-1-3 1-15,-2-1-1 16,-2-3-1-16,-1-3 1 15,1-4 0-15,-2-3 0 16,-1-4-1-16,1-6 1 0,-1-2-1 16,-7-1-2-16,-3-1 8 15,-2-3-4-15,-8-1 1 16,-6-1-2-16,-1-2 0 16,-5-2 0-16,-1 0 0 15,-4 0 0-15,-8 1-2 16,-14 0-3-16,-12-4-69 0,-13 0-142 15</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20:11.289"/>
    </inkml:context>
    <inkml:brush xml:id="br0">
      <inkml:brushProperty name="width" value="0.05292" units="cm"/>
      <inkml:brushProperty name="height" value="0.05292" units="cm"/>
      <inkml:brushProperty name="color" value="#FF0000"/>
    </inkml:brush>
  </inkml:definitions>
  <inkml:trace contextRef="#ctx0" brushRef="#br0">6531 5324 16 0,'-7'3'4'0,"-1"-1"-2"0,-2 0 9 0,2 1 2 16,1-1-1-16,-2-1-1 15,-2 2-2-15,4-2 0 16,-1-1 1-16,3 1 0 16,-2-1-6-16,5 1-2 15,1 0-2-15,-1 2 1 0,2-2-3 16,0 1 1-16,0 2 0 15,0 0-1-15,5 1 1 16,6-1-2-16,0 0 1 16,5 0 1-16,4-1 0 15,2 1 2-15,5-1-1 0,4 0 2 16,5 1-3-16,0-2 3 16,4-1 0-16,5 2 1 15,-3-2-3-15,5 0 4 16,2 1 0-16,7-2 1 15,0 0-3-15,4 0 1 16,5 0-2-16,4 0 4 0,3 0-3 16,2 0 1-16,2-4 0 15,0-2-2-15,1-1 2 16,2 3 0-16,-4-2-2 16,0 2 0-16,-3 1 1 15,4 0 0-15,-3-2-1 0,0-1 1 16,2 2 1-16,-1 2-1 15,6-2 1-15,1 0-3 16,-4-1 2-16,3 2-2 16,1 1 1-16,0-1 1 15,0 0-2-15,-3 0 1 0,1-1-1 16,1 1 0-16,2 0 1 16,-4 1-1-16,0 0 0 15,1 2 0-15,-1 0 0 16,-3 0 0-16,-2 0 0 0,0 0 1 15,2 3-1-15,2 0 0 16,4 1 0-16,-1-1 0 16,3-2 0-16,2 2 0 15,1 0 1-15,-3-2-1 16,-1 1 0-16,0-1 0 16,-2-1 0-16,-1 0 0 0,-2 0 0 15,2 0 0-15,2 1 2 16,-4 1 1-16,1 0 3 15,-1 0-4-15,0 2 0 16,2 1 0-16,2-2-2 16,-1 2 1-16,3 1-1 0,2-3 1 15,1 0 1-15,0-2-1 16,-1 2 1-16,0 0-2 16,-2 0 1-16,1 1 0 15,-1-1 0-15,1 0-1 16,1 2 1-16,-1-2-1 0,1 1 1 15,0-1-1-15,0-1 0 16,-1 1 0-16,3-1 1 16,1 0-1-16,0-1 0 15,3 2 0-15,-1-2 0 16,1-1 1-16,-3 0-1 0,5 0 0 16,-1 0 1-16,1 0 1 15,2 0-2-15,2-1 1 16,-1-2 0-16,0 2-1 15,-1-1 1-15,2 2-1 16,0-2 0-16,4 0 1 16,-1 1-1-16,1-1 0 0,2 0 1 15,-1 0 0-15,-1-1 0 16,1-1-1-16,0-2 0 16,0 2 1-16,1-2 0 15,3-1 0-15,0 3 3 0,4-2-1 16,-1 0-2-16,5 2 0 15,-1 1-1-15,-2 0 1 16,1 2-1-16,-2-3 0 16,-4 3 0-16,-1-1 0 15,1-1 1-15,-2 2-1 16,1-1 0-16,-2-2 0 0,2 1 2 16,-4 2-2-16,1-2 0 15,2 1 0-15,-2 0 0 16,2 0 1-16,-2-2-1 15,-1 1 0-15,-3-1 0 16,-2 2 0-16,2-2 2 0,-2 0-1 16,-2-2 0-16,2 2 0 15,-1 0 1-15,-2-1-1 16,1 1-1-16,1 0 1 16,2 0 0-16,0 0-1 15,-1-1 2-15,2 2 1 0,-2 1-2 16,-2-1 2-16,-3 0-1 15,-2 2 0-15,1-1-1 16,-2 2-2-16,1 0 4 16,-1-1-2-16,-1 1-1 15,2 0 0-15,-5 0 3 0,2-1 1 16,-1 1 0-16,2 0 2 16,-1 0-3-16,-2 0 0 15,0 0-2-15,0 0 2 16,-3 1-1-16,0 3 0 15,-1 0-2-15,-1 0 1 16,0 1-2-16,-1 0 2 0,2-2-1 16,-6 4 0-16,2-3 0 15,-4 1 1-15,-1-1-1 16,3 0 1-16,-4-1-2 16,2 1 2-16,-2-1-1 15,-1 0 0-15,-2-3 0 0,-6 0 0 16,1 0 2-16,-3 0 1 15,-3 0 2-15,-3 0-3 16,2 0 1-16,-6 0-2 16,-1-3 1-16,-1 2-3 15,-5-1 3-15,-2 0-1 0,-4-1 1 16,-7 1-1-16,-5-1 0 16,-2 1-1-16,-3 0 1 15,-6 2-1-15,-6 0-1 16,2 0-24-16,-7-3-74 15,-1-5-88-15</inkml:trace>
  <inkml:trace contextRef="#ctx0" brushRef="#br0" timeOffset="1687.1">3205 4526 129 0,'-13'-3'5'0,"1"-3"-1"0,0 3-1 0,-1 2 0 16,-1 1-2-16,-2 0-1 0,-4 3 0 16,-5 4 0-16,-4 5 1 15,-5 3-1-15,-1 5-1 16,-5 1 1-16,-1 2-1 15,3 0-1-15,-1 0 1 16,5-1-1-16,3 2-2 0,0 0-1 16,4 2 2-16,4 2 0 15,0 2 0-15,4 4-2 16,0-1 1-16,6 0 3 16,4 1 0-16,4-2 0 15,5 0 0-15,0-2 0 16,5-1 0-16,9-2 1 0,1 0-2 15,5 0 1-15,3 0 0 16,4-1 0-16,2-2-1 16,5-1-3-16,5-2-2 15,6-7-2-15,6 1 2 16,3-4 13-16,2-3 1 0,5-1 0 16,3-1-3-16,-1-2-2 15,2 2 0-15,4-2-2 16,0-2 3-16,3-2-1 15,-1 2 2-15,0 0-2 16,0-2 2-16,2 0 1 0,0 1-2 16,4-1 2-16,0 0 1 15,2 0-2-15,4 0 0 16,3-1 0-16,-2-3-3 16,0 1 1-16,2-3-2 15,0-1 1-15,-1 1 0 0,0-2 0 16,-2 1 0-16,-1-2 2 15,2 2 0-15,-1 1-1 16,-2-1-1-16,3 2 0 16,3-1 0-16,2 0 1 15,-1-1-1-15,-2 0-2 16,-9-3-45-16</inkml:trace>
  <inkml:trace contextRef="#ctx0" brushRef="#br0" timeOffset="2954.74">2142 6054 1 0,'8'7'8'0,"-1"-3"-1"0,5 2-1 0,-4 0 1 0,5-3 3 15,1-2 7-15,2-1-2 16,4 0-5-16,3-11-4 15,6-5 4-15,4-5-4 0,7-9 2 16,10-3-2-16,9-8 0 16,11-6-4-16,8-7 0 15,13-3 0-15,3-3-1 16,4-2-1-16,1-2-18 0,-4 3-37 16</inkml:trace>
  <inkml:trace contextRef="#ctx0" brushRef="#br0" timeOffset="3973.61">1949 7176 38 0,'0'0'3'0,"0"0"-3"0,0 0 0 16,0 0 1-16,0 0-1 16,0 0 0-16,0 0-1 15,0 0 2-15,0 0 1 16,0 0-2-16,0 0-2 16,0 0 4-16,0 0 0 15,41 20 1-15,-37-16 1 0,3-1 1 16,1 1 1-16,4-2 0 15,-1-2 1-15,5 0 3 16,3-3-2-16,6-10-1 16,6-4-3-16,9-7 3 15,8-10 0-15,14-7 0 0,16-12 1 16,21-15-2-16,22-10-2 16,17-12-2-16,19-16 0 15,10-15-68-15</inkml:trace>
  <inkml:trace contextRef="#ctx0" brushRef="#br0" timeOffset="6687.4">21213 11075 71 0,'0'0'12'0,"0"0"2"0,0 0-3 0,0 0 3 15,0 0 0-15,0 0 2 16,0 0 3-16,0 0-2 16,0 0 0-16,0 0-1 15,0 0-5-15,0-31-1 16,2 30-4-16,-2 1-4 0,0 0-1 16,0 0-2-16,0 0-1 15,0 0 1-15,0 0-2 16,0 0 4-16,0 3-1 15,0 0 4-15,0 4 0 16,0 1-9-16,1 1 4 16,0-1 7-16,1 0-5 0,1 0 0 15,1-2-1-15,-1 1-1 16,2-3 0-16,-1-1 0 16,2 0 1-16,-1-3 1 15,3 0 10-15,4 0 0 0,1-8 5 16,4-5-3-16,5-5-8 15,8-7-1-15,8-8-1 16,9-7-2-16,9-10 1 16,12-9-1-16,14-11 0 15,15-16-5-15,13-16-38 0,12-18-92 16</inkml:trace>
  <inkml:trace contextRef="#ctx0" brushRef="#br0" timeOffset="9552.15">15956 14236 69 0,'0'0'45'0,"0"0"-37"0,0 0 14 0,0 0 0 15,0 0-4-15,0 0-4 16,0 0-6-16,0 0 2 15,0 0-10-15,0 0 0 16,0 0-1-16,0 0 2 16,0 0 0-16,-21-3-1 0,23 8-2 15,0 2 3-15,4 3 0 16,-3 0 4-16,1-2-3 16,2 2-1-16,2-4 0 15,0-5 1-15,5-1 6 16,4-10 7-16,11-13 4 0,14-16-4 15,21-18-5-15,20-21 5 16,22-19-12-16,26-23 0 16,19-19 1-16,7-17-27 15,-4-17-204-15</inkml:trace>
  <inkml:trace contextRef="#ctx0" brushRef="#br0" timeOffset="11144.82">21765 15931 91 0,'3'0'4'0,"-1"0"-4"0,2 0 4 0,2 0 0 0,-3 0 0 16,2 0-3-16,-1 0 1 0,-1 0-1 16,-1 0 0-16,0 0 1 15,2 0 4-15,-2 2-2 16,1 1 5-16,1 2-2 15,3 0-3-15,-2 1-2 16,1 0-1-16,1-1 1 0,1-1-1 16,0-1 0-16,2-1 2 15,-2-2 3-15,4 0 2 16,2-2 3-16,4-9-2 16,2-5 4-16,8-9 10 15,9-9-2-15,11-12-2 0,17-15-9 16,17-11-6-16,18-21-2 15,25-20-1-15,18-21 2 16,16-16-51-16</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20:33.368"/>
    </inkml:context>
    <inkml:brush xml:id="br0">
      <inkml:brushProperty name="width" value="0.05292" units="cm"/>
      <inkml:brushProperty name="height" value="0.05292" units="cm"/>
      <inkml:brushProperty name="color" value="#FF0000"/>
    </inkml:brush>
  </inkml:definitions>
  <inkml:trace contextRef="#ctx0" brushRef="#br0">21043 4499 76 0,'0'0'7'0,"0"0"12"0,0 0-2 0,0 0-6 0,0 0 5 15,0 0 0-15,0 0-1 16,0 0-2-16,0 0-3 16,0 0-2-16,0 0-7 15,-9-13-4-15,9 13-1 16,0 0 0-16,0 0 1 0,0 0 1 15,0 0 4-15,0-1 1 16,0-5 7-16,9-7 21 16,13-5-15-16,11-11-7 15,17-6-4-15,9-10 2 16,16-5-3-16,5-7-5 0,-1-7-89 16</inkml:trace>
  <inkml:trace contextRef="#ctx0" brushRef="#br0" timeOffset="2109.04">16735 8207 17 0,'0'-1'30'0,"-2"-1"-7"0,1-2-6 0,1 3-5 0,0-2-9 15,0 0-2-15,0-1 0 16,0 1-1-16,0 0 0 15,0-1 2-15,0 1-2 16,0 1 4-16,0 0 6 0,0 0-1 16,0 1-1-16,0-1-3 15,0 2-1-15,-1-1 0 16,1 1 3-16,0 0-2 16,0 0 1-16,0 0 0 15,0-1-1-15,0 1-2 0,0 0-3 16,0 0-3-16,0 0 2 15,0 0-2-15,0 0-5 16,0 0 2-16,0 0-1 16,0 2 5-16,0 1-1 15,1 2 1-15,0 0 2 0,3 1 0 16,-3 1 0-16,2 0 1 16,-1-1-1-16,0 1 1 15,1 0-1-15,-2-3 0 16,1-1 0-16,3 1 0 15,-3-2-1-15,2-2 2 0,4 0 1 16,-1 0 7-16,4-9 6 16,5-8-3-16,5-1-3 15,1-8-3-15,6-2 1 16,5-8-1-16,1-5 3 16,8-3 2-16,0-5 1 0,3-1-3 15,-2 0-3-15,-3 2-4 16,-5 5 0-16,-5 9-1 15,-5 4 1-15,-5 9-2 16,-5 6 1-16,-6 6-1 16,-1 3 0-16,-3 6-8 0,-4 0-23 15,-1 10-35-15,-2 3-13 16</inkml:trace>
  <inkml:trace contextRef="#ctx0" brushRef="#br0" timeOffset="2697.98">17655 7703 106 0,'0'0'-2'0,"0"0"17"0,-3-40 11 0,-3 29-10 0,2-2-2 0,-1 3 2 15,-1 0-4-15,0 2-1 16,-1 1-2-16,2 1-1 16,2 0-4-16,-3 5-5 15,2 1-2-15,0 0-2 16,-3 13-2-16,2 4 5 0,2 3-7 16,-1 5 11-16,3 4-4 15,1 2-5-15,0 2 5 16,1 3 1-16,6 1-2 15,1 0-1-15,1 2 2 16,0-1 0-16,-2-2 2 0,1-4 2 16,0-1 2-16,-2-2-1 15,-1-5 0-15,1-1-1 16,-3-2-1-16,0-1 2 16,0-2 0-16,-2-2 0 15,-1-3 1-15,0-1 0 0,0-2 1 16,0-3 0-16,0-2-6 15,-3-3-15-15,-4-2-23 16,-3 0-22-16,0-3-23 16</inkml:trace>
  <inkml:trace contextRef="#ctx0" brushRef="#br0" timeOffset="3167.32">17500 8119 11 0,'0'0'52'0,"0"0"-40"0,0 0 15 16,0 0-7-16,0 0-1 16,0 0-1-16,0 0-12 15,0 0-5-15,-10-38-1 16,22 31 1-16,3-3-1 16,0 0 3-16,5 0 0 15,0-3 1-15,2 0 1 0,0-2-2 16,2 0-1-16,0-2 0 15,-2 2 0-15,1 2-1 16,-3 0 0-16,-1 3 1 16,-4 2-2-16,-3 2 0 15,-4 3 0-15,-2 0 0 0,-4 2 0 16,-1 1-5-16,-1 0 3 16,0 0 3-16,0 3-2 15,0 6 3-15,-1 4-1 16,-3 3 1-16,-4 3-3 0,2 3 1 15,0-2 0-15,1 0 1 16,1-1 2-16,2-2 0 16,2-5-1-16,0 0-1 15,4-5 1-15,5 0 0 16,2-5 1-16,3-2 2 0,1 0 4 16,5-2-4-16,-1-8-9 15,-2-6-19-15,1 1-21 16,-8-4-11-16,-2-3-27 15</inkml:trace>
  <inkml:trace contextRef="#ctx0" brushRef="#br0" timeOffset="3324.05">17814 7767 94 0,'0'0'12'0,"0"0"21"0,-47-34 3 0,38 27-9 16,3 1-12-16,2 1-9 0,4 3-4 15,0 2-10-15,1 0-31 16,6 0-16-16,0 2-30 16</inkml:trace>
  <inkml:trace contextRef="#ctx0" brushRef="#br0" timeOffset="3609.11">17917 7889 112 0,'0'0'-5'0,"0"0"15"15,0 0 10-15,0 0 5 16,0 0-13-16,0 0-8 16,0 0 3-16,0 0-3 15,30-13 0-15,-20 13-1 0,4 5-1 16,-1 3-1-16,3 2 1 15,-2-2 0-15,-1 2-1 16,1 0 1-16,-2-1 1 16,1-2 0-16,-2 2-1 15,-4-4-25-15,2-2-34 0,-6-3-32 16</inkml:trace>
  <inkml:trace contextRef="#ctx0" brushRef="#br0" timeOffset="3829.51">18066 7795 119 0,'0'0'10'15,"0"0"41"-15,0 0-19 16,0 0-16-16,0 0-13 16,0 0-5-16,-39 20 0 15,33 4 3-15,-2 5 0 0,0 1 1 16,2 0-2-16,1 1 3 15,0-4-3-15,4-2-21 16,1-5-19-16,0-6-14 16,2-8-13-16</inkml:trace>
  <inkml:trace contextRef="#ctx0" brushRef="#br0" timeOffset="4790.39">18158 7869 135 0,'0'0'-9'16,"0"0"9"-16,0 0 2 15,0 0 0-15,0 0 0 16,38-17 0-16,-27 14 0 16,1-4 1-16,0 0 4 0,2-3 4 15,-3 0-2-15,-4-1-2 16,2 2-2-16,-2-2-1 15,-3 4 1-15,-2 0-3 16,-2 1 1-16,0 2 11 16,0 2-3-16,-7 2-6 0,-4 0-4 15,0 10-6-15,-7 5 6 16,4 4 2-16,-1 1-3 16,6 2 0-16,2-4-1 15,6-1 2-15,1-3-1 16,4-4 0-16,9-4-7 15,7-2-8-15,1-4-2 0,4 0-7 16,1-10 1-16,1-4 9 16,0-3 8-16,0-2 6 15,-3 1 0-15,-4-3 0 16,-3 2 3-16,-5 2 1 0,-3 2 3 16,-6 3 3-16,-3 1 8 15,0 4 6-15,-2 3-7 16,-8 2-7-16,0 2-8 15,0 0-1-15,-4 4-1 16,1 7-1-16,1 1-1 0,1 5 3 16,3-2-1-16,2 1 1 15,4-3-2-15,2 0 0 16,0-2 1-16,2-5 0 16,8-4-6-16,1-2 2 15,0 0 3-15,5-3-1 0,-2-9 1 16,1-1-1-16,-3-2 0 15,-3-4 3-15,0 1 0 16,-4-3-1-16,0-1 0 16,-5-2 2-16,0-2-2 15,0-3 1-15,-4-4-1 0,-2-1-1 16,-1-3-5-16,-2 0 0 16,-1 1 2-16,0 3 3 15,-1 2 1-15,-1 3 0 16,1 4 1-16,-3 3 3 15,2 3 0-15,1 0 2 0,1 4 2 16,3 0 2-16,0 4 0 16,3 2-3-16,2 3 0 15,2 1-6-15,0 4 0 16,0 0-3-16,0 2-5 16,0 9-3-16,0 3 4 15,0 5-2-15,2 3 2 0,2 8 0 16,3 0 4-16,-2 2 2 15,5 4 2-15,2 2 1 16,1-1-2-16,3 0 1 16,0-1-1-16,2-4 3 15,2-2 2-15,-2-4-3 0,2-2 1 16,-3-4-3-16,-2-2 5 16,0-1-2-16,-1-1 4 15,-2-2 0-15,0-3-10 16,-9-8-54-16,-3-3-65 0</inkml:trace>
  <inkml:trace contextRef="#ctx0" brushRef="#br0" timeOffset="5544.44">19108 7518 21 0,'4'0'1'0,"1"0"-19"0</inkml:trace>
  <inkml:trace contextRef="#ctx0" brushRef="#br0" timeOffset="6854.77">19329 7348 91 0,'0'0'4'0,"0"0"3"0,0 0 0 0,0 0-2 15,0 0-3-15,0 0 3 16,0 0 0-16,0 0-2 16,0 0 3-16,0 0-1 0,0 0 2 15,-41-10-3-15,31 10-1 16,2 7-3-16,0 2 0 15,-3 2 0-15,3 2 0 16,1 1 1-16,2 3 1 16,-1-1-2-16,3-1 3 15,2 1 2-15,-1-2 1 0,2-2-2 16,0 0-1-16,0-2 1 16,3 0 1-16,6-3 0 15,1-3 1-15,2-1 1 16,3-3 2-16,3 0-2 0,1 0-2 15,2-3 0-15,1-5-1 16,1-2-1-16,-2 0 0 16,-2-1-1-16,-5 2-14 15,-6-2-47-15,-6-2-72 16</inkml:trace>
  <inkml:trace contextRef="#ctx0" brushRef="#br0" timeOffset="7117.46">19491 6970 182 0,'0'0'18'0,"0"0"13"0,0 0-3 0,0 0-16 0,0 0-14 16,0 0 0-16,0 0-1 16,0 0 0-16,0 0 0 15,20 40-17-15,-20-14-19 16,-1 2-25-16,-12-2-10 0</inkml:trace>
  <inkml:trace contextRef="#ctx0" brushRef="#br0" timeOffset="7347.2">19061 7102 231 0,'0'0'-32'0,"0"0"44"16,-40-11 9-16,35 11-14 15,3 0-5-15,2 10-5 16,0 6 4-16,0 6 0 16,5 2-20-16,5 3-28 15,1-2-42-15</inkml:trace>
  <inkml:trace contextRef="#ctx0" brushRef="#br0" timeOffset="8261.79">19624 7314 157 0,'0'0'6'15,"0"0"18"-15,0 0-8 0,0 0-2 16,0 0-6-16,0 0-2 16,0 0-2-16,-44-36-5 15,33 43-1-15,-1 6 1 16,0 4-2-16,-1 0 4 16,4 2-1-16,-1-2 2 0,7-3-2 15,1-4 0-15,2-2-2 16,0-2 2-16,2-3-1 15,6-3 1-15,2 0 3 16,1 0 0-16,0-5-2 0,0-4 0 16,1-3-1-1,-2 0-2-15,-1-3 0 0,0 0 5 16,-3-1-4-16,-2-2 2 16,2 1-1-16,-4 1-1 15,1-1-1-15,0 3-1 16,0 4 2-16,2 1 0 0,-2 2 0 15,2 5 0-15,2 0-1 16,-2 2-3-16,4 0 1 16,-1 0 1-16,2 0 1 15,-1 8-1-15,2 1 2 16,-2 0 0-16,0 3 0 0,2-2 1 16,-4 3 0-16,1-4 1 15,-4-1-1-15,0-1 0 16,0-1 0-16,-2-3 0 15,-2-2 0-15,0 2 0 16,0-1 0-16,0-2 7 0,-2 0-3 16,-3 0 3-16,2-5-2 15,0-2-1-15,2-4 1 16,1-5-3-16,0-1-2 16,0-4 0-16,5 5 2 15,4-4-3-15,-1 4 0 0,2 2 1 16,2 3-1-16,-1 1 2 15,1 4 1-15,2 2-2 16,-3 3 1-16,1 1-1 16,0 0 0-16,-2 7-1 15,1 4 1-15,-6 5 0 16,1 2-3-16,-4 1-17 0,-2 1-26 16,1-6-10-16,-1-3-36 15</inkml:trace>
  <inkml:trace contextRef="#ctx0" brushRef="#br0" timeOffset="8519.93">19980 6989 145 0,'0'0'31'0,"0"0"12"0,0 0-23 0,0 0-15 0,0 0-14 15,0 0 0-15,0 0 4 16,0 0 6-16,12 42 1 16,-7-22-1-16,4 3 1 15,-3 0 2-15,1 1-1 0,-2 0-2 16,-2-1-12-16,1 0-20 16,-4-4-20-16,0 0 8 15,0-5-37-15</inkml:trace>
  <inkml:trace contextRef="#ctx0" brushRef="#br0" timeOffset="8906.06">19963 7207 145 0,'0'0'-8'0,"0"0"34"16,0 0-7-16,0 0-18 15,0 0-1-15,0 0 0 0,31-41 0 16,-16 34 0-16,0-1 0 15,3-1 0-15,-1 0-1 16,2-3 2-16,0-1 0 16,-1-1 1-16,-3-2 1 15,-3 3-1-15,-4-1-1 0,-1 3 0 16,-6 1 2-16,-1 1 4 16,0 2 7-16,-1 6-6 15,-8-1-6-15,-1 2-2 16,-1 2-1-16,-3 6 1 0,-2 5-2 15,3 1 1-15,4 1-3 16,3 0 3-16,3-2 1 16,3 0-1-16,0-2 1 15,7 0 1-15,2-1 2 16,4-4-8-16,2 0-9 16,2-3-9-16,-2-3-9 15,0 0-1-15,-1 0-4 0,0-8-14 16</inkml:trace>
  <inkml:trace contextRef="#ctx0" brushRef="#br0" timeOffset="9117.83">20219 7086 28 0,'0'0'35'16,"0"0"-13"-16,0 0 4 0,1-36 2 15,-1 31 7-15,0 1-16 16,0 1 0-16,0 3-5 16,0 0-13-16,3 0-5 15,1 0 0-15,3 0 2 16,2 2 2-16,3 2 1 0,0 0 0 15,3-1 1-15,0 0-1 16,2 0 1-16,1-1 0 16,-2-1-4-16,0-1-9 15,0 0-17-15,-4 0-13 16,-2 0 1-16,-4-6-25 0</inkml:trace>
  <inkml:trace contextRef="#ctx0" brushRef="#br0" timeOffset="9317.12">20366 6977 92 0,'0'0'7'0,"0"0"22"0,0 0 8 16,0 0-7-16,0 0-11 15,0 0-14-15,0 0-10 16,0 0 2-16,-40 9-3 16,36 9 6-16,-2 4 1 15,1 0-1-15,2 1 2 16,-3 1 0-16,4-4-1 0,2-1-7 15,0-4-19-15,0-5-15 16,0-6-5-16</inkml:trace>
  <inkml:trace contextRef="#ctx0" brushRef="#br0" timeOffset="9616.98">20460 6777 122 0,'0'0'-16'0,"0"0"26"15,0 0 4-15,0 0-12 16,0 0-5-16,0 0 8 16,0 0 0-16,16 38 1 15,-14-14 1-15,-1-1-2 0,2 3-1 16,1-5 0-16,-1 0-4 15,2-1 2-15,-1-3 4 16,-1-1-2-16,1-2 2 16,-1-2-4-16,0-4-22 15,-1-1-6-15,-2-4-6 0,0-3-9 16,0 0-25-16</inkml:trace>
  <inkml:trace contextRef="#ctx0" brushRef="#br0" timeOffset="9737.74">20486 6945 94 0,'0'0'15'0,"0"0"15"16,1-39-1-16,12 24-12 0,4-1-12 16,6 2-3-16,4 0-1 15,0 1-2-15,0 0-14 16,-8 5-49-16</inkml:trace>
  <inkml:trace contextRef="#ctx0" brushRef="#br0" timeOffset="10769.95">20299 6503 96 0,'0'0'7'16,"-34"-37"14"-16,13 20-5 16,2 3-11-16,-4 1-4 0,-4 4 2 15,-3 0-2-15,-2 3-1 16,-5 0 2-16,-1 2 1 15,-3 1 5-15,2 2 3 16,0 0 0-16,-1 1-6 16,-4 0-2-16,1 6-1 15,-5 4-2-15,0 4 1 0,-2 1-1 16,-3 2 0-16,3 3 0 16,-3 0 0-16,1 2 0 15,1 4 0-15,-2-1-1 16,5 2-1-16,-3 3 1 0,6 4 2 15,1 2-1-15,8 2-1 16,-4 6 1-16,6 3 1 16,0 0-1-16,5 3-1 15,2-1 0-15,1 1 2 16,8-1-1-16,4 1 0 0,5 0 0 16,7 0 1-16,2-2-1 15,0-1 0-15,9-2 2 16,7-2-1-16,0-2-1 15,8 0 0-15,0-1 0 16,3-3 0-16,5-3 0 0,-1-3 0 16,3-1 2-16,3-4 0 15,2-1-1-15,5-2 1 16,0 0-1-16,4-5 0 16,-2 1 2-16,4-2-2 15,-1-4 1-15,2-2 0 16,3-1 0-16,1-3 0 0,1-3-1 15,1-4 0-15,2 0 2 16,0-3-1-16,2-8 1 16,1-5-1-16,-2-1 1 15,0-3-1-15,1-1 0 16,-4 0-1-16,-3 1-1 0,-2-4 1 16,-2-2-2-16,0-1 1 15,-5 0 0-15,-4-1 0 16,0-3 1-16,-4-2 1 15,-3-3 1-15,1 0 1 16,-4-1-1-16,1-3-2 0,-1-1 1 16,-4-3-1-16,0 0 0 15,-6-2 1-15,-4 1-1 16,-2-1 0-16,-6 2 4 16,-6 0-5-16,-3 2 3 15,0 0 0-15,-9 0 2 16,-5-1 0-16,-3-1-1 0,-4-1 2 15,-4 1-3-15,-3 0 2 16,-1 1 1-16,-7 3-2 16,-3-1-2-16,-3 6-1 15,-4 1-1-15,-5 5-1 0,-1 6 2 16,-6 9-1-16,0 8-2 16,-3 6-27-16,-6 3-28 15,-4 9-45-15</inkml:trace>
  <inkml:trace contextRef="#ctx0" brushRef="#br0" timeOffset="13326.98">18494 8135 41 0,'0'0'8'0,"0"0"9"0,0 0-9 0,0 0-5 16,0 0-2-16,-37 11 0 15,21-5-1-15,-2 1 2 16,-4 4-1-16,2-2-1 0,-2-2-40 16</inkml:trace>
  <inkml:trace contextRef="#ctx0" brushRef="#br0" timeOffset="15633.71">17640 8533 49 0,'0'0'27'0,"0"0"-7"0,0 0 0 0,0 0-3 15,0 0-9-15,0 0-4 16,0 0-4-16,0 0-3 0,0 0 6 15,0 0-2-15,-11-9 1 16,17 7-3-16,-2 1 2 16,-1-1 0-16,1 0-1 15,3-1 0-15,0 2 0 16,0-2 1-16,3 0 0 16,-2-3-1-16,4 2 1 0,0-1-1 15,1 0 1-15,1-1-1 16,4 1 1-16,-2-1-1 15,3 0 1-15,0-1 1 16,5-1-2-16,0-1 1 16,0 2 0-16,2-4 0 0,0 4 0 15,3-5-1-15,-1 2 2 16,2 2-2-16,1-3 0 16,1 1 2-16,0-1-2 15,2 0 0-15,-1 1 0 16,2 0 0-16,-1 0-7 0,1-2 12 15,-1 0-3-15,3 0-2 16,1 0 0-16,3-2 0 16,-1 0 1-16,2 2-1 15,1-3 0-15,0 2 0 16,0-1 1-16,-1 1-2 0,-2-3 2 16,1 3-1-16,-1 0 0 15,4 0 0-15,1 0 0 16,3 0 0-16,0-1 1 15,4-2-1-15,0 0 0 16,2-2 0-16,0 1 0 16,2-1 0-16,-3 0 0 0,1 0 2 15,-3 0-2-15,0 0-2 16,2 0 7-16,0 0 5 16,1 1-3-16,1 0-2 15,1-1-2-15,1 3-3 0,1-2 0 16,-2-2 0-16,2 2 1 15,-3 0-1-15,1 0 1 16,-2-1-1-16,0-1 1 16,-3-1-1-16,2-1 0 15,-4 0 0-15,1-1 0 16,-1-5 0-16,-5 1 0 0,0-3 1 16,-2-2-1-16,-4 1 0 15,4-4 1-15,-4 0 1 16,-2 0 6-16,3-3-2 15,0-1 0-15,-5-1-3 16,-1 1-2-16,-4-1-1 0,-7 1 2 16,-4 1-2-16,-5 0 0 15,-3 3 0-15,-4-1 0 16,-3-1-2-16,-3-1 4 16,0 0-2-16,0-1 0 15,-5 1 0-15,-4 0 16 0,-2-1-4 16,2 2-4-16,-2 2 2 15,-2 2-5-15,0 0 1 16,-1 1-4-16,-1-2 1 16,-2 4-2-16,0-1 2 0,-1 0-3 15,2 1 1-15,-4 1 0 16,1 3-2-16,0 0 0 16,-5 1 1-16,-1 2-3 15,-2 3 2-15,-2 2 1 16,-3 0-2-16,-3 4 2 15,-3 0 1-15,0 2-2 16,-6 2-1-16,1 2-1 0,1 2 2 16,-2 2 1-16,2 0 0 15,-2 3-1-15,1 0 1 16,-6 0 0-16,-2 0-1 16,-3 7 1-16,-4 0 2 0,-2 2-1 15,1-1-1-15,-5 2 0 16,-1 2 0-16,2-1-1 15,-1 0 0-15,1 1 1 16,0 0 0-16,-2 1 0 16,3-1 1-16,-2 2-5 15,-2 1 6-15,3 1-1 0,-3 2 0 16,3-2 0-16,0 3-1 16,0 0 0-16,3 0 0 15,0 1 0-15,1 0 0 16,1 1 0-16,-4 0 2 0,0 0-2 15,0 1 0-15,-2-1 0 16,-1-1 1-16,0 0-1 16,1 3 1-16,0 1-1 15,1-3 0-15,2 3 0 16,1 1 0-16,0 0 0 0,1-1 0 16,-1 2 0-16,2 2 1 15,2-4-1-15,1 2 0 16,5-1 0-16,-2 0 1 15,4 0-1-15,3 1 0 16,2-1 0-16,5 1 0 0,2 2 0 16,3 3 0-16,3 1-1 15,3 3 1-15,0 2 0 16,0 3 1-16,2-2-1 16,0 2 0-16,2 0 0 15,0-1 0-15,2 2 1 16,0 1-1-16,4 3 0 0,1-2 0 15,1 1 0-15,-1-1 0 16,5 0 0-16,0-2-1 16,2-2 2-16,4 1-2 15,1-2 2-15,4-1-2 16,0-1 1-16,0-2 0 0,0-2 0 16,4 0 0-16,3-2 0 15,3-1 0-15,0-3-1 16,1 2 0-16,0-2 0 15,2-5-2-15,-1 2 2 16,4-5 0-16,0-1 0 0,1-1 0 16,0-2 0-16,1 0 0 15,3-2 0-15,-3-1 1 16,4 1 1-16,-3-1-1 16,3 0 1-16,-2 2 0 15,4 0-2-15,1 1 1 0,0 0 1 16,-1 2 0-16,5-2 0 15,2 3-1-15,-2 0 0 16,1-3 1-16,-1 0-2 16,2-2 1-16,0-4-9 15,-2-2 8-15,0-2 6 0,0-1-5 16,-1-3 3-16,3 0-3 16,0 0 2-16,2 0-2 15,2 0 0-15,1-4 0 16,3 0 0-16,-6-2 0 15,3 2 0-15,-6-2 0 0,1 0 1 16,2 2-2-16,-2-1 1 16,0 0 0-16,5 0 1 15,2 0-1-15,1 1 1 16,2 0-1-16,0 1-29 16,-4-1-45-16,0-3-101 15</inkml:trace>
  <inkml:trace contextRef="#ctx0" brushRef="#br0" timeOffset="17741.45">17756 6923 38 0,'0'0'19'0,"0"0"-16"0,0 0 8 0,0 0-8 0,-43-12-3 15,31 10 0-15,-2-1 0 16,0 3 1-16,-2 0 3 15,-1-2 2-15,0 2-4 16,0 0 2-16,-3 0-3 0,-3 2-1 16,3 2 0-16,-6 2 2 15,-1 0-2-15,-2 1 0 16,1 0 0-16,-1 0 5 16,-2 2 2-16,-1 1 0 15,0 2 0-15,2 4-4 0,-3 3-2 16,0 3 1-16,-1 5-2 15,-2 3 0-15,1 4 1 16,1 2 1-16,-1 2 1 16,7 0 0-16,6 2-3 15,6 3 1-15,9 1 0 0,6-1-1 16,1-4-42-16</inkml:trace>
  <inkml:trace contextRef="#ctx0" brushRef="#br0" timeOffset="20266.91">9048 5524 112 0,'0'0'-2'0,"0"0"3"0,0 0 0 15,-43 15-1-15,32-8 0 16,2 0 0-16,-1-3 3 16,4 0 4-16,0-1 6 15,3-2 2-15,2 1-11 0,1 1-5 16,0 1-1-16,0 0 1 16,0 3 0-16,4 0 1 15,4 3-1-15,2-2 0 16,3 2-1-16,3-1 1 15,5 1-2-15,7 0 4 0,5 0-1 16,8 1 4-16,3-3-5 16,6 0-5-16,1-1 7 15,5-1-2-15,4 0 0 16,1-1 0-16,3-2 3 16,3 0-5-16,5-2 5 0,2-1-5 15,6 0 7-15,3 0-4 16,4 0 0-16,6 0 1 15,9-2-1-15,-2-3 1 16,5 0 0-16,7-1 1 16,-1-4-1-16,4 0-1 0,3 1 1 15,0-4-3-15,3 0 3 16,-2-3-1-16,1 5 0 16,-1-2 2-16,1 0-2 15,1 3 0-15,-1 2 0 16,2 0 1-16,1 0-1 0,2 4-1 15,1-3 2-15,4 1-1 16,-1 0 0-16,2 1 0 16,0-1-2-16,4 0 1 15,-1 1-2-15,-2 0-4 16,3 1-4-16,-2 0 12 16,-1-2-2-16,0 3 0 0,0-1 1 15,-3 0 0-15,3-1 1 16,-1 1 0-16,2-3 1 15,1 0 8-15,-2-3 3 16,4 3 0-16,0-3-1 0,3 3-1 16,-1 0-4-16,-1 1 0 15,1 2-3-15,2-2 6 16,0 3-1-16,5 0-7 16,-1 2-1-16,2-2 0 15,6 2-1-15,1-2 1 16,2 0-1-16,0 0 0 0,-1-2 0 15,1-4 0-15,-1 2 1 16,2-4-2-16,-4-2 2 16,0 1 1-16,2 0-1 15,-1-2 6-15,3-1 6 16,0 1-4-16,2-1-1 0,4 2 0 16,-3 0-1-16,0 0-3 15,-3 2-2-15,-2 1 0 16,-6 3-1-16,-5 1-1 15,-9 0 0-15,-7 3 0 0,-8 1 0 16,-3-1-1-16,-7-2 2 16,-7 1-2-16,-4 0-1 15,-6 1-2-15,-7-2-2 16,-8 0-5-16,-8 1-4 16,-9 0-8-16,-8-6-47 15,-10-7-52-15</inkml:trace>
  <inkml:trace contextRef="#ctx0" brushRef="#br0" timeOffset="21458.35">20788 3793 173 0,'-29'-24'6'0,"2"3"3"0,0 1-1 0,-4 1-6 16,-1 2-2-16,-3 0 1 15,-2 0-1-15,-3 0 0 16,-4 0 1-16,-4 1-1 0,-2 1 0 15,-6 0-1 1,-2 3 0-16,-5-1 1 0,-4 3 0 16,-4-1 0-16,-7 4 0 15,-4-1-2-15,-4 3 2 16,-7-1 0-16,0 2-1 16,-5-2 1-16,-5 3 0 0,-3 1 0 15,-4 0 0-15,-4 2-2 16,-6 0-1-16,-3 0-8 15,-5 0 2-15,-5 0 4 16,-2 3 2-16,-2 0 3 16,-3-2 0-16,-4 2 3 0,-2-2-2 15,-1 2 1-15,-2 0 3 16,-1 0-4-16,-4 0 2 16,4-2-1-16,-6 2 2 15,4-3 0-15,-2 0-3 16,-1 0 0-16,-1 0 1 0,-1-4-1 15,3-2 0-15,-4-1 1 16,-1 1 1-16,-4-1-3 16,1-1 0-16,-2 5 1 15,-6 0 0-15,2 2-1 16,-5-1 1-16,4 2-1 0,-4 0 0 16,4 0 0-16,-5 0 1 15,3 2-1-15,4-1 0 16,-3 1 1-16,3-1 2 15,3-1 0-15,3 0-1 16,0 0 0-16,2 0-1 0,-1 0 0 16,-2 0-1-16,0 0 0 15,-2 0 1-15,-1 3-1 16,-1 8 0-16,6 3 0 16,1 2 0-16,5 4 0 15,6 1-1-15,5-1 2 0,7 1-1 16,2 1 0-16,4-1 1 15,5 1-1-15,0 0 0 16,4 2-1-16,3 1 1 16,4 5 1-16,2 3-1 15,5 1 0-15,0 3 0 0,11 3 0 16,2 1 0-16,4 3 0 16,3 3 0-16,5 4 0 15,5 7-1-15,4-1 1 16,4 7 0-16,3-1-1 15,7 3 1-15,2 1-2 16,8-2 2-16,3-1-1 16,9-1 0-16,4 1 1 0,9-3-2 15,5 1-1-15,9-1 1 16,3 1 1-16,7-1-1 16,1 1 1-16,15-2-1 15,9-2-1-15,9 0 1 16,12-4 1-16,12-1 0 0,17-4 2 15,16-2-1-15,19-3 4 16,26 0 0-16,13-3-2 16,19-8-39-16</inkml:trace>
  <inkml:trace contextRef="#ctx0" brushRef="#br0" timeOffset="22544.68">20810 6767 33 0,'-5'4'25'0,"2"1"-9"0,-2-1-1 0,5 1-9 0,0 1-2 16,0 0 0-16,0 0 1 16,0-1 1-16,5 1 0 15,-1-3-2-15,1 0 2 16,2-2 3-16,1-1 0 0,2 0 1 16,1 0-2-16,2 0-1 15,3-4-2-15,-1-6 0 16,3-3-2-16,2-4 1 15,4-4 4-15,3-5-2 16,4-2-1-16,8-6-2 0,-2-1-1 16,6-3-1-16,0-3 0 15,-1-3-1-15,-2 2 1 16,-2-1-1-16,-3 3 0 16,-5 4 0-16,-5 7 0 15,-3 6-1-15,-9 7-10 0,-5 8-18 16,-6 8-18-16,-2 0-46 15</inkml:trace>
  <inkml:trace contextRef="#ctx0" brushRef="#br0" timeOffset="23015.08">20855 6807 54 0,'0'0'4'0,"0"0"10"0,0 0-3 0,0 0-6 15,0 0-3-15,0 0 2 0,0 0 3 16,0 0 5-16,0 0 7 16,0 0 14-16,-32 18-7 15,32-18-12-15,0 0-10 16,3 0 0-16,5-4 1 0,4-4-5 15,2-3 4-15,8-3-7 16,-1-4 6-16,6-5 1 16,5-4-2-16,4-4 7 15,8-2-3-15,7-8-1 16,7-3-4-16,6-6-1 16,3-3-10-16,2-6-55 0,3-3-40 15</inkml:trace>
  <inkml:trace contextRef="#ctx0" brushRef="#br0" timeOffset="25696.68">17252 9474 1 0,'0'0'32'0,"0"0"-25"0,0 0-5 0,0 0 1 16,0 0 2-16,0 0 3 16,0 0 10-16,0 0-7 15,0 0 2-15,0 0 3 0,0 0-11 16,0 0-3-16,0 0 2 15,0 0-2-15,0 0 3 16,0 0 5-16,0 0 1 16,0 0-1-16,0 0-4 0,0 0 0 15,0 0-1-15,0 0-4 16,0 0-1-16,0 0-3 16,2 0 2-16,-2 6 2 15,1 1 1-15,0 0-1 16,2 2-1-16,-1-2 1 0,1 0-1 15,1-2 0-15,-3 1 0 16,3-3 0-16,0-2 0 16,0 2 0-16,0-3-1 15,4 0 1-15,-3 0 0 16,3 0 2-16,3-7 2 16,1-6 5-16,3-2 4 0,3-7 1 15,4-3-5-15,4-6-4 16,6-4-3-16,3-3-1 15,7-7-1-15,2-5-5 16,5-7-44-16,-4-5-85 16</inkml:trace>
  <inkml:trace contextRef="#ctx0" brushRef="#br0" timeOffset="30526.96">8811 14632 22 0,'-3'0'4'0,"1"0"-1"0,0 0 1 0,-2 0-4 0,0 1-4 16,1 3 1-16,-4 0 0 15,0 0-1-15,1 2-14 16</inkml:trace>
  <inkml:trace contextRef="#ctx0" brushRef="#br0" timeOffset="31895.01">8317 14844 1 0,'0'0'30'0,"0"0"0"0,0 0-6 15,0 0-6-15,0 0-7 16,0 0-3-16,0 0-3 0,0 0-4 16,0 0-1-16,0 0 0 15,0 0 0-15,2-10 0 16,2 10 1-16,-2 0-1 15,4 0 0-15,0 0 0 16,1 0 0-16,1 0 1 0,2 0-1 16,0 0 2-16,1 0-2 15,3-1 1-15,0 1 0 16,4 0 0-16,-1 0-1 16,1 0 0-16,-2 0 0 15,6 0 0-15,-2 3 0 0,3-1 1 16,-1 1-1-16,1-1 0 15,3-1 0-15,1-1 0 16,0 0 0-16,0 0 0 16,1 0 1-16,2 0 0 15,3-3-1-15,-1 0 0 0,1-1 1 16,1 1-1-16,-2-1 0 16,3 3 0-16,-2-1 0 15,1-1 0-15,0 2 0 16,5-1 0-16,2 0 0 15,-1 2 0-15,4-2 0 0,-1 2 0 16,1 0 1-16,-1 0-1 16,0 0 0-16,2 0 0 15,-3 0 0-15,2 0 0 16,2-1 0-16,0 1 0 16,-1 0 1-16,0 0-1 15,2 0 0-15,0 0 0 0,2 0-1 16,2 0 1-16,3 0 1 15,1 0-1-15,4 0 0 16,-1 0 0-16,1 0 0 16,-1 0 0-16,2 0-2 15,-2 0 5-15,-3 0-1 0,2 0-2 16,0 1 1-16,2 1 0 16,1 0-5-16,1-1 9 15,3 0-5-15,1 0 2 16,-1-1-1-16,2 2 1 0,-2-1 1 15,-1 2 0-15,1 0-2 16,-4 0 0-16,1 1-1 16,0 0 0-16,1 2 1 15,-1-2-1-15,1 0 0 16,-2-1 1-16,0 0-1 0,-3-1 0 16,-1-2 1-16,-3 0 1 15,-4 0 6-15,-4 0 2 16,-4 0-1-16,-4-2 2 15,-5-2-3-15,-3 1-2 16,-3-1-4-16,-3 1 1 16,-5-1-2-16,0 1 1 0,-5 0-1 15,-1 0 0-15,-3 0-1 16,1 3 1-16,-4-2-2 16,2 0-13-16,-4 1-34 15,0-4-18-15</inkml:trace>
  <inkml:trace contextRef="#ctx0" brushRef="#br0" timeOffset="34789.47">14470 14759 39 0,'0'0'37'0,"0"0"-25"0,0 0-1 0,-38 7-7 0,28-7-1 16,4 3-2-16,-1-3 0 15,1 1 2-15,0-1 9 0,0 0 3 16,2 1 1-16,-2 0-5 16,3 0-9-16,-1 2-2 15,0 0 0-15,1-1-1 16,1 0 0-16,-1 1 1 15,3 0 0-15,0-2 0 16,0 2 0-16,0-2-3 0,0 0 3 16,3 1 1-16,2-2 1 15,3 3-1-15,1-3 3 16,0 1-3-16,3-1 2 16,2 0-1-16,4 0 0 15,3 0 0-15,-1 0-2 0,4 0 3 16,2 0-1-16,2-1-1 15,2-2 0-15,3 0 0 16,1-1-2-16,3 1 3 16,6 0-2-16,0-1 1 15,1 0 0-15,5 0-1 0,-1 1 0 16,2-2 0-16,-3 3 0 16,3-2 0-16,3 1 0 15,1 0 1-15,2-1-1 16,2 1 0-16,-2-1 0 15,6-1 0-15,0 1 0 0,4-2 1 16,-1 3-1-16,-1-1 0 16,2 1 0-16,1 0 2 15,1-1-2-15,-1 1 1 16,3 1-1-16,-1-1 0 16,1 0 0-16,2 1 0 0,-1 1 2 15,2 0-2-15,0 0 0 16,0-1 0-16,2 2 0 15,0 0 0-15,0 0 0 16,2 0 0-16,0 0 0 16,0 3 0-16,-2-2 0 0,-2 2 0 15,2 0 0-15,-1-2 0 16,4-1 1-16,-1 0-1 16,3 0 1-16,3 0-1 15,-1 0 0-15,1 3 0 16,-3-2 0-16,-4 2 0 0,1 0 0 15,0 0 0-15,-4 0 0 16,0 0 0-16,2-2 0 16,-1 0 0-16,2-1 1 15,-1 0-1-15,-1 0 3 16,3 0 5-16,1 0-2 0,-1 0 0 16,0-2-1-16,0 0 1 15,0 1-1-15,2-1 5 16,-4 1-2-16,-1 1-2 15,-2 0-5-15,0 0 0 16,-3 0 0-16,1 0-2 0,-4 0 2 16,-1 0-1-16,-5 0 1 15,-3 0-1-15,-6-2 0 16,-3 2 0-16,-3-4 0 16,-2 3 0-16,-3-2 0 15,-2 0-1-15,-4-3-21 16,-2-3-51-16,-6-6-99 0</inkml:trace>
  <inkml:trace contextRef="#ctx0" brushRef="#br0" timeOffset="35921.58">20432 14266 52 0,'1'0'15'0,"-1"0"10"0,1-2-5 0,1 1-2 16,-2 0-1-16,0-1-4 15,0 1-2-15,0 0 0 16,0 0-3-16,0-1 0 16,0 2-5-16,0 0 0 0,0 0 1 15,0-2-2-15,0 2 0 16,0 0-2-16,0 0 0 16,0 0 0-16,4 0 0 15,0 4 0-15,0-1 0 16,-1 2 0-16,-1 0 0 0,2 0 0 15,-1 0-1-15,0 1 0 16,0 1 2-16,0-2-1 16,1 2-1-16,0 1 2 15,1-3-2-15,0 0 1 16,1-1 0-16,1 0 0 16,-4-1 0-16,1 0 0 0,0 0 1 15,-2-3-1-15,0 0 2 16,1 0 3-16,4-1 5 15,-2-5-3-15,5-3-4 16,1 1 0-16,3-5 0 16,1 0 4-16,1-4-2 0,5 0 0 15,1-3 1-15,7-3 1 16,6-4-3-16,8-2-2 16,4-3-1-16,9-3 0 15,9-3-1-15,10-5-2 16,8-5-21-16,7-5-45 0,5-5-68 15</inkml:trace>
  <inkml:trace contextRef="#ctx0" brushRef="#br0" timeOffset="36705.03">20431 14226 40 0,'0'0'47'0,"0"0"-37"0,0 0 12 16,0 0-5-16,0 0-7 15,0 0-7-15,0 0-1 0,0 0-2 16,0 0 1-16,0 0 1 16,0 0 3-16,0 0 8 15,40 27 6-15,-33-27-2 16,2 0-7-16,4-5 0 16,-2-1-3-16,5-3-3 0,3-3 1 15,5-4 0-15,9-3 1 16,9-6 3-16,16-4-5 15,12-6-2-15,20-9-1 16,21-7-3-16,18-11-52 16,15-8-111-16</inkml:trace>
  <inkml:trace contextRef="#ctx0" brushRef="#br0" timeOffset="45585.85">8106 15875 57 0,'-2'0'5'0,"-2"0"6"0,-2 0-1 16,3 0-3-16,1 0-2 0,-4 0 0 16,2 0-3-16,2-1 2 15,0 0-1-15,-2 0-3 16,1 1 1-16,1 0-1 16,0 0 0-16,0 0 0 15,0 0 0-15,0 0 2 0,2 0 2 16,0 0 3-16,0 0-3 15,0 0-2-15,0 0 1 16,0 0-3-16,0 0 0 16,0 0 0-16,0 0 3 15,0 0 1-15,0 0-2 0,2 0 1 16,0 0-1-16,1 0-1 16,1 0 1-16,2 0 0 15,2 2 0-15,2-1 2 16,-1-1-1-16,1 2 0 15,1-2 0-15,2 0-1 16,0 0 1-16,1 0-2 0,0 0 1 16,-1 0-1-16,0 0 0 15,1 0 1-15,0 0-1 16,1 0 0-16,2 0 1 16,1 0-1-16,0 0 0 0,-1 2-1 15,4-1 0-15,2 0 0 16,-2 2 1-16,2-3-1 15,2 2 0-15,0-1 0 16,1 0 0-16,3-1 0 16,0 2 0-16,0-1 1 0,0 0-1 15,0-1 0-15,2 2 0 16,-2-2 1-16,3 0-2 16,1 0 2-16,3 0 0 15,0 0 0-15,2 0-1 16,0 0 0-16,-1 0 1 15,-1 0-1-15,1 0 0 0,-3 0 0 16,-1 0 1-16,2 0-1 16,-3 0 0-16,3 0 0 15,1 0 1-15,-1 0 0 16,4 0 1-16,-1 0-1 16,-2 0-1-16,2 0 0 0,0 1 0 15,-2 2 2-15,1 0-2 16,1 0-2-16,-2 1 4 15,3 0-2-15,-2 2 0 16,3-1 0-16,-2 1 0 16,1-1 0-16,0 2 0 0,1 0 0 15,4-1 0-15,0-1 0 16,0 3 0-16,1-2 0 16,-1 2 0-16,4-1 0 15,-3 2 0-15,6-1 0 16,-3 0 1-16,4 2-1 0,3 0 0 15,0 0-1-15,1-2 1 16,0 0 0-16,1 0 0 16,2-2 1-16,-1-1-1 15,0-2 0-15,-1 0 2 16,1 0 2-16,2-1 5 0,-2 0-6 16,3 2-1-16,1 0-2 15,3-2 0-15,1 1 2 16,4-2-2-16,1-1 0 15,3 0 1-15,-2 0-1 16,6-6 0-16,-2-2 0 16,2 0 0-16,0-2 1 0,1 0-1 15,-3-2 0-15,6 2 0 16,-1-1 0-16,1-2 1 16,-1 2-1-16,1 2 0 15,-1-1 0-15,-2 2 0 16,1 1 0-16,0 0 0 0,0 1 1 15,1 2-1-15,0 3 0 16,1-1 0-16,-1 2 0 16,2 0 0-16,-3 0 0 15,1 0 0-15,0 0 0 16,0-3 0-16,0 0 0 0,-4 2 0 16,3-1 1-16,0 2-2 15,-4-1 1-15,-1 1 0 16,2 0 1-16,-4 0-1 15,0 0 0-15,0 0 0 16,0 0 0-16,0 0 0 0,-2 0 0 16,5 0 0-16,-2 0 0 15,3 0 0-15,2 0-2 16,-2 0 4-16,2 0-2 16,-3-1 1-16,0-1-1 15,-6 1 0-15,3 1 0 0,-1-2 0 16,-1 0 1-16,1 0-1 15,-2-3 0-15,0 1 1 16,2 0-1-16,0 0 0 16,-3 0 2-16,4-2 2 15,-2 3-2-15,1-1 0 0,0 0-1 16,2 1-1-16,-4 0 2 16,-1 3-2-16,2 0 0 15,-3 0 0-15,1 0 0 16,-3 2 0-16,4 2 1 15,-3-3-1-15,2 3 0 16,0-2 0-16,0-1 1 0,-1-1-1 16,-1 3 0-16,2-2 0 15,2 1 0-15,2-1 0 16,2-1 0-16,1 0 0 16,2 0 1-16,3 0-1 15,-1 0 0-15,-1-4 0 0,2 1 2 16,0 0-2-16,3-1 0 15,-1 1 0-15,1 2 0 16,3-2 0-16,-1 3 0 16,-2 0 0-16,-2 0 0 15,0 0 0-15,0 0 0 16,-2 0 1-16,3 4-1 0,0-2 4 16,1-1 5-16,2 3-4 15,1-2-2-15,0 1 0 16,1-2 0-16,3 3 0 15,0-2-2-15,-1 1-1 0,-1-1 1 16,1 1-1-16,-1 0 1 16,1-2-1-16,-1 2 0 15,2 0 1-15,1 1-1 16,0-1 0-16,3 0 0 16,1 3 1-16,1-1-2 0,2-1 2 15,-1 1-1-15,2 1 0 16,-1-1 0-16,1 1 0 15,1 1 1-15,-2-3-1 16,-1 2 0-16,-2-2 0 16,0-2 0-16,-3-1 1 15,-3-1-1-15,-1 0 4 0,-6 0 0 16,-2-3 0-16,-5-1-3 16,-4-3 0-16,-3-3-1 15,-4 0 0-15,-3-2 0 16,-3-4 0-16,-4 0-1 15,-2-4 2-15,-3-2-1 0,-4-2-1 16,-4-4 0-16,-5 0-1 16,-3-6 4-16,-3 2-6 15,-6 0 5-15,-2-2 0 16,-6 0-1-16,-5 5-1 16,-4-1 12-16,-2-1-6 0,-5 0-3 15,-1-3-1-15,0 0-2 16,-1-2 1-16,-9-1 3 15,-2-1-3-15,-3 3-2 16,0-1 2-16,-2 3 0 16,-1-1-2-16,-1 3 2 0,0 3 2 15,-2-2-2-15,-1 3-1 16,-1-1 0-16,-4 3 0 16,-2 0 2-16,-4 3 0 15,-2 1-2-15,-3 3 0 16,-2 2 1-16,0 2 0 0,-2 4 0 15,-1 1-1-15,-1 4 2 16,0 0-1-16,-5 3 1 16,0 0-2-16,-5 2 1 15,1 0 0-15,-5 0 0 16,-2 0-4-16,-2 2 1 0,-3 2-3 16,-1 0 3-16,1 2 0 15,-2-2 1-15,-2-1 1 16,0 1 1-16,-5-1 0 15,-2 1 0-15,-3-1 0 16,-1-2 1-16,-3 2 0 0,-1-1-1 16,-2-1 0-16,-2 2 0 15,1-2-2-15,-1 1 3 16,-3-1-2-16,-1-1 2 16,2 0-1-16,0 0 0 15,1 0 0-15,-3 0-1 16,3 0-1-16,-4 0 1 0,1-1 0 15,-2-3 1-15,0-1 0 16,1-2 0-16,-1 0 0 16,0 2 0-16,0-3 0 15,2 2 0-15,-2-3 0 16,-2 3-1-16,1-1 1 0,1 1 0 16,-2-1 1-16,2 0-1 15,0 0 0-15,2 0 1 16,-5 0-2-16,1-2 2 15,3 4-1-15,-1-3 1 0,1 1-1 16,0 0 2-16,0 1-2 16,1-2 1-16,-2 1-1 15,0 1 1-15,0 0 1 16,0-1 0-16,-2-1 1 16,1 1-2-16,0 0-1 0,-1 1 0 15,-3 0 1-15,1 1-1 16,0-1 0-16,-4 2 0 15,0 1 0-15,0 1 2 16,1-2-2-16,-2 2 0 16,0 1-2-16,3-1 4 15,0 0-2-15,-4 2-2 0,4 0 2 16,0-1 0-16,-1-1 0 16,0-1-1-16,-3 1 1 15,2-1 0-15,0 0 1 16,-1 0-1-16,-2 3 0 15,2-1 2-15,3-1-4 0,-4 1 4 16,6-2-4-16,0 3 2 16,0-3 0-16,2 0 2 15,2-1-2-15,-2-2 1 16,-1 2-2-16,3-2 2 0,2 0-1 16,4 0 0-16,-3-3 0 15,3 2 0-15,3 0 1 16,0-2-1-16,-3 2 0 15,4-1 0-15,1-1 0 16,0 2 0-16,2-3 1 16,0 3-1-16,0-2 0 0,1 1 1 15,-1 1 0-15,-2 1-1 16,1 1 1-16,1 0-1 16,-2 0 1-16,1 2-1 15,1 0 0-15,-2 0 0 16,3 1 1-16,0 1-2 0,0 0 1 15,1-1 0-15,-2 2 0 16,3-1 1-16,2 1-2 16,1-1 2-16,3-1-1 15,0 1 0-15,3-1 2 16,0 1-2-16,0 0 1 0,-1 1 0 16,1 0-1-16,-2 0 2 15,2 0-2-15,-2 0 0 16,0 0 0-16,0 0 1 15,-1 2 0-15,-1 1-1 16,2 1 1-16,0 2-1 16,2-2 0-16,0 2 1 0,3 1-1 15,1-1-1-15,-1 1 2 16,1 0-1-16,2 2 0 16,1-1-1-16,-2-1 2 15,3 3-1-15,0-3 0 0,2 1 0 16,5-3 0-16,-1 2 0 15,2-1 0-15,2-2 0 16,2 2 0-16,2-2 1 16,2 2-2-16,0-1 1 15,3 0 0-15,-2 2 0 0,-1 0 1 16,1 0-2-16,1 3 1 16,1 0 0-16,4-2 0 15,-1 2 0-15,3 0 0 16,1 3 0-16,1-2 0 15,1 2 1-15,-3 0-2 16,3 0 1-16,-1-1 0 0,1 1 0 16,1 0 0-16,0 1 0 15,1-2 0-15,0 5 0 16,0 0 0-16,1 1 0 16,2 1 0-16,-1-1 0 15,0 3-1-15,0 1 0 0,0-1 2 16,2 2-2-16,0-2 1 15,0 2 0-15,4-3 0 16,0-2 0-16,0-1 0 16,4 0 0-16,2 0 0 15,1-1 0-15,3-2-1 0,-1 0 1 16,1 1 0-16,1 0 0 16,1-2 0-16,1 1 0 15,1 1 0-15,0-1 0 16,4 1-1-16,1-2-1 0,4 1 0 15,0-1-1-15,0 2 0 16,0-2 0-16,0 0 0 16,2 2 3-16,3 0-1 15,1-2 1-15,1 1 0 16,2 0 1-16,-2-3-1 16,3 2-1-16,0 0 0 0,3-2 1 15,-1 1 1-15,1-1-1 16,0 0 1-16,1 1-1 15,1-2 2-15,-1 0-2 16,1 1 0-16,1-1-3 16,1-1 4-16,0-1-2 0,5 0 2 15,-3 0-2-15,6 0 1 16,2-1 0-16,3-1 0 16,1-1 0-16,2 1 0 15,3-3 0-15,0 3 0 16,6-3 1-16,-2 3 1 0,2 1-1 15,6 0 0-15,2 1-2 16,0-1 3-16,4 3-3 16,0-3 2-16,-1 3-1 15,1-1 0-15,-2-1 0 16,2 2 0-16,-2 0 0 0,0 3 0 16,0 0 0-16,-2 0 0 15,2-1 0-15,2 4 0 16,2-3 0-16,1 0 0 15,6-1 1-15,7-3-2 16,10-4 0-16,9-5-28 0,15-9-30 16,13-23-134-16</inkml:trace>
  <inkml:trace contextRef="#ctx0" brushRef="#br0" timeOffset="48659.41">9716 5716 78 0,'11'0'-4'0,"-2"0"9"0,1-3 4 0,2-1-1 0,2 0-1 15,2 1-2-15,2-2-3 16,-1 1-1-16,1 0 0 0,-2 3-1 15,4-1 1-15,-3-2-1 16,0 4 0-16,1 0 0 16,-1-1 0-16,2-1 0 15,2 2 0-15,1 0 1 16,4 0-1-16,2 0 0 0,4 0 1 16,1 0-1-16,5 0 0 15,5 0 1-15,4 0 0 16,6 0 1-16,1 0-1 15,4 0 0-15,7 0 1 16,4 0 0-16,1 0 0 0,8 0 0 16,6 0-1-16,4 0 2 15,8-4-2-15,3 0 1 16,5-2 1-16,5-1 0 16,6-2 2-16,3-1-1 15,5 2-1-15,2-2 2 0,0 0-1 16,3 2-1-16,1-1 2 15,4 0-2-15,1-2 0 16,5 2 0-16,5-3 1 16,1-2-1-16,6 0-1 15,0-1 0-15,3 0 2 0,3 2-1 16,-5 1-3-16,2 1 0 16,-6 2 0-16,-6 5-2 15,-2 3-2-15,-11 1-43 16,-11 0-32-16</inkml:trace>
  <inkml:trace contextRef="#ctx0" brushRef="#br0" timeOffset="61241.97">8990 15939 106 0,'0'0'10'0,"0"0"-7"0,0 0 13 16,0 0 3-16,0 0 1 15,0 0-6-15,0 0-6 16,0 0-5-16,0 0-1 0,0 0-2 16,0 0 0-16,-41-27-2 15,26 27 1-15,-1 0-2 16,-4 7-2-16,-1 0 3 16,2 1 2-16,-6 2 0 15,2 0 0-15,1 1 0 0,0 0 1 16,0 1 1-16,1 2-1 15,4 1 0-15,-4 4-1 16,4-1 0-16,-1 5-1 16,-2 1-2-16,4 0-9 0,0 2 2 15,-1-1 8-15,3-1 2 16,1-2 0-16,2 0 1 16,-1 0-1-16,6-1 0 15,0-2 1-15,3 3-1 16,1-1 1-16,2 0-2 0,0 0 2 15,0 0-1-15,2-1 2 16,3 0-1-16,3 1-1 16,1 1 1-16,1-3-1 15,2 0 1-15,-1-1-1 16,5-1 1-16,-2-4 0 16,6 1 1-16,0 0 1 0,0-1 1 15,4-3-2-15,3 1-1 16,0-2 0-16,2 1 0 15,1 0-1-15,1-3 1 16,0 0 0-16,0 0 3 0,-2-1 1 16,3-3 4-16,-3 3-4 15,2-2-1-15,1 1 0 16,1-2-2-16,0 2-2 16,-1 0 0-16,1 2 1 15,-1 0 0-15,-1-1-1 16,2 0 0-16,-2-1 1 0,1 0 0 15,3-2 2-15,-1-2 0 16,4 2 0-16,0-1-2 16,2-1 0-16,3 0 0 15,-1-1-1-15,-2 3 1 16,1-2-1-16,-1 1 0 0,0 0 0 16,-2 3 0-16,2-1 1 15,0 0-2-15,3 2 2 16,2 1-1-16,1 0 1 15,2-1-2-15,1 1 1 16,0 0 0-16,-1 2 0 0,2-1 1 16,0-1-2-16,1 1 1 15,0-1 1-15,-1 1-1 16,2-1 0-16,2-1 0 16,0 1 0-16,2 0 0 15,0 0 0-15,1 2 0 0,0-1-1 16,3 1 1-16,-1-2 0 15,0 1 1-15,2-2-1 16,1-2 0-16,1-1 0 16,-2 0 1-16,3 1-1 15,-1-1 0-15,-1 1-1 0,1-1 2 16,0 1-1-16,2-1 0 16,0 0 0-16,0-2 0 15,2-1 0-15,0 0 0 16,2 0 0-16,-1 0-2 15,0 0 3-15,-1-2-1 0,-2 0 0 16,0 0 0-16,-1 0 0 16,1-1-4-16,-4 0 6 15,3 0-3-15,-3-1 1 16,3-3-2-16,2 3-4 16,-2-2 14-16,1 1-7 0,-2-1-1 15,-1 4 1-15,-1 0-2 16,-3 1 2-16,0-1-1 15,-3 2 0-15,2-2 0 16,-1 0 0-16,0-1 1 16,0 1-1-16,4-1-3 15,-2-1 4-15,-3 0 0 0,4 1-2 16,1 0 1-16,-4 1 0 16,2 0 0-16,-1 0 0 15,-1 1 0-15,-1 1 0 16,1 0 0-16,-2-1-1 15,1 1 1-15,-2 0 0 0,1-2 0 16,0 2 0-16,2-1 0 16,0-1 0-16,1 0 0 15,0-1 1-15,3 0-1 16,-2 0-1-16,2 0 2 16,-1-1-2-16,1 1 2 0,0-3-1 15,1 2 0-15,1 1 1 16,1-1-1-16,1 0 0 15,0-1 0-15,2 1-1 16,-3-3 2-16,1 3-1 0,-1-2 0 16,-2-1 1-16,3 1-1 15,-3-1 4-15,3 2-2 16,0 0-1-16,1 1 0 16,1 1 0-16,-1 1-1 15,-2 1-1-15,1 1 1 16,-2 0-2-16,-1 0 1 0,0 0-2 15,1 2 5-15,-2-1-4 16,0 2 2-16,2-2 0 16,2 1 0-16,-3 2 0 15,3-1 2-15,-1 1-4 16,2 0 1-16,1 1 0 0,-2-1-7 16,2 3 0-16,1-3-2 15,0-1 4-15,0 0 5 16,2 1 2-16,1-1-2 15,-1 1 1-15,0-1 1 0,1 0-1 16,0 0-1-16,-1-1 1 16,0 0-6-16,-1 1 0 15,1-3 4-15,-2 4 2 16,1-4-5-16,0 2 7 16,1 2 0-16,0-3-1 0,0 0 1 15,1 0-2-15,-1 1 2 16,0-1-2-16,0 0 0 15,-1 1 0-15,-1 0 0 16,-1 1-1-16,2 0 1 16,-2 0 1-16,0-2-1 15,0 1 1-15,1-1 9 0,-2-1 3 16,-2 2-5-16,1-2-4 16,-3 1-3-16,3-1-1 15,-5 0 0-15,6 1 0 16,-4-1 0-16,1 0 0 15,-1 0 0-15,1 0 1 0,1 0-1 16,0 0 0-16,3 0 1 16,-2-2 3-16,3 0 0 15,1 1-4-15,0-2 0 16,1 0 0-16,-3-1-2 16,-1-1 2-16,-4-2 0 0,-2-1 2 15,0-1-4-15,-3-2 4 16,-3-2 0-16,0-1 1 15,0 0-2-15,-4-3-1 16,0-2 0-16,-2-1-2 16,1-4-2-16,0 2 0 15,-4-5 3-15,1-2 0 0,4-2 0 16,-1 0 2-16,-2-3-2 16,0 1 2-16,-5 0-1 15,-3 3 0-15,-8-1-1 16,-4 4 1-16,-4 0-1 0,-4 2 1 15,-4 1-1-15,-5 0 6 16,0-1 7-16,0 0 3 16,-4 0-7-16,0-1 2 15,-2 0-4-15,-1-1-7 16,-2 1 3-16,0 1-3 16,0 2-1-16,-9-1-2 0,-2 3-1 15,-3 1 6-15,-3 1-1 16,-1 1-1-16,-4 2 0 15,1 2 0-15,-2 1 1 16,-3 3 1-16,-1 2-1 16,-1 1 0-16,-3 1-1 0,-2 2 1 15,-1 0 0-15,-3 1 0 16,-1 1 0-16,-2 1 0 16,2 0 0-16,-4-1 1 15,1 2-1-15,-1 0-4 16,2 0 6-16,-1 0-2 0,2 0 0 15,-1 0 0-15,-1 0 0 16,1 0 0-16,-2 0-1 16,-1 0 0-16,0 0 0 15,1 0 1-15,-3 0 0 16,3 0 0-16,-3 0 0 16,3 0 1-16,-1 0-1 0,0 0 0 15,0 0 0-15,-4 0-1 16,1 0 2-16,-1 0-4 15,-4 0-5-15,1 2 5 16,-1-2 1-16,-2 0 1 0,0 0 1 16,-1 0-2-16,-2 0 4 15,0 0-2-15,1 0 1 16,-2 0-1-16,-2 0 2 16,1 0-2-16,-2 0 0 15,0 0 0-15,0 0-2 0,-1 0 2 16,-1 1 2-16,1 0-4 15,-1-1 2-15,1 2 0 16,-2-1 0-16,1-1-1 16,0 0 1-16,1 2 1 15,1 0-2-15,0-2 1 16,1 2 1-16,-1-1-1 0,0-1 0 16,2 3 0-16,-4-2 0 15,2 2 0-15,-1 0 0 16,-5 3 0-16,-2-2 0 15,2 0 0-15,0 1 2 16,-1 0-2-16,-3-2 0 0,2 3 0 16,0-1 0-16,-2 0 0 15,-1 0 0-15,0 1 1 16,-1-2-1-16,-2 2 0 16,1 0 0-16,-1-1 1 0,-4-2 0 15,4 3-1-15,-5-2 1 16,1 0-1-16,-3-1 1 15,-1 1-1-15,0-2 0 16,-1 1 0-16,2-2 0 16,-1 1 1-16,-1-2-1 15,2 0 0-15,2 0 0 0,-4 0 0 16,1 0 0-16,1 0 1 16,-2-2-1-16,1-2 1 15,1 0-1-15,-2-1 2 16,2 1-1-16,0-1-1 15,-1 0 1-15,-3 1 0 0,2 1 0 16,0-1-1-16,-1-2 1 16,1 3 0-16,0 0 3 15,1-1-4-15,2-1 1 16,-2-1-1-16,-1-1 6 16,6-2-6-16,-4 1 1 0,2-1 0 15,-2-1 0-15,1 0 0 16,3 2 2-16,-4-3 1 15,1 3-2-15,-2-1-1 16,0 2 1-16,2 2-1 16,2-1-1-16,-2 2 0 15,-1 0 1-15,0 1-1 0,2 0 0 16,0 0 0-16,-1 2 0 16,1-1 0-16,-2 1 0 15,2 1 1-15,-2 0-1 16,3 0 0-16,-3 0 1 0,-1 0-1 15,2 3 0-15,-1 1 0 16,1 3 0-16,-1-1 0 16,0 1 1-16,3-1-1 15,-1 1 1-15,2 1-1 16,0-1 0-16,4 2 0 0,-2-2 0 16,2 2-1-16,0-1 1 15,0-2 1-15,5-1-1 16,3 0 0-16,-2-1 0 15,1-2 2-15,2 0-2 16,2 0-2-16,-5-1 2 0,2 2 0 16,2-3 2-16,-1 0-4 15,3 0 2-15,1 0 2 16,4-4-1-16,5-3 0 16,-1-2 2-16,2 2 3 15,2-3 7-15,-2 3-12 16,4 0-1-16,-6 0 0 0,1-2 0 15,-2 3 0-15,3 0 0 16,-4 0 0-16,1-1 0 16,-1 1 0-16,2 0 0 15,2 1 1-15,-2 2-1 16,0 0 0-16,2 2-1 0,2 1 1 16,-3 0-1-16,4 0 1 15,-4 0-1-15,4 0 1 16,-2 4-1-16,4 0 0 15,0 3 0-15,-2-1 0 16,2 1 0-16,3 0 1 0,-1 0 0 16,3 0 0-16,4 2 0 15,3 1 0-15,0 1 0 16,4 3 0-16,-1 5 0 16,-1-1-2-16,2 6-3 15,-4 1 0-15,4 0 3 16,0-1 2-16,2 3 0 0,3-1-1 15,3 1 2-15,0 1-2 16,1 1 1-16,3 0 0 16,-1-2 1-16,3 0-2 15,1-3 1-15,1 0 0 0,5-2-1 16,0 1 1-16,5-2-5 16,3-1 1-16,0 0-1 15,0-1 1-15,0 1 2 16,5-3 2-16,1 3-2 15,2-4 2-15,2 1-2 16,-1 0 2-16,0-1-3 0,3-2 2 16,1 3-2-16,3-3 0 15,4 2 0-15,-3-2 2 16,6 2-1-16,-2-2 2 16,4 1-2-16,0 0 2 15,2-3-1-15,2 4-1 0,0-2 2 16,0-2 0-16,-1-1-1 15,5 3 1-15,-2-1-1 16,3-3 2-16,1 1-1 16,3-1 0-16,3 2 1 0,-1-1 1 15,4-1-2-15,-1-1 1 16,3 2-1-16,4-1 0 16,-1-2 1-16,3 1-1 15,1-2-2-15,3-2 2 16,-2 0 3-16,1-1-5 0,1 0 5 15,1-1-3-15,1 1 0 16,2-4 0-16,0 2 1 16,3-1-1-16,-2 1 0 15,3-1 0-15,-1 0 0 16,1 1 0-16,1 1 0 16,-2-1 1-16,3 0-1 0,-3 1 0 15,0 0 0-15,1-2 1 16,0 3-2-16,-2-2 1 15,-1-1 0-15,1 2 0 16,-4-1 1-16,4-2-1 16,-1 1 0-16,4-1 0 0,-2 1 0 15,1-1 0-15,4 0 1 16,1 0-2-16,0 0 1 16,5 0 0-16,-1 0 0 15,1 0 0-15,2 0 0 16,-2 0 1-16,6-1-2 0,-1 0 2 15,-3-1-2-15,6 2 1 16,-4-3 0-16,3 3 0 16,-3 0 0-16,2 0 0 15,1 0 0-15,1 0 0 16,-1 0 1-16,2 0-2 0,-1 0 1 16,1 0 0-16,2 0 1 15,-2 2-2-15,0-2 2 16,0 0-1-16,2 0 0 15,-2 0 1-15,-1-3-2 16,-2-3 2-16,0 1-1 0,-1-1-1 16,-2 1 1-16,0 0 0 15,-5-1 0-15,1 3 1 16,1-2-2-16,-3 1 1 16,-2 2 1-16,3-1-2 15,-2 2 1-15,1 0 1 0,1-1-1 16,-5 0 0-16,0 1 0 15,-1 0 0-15,-1-1 0 16,0 1 0-16,-4 1 0 16,1 0 0-16,-2 0 1 15,-3 0-1-15,3 0-1 0,-2 0 1 16,0 0 1-16,0 0-2 16,1 0 2-16,1 1-1 15,-3 2 0-15,3 0 0 16,3 1 0-16,-4-1 0 15,5 0 0-15,-3 1-2 16,3 0 3-16,-1-1 0 0,1 1-2 16,0 1 2-16,-3-1-1 15,1 1 1-15,-3 0-1 16,2-1 0-16,0 2 0 16,-4-2 0-16,2 0 0 0,3 1 3 15,-4-1-3-15,1-3 1 16,1 2 0-16,-1-3 0 15,1 3-1-15,0-2 1 16,0-1-2-16,-1 2 1 16,3-1 1-16,-4-1-1 15,1 0-1-15,0 0 1 0,1 0 0 16,-4 0 0-16,1 0 0 16,-1 0 0-16,-1 0 0 15,1 0 0-15,-2 0 1 16,0 0 0-16,1 0-1 0,0 0-1 15,-2-3 1-15,2-1 1 16,0 1-1-16,0 0 0 16,-4-1 0-16,0 0 0 15,0 1 0-15,-3-1 0 16,-1-2 0-16,-1 3 0 16,0-1 0-16,-2 0 1 0,1-1-1 15,-1 0 0-15,2 1 0 16,-2-1 0-16,0-2 0 15,1 3 0-15,-2-1 0 16,2 0 0-16,-5-1 1 16,0-1-2-16,1 3 1 0,1-1 1 15,-3-3-1-15,3 1 2 16,-1 2-2-16,2-1 0 16,-4 0 2-16,2 0 2 15,-1-1 1-15,2 0 0 16,0 0-1-16,2 1 1 0,1-1 0 15,0 0 1-15,4 0-2 16,-2-1 3-16,2-1-2 16,0-1 2-16,1 1 0 15,3 1-4-15,6-1-1 0,3-8-4 16,1-12-39-16</inkml:trace>
  <inkml:trace contextRef="#ctx0" brushRef="#br0" timeOffset="68420.28">2271 8032 63 0,'0'0'15'0,"0"0"3"0,0 0-6 0,0 0 0 16,0 0 0-16,0 0-4 15,0 0-2-15,0 0-2 0,0 0 0 16,0 0 0-16,0 0-2 16,0 0-2-16,-2-18-1 15,2 18-3-15,0 0 3 16,0 0 0-16,0 0 1 15,0 4 0-15,0-1-2 16,0 3 2-16,0 2-1 0,0-1 1 16,0 0 1-16,2 2-1 15,-2 2 0-15,2 2-2 16,-1 1 0-16,0 1 1 16,2 3 1-16,-3 2 0 15,2 3 1-15,-2 1 2 0,2 4-3 16,-2 2-1-16,2 4 2 15,-2 2 0-15,0 1-1 16,0 1 0-16,2 0-3 16,-2 1 5-16,1 2 1 0,0-2-1 15,3 1 0-15,-2 0 4 16,-2 0-3-16,2-2 2 16,-2-1-1-16,0 1 3 15,0 0-2-15,0 1 1 16,0 2 0-16,0 1-2 15,-4 2-1-15,0-2 2 0,2 2 1 16,2-6-1-16,-2 1-1 16,2-5-2-16,0-3-1 15,0-4 1-15,-2 0-1 16,0-3 3-16,0-1-2 16,-3-2-1-16,3-1 0 0,-2-3 0 15,0-2 0-15,2-7-8 16,0-8-56-16,2-6-74 15</inkml:trace>
  <inkml:trace contextRef="#ctx0" brushRef="#br0" timeOffset="69152.39">2280 8027 61 0,'0'0'46'0,"0"0"-45"0,0 0-1 0,0 0 1 16,0 0-1-16,0 0 0 15,0 0 0-15,38-7 0 16,-26 7 0-16,1 0 1 0,2 0 2 16,3 0 1-16,2 0 4 15,5 0 0-15,2-3-3 16,4-3-5-16,7 2 3 15,0-2 6-15,4-1-5 16,1 2-1-16,1 0-2 16,4 0 0-16,-2 0 2 0,2 3 0 15,5 1-1-15,-4 0 1 16,3 1-1-16,0 0 0 16,0 0 0-16,0 0-2 15,2 0 1-15,-3 0 0 0,1 0 3 16,2-3 0-16,-4-1 1 15,2-3 7-15,-3 1 2 16,-2-4-5-16,0 2-4 16,-3 0 0-16,-3-1-1 15,-3 2-2-15,-6 1 0 0,-1 0 1 16,-4 2-2-16,-6-2-1 16,-2 5-12-16,-1-1-28 15,-5 1-27-15,-6 1-24 16</inkml:trace>
  <inkml:trace contextRef="#ctx0" brushRef="#br0" timeOffset="69657.92">3847 7950 124 0,'0'0'10'0,"0"0"23"0,0 0 1 15,0 0-19-15,0 0-14 16,0 0-5-16,0 0 4 16,0 0 1-16,0 0-2 15,4 43 3-15,-4-26-1 16,0 4-2-16,2 2 0 0,-2 8 2 15,2-1 0-15,-1 7-2 16,1 1 1-16,3 5 1 16,-3-1 0-16,2 2-1 15,1-4 0-15,-1 1 0 16,0-1 0-16,-2 1 1 16,1 3 0-16,-3 2 2 0,0 3-1 15,0 0 3-15,0-1-3 16,0 0-2-16,0-2 4 15,0-3-2-15,0 0 0 16,0 0 1-16,0 0 0 16,0-1 2-16,0 2-2 0,0-2-1 15,0 0 1-15,0-2-2 16,-5-2-1-16,-1-4 3 16,-1-2-1-16,-2-1-2 15,0-6 0-15,0-3-22 16,-5-8-59-16</inkml:trace>
  <inkml:trace contextRef="#ctx0" brushRef="#br0" timeOffset="70959.53">2273 9383 86 0,'0'0'5'0,"0"0"7"0,0 0 5 16,0 0-7-16,0 0-2 16,0 0-8-16,0 0-1 15,0 0-1-15,0 0 4 16,0 0 0-16,0 0 1 15,0 0 2-15,0 0-3 0,19 20 1 16,-13-8-1-16,1 3-2 16,-3 2 4-16,0 5 0 15,1-1-3-15,-3 0-1 16,1 0 2-16,-1-2-2 16,2-4 0-16,-3 1 0 15,3-3 0-15,0 2 0 16,-2-3 1-16,0 3-1 0,3-2 1 15,-3-3 0-15,0 1-1 16,3-1 2-16,-3-4-1 16,3 1 0-16,-3-1 0 15,2-1 1-15,-3-3-1 0,3 1-2 16,0 0 2-16,0-2-2 16,-1-1 3-16,2 0-2 15,1 0-1-15,1 0 2 16,1 0-2-16,2 0 3 15,-1-1-2-15,2-2 1 0,2-1-2 16,0 1 1-16,4-1-1 16,0-1 1-16,1 1 5 15,-1 1-3-15,6-1-1 16,2 2 0-16,0 0 0 0,4-1 0 16,2 1-1-16,0 0 1 15,5 1-1-15,-1 0 0 16,4-2 0-16,3 3 0 15,-1-2 1-15,4 0-1 16,-3 1 2-16,0-1 4 16,-1 2-1-16,-1-3 5 0,-3 2 3 15,3-1-2-15,-1 1-7 16,-1 0-2-16,-1 1 0 16,-1 0 0-16,0 0-1 15,-5 0-1-15,0 0 0 16,-2 0 0-16,-4 0 1 0,0 0 0 15,0 1-1-15,-2 0 0 16,-2 1 0-16,-3-2 1 16,2 0-1-16,-2 0 0 15,-5 0 1-15,3 0-1 16,-3-3 2-16,-1-3-1 0,-3-1 1 16,-1 0 2-16,0 0 6 15,-4-3 5-15,0-3 1 16,1-1-3-16,-3-3-4 15,2-6-2-15,0-5-5 16,8-6-2-16,2-8-2 0,6-8-34 16,5-7-80-16</inkml:trace>
  <inkml:trace contextRef="#ctx0" brushRef="#br0" timeOffset="71993.03">5860 7959 101 0,'0'-2'16'0,"0"1"-12"0,0-2 0 0,0 3 3 0,0-1 2 15,0 0 1-15,0 1-2 16,0 0-2-16,0 0-5 16,0 0-1-16,0 0-3 15,0 1 2-15,0 7-1 16,0 4 2-16,2 6 0 0,1 2-1 16,-2 5 0-16,3 2 0 15,-2 7 2-15,0 3-1 16,2 5 1-16,-2 5 1 15,3 5-2-15,-1 1 2 16,-1 3 0-16,2 1-2 0,-1 1 0 16,0 1 0-16,1-1 0 15,-1-3 1-15,0-1 1 16,-1-1 3-16,2-2-2 16,-1-1 0-16,-2-2 1 15,-2 0-1-15,0 2 1 16,0-3 4-16,0-1-3 0,-2-1 1 15,-2-4-4-15,-6-4-1 16,4 1 1-16,-1-9 0 16,3-4-1-16,-2-4-1 15,5-6 0-15,0-5-1 16,1-8-30-16,0-2-43 0</inkml:trace>
  <inkml:trace contextRef="#ctx0" brushRef="#br0" timeOffset="72682.87">5937 7865 124 0,'0'0'9'0,"0"0"13"0,0 0-6 16,0 0-13-16,0 0-12 15,0 0 7-15,0 0 1 16,0 0-1-16,0 0 1 16,44 13-3-16,-23-9 2 0,6-1 1 15,4-2 2-15,4-1-1 16,5 0 0-16,5-1 1 15,4-7 3-15,1 1-14 16,3 0 19-16,0 0-6 16,3 0-2-16,0 0 0 15,-2 3 0-15,2-3 3 0,-1 1 1 16,0 2 0-16,3-2-4 16,0 2 1-16,0 0-2 15,0-1 2-15,-2 0-1 16,-3 0-1-16,1-2 0 15,-6 0 0-15,-4 3 1 0,-2-2 2 16,-6-1 2-16,-2 3 2 16,-5-2 0-16,-3 2-2 15,-3-1-2-15,-1-1-1 16,-2 3-1-16,-2-1 0 0,-2 2 0 16,-5-1 1-16,0 1-5 15,-2 2-2-15,-4 0-5 16,-1 0-8-16,-2 0-10 15,-2 0-15-15,0 2-5 16</inkml:trace>
  <inkml:trace contextRef="#ctx0" brushRef="#br0" timeOffset="73116.99">7499 7757 73 0,'0'0'24'0,"0"0"-22"0,0 0 1 16,0 0 4-16,0 0 1 0,0 0-1 15,5 46-1-15,-3-28-1 16,0 3 0-16,-2 6 1 16,0 3-3-16,0 3 0 15,0 2 2-15,0 1-2 16,0 1-1-16,0 0-1 0,0-1 1 16,0 1 0-16,0-1 6 15,0 2 4-15,0 2-3 16,0-2 0-16,2 5 0 15,2-2-2-15,-1 2-1 16,3 0-1-16,-1 2 0 0,0 2-4 16,1 1 0-16,-1 0 1 15,1 2 5-15,0-6 2 16,-2 2 1-16,0-4-2 16,0-5-4-16,-2 1-1 15,-1-1-1-15,1-3-1 0,-2 0 0 16,0-1 1-16,0-3-1 15,0-4 0-15,0-2-1 16,-1-3 1-16,0-3-1 16,0-2 1-16,-3 1 0 15,0 0-1-15,-4-1-15 0,-3-1-50 16,-1-3-37-16</inkml:trace>
  <inkml:trace contextRef="#ctx0" brushRef="#br0" timeOffset="74072.75">5892 9498 86 0,'0'0'10'0,"0"0"16"0,0 0 9 0,0 0-13 15,0 0-6-15,0 0 0 16,0 0-4-16,0 0-7 0,0 0 1 15,0 0-5-15,0 0-4 16,0 0-1-16,0 0 3 16,0-4 0-16,7 7-2 15,-1 1-1-15,3 2 4 16,5-2-2-16,1 0 3 0,3-1-2 16,2 1 0-16,1-2 2 15,3 2-2-15,3-4 2 16,2 1-4-16,1 1 5 15,7-2-2-15,1 0 2 16,6 0 1-16,-1 0 0 16,4 0-1-16,2-6 1 0,1-1-1 15,1 0 4-15,3-1 1 16,3-1-3-16,0 2-2 16,3 0 1-16,-2 1-2 15,-1 0-1-15,2 1 1 16,-3 2 0-16,0 0 0 0,-2 0-1 15,-4 0 1-15,0 2-1 16,-3-2 0-16,-2 3 0 16,-1-1 0-16,-3 0 1 15,-5 0-2-15,-3 0 2 16,-4-2 1-16,-6 3 1 0,-4-1 2 16,-5-1 0-16,-3 1-1 15,-5-1 1-15,-3-1 5 16,1 1 3-16,-4-3-6 15,3 1-3-15,-3-3-3 16,0 0-22-16,-3-6-55 0</inkml:trace>
  <inkml:trace contextRef="#ctx0" brushRef="#br0" timeOffset="74952.86">2978 9663 66 0,'-5'0'13'0,"1"0"11"0,-3 0 19 0,4-1-11 16,-1-1 0-16,2 2-11 16,0 0-11-16,0 0-7 0,1 0-3 15,1 2-3-15,-2 8 1 16,0 4 1-16,0 5 0 16,0 4 0-16,2 4 1 15,-2 7-1-15,2 3 0 16,0 9-1-16,0 5 2 0,0 7-1 15,0 5 1-15,0 5 0 16,0 1-2-16,0-2 2 16,0 0 0-16,0-6 0 15,0-3 2-15,0-4-1 16,0-3 5-16,0-4-3 0,0-4 3 16,-4-5-1-16,0-7-2 15,0-4-1-15,-1-2-1 16,1-6 0-16,0 1-1 15,-2-4 2-15,0-2-1 16,-2-3-4-16,1-5-29 0,-2-6-65 16</inkml:trace>
  <inkml:trace contextRef="#ctx0" brushRef="#br0" timeOffset="75547.74">2877 9734 53 0,'0'0'9'0,"0"0"19"0,0 0-2 16,0 0-9-16,0 0-3 15,0 0-3-15,0 0-3 0,0 0-1 16,0 0-1-16,0 0-1 16,0 0-1-16,-12-1-4 15,12 3-3-15,-4 7 4 16,2 5-1-16,-4 3 1 15,1 3-2-15,-4 4 2 0,2 0-2 16,-2-1 2-16,1 0 1 16,0-2-1-16,-1 0 0 15,1-2-1-15,-2-2 0 16,2-3 0-16,1-1 2 16,-1-2-3-16,2-4 2 0,4-2 1 15,0-4-1 1,2-1-6-16,0 0-29 0,0-3-22 15</inkml:trace>
  <inkml:trace contextRef="#ctx0" brushRef="#br0" timeOffset="75921.89">2877 9711 62 0,'0'0'4'0,"0"0"3"0,0 0 5 0,47 0-3 16,-31 3-4-16,3 7 4 15,-1 1-3-15,2 2 2 16,0 0-3-16,-1 0 4 16,0-2 3-16,-3-1 5 0,-2 1 0 15,4-3-3-15,-7-1-4 16,2 0 1-16,-2 0-2 16,-2-2-3-16,1 0-2 15,0 1-2-15,1-1-1 16,-1 1 0-16,-4-3-28 0,-1-3-66 15</inkml:trace>
  <inkml:trace contextRef="#ctx0" brushRef="#br0" timeOffset="83286.12">2649 8407 104 0,'0'-1'3'0,"0"-2"13"0,0 3-7 0,0 0-8 0,0 0 0 15,6 7 6-15,2 3 2 16,0 0 1-16,1 3-4 16,-2 1-2-16,2 3 3 15,-4 4-5-15,3 2-1 16,-4 1 1-16,1-1-2 0,-3 0 1 16,1 0-1-16,-3-4 0 15,0 0-1-15,0-6-22 16,0-5-28-16</inkml:trace>
  <inkml:trace contextRef="#ctx0" brushRef="#br0" timeOffset="83805.33">2638 8402 154 0,'0'0'-17'16,"0"0"19"-16,0 0 5 15,0 0 1-15,0 0 3 16,0 0-2-16,27-37 1 0,-21 34-3 16,-1 0 0-16,-1 2-2 15,2 1-2-15,2 0 1 16,-4 0-2-16,3 0-1 15,1 5 0-15,-1 1 1 16,0 1-3-16,-2 4 0 0,-3-2-1 16,0 4 2-16,-2 0 6 15,0 2-2-15,-2 2-3 16,-5-1-1-16,-5 1 1 16,2 0-1-16,1-3 1 15,-1-1 0-15,4-4-1 0,-1-2 0 16,5-3 1-16,0-3 0 15,2-1 0-15,0 0 4 16,0 0 0-16,0 0-2 16,0 0-4-16,2 0 2 15,5 0 0-15,-1 0-1 0,4 0 1 16,-2 0 0-16,3 0 1 16,3 0-2-16,-1 0 0 15,3 0 1-15,-3 0-1 16,2 2-11-16,-3-2-28 15,-1 0-22-15,-1 0-12 16</inkml:trace>
  <inkml:trace contextRef="#ctx0" brushRef="#br0" timeOffset="84376.56">2801 8379 178 0,'0'0'35'0,"0"0"-25"0,0 0-17 0,0 0 12 15,0 0-5-15,0 0 1 0,0 0-1 16,25 43 5-16,-15-28-4 16,-3 2 0-16,2-1-1 15,-4-3 2-15,1-1-2 16,-3 0 0-16,1-5 0 15,-4-3-2-15,0 0-4 0,0-1-8 16,0-3 6-16,-7 0-7 16,-3 0-9-16,0-7 0 15,-1-3 9-15,0-3 1 16,2-1 9-16,4-1 4 16,1-1 1-16,2 2 1 15,2 0 2-15,0 5 7 0,0 0 5 16,0 5 2-16,6 0-12 15,4 4-4-15,-1 0 2 16,6 0 1-16,1 3-1 16,1 4-1-16,3 2 1 15,3-4-2-15,0 1-1 16,-4-2 1-16,-2-1-1 0,-4-3 0 16,-2 0 3-16,-6 0 12 15,-1 0 18-15,-4 0 18 16,0-8-15-16,-6-1-24 0,-4-4-8 15,-1-1 0-15,-2 0-2 16,-1-2 1-16,3 1-3 16,1 0 1-16,6 1-3 15,2 3-10-15,2 2-17 16,0 4-11-16,2 2-33 0,6 1-10 16</inkml:trace>
  <inkml:trace contextRef="#ctx0" brushRef="#br0" timeOffset="84887.89">3031 8274 176 0,'0'0'3'0,"0"0"13"0,0 0-6 16,0 0-9-16,0 0-2 15,0 0 2-15,0 0-1 16,0 0 5-16,0 0-4 0,28 51 0 15,-20-37-1-15,-2-1 0 16,1 0 0-16,-3-3 1 16,-1-3-1-16,2-2 0 15,-5-2 0-15,2-1 0 16,-2-1-1-16,0-1 4 0,0 0 3 16,-9 0-4-16,4 0 0 15,-3-7-1-15,3-3 0 16,-4-2-4-16,6-1 6 15,-1 0-7-15,2 0 2 16,2 2-2-16,0 1 3 16,0 4 0-16,4 1-2 0,1 2 3 15,6 3-1-15,-2 0 2 16,2 0 0-16,3 0 0 16,-1 0 0-16,0 2 0 15,-1-1-1-15,1-1 0 0,-4 0 1 16,-2 0 10-16,-1-5 18 15,-2-5-2-15,-4 0-6 16,0-4-5-16,0-1-1 16,-2 0-3-16,-4-2-2 15,-1 0-6-15,-1 3-3 0,2 0-1 16,0 2-11-16,4 1-18 16,2 4-18-16,0-3-102 15</inkml:trace>
  <inkml:trace contextRef="#ctx0" brushRef="#br0" timeOffset="85230.65">3447 8174 225 0,'0'0'4'0,"0"0"3"0,0 0-5 15,0 0-4-15,-45 33 1 16,27-14 1-16,-6 5 2 16,1 7-2-16,-1 2-1 0,-5 4 1 15,-2 5 0-15,-1 2 1 16,-3 4-1-16,-4 4 0 16,1 3 1-16,-6 2 0 15,-1-2 2-15,-2 1 2 16,0-5-1-16,1-2-1 15,2-5 1-15,5-3 0 0,7-3-1 16,5-3-3-16,3-2 0 16,10-2 0-16,0-3-6 15,8-5-51-15,2-10-53 16</inkml:trace>
  <inkml:trace contextRef="#ctx0" brushRef="#br0" timeOffset="85485.94">2988 8966 62 0,'0'0'13'16,"0"0"2"-16,0 0-3 0,0 0-8 15,0 0-2-15,-35-16-1 16,32 13-1-16,2 3 1 16,1-1-1-16,0 1-3 15,0 0-19-15,4-1 9 0,0 0-31 16</inkml:trace>
  <inkml:trace contextRef="#ctx0" brushRef="#br0" timeOffset="86005.07">2969 8931 103 0,'0'0'18'0,"0"0"5"0,0 0 9 15,0 0-10-15,0 0-7 16,0 0-17-16,0 0-4 15,0 0 4-15,0 0 0 16,4 43 12-16,-1-17-8 0,3 2-1 16,0 2-1-16,-1-2 1 15,-1-4-1-15,2-2 1 16,2-8-1-16,-6-4 0 16,2-3-2-16,-1-3 1 0,-1-2 3 15,0-2 0-15,2 0 2 16,1 0 6-16,2 0 3 15,0-9-4-15,3 1-4 16,2-4-1-16,-1 0-2 16,5-1-2-16,-5-1 2 15,2 2-2-15,-1 1 0 0,-3 1-2 16,1 0-23-16,-5 1-54 16,0 0-56-16</inkml:trace>
  <inkml:trace contextRef="#ctx0" brushRef="#br0" timeOffset="86432.37">3210 8844 97 0,'0'0'53'0,"0"0"-38"0,0 0 3 15,0 0-5-15,0 0-3 16,0 0-4-16,0 0 1 15,0 0-11-15,0 0 11 16,-20-26-5-16,16 33-2 16,-1 6-1-16,2-2 1 0,3 5 0 15,0-2-1-15,0 2 1 16,0-1 0-16,0-3-1 16,8-1-3-16,0 0 1 15,1-2 3-15,0-2-2 16,2-3 0-16,0-1 0 0,-2 0 2 15,3-2 1-15,-3 0 5 16,-1 3 0-16,0-3-4 16,-2 3-2-16,-2-1 0 15,-2 1 0-15,-2 2 1 16,0 1-2-16,-2 2 13 0,-6 2-8 16,-4 1-3-16,-1 0 0 15,-1-1-1-15,1-2-3 16,4-2-7-16,3-4-15 15,0-3-19-15,6-4-34 16</inkml:trace>
  <inkml:trace contextRef="#ctx0" brushRef="#br0" timeOffset="86687.79">3340 8775 180 0,'0'0'9'0,"0"0"-8"0,0 0-13 16,0 0 7-16,0 0 2 15,0 0 5-15,0 0 6 0,13 50-4 16,-9-36-2-16,0 0-1 16,1-2-1-16,2-2 1 15,-2 0 0-15,-1-2 0 16,2-2 0-16,-3-2-2 15,1-1 2-15,-2-2-29 16,1-1-38-16</inkml:trace>
  <inkml:trace contextRef="#ctx0" brushRef="#br0" timeOffset="86858.64">3342 8794 165 0,'0'0'9'15,"0"0"25"-15,0 0-16 16,0 0-13-16,-2-36-1 16,8 26-8-16,5-1 4 15,1 0-28-15,-1-1-29 0,2 2-18 16</inkml:trace>
  <inkml:trace contextRef="#ctx0" brushRef="#br0" timeOffset="87406.23">3486 8802 90 0,'0'0'43'0,"0"0"-41"0,0 0-1 15,0 0 18-15,0 0 27 16,0 0-15-16,0 0-21 15,0 0-3-15,5-3 0 16,-7-2 1-16,0-1-4 16,0-1-2-16,2-3-2 0,-1 2 1 15,1-4-1-15,0 1 1 16,0-3-1-16,-2 1 0 16,2-3 0-16,0 1-2 15,0 0 0-15,0 2-1 16,0 2-1-16,0 4 1 0,0 1-1 15,0 5-2-15,0 1-11 16,2 0 0-16,3 3 8 16,-3 4 4-16,3 4 6 15,-1-1-1-15,1 0 1 16,1-3 0-16,-1-1-1 16,-1 0-1-16,-1-3-1 0,0-2 2 15,1-1-4-15,-4 0 7 16,4 0 14-16,-2-7-4 15,1-3-8-15,1 3-2 16,0-2-2-16,0-1 1 0,0 3-1 16,0 2 0-16,0 3 0 15,1 1-1-15,1 1-1 16,0 0-1-16,0 5-4 16,2 7-10-16,-1 0-4 15,-3 3-13-15,-2-1-11 0,-2-3-40 16</inkml:trace>
  <inkml:trace contextRef="#ctx0" brushRef="#br0" timeOffset="87683.93">3248 8704 132 0,'0'0'-5'0,"0"0"2"0,0 0 13 0,45-47-9 16,-21 27 16-16,5-1-15 15,-2-2-3-15,-3 2-82 16</inkml:trace>
  <inkml:trace contextRef="#ctx0" brushRef="#br0" timeOffset="89458.99">2452 8006 109 0,'0'0'5'0,"0"0"-5"0,0 0 0 0,0 0-3 16,0 0-11-16,0 0-5 16,0 0 19-16,0 0-3 15,0 0 3-15,0 0-14 16,43 4 30-16,-23-3-15 15,0 2 0-15,7-2-1 16,4-1 3-16,2 0-1 0,6 0 3 16,1 0-6-16,4-2 0 15,4-4 4-15,3 0 2 16,0-2-1-16,3 1-4 16,-3-2 1-16,2 2 0 15,1 0-1-15,0 0 0 0,4 0 0 16,-2 1 0-16,0-1 1 15,0 0-1-15,-2 0 0 16,-5 0 0-16,-2-2 6 16,-2-1 6-16,-3 2-4 15,-6-3 1-15,-1 2-4 0,-6 0-1 16,-6 2-3-16,-3 0 1 16,-7 4-2-16,-6-1 1 15,-1 1 0-15,-4 3 0 16,-2-3 2-16,0 3 3 15,0 0-2-15,0 0-3 0,0 0-4 16,0 0 7-16,0 0 0 16,0 0-4-16,0 0-1 15,0 0-3-15,0 0 3 16,0 0 1-16,0 6-2 16,0-2 0-16,4 3 2 0,0 1 1 15,-2 0-1-15,2 3 0 16,-2 1 1-16,3 2-1 15,-3 1 2-15,0 4-2 16,-2 1 0-16,2 3 0 16,-2 1 0-16,0 0 1 0,0 3 0 15,0 1-1-15,0 1 3 16,0-1-3-16,0 5 1 16,0 1 0-16,2 3-1 15,-1 1 0-15,4 2 1 16,-1 2-1-16,-4 1 0 0,4 1 0 15,-3 4 0-15,3 2 0 16,-2 1 0-16,0 0 0 16,0-1 0-16,0-2 0 15,1-4 0-15,-1-4 0 16,3-1 0-16,-3-3 0 0,0-1 2 16,1-3-1-16,-1 4 1 15,0-2 2-15,-2 1-2 16,0-2-1-16,0 0 0 15,0 1-1-15,0-3 0 16,-7-3 0-16,1-5 0 0,-2 0-1 16,0-6 1-1,1-2 1-15,1-3 0 0,0-4 0 16,2 0-1-16,2-2 0 16,2 0-1-16,0-1-2 15,0-1-9-15,0-3 5 16,0 2 3-16,0-3-2 0,0 3 2 15,0-3 0-15,0 0-4 16,0 3-15-16,0-3-3 16,0 0-42-16</inkml:trace>
  <inkml:trace contextRef="#ctx0" brushRef="#br0" timeOffset="90104.85">2438 8067 57 0,'-4'-2'0'0,"-3"1"1"0,1 1 7 0,-4 0-3 0,2 0 2 15,-1 0-1-15,-1 0 2 16,0 0 3-16,1 5 0 16,0 1-1-16,0 1-7 15,2 1-3-15,-1-1-37 16</inkml:trace>
  <inkml:trace contextRef="#ctx0" brushRef="#br0" timeOffset="90887.19">2861 9838 63 0,'0'0'-11'0,"0"0"11"0,13-48-6 0,-8 33-40 15</inkml:trace>
  <inkml:trace contextRef="#ctx0" brushRef="#br0" timeOffset="91286.45">2886 9737 35 0,'0'0'37'0,"0"0"-14"0,0 0-5 16,0 0 1-16,0 0-10 16,0 0-6-16,0 0-5 15,0-30 0-15,0 30 1 16,0-2 2-16,2 2-1 16,-2 0 0-16,0 0 0 0,0 0 4 15,0 0-2-15,2 0 0 16,-2 0-2-16,0 0-1 15,2 6 7-15,-1 3-5 16,3 4 2-16,2 5-6 16,0 6 6-16,2 4-2 15,-1 8-2-15,-1 7 3 0,-2 8-3 16,2 9 8-16,-4 9-7 16,-2 4 2-16,0 2-2 15,0 0 1-15,0 0 1 16,0-6-2-16,-2-6 1 0,-6-2-1 15,2-4 1-15,-1-6 2 16,-1-2 7-16,2-5-2 16,0-2 0-16,0-5-4 15,3-1-1-15,1-5-2 16,2-5-1-16,-2-6 1 16,2-6 0-16,0-6-1 0,0-5-6 15,0-3-20-15,0-13 7 16,0-12-24-16</inkml:trace>
  <inkml:trace contextRef="#ctx0" brushRef="#br0" timeOffset="91700.48">2928 9534 102 0,'0'0'4'0,"0"0"-2"0,0 0-2 0,0 0 1 16,0 0 0-16,0 0 3 0,-38 48 2 16,30-34-4-16,0 3 1 15,-1 3 0-15,1 3-2 16,1 2 0-16,-2 1 1 16,-2-2-2-16,2 2 0 15,-3-2 1-15,-1-3 0 16,-1 0 2-16,-1-2 1 0,-1-1 1 15,1-4-2-15,2 1-2 16,1-4-2-16,1-5-39 16</inkml:trace>
  <inkml:trace contextRef="#ctx0" brushRef="#br0" timeOffset="91891.87">2714 9761 188 0,'0'0'-3'0,"0"0"-9"0,0 0 11 16,47-3 7-16,-30 3-2 15,4 0-2-15,3 7 0 16,1 0-1-16,1 2 2 16,-1-1-21-16,0-2-28 15,-5 0-33-15</inkml:trace>
  <inkml:trace contextRef="#ctx0" brushRef="#br0" timeOffset="93900.28">2866 8051 78 0,'0'0'4'0,"0"0"-1"0,0 0-1 0,0 0-1 0,0 0-1 16,-41-20 1-16,35 16 4 16,-2 3 1-16,2-1 5 15,0-1-1-15,1 3-6 16,1-1-1-16,-2-1-2 0,0 2 0 15,2-1 1-15,0 1-2 16,-1 0 0-16,1 0 0 16,-1 0 0-16,-4 0 0 15,2 0 1-15,-1 0-1 16,-1 0 0-16,-1 3 0 0,-2 1 0 16,3-1 0-16,-3 4 0 15,3-1 0-15,-5 2 1 16,1-2-1-16,2 5-1 15,-2-1 1-15,2 0 0 16,-5 1 1-16,1 1-2 0,-1 2 2 16,3 0-1-16,-2 0 0 15,2 2 0-15,0 1 0 16,2 2 0-16,-2 0 0 16,-1 3 0-16,1 2 0 15,2 1 0-15,-3 2 0 0,1-2 0 16,-1 0 1-1,3-1-1-15,2 0 0 0,0-2 0 16,3-1 0-16,1 0 1 16,1 2 0-16,-1 1-1 15,3 2 1-15,-1 1-2 16,1 2 2-16,2 0 0 0,0 4-1 16,0-1 0-16,0 1 0 15,0-3 1-15,2 0-1 16,4-2 0-16,0 0 1 15,0-1-1-15,3 3 0 16,-2-3 1-16,2 0-1 0,0 1 0 16,-1-2 0-16,2 1 0 15,-1 0 2-15,1 2-2 16,2-4 1-16,-1 2 0 16,0-1-1-16,1-2 0 0,1-2 1 15,1 0-2 1,1-2 1-16,-1-2 0 0,1-1 1 15,3 0-1-15,0-1 1 16,0-2 0-16,2 0 0 16,-2-1 2-16,4-2 1 15,-1-1-2-15,-2-1 1 0,4-2 1 16,2 0-3-16,-4 2 3 16,4-2-4-16,0-3 1 15,2 5 1-15,-2-1-2 16,2-2 1-16,2-1-1 15,-3-1-3-15,3 0 1 0,0-2 4 16,0-2 1-16,2 0-2 16,1 0 3-16,1-2 1 15,1-6-2-15,2-3 0 16,-2-2 1-16,1 0-1 16,-2-2-1-16,1-2 0 0,-5-2 0 15,2 0 2-15,-2-3 1 16,0-1 3-16,1-1-3 15,1-1 0-15,-4-2-4 16,2 1 1-16,0-4-1 16,-3-1 0-16,-1-1 0 0,-3-4-1 15,-1-2 2-15,-4-1-2 16,-3-2 2-16,-1 0 0 16,-6-2-1-16,2-1 0 15,-6-3 2-15,-1 1-1 16,-2-3-1-16,0 2 0 0,0 1 1 15,-5 2 1-15,-7 2 4 16,-1 1-2-16,-3 4 1 16,-3 3-2-16,-2 0 0 15,-5 1 3-15,1 1 15 16,0-1-18-16,1 1-2 0,1-1-1 16,1 0 0-16,0 3-1 15,-1 2 1-15,3-1-1 16,-3 1 0-16,2 2-4 15,-4-1-2-15,0 3 7 16,-2 0 2-16,-2 4-1 16,0 2-2-16,-2 2 1 0,-1 3-2 15,1 2 1-15,-2 4-6 16,-1 4-3-16,1 3-2 16,-2 0-10-16,3 11-21 15,-3 4-16-15,1 0-15 16</inkml:trace>
  <inkml:trace contextRef="#ctx0" brushRef="#br0" timeOffset="98120.23">3840 8969 61 0,'0'0'23'0,"0"0"-6"0,0 0-3 0,-2 0-6 15,0 0-2-15,0 0 1 16,2 0-4-16,-3 0-3 0,1 0 1 16,2-1 0-16,0 0 3 15,-1 1 6-15,1-1 3 16,-2-1-2-16,2 2-2 15,-2 0-2-15,2 0-3 16,0 0-2-16,0 0-3 0,0 0 0 16,0 0-8-16,0 0 5 15,0 0 3-15,0 0-2 16,0 0-3-16,2 0 5 16,0 0 2-16,4 0-2 15,-4 0 3-15,4 0-1 0,1 0-1 16,0 0 0-16,4 0 0 15,0 2-3-15,0-1-5 16,1-1-2-16,0 1 8 16,1 0 1-16,2 1 1 15,1-2-2-15,-1 3 1 0,1-1 0 16,1-2 1-16,4 1 0 16,-2-1-1-16,2 0 1 15,1 0-1-15,1 0-2 16,-3 0 3-16,4 0-1 15,-1 0-2-15,1-1 6 0,0-1 1 16,1-1-2-16,2 1 2 16,-2 0 0-16,2-1-2 15,0 2-1-15,-1-1 0 16,-1 1-1-16,0-2 1 16,3 0 3-16,-5 3 1 0,-1-1-2 15,0-1-1-15,1 1-1 16,-2 1 0-16,0 0-1 15,-1 0 1-15,3 0-1 16,-3 0 0-16,4 0 0 16,-1 0 0-16,2-3 3 0,-3 2 1 15,4-1 1-15,1-2 1 16,-2 3-2-16,2-1 0 16,-2 1 0-16,-1-2-4 15,1 3 1-15,3 0-1 16,0 0 1-16,0 0 0 15,6 0 1-15,-3-1-1 0,1 0 1 16,3 0-2-16,-3 0 3 16,3-2 0-16,-1 2 2 15,4-2 1-15,2-2-2 16,0 1-2-16,3 1-1 0,1-4 0 16,0 0 0-16,0 3 0 15,-4-3 2-15,-1 0 0 16,0 1 4-16,-5 0 1 15,-3 2-4-15,-4 0-2 16,-2 2 0-16,-4-1-1 0,-2 3 0 16,-6 0-1-16,-3 0-2 15,-2 0-8-15,-4 0-18 16,-4 0-32-16,0 1-27 16</inkml:trace>
  <inkml:trace contextRef="#ctx0" brushRef="#br0" timeOffset="99303.19">4627 8832 89 0,'-1'0'13'0,"-1"0"4"0,0 0-4 0,0 0-9 15,0 0-2-15,-2 0-1 16,1 0 1-16,1 0 3 16,-2 0 7-16,2 0 6 15,0 0-4-15,-1 2-5 16,3 0-6-16,0 4-5 16,0-3 1-16,0 5 0 0,0 0-5 15,9 2 4-15,-2-2 1 16,5 3-1-16,0-1 2 15,1 0-2-15,1-1 2 16,-1 1-1-16,-2-2 1 0,1 0 0 16,-4 0 2-16,-3-1-1 15,-3 0 0-15,-2 0 2 16,0 2 2-16,-6 2 10 16,-3 0-10-16,-7 5-3 15,-1 1-1-15,0 3-1 0,0 1 2 16,-1-1-11-16,0 0-54 15,4-4-52-15</inkml:trace>
  <inkml:trace contextRef="#ctx0" brushRef="#br0" timeOffset="100157.22">4475 9372 79 0,'0'0'15'0,"0"0"4"0,0 0 3 16,0 0 5-16,0 0-3 0,0 0-9 15,0 0-6-15,0 0 0 16,0 0-4-16,0 0-3 15,0 0-2-15,-27-33 1 16,20 33-3-16,3 0-2 16,-1 0-3-16,-1 0 11 0,-1 3-3 15,0 1-5-15,0 3 3 16,-1 2 1-16,1-2 1 16,-3 4-1-16,4 1-1 15,-1-1 1-15,1 3-1 16,-3 2 0-16,6-2 0 15,-3 5-1-15,4-4 1 0,-1 2-1 16,3-3 0-16,0-1-2 16,0 0 2-16,0-3 2 15,5 0-6-15,1-3 4 16,4 0-1-16,-1 0-4 16,2 0 7-16,3-3 3 0,-2 0 0 15,3 0-3-15,-1-3 4 16,2-1-2-16,-3 0 6 15,-1 0 0-15,2 0 0 16,-2 0-3-16,0 0-4 16,-3-1 0-16,-1-3 1 0,-1 0-1 15,0 1 0-15,0 1 0 16,-3-2 0-16,-2 1 1 16,1 0-1-16,-1 0 1 15,0 2-4-15,-2-2-21 16,0-3-52-16</inkml:trace>
  <inkml:trace contextRef="#ctx0" brushRef="#br0" timeOffset="100533.89">4428 9372 104 0,'0'0'11'0,"0"0"18"0,0 0-13 0,0 0-11 15,0 0-4-15,0 0-12 16,0 0-54-16</inkml:trace>
  <inkml:trace contextRef="#ctx0" brushRef="#br0" timeOffset="101807.82">3824 9007 109 0,'0'0'4'0,"0"0"24"0,0 0 9 15,-2-41-22-15,2 29 0 0,4 2-7 16,8-1-5-16,5 0-4 15,2 1 2-15,5 0 1 16,4 1-5-16,5 1 6 16,0-1-3-16,1 5 0 15,1 3 0-15,-1 1 0 16,1 0 0-16,-1 5-2 0,1 9 1 16,0 3-3-16,-2 2-6 15,3 5 4-15,-2-2 1 16,3 4 4-16,-1 0 1 15,2-1-1-15,-6 1 0 16,1-2 0-16,-4 2 0 0,0-1 0 16,-3 4 2-16,3-1-1 15,-4 3-2-15,2 2 1 16,0 1-1-16,-2 3 4 16,0 0 1-16,-1 3-2 15,4-2-1-15,-1 2 1 16,0 1-1-16,1 0 1 0,-1-1-2 15,0 1 2-15,2 0-1 16,-3 0 0-16,2-4-1 16,1 0 1-16,1 0-1 15,-3-4 4-15,0 0 4 0,2-2 2 16,-2 1-3-16,4 1 3 16,-2 1-3-16,3 0 0 15,3 2-4-15,-1 2-1 16,5-5 3-16,2 2-2 15,-1-5-2-15,0-6-2 16,1-5 1-16,-3-6 2 0,0-6 7 16,-1-3 0-16,-3-4 2 15,1 0-3-15,0-1-1 16,-2-8 1-16,-1-4-1 16,-1-1-2-16,0-3 2 0,-2-4-4 15,-2-2 1-15,-3-1-1 16,-2-2-1-16,-1 2 2 15,-4-1-2-15,0 1 0 16,-2 2-1-16,-3 1 1 16,0 3-3-16,-5 2-3 0,1 2 1 15,-2 2-1-15,-2 1 1 16,-2 0 0-16,0 2 2 16,-2 0 1-16,0-1 2 15,0 1 0-15,0-1 0 16,0 0 0-16,0 1-1 15,1 1-1-15,3-1 1 0,-2 2-1 16,2 0 0-16,0 1-6 16,0 0-12-16,2 1-10 15,-3-1 4-15,1 3 1 16,0-1 3-16,0-2 12 16,2-1 5-16,-2 0 3 0,0 1 0 15,0-2-5-15,1 1-11 16,-1 0 7-16,0 0-1 15,2 0-8-15,-2-1-42 16</inkml:trace>
  <inkml:trace contextRef="#ctx0" brushRef="#br0" timeOffset="102598.22">6086 9754 47 0,'-2'0'5'0,"-2"0"6"0,-1 0-1 0,1 0-8 15,3 0-2-15,-3 0 1 16,0 0 0-16,0 0-1 16,3-1 10-16,-3-1 10 15,2 0 0-15,2 1-2 16,-2 0-9-16,2-1-4 0,0 1-4 16,0 1 1-16,0 0 1 15,0 0 2-15,0 0 0 16,0 0 2-16,0-1-7 15,0 1-3-15,2-1 6 16,4-1-2-16,1 2 2 0,0-3-3 16,2 1 2-16,0 0-3 15,-1-1 2-15,1 1-1 16,-1-2 0-16,0 2 0 16,1 0 0-16,-1-1 0 15,0-1 0-15,-2 1-2 0,1-1 3 16,-1-1 1-16,0 1 1 15,-2 0 3-15,0-2 0 16,-1 2 1-16,1 0-3 16,0-1 2-16,-2 0-2 15,-1 1 2-15,3-1-3 0,1 1-3 16,-3 1 0-16,0-1 0 16,0 2 1-16,-1 1-1 15,-1 1 1-15,0 0 2 16,0 0 1-16,0 1-5 15,2 12 4-15,0 3 1 0,0 9 4 16,-2 8-8-16,2 8 1 16,0 3-8-16,-2 0-53 15,0-1-122-15</inkml:trace>
  <inkml:trace contextRef="#ctx0" brushRef="#br0" timeOffset="103821.85">6153 9656 56 0,'1'7'3'0,"3"0"5"0,-2 4 1 0,0 2-3 16,0 3-2-16,0 2-2 15,0 5-2-15,2 4 1 16,-2 2-16-16,0 3-13 16</inkml:trace>
  <inkml:trace contextRef="#ctx0" brushRef="#br0" timeOffset="105174">6209 10747 87 0,'0'0'23'0,"0"0"13"0,0 0-5 15,0 0-2-15,0 0-4 0,0 0-7 16,0 0-9-16,0 0-3 15,0 0-6-15,0 0-3 16,0 0 0-16,5 2 2 16,-3-2 0-16,0 0 3 0,-2 0-1 15,4-2 2-15,-3-3 0 16,3 0 6-16,-2-1-3 16,0-3-1-16,1 0 0 15,-1-3 0-15,-1-3-1 16,3-2 0-16,-4-2-1 15,2-5-1-15,0-1-1 0,0-3 0 16,1-2-1-16,1 1 0 16,0 0 1-16,-2 0-1 15,2 1 0-15,0 0 0 16,-2 2 0-16,0 0 0 16,0 0 1-16,-2 0 2 0,2-2 1 15,-2 0-1-15,2-2-2 16,1 1-1-16,-1-2 0 15,0 4 1-15,0-2-1 16,-2 3 1-16,0 2-1 16,0 2 1-16,0 2 0 0,0 4 2 15,-2 1-2-15,0 1-1 16,-3 3 1-16,3 1-1 16,0 2 0-16,0 0 0 15,2 1 0-15,0 4 0 16,0-1-1-16,0 0 1 0,0 1-1 15,0 0 1-15,0 0 0 16,0 0-3-16,0 0 3 16,0 2 0-16,0-2 0 15,0 0 0-15,0 1 0 16,0 0 0-16,0-1 0 0,0 2 0 16,0-2 0-16,0 1 0 15,0 1 3-15,0 0-3 16,0 1 0-16,0-2-4 15,0 2-4-15,0 0 1 16,0-1-1-16,0 1 0 0,0 0 3 16,0-1 1-16,0 0 2 15,0-1 1-15,0 0 0 16,0-1 1-16,0 1-1 16,0 0 1-16,0-1 1 15,0 3-1-15,0-1 1 16,0 1-2-16,0 0-1 0,0 0-2 15,0 0 5-15,-4 8 3 16,-4 2-5-16,2 6 0 16,-1 1 2-16,-1 3-1 15,0 0 0-15,0-1 1 16,3 0-1-16,-1-3 0 0,1 1 1 16,-2-5-1-16,1 1 0 15,3-3 0-15,-1-1-7 16,1-4-29-16,2-3-11 15,0-2-22-15</inkml:trace>
  <inkml:trace contextRef="#ctx0" brushRef="#br0" timeOffset="105387.81">6210 9899 92 0,'0'0'10'0,"0"0"4"0,0 0-2 0,0 0 10 0,0 0 3 16,0 0-2-16,0 0-4 15,40-2 0-15,-25 2-5 0,5 3-7 16,1 3-5-16,5-2 1 16,-4 1-37-16,-4-1-79 15</inkml:trace>
  <inkml:trace contextRef="#ctx0" brushRef="#br0" timeOffset="106285">5943 7906 81 0,'0'0'5'0,"0"0"9"0,0 0 9 0,-44-20-4 16,34 16-3-16,0 1-1 15,5 1-8-15,1 1-4 0,-1 1-2 16,2 0-1-16,3 0-1 15,0 0 0-15,0 0-3 16,0 0-4-16,4 0-4 16,6 0 8-16,1 2 1 15,1-2 3-15,3 0-4 0,-1 0-3 16,-1 0 2-16,0 0 5 16,1 0 1-16,-3 0-1 15,3 0-3-15,-5-2-33 16,-1-2-61-16</inkml:trace>
  <inkml:trace contextRef="#ctx0" brushRef="#br0" timeOffset="106539.18">5959 7911 61 0,'0'0'1'0,"0"0"0"0,0 0 0 16,0 0 1-16,0 0 4 16,0 0 1-16,0 0-3 15,0 0-3-15,0 0-1 16,-14 1 0-16,14 2-5 15</inkml:trace>
  <inkml:trace contextRef="#ctx0" brushRef="#br0" timeOffset="107187.8">6321 8277 111 0,'0'0'3'0,"0"0"0"0,0 0 4 0,0 0-1 0,0 0 3 16,0 0-7-16,0 0-2 15,0 0-1-15,0 0 11 0,7 45-9 16,-5-21-1-16,0 1 0 16,3 0 0-16,-1 1 0 15,0-5 0-15,-1 0-4 16,1-4-11-16,1-1-2 15,-2-5 1-15,-1-2-10 0,0-5-47 16</inkml:trace>
  <inkml:trace contextRef="#ctx0" brushRef="#br0" timeOffset="107786.01">6279 8362 114 0,'0'0'6'0,"0"0"23"0,0 0-2 16,0 0-15-16,0 0-1 16,-7-40-7-16,7 36-1 15,0-2-4-15,0-2 1 16,0 4-4-16,5-1 5 0,3 0-1 15,-3 0-3-15,6 0 6 16,-2 0-3-16,0 1 0 16,2 2 0-16,-2 0 1 15,2 2-1-15,-2 0 0 16,0 0 0-16,-2 0 0 16,1 1-1-16,-2 5-3 0,0 1-6 15,-2 4-1-15,-2-2-1 16,-1 4 1-16,-1 0 5 15,0-1 6-15,0 2-1 16,-5 1 1-16,-3-2 0 16,2-1-1-16,-3 1-11 0,3-2 0 15,-2-2 4-15,2 2 3 16,-2-5 4-16,5 0 2 16,-3-1-1-16,1-2 0 15,3 0 1-15,0 0 1 16,0-2 3-16,2-1 3 15,0 0-1-15,0 0-5 0,0 0-2 16,0 0 0-16,0 0-2 16,2 0 4-16,2 2 1 15,1-1-1-15,3 1-1 16,-1 0-1-16,2 1 1 0,2 0-1 16,-2 3 0-16,3-2 1 15,-2-1-2-15,1 0-17 16,-1-2-27-16</inkml:trace>
  <inkml:trace contextRef="#ctx0" brushRef="#br0" timeOffset="108412.25">6475 8302 125 0,'0'0'22'0,"0"0"-17"0,0 0-6 0,0 0 2 16,0 0 2-16,0 0-1 0,0 0 0 16,31 40-1-16,-25-26 0 15,0 2 1-15,0-1-3 16,-3-2-2-16,1-1-4 15,-4-4 2-15,2-2 4 16,-2-3 1-16,0-2 1 0,0-1 12 16,-2 0-2-16,-5 0-9 15,1-1-1-15,-1-6 1 16,-2 0-3-16,2-4-1 16,1 0 1-16,1 0 4 0,-2-2-4 15,5 0-1 1,2-1-2-16,0 3 2 0,0 1 1 15,5 1-2-15,1 4 0 16,3 2-1-16,0 3 3 16,3 0 0-16,-3 0-1 15,4 7 2-15,1 3-1 0,1 1 2 16,3-1-1-16,0 0 0 16,-3 0 0-16,1-4-3 15,-5-3 0-15,0-2 0 16,-4-1 5-16,0 0 9 15,-5-2 25-15,0-5 4 0,-2-4-15 16,0 1-7-16,-2-5-2 16,-5-1-7-16,-2 0-2 15,-2 1-2-15,0-1-1 16,-1 0-1-16,4 4-2 16,1 0-1-16,0 4-7 0,3 1-14 15,2 4-16-15,1 1-21 16,1 2-18-16</inkml:trace>
  <inkml:trace contextRef="#ctx0" brushRef="#br0" timeOffset="108966.51">6674 8200 13 0,'0'0'41'0,"0"0"-38"0,0 0 3 16,11 36 1-16,-7-21-3 0,1 2-2 16,0 0-1-16,-1-1 0 15,-1-2 0-15,1-2 2 16,-2-1-1-16,0-4 4 15,-2-3-1-15,0-1-3 16,0-1 0-16,0-2 5 16,0 0 29-16,0 0-19 0,-4-5-11 15,-3-5-3-15,3 0-1 16,-3-4 3-16,4-2-2 16,1 1-4-16,0 0 0 15,2 2 1-15,0 1-3 16,0 4-3-16,5 3 5 0,4 5-3 15,-2 0 3-15,3 0 2 16,2 3-2-16,1 6 1 16,-2-1 0-16,5 2 1 15,-1 0-1-15,-1-3 0 16,-1-1 0-16,1-2-1 0,-3-2-1 16,-4-2 4-16,2 0 16 15,-4 0 13-15,-1-8 3 16,-2 0-8-16,-2-6-5 15,0 0-6-15,0-1-5 16,0-3-5-16,-2 1-4 16,-3-3-4-16,-2 0-24 0,-2 0-55 15</inkml:trace>
  <inkml:trace contextRef="#ctx0" brushRef="#br0" timeOffset="110111.88">6439 7125 33 0,'2'-4'33'0,"-1"-2"-20"0,0 0 4 0,1 3-2 0,2-2 0 16,-4-1 1-16,2 1 0 15,-2 0 0-15,0 2-4 16,0-1-3-16,0 1-4 0,2-1-4 16,-2 1 0-16,0 2-1 15,0-1 0-15,0 2 0 16,0-1 2-16,0 1 3 15,0 0 1-15,0-1 2 16,0 1-4-16,0 0 0 0,0 0-3 16,0 0-2-16,2 0 1 15,-1 4 0-15,2 3-8 16,0 1 0-16,1 1 5 16,-2 6 3-16,0-3 1 15,3 6 2-15,-3 2-1 0,3 3-4 16,-2 1 3-16,3 6 1 15,-2 1-2-15,1 0 2 16,1 2-4-16,-1 2 1 16,0 0 1-16,-3 0 1 0,2 2-1 15,-1 0 2-15,-2-1-2 16,2-1 0-16,-3-2 0 16,2-3-2-16,-2-2 2 15,0-4 0-15,0-4 3 16,0-3-4-16,0-1 1 15,2-5 1-15,-2 0-1 0,0-4 0 16,0-1 0-16,0-2 0 16,0-1-3-16,0 1 0 15,-2-4-18-15,0 0-27 16,-3-4-23-16</inkml:trace>
  <inkml:trace contextRef="#ctx0" brushRef="#br0" timeOffset="110673.82">6381 7046 35 0,'0'0'59'0,"0"0"-54"0,0 0 5 0,0 0 6 16,0 0 8-16,0 0-11 0,0 0 1 15,0 0 2-15,0 0-10 16,0 0-6-16,0 0 0 16,0 0 0-16,-31 21 0 15,24-4 0-15,-2 0-2 16,3 0 4-16,-3 0-2 0,2-1 0 15,-2-1 0-15,1 2 0 16,0-3 1-16,-2 2 1 16,5-2-1-16,-3 1-1 15,2-3 1-15,2 1-1 16,0-2 1-16,1-4-2 0,-1-1 2 16,2 1-2-16,2-3 2 15,0-2-2-15,0 2-11 16,0-4-30-16,0 0-1 15,0 0-59-15</inkml:trace>
  <inkml:trace contextRef="#ctx0" brushRef="#br0" timeOffset="111017.15">6346 7064 103 0,'0'0'8'0,"0"0"3"0,0 0 2 0,0 0-3 15,39-4-4-15,-27 4-3 16,3 0 0-16,2 3 1 15,-1 1 1-15,3 1 2 16,-1 1-2-16,-2 0 1 0,2-2 1 16,-5 0 0-16,-2 1-3 15,2 0-2-15,-2-1 0 16,1-1 0-16,-3 1-1 16,-1 1 0-16,2-2-19 15,-6-3-54-15</inkml:trace>
  <inkml:trace contextRef="#ctx0" brushRef="#br0" timeOffset="111685.81">6266 6615 89 0,'0'0'3'0,"0"0"-1"0,0 0 0 0,0 0-1 0,0 0 1 16,0 0 0-16,-30 37 0 16,25-23-1-16,5 1 1 15,0 1-1-15,0 1-1 16,0-1 0-16,3-2 0 0,4-2 0 16,-1-4 0-16,3-1 1 15,3-4 3-15,-4-3 6 16,3 0 4-16,-1 0 4 15,-1-4-1-15,1-6-6 16,-3-3-3-16,-2-1 0 16,-3-2 0-16,-2 1 2 0,0-2-1 15,0 0 4-15,-2 1-6 16,-7 2-3-16,2 0-2 16,-2 2-1-16,-4 4-2 15,6 1 3-15,-2 4-1 16,-1 3-18-16,2 0-16 0,1 6-17 15,3 3-2-15,2-1-43 16</inkml:trace>
  <inkml:trace contextRef="#ctx0" brushRef="#br0" timeOffset="112398.87">6408 6573 158 0,'0'0'1'0,"0"0"1"0,0 0-3 0,0 0 1 0,0 0 0 16,0 0-5-16,0 0 11 16,0 0-5-16,20 45 0 15,-15-31 1-15,-1-1-4 0,2-2 4 16,2-2-2-16,-1-2 0 15,1-1-2-15,-1-1 2 16,2-3 2-16,-2-2 0 16,-1 0 7-16,-1 0 4 15,1-2 2-15,-1-5-1 0,-2-1-3 16,1-4-2-16,0 2-4 16,-1-1-3-16,1 1 1 15,-2 0-1-15,0 4 0 16,0 1 2-16,0 3-1 15,-1 2-1-15,1 0-5 0,3 0 0 16,-1 5 0-16,1 3-1 16,3 2 1-16,-2 0 9 15,4 0-5-15,-1-3-3 16,-2 0 1-16,2-4-1 16,-4-1 2-16,1-1 0 15,-2-1 0-15,-1 0 2 0,-1-3 5 16,2-6-1-16,-4-2-3 15,0-2 0-15,0-1-2 16,0-2 1-16,0-2-1 16,0 0 1-16,-4-2-2 15,1-1 1-15,3 1-1 0,0-1 0 16,0 3 0-16,0 1 0 16,0 6-1-16,0 3-1 15,0 3 1-15,3 5-1 16,1 0-5-16,-2 6-3 15,3 8 2-15,-2 4 3 0,1 5 10 16,0 1-5-16,0-1 1 16,1 1 1-16,1-4-2 15,-1-3 0-15,2 1 0 16,-2-5 0-16,3 0-2 16,1-2-17-16,0-3-27 0,0-3-11 15,-4-5-46-15</inkml:trace>
  <inkml:trace contextRef="#ctx0" brushRef="#br0" timeOffset="112561.19">6645 6541 196 0,'0'0'6'0,"0"0"16"0,0 0-12 0,29-41-7 0,-12 30-6 15,6-1-26-15,2 2-51 16</inkml:trace>
  <inkml:trace contextRef="#ctx0" brushRef="#br0" timeOffset="113116.82">6883 6433 53 0,'0'0'92'16,"0"0"-72"-16,0 0-8 16,0 0-9-16,0 0 0 15,0 0-2-15,0 0 0 16,0 0-1-16,2 0-2 0,-2 0 4 16,0 0-1-16,0 0-1 15,0 2 1-15,0 2 0 16,-2 2 0-16,-1 2 0 15,-2 2 0-15,3 0 0 16,-2 1 0-16,1-1-1 0,3 0 0 16,-2-1 2-16,2-2-2 15,0-3 1-15,0 0 1 16,0-1-1-16,0-1 2 16,0-1-1-16,0-1 4 15,0 0-1-15,0 0 4 0,0 0 11 16,0 0 2-16,0 0-13 15,0 0-4-15,0 0-3 16,0 0-2-16,0 0-1 16,2 0-4-16,0 0-5 15,-1 1-2-15,3 0-23 16,-2-1-21-16,0 0-45 0</inkml:trace>
  <inkml:trace contextRef="#ctx0" brushRef="#br0" timeOffset="113408.88">6873 6467 208 0,'0'0'13'0,"0"0"11"0,0 0-5 16,0 0-18-16,0 0-2 15,0 0 1-15,0 0 0 0,-4 44 1 16,6-19 0-16,2 4 0 15,1 1-2-15,-2 0 2 16,1 1-1-16,0-4 0 16,0-1 0-16,-1-5 1 15,1 0-2-15,-4-5 2 0,0-2-2 16,0-4-1-16,0-4-14 16,0-2-9-16,0-4-12 15,0 0 25-15,-4-13-50 16,1-7-23-16</inkml:trace>
  <inkml:trace contextRef="#ctx0" brushRef="#br0" timeOffset="113665.16">6875 6443 38 0,'0'0'122'16,"14"-37"-103"-16,-7 22-5 15,5 5-8-15,2 1-6 0,1 2 0 16,-1 3 1-16,-1 4-1 15,1 0 0-15,-3 1-1 16,-2 9 1-16,-2 3-4 16,-4 4 1-16,-2 3 9 0,-1-1-3 15,0 3 0-15,-3-2-3 16,-5 0 2-16,-3-3 1 16,0-3-2-16,-1-1 1 15,0-2-1-15,3-2-1 16,-1-5-8-16,6-4-56 0</inkml:trace>
  <inkml:trace contextRef="#ctx0" brushRef="#br0" timeOffset="114397.82">7047 6418 4 0,'0'0'211'16,"0"0"-208"-16,0 0-4 15,0 0 3-15,0 0 1 16,38 0-3-16,-34 8-1 0,4 1 2 16,-2-1-1-16,-1 5 2 15,1-3 1-15,-1-3-2 16,1 0-1-16,0-2-1 16,0-2 0-16,-2-3-1 15,1 0 2-15,1 0 5 16,-1-2 4-16,-1-7 2 15,1-1-5-15,-1-1 0 0,0-6-2 16,1 4-1-16,-3-2 0 16,0 2 2-16,-2 3-3 15,1 1 0-15,0 2-2 16,0 6 1-16,2 1-1 0,-1 0-5 16,0 1 0-16,2 6 1 15,0 3 6-15,3 0 1 16,-1 2-1-16,4-2-2 15,-3-2-2-15,1-1 4 16,1-1-5-16,-1-2 2 0,-2-2 0 16,0-2 2-16,1 0-2 15,0 0 3-15,0-2-1 16,-3-5 1-16,1-4 1 16,1-1 1-16,-4-5 0 15,0 2 0-15,-1-4-2 0,-1-1-1 16,0 0 0-16,0-1-1 15,0 1-2-15,0 1-1 16,0 0-3-16,0 2 1 16,0 1-3-16,0 5 1 15,2 2-4-15,1 2 9 16,1 4 0-16,-2 3-7 0,0 0-15 16,-1 3 13-16,-1 9 0 15,0 3 9-15,0 7 2 16,0 3 2-16,0 5-2 15,0 1 1-15,0-2 1 0,0 0-1 16,6-2 1-16,1-5-2 16,4-4 2-16,0-1-1 15,0-3 3-15,1-1-1 16,0-1-3-16,1-3-2 16,1 0 5-16,-2-2-7 15,1-3-50-15,-4-4-46 0</inkml:trace>
  <inkml:trace contextRef="#ctx0" brushRef="#br0" timeOffset="114626.12">7316 6357 54 0,'0'0'81'0,"0"0"-55"0,0 0 13 0,0 0-17 0,2-40-12 16,9 27-3-16,9-1 1 16,5-2-5-16,3-1-1 15,11 2 1-15,5-2-3 16,3-1-8-16,2 0-56 16,-3-1-91-16</inkml:trace>
  <inkml:trace contextRef="#ctx0" brushRef="#br0" timeOffset="115437.56">2363 11473 196 0,'0'0'17'0,"0"0"5"15,0 0-4-15,0 0-6 0,0 0-13 0,0 0 1 16,0 0 3-16,0 0-4 16,0 0 0-16,-12 49 1 15,20-25 0-15,2 0-1 16,-1 3-20-16,3-1-13 15,-6 2-9-15,-1-3-12 16,-3-1-27-16</inkml:trace>
  <inkml:trace contextRef="#ctx0" brushRef="#br0" timeOffset="115630.09">2382 11744 215 0,'0'0'7'0,"0"0"0"15,0 0-2-15,14-46-7 16,-3 32 2-16,5 1 2 16,-1 0-1-16,4-1-1 0,1 3 0 15,0-1 0-15,0 1-7 16,3 1-9-16,-6 0-31 16,-1 0-14-16</inkml:trace>
  <inkml:trace contextRef="#ctx0" brushRef="#br0" timeOffset="115813.85">2358 11526 265 0,'0'0'7'0,"0"0"-4"16,0 0-4-16,0 0-4 15,0 0-36-15,0 0-12 16,20-45 1-16</inkml:trace>
  <inkml:trace contextRef="#ctx0" brushRef="#br0" timeOffset="116370.85">2651 11436 139 0,'0'0'6'0,"0"0"-12"15,0 0 5-15,0 0 2 16,2 45-1-16,-2-34 0 0,0-2 0 16,0-1-2-16,2-3 1 15,-2-3 1-15,0 1 0 16,0-3 1-16,0 0 3 15,0 0 13-15,0 0 2 16,0-7 0-16,0-1-14 0,0-4-4 16,0-2-1-16,0 0 7 15,4-2-6-15,0 3-2 16,2 2-3-16,-2 1 9 16,5 3-10-16,-4 3 10 15,6 1-6-15,-2 3 4 16,2 0-3-16,-1 1 0 15,0 8 2-15,1 0 0 0,-3 2-1 16,0 0-1-16,-4 1 0 16,1 0 4-16,-3-2-3 15,-2 0 0-15,0-3-1 16,0-1 0-16,0-2 1 0,0-1 2 16,0-3 1-16,-2 0 3 15,2-1-1-15,-3-9-1 16,2-3-7-16,0-1 3 15,1-4-1-15,0 0 1 16,0 1 0-16,0 3 2 0,0 1-1 16,5 5-2-16,5 0-2 15,3 4-4-15,0 3-39 16,1 1-33-16,0 0-46 16</inkml:trace>
  <inkml:trace contextRef="#ctx0" brushRef="#br0" timeOffset="116633.43">2930 11346 205 0,'0'0'4'0,"0"0"1"0,0 0 0 0,0 0-11 16,0 0-11-16,0 0 11 15,0 0 7-15,2 36 0 16,8-17-2-16,-2 1 1 0,3 1 0 16,1 2 0-16,-3-1 0 15,-1 2-1-15,2 0 2 16,-6-3-19-16,1-2-39 16,-3-5 48-16,-2-4-56 15</inkml:trace>
  <inkml:trace contextRef="#ctx0" brushRef="#br0" timeOffset="116918.91">2938 11211 121 0,'0'0'1'0,"0"0"3"15,0 0 3-15,46-11-6 0,-35 11-2 16,3 10-4-16,-5 5 10 16,-1 1-4-16,0 1-3 15,-2 4 0-15,-4-2 8 16,-2 2-2-16,0-4-2 0,0 1 5 16,-6 0-3-16,-2-3-3 15,0 1 0-15,-1-2-1 16,1-7-20-16,2-3-59 15</inkml:trace>
  <inkml:trace contextRef="#ctx0" brushRef="#br0" timeOffset="117617.1">3089 11218 158 0,'0'0'1'15,"0"0"-6"-15,0 0 5 16,0 0-3-16,0 0-2 16,0 0 9-16,0 0-4 15,43 39 4-15,-37-24 0 16,3-1-2-16,0-1-2 16,0 2 1-16,0-4-1 15,-2-4 0-15,2-3-1 0,-3-1-2 16,1-3-3-16,-1 0 3 15,0-6 7-15,-2-2-3 16,0-5 7-16,-3-3-3 16,3-2-1-16,-2-2-2 15,-2 4-1-15,2-1 1 0,-2 0-1 16,0 6-1-16,0 2 1 16,2 4 0-16,-2 3 0 15,2 2-2-15,1 0-4 16,1 0-3-16,3 10 8 0,0 2 0 15,1 2 0-15,1 0 5 16,1 1-4-16,-1-4-1 16,1 0 1-16,0-3-1 15,-4-3-1-15,1-3-2 16,-3-2 0-16,1 0-2 16,0-1 11-16,-5-7 2 0,2-5 4 15,-2-2-3-15,0-3-3 16,-2-3-2-16,-6-1 1 15,0-1-2-15,-1-2 0 16,-1 2-1-16,2 1-1 16,-1 1 2-16,-1 3-2 15,2 4 2-15,3 3 3 0,1 4 5 16,2 1 2-16,0 6-7 16,2 0-4-16,0 0-15 0,0 4-9 15,4 6 22-15,3 5-1 16,3 2 4-16,2 3 2 15,-1 2-6-15,1 1 3 16,-1 0-1-16,-1 2-2 16,2-2-7-16,-3 1-15 15,-2-3-11-15,0-2-3 16,-1-4 1-16,-1-5-3 0</inkml:trace>
  <inkml:trace contextRef="#ctx0" brushRef="#br0" timeOffset="117893.98">3320 11130 149 0,'0'0'4'0,"0"0"-4"0,0 0 0 0,0 0 2 0,0 0 1 15,40-37 4-15,-27 32 4 16,-2-4 1-16,0 3-2 16,3-2 0-16,-1 1-1 0,-1 0 2 15,1-1-7-15,0 3-5 16,1 1 4-16,-3-1 0 16,2 5-18-16,-2 0-37 15,-2 0-16-15</inkml:trace>
  <inkml:trace contextRef="#ctx0" brushRef="#br0" timeOffset="118391.57">2655 11891 136 0,'0'0'1'0,"0"0"-15"0,0 0 16 16,0 0 2-16,48-20 3 16,-24 9-1-16,5-3 4 15,3-4-3-15,4 0-3 0,5-3-2 16,2-3 7-16,4 0-8 16,0-3 0-16,2 0-1 15,3 0 1-15,-1-3-1 16,2 5 0-16,-1-1 0 15,0 2 1-15,-6 1 3 0,0 2 1 16,-2 2 0-16,-7 2 1 16,-3 3-3-16,-3 2 0 15,-4 4-1-15,-6 2 2 16,-4 1-3-16,-3 3-9 16,-8 2-20-16,-4 0-14 15,-2 2-12-15</inkml:trace>
  <inkml:trace contextRef="#ctx0" brushRef="#br0" timeOffset="118719.88">2995 11928 75 0,'0'0'13'0,"50"-25"13"0,-21 8 4 0,2-3-7 0,2 1 3 0,-1-2-7 15,3 4-8-15,-2-3-6 16,1 3-2-16,-3 3-3 16,-2 0 0-16,-2 2-22 15,-6 1-46-15</inkml:trace>
  <inkml:trace contextRef="#ctx0" brushRef="#br0" timeOffset="120397.88">4470 9360 62 0,'0'0'12'0,"0"0"-11"0,0 0 0 15,0 0-1-15,0 0 1 16,0 0-1-16,0 0 0 0,0 0 0 15,0 0 0-15,0 0-3 16,0 0-11-16,0 0-5 16,16 9 12-16,-16-8 6 15,2-1 1-15,-1 0 2 0,0 0 15 16,0 0 1-16,1 0-14 16,-2 0 0-16,0-1 1 15,0-2 1-15,0 0 6 16,0 3 3-16,2-3-3 15,-2-1-2-15,4 1-4 16,-2 0-3-16,6-2-1 0,-2 3 0 16,1-2-3-16,-1 0-13 15,1 1 1-15,0 0 3 16,-3 3 7-16,1-1 1 16,-3 1-6-16,0 0-4 0,0 0-10 15,-2 0-19-15</inkml:trace>
  <inkml:trace contextRef="#ctx0" brushRef="#br0" timeOffset="121096.78">4497 9321 107 0,'0'0'5'0,"0"0"2"0,0 0-3 0,0 0 5 16,0 0 5-16,0 0-6 16,0 0-2-16,0 0-3 0,0 0 0 15,0 0-1-15,-7 0 1 16,5 0-2-16,-2 0-1 15,0 0 1-15,-4 0-1 16,2 0 0-16,-1 0 0 16,-1 0 0-16,-2 0-1 0,2 1-4 15,1 1-2-15,-2 2 0 16,2-3 5-16,0 3 2 16,3 1 0-16,-3-1 0 15,5 0 1-15,-2 3-2 16,-4 0 1-16,4 1 0 0,0 0 0 15,-1 2 0-15,-1-1 0 16,-1 3 0-16,4 0 0 16,-1 1 0-16,0 0 0 15,-1 0 0-15,3 0 0 16,2-3 0-16,0-1 0 0,0 2 0 16,0-2-1-16,3-1-1 15,5-1 2-15,-1 0 0 16,2 1 0-16,0 1 1 15,0-2-2-15,2-1 3 16,0 1-2-16,-2-2 2 0,0-1 3 16,2-1 0-16,-2-2 1 15,0-1 0-15,-2 1-2 16,-1-1 5-16,1 0 2 16,-3 0-4-16,0 0 2 15,2 0 3-15,-2-1-2 16,3-2-3-16,-3 0-3 0,2-1-3 15,2 0 1-15,-2-2 0 16,3 2-1-16,-2-2 0 16,2 1-1-16,-6 0-28 15,1-3-57-15</inkml:trace>
  <inkml:trace contextRef="#ctx0" brushRef="#br0" timeOffset="122561.81">4545 9187 33 0,'0'0'11'0,"0"0"11"0,0 0 0 0,0 0-4 0,0 0-3 16,0 0-6-16,0 0-2 15,0 0-5-15,0 0 0 16,0 0-1-16,0 0-1 16,0 0 2-16,0 0-2 15,-23-20 2-15,23 18-1 0,-4 1 0 16,1 0 1-16,1 0 1 16,-2-1 2-16,-3 0 0 15,4 1-1-15,-1-1 0 16,-2 0-2-16,1 1-2 15,-1-1 0-15,-2 2 0 0,-1 0-1 16,-2 0 0-16,0 0 1 16,-2 0-1-16,-1 0 2 15,3 3-1-15,-2 1 0 16,1-1 1-16,2 0-1 16,1 1 0-16,-1 1-1 0,0 0 1 15,1 1-3-15,-1 0 3 16,1 0 0-16,1 0 0 15,-2 3 0-15,1-1 0 16,-2 1 0-16,3 2 0 16,-4 2 2-16,2 3-2 0,1-1-2 15,-3 2 2-15,3 2 0 16,1 1 0-16,0 0 0 16,-1 1 0-16,5-3-1 15,0 2 1-15,-1 0 1 16,5-1-1-16,-2-1 0 0,2 0-1 15,0 1 1-15,0 1 1 16,0-2-2-16,2-2 1 16,3 1 0-16,-1 0 0 15,0-1 0-15,3 1 0 16,-1-2 1-16,2 0-2 0,-2 1 2 16,1-1-1-16,1-1 0 15,4 0-1-15,-3-2 2 16,5-1-2-16,-1 0 0 15,2-3 5-15,-1 0-4 16,1-1 3-16,1 0-1 0,-1 0-1 16,0-1-2-16,-1-2 2 15,1 2 0-15,-3-2-1 16,2 2 0-16,-2-1 1 16,0-3-1-16,2 1 0 15,-1-2-3-15,3-1 3 0,-2 0 4 16,2 0 2-16,3-1-5 15,-1-4-1-15,0-3 2 16,0 1-2-16,0-2 4 16,-1 0 2-16,-2-2 0 15,2 2 2-15,-3-3-1 0,1-2 0 16,1 1-2-16,-1-2-1 16,-1-1-2-16,-1-2 0 15,3-1 0-15,-3 1 0 16,-1-1-1-16,-5 1 3 15,-1-2 1-15,-2 1 0 0,-4-2 1 16,0-2-2-16,0 1-1 16,0-3-2-16,-4 0 1 15,0-2-1-15,-1-2-1 16,1 1 0-16,-5-1 0 16,4 2 1-16,-3 1-1 15,-1 0 0-15,-1 3-1 0,-3 3 3 16,-1 2-1-16,-1 2 3 15,-1 3 0-15,1 2 0 16,1 1-2-16,1 0-1 16,0 2 0-16,-1 1-1 15,3 0 0-15,-1 1 0 0,1 0 0 16,0 2 0-16,2 1 0 16,0-1 0-16,1 4-2 15,1 0-9-15,0 0-6 16,2 0-8-16,-1 6-12 0,2-1-10 15,1 0-8-15,1-3-45 16</inkml:trace>
  <inkml:trace contextRef="#ctx0" brushRef="#br0" timeOffset="127768.82">2921 11075 63 0,'0'0'8'0,"0"0"-7"0,0 0 0 0,0 0 1 0,0 0 1 15,0 0 4-15,0 0-2 16,23-37-3-16,-21 28 2 15,-2 1 0-15,0-1 5 0,0-2 10 16,0-1 1-16,0-3-6 16,0-5 0-16,0 0-2 15,0-4-7-15,0-3 1 16,0-3-2-16,3 0-1 16,1-4-1-16,0 0 0 15,-2 1 0-15,1 1 2 0,1-1 3 16,1-1-1-16,-3 0 3 15,0 0-5-15,-1 0-2 16,1-2 1-16,0 1-2 16,0-2-1-16,-2 3 0 15,2-2 0-15,-2 1 1 0,0 1-1 16,0-2 0-16,0 1 0 16,0 3 1-16,0 0-1 15,0 3 0-15,0 4 0 16,0-2 1-16,-4 4 0 15,0-1-1-15,3 0 1 0,-1-2-1 16,-2 2 0-16,1 0-1 16,0 3 1-16,1-2 0 15,-2 4 0-15,0 1 0 16,-1 4 0-16,1 1 1 16,2 2 0-16,-2 2 0 0,0 2 0 15,4 1 0-15,-2 2-1 16,2 1 0-16,-2 0 1 15,2 2 0-15,-2 1 1 16,2 0-1-16,0 0 1 16,0 0-4-16,0 0-3 0,0 1-3 15,0 5-3-15,0 0-11 16,0-1-10-16,0 1-7 16,0-1 4-16,0-1 1 15,0-3-39-15</inkml:trace>
  <inkml:trace contextRef="#ctx0" brushRef="#br0" timeOffset="128060.96">2897 9725 106 0,'0'0'6'0,"0"0"9"0,0 0-3 0,0 0-1 16,0 0-2-16,0 0-3 15,0 0-6-15,0 0 3 16,0 0-3-16,0 0 2 16,-40 49-1-16,33-28-1 0,-2 2 1 15,0 1-1-15,0-1 0 16,-4 1 1-16,0-3-1 16,0 0 1-16,-2-2 0 15,0-1-1-15,-1 0 0 16,3-3 0-16,1-2-1 0,4-5-10 15,1-5-23-15,5-3-1 16</inkml:trace>
  <inkml:trace contextRef="#ctx0" brushRef="#br0" timeOffset="128345.03">2836 9667 48 0,'0'0'21'16,"0"0"-16"-16,0 0 6 15,0 0-1-15,41-7-1 16,-32 7 0-16,4 0-2 16,1 5-1-16,3 0 1 15,2-1-2-15,3 1 2 0,0-3 0 16,2 1-2-16,1-1-2 15,-2-1-2-15,-3 2-1 16,4 0 1-16,-5 1-1 16,2 0 1-16,-5 2-1 15,-9-2-23-15</inkml:trace>
  <inkml:trace contextRef="#ctx0" brushRef="#br0" timeOffset="135056.59">4448 9240 95 0,'0'0'7'0,"0"0"12"0,0 0-5 0,0 0-5 0,0 0-4 16,0 0-2-16,0 0 0 15,0 0 0-15,0 0 0 0,0 0 1 16,0 0-3-16,0 0 1 15,0 0 1-15,-18-29-1 16,18 28-1-16,0-3-1 16,2 2 1-16,2-1-1 15,3 1-1-15,3-1 1 0,-2 0 1 16,1 0-2-16,-3 0 2 16,2 0-1-16,-2 2 0 15,1-1 0-15,-2 0 1 16,4 0-2-16,-4 1 2 0,3 0 0 15,-1 0-1-15,2 1 0 16,-3 0 1-16,1 0-1 16,-1 0 0-16,1 0-1 15,-2 0 2-15,2 0-2 16,-1 3 0-16,1 1 2 0,0 1 1 16,4-1-2-16,0 0 0 15,3 1 0-15,-3-1 0 16,2 0 0-16,-2 2 0 15,0-2 0-15,-2 0 0 16,-1-1 1-16,0 0-1 16,-3 3-2-16,1-1 2 0,-2 1 0 15,4 1 0-15,-2 0 0 16,-1 3 1-16,1 0 0 16,-2 0-1-16,2 1 0 15,-2 0-1-15,-2 1 2 0,0-1-1 16,0 1 0-16,1 3 2 15,-1-3-2-15,0-1 0 16,0 3 1-16,0-1-1 16,-2 1 0-16,0 1 0 15,0 0 0-15,0 0 0 16,0 1 1-16,0-1 1 0,-6 0 1 16,1 1 0-16,1-3 3 15,-5 3-5-15,4-2 0 16,-4 1 0-16,3-1 0 15,-4 1-1-15,2-1 1 16,-1 1-1-16,-1 0 0 0,0 1 1 16,-1 0-1-16,2 0 0 15,-3-1 0-15,4 0 0 16,-3-2 1-16,1-2-1 16,2-1 1-16,-1-3 3 15,-1-3 8-15,2 3-5 0,-1-4-4 16,-3 1-1-16,2 2-1 15,-2-3-1-15,-1 0 0 16,-2 1 0-16,-1-3 0 16,0 1 2-16,-4-1-2 15,-1-1 0-15,2 0 0 0,-2 0 1 16,4 0 0-16,-1-1-1 16,-1-5 1-16,5 0 3 15,1-2 6-15,1-1-2 16,1-2-4-16,-1 1-2 15,3 0-1-15,-2 0-1 0,-1 2-1 16,2-4 2-16,3 3-1 16,-4 0 1-16,2-1-1 15,0-3 0-15,-1 2 0 16,2 0 2-16,-1-1 2 16,3-1 3-16,-1-1-4 0,2 1-1 15,1 1-2-15,0-2-3 16,3-1 3-16,-1 3-1 15,2-4 1-15,0 1-2 16,0 0 2-16,0-1 0 16,0 1 0-16,0-1-1 0,2-1 2 15,-1 1 0-15,3-1-1 16,-2 0 1-16,0 0-1 16,3 3 0-16,-3-2 0 15,3 2 0-15,-1 0 0 16,1 1-1-16,3 1 1 0,-2 1 0 15,2 0 0-15,1 1-1 16,-1-1 1-16,4 1 0 16,-3 0 0-16,1-1-1 15,3 1 1-15,0-2-1 16,1 2 2-16,-1 3-1 16,1-1 2-16,1 1-3 0,-1 1 2 15,3 0-1-15,-4 3 0 16,3 1 0-16,-1 0 0 15,-1-1 0-15,1 3 0 16,-1-1 0-16,-1 1 0 16,-1 0 0-16,1 0 0 0,-2 0 0 15,2 0 0-15,-1 1 1 16,2 1-1-16,-1 2 0 16,2 0 0-16,-1-1 0 15,2 3-1-15,-1 1 0 16,-1 0 1-16,-1 0 0 0,2 3 1 15,-1 0-1-15,-1-2 0 16,1 1 1-16,-4 1-2 16,1-3 1-16,-1 4 0 15,-3-1-2-15,-1 0 2 16,-1 0 1-16,2 2 0 0,-3-1 2 16,-2 2-3-16,-1-2 0 15,3 1 0-15,-4 2 0 16,0 3-1-16,0 3 0 15,-5 2-17-15,-11-9-96 16</inkml:trace>
  <inkml:trace contextRef="#ctx0" brushRef="#br0" timeOffset="167106.93">21840 11778 184 0,'0'0'-19'0,"0"0"24"0,0 0-7 0,0 0 4 16,0 0-1-16,0 0 1 0,0 0 1 16,-3 45 3-16,7-32-1 15,0 0 0-15,1 2-1 16,-1-3-2-16,0 6 0 15,2-4-2-15,-2 1 1 16,2-1-1-16,-2-3 0 0,0 0 0 16,-1-2-1-16,0-2-12 15,-3-4-47-15,0-3-32 16</inkml:trace>
  <inkml:trace contextRef="#ctx0" brushRef="#br0" timeOffset="167470.35">21687 11820 85 0,'0'0'12'0,"0"0"23"15,0 0-2-15,0 0-7 16,0 0-7-16,0 0-10 16,0 0-2-16,0 0-2 15,0 0-4-15,12-15 5 16,1 11-1-16,3-1-1 0,1-1-2 15,3 1-2-15,1 2 1 16,2-3-1-16,2 4-1 16,-2-3-11-16,1 2-34 15,-2-2-49-15</inkml:trace>
  <inkml:trace contextRef="#ctx0" brushRef="#br0" timeOffset="167861.07">22038 11786 206 0,'0'0'-11'0,"0"0"8"16,0 0 4-16,0 0 1 0,0 0-1 16,0 0 1-16,0 0-2 15,44 13 1-15,-32-7 2 16,3 1-1-16,-2 3-2 15,3 0 2-15,-3 1-2 16,-1 1 2-16,-2-1-1 16,-3-1-1-16,-1-3 0 0,-2-1 0 15,-4-4 0-15,0 0 1 16,0-2 2-16,0 0 2 16,-7 0 1-16,0 0-2 15,-1-6-1-15,0-2-2 16,0-2 5-16,5-2 6 0,-2-2 0 15,5 0-5-15,0-1-1 16,2-1-3-16,10 0-3 16,3 2 0-16,6 3-2 15,4 2-16-15,-1 2-31 16,1 0-38-16</inkml:trace>
  <inkml:trace contextRef="#ctx0" brushRef="#br0" timeOffset="168323.91">22438 11737 166 0,'0'0'9'0,"0"0"17"16,0 0-14-16,0 0-4 16,0 0-5-16,0 0-3 15,-39-19 0-15,24 24 0 16,-3 4 0-16,3 1 1 0,1 0 0 15,3 0-1-15,3 0 1 16,1 1-1-16,3-1 0 16,4 0-1-16,0-1 1 15,0-1-1-15,10-2 0 16,3-2 0-16,1-1 0 0,0-3 1 16,2 0 0-16,1 0 1 15,1-1-1-15,-3-6 1 16,1-2-1-16,-3-1 1 15,-4 0-1-15,1-3 0 16,-4 2 1-16,-2 1 0 0,-4 0 0 16,0 2 2-16,0 1 3 15,0 2 6-15,-2 5-2 16,-2 0-5-16,2 0-7 16,0 0-1-16,2 9 2 15,0-2 1-15,0 4-1 0,0-3-2 16,2 1-4-16,6-2-14 15,-1 2-7-15,4-5-19 16,0-1 2-16,0 1-28 16</inkml:trace>
  <inkml:trace contextRef="#ctx0" brushRef="#br0" timeOffset="168785.53">22595 11725 120 0,'0'0'8'0,"0"0"19"0,0 0-9 0,0 0-7 16,21-35-6-16,-16 32-3 16,0 1 2-16,1 2-1 15,0 0 1-15,1 0-1 16,1 0 1-16,0 7-2 16,-3 2-1-16,3 1 1 0,-2 1-2 15,-2-1 1-15,0 2-1 16,-3-5 0-16,1 0 0 15,-1-4 1-15,0-2-1 16,-1 1-1-16,0-2 0 16,0 0 8-16,0 0-4 0,0-3 1 15,0-5-1-15,0-3 0 16,0-3-2-16,8-2-1 16,-2-2 2-16,5 0-2 15,0 2 0-15,2 0 0 16,0 2 0-16,-4 5 3 15,5 2 1-15,-3 2 2 0,0 3-4 16,1 2-1-16,0 0 0 16,-1 0 0-16,-1 3-1 15,-1 4 1-15,-1 2-1 16,0 1 1-16,0 1-1 0,-5 2-1 16,1-2-1-16,-2 0-20 15,4 0-18-15,-3-4-16 16,2-6 7-16</inkml:trace>
  <inkml:trace contextRef="#ctx0" brushRef="#br0" timeOffset="169184.77">23099 11548 168 0,'0'0'4'0,"0"0"15"0,0 0-10 0,-12-37-7 0,3 30-1 16,-2 1-2-16,1 2 3 16,-4 4 0-16,3 0 0 15,-1 0-1-15,0 0 0 16,3 0 0-16,2 8 0 0,-1 2-1 16,5 0-1-16,3 0 1 15,0 2-2-15,0 2-1 16,9-4 2-16,1 1-1 15,6-1 3-15,1-2-2 16,3-1 2-16,0 1 1 0,-1-1 1 16,-3 0-1-16,-2-1-2 15,-4 1 1-15,-3-2-1 16,-3 0 0-16,-2 0 1 16,-2-2 0-16,0 1 1 15,-6-1 4-15,-7 2-5 0,0-1-1 16,-5-1-9-16,3-1-26 15,-1-2-17-15,6 0-13 16</inkml:trace>
  <inkml:trace contextRef="#ctx0" brushRef="#br0" timeOffset="169575.76">23430 11230 101 0,'0'0'-1'0,"0"0"15"0,0 0 0 0,-40-19-5 16,24 19-2-16,3 0-1 16,-1 3-4-16,2 7 1 0,-1 4-1 15,3 3 0-15,3 6-1 16,0-2-1-16,2 5 1 15,5 1-1-15,0 0 0 16,0-2 2-16,0 1 0 16,4-1-2-16,4-1 3 15,-2-1 2-15,3 0-1 0,0-4-2 16,-1 3 2-16,-3-3-2 16,1 0 0-16,-2-2-1 15,-2-1 1-15,-2 1-1 16,0-2 0-16,0-2 0 15,-2-1 1-15,-5 1-2 0,-2-5-2 16,-5-1-17-16,0-4-40 16</inkml:trace>
  <inkml:trace contextRef="#ctx0" brushRef="#br0" timeOffset="170339.09">23231 11567 140 0,'0'0'-1'15,"0"0"12"-15,0 0 4 0,43-35-10 16,-26 25-3-16,2 3 0 16,3 0 1-16,-4 0-1 15,1 0 1-15,2 5-2 16,-7 1 0-16,0-1-1 0,-2 2 1 15,-5 0-1-15,-1 0 0 16,-5 0 0-16,-1 0-1 16,0 5 1-16,0 5 2 15,0-2 1-15,-4 1-1 16,1-1-2-16,1 2 1 16,1-3-1-16,1-1 0 0,0-2-1 15,1 0 1-15,5-3 0 16,3-1 1-16,0 0 5 15,-1 0-2-15,2-6 0 16,0-3 2-16,2-1-1 16,-5-1 1-16,3-3-3 0,-4-3-1 15,-1 2-1-15,-2 0 1 16,-2-2-2-16,-1 1 0 16,0 2-5-16,-3 1 2 15,-3 5-3-15,-2-1 3 16,0 8 2-16,1-1 2 0,-3 2-1 15,1 0 0-15,1 3-1 16,2 4 0-16,2 0-3 16,2 0 0-16,2-1 2 15,0-2-2-15,0-1-3 0,5-1 6 16,3-2 0-16,5 0 1 16,0 0 1-16,1-4 0 15,0-4-1-15,1 0 1 16,0-2 3-16,-2 0 2 15,1 0 3-15,-3 2 1 16,-3 0 1-16,-2 3 0 0,-2 1 2 16,-1 3-1-16,0 1-9 15,0 0-2-15,0 3-1 16,-1 7 2-16,0 0-1 16,-1 2-1-16,0 0 1 15,-1 1-1-15,1 1 1 0,1-4-1 16,2 0 0-16,-2 0 0 15,3-1-7-15,4-2-16 16,3-4-6-16,1-2-17 16,0-1-19-16,3 0-36 15</inkml:trace>
  <inkml:trace contextRef="#ctx0" brushRef="#br0" timeOffset="171021.67">23782 11373 106 0,'0'0'27'0,"0"0"8"0,0 0-17 0,0 0-11 0,0 0 4 16,0 0-4-16,0 0-6 16,0 0-2-16,0 0 2 15,0 0-1-15,0 0 1 16,14 0-1-16,-9 9 0 16,-2 0 1-16,0-1-1 15,0 1 0-15,3-1 0 0,-5-4 0 16,2 0-1-16,-1 0 1 15,0-4 0-15,-2 2 0 16,1-2 0-16,-1 0 2 16,0 0 0-16,0-4-1 15,0-1 0-15,0-2-1 0,3 0 2 16,-3-3-2-16,2 4-2 16,1-2 2-16,1 1 0 15,2 0 0-15,-3 0-1 16,6 1 0-16,-2 2 0 15,1 1 0-15,-1 0 0 16,2 3 1-16,-2 0 0 0,1 0 0 16,-1 0 0-16,0 0 0 15,2 4 1-15,-4 3-1 16,0 3 0-16,0-1 0 16,-1-1 0-16,-2 2 0 15,-2-1 0-15,0-1 0 0,0-2-1 16,0-2 0-16,-3-1 2 15,-2-1 0-15,1-2-1 16,-1 0 1-16,1 0 0 16,0 0 0-16,0-5 0 15,4-2-2-15,0-3 2 0,0 2-2 16,0-4 1-16,5 1 0 16,3 0 0-16,0-1-1 15,2 4 1-15,-1-1-1 16,1 5 1-16,-1 1 0 0,1 0 0 15,0 3 1-15,-4 0 1 16,3 0 1-16,-1 3-2 16,-2 4 0-16,-1 0-1 15,0 1 0-15,-2 1 1 16,-1-1-2-16,2 0-2 16,-2-1-12-16,2-1-25 0,-1-5-15 15,1-1-42-15</inkml:trace>
  <inkml:trace contextRef="#ctx0" brushRef="#br0" timeOffset="171398.36">24128 11343 104 0,'0'0'59'0,"0"0"-47"0,0 0 6 0,0 0-10 15,0 0-4-15,0 0 1 0,0 0-4 16,0 0-1-16,40-34 1 15,-32 28 0-15,-2-1-1 16,1 0 0-16,-3-1 0 16,-1 1 1-16,-2-1 1 15,-1 3-2-15,0-1 1 16,0 3-1-16,-4 2 1 16,-1 1-1-16,-6 0 0 0,-2 0 0 15,1 7 1-15,-1 4-1 16,2-1 0-16,-1 2 0 15,3 0 2-15,5-1-2 16,0 0 1-16,2-3-1 0,2 2-1 16,0-3 1-16,6 0-2 15,1 0 4-15,4-2-4 16,1-2 2-16,0-2-1 16,2 0-2-16,1-1-30 15,0 0-27-15,-2-4-62 0</inkml:trace>
  <inkml:trace contextRef="#ctx0" brushRef="#br0" timeOffset="171767.05">24272 11225 134 0,'0'0'3'15,"0"0"18"-15,0 0-4 16,0 0-12-16,0 0-1 15,0 0-2-15,0 0 0 0,40-20-2 16,-33 20 2-16,-1 6-1 16,1 3 1-16,1 1-2 15,-1 2 2-15,-1 1-1 16,-2 3-1-16,3-4 2 16,-4 1-2-16,1-3 0 0,1-1 0 15,-3-2 0-15,0-4-2 16,-2-2-3-16,0-1 5 15,-4 0 5-15,-3 0-5 16,0-8 2-16,1-1 8 16,1-4 6-16,1 0-2 0,2-2-3 15,2-2-4-15,0 1-2 16,6-1-5-16,3 3 0 16,5 0-3-16,-2 2-28 15,-2-2-60-15</inkml:trace>
  <inkml:trace contextRef="#ctx0" brushRef="#br0" timeOffset="172160.56">24498 10991 124 0,'0'0'10'0,"0"0"-8"0,0 0-3 0,0 0 4 15,0 0 1-15,0 0 2 16,0 0-4-16,0 0-1 0,5 40 0 16,-5-32-1-16,0-1 0 15,-4 0-11-15,1-4-28 16,1-1-52-16</inkml:trace>
  <inkml:trace contextRef="#ctx0" brushRef="#br0" timeOffset="172303.65">24560 10996 127 0,'0'0'30'15,"0"0"2"-15,0 0-29 16,0 0-3-16,0 0 0 0,0 0-10 15,0 0-59-15</inkml:trace>
  <inkml:trace contextRef="#ctx0" brushRef="#br0" timeOffset="172929.7">21588 11522 175 0,'0'0'15'0,"0"0"21"0,0 0-12 0,0 0-10 16,0 0-9-16,0 0-4 16,0 0-1-16,0 0-3 15,0 0 2-15,0 0-7 16,0 0-15-16,-22 11-13 15,27-1-16-15,-2-4-3 0</inkml:trace>
  <inkml:trace contextRef="#ctx0" brushRef="#br0" timeOffset="173071.8">21588 11522 124 0,'27'11'12'0,"-27"-12"17"15,0-2-8-15,0 3-5 16,0 0-15-16,1 0-6 15,0 10-6-15,1 0-10 16,1 3-18-16,1-3-34 16</inkml:trace>
  <inkml:trace contextRef="#ctx0" brushRef="#br0" timeOffset="173477.75">21517 11623 193 0,'0'0'-18'0,"0"0"32"0,0 0 3 15,0 0-17-15,0 0-1 16,0 0 1-16,0 0-3 16,0 0-21-16,-18 41-7 15,18-37-1-15,2-1-8 16</inkml:trace>
  <inkml:trace contextRef="#ctx0" brushRef="#br0" timeOffset="173584.39">21517 11623 104 0,'2'16'20'0,"-1"-18"-5"16,3 2-15-16,4 0-9 0,0 6-14 16,2 0-67-16</inkml:trace>
  <inkml:trace contextRef="#ctx0" brushRef="#br0" timeOffset="175535.76">21725 12298 67 0,'0'0'4'0,"0"0"-3"0,0 0 0 0,0 0 1 16,0 0 2-16,0 0 6 16,0 0 0-16,0 0-6 15,0 0 0-15,31 5-1 16,-21-6 0-16,2-1-1 15,2-2-1-15,2 1 2 0,2 0-1 16,1-1 0-16,1 1 0 16,5-1 5-16,-3 0 1 15,2-2 4-15,2 1-1 16,1-1 0-16,2-1-5 16,0 0-2-16,4 0-1 15,-1-1-1-15,3 1 0 0,1-1 0 16,2-1 1-16,0 2-1 15,0 0-1-15,1-1 3 16,2 0 1-16,1-2-4 16,1 2 0-16,4-3-1 0,1 1 1 15,4-2 0-15,3 0 0 16,1 0-2-16,1-1 1 16,2 1 1-16,-2-3-1 15,3 3 1-15,-2-1-1 16,1 0 0-16,-3 0 0 0,-2 3 1 15,-3 0-1-15,2-1 0 16,-1 1 0-16,2 1 1 16,-4 0-1-16,1 0 0 15,1 0 0-15,0-2 1 16,-2 1-2-16,-1 2 2 0,2-2-1 16,-5 0 0-16,-2 1 0 15,-3 1 0-15,-2-1 0 16,-1 0 0-16,-4 1 0 15,1-2 1-15,-1 2-1 16,2-2 0-16,0 1 0 0,-1 0 0 16,1 0 1-16,-4-1-2 15,0 1 2-15,-4 1-1 16,-1-2 2-16,-5 3-2 16,0-2 0-16,-1 1 1 15,0-1 0-15,0 1-1 16,3-1 0-16,-3-2 1 0,1 0-1 15,2 1 0-15,-2-3 0 16,0-4 1-16,-1 0-2 16,0-3 5-16,-1-1-3 15,-1-2-1-15,-2 0 2 16,-2 0-2-16,-1 1 0 0,-4 0-2 16,-3 0 1-16,-3 0-3 15,-2 1 6-15,-2-3-2 16,0 1 2-16,-4-2-1 15,-2-2 1-15,-3 1-2 16,1-3 1-16,-2 3-1 0,1-3 0 16,1 2 2-16,-2 0-5 15,1 2-13-15,0 1 4 16,-5-2 5-16,-1 3 2 16,-4 1 5-16,1 1 1 15,-1-1 0-15,-1 2 4 0,2 1 0 16,0 2 0-16,1 2 0 15,1 2-2-15,2-1-2 16,-2 5 0-16,3 0-1 16,-2 1 1-16,2 4 1 15,-2 0-1-15,0 0 0 0,-1 2-1 16,-1 1 1-16,-1 1-1 16,0 0 0-16,-3 0 0 15,-1 0 0-15,1 1 0 16,0 2 0-16,-3 0 0 15,-1-2 0-15,0 2 0 0,-1 0 1 16,-3 1-1-16,-2 0 1 16,-3 1-1-16,-2 0 0 15,-1 2 0-15,-2-1 0 16,-2 1 0-16,-1-1 0 16,-2 0 1-16,-3-1-1 0,0 2 0 15,-2 0 0-15,-2 1 0 16,-3 0 0-16,-1-1 0 15,-2 1 1-15,0 1-2 16,-1 0 2-16,3-1-2 16,-3 4 1-16,0-2 0 0,0-2 0 15,3 1 0-15,0 0-1 16,2-1 2-16,2-1-1 16,1 1 0-16,2-1 0 15,-1 2 0-15,1-2 0 16,1 3 0-16,1-3 0 0,2 3 0 15,4-3 0-15,2 4 0 16,-3-2 0-16,2 1 0 16,1 1-1-16,-1 1 1 15,-1 1 0-15,2-1 0 16,3 0-1-16,-1 0 1 16,3 1 0-16,1 0 0 0,-5 2 1 15,4 0-1-15,-5 2-1 16,1 1 1-16,0 0 1 15,1 1-1-15,-1 0-1 16,3 0 1-16,-1 1 1 16,4-4-2-16,1 1 1 0,-2-1 1 15,0-1-1-15,3-2 0 16,-1 4 0-16,-3-1 0 16,2 2 1-16,1 2-1 15,-1 6 0-15,2 1 1 16,-3 3 0-16,3 4 1 0,2 0-2 15,1 1 3-15,6-2-2 16,4-2-1-16,3-1 1 16,5-3-1-16,7-2 1 15,1 0-2-15,2 0 1 16,10-2 0-16,10 1 1 0,5 0-1 16,9-1 0-16,15-2-1 15,9-2 3-15,10-4-3 16,6-3-53-16</inkml:trace>
  <inkml:trace contextRef="#ctx0" brushRef="#br0" timeOffset="177682.43">21373 11782 22 0,'-2'7'23'0,"1"2"-9"0,0 0-1 16,1 3-3-16,0 1-4 15,0 2-3-15,0 2 0 0,0 2-2 16,1 2 0-16,2 3 0 16,-1 2 1-16,3 2-2 15,-3 2 0-15,2 2 0 16,0 0 1-16,0-3-1 15,-1-1 0-15,1-1 0 0,2-4 1 16,-4-4 2-16,3 1 4 16,2-5-2-16,-2 0 0 15,3-2 0-15,-2-2-1 16,5-1 0-16,-1 0-1 16,5-3 0-16,2 0 2 0,3-2-1 15,7-4 2-15,4-1 1 16,3 0-3-16,6 0-3 15,4-6-3-15,5-6-39 16</inkml:trace>
  <inkml:trace contextRef="#ctx0" brushRef="#br0" timeOffset="178915.29">21845 11339 51 0,'0'0'5'0,"72"-36"16"0,-32 15 1 16,3 1-10-16,4 0-4 16,3 1-2-16,2 0-4 15,0 2 0-15,2 1-2 16,-2-1 1-16,1 5-1 0,1-1-2 15,-1 0 0-15,0 0-8 16,1 2 0-16,4-2 4 16,1-1 5-16,3-2 1 15,3 2 0-15,0-4 0 16,3 0 0-16,1-3 1 0,-2 1-1 16,-1 0 0-16,-1 2 0 15,-1-1 0-15,-1 1 1 16,-2 2 4-16,-2 1 3 15,-2 1 3-15,-4 1-3 16,-2 0-4-16,-1 4-2 0,-5-1-2 16,2 2 1-16,-4-2-1 15,3 3 0-15,-6 1 0 16,0-1 0-16,0 1 0 16,0-1 1-16,-1 0-1 15,-1 0 0-15,0 3 1 0,-4-2 1 16,1 3-1-16,-5 1-1 15,0 2 0-15,0-2 1 16,-1 2-2-16,2 0 2 16,-2 0-1-16,-2 0 0 15,-1 0 0-15,-3 0 0 0,-3 0 0 16,-2 0 0-16,-1 2 0 16,-4 0-1-16,0 0-2 15,-2-1-3-15,0 1 0 16,-4-1 5-16,0 2 1 15,0-1-1-15,-1 0 2 0,-1 1-2 16,-1 0 1-16,0 1 0 16,-1 2 0-16,-1-1 0 15,0 3-1-15,-1 0 0 16,0 2-1-16,-1 1 2 16,0 2-1-16,0-1 1 0,0 2 0 15,0 1 0-15,0 0 0 16,0 0 0-16,0 1 1 15,4-1-1-15,-2 1 1 16,-1 0-1-16,1-1 1 16,1 2 1-16,-1-1 0 15,0 3 2-15,0-1-2 0,1 1 0 16,-2 0-1-16,0 1 0 16,1 1 0-16,-1 3-1 15,-1 2 0-15,0 0-2 16,0-1-23-16,0-1-76 15</inkml:trace>
  <inkml:trace contextRef="#ctx0" brushRef="#br0" timeOffset="180045.73">21245 11744 61 0,'0'0'8'0,"0"-3"8"0,0-2 3 0,0 3-2 0,0 0-5 16,0-1-3-16,0 2-3 15,1 1-5-15,0 0-2 16,0 0 0-16,0 0-2 16,1 0-4-16,0 7 3 15,0 2 4-15,0 2 0 0,-1 2 0 16,1 2 1-16,3 3-1 15,-1 1 0-15,-2 4 1 16,1 3-1-16,0 2-1 16,2 1 1-16,-3 2 0 15,2-1-1-15,-1 0-2 0,4-1-1 16,-2-2 3-16,-1 0-1 16,0-3 2-16,-2-1 1 15,1 0-1-15,-1-2 0 16,1-2 0-16,3 0 1 15,-2-2-1-15,3 2 0 0,-2-2 1 16,1-3-1-16,2 2 0 16,0-2 0-16,-1-1 0 15,3-2 0-15,2 0 0 16,-1-1 0-16,2-3 0 16,0-2 0-16,4-3 0 0,-2-1 0 15,2-1 0-15,0 0 0 16,0 0 0-16,1 0 0 15,1-1 1-15,-3-1-1 16,4-1-1-16,-2-1 2 16,3-1 1-16,1 0-1 0,3-1 1 15,3-1-1-15,3-2-1 16,4 1 0-16,5-2 1 16,2-1-1-16,6-1 0 15,7-1-1-15,7 0 2 0,6-2 0 16,4-5 1-1,1-4-100-15</inkml:trace>
  <inkml:trace contextRef="#ctx0" brushRef="#br0" timeOffset="180898.19">22834 12089 79 0,'0'0'11'0,"0"0"10"0,1 0-4 0,2 0-16 15,-1 4 0-15,1 6 2 16,1 3-1-16,2 1 0 15,-2 4-1-15,1 2 1 16,0 2-1-16,0-1-1 16,-2 0 0-16,2-1 1 0,-2-3 1 15,1 0-2-15,0-3 0 16,-2-4 1-16,0 2-1 16,-1-2 0-16,-1 1 1 15,0-1-3-15,-7-1-34 16</inkml:trace>
  <inkml:trace contextRef="#ctx0" brushRef="#br0" timeOffset="181056.37">22778 12384 176 0,'0'0'-4'0,"0"0"0"15,0 0 1-15,0 0 3 16,0 0 0-16,42 0-26 15,-26 0-12-15,-1 0-14 16</inkml:trace>
  <inkml:trace contextRef="#ctx0" brushRef="#br0" timeOffset="181147.87">22941 12350 66 0,'0'0'41'0,"0"0"-18"16,0 0-6-16,0 0-22 15,0 0-22-15,0 0-2 0</inkml:trace>
  <inkml:trace contextRef="#ctx0" brushRef="#br0" timeOffset="182180.93">22620 12690 61 0,'0'0'11'0,"0"0"-1"0,0 0-7 15,0 0-3-15,0 0-1 16,0 0-6-16,0 0-9 15,0 0-1-15,0 0-4 16</inkml:trace>
  <inkml:trace contextRef="#ctx0" brushRef="#br0" timeOffset="182615.78">22620 12690 89 0,'45'-25'13'0,"-45"22"20"16,0 2-8-16,0 0-7 15,0 0-9-15,0 0-6 0,0 1-2 16,0 0-2-16,0 0 1 16,0 0 1-16,-1 0 0 15,-1-1 5-15,-1 1-1 16,-1-2 5-16,1 1-4 15,-4 1-1-15,0 0-4 0,1 0 0 16,-2 0-1-16,0 0 1 16,0 0-1-16,3 0 1 15,-3 4 2-15,3 4-3 16,-4 3 1-16,4 2-1 16,-1 4 0-16,2 1 0 0,1 3 0 15,1-1 0-15,2-1 0 16,0-1-1-16,5-2 1 15,5-5 0-15,-2-1 0 16,5 0 0-16,-1-6 0 16,3-1-2-16,1-1 2 15,3-2-5-15,-1 0-18 0,0-6-33 16,0-7-61-16</inkml:trace>
  <inkml:trace contextRef="#ctx0" brushRef="#br0" timeOffset="183042.46">22779 12634 141 0,'0'0'-8'0,"0"0"11"0,0 0-1 0,0 0-1 0,0 0 1 16,-18 40 1-16,18-26 0 15,0 2-1-15,0-2-1 16,2 0 0-16,3 0 0 16,1-2 0-16,-2-2-1 0,2-1 0 15,-4-4 0-15,1-1 0 16,-3-1-1-16,0-2 1 16,0-1 3-16,0 0 22 15,0 0-17-15,0-7-4 0,0-1 2 16,0-1-3-16,0-1-2 15,0 0-1-15,2-1 0 16,4 4 0-16,0-2 0 16,3 5 0-16,-1 0 1 15,1 2 0-15,2 2 1 0,-4 0 0 16,2 2-1-16,0 6 0 16,-2 1-1-16,1 1 0 15,-2 0-1-15,3 0-17 16,0-2-24-16,-1-5-11 15</inkml:trace>
  <inkml:trace contextRef="#ctx0" brushRef="#br0" timeOffset="183426.89">22995 12715 135 0,'0'0'4'0,"0"0"31"0,0 0-16 16,0 0-13-16,0 0-6 15,0 0 0-15,0 0 0 16,0 0 0-16,0 0-1 16,-27 37 1-16,27-31-3 15,0-2-3-15,6-4 2 0,-1 0-2 16,6 0 5-16,-3-3 0 16,2-5 3-16,2-6-1 15,0-1-1-15,-3-2 3 16,1-3-2-16,-2 2 1 15,-4-1-1-15,0 1 4 0,-1 2 5 16,-1 2-1-16,-1 4-4 16,-1 2 0-16,0 3 3 15,0 5 0-15,0 0-9 16,0 0-3-16,0 12 3 16,0 2 4-16,0 3-1 15,0 1-2-15,0 4 1 0,4-2-2 16,2 1 0-16,0-5-34 15,-2-1-33-15</inkml:trace>
  <inkml:trace contextRef="#ctx0" brushRef="#br0" timeOffset="183575.81">23064 12643 205 0,'0'0'-5'0,"0"0"0"0,0 0-28 0,0 0-23 16</inkml:trace>
  <inkml:trace contextRef="#ctx0" brushRef="#br0" timeOffset="183952.65">23287 12479 127 0,'0'0'-1'16,"0"0"8"-16,0 0-1 0,-48 15-3 15,35-1 1-15,1 1-1 16,3 2 2-16,1 2 1 16,1-1-3-16,4 1-1 15,2-1-1-15,1-3-1 16,0-1 0-16,3-3-1 0,5-1 1 15,0-6-2-15,0-1-2 16,3-3-1-16,1 0 1 16,-2 0 2-16,1-7-1 15,0-6 0-15,-1 2 3 16,-2-1 0-16,-1 1 2 0,-1 1 1 16,-2 3 10-16,0 3 4 15,-3 2-2-15,1 2-5 16,0 0-8-16,0 0-2 15,2 6 1-15,-2 1 0 16,1 0-12-16,3 2-24 0,-3-4-10 16</inkml:trace>
  <inkml:trace contextRef="#ctx0" brushRef="#br0" timeOffset="184400.67">23431 12533 148 0,'0'0'1'16,"0"0"21"-16,0 0-13 15,0 0-11-15,0 0 2 16,0 0 0-16,0 0 1 0,0 0-1 16,0 47 0-16,0-38-2 15,0-1-5-15,0-1-3 16,0-2-5-16,0-3 2 15,0-2 7-15,-3 0 7 0,-1 0 4 16,0-2-1-16,0-7 4 16,-4-1 0-16,3 0 2 15,0-4-2-15,2-1-4 16,1-3 4-16,2 0-3 16,0-1-2-16,4 2-4 15,5 0 0-15,5 3 0 0,-1 3 0 16,4 4 2-16,-1 4 0 15,2 1-2-15,-3 2 2 16,-1 0-1-16,-4 5 0 16,-2 3 1-16,0 4-1 15,-4 0 0-15,-3 1 1 0,-1 0 0 16,0 0-1-16,0-2-1 16,-7-1-2-16,-2-2-7 15,1-2-20-15,1-2-26 16</inkml:trace>
  <inkml:trace contextRef="#ctx0" brushRef="#br0" timeOffset="184608.7">23574 12459 94 0,'0'0'12'0,"0"0"8"0,0 0-12 0,0 0 3 16,0 0-5-16,0 0 2 15,0 0-2-15,9 35 1 16,-9-20-5-16,0-2-1 16,1 0-1-16,-1-2 0 15,0 0-13-15,0-6-30 0,0-1-39 16</inkml:trace>
  <inkml:trace contextRef="#ctx0" brushRef="#br0" timeOffset="184750.74">23566 12471 135 0,'0'0'-6'0,"16"-41"13"16,-2 21 5-16,6-1-6 15,6 2-1-15,4 1-4 16,4 2-1-16,0 2-2 16,0-1-35-16</inkml:trace>
  <inkml:trace contextRef="#ctx0" brushRef="#br0" timeOffset="185519.57">22760 13127 10 0,'0'0'26'0,"0"0"1"0,-29 55-4 0,20-32-10 16,4 4-6-16,3-1-4 15,0-1-3-15,2-3 1 16,0-3-4-16,3-3 2 0,4-5-6 16,1-5-4-16,4-3 7 15,-2-3 3-15,1 0 2 16,3-6 7-16,0-2 4 16,3-4-2-16,-1-1-2 0,1-3-3 15,-3 1-4-15,-2-2 0 16,-2 3-1-16,-5 1 1 15,-1 4 10-15,-3 1 26 16,-1 5 2-16,0 1-18 16,0 2-12-16,0 0-12 15,1 0-3-15,3 5 6 0,-1 4 0 16,1 1 1-16,3 1-9 16,-1 2-22-16,1-3-23 15,-1-3-8-15</inkml:trace>
  <inkml:trace contextRef="#ctx0" brushRef="#br0" timeOffset="185804.75">23004 13209 157 0,'0'0'-12'0,"0"0"14"0,12-38 0 15,-9 27-2-15,-2 2-1 16,1 5 2-16,-2-2-2 15,0 6 2-15,0-1 16 16,0 1-10-16,-2 0-4 16,1 1-2-16,-4 8 0 15,3-1 0-15,0 5-1 0,2-2 0 16,0 1-1-16,0-2 0 16,6-2 0-16,2-1 1 15,2-2-1-15,5-3-2 16,0-2-14-16,3 0 1 15,-1 0-24-15,-1-7-40 0</inkml:trace>
  <inkml:trace contextRef="#ctx0" brushRef="#br0" timeOffset="186295.63">23170 13127 128 0,'0'0'7'0,"0"0"29"16,0 0-4-16,0 0-22 15,0 0-9-15,0 0-4 16,0 0 0-16,0 0 3 15,0 3 1-15,0 8-2 16,3 1-1-16,0-1-6 16,0-1-14-16,1-2-8 0,1-3 9 15,-1-1 3-15,1-4 2 16,-2 0 10-16,2 0 5 16,-1-3 2-16,-1-5 4 15,0-1 8-15,1-4 4 16,1 3 0-16,-4 0 0 0,3 2-5 15,-2 1 0-15,3 2 3 16,-3 1-7-16,0 4-7 16,2 0-1-16,0 0-2 15,1 0-5-15,-1 4 7 0,1-1 2 16,1 3-6-16,-2-3-1 16,2 0 2-16,-2-2-3 15,1-1-1-15,1 0-4 16,2 0 6-16,-1-1 9 15,1-8 14-15,-1-1 4 16,4 0-11-16,-6 3 2 16,3 0-4-16,-6 1-3 0,0 4-4 15,0 0-1-15,-1 2-2 16,-1 0-7-16,1 0 1 16,2 4 14-16,1 2-7 15,0 1-8-15,0 0-19 0,2-1-11 16,-1-2-5-16,4-4-19 15</inkml:trace>
  <inkml:trace contextRef="#ctx0" brushRef="#br0" timeOffset="186437.28">23499 13062 161 0,'0'0'50'0,"0"0"-23"0,0 0-25 0,0 0-3 16,0 0 1-16,0 0-1 15,0 0-2-15,0 0-39 0,0 0-24 16</inkml:trace>
  <inkml:trace contextRef="#ctx0" brushRef="#br0" timeOffset="187995.44">22928 13589 90 0,'-1'0'75'0,"0"0"-54"0,1 0-17 0,0 1-5 15,0 9 7-15,0 4 0 16,5 2-3-16,0 4-2 0,0 1 0 16,-1 3-1-16,0-3 0 15,-1-1-8-15,-1 0-31 16,-2-4-10-16,0-5-11 16</inkml:trace>
  <inkml:trace contextRef="#ctx0" brushRef="#br0" timeOffset="188415.69">22918 13655 97 0,'0'0'-3'0,"3"-41"15"15,4 24 8-15,1 4 12 0,0 2-16 16,4 3-10-16,1 0-1 16,1 3-2-16,6-1-1 15,-2 3-1-15,-1 3 1 16,2 0-2-16,-4 7 0 15,-1 7-1-15,-7 2-8 16,-1 1 9-16,-6 4-7 0,0-2-4 16,-7-1 5-16,-5-1 1 15,-2-4 3-15,-1-1 2 16,2-4 1-16,3-2 1 16,2-3 2-16,4-1-2 15,0-2-1-15,4 0 2 0,0 0-10 16,1 0 4-16,6 2 3 15,0-1 2-15,1 2 0 16,0 4 2-16,-2-1-1 16,0 4-3-16,-2 0 2 15,-2 0 3-15,-2-2-5 0,0 1-3 16,-1-1-2-16,-8-2 2 16,-5-4 3-16,1 0 0 15,-3-2 0-15,3 0-1 16,-1 0-31-16,4-4-7 15</inkml:trace>
  <inkml:trace contextRef="#ctx0" brushRef="#br0" timeOffset="188735.61">23278 13491 160 0,'0'0'-2'0,"0"0"9"0,0 0-2 16,0 0-3-16,0 0 0 16,0 0-6-16,0 0 11 0,0 0 1 15,0 0-5-15,-23 61 1 16,9-36-1-16,0 5 0 16,3-5-1-16,2 1 0 15,2-4 0-15,5-1-1 16,2-4 0-16,0-3 1 15,0-1-2-15,9-5 0 0,2-2-2 16,2-2 5-16,5-4 1 16,1 0-1-16,0 0-2 15,2-1-10-15,0-8-45 16,-6-2-79-16</inkml:trace>
  <inkml:trace contextRef="#ctx0" brushRef="#br0" timeOffset="188906.28">23278 13670 205 0,'0'0'-14'16,"0"0"10"-16,0 0 4 15,0 0-3-15,0 0-32 16,51-15-19-16</inkml:trace>
  <inkml:trace contextRef="#ctx0" brushRef="#br0" timeOffset="189418.98">23436 13566 165 0,'0'0'13'0,"0"0"-3"15,0 0-8-15,0 0-2 16,0 0 1-16,-4 43 0 15,4-31 0-15,0 1 1 16,0 1-2-16,0-1 1 0,0-3-1 16,0-1 0-16,0-4-7 15,0 1-12-15,-2-2 3 16,-2-4 13-16,1 0 4 16,-1 0-1-16,-1-8 0 15,-3-2-1-15,5-3 1 0,-1-3 0 16,2 0-2-16,2-2 0 15,0-2 0-15,4 2-3 16,4 1 4-16,4 1 0 16,2 5 5-16,1 1-2 15,1 3-1-15,2 1-1 0,-1 6 1 16,1 0-1-16,-3 0 0 16,-2 0-2-16,-3 7-4 15,-5 6-20-15,-3 0 9 16,-2 2-3-16,-2 0 17 15,-7 0 2-15,-5-1 2 0,-2-1 1 16,-1 0 14-16,1-2 1 16,1-1-9-16,3 0-2 15,2 0-4-15,6-3-1 16,1 2 2-16,3-2 5 16,0 2 1-16,7-4-2 0,6-1 1 15,2 0-6-15,4-4 2 16,1 0-4-16,0 0-45 15</inkml:trace>
  <inkml:trace contextRef="#ctx0" brushRef="#br0" timeOffset="189624.66">23712 13550 239 0,'0'0'5'0,"0"0"-8"0,0 0 5 0,0 0-1 0,11 41 3 16,-8-24-3-16,1 1 0 16,0 0-1-16,-1 0 0 15,-1-2 0-15,0 0 0 16,-2-2-12-16,0-4-42 16,-6-2-30-16</inkml:trace>
  <inkml:trace contextRef="#ctx0" brushRef="#br0" timeOffset="189783.38">23643 13597 208 0,'0'0'-12'0,"0"0"20"16,0 0-4-16,59-47-1 16,-29 32-1-16,4-1 1 15,3 2-1-15,1-3-1 16,-6-3-35-16</inkml:trace>
  <inkml:trace contextRef="#ctx0" brushRef="#br0" timeOffset="191932.53">23808 12312 31 0,'0'0'65'0,"0"0"-44"0,0 0 3 0,0 0-8 16,0 0-12-16,0 0 0 15,0 0-4-15,-20-36 0 16,15 32 1-16,1 1-1 15,1 0 1-15,1 1 8 0,-2-3 1 16,1 2-5-16,0 1-1 16,0-1-3-16,-4 0-1 15,1 1 0-15,-3 0 0 16,0 2-3-16,-3-2 3 16,0 2 0-16,-1 0 0 0,-1 0 2 15,1 0-2-15,-4 0 1 16,4 0-1-16,-5 0 0 15,1 0 2-15,2 0-2 16,-2 0 0-16,1 0 0 16,-2 0 0-16,2 0 0 15,-1-1 0-15,-1-1 0 0,-2 2 1 16,0 0-1-16,1 0 1 16,-2 0-1-16,-1 0 0 15,1 0 0-15,-2 0 0 16,-1 3 0-16,1 2 0 0,0 0 0 15,1-1 0-15,0 1 0 16,2 0 0-16,1-2 0 16,-1 3 1-16,-1-2-1 15,-1 2 1-15,-1-1-1 16,-3 1 1-16,-2 3-1 16,2-2 0-16,-2 3 0 0,0-2 0 15,1 2 0-15,-1 0 0 16,1 2 1-16,3 0-1 15,1 1 0-15,0 1 0 16,0 2 0-16,3 2-1 16,-3-1 1-16,0 2 0 0,2-1 0 15,0 1 0-15,0-2 0 16,-1-1 1-16,4 0-1 16,-3-1 0-16,2-1 0 15,3 0 0-15,-2 0 1 16,2 2-1-16,0 1 0 0,1 1 0 15,0 4 1-15,1 2-1 16,1 3 0-16,1 1 0 16,2 2 0-16,2-1 0 15,0-1 0-15,3-1 0 16,-1-2 0-16,2 0 0 0,0 0 2 16,0-1-2-16,0 2 0 15,2-1-2-15,0 2 4 16,2 0-4-16,0 0 4 15,0 0-2-15,0 0 1 16,0-1-2-16,0-1 1 16,3 0 1-16,0 0-1 0,1-1 1 15,-2 1 1-15,2-1 0 16,-1 1 0-16,2 2-1 16,0 0 0-16,-1 0 0 15,2 0 1-15,-1 1-1 0,2 0-1 16,-4-1 1-16,1-2 2 15,2 2 0-15,-3-4 3 16,1 4-1-16,0-5-2 16,2 3-2-16,0 0 2 15,3 2-1-15,2 0-1 0,-1 4 0 16,3-1 0-16,4-1 0 16,-2 0 0-16,3-1 1 15,-1-3 1-15,4-1 2 16,-2-3-1-16,2 0 0 15,2 1-2-15,1-1-1 0,1 2 0 16,1-2-1-16,-1 1 0 16,-1-2 1-16,2-2-2 15,1-4 0-15,1-1 1 16,2-3 1-16,3-1 1 16,0-2-1-16,4-2 1 0,0-2-2 15,0 0 2-15,1-2-1 16,2-1 0-16,0 0-1 15,1 0 3-15,1 0-5 16,4 0 7-16,-2 0-3 16,1-5 0-16,0 0 0 15,0 0-4-15,0-2 5 0,-1 0-2 16,0-2 3-16,0 1 0 16,1-1 0-16,-1 0 0 15,-2-2 0-15,-1 1-1 16,-5 2 1-16,-1-2-3 15,-5-2 2-15,0 1-3 0,0-5 0 16,-2-1 0-16,-1-4 0 16,1-6-4-16,0-6-4 15,-3-5 0-15,2-6-3 16,-2-6 3-16,-1-2 0 16,-1-1 0-16,-3-3-1 0,0-3 2 15,-1 1 3-15,-1-2 4 16,1 5 0-16,-5-1 0 15,-1 5 0-15,-2 2 0 16,-3 5 1-16,-7 1 2 0,-1 0 4 16,0 2 1-16,0 0-3 15,-7 0-2-15,-2 1-5 16,-2 3 8-16,-2 0 0 16,1 0-3-16,-2 2 0 15,0 1-2-15,-2-2 2 16,0-1-3-16,-4 3 1 0,-1 2-1 15,-8 0 0-15,-2 5-1 16,-5 0-3-16,-4 3 0 16,-6 3 1-16,1 0 3 15,-3 2 1-15,1 2-1 16,0 2 1-16,3 3-1 0,4 2 0 16,-1 2 1-16,2 5-1 15,2 3-1-15,2 0-4 16,-1 5-29-16,4 5-15 15,0-1-29-15,3-5-41 16</inkml:trace>
  <inkml:trace contextRef="#ctx0" brushRef="#br0" timeOffset="193518.07">22854 12005 25 0,'-3'-6'21'0,"-1"3"-7"15,1 1 13-15,2-1-10 0,-1 3-1 16,1 0-4-16,1 0-9 16,0 0-3-16,0 8 1 15,0 4-1-15,0 5 1 16,0-1 0-16,0 5 0 16,0 0-1-16,0 0 1 0,0 0 0 15,0-2-1-15,0 2 3 16,3-1-2-16,-1-3-1 15,1 0 1-15,0-2 0 16,-1-1 0-16,-2-3-1 16,1 0 0-16,0-1 0 0,0-1 0 15,-1-1 1-15,1-3-1 16,-1 0 0-16,0 0-1 16,0-1-3-16,-4-3-24 15,-5-1-27-15</inkml:trace>
  <inkml:trace contextRef="#ctx0" brushRef="#br0" timeOffset="193887.43">22807 12032 75 0,'0'0'7'0,"0"0"11"0,0 0-6 16,0 0-4-16,0 0-6 16,0 0-1-16,0 0 0 15,0 0 0-15,0 0 1 0,-45 41 1 16,38-25 0-16,-5-1-1 15,-1 0-1-15,1-1-1 16,-1-3 1-16,1-1-1 16,1 0 0-16,1-3 0 15,3-3 0-15,3-1 1 16,-1-1-2-16,3 0-2 0,1-2-11 16,0 0-6-16,1-4-16 15</inkml:trace>
  <inkml:trace contextRef="#ctx0" brushRef="#br0" timeOffset="194158.38">22736 12033 62 0,'0'0'1'16,"0"0"0"-16,0 0-1 0,0 0 0 15,0 0 2-15,38-10-2 16,-33 10 0-16,1 3 4 15,0 3 5-15,3 1 4 16,2 3-3-16,3 1-2 16,1 1-4-16,1-1-2 15,3 0-1-15,-1-2 1 0,-1-2-2 16,-3 0 0-16,-1-1 1 16,-3-2-1-16,-3-2 0 15,0-1-1-15,-5 2-9 16,-1-3-28-16</inkml:trace>
  <inkml:trace contextRef="#ctx0" brushRef="#br0" timeOffset="194480.97">22841 12046 91 0,'0'0'-3'0,"0"0"7"16,0 0-2-16,0 0-1 16,0 0 1-16,0 37 5 0,0-22 4 15,0 1-2-15,0 2-3 16,0 1-1-16,0 1-3 16,0 0 0-16,2 1-2 15,0 2 1-15,0-2-1 16,-2 2 0-16,0-2 0 15,0-3 0-15,0-3 0 0,-1 2 0 16,-4-5 1-16,2-1-2 16,-2-2-3-16,-1-4-8 15,4-2-17-15,-1-3-40 16</inkml:trace>
  <inkml:trace contextRef="#ctx0" brushRef="#br0" timeOffset="195090.69">22798 12104 72 0,'0'0'6'15,"0"0"6"-15,0 0-3 0,0 0-4 16,0 0-1-16,0 0-3 15,0 0-1-15,0 0 0 16,0 0 0-16,-28 19 2 16,20-5 1-16,1 3 0 15,-2 0-1-15,-2 0-2 0,-2-3 1 16,-3 1-1-16,1-4 0 16,-2-3 0-16,2-2 0 15,-3-1-3-15,7-4-2 16,0-1 1-16,4 0 2 15,4-4 0-15,3-8-5 0,0-2-7 16,3-2 5-16,8-1 2 16,1-1 1-16,2 2-1 15,-1 2 4-15,0 3 1 16,0 1 1-16,-2 4 1 16,-3 5 4-16,2 1 5 15,-1 0-1-15,1 0-1 0,0 2-2 16,-1 4 1-16,0 1 2 15,3-1-3-15,-1 1 1 16,0 0 0-16,2 0 1 16,1-1-2-16,1-2-1 15,-2 0-2-15,-1 1 0 0,1-2-1 16,-4-1-1-16,0 0 1 16,-1-1 0-16,-1-1-1 15,-2 0 0-15,0 0 1 16,1 0 0-16,-1 0-1 15,-1 0 0-15,-2 0-2 0,1 0-16 16,-3 0-4-16,1 0 0 16,-1 0 1-16,0 0-31 15</inkml:trace>
  <inkml:trace contextRef="#ctx0" brushRef="#br0" timeOffset="195253.9">22942 12151 8 0,'0'0'20'0,"0"0"2"0,0 0-6 0,0 0 0 0,0 0 3 0,0 0 5 15,0 0-11-15,0 0-12 16,0 0-1-16,0 0 1 16,-18 20 0-16,15-6-1 0,-1 2 0 15,1 0 0-15,-1-1 0 16,1-3-11-16,-4-3-17 16,0-3-22-16</inkml:trace>
  <inkml:trace contextRef="#ctx0" brushRef="#br0" timeOffset="195552.38">22848 12107 88 0,'0'0'8'16,"0"0"-2"-16,0 0 6 15,0 0 0-15,0 0-3 16,27 39-4-16,-21-24-3 0,-1 6 1 16,2-3-2-16,-2 1-1 15,0-1 0-15,-1-1-1 16,-3-2-7-16,1-2-8 16,-2-6-6-16,0-2 0 15,0-3 11-15,-1-2 8 0,-1 0 3 16,-2-5-6-16,0-7-2 15,0-3 5-15</inkml:trace>
  <inkml:trace contextRef="#ctx0" brushRef="#br0" timeOffset="195694.22">22856 12157 92 0,'0'0'-1'16,"0"0"7"-16,0 0 7 15,-15 44 3-15,15-24-7 16,0 0-6-16,0 0-2 15,0 1 0-15,4-1-1 0,0-2-4 16,-2-5-33-16</inkml:trace>
  <inkml:trace contextRef="#ctx0" brushRef="#br0" timeOffset="197558.73">22585 10610 73 0,'-2'-7'-3'0,"0"0"15"0,0 0 12 0,1 1-8 16,-1 2-5-16,2 0-6 16,0 2-1-16,-3 0 0 0,3 0-1 15,0 2-1-15,0 0 2 16,0 0 0-16,0 0-4 15,0 4 0-15,-1 2 1 16,1 4-2-16,-1 2 2 16,1 0-1-16,0 1 0 15,0 2 1-15,0 2-1 0,0 1 0 16,2 2 0-16,3 1 0 16,-4 0 0-16,3 3 0 15,3-1 0-15,-4 0 1 16,3-2-1-16,0 0 0 15,1 1 0-15,0-2 0 0,-1-1 3 16,1 0-3-16,-1-1 1 16,1-1 1-16,-1-1 1 15,-1-1-2-15,-2-3 0 16,0-2-1-16,-3 0 1 16,0-3-1-16,0-3 1 15,0-1 0-15,0-1 0 0,0 0-1 16,-1-2-1-16,-3 0-2 15,0 0-28-15,-3-11-30 16</inkml:trace>
  <inkml:trace contextRef="#ctx0" brushRef="#br0" timeOffset="198042.78">22474 10566 13 0,'0'0'38'0,"0"0"-23"0,0 0 1 0,0 0-8 16,0 0 4-16,0 0 0 16,0 0-1-16,0 0-8 15,0 0 1-15,0 0-2 16,-39 47 1-16,28-30-1 0,0 4-1 15,-3-2 1-15,0-2 0 16,0 0-1-16,0-4 2 16,-1-2 2-16,-2-2 1 15,7-2-3-15,-2-2 0 16,4-2-3-16,3-1 0 0,3-2 0 16,2 0 0-16,0 0-2 15,1-2 2-15,7-4-2 16,1-5-15-16,5-3-28 15</inkml:trace>
  <inkml:trace contextRef="#ctx0" brushRef="#br0" timeOffset="198298.3">22434 10586 75 0,'0'0'2'0,"0"0"8"16,0 0 3-16,0 0-1 16,49-10 3-16,-33 10 0 15,1 0 2-15,3 0-2 0,3 0-4 16,1 2-7-16,1 5-2 16,0 0-2-16,1 2 1 15,-3 0-1-15,-1-1-5 16,0-2-21-16,-2-2-5 15,-6-3-15-15</inkml:trace>
  <inkml:trace contextRef="#ctx0" brushRef="#br0" timeOffset="199637.46">21343 9823 46 0,'0'3'12'0,"0"0"-10"0,0 3 1 0,1 2 10 0,0 2 0 16,1 4-3-16,2 2-6 16,-2 0-1-16,1 2-2 15,0-1-1-15,3 0 1 16,-3-1-1-16,1-2 0 16,2-3 0-16,-2-2 1 0,2-3-1 15,-2-1 2-15,1-3 4 16,1-1 1-16,1-1-2 15,1 0-1-15,0 0-3 16,0 0 1-16,-1 0-2 0,3 0 0 16,-2-3 1-1,1 2-1-15,1-2 0 0,0 2 0 16,-1-1 1-16,0-2-2 16,2 1-7-16,-6-1-31 15</inkml:trace>
  <inkml:trace contextRef="#ctx0" brushRef="#br0" timeOffset="199849.81">21448 9920 129 0,'0'0'-5'15,"0"0"20"-15,0 0-3 16,0 0-3-16,0 0 1 15,0 0-9-15,0 0 2 16,0 0-1-16,0 0-2 0,30-17 1 16,-17 13-3-16,-1-1-32 15,-3 0-26-15</inkml:trace>
  <inkml:trace contextRef="#ctx0" brushRef="#br0" timeOffset="199998.3">21484 9821 102 0,'0'0'8'16,"0"0"17"-16,0 0-7 16,0 0-4-16,0 0-8 15,0 0-6-15,0 0-3 0,-17-36-10 16,26 35-24-16,0-2-31 16</inkml:trace>
  <inkml:trace contextRef="#ctx0" brushRef="#br0" timeOffset="200539.67">21618 9886 89 0,'0'0'10'15,"0"0"14"-15,0 0-10 0,0 0-2 16,0 0-2-16,0 0-3 15,0 0-2-15,0 0-4 16,5-23-1-16,-2 18 1 16,-1 2-1-16,2 0-1 15,0 1 1-15,2 1 0 0,-2 1 0 16,3 0 1-16,-1 0-1 16,4 4 0-16,-5 4 0 15,3 0-1-15,-1 2 0 16,0 0 0-16,-2-2-1 15,-1 1 1-15,0-5 2 16,-2 2-1-16,0-3 0 0,-1-1-1 16,-1-2 1-16,0 0 1 15,0 0 2-15,-3 0-3 16,-3 0 0-16,2-5 1 16,1-1 0-16,-3-2 0 15,4-1 0-15,1-1 0 0,1 1-2 16,0 0 1-16,0 1 0 15,0 1 0-15,2 1 0 16,5 1-2-16,-2 4 2 16,3 1 0-16,-1 0 0 0,3 0 1 15,0 0-1-15,-2 7 0 16,1 0 1-16,-1 3-1 16,-1 0 0-16,1 0 0 15,-2-2-7-15,2-1-12 16,0-1-8-16,0-5-24 15</inkml:trace>
  <inkml:trace contextRef="#ctx0" brushRef="#br0" timeOffset="200804.17">21891 9757 100 0,'0'0'-1'0,"0"0"6"0,0 0 2 0,-27 37-1 15,24-23-1-15,-1 0 0 0,2 0 1 16,2-2-2-16,0-2 3 16,0 0-3-16,6-2-2 15,-1-1 0-15,5-1-2 16,4-2 1-16,-1-3-3 0,2-1-17 15,0 0-31-15</inkml:trace>
  <inkml:trace contextRef="#ctx0" brushRef="#br0" timeOffset="201124.26">22026 9794 107 0,'0'0'5'16,"0"0"2"-16,0 0-2 15,0 0-2-15,-39 38 0 16,34-27 0-16,2-1 0 0,3-1-1 16,0-2-1-16,0-3 0 15,7-1 3-15,4-3-3 16,1 0 1-16,0 0 0 16,2-7-1-16,0-2-1 15,2-2 1-15,-5-2-1 0,-2 0 1 16,0 0-1-16,-6 0 2 15,-3 1-1-15,0 5 1 16,-1 1-1-16,-11 5-4 16,0 1 0-16,-2 1-3 15,1 6-2-15,2 3-1 0,1 0-7 16,4-2-3-16,4-3-21 16</inkml:trace>
  <inkml:trace contextRef="#ctx0" brushRef="#br0" timeOffset="202071.77">22192 9761 56 0,'0'0'3'0,"0"0"20"16,0 0-5-16,0 0-6 16,0 0-9-16,0 0-1 15,0 0 3-15,-39 7-1 0,27 3 0 16,2 2 1-16,1-3-2 15,3 2-2-15,4-3 0 16,2-2-1-16,0-1-1 16,0-5 1-16,6 0 0 15,2 0 1-15,3-1-1 16,1-9 1-16,0-2 0 0,-1-2 1 16,1-3-1-16,-3 0 0 15,-2-3 0-15,-1 0-1 16,-3 1 2-16,-2-1-2 15,-1 1 0-15,0-1 1 16,-1 5-1-16,-4 0 2 0,-1 4 0 16,0 1 5-16,2 4-1 15,-4 5 0-15,4 1-1 16,-3 0-4-16,2 7-1 16,2 6 1-16,-2 1-2 15,3 2 2-15,2 2-1 0,0-1 0 16,0 2 2-16,7-1-2 15,0-2 0-15,3-1 0 16,3-3 0-16,0-2 0 16,2-4 0-16,1-1 0 15,2-5-2-15,1 0 2 0,-3 0 2 16,0-1-2-16,1-8-2 16,-3 0 4-16,0-2-1 15,-3-2-1-15,-1-1 1 16,-3 3-1-16,-2-2 1 15,-3 5 0-15,-2 0-1 0,0 4 3 16,-2 3 4-16,-6 1-3 16,-2 1-3-16,-1 8-1 15,1 4 0-15,-2 3 0 16,4 0 1-16,3 0-1 16,3 0 0-16,2-4 0 0,0-2 0 15,4 0-2-15,7-5 1 16,3-3 0-16,-1-2 1 15,2 0 0-15,-1 0-5 16,1-7-4-16,-4-3 1 16,0 0 3-16,-2-1 4 15,-2-1 1-15,-1-2 0 0,-1 4 0 16,-2 2 0-16,1 1 1 16,-2 1-1-16,3 3 1 15,-3 3 1-15,1 0 0 16,0 0 0-16,2 2 3 15,-1 5-1-15,1 0-2 0,2 1 0 16,-3-1-2-16,1-1 1 16,-1 0-1-16,-1-3 0 15,0-3 1-15,-1 0 4 16,1 0 16-16,-3-7 3 16,0-2-13-16,0-4-1 0,0 2-3 15,0-5-1-15,0 2-3 16,0 0-2-16,0-2-1 15,0 2-1-15,8 1-8 16,3-1-60-16,1-3-88 16</inkml:trace>
  <inkml:trace contextRef="#ctx0" brushRef="#br0" timeOffset="202655.8">23205 9538 123 0,'0'0'-3'0,"0"0"16"0,0 0 7 16,0 0-10-16,0 0-7 15,0 0-3-15,-47-23 0 16,35 25 0-16,-1 3 0 0,1 4 0 16,2-1 0-16,0 2 0 15,4 2 1-15,2-1-2 16,4-1 2-16,0 0-1 16,1-3 0-16,8-1-1 15,3-3 1-15,1-1 0 16,-2-2 0-16,1 0 1 15,1-2-1-15,0-7 0 0,-2-1 0 16,0-3 0-16,-2-1 0 16,-1-3 1-16,-2 0-1 15,-2-1 2-15,-3-2-2 16,-1 1 1-16,0-1-1 0,0 3 0 16,-1 3-1-16,-5 2 1 15,1 3 1-15,1 3-1 16,-4 6 0-16,4 0 0 15,-2 0 0-15,2 10 0 16,0 4 0-16,3 1 0 0,1 3 1 16,0 0-1-16,2 1 1 15,6-1 0-15,3-5 0 16,2-2-1-16,1-1 1 16,3-4-1-16,2 0 1 15,0-3-2-15,3-2-4 16,-5-1-47-16</inkml:trace>
  <inkml:trace contextRef="#ctx0" brushRef="#br0" timeOffset="203012.77">23397 9488 141 0,'0'0'1'0,"0"0"1"0,0 0 0 16,0 0-2-16,0 0 1 15,0 0-1-15,0 0 2 0,0 0 9 16,0 0 0-16,0 0-4 16,22 5-2-16,-15-11-3 15,-2-3-1-15,-2 2 0 16,-2-1 0-16,-1 2-1 16,0 3 2-16,-3-1-2 0,-5 4 3 15,-2 0-4-15,-3 1 1 16,0 6 1-16,-1 3 2 15,4 0-1-15,3 0-1 16,2-1 2-16,3-1 0 16,2 1-3-16,2-2 1 0,8 0 1 15,2-3-2-15,2-1 0 16,3 0-2-16,4-3-24 16,0 0-29-16,2 0-28 15</inkml:trace>
  <inkml:trace contextRef="#ctx0" brushRef="#br0" timeOffset="203240.63">23652 9421 83 0,'0'0'12'0,"0"0"21"16,0 0-8-16,0 0-13 16,0 0-5-16,0 0-3 0,-43-8 0 15,30 16 4-15,2 4-3 16,2 2 0-16,2 0-3 15,4-1-1-15,3 0 1 16,0-2 0-16,2-1-2 16,10-3-2-16,3-2 1 15,2-3-3-15,5-2-29 0,0 0-21 16,2-4-49-16</inkml:trace>
  <inkml:trace contextRef="#ctx0" brushRef="#br0" timeOffset="203524.75">23788 9421 89 0,'0'0'5'16,"0"0"22"-16,0 0-7 16,0 0-11-16,-49-1-4 15,33 12 0-15,2-2 1 16,2 5 0-16,2-2-2 0,5-3-1 16,2 0-2-16,3-3 1 15,0-2 0-15,4-1-2 16,7-3 1-16,3 0 3 15,1 0-2-15,3-7 0 16,2 0 1-16,-5-2-3 16,0-1 2-16,-3 0-2 0,-5 0 0 15,-3 2 1-15,-4 0 0 16,0 0-2-16,0 1-3 16,-6 4-13-16,0 3-12 15,-2 0-4-15,3 0-16 0</inkml:trace>
  <inkml:trace contextRef="#ctx0" brushRef="#br0" timeOffset="204263.9">23929 9403 112 0,'0'0'11'0,"0"0"10"15,0 0-8-15,0 0-7 16,0 0 3-16,0 0 3 15,0 0-8-15,0 0-3 16,0 0 0-16,-3-31-2 0,-10 41 2 16,2 0 0-16,3 1-1 15,2-1 0-15,3-2-1 16,2-1 1-16,1-4-2 16,0-1-1-16,5-2 3 0,5 0 1 15,2-4-2-15,1-5 1 16,0-3 1-16,0-3-2 15,-1 1 2-15,-1-3 0 16,-3-1 0-16,-1 2 1 16,-2-1 1-16,-3 1 3 0,-2 2-1 15,0 1-1-15,0 0-1 16,0 5-2-16,-4 1 3 16,0 4-1-16,-1 3 2 15,0 0-4-15,-1 3-1 16,1 8-1-16,-1 6 2 15,2 0-1-15,2 3 0 0,2 0 0 16,0-2 0-16,0 0 1 16,7-3-1-16,3-2 0 15,2-3 0-15,2-2 0 16,3-2 1-16,3-3-1 16,-1-2 1-16,4-1 0 0,0 0 1 15,-2-4-2-15,-1-6 1 16,-1 2-1-16,-4-4 2 15,-4 1-2-15,-2-1 1 16,-2-2-1-16,-3 4 1 0,-3 2-2 16,-1 1 1-16,0 4-3 15,0 3 3-15,-5 0-3 16,-4 3-2-16,0 7 2 16,0 2 0-16,0 1 3 15,4 0 0-15,1 0-1 0,4-3 1 16,0-3-1-16,0-2 1 15,9-2-1-15,3-3 2 16,3 0 0-16,1 0-1 16,4-7 0-16,-4 0 6 15,4-3-3-15,-2 3-2 16,-7-1 0-16,-4 1-2 0,-7 1-3 16,-3 0-41-16,-23 2-56 15</inkml:trace>
  <inkml:trace contextRef="#ctx0" brushRef="#br0" timeOffset="204855.74">22392 9453 107 0,'-54'-10'-8'0,"5"-2"13"0,5-2 10 0,0 0-2 0,6-2 2 16,0-2 6-16,2 1 2 15,2 0 1-15,-2 0-7 16,3 0 1-16,-4 3-12 0,-1 2-5 16,-3 4-1-16,-1 1 0 15,-4 5 0-15,-3 2 0 16,-6 0-1-16,-5 13 0 15,-4 3 0-15,-2 5-1 0,-3 4 1 16,-1 7 0-16,3 2 1 16,2 6 0-16,4 4 0 15,4 4 0-15,8 6 0 16,2 6 0-16,11 6 0 16,3 4 0-16,10 6-1 0,5 4 1 15,9 0 1-15,9-4-2 16,2-8 0-16,19-8-5 15,13-13-2-15,14-13 0 16,13-11 7-16,8-12 4 16,9-5-2-16,10-6-1 15,10-4 2-15,3-15-1 0,2-6 2 16,6-11-3-16,-4-5 0 16,-2-9 1-16,-5-5 0 15,-6-5-1-15,-13-4 0 16,-12 0 1-16,-14 0-1 15,-14-1 0-15,-16 7 0 0,-18 5-1 16,-5 8-4-16,-18 5-21 16,-14 6-4-16,-6 6 2 15,-2 2-4-15,0 3-18 16</inkml:trace>
  <inkml:trace contextRef="#ctx0" brushRef="#br0" timeOffset="205389.02">23682 9146 205 0,'0'0'11'0,"0"0"8"0,9-47-6 0,-9 33-10 0,0-2 1 15,-4 2-3-15,-5 1-5 16,-7-1 10-16,-7 4-5 0,-6 5-4 16,-9 3-10-16,-7 2-1 15,-8 3 8-15,-1 11-1 16,-4 6 6-16,1 4 1 15,-2 7 1-15,2 5 0 16,1 8-1-16,-1 10 1 16,3 4-2-16,6 8 1 0,4 1 0 15,10-3 0-15,12-2-1 16,15-8 1-16,7-9 0 16,13-8-2-16,17-5 1 15,12-5 1-15,12-8 5 16,8-5-1-16,12-6-2 0,8-6-1 15,6-2 3-15,6-10-2 16,3-8-1-16,-1-6 1 16,-8-5-1-16,-10-3 1 15,-17-2-1-15,-16-1 1 16,-18-4-2-16,-20 0 1 0,-11 1-7 16,-30 4-46-16,-21 0-68 15</inkml:trace>
  <inkml:trace contextRef="#ctx0" brushRef="#br0" timeOffset="206171.46">20973 9368 92 0,'0'0'5'0,"0"0"9"0,0 0 0 0,0 0-2 15,0 0-5-15,0 0-6 16,40-37-1-16,-13 28 0 15,5 2 1-15,7-2 0 0,1 2-1 16,4-2 1-16,5 1-2 16,3-2 1-16,-1-1 0 15,9-2-1-15,1 0 1 16,6-4 1-16,11-1-2 16,7-3 1-16,9-2-2 0,11-3 3 15,11-1 0-15,7-4-2 16,4 1 3-16,5-2-2 15,-1 1 1-15,-2 1-1 16,-4 0 0-16,-6 4 0 16,-2-2 0-16,-7 5 1 0,0-4-1 15,-6 4 0-15,-3 3 0 16,-3 2 0-16,-8 4 0 16,-8 1 0-16,-13 8 0 15,-11 3 0-15,-12 2 0 16,-10 0 0-16,-7 1 0 0,-9 9 0 15,-2 4 0-15,-5 1-1 16,1 3 0-16,-3 5 3 16,1 2-1-16,-2 7-1 15,1 2 0-15,1 6 1 16,1 5-1-16,-2 3 0 16,2 4 0-16,-1 1 1 0,1 0-1 15,0 1 0-15,2-3 0 16,2-3 0-16,3-1 0 15,-1 0 0-15,2-3 0 16,1-1 2-16,-3 0-2 16,-2 3 0-16,-6-2 1 0,-3 6-1 15,-8 3 0-15,-4 1 0 16,-18 1 0-16,-13-2-1 16,-13-4-5-16,-11-6-16 15,-8-8 12-15,-14-8 2 0,-11-4-6 16,-13-9-13-16,-16-5-18 15</inkml:trace>
  <inkml:trace contextRef="#ctx0" brushRef="#br0" timeOffset="206776.67">20668 9556 82 0,'0'0'0'0,"0"0"0"0,14 44 2 0,-6-22-1 0,0 6 0 16,4 4 0-16,0 6 0 16,1 3-1-16,0 5 0 15,0 3 0-15,-1 2 0 16,-1-1 0-16,-1-5 0 15,1-3 0-15,1-5 0 0,2-8 1 16,0-3 0-16,4-6 8 16,3-5 1-16,3-2 5 15,3 0-7-15,7-2-11 16,-1-1 11-16,6 3-7 16,4-1-1-16,5 0 0 0,-2-2-3 15,4 3-5-15,0-6 6 16,6-2-1-16,4-1 2 15,1-2 1-15,6-2 0 16,3 0 0-16,8-11 1 16,4-3 0-16,8-3 4 15,6-3 3-15,11-4 1 0,11-5-2 16,5 0 3-16,10-4-1 16,9 0-8-16,8-2 0 15,4-3-4-15,0-4-48 16</inkml:trace>
  <inkml:trace contextRef="#ctx0" brushRef="#br0" timeOffset="210783.64">22288 10092 26 0,'0'-2'59'0,"-2"0"-56"0,0-1 1 16,0 1-2-16,0 0-2 15,1 0 1-15,-1-1 1 16,2 0 7-16,0-1 6 0,0 3-4 15,-1-1-5-15,1 1-4 16,0 1-2-16,0 0 0 16,0 0-5-16,0 0-3 15,0 0 4-15,0 0 2 16,0 0 2-16,0-1-4 16,0-1 1-16,3 2 4 0,3-1 3 15,0-2-3-15,2 3 0 16,-1 0-1-16,4 0 0 15,-4 0 0-15,0 0 0 16,2 0 0-16,-1 0 0 16,1 0 0-16,-2 3 0 0,2 2 0 15,-2 2 0-15,1-1 0 16,1 4 0-16,1-1 0 16,-1 1 0-16,1 1 0 15,2 2-2-15,-3-1-2 16,1 1 0-16,0 1 1 0,-3-1 2 15,1 0 1-15,-3-2-1 16,2 2 1-16,-4-3 1 16,1 2-1-16,2 0 0 15,-2-2 1-15,1 4-1 16,1-1 0-16,-1 3 0 16,0 1 0-16,-1 1 0 0,-1 2 0 15,-1 3 0-15,0 1 0 16,0-1 0-16,2 4 0 15,-1-2 0-15,2 3 1 16,-1 0-2-16,2-1 2 0,-1-2 0 16,1 0-1-16,-1-2 2 15,2-3-1-15,-4-1 2 16,1-1 1-16,2-1 2 16,-3 1 0-16,3 1-2 15,-2 2 1-15,1 2-2 0,-2 0 2 16,-1 4-4-16,0-3 1 15,0 3-2-15,-2-3 1 16,0-1-1-16,0-2 1 16,0-1 0-16,0-4-1 15,0-2 2-15,0-1-2 16,0-4 1-16,0 0-1 0,0-1 0 16,0-1 0-16,-2 0-1 15,-2 0-14-15,-1-4-17 16,-4-3-71-16</inkml:trace>
  <inkml:trace contextRef="#ctx0" brushRef="#br0" timeOffset="211516.64">22378 11022 1 0,'2'0'1'0,"2"1"1"0,-3-1 3 0,1 1-4 0,0 0 0 15,0 2 0-15,0 0 2 16,2 1 9-16,-2 0-1 16,-1 3 3-16,4-1-3 15,1 2-4-15,-1 1-2 16,3 1-2-16,-2 1 0 0,4-2-3 15,-3 0 1-15,1-2 0 16,-1-1 3-16,3-1 0 16,-2-2 4-16,-1-2-3 15,2 1 4-15,-4-2 2 16,1 0-3-16,-2 0 0 0,1 0 0 16,1 0 5-16,-2-6-2 15,1 1-1-15,1-2 0 16,1-1 1-16,1-2 2 15,4 0-3-15,0-1-1 16,4-2-1-16,-1-1 1 0,4-2-5 16,0-1-1-16,2-1 0 15,1-3-1-15,-2 3-2 16,0-2 0-16,1 2-8 16,-2-1-20-16,0 1-26 15,-2-5-24-15</inkml:trace>
  <inkml:trace contextRef="#ctx0" brushRef="#br0" timeOffset="212101.95">22391 11058 78 0,'0'0'7'0,"0"0"-6"0,0 0 1 0,0 0 0 15,0 0 0-15,0 0 0 16,47-9-2-16,-42 11 0 16,3 3 1-16,-1 0-1 0,2 0 0 15,-4-2 0-15,1 1 0 16,3-4 1-16,2 0 0 15,0-1 10-15,5-11 3 16,1-5-6-16,6-7-3 16,2-3-3-16,-1-4-1 0,3-7-20 15,1-5-73-15</inkml:trace>
  <inkml:trace contextRef="#ctx0" brushRef="#br0" timeOffset="213117.6">21144 11621 34 0,'0'0'10'0,"0"0"16"0,0 0-11 0,0 0-1 15,0 0-14-15,0 0 1 16,0 0-2-16,21 37-2 16,-9-10 6-16,1 5-3 15,3 6 3-15,0 5 2 16,1 6 1-16,-1 7 1 0,0 3-4 15,-3 8 0-15,-1 2 0 16,-1 4-2-16,-2 0 2 16,0-2-1-16,-2-6-2 15,1-8 0-15,-3-10-9 16,3-14-13-16,-1-14-42 0</inkml:trace>
  <inkml:trace contextRef="#ctx0" brushRef="#br0" timeOffset="213744.36">21432 11539 78 0,'0'0'-14'0,"0"0"19"15,0 0 1-15,0 0-2 0,0 0-4 16,0 0-1-16,0 0 2 16,0 0 4-16,0 0-1 15,-11-18-1-15,11 16 1 16,0 2 0-16,0-1-4 15,0 1-3-15,4-3 6 16,5 0-3-16,0-1 0 0,7-2 0 16,1-2 0-16,4 2 0 15,2-2 0-15,4 0 0 16,2-2-2-16,0-1 4 16,4 3-2-16,0-1 4 15,1-1 2-15,4 0-2 0,2 3-1 16,5-3 0-16,3 0-1 15,4-1-1-15,2-1 0 16,4-4 2-16,2-2 5 16,5 0 4-16,2-2 3 15,-1-1 2-15,4-2-3 0,3 3-6 16,2-1-4-16,2 0-4 16,2 1 4-16,0 0-2 15,4 0 0-15,-1 1-1 16,-2 1-1-16,-1-2 0 15,-1 3 0-15,-2-1 0 0,2-2 0 16,-4 0 1-16,2 0 0 16,-1-1-2-16,0 1 0 15,-3-2-2-15,-3 4-6 16,-1-2-18-16,-7 0-20 16</inkml:trace>
  <inkml:trace contextRef="#ctx0" brushRef="#br0" timeOffset="214642.3">22895 11959 99 0,'0'0'4'0,"0"0"10"15,0 0-12-15,0 0-5 16,0 6 3-16,0 3 1 0,0 2-1 16,0 5 0-16,4-1 2 15,0 5-1-15,1 0-1 16,-1 4 0-16,4 0 1 15,-2 5-1-15,2-1 1 0,-3 2-1 16,3 3 1-16,1-2 1 16,0 3 0-16,2 0 3 15,-3 0-2-15,5 0-1 16,-4-2-1-16,1-3 0 16,-4-2-6-16,-2-6-26 15,-4-9-55-15</inkml:trace>
  <inkml:trace contextRef="#ctx0" brushRef="#br0" timeOffset="-214379.67">22693 12367 78 0,'0'0'59'0,"0"0"-63"0,0 0 7 0,38 15-1 15,-22-10-1-15,1 2-1 16,1-3-19-16,-3-2-30 0</inkml:trace>
  <inkml:trace contextRef="#ctx0" brushRef="#br0" timeOffset="-213609.84">23684 12461 138 0,'0'0'4'0,"0"0"-14"0,0 0-5 0,0 0 14 0,0 0 1 16,0 0 4-16,0 0 3 15,0 0 15-15,0 0 12 16,0 0-9-16,37-10-6 16,-23-3 3-16,6-4-10 0,6-3-4 15,7-3-3-15,8-5-3 16,6-3-1-16,9-5-2 16,6-5-38-16,-1-4-89 15</inkml:trace>
  <inkml:trace contextRef="#ctx0" brushRef="#br0" timeOffset="-213127.3">23777 12927 240 0,'0'0'-8'0,"0"0"18"0,49-39 0 0,-24 22 7 16,1-1-1-16,10-6-8 0,1-3-3 16,8-4-2-16,4-1-2 15,4-2-8-15,0-1-19 16,1-1-33-16,-3-1-54 16</inkml:trace>
  <inkml:trace contextRef="#ctx0" brushRef="#br0" timeOffset="-212711.65">23935 13743 23 0,'0'0'178'0,"0"0"-155"16,0 0-6-16,0 0-26 15,0 0 9-15,0 0 3 16,0 0-1-16,0 0 0 16,0 0 2-16,0 3 6 0,2-3 6 15,4-3-6-15,5-11-9 16,6-4-2-16,12-11 1 16,14-6 0-16,13-11-5 15,14-12-16-15,16-6-18 16,10-14-60-16</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24:25.570"/>
    </inkml:context>
    <inkml:brush xml:id="br0">
      <inkml:brushProperty name="width" value="0.05292" units="cm"/>
      <inkml:brushProperty name="height" value="0.05292" units="cm"/>
      <inkml:brushProperty name="color" value="#FF0000"/>
    </inkml:brush>
  </inkml:definitions>
  <inkml:trace contextRef="#ctx0" brushRef="#br0">4068 3749 33 0,'-2'0'13'0,"2"0"-1"0,0 0-22 15,0 0 1-15,0 0 6 16,0 1 6-16,0 0-3 16,2-1 3-16,2 2 1 0,-1-2-4 15,4 0 2-15,-3 3-1 16,2-3 0-16,1 2-1 15,-2-1-3-15,6 0 0 16,0 2 6-16,0-3-4 16,3 3-1-16,1-1 4 15,3-1 2-15,3 2-2 0,0-2-1 16,2 2 0-16,2 0-1 16,0-2 2-16,1 1-2 15,1 0 0-15,7-2 1 16,-3 0 0-16,1 0 0 15,3 0 1-15,0 0 0 0,4-4-1 16,1 1 2-16,5-2 0 16,1-1-1-16,1 2-1 15,-3 0 0-15,4-1 0 16,-6 3-1-16,1 0 1 0,-5-1-2 16,2 2 2-16,-2-2-1 15,1 2 0-15,1-1 0 16,1-1 0-16,0 2 0 15,0 0 0-15,0-1 0 16,4 2 0-16,0-1 0 16,5-1 1-16,3 2-1 0,-2-1 0 15,3-2 0-15,-2 3 0 16,-2-2 1-16,2 2-1 16,-6-2 0-16,4 0 0 15,-3 1 1-15,2-1-1 0,1-2 2 16,-2 1-1-1,4-1 1-15,-2 0-1 0,1 1 0 16,2 0 0-16,-1 0 0 16,-1 3-1-16,-4 0 0 15,1 0 0-15,-4 0 1 16,2 0-1-16,-2 0 0 0,4 0 1 16,-1 0 0-16,0-1 0 15,-2-2 1-15,1 2-1 16,2-1-1-16,-4 1 1 15,1 1 0-15,-2-2-1 16,4 2 2-16,-5 0-2 0,-2 0 0 16,-2 0 0-16,0 3 0 15,0 0 0-15,-3-2 0 16,4 2 0-16,-1 1 1 16,0-1-2-16,0 0 2 15,1 1-1-15,0-1-1 16,-1 2 2-16,-2-1-1 0,2 0 0 15,2-1 1-15,1 1 0 16,-1-2 0-16,3-1 0 16,-1 2 1-16,3-1-1 15,-3 0 0-15,2-2 0 16,1 3 0-16,0-3-1 0,4 1 0 16,-1-1 1-16,2 0-1 15,2 0 0-15,-3 0 1 16,2 0-1-16,3 0 0 15,-3 0 0-15,5 0 0 16,-2 0 0-16,2 0 0 0,0 0 1 16,-1 0-1-16,1 0 0 15,2 0 1-15,-1 0 0 16,1-1-2-16,0 1 2 16,0-1-1-16,1-1 0 15,-1 2 1-15,3 0-1 0,-1 0 0 16,1 0 0-16,-1 0 0 15,-2 0 0-15,1 2 0 16,3-1 0-16,-3-1 1 16,3 0 1-16,-2 0 0 15,3 0-1-15,-1 0 1 16,1-3 0-16,2-1-1 0,-3 1-1 16,1 0 1-16,-3-1-1 15,-1 1 1-15,1 0 2 16,-4 2 0-16,-2-1-1 15,-1 2 0-15,0 0-1 0,0 0 1 16,2 0 1-16,-1 0-1 16,3 0 0-16,2 0 0 15,-1 0 0-15,3 2 0 16,3-1 1-16,-1-1-1 16,1 0 1-16,3 2-1 15,-2 0 0-15,3 0 1 0,-3 1-2 16,1-1 0-16,1 2-1 15,-4-1 0-15,2 2 1 16,-1-2-1-16,1 0-1 16,3-1 1-16,-1 1 0 15,4 0 0-15,0 0 0 0,1 0 2 16,1-2-1-16,2 2 0 16,-3-2 1-16,0-1 0 15,0 0 2-15,-2 0 0 16,-1 0 1-16,2 0 0 0,2 0-4 15,-2 0 1-15,5-1 0 16,-3-2-1-16,5 0 1 16,-3-1 0-16,2-3-1 15,-1 0 0-15,-2-3 0 16,-2 2 0-16,-1 0 0 16,-4-1 1-16,0 1 0 0,-4 0 4 15,1-1-4-15,-4 1 1 16,-1-2-2-16,-3 1 2 15,-6-2 0-15,0-2 0 16,-3 1 0-16,-2-1 3 16,-2-2-1-16,-3-3-1 0,0-2 1 15,-5-1-2-15,0-2-1 16,-4 0 1-16,-7-1-2 16,-6 0 3-16,-4 3-3 15,-5-2 0-15,-5 0 4 16,-3 1 6-16,-1 0-4 0,0-2-2 15,-9 3-3-15,-1-2-2 16,-3-1 2-16,-3 2-2 16,-1 0 2-16,-1-1-1 15,0 0 1-15,-2 1-2 16,-1-1 2-16,1 3-2 16,-2 0 0-16,0 3-2 0,-5 0 1 15,-3 3 0-15,-1 0 2 16,-4 1-2-16,-2 2 2 15,0 3-2-15,-1-2 1 16,-2 4 0-16,0 1 0 0,-1-1 1 16,-3 2-3-16,1 0 0 15,-2 0-1-15,-1 1 2 16,1-2 1-16,2 0 0 16,-1 1 0-16,1 2-1 15,-4-1 1-15,0-1 0 0,-1 3 0 16,0-1 0-16,-4-2 0 15,2 1 0-15,0-1 0 16,-2 0 1-16,-1-1-1 16,-2 1 0-16,-2 3 0 15,-1-4 0-15,-1 3 0 16,0 0 0-16,-2-2 0 0,0 4-2 16,-1-1 3-16,-3-1-2 15,-3 2 1-15,0 0 0 16,0-1 0-16,-1 1 0 15,2 0 0-15,1 0-1 0,3-2 2 16,-2 2-2-16,1 0 2 16,1-1-1-16,-3 1 0 15,-1-2 0-15,-3 1 0 16,0 1 0-16,-1-2 1 16,-1 0-1-16,1 0 0 15,0-2 0-15,-1 0 0 0,2-2 0 16,-1 1 0-16,-1-1 0 15,-2 0 0-15,1-1 0 16,-6 2 0-16,4 0 0 16,-4 2 0-16,-1 2 0 0,2 1 0 15,-5 0 0-15,3 0 0 16,-5 0-1-16,-1 0 2 16,-1 3-1-16,2 0 0 15,-1 0 0-15,-3 1 0 16,3 0-2-16,-3-3-2 15,2 3 4-15,-1-1-2 0,-4 0 2 16,4 1-1-16,-2-1 0 16,-3 1-2-16,3 0-1 15,-2 0 0-15,3-3 2 16,-3 0 0-16,-2-1 0 16,3 0 2-16,1 0 1 0,-1 0 0 15,1 0-1-15,-1-2 0 16,1 0 0-16,-4-2 0 15,-4 2 0-15,2 1 0 16,0 1 0-16,-3-2 0 16,-1 2 0-16,2 0-1 0,1 0 1 15,-3 0 1-15,-3 0-2 16,4 0 1-16,1 0 0 16,2 0 0-16,0 2-1 15,1-2 2-15,5 0-1 16,-2 0 0-16,-1 0 0 0,3 0 0 15,1 1 0-15,1 1 1 16,1-2-2-16,2 2 1 16,3-1 0-16,-1-1 0 15,0 0 0-15,5 0 0 16,-1 0 0-16,2-3 0 0,2 0 0 16,2-2 0-16,1 0 0 15,2-2 0-15,1 0-1 16,0 1 1-16,1-2 1 15,5-2-2-15,-3 1 2 16,3 0-2-16,3 1 1 0,1 0-1 16,-1 2 2-16,1-1-1 15,3 3 0-15,-2 1 0 16,2 2-1-16,2-1 1 16,3 2 0-16,-1 0 0 15,6 0-1-15,-4 3 1 16,3 3-2-16,3 3 1 0,-3 0 1 15,6 2 0-15,0 2 0 16,3 1-1-16,1 1 0 16,1 0 0-16,1 2 1 15,-1 0-1-15,1 3 1 16,3 0 0-16,1 2 0 0,4 0-1 16,2 2 1-16,3 3 0 15,2 0-2-15,2 2 2 16,3 1-3-16,1 0 1 15,1 2 0-15,1-3 1 0,3 0-1 16,3-3 1-16,0-1-1 16,5 2 0-16,1-4-2 15,0 4 0-15,0-4 2 16,0 4 0-16,7-2 2 16,0 2 0-16,1 0 0 0,4-1 0 15,-4 1-1-15,3-6-1 16,1 2-1-16,1-5-1 15,1 1 0-15,1-2 0 16,1-2 6-16,-3 1-2 16,3 1-2-16,0 0 2 15,0 0-1-15,1-1 1 0,-1-1 0 16,-1 0 0-16,2-1-1 16,0 0 1-16,3-4-1 15,-5 1 1-15,6-1-1 16,-1-4 1-16,9-6 1 15,5 0 2-15,17 0 2 0,19-14 2 16,16-12-1-16,18-14-77 16</inkml:trace>
  <inkml:trace contextRef="#ctx0" brushRef="#br0" timeOffset="2459.11">1467 5338 100 0,'0'0'2'0,"0"0"-3"0,0 0 3 0,0 0 1 16,0 0-1-16,0 0 0 16,0 0 2-16,0 0 1 15,0 0-4-15,0 0-1 0,0 0 1 16,0 0-1-16,0 0 0 16,-10-10-6-16,6 10-5 15,-3 6 6-15,-1 1 1 16,-4 2 1-16,1 2 1 15,0-1-1-15,-3 1-6 16,3-1 6-16,0 2 3 0,0 2 3 16,2-3-4-16,0 5 2 15,0-2 2-15,0 2-3 16,-1-1-2-16,2 4 5 16,-1-2-3-16,0 1 2 15,3 2-2-15,-1 0 1 0,2 1 0 16,1 2-1-16,0-2 1 15,1 3 0-15,3-1-1 16,0-1 1-16,0-1 1 16,0-3-1-16,0 1-1 15,3-2 0-15,1-3-1 0,0 0 1 16,1 0-1-16,0-2 0 16,1 2 0-16,-1-1 0 15,1 1-1-15,-2-3 2 16,6 2-1-16,-3 0 1 15,1 1 0-15,-1-3 0 0,2 2 1 16,0 0-1-16,0 1 0 16,0-1 0-16,4 1-1 15,-4 2 2-15,3-2-1 16,-4 4 0-16,-1-1 0 16,-1 1 1-16,-3 0 0 0,-1 0 0 15,-2 1 0-15,0 1 0 16,-2 0 0-16,-5 1 0 15,-3 2 1-15,-3 1 0 16,0 1-1-16,-2 2 1 16,-1-1-2-16,-2 1 1 0,-3 1 0 15,0 2 0-15,0 0 0 16,0-3 0-16,-4-1-1 16,3-1 2-16,1-5-2 15,4-1 0-15,0-4 0 16,2-3 0-16,5-3 1 15,2-3-1-15,4 0 0 0,2-3 0 16,2 1 0-16,0-1-3 16,0-1 2-16,8 0 2 15,2 1 1-15,1 0-2 16,2-2-2-16,3 3 2 0,-1-1 0 16,5 0-2-16,3 1 3 15,0 3-1-15,0 0 0 16,-2 2 1-16,0 4-1 15,-2 1 0-15,-1 3-2 16,-5 0-1-16,-3 3-4 16,-2 1 7-16,-1 4 0 0,-5-3 2 15,0 4-4-15,-2 1 4 16,0 1-2-16,0 1 0 16,0 0 0-16,-4 7 0 15,-3-1 1-15,-1 5-1 16,0 0 0-16,-2 5 0 0,1-1 0 15,-1 2 0-15,1-2 1 16,1 0-2-16,1-3 1 16,3-3 0-16,1-5 0 15,3-4 0-15,0-4 1 16,14-8-1-16,3-5 4 0,10-7 0 16,10-5-2-16,7-8 9 15,8-17-3-15,3-13-19 16,1-16-69-16</inkml:trace>
  <inkml:trace contextRef="#ctx0" brushRef="#br0" timeOffset="3847.08">1511 5391 71 0,'-9'0'1'0,"1"0"1"0,-2 0 3 0,1 0 2 16,1 0-4-16,-2 0-2 15,-1 0 0-15,-2 1-1 16,1 6 0-16,-2-1 0 16,-1 4 1-16,-2-1-2 0,1 2 2 15,-3 3-1-15,0 0 2 16,-1 2-2-16,2 4 0 15,0-2-2-15,1 3 0 16,3-2-1-16,3 2 0 16,-1 1 0-16,2 1 0 15,5 2 1-15,-1-1 0 0,3 3 1 16,-1-1 0-16,4 2 1 16,-3-4-1-16,3 2 1 15,0-2-2-15,0-3 2 16,0-1-2-16,3 1 2 0,2-2-1 15,1 1 1-15,3 0 0 16,2-1 1-16,0 2 1 16,2-2-2-16,1 4 1 15,3-3-1-15,-2 1 0 16,0-1 1-16,3-1-1 0,-5-1 0 16,1-1 0-16,-3-3 0 15,-5 3 0-15,-1 0 1 16,-3 0-1-16,-2 3 0 15,0 2 2-15,-7 3-1 16,-6 1 2-16,-1 2 0 16,-5 0-1-16,-4 2 1 0,0 2-2 15,0-1 1-15,-6 0 0 16,2-1 1-16,-2-3-2 16,0-2 0-16,2-5 0 15,2-1 1-15,0-2-2 16,5-4 0-16,2-2 2 0,5-4-1 15,1 0 0-15,6-4 0 16,1-2 2-16,5-1-1 16,0 0-1-16,0 0 0 15,5 0-10-15,7-1 4 16,3-5 14-16,5 0-6 16,2-2-3-16,5 2 2 0,0 2-1 15,0 0 0-15,-2 3-1 16,-1 1 0-16,-2 0-1 15,-1 2 0-15,-3 8 0 16,-3 3-2-16,-4 3-4 16,0 2-2-16,-4 5 4 0,-5 1 9 15,0 4-4-15,0 5 1 16,-2 0 0-16,0 1 1 16,0 1-1-16,-2 5 0 15,-2 1-1-15,-5 2 1 0,0 2-1 16,0 5 2-16,-4 1-2 15,-1 0 0-15,-1 2 0 16,1-5 1-16,3-1 0 16,3-3 1-16,3-7-1 15,5-2 1-15,0-5-1 0,4-7 1 16,9-5-1-16,6-8 1 16,10-5 3-16,8-5 16 15,15-11 1-15,4-15-4 16,13-11-13-16,0-13-23 15,0-14-57-15</inkml:trace>
  <inkml:trace contextRef="#ctx0" brushRef="#br0" timeOffset="4999.67">1366 5532 104 0,'0'-12'2'0,"0"1"-1"0,-1-1 0 0,-3 5 3 15,0-1 4-15,-3 3-6 16,-1-2-1-16,0 3-2 16,-1-2 5-16,-1 2-2 0,1 2-5 15,-3 1 4-15,1 1-5 16,-3 0 6-16,1 2-5 16,-1 6 3-16,-3 2-1 15,-1 3 2-15,1 1-2 16,0 6 1-16,-2-2 0 0,-2 4-1 15,3 2-1-15,-1 3 0 16,0 3 1-16,2 1 0 16,-1 2 1-16,5 2-2 15,1-2 2-15,3 1-1 16,3-1 0-16,2-1 0 0,4 0-1 16,0 0 0-16,0 2 1 15,6 1 0-15,5-2-2 16,3-4 1-16,3-2 0 15,6-6 1-15,0-3-1 16,2-5 6-16,2-1-1 16,2-4 0-16,-4 1-1 0,-2-1 1 15,-2 1-2-15,-2 1-1 16,-5 1-1-16,-6 3-3 16,-5 2 1-16,-3 6 0 15,0 3 8-15,-3 6-1 16,-8 4-2-16,-5 4 0 0,-4 2 0 15,-1 4 0-15,-4 0-1 16,-2-3 3-16,-4 1-2 16,1-4 0-16,-3-3 0 15,-1 0-1-15,3-2-1 16,4-6 1-16,3-4 0 0,8-4-1 16,2-6 1-16,8-4 0 15,2-3-1-15,4-2-1 16,0-5-5-16,10 0 9 15,6 0 1-15,4-5 1 16,7-6-1-16,2 1-2 0,4-4 1 16,1 4-1-16,-1 2-2 15,1 4 1-15,-3 4-2 16,-4 0-1-16,0 8-3 16,-5 4 2-16,-3 5-3 15,-2 3 2-15,-3 2-7 0,-5 1 10 16,-1 5 0-16,-3 0 0 15,-5 6 3-15,0 3-1 16,0 3 0-16,-3 4 0 16,-5 4-1-16,-1 2 2 15,-2-2-2-15,4-1 1 0,-2 3-1 16,3-5 1-16,0-2-1 16,6-3 1-16,0-2-2 15,1-6 1-15,12-6 0 16,5-6 0-16,9-7 6 15,6-9 6-15,12-4 4 0,9-17 4 16,6-17-13-16,6-18-43 16</inkml:trace>
  <inkml:trace contextRef="#ctx0" brushRef="#br0" timeOffset="6047.06">1511 5311 138 0,'-6'0'2'0,"1"0"-1"0,1 0 6 15,-4 0-5-15,2 0 0 16,-3 0-3-16,-4 0 0 0,-1 4-1 15,-3 2 3-15,-5 4-1 16,-1 0-1-16,0 3 2 16,-1 4 0-16,-3-1-2 15,2 4 1-15,-1 1-1 16,1 3-1-16,-2 3 0 16,3 3-3-16,-1 2 3 0,-1 4-7 15,5 4 1-15,1 1 4 16,0 1 0-16,4 1 1 15,5-2 2-15,4-1 3 16,5-3-2-16,2-2 1 0,1-3-1 16,11-4-1-16,4 0 2 15,4-5-1-15,1 1 0 16,5-2 0-16,3-2 0 16,-1-2 0-16,3 1 0 15,-2-1 1-15,0 3 0 16,-3 0 0-16,-6 2-1 0,-4 4 0 15,-11 2 0-15,-5 3 0 16,-5 7 0-16,-15 3 1 16,-7 7 3-16,-8 0 0 15,-7 4-1-15,-6-1 3 16,-2 0-3-16,-3-1-1 0,2-3 0 16,3-4-1-16,8-3 0 15,7-7 0-15,6-7 2 16,10-4-1-16,5-7 0 15,6-6 0-15,6-3-2 16,0-3-2-16,10-4-2 0,7 0 1 16,7 0-1-16,5-2 5 15,5 0 0-15,3 2-3 16,-3 0-1-16,2 10-4 16,-1 12 1-16,-3 11-2 15,-1 12 5-15,-4 13 4 0,-1 12-3 16,-1 7 5-16,0 8 1 15,0 3 6-15,6-3-4 16,5-2-3-16,8-7 0 16,12-5 3-16,13-7 2 15,21-7 4-15,17-10 8 0,23-8 4 16,12-15-27-16,12-23-78 16</inkml:trace>
  <inkml:trace contextRef="#ctx0" brushRef="#br0" timeOffset="12695.2">3192 8817 82 0,'0'0'18'0,"0"0"4"0,0 0 4 0,0 0-7 15,0 0-3-15,0 0-6 16,0 0-3-16,0 0-9 15,0 0-3-15,-25 2 0 0,25-2-7 16,0 0 13-16,7 0-3 16,2 0 2-16,4-4 4 15,6-11 4-15,3-10 3 16,11-12-5-16,8-12 1 16,7-11-2-16,8-5 0 0,5-9-16 15,2-3-114-15</inkml:trace>
  <inkml:trace contextRef="#ctx0" brushRef="#br0" timeOffset="13315.22">6922 8707 165 0,'0'0'8'0,"0"0"-15"0,0 0 6 0,0 0 8 15,52-44 5-15,-28 16-3 16,7-6 1-16,8-7-7 16,7-6 1-16,6-9-3 0,4-8-67 15</inkml:trace>
  <inkml:trace contextRef="#ctx0" brushRef="#br0" timeOffset="14011.93">10184 8777 182 0,'0'0'44'0,"0"0"-36"0,0 0 17 0,0 0-4 0,0 0-11 15,19-60-9-15,4 20 0 16,10-8 1-16,10-7 1 16,4-8-20-16,2-8-70 15</inkml:trace>
  <inkml:trace contextRef="#ctx0" brushRef="#br0" timeOffset="14403.89">12044 8831 251 0,'0'0'-6'0,"0"0"6"0,32-49 2 16,-1 9 0-16,12-15-11 15,8-12-25-15,7-11-39 16</inkml:trace>
  <inkml:trace contextRef="#ctx0" brushRef="#br0" timeOffset="14938.04">15552 8976 172 0,'0'0'15'0,"0"0"14"0,0 0-19 0,29-63-7 16,2 22 2-16,7-9-3 0,9-12-3 16,4-8-36-16,2-5-49 15</inkml:trace>
  <inkml:trace contextRef="#ctx0" brushRef="#br0" timeOffset="16777.78">10462 11839 34 0</inkml:trace>
  <inkml:trace contextRef="#ctx0" brushRef="#br0" timeOffset="16845.25">10281 12165 39 0,'-20'64'5'0,"11"-20"17"15,9-17-21-15,16-22-5 16,18-10-3-16,6-26 4 0,9-10-33 15</inkml:trace>
  <inkml:trace contextRef="#ctx0" brushRef="#br0" timeOffset="26576.9">12743 11925 9 0,'0'0'29'0,"0"-1"-8"0,0 0-4 0,0-1-2 16,0 2 0-16,0-1 0 16,0-2 1-16,0 3-3 0,-1 0-2 15,1-1-1-15,0 1-4 16,0 0-4-16,0 0-2 15,0 0-1-15,0 0 0 16,0 0 0-16,0 0 1 16,0 0 2-16,0 0-2 0,3 0 1 15,3 0 0-15,8-12 2 16,4-12 5-16,17-15 3 16,15-17-2-16,14-14-7 15,10-15-1-15,6-6-39 16</inkml:trace>
  <inkml:trace contextRef="#ctx0" brushRef="#br0" timeOffset="28463.4">6816 8684 56 0,'0'0'10'0,"0"0"13"0,0 0-8 0,0 0-2 0,0 0-2 16,0 0 7-16,0 0-6 16,0 0-4-16,0 0-3 15,0 0-3-15,0 0-2 16,0-33 0-16,4 33-1 16,0 0-1-16,1 5-2 0,3 1 0 15,-1 2 3-15,2 1 1 16,0-1 0-16,-1 0 0 15,2-2 1-15,-1-1-1 16,-1-4 1-16,1-1 1 16,1 0-2-16,-1 0 1 0,1-10 7 15,2-6 3-15,1-2 2 16,3-7 0-16,1-5 2 16,6-6-2-16,4-5-4 15,5-7-5-15,7-9-4 16,4-10-3-16,0-14-108 0</inkml:trace>
  <inkml:trace contextRef="#ctx0" brushRef="#br0" timeOffset="39717.8">6800 8706 41 0,'0'0'26'0,"0"0"-16"0,0 0-6 0,0 0 1 16,0 0-3-16,0 0 0 15,0 0-1-15,0 0 0 16,0 0 6-16,0 0 6 16,0 0-1-16,0 0-4 15,0 0-5-15,26-32-3 0,-26 32 0 16,3 0-3-16,1 2 1 15,0 6 1-15,0 2 0 16,1 2 0-16,0-1 2 16,0-1-1-16,3-2 0 15,-3 1 0-15,1-3 1 0,1-3-1 16,-2-2 0-16,1-1 1 16,0 0 1-16,4-1 0 15,1-8-2-15,2-5 2 16,3-3-2-16,0-4-1 15,6-4 6-15,-3-3-1 16,4-3-2-16,2-5 2 0,0-1-1 16,1-2-1-16,1-1 0 15,1-1-1-15,-3 2 1 16,0 5 0-16,-4 4 1 16,-4 5-2-16,-1 7 1 15,-5 6-2-15,-2 2 0 0,-2 7 0 16,-3 3-3-16,-4 0-40 15</inkml:trace>
  <inkml:trace contextRef="#ctx0" brushRef="#br0" timeOffset="40506.92">6824 8622 36 0,'0'0'26'0,"0"0"-16"0,0 0-7 0,0 0 0 16,0 0-3-16,0 0 1 16,0 0-1-16,0 0 0 15,0 0 0-15,0 0 2 16,0 0-2-16,0 0 0 0,24 41 0 15,-19-28 0-15,2 1 0 16,-1 2 0-16,1-5 1 16,2-1-1-16,2 0 1 15,-2-4-1-15,1-3 1 16,0-3 0-16,3 0 1 0,-1-1-1 16,1-11 10-16,5-4 1 15,0-4 1-15,6-8-1 16,1-6-3-16,4-6-3 15,3-4-2-15,3-6-2 16,3-4-2-16,3 0 0 0,-1-1-18 16,-3 0-25-16</inkml:trace>
  <inkml:trace contextRef="#ctx0" brushRef="#br0" timeOffset="42484.76">6912 8622 76 0,'0'0'13'0,"0"0"2"0,-1-1-7 0,-1 1-3 15,2 0-3-15,0 0-5 16,0 0 0-16,0 0 2 15,2 1 0-15,3 3 1 16,-1 2 0-16,0 1 0 0,1 0 0 16,-1 1 0-16,1 1 0 15,2 0 0-15,-1-1 1 16,1-1-2-16,-1 0 2 16,-3-2-1-16,4-4 0 0,-2 0 1 15,3-1-1-15,-2 0 0 16,4-8 3-16,-1-6 5 15,4-5 8-15,3-5-11 16,-1-6 0-16,5-5-1 16,3-5-1-16,-1-1-1 0,1-2 1 15,3-1-2-15,-1 0 1 16,-3 2-2-16,3 1 1 16,-1 4-1-16,1 4 0 15,-2 3 1-15,-2 4-1 16,-2 5 0-16,-2 3 0 0,-1 3 0 15,-3 4 1-15,-1 1-2 16,-5 6 1-16,-1 0 0 16,-4 2 0-16,0 1-2 15,-2 1-1-15,0 0 6 16,0 0-1-16,0 0 6 16,0 0-4-16,0 0-3 0,0 0-1 15,0 0 2-15,0 0-4 16,2 0-6-16,-2 0-20 15,0 0 4-15,0 1-22 16</inkml:trace>
  <inkml:trace contextRef="#ctx0" brushRef="#br0" timeOffset="51577.9">18075 11251 109 0,'0'-3'12'0,"0"1"32"0,0-3-19 16,0-1-9-16,-2 2-4 15,2 1-7-15,0-2-3 0,0 3 0 16,0-1 2-16,0 2 4 15,0-1 0-15,0 1-1 16,0 1-4-16,0 0-2 16,0 0-1-16,0 0-2 15,6 7 1-15,-1 3 1 0,4 5 0 16,-1 4 0-16,0 2-1 16,2 3 1-16,-2-1 0 15,0 1 1-15,-2-1 0 16,2 0 0-16,1-3 0 15,-2 0-1-15,3-1 0 0,-2 0 1 16,-1-2-1-16,0 3 0 16,0-3 0-16,3-3 2 15,-5 2-2-15,0-5 1 16,2 2-1-16,-3-2 0 16,1-1-7-16,0-1-22 0,-5-2-17 15,0 1-2-15,0-3 3 16</inkml:trace>
  <inkml:trace contextRef="#ctx0" brushRef="#br0" timeOffset="52034.26">18110 11667 103 0,'0'0'7'0,"0"0"4"0,0 0 5 0,0 0-5 15,0 0 6-15,0 0-7 16,0 0-2-16,0 0-4 16,0 0 0-16,0 0 1 15,0 0 0-15,27-3-3 16,-20 3-1-16,1 3 0 0,2 1-1 15,-2 1 1-15,0 3-2 16,3 0 1-16,-4-2-3 16,1 1 2-16,2-1-17 15,-2-3-10-15,1-2-8 16,-3-1-20-16</inkml:trace>
  <inkml:trace contextRef="#ctx0" brushRef="#br0" timeOffset="52439.64">18396 11515 83 0,'0'0'17'0,"0"0"-4"0,0 0-2 0,0 0 0 16,0 0 0-16,0 0 4 0,0 0-2 16,0 0-5-16,-37 13-7 15,30-5-1-15,-1 5 0 16,1 3 0-16,-5 2-1 16,2 4-2-16,-2-1-21 0,3 0-23 15</inkml:trace>
  <inkml:trace contextRef="#ctx0" brushRef="#br0" timeOffset="56082.07">18425 12221 257 0,'0'0'8'0,"0"0"7"0,0 0-2 16,0 0-11-16,0 0-5 16,0 0 1-16,0 0 1 15,0 0 1-15,0 0 0 0,17 38 0 16,-7-18-3-16,0 3-8 16,-1 2-11-16,-2-2-9 15,-2 0-28-15,0-2 9 16,-5-4-2-16</inkml:trace>
  <inkml:trace contextRef="#ctx0" brushRef="#br0" timeOffset="56388.72">18444 12268 119 0,'0'0'1'0,"0"-36"7"0,0 21 11 16,0 2-3-16,6 0-2 15,2 4-4-15,3-2-6 16,2 4 3-16,1 0-3 16,2 4 2-16,1 2-2 15,0 1-1-15,1 0-3 0,-1 4 1 16,2 6 0-16,-2 5-2 16,-4 0 0-16,-1 2 1 15,-4 1-1-15,-2-2 2 16,-6 3-3-16,0-1 2 15,-4 0 5-15,-6 2-4 0,-5-1-1 16,-2 0-7-16,1-2-21 16,-2-4-24-16,5-6-10 15</inkml:trace>
  <inkml:trace contextRef="#ctx0" brushRef="#br0" timeOffset="56779.48">18763 12227 103 0,'0'0'-1'0,"0"0"2"16,0 0 0-16,0 0 1 15,0 0 0-15,43 2-1 16,-36-4 1-16,1-6 7 0,-4 0-1 15,1-1 2-15,-2 1-1 16,-3-1 2-16,0 2 3 16,0 2-1-16,-5 2 0 15,-2 0-5-15,-3 3 5 16,1 0-7-16,-1 4-5 0,2 7-1 16,3-2 1-16,-1 5-1 15,4 0 0-15,2-1 0 16,0 1 0-16,0-2 0 15,8-1 2-15,1-3-3 16,4-2-1-16,1-3-2 16,4-3-14-16,0 0 0 0,1-1-13 15,2-12 4-15,-4-4-81 16</inkml:trace>
  <inkml:trace contextRef="#ctx0" brushRef="#br0" timeOffset="57286.05">18946 11815 165 0,'0'0'-5'0,"0"0"18"16,0 0-6-16,0 0-5 15,0 0-4-15,0 0 2 16,-23 54 0-16,23-29 2 15,0 4-4-15,0 2 4 0,4 0-1 16,3 0-1-16,1-1 2 16,0 1-2-16,3-3 1 15,-1-3 1-15,0-2-1 16,2-5 0-16,0-4 1 16,1-5-2-16,0-2 1 15,-1-4 4-15,2-3 1 0,-1 0 4 16,0-3-3-16,1-4 0 15,-1-5 6-15,-2-2-10 16,-1-1 1-16,0-2-2 16,-1-2-1-16,-4 1 0 15,-1 2-1-15,0 3 1 0,-4 2 0 16,0 3 0-16,0 3 2 16,0 5 6-16,0 0-5 15,0 0 2-15,-3 9-4 16,1 2-2-16,2 5 1 15,0-2-1-15,0 1 1 0,3 0-1 16,5-4 1-16,2-1-2 16,-3-1 0-16,4-4-14 15,1-2-25-15,-2-3-34 16,-3 0-25-16</inkml:trace>
  <inkml:trace contextRef="#ctx0" brushRef="#br0" timeOffset="57429.19">19201 11904 168 0,'0'0'5'0,"0"0"12"0,0 0-5 0,0 0-10 16,0 0-4-16,0 0-32 16,0 0-65-16</inkml:trace>
  <inkml:trace contextRef="#ctx0" brushRef="#br0" timeOffset="57748">19286 11962 107 0,'0'0'53'16,"0"0"-52"-16,0 0 3 0,0 0-1 15,40 40 2-15,-31-27-2 16,0 1 0-16,-2 0 0 15,1-2-2-15,-2-1 1 16,0 2 0-16,-3-5 0 16,-1-2 1-16,1-2 4 0,-2-2 5 15,1-2 4-15,-2 0 6 16,0-2 10-16,0-8-12 16,0-4-16-16,0-3 1 15,0-3-6-15,0-4 0 16,0 1-18-16,0 2-6 0,5 4-20 15,-4 3-4-15,2 5 6 16,-1 6 6-16,0 3-18 16</inkml:trace>
  <inkml:trace contextRef="#ctx0" brushRef="#br0" timeOffset="58003.92">19415 11962 2 0,'0'0'35'16,"0"0"-2"-16,0 0-8 15,0 0-5-15,0 0 0 16,39 6-8-16,-34-9-4 15,-1-3 0-15,0-1 0 16,-2-1-1-16,-2 4 1 0,0-3 1 16,0 2 0-16,0 2 2 15,-4 3 2-15,-3 0-3 16,1 0 2-16,-2 8-14 16,2 3 3-16,0 4-2 15,2 1 2-15,1-1-1 0,3 0-2 16,0-3 0-16,0-1-5 15,5-3-5-15,5-3-8 16,-2-2-16-16,3-3-12 16,-1 0-28-16</inkml:trace>
  <inkml:trace contextRef="#ctx0" brushRef="#br0" timeOffset="58331.97">19538 11932 110 0,'0'0'5'16,"0"0"19"-16,10-38-1 15,-6 31-12-15,-1 0-1 16,3 5-7-16,-2 2-1 0,1 0-2 16,2 0 3-16,-2 9-2 15,3 2-2-15,-3 2 3 16,4 2 3-16,-3 0-4 16,1 1-1-16,-5-5 0 0,1 0 0 15,-1-4 0-15,-2-1-1 16,0-2-6-16,0-3 8 15,0-1 5-15,-5 0 2 16,0-3 5-16,0-6 0 16,0-5-2-16,-2 0 0 0,3-2 1 15,3-2-8-15,-1 2 0 16,2 2-3-16,0-1-1 16,2 3-1-16,7 3-5 15,3 0-15-15,-1 3-30 16,1 0-25-16</inkml:trace>
  <inkml:trace contextRef="#ctx0" brushRef="#br0" timeOffset="58729.94">19736 11819 150 0,'0'0'13'15,"0"0"14"-15,0 0-26 16,0 0-2-16,0 0-1 15,0 0 6-15,0 0-3 16,11 38 2-16,-8-30-3 16,3-1 2-16,-2-3 1 0,0 0-2 15,3-4-1-15,-4 0 0 16,0 0 1-16,2 0 1 16,-2-7 15-16,0-2 0 15,0-3-4-15,2-3-4 16,-3 1-1-16,-1 0-2 0,0 1-3 15,0 2-1-15,0 2-1 16,-1 2 0-16,0 5 1 16,1 2 3-16,0 0-5 15,0 2-6-15,3 11 6 0,-2 1 2 16,2 5-1-16,0 5 1 16,0 2-1-16,-4 6-2 15,0 5-1-15,0 5-7 16,-14 5-23-16,-3 2-12 15,-4 0-15-15,-6-6-36 16</inkml:trace>
  <inkml:trace contextRef="#ctx0" brushRef="#br0" timeOffset="59171.64">18733 12597 59 0,'0'0'33'0,"0"0"-15"0,0 0-15 0,0 0 5 0,46-20 3 0,-24 9-3 16,4 2 1-16,7-2 7 16,2 0 3-16,3-2-4 15,3 0-4-15,4-2-3 16,0 1-3-16,4-1-3 16,1-2-2-16,4 1 1 0,-2 1-1 15,-3-2 0-15,2 2 0 16,-7 1 1-16,0 0-1 15,-5 4 0-15,-5 2 0 16,1 1 0-16,-5 2-1 16,-3 4-4-16,-5 1-13 0,-7 0-5 15,-6 0-16-15,-4 7 10 16,-5 2-7-16,-8-1-26 16</inkml:trace>
  <inkml:trace contextRef="#ctx0" brushRef="#br0" timeOffset="59462.12">19097 12586 186 0,'0'0'6'0,"0"0"30"16,0 0-24-16,0 0-21 15,0 0 16-15,0 0-5 16,56-20 2-16,-26 10 3 16,4-3-4-16,5-1-1 15,5-3 1-15,0 1-3 0,0-1 2 16,-1 2-2-16,-2-1 0 16,0 3 0-16,-2-1-10 15,-1 4-10-15,-4-3-20 16,-4 2-10-16,-5-2-14 0</inkml:trace>
  <inkml:trace contextRef="#ctx0" brushRef="#br0" timeOffset="63833.99">20105 11805 79 0,'0'0'20'0,"0"0"0"0,0 0-3 16,0 0-7-16,0 0-5 15,0 0 2-15,0 0 0 16,0 0-5-16,0 0-1 0,0 0-1 16,0 0 0-16,0 0 0 15,0 0 3-15,8 7-1 16,-5-3 0-16,-1 0-1 15,0 2 0-15,2 0-1 16,-1 2 1-16,-1-1-1 16,-2 1 1-16,1 1-1 15,0-3 1-15,0 0-1 0,1-2 0 16,0 0 2-16,2-1-2 16,-2-3 1-16,1 0-4 15,1 0 3-15,3-7 0 16,0-2 7-16,2-5-4 0,4-4-4 15,0-2 3-15,1-3 3 16,4-2-3-16,2-2-1 16,-3 0 1-16,3 3-2 15,-2 0 1-15,-1 5-1 16,-4 3-1-16,0 5 0 0,-6 5 1 16,1 3-2-16,-5 3-16 15,-3 0-18-15,0 0-9 16,0 5-38-16</inkml:trace>
  <inkml:trace contextRef="#ctx0" brushRef="#br0" timeOffset="64232.97">20123 11860 4 0,'0'0'12'0,"0"0"6"0,0 0-3 0,0 0-2 16,0 0 7-16,0 0 11 15,0 0-11-15,0 0-4 16,0 0 3-16,0 0 3 16,40-37-4-16,-26 20-7 0,5-3-2 15,-1-4-5-15,6-1-2 16,1-3-2-16,1-3-2 15,0 0-11-15,-4 1-76 16</inkml:trace>
  <inkml:trace contextRef="#ctx0" brushRef="#br0" timeOffset="65484.33">3209 8738 72 0,'0'0'4'0,"0"0"-1"0,0 0 6 16,0 0 2-16,0 0 1 0,0 0 4 15,0 0-6-15,0 0-7 16,0 0-2-16,0 0-1 15,14-35-2-15,-11 35 0 16,1 0 2-16,0 3 1 16,-1-2 0-16,3 2-1 0,-1-3 1 15,2 0 1-15,-1 0 0 16,3-7 2-16,5-9 16 16,-1-4 7-16,5-10-10 15,4-4-6-15,5-5-2 16,6-4-3-16,4-4-5 0,0-1 0 15,1-2-14-15,-2-2-117 16</inkml:trace>
  <inkml:trace contextRef="#ctx0" brushRef="#br0" timeOffset="66209.94">6699 8707 59 0,'0'0'12'0,"0"0"-6"0,0 0 3 16,0 0-1-16,0 0 1 15,0 0 2-15,0 0 4 0,0 0-6 16,0 0-3-16,0 0-6 16,0 0 0-16,19 3 0 15,-11 1 0-15,-2 4-2 16,1-1 2-16,0 1 2 15,-1-2-2-15,2-1 1 0,-2-3 0 16,1-2 2-16,1 0 6 16,2-2 6-16,1-9 5 15,4-9 5-15,5-7-6 16,3-10-7-16,6-6-2 16,7-11-1-16,10-10-2 0,8-9-4 15,6-11-1-15,5-8-3 16,-3-16-116-16</inkml:trace>
  <inkml:trace contextRef="#ctx0" brushRef="#br0" timeOffset="71639.74">11996 8764 53 0,'0'0'42'0,"0"0"-26"0,0 0-2 0,0 0-6 15,0 0-5-15,0 0 3 16,0 0 1-16,0 0 2 15,0 0 3-15,-7-33-2 16,7 29-4-16,-1 3-4 16,0 1-2-16,1 0-5 0,0 0-13 15,-1 1 6-15,0 9 8 16,1-1 2-16,0-1 1 16,0 5 1-16,0-2 0 15,0 0 0-15,3 1-1 16,5-3 1-16,-1 0-8 0,3-3-9 15,2 0 0-15,-1-5 4 16,2-1 0-16,1 0 8 16,1-7 4-16,1-3 2 15,0-6 6-15,4-3 4 0,1-4-1 16,0-4 3-16,3-3 2 16,2-3-2-16,3-1 4 15,-1-2 1-15,0 0-1 16,0 0-5-16,-3 3-1 15,-1 1-3-15,-3 5-5 0,-4 7-1 16,1 3-3-16,-5 8 0 16,-1 1-10-16,-3 5-61 15</inkml:trace>
  <inkml:trace contextRef="#ctx0" brushRef="#br0" timeOffset="73555.19">15612 8825 40 0,'-5'0'8'0,"2"0"3"0,2 0 0 0,-3 0-5 15,1-1 3-15,-1-1 5 16,2 1-2-16,1-1 0 16,1 2-7-16,-2-1 0 15,2 1-3-15,0 0-2 16,0 0-1-16,0 0 1 0,5 0 0 16,2 3 1-16,-2 1-2 15,3 3 1-15,-1 3 0 16,4-3-4-16,-4 0 1 15,2-1-1-15,1-2 3 16,-1-1 0-16,0-3 0 0,2 0 1 16,1-3 1-16,1-5 3 15,1-5 3-15,-1 0 0 16,3-5 4-16,1-4 1 16,4-3 6-16,0-5-8 15,4-4-2-15,0-4 0 16,4-1 2-16,0-2 2 0,1 0 0 15,1 1-5-15,0 0-3 16,-2 0-1-16,-2 3-2 16,-2 2 1-16,-3 4-2 15,0 5 0-15,-5 5 1 0,-2 5-2 16,-2 6-2-16,-2 4-40 16,-8 0-58-16</inkml:trace>
  <inkml:trace contextRef="#ctx0" brushRef="#br0" timeOffset="77050.31">17888 11494 52 0,'12'-7'5'0,"0"-5"0"0,-3 1-1 15,0 2 0-15,0 2 1 16,-4 1 3-16,1 1 3 15,0-1 2-15,-3 1 0 16,3 2-8-16,-3-2-4 16,0 3-1-16,-1 0 0 0,-1 0 0 15,-1 0 1-15,0 2 5 16,0-3 5-16,0 3 0 16,0-3-3-16,-3 3-4 15,0 0-1-15,0 0-3 16,-3 0-2-16,1 0-1 15,-2 6 0-15,1 2 3 0,-5 0 0 16,2 3-1-16,0 3 2 16,-5 2 0-16,3 2-1 15,-3 4 2-15,2 3-2 16,0 1 0-16,1 2 0 16,2 3 0-16,-1 3 0 0,0 1 0 15,3 1 0-15,-1 4 0 16,1 0 1-16,-3 1 3 15,2 3-2-15,2 4 2 16,1 2-1-16,1 4 2 16,3 0-1-16,1 4 1 0,0 2 1 15,0 2 0-15,7 4 0 16,3-2 0-16,4 2 2 16,4 3-1-16,3 0 3 15,2 2 0-15,4 2-4 16,0 1-2-16,3 1-2 0,2-3 0 15,4-1 1-15,1-3 0 16,-1-7 0-16,6-4-1 16,3-6 0-16,0-5 0 15,1-6-1-15,1-5 0 0,-1-4 0 16,0-2 0-16,1-7-2 16,-2-3 2-16,2-3 0 15,-5-5 2-15,-2-4-1 16,-3-3-4-16,-4-1 3 15,-6-3 0-15,-7 0 0 16,-2 0 1-16,-4 0-2 0,-3 0 1 16,-3 0-2-16,-4 0-10 15,-4 0-7-15,0 0-10 16,0 0 14-16,0 0-35 16,-7 2-26-16</inkml:trace>
  <inkml:trace contextRef="#ctx0" brushRef="#br0" timeOffset="77834.56">18757 13378 53 0,'0'-1'13'0,"0"1"6"0,0 0-5 0,0 0-7 16,0 0-3-16,0 0 0 16,0 0-1-16,0 0 1 0,0 0 5 15,0 0 5-15,0 0-1 16,0 0-10-16,0 0-4 15,0 0 2-15,4 0-1 16,3 6 0-16,-2 1 0 16,3 1 1-16,-2 2-1 15,3 0 1-15,3-3 0 0,-1 3-1 16,1 0 2-16,0-3-4 16,-1 3 4-16,0-1-2 15,-3-2 0-15,-1 0 0 16,-3 0 0-16,0-1 1 0,-1-1 0 15,-2 1 8-15,-1-3 4 16,0 4 6-16,-4 2 0 16,-4 0-7-16,-1 2-4 15,-2 3-2-15,-1 0-4 16,-1 1-1-16,-1 3-1 0,2 1 0 16,-2 4 0-16,3 3-3 15,0 2-27-15,1-4-60 16,2-1 4-16</inkml:trace>
  <inkml:trace contextRef="#ctx0" brushRef="#br0" timeOffset="79498.11">19242 13315 39 0,'-2'-3'60'0,"-1"-2"-39"0,1 1 20 0,2 4-16 15,-2-3-8-15,2 3-4 16,0 0 5-16,0 0-7 16,0 0-7-16,0 0-4 15,0 0-1-15,0 7-2 0,2 7 0 16,1 5 0-16,3 5 6 16,1 6-4-16,1 5 3 15,1 4-2-15,0 1 0 16,-2-2-4-16,-1 0-22 15,-1-4-9-15,0-5 3 0,-3-8-2 16,-2-9-2-16,0-7-33 16</inkml:trace>
  <inkml:trace contextRef="#ctx0" brushRef="#br0" timeOffset="79804.28">19239 13319 83 0,'0'0'9'16,"0"0"-1"-16,0 0-5 0,0 0 1 15,20-36 0-15,-9 32 1 16,0 2 2-16,2 2-3 16,1 0 1-16,1 5 2 15,-1 6-6-15,0 3 3 16,-1 2 0-16,-2 2-2 0,-1 2 0 15,-7-1 1-15,0-1 0 16,-2 2-2-16,-1-6 0 16,0 0-1-16,-5 1 0 15,-6-4 1-15,0-1-2 16,2-3-13-16,-3 0-8 0,0-7 0 16,2 0-63-16</inkml:trace>
  <inkml:trace contextRef="#ctx0" brushRef="#br0" timeOffset="80161.58">19457 13287 127 0,'0'0'2'0,"0"0"7"15,0 0 1-15,0 0-3 16,0 0-2-16,42-9 0 0,-33 13-2 15,-1 4-1-15,0 2-1 16,0 2 0-16,0 2 1 16,-3-3-1-16,0 2 0 15,-2-2-1-15,-1-2 1 0,0-2-2 16,-2-4 2-16,0 0 1 16,0-3 12-16,0 0 16 15,0 0-8-15,0-6-9 16,-3-5-6-16,1-4-5 15,0-2-2-15,2 1 2 16,0-5 3-16,0 3-4 0,5 0-1 16,5 3-4-16,-2 2-17 15,1 5-27-15,1 1-8 16,-2 4 1-16</inkml:trace>
  <inkml:trace contextRef="#ctx0" brushRef="#br0" timeOffset="80430.3">19644 13265 70 0,'0'0'4'16,"0"0"12"-16,0 0-5 16,0 0-1-16,34 44-4 15,-23-34-2-15,0-2-3 0,-2 0 0 16,0-2 0-16,2 0 0 16,-4-3 0-16,1-3 1 15,-2 0 4-15,2 0 5 16,-5 0 4-16,-1-10 11 15,-2 0-2-15,0-1 1 0,0-5-15 16,-3-1-2-16,-7-1-5 16,2 0 0-16,-3 3-1 15,-3 4-2-15,2 2-2 16,1 8-3-16,-1 1-12 16,1 5-45-16,2 5-22 0</inkml:trace>
  <inkml:trace contextRef="#ctx0" brushRef="#br0" timeOffset="80938.21">19980 13179 159 0,'0'0'3'0,"0"0"7"16,0 0 7-16,0 0-7 0,0 0 1 15,0 0-6-15,0 0-3 16,0 0-6-16,-38 1-9 16,24 17 2-16,5 2 7 15,0-1 4-15,4-1 0 16,5-4 1-16,0-3-2 0,0-5-4 16,5-2-3-16,4-4 1 15,0 0 0-15,3-3 4 16,-1-7 2-16,1-8 0 15,-2 0 6-15,-1-5 9 16,-1-4-8-16,-1-3 4 16,0-1-9-16,-5 1 1 0,-2-1-4 15,0 3 3-15,0 2 0 16,-6 3 16-16,-2 6-13 16,0 3-3-16,1 5 9 15,-1 5 1-15,3 3 0 16,-1 1-9-16,3 5-7 0,-1 8 6 15,3 7-4-15,1 3 3 16,0 2-1-16,0 0 2 16,4 0-1-16,5-2 1 15,3-1-1-15,-3-2-4 16,4 0-17-16,0-4-12 0,-1-2-4 16,2-1 6-16,-2-5-27 15</inkml:trace>
  <inkml:trace contextRef="#ctx0" brushRef="#br0" timeOffset="81705.92">20123 13141 162 0,'0'0'12'0,"0"0"-2"0,0 0 11 0,0 0-10 0,0 0-10 15,0 0-7-15,0 0 1 0,0 0 3 16,0 0 3-16,0 0-1 15,11 41 1-15,-3-33-1 16,-1-3 2-16,3-2-1 16,0-1 1-16,-3-2-1 15,5 0-2-15,-2-8 0 16,-3-2 0-16,0-4 3 0,0-1-1 16,-1-2-1-16,-5-1 3 15,1 3 0-15,-1 2 0 16,-1 3-1-16,0 5 1 15,0 1 3-15,0 4 0 0,0 0-3 16,0 6-9-16,0 4 3 16,0 6-3-16,0-1 1 15,1 1-10-15,3 0-4 16,2-5 0-16,4-1 0 16,-3-4-2-16,4-4 0 0,3-2-8 15,-2 0-10-15,2-6 7 16,-1-6 29-16,-2-2 9 15,-1-4 25-15,-1-1 1 16,-2 1-10-16,0-1-2 16,-1 5-6-16,-2 2-4 0,-2 5 0 15,-2 3 4-15,0 4 5 16,0 0-3-16,0 0-11 16,0 10-6-16,0 1-1 15,0 1 1-15,0 1 1 16,0-1 1-16,5-2 0 15,4-3 0-15,2 0 0 0,2-4 0 16,-2-1-1-16,2-2 0 16,1 0-3-16,0-5 0 15,-1-3 3-15,1-5 1 16,-3 0-1-16,0-5 0 16,0-1 5-16,-5-1-1 0,1-2 4 15,-4 2-5-15,-1 2 2 16,-2 3-2-16,0 4-2 15,0 4 2-15,0 1 2 16,0 6 3-16,-1 0-2 16,-1 6-7-16,0 6 1 0,0 4-2 15,0 6 3-15,2 0 0 16,0 2-1-16,0 3-1 16,0-1-11-16,0 0-16 15,2-1-29-15,0-5 26 16,-2-3-28-16</inkml:trace>
  <inkml:trace contextRef="#ctx0" brushRef="#br0" timeOffset="81870.48">20540 13069 137 0,'0'0'5'0,"0"0"3"0,40-57 1 0,-11 30 4 16,12-3 0-16,6-3 0 15,9-2-8-15,6 1-4 16,-2-3-13-16,-3-1-113 16</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26:14.589"/>
    </inkml:context>
    <inkml:brush xml:id="br0">
      <inkml:brushProperty name="width" value="0.05292" units="cm"/>
      <inkml:brushProperty name="height" value="0.05292" units="cm"/>
      <inkml:brushProperty name="color" value="#FF0000"/>
    </inkml:brush>
  </inkml:definitions>
  <inkml:trace contextRef="#ctx0" brushRef="#br0">8754 995 193 0,'0'0'12'0,"0"0"1"0,-8-37 7 0,4 26-9 16,1 4-6-16,1-2-1 16,-4 5-3-16,0 0 2 15,-5 2-3-15,-1 2-3 16,-4 0-2-16,-2 0 0 15,-3 0 1-15,-1 3 3 16,-3 4 1-16,-4-1 0 0,-2-1-1 16,-2 3-1-16,3 0-1 15,-1-1 2-15,2 2 1 16,3 1 0-16,-1 1 1 16,2 2-2-16,-1 1 1 15,-1 4 0-15,0 4 0 0,-2 5 0 16,1 1 0-16,0 8 0 15,-3 2-1-15,2 5 1 16,0 3-2-16,2-3-1 16,2 3 0-16,2-1-2 15,4-1 1-15,1-3 0 0,3-1 1 16,3 1 0-16,3-1 0 16,2-2 2-16,5-1-1 15,-1 0 1-15,3 0 1 16,3-3-1-16,6 2 0 15,2-1 1-15,3 1-1 0,3 2 0 16,2-4 1-16,5-1 0 16,-2 2 0-16,5 0-3 15,2-3 4-15,0 0-2 16,3-1 1-16,3-2-6 16,0 0 3-16,6-4 3 15,0-1-2-15,6-1 1 0,2-3-3 16,6-1 4-16,2-1-1 15,3-4 0-15,2-1 1 16,3 0-1-16,2-3-1 16,0-2 3-16,-1 0-2 0,5 0 1 15,0-1 1-15,2 0-2 16,1-2 0-16,4 1 3 16,3-3-2-16,2 3-2 15,1-3 3-15,-1 1 2 16,3 0-1-16,5-1 2 15,1 1 3-15,0-2-4 0,4 1 3 16,6 1-2-16,-1-3-1 16,4 2 1-16,0 0-2 15,4 0 0-15,0-2-2 16,3 2 1-16,3-1 0 16,0-2-1-16,2 1 1 0,1-1 0 15,3 0 0-15,0 0-1 16,2 0 3-16,0 0-3 15,0 0 1-15,2 0 0 16,0 0-1-16,2 0 1 16,0-1-1-16,6-1 1 15,-3 2-1-15,4 0 1 0,2 0-1 16,0-2 0-16,0 1 1 16,1 0 0-16,-2 1-1 15,1-3 0-15,0 3 0 16,0 0 0-16,-2 0 2 0,4 0-2 15,1 0 3-15,-1 0-1 16,1 0-1-16,0 0 1 16,0 0 1-16,1 0-1 15,1 0-1-15,0 0 2 16,-2 0-2-16,2-1 0 0,1-1 1 16,-1 2-1-16,0 0-1 15,-2 0 0-15,-1-1 1 16,1 1-1-16,-3-2 1 15,1 1-1-15,-2 1 0 16,0-3 0-16,1-1 1 0,0 1-1 16,-1-3 1-16,1 1-1 15,1-3 0-15,-1 1 0 16,-1-4 0-16,0 1 0 16,-3-2 0-16,-1-1 1 15,-4 0-2-15,-3-3 2 16,-4 2-1-16,-5-3 0 0,-3 0 1 15,-4 0 4-15,-1-3-4 16,-1 0 3-16,-6-1-1 16,-1-2 2-16,-4 0-3 15,-2-1-1-15,-7 2 0 0,-5-3 0 16,-2 0-1-16,-7-2 0 16,-3-2 1-16,-6-2-2 15,-4-2 2-15,-5-1 0 16,-8-1-1-16,-4-1 1 15,-5 1-1-15,-7 0 1 16,-4 2 3-16,-5 0 3 0,-5 2 0 16,-1 1-3-16,-7-1-1 15,-3-1-1-15,-3 3 1 16,-2-3-4-16,0 1 5 16,-7 2-1-16,-3 0-3 15,-6 0 0-15,0 1 0 0,-4 2-1 16,-3 1-2-16,-3-2 3 15,-1 4-2-15,0-1 2 16,-3 1 0-16,-2-1-3 16,-3 4-1-16,0-2 0 15,-2 0 0-15,-3 4 0 0,-3 0-3 16,2 3 6-16,-5 1 0 16,-2-1 1-16,-1 3 0 15,-2 1 1-15,-3 2-1 16,-1 2-1-16,-2 0 1 15,-1 3-5-15,1 1-2 0,-2-2 1 16,-1 0 1-16,-1 2 4 16,-1 0-1-16,-5-1 1 15,-1 3 1-15,0-2-2 16,1 0 2-16,-1 0 0 16,0 1 2-16,-1-2-2 0,0 2 1 15,1-1-1-15,-3 3 2 16,-1-2-2-16,0 0 0 15,-1 1 0-15,-1 0 0 16,2 1 1-16,-3-1-2 16,1-1 2-16,2 2 0 15,-4 0-1-15,4 0 0 0,-5-3 1 16,0 3-2-16,-3 0 1 16,1 0 0-16,-3 0 0 15,0 0 0-15,-1 0 0 16,-2 0 1-16,1 0-2 0,-3 0 1 15,-5 0 0-15,0 0 0 16,1 0 0-16,-3 0 1 16,1 0-1-16,3 0 0 15,0 0 0-15,4 0 1 16,-6 0-1-16,1 0 0 0,-1 0 0 16,-2 0 0-16,-1 0 0 15,1 0 0-15,2 0 0 16,0 0-1-16,-5 0 1 15,-1 3-1-15,0-3 2 16,-1 3-1-16,-2-2 1 0,1 1-2 16,2 1 2-16,-4-2-1 15,1 3-1-15,-4-2 1 16,4 1 0-16,-4-2 1 16,2 0-1-16,1 1 0 15,1-2 0-15,-7 3 0 0,1-2 0 16,-2 1 0-16,2-1 0 15,-1-1 1-15,3 0-1 16,2 0-1-16,-1 0 2 16,1 0-1-16,0 0-1 15,0 0 2-15,-2-1-1 0,4-1 1 16,1-2-2-16,-2 1 2 16,-3 1-2-16,1-4 2 15,-2 3-1-15,4-1 1 16,0 1 0-16,3-2-1 15,0 2 2-15,-1 1-2 0,-2-1-2 16,3-1 2-16,-4 1 2 16,1 0-2-16,5 1 0 15,-1 1 0-15,-3 0 1 16,-3 1-2-16,1 0 2 16,-5 0-2-16,3 0 1 15,-3 2 1-15,2 3-1 0,-7 0 0 16,-3 5 0-16,-7 2 0 15,-10 6 1-15,-13 6 0 16,-17 15-2-16,-18 10 1 16,-25 14-4-16,-28 11-54 15,-30 5-123-15</inkml:trace>
  <inkml:trace contextRef="#ctx0" brushRef="#br0" timeOffset="16070.03">18189 11438 62 0,'-10'0'5'0,"4"2"1"0,-2-1 8 0,3-1-2 0,-1 1 0 16,4 0 0-16,-1-1 5 16,2 0 9-16,1 0-9 15,0 0-4-15,0 0-3 16,0 0 0-16,0 0 0 0,0 0-2 16,0 1-2-16,0-1 5 15,0 0 4-15,0 0 0 16,0 0-1-16,0 0-2 15,0 0-7-15,0 0-2 16,-2 3-6-16,2 1 0 16,0 3 3-16,-2 0-1 0,2 3 2 15,0 0-2-15,0-1 1 16,0 6 0-16,0-3 0 16,0-1 0-16,0 1-2 15,0 0-21-15,0-1-13 16,2-5-33-16,2-3-17 0</inkml:trace>
  <inkml:trace contextRef="#ctx0" brushRef="#br0" timeOffset="16266.95">18223 11491 221 0,'0'0'24'15,"0"0"6"-15,0 0-13 0,0 0-10 16,0 0-5-16,0 0 2 16,0 0-4-16,0 0-1 15,0 44-5-15,0-27-41 16,0-4-107-16</inkml:trace>
  <inkml:trace contextRef="#ctx0" brushRef="#br0" timeOffset="17248.9">18493 12043 179 0,'0'0'0'0,"0"0"0"0,0 0 4 0,0 0 1 0,-9 43-1 16,8-36 3-16,0-2 2 15,-1-1-1-15,2-2 7 16,0 0 1-16,0-1-6 15,-1-1-3-15,0 0-1 16,0 0 3-16,-1 0 1 0,0 0-1 16,-2-1 0-16,1-6 1 15,-1-2-3-15,-1-1 1 16,1-4-6-16,-1-1 0 16,1-1-2-16,0-4 2 15,2-1 0-15,1 0-8 16,1-1-3-16,0 1 2 0,0-1 1 15,3 1 6-15,5-1 1 16,-1 3-4-16,5-1 0 16,-1 1 5-16,2 1 1 15,2 0-2-15,-2 1-1 0,1 1 0 16,0 2 2-16,0 1-2 16,-2 3 1-16,0 3-1 15,-5 1 0-15,3 5 0 16,-3 1-1-16,2 0-2 15,2 4 2-15,-3 6 2 0,3 4-2 16,0 3 0-16,-1 0 1 16,0 3-2-16,-3 3 3 15,1-3-2-15,-1 1 3 16,2 0-3-16,-4-1 2 16,3 2 1-16,-3-3-1 15,-1 3-1-15,3-4-3 0,-5 2 2 16,0-1 3-16,-1-1 2 15,-1 3-9-15,0-2 6 16,-3-1-7-16,-4 1 5 16,-2-4-21-16,-1-3-20 15,-3-5-48-15</inkml:trace>
  <inkml:trace contextRef="#ctx0" brushRef="#br0" timeOffset="17462.49">18556 12005 241 0,'0'0'3'0,"0"0"4"0,0 0-5 0,0 0-1 0,0 0 1 16,39-30 0-1,-24 27 1-15,4-1-2 0,0 3-1 16,2-1 2-16,-1-1-7 15,-1 0-59-15,-2-2-70 16</inkml:trace>
  <inkml:trace contextRef="#ctx0" brushRef="#br0" timeOffset="17961.24">18883 11732 108 0,'0'0'3'0,"0"0"5"16,0 0 8-16,0 0-9 0,0-38 0 16,0 32 5-16,-1 1 4 15,1 0-3-15,0 2 2 16,0 1 4-16,0 0-3 15,-1 0-2-15,1 2-4 16,0 0-4-16,0 0-6 16,0 6-3-16,0 6 1 0,0 5 1 15,0 2 2-15,0 4-2 16,0-1 2-16,0 2 1 16,0-1 0-16,-1-1 3 15,-1 1-2-15,-1 0 1 16,-1 1-1-16,0-3 1 0,1 2-3 15,1-3 2-15,0 0-2 16,-1-2 0-16,2-1-2 16,1-2 5-16,0-3-2 15,0 1 0-15,4-4-2 16,1-2 2-16,2-2-1 0,1-3 1 16,3-2 0-16,-3 0-1 15,3 0-2-15,2-3 3 16,0-8 1-16,1-4-17 15,0-1-32-15,-3-5-65 16</inkml:trace>
  <inkml:trace contextRef="#ctx0" brushRef="#br0" timeOffset="18324.64">19050 11725 94 0,'0'0'10'0,"0"0"15"0,0 0 12 0,0 0-11 16,0 0-14-16,0 0-1 16,0 0-8-16,0 0 2 15,0 0 0-15,0 0 4 16,-1 44-3-16,0-24 4 15,0 3-5-15,1 1 1 0,0 0-2 16,0 0 0-16,0-1 0 16,0-2 4-16,0-2-2 15,0-1-3-15,0-1-1 16,1-3 0-16,1-1-1 16,0-3 0-16,0 3-1 0,0-6 0 15,-2 2-2-15,0-4-17 16,0-3-36-16,-4-2-69 15</inkml:trace>
  <inkml:trace contextRef="#ctx0" brushRef="#br0" timeOffset="18600.64">18852 11887 152 0,'0'0'49'15,"0"0"-29"-15,0 0 0 16,0 0-3-16,39-18 1 16,-23 13-6-16,6 0-3 0,0 0-4 15,1 1-4-15,3 2 0 16,-1 0 0-16,-1 0 0 15,0 1-13-15,0 1-26 16,0-3-57-16,-5 0-49 0</inkml:trace>
  <inkml:trace contextRef="#ctx0" brushRef="#br0" timeOffset="19034.96">19296 11928 175 0,'0'0'7'16,"0"0"-7"-16,0 0 16 0,0 0 5 16,0 0 7-16,0 0-9 15,0 0-9-15,0 0-5 16,36-12-1-16,-30 4 1 15,3 0 0-15,-5-1-1 16,3-2-1-16,-6 2-1 0,0 0 0 16,-1 1 0-16,0 1-1 15,-1 1-3-15,-7 2-6 16,-1 3-1-16,-4 1 10 16,-1 0-2-16,1 1 0 15,1 8-3-15,0 2 9 0,3 2-6 16,3 1 0-16,0 1-1 15,5 0 0-15,1-1-2 16,0-1 0-16,6 0 3 16,1-3 0-16,3-2 1 15,3 0 0-15,1-3-2 0,4-1 6 16,2-3-12-16,1-1-23 16,1 0-82-16</inkml:trace>
  <inkml:trace contextRef="#ctx0" brushRef="#br0" timeOffset="19547.21">19550 11874 135 0,'0'0'14'16,"0"0"29"-16,0 0-16 16,0 0-11-16,0 0-1 15,0 0 2-15,0 0-13 0,0 0-8 16,0 0 1-16,4-1 3 15,-4 12 2-15,0 2 3 16,0 1-4-16,0 0 1 16,0 1-4-16,0-3 2 0,0 0 2 15,0-2-1-15,1-2-2 16,-1-2 1-16,2-2 0 16,-2-2-2-16,1 0 0 15,2-2 2-15,-3 0-1 16,2 0 11-16,-2-6-5 15,2-5 0-15,2-3-3 0,0 0-2 16,2-2-1-16,-1-2-6 16,3 2 3-16,1 2-1 15,1-1 1-15,-1 3 4 16,4 1-1-16,0 2 1 16,3 1-2-16,-3 2 2 0,4 3 0 15,-2 0 0-15,-2 3 1 16,1 0 0-16,-3 0-1 15,2 9 3-15,-5 2-3 16,1 3-1-16,-2 1 1 16,-1 2 1-16,0 0-1 0,-1 0 2 15,-3 0-4-15,2 0 1 16,0-3 4-16,-2 2-12 16,4-4-19-16,0-5-38 15,-1-2-63-15</inkml:trace>
  <inkml:trace contextRef="#ctx0" brushRef="#br0" timeOffset="19895.59">20035 11691 150 0,'0'0'16'0,"0"0"17"0,0 0-10 0,0 0-3 0,0 0-5 15,0 0 3-15,0 0-8 16,0 0-9-16,0 0-5 16,0 0 2-16,0 0 1 15,-1 32 1-15,1-9 0 0,0 2 0 16,0-2 0-16,0-1 0 15,1-1 1-15,-1-1-1 16,0-3 0-16,0 0 1 16,0-2-2-16,0-2-1 15,0 0-25-15,0-4-22 16,-2-2-26-16,-5-1-10 0</inkml:trace>
  <inkml:trace contextRef="#ctx0" brushRef="#br0" timeOffset="20387.75">19951 11849 182 0,'0'0'4'16,"0"0"8"-16,0 0 0 0,0 0-8 15,0 0-3-15,0 0-1 16,0 0 3-16,0 0 1 15,0 0-3-15,44-16 1 16,-28 15 0-16,1-1-1 16,2 1 3-16,1-2-1 0,-1 0 0 15,1 2-1-15,1-2-1 16,-3 0 0-16,0 1-1 16,-5 0 1-16,0 1 0 15,-3 0-1-15,-3 1 0 16,-2 0 1-16,-4 0 1 15,-1 0-4-15,0 5 0 0,0 2 2 16,-1 3 1-16,-5 1 5 16,1 0-3-16,1 1-1 15,-4-2 0-15,2 5-2 16,4-3 2-16,-2-1 3 16,3 0 1-16,1 0 0 0,0-3-4 15,0 0-1-15,7 0 2 16,1-3-1-16,2-2-1 15,2-2 5-15,1-1 0 16,2 0-4-16,1 0 0 16,-1-2-2-16,2-5-13 15,-4-3-26-15,1-3-21 0,-5-3-17 16</inkml:trace>
  <inkml:trace contextRef="#ctx0" brushRef="#br0" timeOffset="20551.91">20255 11649 232 0,'0'0'3'0,"0"0"14"0,0 0 1 16,0 0-13-16,0 0-4 0,0 0-5 16,0 0-39-16,0 0-46 15,0 0 20-15</inkml:trace>
  <inkml:trace contextRef="#ctx0" brushRef="#br0" timeOffset="21013.62">20471 11853 139 0,'0'0'-3'16,"0"0"19"-16,0 0-1 15,0 0-8-15,0 0-4 0,0 0 2 16,-40 20 0-16,30-13-2 16,6 4 0-16,-1-3 0 15,4 1-1-15,1 0-1 16,0-2 0-16,0 1 1 15,6-5-1-15,2 0 10 0,3-1-1 16,3-2-2-16,0 0-2 16,1 0-2-16,0 0-1 15,-1-5 0-15,-2-2 3 16,0 0 5-16,-2-3 2 16,-5 0 6-16,-2 0-6 15,1-2-2-15,-4 0-1 0,0 2-5 16,0-1-3-16,-7 2-1 15,0 2-3-15,-6 3 2 16,-3 4-1-16,0 0-10 16,-1 0-4-16,-1 6 8 15,2 3-22-15,3 0-31 0,1-2-50 16</inkml:trace>
  <inkml:trace contextRef="#ctx0" brushRef="#br0" timeOffset="21539.88">20666 11829 182 0,'0'0'6'0,"0"0"16"0,0 0-3 0,0 0 0 16,0 0 0-16,0 0-4 15,0 0-11-15,0 0-6 16,0 0 0-16,3 0 2 16,-1 8 1-16,0 2-2 0,4 0 1 15,-5 2 0-15,1-1 1 16,-1 2-1-16,0-3-1 16,1-2 1-16,-2 1-1 15,0-3 1-15,2 0 1 16,0-3-2-16,-2-1 2 0,0 1-1 15,0-2 0-15,0-1-8 16,0 0 5-16,0 0 12 16,0 0-6-16,0-6-2 15,0-3-1-15,0-2 2 16,2 0 0-16,3-2 0 0,3-2 1 16,1-1-4-16,2 3 3 15,1-1-1-15,4 3-1 16,-1 0 2-16,5 3-2 15,-3 1 4-15,0 4 2 16,3 2 3-16,-4 1-4 16,1 0-2-16,-4 2-2 0,0 9-1 15,-5 2-2-15,-1 2 2 16,-3 5 0-16,1 0-3 16,-3 1-27-16,-2-4-60 15</inkml:trace>
  <inkml:trace contextRef="#ctx0" brushRef="#br0" timeOffset="22172.8">21524 11832 51 0,'0'0'152'0,"0"0"-137"0,0 0-19 0,0 0 8 15,0 0 9-15,0 0 9 16,0 0-4-16,0 0-1 16,0 0-13-16,0 0 1 15,0 0 0-15,9-26 0 0,-6 13-2 16,5-5-1-16,-2-4-1 16,3-3 1-16,-2-2-4 15,3-3 0-15,0-2-3 16,-1 3 0-16,1 1 1 15,0 2 0-15,-3 3 2 0,0 5 2 16,1 4 0-16,-2 2 0 16,0 4-1-16,0 5-1 15,-1 0-3-15,4 3 4 16,-4 0-1-16,5 1 2 16,-3 8 0-16,4 0-1 0,-1 6 1 15,4 0-1-15,-1 2 1 16,0 2 0-16,2 0 1 15,-1 1 1-15,0 0 0 16,0-2-1-16,-2 3-1 16,-1-3 1-16,-2 0-1 0,1 0 0 15,-3-2 0-15,-1 0 0 16,-3-3 0-16,-2-1-6 16,-1-2-9-16,0 0-31 15,-5-3-39-15</inkml:trace>
  <inkml:trace contextRef="#ctx0" brushRef="#br0" timeOffset="22378.89">21672 11726 211 0,'0'0'-8'0,"0"0"7"0,0 0 4 0,44-23 0 15,-26 18-1-15,0 1 0 16,2 2-2-16,2 0 0 16,-2-1 0-16,1 1-3 0,0-1-43 15,-3-3-34-15</inkml:trace>
  <inkml:trace contextRef="#ctx0" brushRef="#br0" timeOffset="22785.22">22029 11369 104 0,'0'0'2'0,"0"0"9"15,0 0 9-15,0 0-16 16,0 0-3-16,0 0 1 0,0 0 1 16,0 0 5-16,-24 41 7 15,19-23 2-15,4 3 0 16,-1 5-4-16,0 1-3 16,2 0-1-16,0 3 0 15,0-2-1-15,0 2 3 16,0-4-5-16,4-1 1 0,2-1-2 15,2-2-2-15,-3-4-2 16,3-3 1-16,-2-3-4 16,2-2 1-16,0-1 1 15,2-5 0-15,1 0 1 0,0-4-7 16,3 0-20-16,-3 0-60 16,0-10-46-16</inkml:trace>
  <inkml:trace contextRef="#ctx0" brushRef="#br0" timeOffset="23063.98">22224 11428 129 0,'0'0'3'15,"0"0"15"-15,0 0 3 0,0 0 0 16,0 0 2-16,0 0-10 15,0 0-9-15,0 0-5 16,0 0 7-16,0 19 8 16,0 6 1-16,0 4-5 15,0 3-2-15,1 3-1 0,1 0-4 16,1-2-2-16,1-1-1 16,1-2 2-16,1-3-2 15,0-4-9-15,4-2-27 16,1-7-67-16</inkml:trace>
  <inkml:trace contextRef="#ctx0" brushRef="#br0" timeOffset="23832.53">22827 11569 121 0,'0'0'3'0,"0"0"18"0,0 0-9 0,0 0-4 15,0 0 3-15,0 0 11 16,0 0 2-16,7-37-6 16,-3 34-7-16,-1 2-4 0,1 1-3 15,2 0-1-15,-1 1 0 16,4 8 4-16,-2 2 0 15,1 2-1-15,-1 0-2 16,3-1-2-16,0 1 1 16,-4-1-3-16,2-3 0 0,1-1 1 15,-2-3-1-15,0-2 1 16,0-1 1-16,1-2-1 16,-2 0 3-16,-1-2 2 15,1-3 1-15,-2-5-1 16,0-2-1-16,2 0-1 0,-3-3-2 15,-1 1-2-15,0 1 1 16,0 3-1-16,0 0 0 16,0 6 0-16,-2 0 0 15,0 1 0-15,0 3-2 0,0 0-1 16,0 1-4-16,0 8 1 16,0 5 6-16,-3 4 3 15,-1 4-3-15,-1 3 0 16,-1 2 1-16,2 1-2 15,-1 0 1-15,1-2 0 16,0-1 1-16,2-2-1 0,-1-2 1 16,1-4 0-16,-2-1 0 15,1-2 0-15,1 0 2 16,0-3-3-16,2-1 0 16,-1-1 0-16,-1-2 1 15,2-3-1-15,0-1-1 0,-3-3-11 16,3 0-32-16,0 0-21 15,0-11-99-15</inkml:trace>
  <inkml:trace contextRef="#ctx0" brushRef="#br0" timeOffset="24295.23">23118 11582 128 0,'0'0'9'0,"0"0"19"15,0 0-17-15,0 0 6 0,0 0-2 16,0 0-6-16,0 0 0 16,0 0-3-16,0 0 3 0,-41 38 2 15,37-22-10-15,3-2-1 16,1 0 4-16,0-3-3 15,0-1 5-15,2-3-2 16,4-1 3-16,3-4-3 16,1-2 3-16,-2 0 0 0,5 0-2 15,-2-6 1-15,1-2-2 16,0-3 4-16,-3 0 0 16,1-4 0-16,-4-2-2 15,-1 0 1-15,-3 0-3 16,-1 1-2-16,-1 0-1 15,0 2 1-15,-1 1-1 0,-4 3 0 16,-3 5 0-16,-2 0 1 16,1 4 0-16,-1 1-3 15,0 0-3-15,3 3-8 16,-3 5-10-16,5 2-8 16,-1 0-26-16,4 0-21 0,2-5-82 15</inkml:trace>
  <inkml:trace contextRef="#ctx0" brushRef="#br0" timeOffset="24829.22">23343 11502 134 0,'0'0'26'0,"0"0"16"0,0 0-22 0,0 0-16 0,0 0-1 16,0 0-1-16,0 0-1 15,0 0 1-15,0 0 1 16,0 0 0-16,-22 47 0 0,22-32 5 16,0-3 0-16,0 2-3 15,2-1-3-15,7-2 1 16,-4-3-2-16,1-1 3 15,3-3 1-15,3-3 1 16,0 1 4-16,2-2-3 0,0 0-1 16,4 0-1-16,-2-7 0 15,3-1-1-15,-3-3-2 16,2-1-1-16,-3-3 0 16,0 0 3-16,-3-2-4 15,0-2 1-15,-4 2-1 0,-3-2 1 16,-1 3-1-16,-3 3 0 15,-1 1 1-15,0 1 0 16,0 8-1-16,0-1 5 16,0 2-3-16,-1 2-1 15,-1 0-1-15,-2 5 2 16,1 6-5-16,-1 5 3 0,1 4 0 16,2 4-1-16,1 1 0 15,0 5 0-15,2 1 0 16,6 1-15-16,-3-4-41 15,1-3-115-15</inkml:trace>
  <inkml:trace contextRef="#ctx0" brushRef="#br0" timeOffset="25840.11">20884 12862 113 0,'0'0'11'0,"0"0"28"0,0 0 0 0,0 0-26 16,0 0-9-16,0 0-4 16,-39-30 4-16,38 18-1 15,1 0-3-15,0-2 1 16,0 2 3-16,6-1-9 16,2 2 10-16,5 1-4 0,0 3 2 15,3-2-4-15,-3 6 2 16,4 0 0-16,-2 3-1 15,2 0 0-15,-1 0 3 16,0 8-1-16,-3 4-2 16,1 1 2-16,-3 1-1 0,0 3 2 15,-3 0 1-15,-1-1-4 16,-2 3 1-16,-3-4 2 16,-2 2-2-16,0-1-4 15,0-3 2-15,0-1 3 16,-8-2-2-16,2 0 4 0,-2-3-4 15,1-1 3-15,1-2 0 16,1-2-3-16,3-2 2 16,0 0-1-16,0 0-9 15,2-9-7-15,0-2 0 16,0-2 13-16,5-4-1 0,3 0-6 16,2-3 6-16,2 0 2 15,1 2 1-15,3-2-1 16,0 4 3-16,2 0-2 15,0 1-1-15,1 6 4 16,0 0 1-16,-4 4 1 0,0 1 3 16,0 3 2-16,-4 1 6 15,2 0-6-15,-6 1-3 16,1 10-2-16,-2 1-1 16,-2 1-3-16,0 1-1 15,-3 3 2-15,-1-3 1 16,0 3-2-16,0 0-12 0,0-3-31 15,0-1-13-15,0-3-61 16</inkml:trace>
  <inkml:trace contextRef="#ctx0" brushRef="#br0" timeOffset="26265.81">21351 12857 193 0,'0'0'-4'0,"0"0"4"0,0 0 1 0,0 0 0 15,38-17 0-15,-29 10-1 16,0-1 0-16,1-1 1 16,-3 0 1-16,3-1 5 15,-5 1 2-15,4-2-4 0,-4-1 0 16,-1 1-3-16,-2 1 0 15,0 0 0-15,-2 1 3 16,0 3 4-16,0 2-1 16,-3 0-2-16,-3 1-4 15,-4 3-3-15,2 0 9 0,-3 0-8 16,-1 9 3-16,1 3-2 16,0 2-2-16,2 2 1 15,0 2-1-15,3-2 1 16,1 1-1-16,2-4 1 15,3 1 4-15,0-4 1 0,0 0 0 16,1-3-3-16,8 0-1 16,4-1-1-16,-1-3 0 15,3-1-10-15,1-2-49 16,-1 0-79-16</inkml:trace>
  <inkml:trace contextRef="#ctx0" brushRef="#br0" timeOffset="26669.91">21575 12839 165 0,'0'0'54'0,"0"0"-57"0,0 0 9 0,0 0 3 16,0 0-2-16,0 0-5 0,40-7-1 15,-32 1-1-15,2-1 0 16,-1-2 1-16,-3 1 0 16,1-1 0-16,-2-2 3 15,-2 1-1-15,1 0-1 16,-4 1-1-16,0 2 1 16,0 0-1-16,-4 3 1 0,-2 1-4 15,0 3 3-15,0 0 6 16,-1 0-2-16,-2 5-1 15,0 4-3-15,2 4 0 16,-2 3-1-16,0 0 0 0,4 1 0 16,1-2 0-16,4 2 0 15,0-3 1-15,0-1-2 16,0 0 1-16,5-2-5 16,6-2-23-16,0-2-27 15,2-6-32-15</inkml:trace>
  <inkml:trace contextRef="#ctx0" brushRef="#br0" timeOffset="27280.11">21835 12819 183 0,'0'0'12'16,"0"0"27"-16,0 0-15 0,18-46-7 16,-18 40-6-16,0 0-3 15,-3 1-7-15,-7 2-2 16,0 1 0-16,-1 2 5 15,-7 0 0-15,3 0-6 16,-3 5 4-16,1 5 2 0,-1 4-3 16,2 3-1-16,2 0-1 15,3-1 0-15,4 1 1 16,4-3-2-16,3-4-1 16,0-1-1-16,0-2-1 15,7-3 3-15,5-2 0 16,1-2 2-16,3 0 2 0,-2-2 2 15,2-6-2-15,-1-4-1 16,2-3 1-16,-2-2-2 16,-1-6 1-16,0 0-1 15,0-5 1-15,0 0-5 16,-1-1 3-16,1-1 1 0,-3 2 0 16,-1-2 1-16,-1 0-1 15,-1 6 2-15,-4-1-2 16,-1 5 0-16,-1 2 0 15,-2 3 0-15,0 3 0 16,0 4 1-16,0 2-1 16,0 3 1-16,0 2-1 0,0 0 0 15,0 1 0-15,0 0-1 16,0 0-6-16,0 5-6 16,0 8 9-16,0 4 1 15,0 5 1-15,0 3 8 16,0 2-5-16,0 0 5 0,0-3 0 15,0 0-3-15,0 0 0 16,0-4 0-16,0 0-3 16,3-3 0-16,1 0 1 15,-2-3-1-15,-1-5-6 0,1 2-12 16,0-6-25-16,2-5-48 16</inkml:trace>
  <inkml:trace contextRef="#ctx0" brushRef="#br0" timeOffset="27533.59">22133 12500 179 0,'0'0'3'0,"0"0"5"0,0 0 18 0,0 0-7 15,0 0-19-15,0 0-4 16,0 0 15-16,0 0-3 16,5 43-5-16,-5-26-3 0,0-2 3 15,0-1-2-15,1-3-2 16,1-1-17-16,2-4-44 16,2-2-23-16</inkml:trace>
  <inkml:trace contextRef="#ctx0" brushRef="#br0" timeOffset="27641.37">22202 12597 24 0,'0'0'108'0,"0"0"-48"16,0 0 9-16,0 0-33 16,0 0-27-16,0 0-14 15,0 0 1-15,19 13-2 16,-18-2-85-16</inkml:trace>
  <inkml:trace contextRef="#ctx0" brushRef="#br0" timeOffset="28772.5">18596 12439 127 0,'0'0'5'0,"0"0"17"0,0 0-5 0,0 0-12 16,0 0-5-16,0 0 2 16,0 0-5-16,0 0 3 15,0 0 2-15,0 0-2 16,0 0 3-16,23-21 2 0,-13 20-1 15,3 1-2-15,1-2-1 16,1 1 0-16,0-1 1 16,5 1-1-16,0 0 1 15,6-1-2-15,1-2 1 16,4 1 1-16,5 2-1 0,2-5 3 16,5 3 0-16,1-2-2 15,4 1-1-15,0-2-1 16,6-1 1-16,-2 0-1 15,6 0 1-15,1-1-1 0,-1 1 1 16,3 0 4-16,2 1 1 16,3-1-2-16,0-1 1 15,3 3 0-15,0-1-1 16,4-1 0-16,4 2-2 16,-3-2 1-16,4 0-1 0,1 0 0 15,1-2 1-15,3 2 0 16,0-1 0-16,2 1 0 15,4-1 2-15,1 1-3 16,1 0 1-16,3 0 0 16,1 0-1-16,4-1-1 0,2 0 1 15,2 0-2-15,2-3-2 16,2 2 4-16,-2-4-2 16,2 2 1-16,-2-3 0 15,2 2 3-15,-2-2 3 16,-2 3-3-16,0-2 2 15,-5 3 1-15,-4 0-3 0,-6 1-2 16,-3 2-1-16,-8 3 0 16,-6 0 0-16,-5 1-1 15,-10 3-3-15,-7 0-18 16,-11 4-20-16,-11 3-58 16</inkml:trace>
  <inkml:trace contextRef="#ctx0" brushRef="#br0" timeOffset="29554.95">20715 13266 45 0,'0'0'49'0,"0"0"-46"0,0 0 11 16,0 0 4-16,0 0-8 15,0 0-13-15,0 0 6 16,0 0 9-16,0 0-5 15,49-4-4-15,-27 3-1 16,0-2 0-16,2 1-2 0,-1 0 1 16,0 1 0-16,4-1 3 15,2 1 3-15,6-1 2 16,3-1-3-16,5 0-3 16,4-1-1-16,7-2 1 15,0 2 1-15,4-3 5 0,0-2 2 16,2 2 3-16,2 0 3 15,1-2-2-15,2 0-1 16,-2 1-2-16,1-2-7 16,-3 3-3-16,-1 0-2 15,-3 2 2-15,-5 0-2 0,-7 1 0 16,-7 0 0-16,-6 2-3 16,-6-2-15-16,-10-1-27 15,-3-2-40-15,-6-1-70 16</inkml:trace>
  <inkml:trace contextRef="#ctx0" brushRef="#br0" timeOffset="33432.93">19617 13291 69 0,'0'0'33'0,"0"0"-26"0,0 0 6 0,0 0 5 16,0 0-9-16,0 0-7 15,0 0 0-15,0 0 0 16,0 0 4-16,0 0 4 16,37 38-2-16,-29-24-2 0,-3 4-2 15,4 1-2-15,3 2 2 16,2 5-1-16,-1-1-3 16,1 3 0-16,-1 1 0 15,1-1 0-15,-1-1 0 16,-2-1 1-16,0-2 2 0,-3-2 7 15,2 0 0-15,-4-3-4 16,0 2 2-16,-2-3-2 16,-1 1-1-16,0 1-3 15,-2-2 0-15,-1 2 0 16,0-3-1-16,0 0 0 16,-5 1 0-16,-3-2 0 0,-2-2-17 15,-1-2-46-15,-1-5-44 16</inkml:trace>
  <inkml:trace contextRef="#ctx0" brushRef="#br0" timeOffset="33688.24">19657 13834 173 0,'0'0'5'15,"0"0"15"-15,0 0-2 16,0 0-9-16,0 0-2 16,0 0-4-16,0 0-1 15,45 10-1-15,-31-2 0 0,1 1 0 16,0 1 0-16,1-1 0 16,0-1-1-16,2-1-1 15,1-7-9-15,-1 0-25 16,1 0-80-16</inkml:trace>
  <inkml:trace contextRef="#ctx0" brushRef="#br0" timeOffset="33852.64">19953 13728 108 0,'0'0'154'15,"0"0"-151"-15,0 0-4 0,0 0-5 16,0 0 1-16,0 0 7 15,-34 58-8-15,25-31-26 16,0-1-18-16,2-1-34 16</inkml:trace>
  <inkml:trace contextRef="#ctx0" brushRef="#br0" timeOffset="34452.08">20163 13959 77 0,'0'0'1'16,"0"0"3"-16,-44 24-2 0,29-11-1 15,-1 0 2-15,2 4 8 16,2 1 4-16,1-1-4 16,4 2 2-16,1-1-2 15,4 2-6-15,2-4-4 16,0 1 2-16,10-3-3 15,1 0 0-15,3-4 0 0,-1-1 1 16,1-2 2-16,1-3 0 16,-1-2-2-16,-1-2 8 15,1 0 2-15,-1-5-6 16,-2-3 2-16,1-4-2 16,0-2 3-16,-2-1-1 0,1-1 2 15,-4 2-2-15,1 0-3 16,0 2 6-16,-2 2 4 15,1 3 1-15,1 3-6 16,-3 1-2-16,4 3-5 16,-4 0 0-16,3 0-1 15,-2 9 0-15,2 0 2 0,-4 2-2 16,3 1 0-16,-3 2 0 16,1-1 0-16,1 0-5 15,-1 0-16-15,2-2-18 16,-3-1-22-16,1-4-3 0,3-3-12 15</inkml:trace>
  <inkml:trace contextRef="#ctx0" brushRef="#br0" timeOffset="34806.62">20471 14074 184 0,'0'0'14'0,"0"0"15"0,0 0-18 15,0 0-4-15,0 0-3 16,0 0-4-16,0 0 0 0,0 0 1 16,-29 46 0-16,26-34-1 15,3 0-1-15,0-3 0 16,3 0-1-16,3-2 2 16,3-1-2-16,1-4 5 15,1-1-3-15,-1-1 3 16,2 0 1-16,-3-3-1 0,-1-3 5 15,0-5 1-15,-4 1-2 16,-1-1 2-16,-3-1-1 16,0-2 1-16,-3 4-5 15,-1 0-1-15,-7 3-5 0,2 2-3 16,0 3 5-16,-1 2-11 16,0 0-11-16,1 0-16 15,2 6-29-15,6-2-46 16</inkml:trace>
  <inkml:trace contextRef="#ctx0" brushRef="#br0" timeOffset="35191.56">20658 14069 186 0,'0'0'-2'0,"0"0"4"0,0 0 8 16,0 0 6-16,0 0-10 15,0 0-1-15,0 0-2 16,0 0 0-16,0 0-1 16,-35 28 2-16,35-21-3 15,0 2 1-15,0-2-4 0,0 0 2 16,7-2 1-16,2-3 0 16,4 0 4-16,-2-2 2 15,0 0 0-15,3 0 1 16,-3-2-2-16,1-4 1 15,-1-1-1-15,-1 0 2 0,-3-3-1 16,0 1 2-16,-5-3-1 16,-1 1-2-16,-1 0-1 15,0 2-2-15,-7 3-3 16,-5 0-10-16,-1 6-1 16,-1 0 0-16,-3 0-3 15,1 3-8-15,5 4-4 0,4 2-27 16,5-2-18-16</inkml:trace>
  <inkml:trace contextRef="#ctx0" brushRef="#br0" timeOffset="36082.58">20886 14076 116 0,'0'0'6'15,"0"0"31"-15,41-24-6 16,-34 16-4-16,-3 0-5 15,-1-2 1-15,-3 2-1 0,0-1-4 16,0 3-10-16,-1 1 0 16,-4 0-7-16,-1 3-2 15,-2 2 5-15,0 0-4 16,0 0 3-16,1 5-3 16,-2 2 0-16,4 3 1 15,1-1-2-15,4 1-1 0,0 0-2 16,0 0-3-16,6 1 4 15,2 0 2-15,1-1 2 16,1 3-1-16,-2 0 1 16,2 2 0-16,-1 0-1 15,-2 0 1-15,-1 5 0 0,-1-1-1 16,-3-1 0-16,-2-1 0 16,0 0 0-16,0-1-2 15,-5-3 2-15,-2-2 1 16,2-4-1-16,0-3 4 15,-1-1-3-15,2-3 1 0,1 0 0 16,-2-3-1-16,5-7-3 16,0-4 1-16,0-3 0 15,0-3 1-15,7-5 2 16,4 0-1-16,-2-4 0 0,5-1-2 16,-1-1 0-16,2-2-2 15,-2-1 1-15,-1-2 0 16,1 1 2-16,-4-1 2 15,-2 2-2-15,0 3 1 16,-6 1-1-16,0 6 2 16,-1 4-1-16,0 3 0 0,0 3 0 15,0 5 3-15,-1 2 1 16,0 5-5-16,-1 2 0 16,-2 0-7-16,1 11 8 15,0 5-5-15,1 5 5 16,0 6 0-16,2 4-1 0,0 0-1 15,0 1 1-15,0-1-1 16,0-2 1-16,3-3-1 16,8-5-1-16,-3-1 2 15,3-6-2-15,2-1 2 0,-1-4 0 16,1-3-3-16,2-1 3 16,0-3 0-16,1-2 4 15,-1 0 1-15,3-2-2 16,-3-6-1-16,1-1-1 15,-3-3 2-15,-4 0-2 16,-2-1 0-16,-4 0 1 0,-3 3-1 16,0 1 1-16,0 4-2 15,-5 1-2-15,-4 4 1 16,-2 0 2-16,4 4 1 16,-1 6-1-16,3 2-1 15,5 0-2-15,0 1-4 0,0 0-14 16,11-6-13-16,4 1-31 15,1-5-59-15</inkml:trace>
  <inkml:trace contextRef="#ctx0" brushRef="#br0" timeOffset="36765.97">21696 13863 168 0,'0'0'6'0,"0"0"5"0,0 0-10 0,0 0-4 15,0 0 4-15,0 0 10 16,3 52 2-16,-3-31-6 16,0-2 2-16,0-1-4 0,0 0-3 15,0-4-2-15,0-3 3 16,0-4-2-16,0-1-1 15,0-3-1-15,0-3-2 16,0 0-2-16,-1 0 8 16,-8-9-5-16,2-2-1 0,-1-5 2 15,1-4 0-15,0-1-2 16,2-5 5-16,3-1 6 16,0-2-3-16,2 1 5 15,0 1 11-15,0-1-10 16,4 4-4-16,4 4-5 0,3 1-2 15,3 5 0-15,4 1 3 16,4 2-3-16,1 4 1 16,-2 3 1-16,2 1-1 15,-1 3-2-15,-4 0 2 16,-2 0-1-16,-4 7 0 16,-4 2 0-16,0 2-1 0,-5 0-1 15,-1 2-2-15,-2 0 1 16,0 0-2-16,-4 0 5 15,-4-2 3-15,0 0-3 16,-1-1 2-16,-1-1-4 16,1-1 7-16,1-2-5 15,1 0 1-15,0 0-1 0,3-1 2 16,1 3-4-16,-1-2 1 16,0 3-1-16,3 2 0 15,0 1 1-15,1 2-1 16,0 0-2-16,1 0 4 0,8 0 1 15,-2-1 1-15,4-1 0 16,1-1-1-16,2-2 0 16,0-2-1-16,3 0-2 15,2-3-24-15,-1-3-35 16,-2-1-32-16</inkml:trace>
  <inkml:trace contextRef="#ctx0" brushRef="#br0" timeOffset="37405.08">22055 13975 160 0,'0'0'-6'0,"0"0"7"0,0 0 3 0,0 0 3 16,0 0 9-16,0 0 0 15,0 0-6-15,0 0 1 0,0 0 8 16,0 0-4-16,0 0-4 15,34-43-5-15,-29 32-1 16,-3-2-3-16,-2 3-1 16,0-1-1-16,0 1-1 15,0 2-1-15,-6 3-4 0,1 1 2 16,0 3 9-16,-3 1-4 16,3 0 3-16,1 9-4 15,-2 3-1-15,4 5 1 16,0 0-2-16,2 1-2 15,0-2 2-15,2-1 0 0,6-2-3 16,1-1 8-16,2-4-4 16,2-2 1-16,-2-2 0 15,4-3-3-15,-1-1 7 16,1 0-4-16,-1 0-1 16,-1-4 2-16,1-3-1 15,-3-5 2-15,0-1-2 0,1-3 0 16,-3 1 1-16,1-3 0 15,1 0-1-15,-1 1 1 16,1 0 0-16,1 1-1 16,0 3 0-16,2 2 1 15,-4 2 0-15,2 2 0 0,-1 2 2 16,0 2-1-16,-2 0 1 16,1 3 1-16,0 0 1 15,-1 0-2-15,-1 0 0 16,0 7-2-16,-5 1 1 15,1 0-2-15,-4 2 1 0,0 1-2 16,0 0 1-16,-1 2-2 16,-7-4 2-16,-3 5-6 15,-2-5-11-15,-1-1-10 16,-1-1-15-16,3-4-10 16,1-2-15-16</inkml:trace>
  <inkml:trace contextRef="#ctx0" brushRef="#br0" timeOffset="38259.58">22490 13847 234 0,'0'0'5'0,"0"0"-8"0,0 0 4 15,0 0 0-15,0 0 3 16,0 0 3-16,0 0-4 0,0 0 0 15,46-11 1-15,-37 5 1 16,3-1-1-16,0-2-2 16,0 1 0-16,-1-1 0 15,-2-1-1-15,-2 2-1 16,-3 1 2-16,0 0-1 16,-4 1 2-16,0 3-1 0,0 0 3 15,-6 3-5-15,-3 0 3 16,0 0 1-16,-5 6-2 15,-1 7-1-15,-3 4-1 16,3-1 0-16,1 3 0 16,5 1 0-16,1-1-1 0,5-2 1 15,3 1-4-15,0-4 1 16,4-1-4-16,8-2-8 16,4-3-5-16,2-4-6 15,5-4-20-15,2 0-7 16,2 0 6-16,1 0 2 0,-1-9 25 15,0-1 26-15,-2-1 24 16,-1-4 0-16,-4 2-7 16,-3-3 4-16,-3 0 5 15,-3 1 1-15,-1-1 9 0,-5 3-24 16,-1 1-2-16,-4 3 0 16,0-1-5-16,0 6-4 15,0 0-7-15,-8 1 1 16,1 3 1-16,-2 0-1 15,-2 0 3-15,0 6-5 16,0 3 3-16,-1 2-1 0,3 1-2 16,2 1 1-16,2 0 0 15,4-2-1-15,-2-1 0 16,3-2-1-16,0 0 0 16,0-1 0-16,4-3 1 15,2 0 2-15,2-2-1 0,-3-2 1 16,5 0 1-16,0 0-2 15,-1-6 1-15,2-3 1 16,-2 2-1-16,0-1-3 16,-3 1 4-16,-2 1 1 15,0 2 2-15,-2 1 0 0,-2 2-2 16,0 1 2-16,0 0-6 16,0 0-5-16,0 6 3 15,0 2 4-15,0 0 1 16,2 2-2-16,0-1 0 15,2 2 0-15,1-4-5 0,0-1-3 16,3-2 1-16,2-1-5 16,-1-3-4-16,3 0-28 15,-1 0-30-15,1-3-50 16</inkml:trace>
  <inkml:trace contextRef="#ctx0" brushRef="#br0" timeOffset="38849.94">23066 13779 67 0,'0'0'12'0,"0"0"18"0,0 0-3 0,0 0-1 16,0 0-5-16,0 0-6 0,0 0-5 15,0 0-5-15,0 0-3 16,0 0-2-16,-38-13-1 16,30 13 1-16,-2 0 5 15,-1 9-2-15,2 1 0 16,-5 3 0-16,4 2-3 0,2-1 3 16,1 4-5-16,5-3 2 15,2-1-1-15,0-1-1 16,0-2 1-16,8-1 3 15,2-3 2-15,2-1 4 16,3-3 1-16,0-2-2 16,3-1-1-16,-2 0-3 0,2 0-1 15,1 0 1-15,-3-7-1 16,1-1 1-16,-4-4-1 16,-3 1 1-16,0-3 0 15,-1-1-1-15,-3 0-1 0,1-2-1 16,-1 1 1-16,-2 0-6 15,1 1 3-15,0 1-1 16,2 0 1-16,-1 2 2 16,2 0 0-16,-1 3-2 15,1 2 4-15,-1 1-2 16,1 3 0-16,0 3-2 0,1 0 2 16,0 0 0-16,-2 2-1 15,1 5 2-15,-1 1 2 16,-1 2 1-16,2 3-2 15,-1-2-1-15,0-1-4 0,0-3-35 16,3-4-57-16</inkml:trace>
  <inkml:trace contextRef="#ctx0" brushRef="#br0" timeOffset="39247.82">23770 13479 192 0,'0'0'3'0,"0"0"14"0,0 0 11 0,0 0-10 16,0 0-12-16,0 0-11 16,0 0 5-16,0 0 2 0,-5 47 1 15,5-21-2-15,0-1 1 16,3 4-2-16,-1-5 1 15,2 4 0-15,-1-4 0 16,-1-1-4-16,-2-2-16 16,0-2-13-16,0-5-29 0,0-7-5 15</inkml:trace>
  <inkml:trace contextRef="#ctx0" brushRef="#br0" timeOffset="40001.73">23710 13668 243 0,'0'0'-8'0,"0"0"10"16,0 0 13-16,0 0-13 16,0 0-2-16,0 0 3 0,37-34 1 15,-19 30 0-15,1-1-2 16,4 1 2-16,0 2 3 15,2-1-2-15,-4 0 1 16,3-1-1-16,2-1-2 16,-5 2-3-16,1-4 1 0,0 0-1 15,-2 0 0-15,-3 0 0 16,-1-2 1-16,-3 0-1 16,-4 0 2-16,-3 0 0 15,-2 1 1-15,-4 2-1 16,0-1 0-16,0 3-5 0,-5 4 1 15,-4-1-1-15,-4 1-8 16,0 0 8-16,-3 1 7 16,0 10-2-16,1-1-1 15,2 4-2-15,3 2 1 16,1-2-1-16,3 3 0 0,2-1 0 16,2-1 1-16,2-2-1 15,0 0-3-15,4 0 2 16,5-3 2-16,1-2 2 15,3-1 3-15,2 0-6 0,3-2 2 16,-1-4 0-16,3 1-1 16,1-2-2-16,1 0-2 15,2 0 1-15,-1-4 0 16,0-6 0-16,1 0 1 16,-6-2-4-16,0 1 1 15,-3-3 3-15,-4 1 2 16,-5 2 2-16,-2 0-1 0,-4 3 4 15,0-1 2-15,-5 5-4 16,-7 1-3-16,0 3-1 16,-4 0 2-16,0 0 5 15,-2 7-4-15,0 3-1 0,3 0 0 16,3 2-1-16,3-2-1 16,3 1 1-16,4-2-1 15,2 0-2-15,0-1-3 16,3-3 5-16,8 0 5 15,2-3-2-15,3 0-1 0,0-2 0 16,5 0 1-16,-3 0-5 16,2 0-12-16,1-4-31 15,-4-4-38-15</inkml:trace>
  <inkml:trace contextRef="#ctx0" brushRef="#br0" timeOffset="40449.86">24367 13569 64 0,'0'0'138'0,"0"0"-147"0,0 0 12 0,0 0-1 16,0 0-1-16,0 0 4 16,0 0-1-16,17 40-2 15,-14-31 0-15,-3-2-1 16,0 1 0-16,0 0 1 0,0-2-2 15,0-2 1-15,0-2 0 16,0 0-3-16,0-2 3 16,0 0 7-16,0 0-2 15,0-2 5-15,0-3-1 16,0-2 0-16,0-1-3 0,0 0-5 16,7-1-1-16,3-3-2 15,0 3 2-15,3-1-3 16,3 2-2-16,1 2-3 15,1 3 4-15,1 1 2 16,0 2 0-16,-3 0 0 16,-3 0 0-16,1 3 3 0,-7 5 3 15,0 2 0-15,-2 3-1 16,-2-2 0-16,1 3-1 16,-3-1-2-16,-1 2 0 15,0 0 1-15,0-3 0 0,-4 2-13 16,-4-6-31-16,-4-1-51 15</inkml:trace>
  <inkml:trace contextRef="#ctx0" brushRef="#br0" timeOffset="42719.88">18497 12411 219 0,'-9'0'-23'0,"1"0"38"0,1 0 8 0,1 0-1 15,3 0-7-15,-3-1-8 0,2-2-5 16,0 0-1-16,-3 0 0 16,1 2-1-16,-6-2 1 15,-1 3-4-15,-3 0-6 16,-1 0-1-16,-5 0 1 16,-1-3-4-16,-1 0 5 0,-1-4 8 15,1-1 0-15,1-4 3 16,1-2 3-16,0-4 5 15,1-2-6-15,-2-3-4 16,4-2-1-16,-4-3-2 16,1-3 2-16,2-1 1 0,-2-4-3 15,2 2 0-15,4-3-1 16,-2 0-3-16,4 2 2 16,3 0-3-16,3 1-3 15,3 3-4-15,5 2-4 16,0 1-2-16,0 1 12 0,0-1 1 15,7 1 9-15,2 0 0 16,2 2-3-16,2 0 8 16,1 3-7-16,3 0 0 15,4 3 1-15,4 1-5 16,5-1-3-16,2 1 0 0,4 1-7 16,2 0-5-16,-1 2 7 15,4-2 8-15,-4 4 4 16,1 0 0-16,2 0 2 15,0-1 0-15,2 1 2 16,6 1-1-16,-1-3-2 16,5 1 1-16,2 3-2 0,4-1 1 15,-2-2-1-15,5 3 0 16,2-2 0-16,5 2 0 16,-4-1 0-16,2-2 1 15,1 1 5-15,-1-1 7 16,2 0 4-16,2 1 2 0,1 0-3 15,6 1-6-15,-1-1-4 16,4 1-4-16,2 1 0 16,3-2 0-16,0 2 0 15,2-2 2-15,-1 2 1 0,6 0 3 16,7-1-3-16,2 2-1 16,8 2-2-16,6-1 0 15,5 0-1-15,3 2 0 16,2-1 1-16,4 2-2 15,-1-2 0-15,2 1 0 16,1 0 1-16,0 1-1 0,0 2 0 16,3 1 2-16,-3 0-2 15,1 2 1-15,-4-1-1 16,1 1 0-16,-5-1 0 16,-4-1 1-16,-4 0-1 15,-3-1-1-15,-5-1 2 0,-4 1-1 16,-4-1 1-16,-6 1-1 15,-5 1 0-15,-6 0 0 16,-10 2 1-16,-7-1-1 16,-8 1 2-16,-7 1-1 15,-8 0 0-15,-4 0 0 0,-4 3-1 16,-6 4 0-16,-5 4 0 16,-2 2-2-16,-8 1 1 15,-4 5-5-15,-4 2-6 16,-6 3 0-16,0 0 8 15,-2 6 2-15,-8 0 3 0,-1 4 4 16,-2 0-4-16,0 3-1 16,0 3-2-16,-1-2-3 15,1 3-1-15,1-1-7 16,-2 1 3-16,1-1 6 16,-1 1 3-16,-3-1 0 0,-2 0-3 15,-5 2 3-15,-8-3 1 16,-10-2-2-16,-14 1-6 15,-13-1-1-15,-16-1-27 16,-16 0-46-16</inkml:trace>
  <inkml:trace contextRef="#ctx0" brushRef="#br0" timeOffset="43581.28">20679 12386 40 0,'1'-6'13'0,"0"-1"10"0,-1 1-2 0,0 0-6 16,0-1-7-16,-4 3-4 0,-7-2-5 16,1 2 3-16,-3 1 5 15,0-1-5-15,0 3 5 16,-3-1-2-16,1 2-3 16,-4 0-3-16,-3 0 1 15,-3 10-12-15,-2 2-8 16,-3 3 14-16,-5 5 5 0,2 3 1 15,-1 2 1-15,1 4 1 16,3 1 0-16,0 5 0 16,4-2-1-16,2 5 0 15,4 0-1-15,2 2 2 0,2 1-4 16,2 2 4-16,6-2-2 16,0 0 1-16,4-2 2 15,4-2 7-15,0-3 1 16,7 0 3-16,5-3 2 15,8 3 8-15,-1-1-9 0,4 1-3 16,4 0 0-16,2-1-4 16,3-1-1-16,4-5-2 15,7 0-3-15,2-7 3 16,8-1 2-16,5-4-1 16,7-5-2-16,8-1-1 15,4-4-1-15,8-3 1 0,3-2-2 16,7 0-2-16,-1-1-44 15,-2-11-39-15</inkml:trace>
  <inkml:trace contextRef="#ctx0" brushRef="#br0" timeOffset="44214.59">22139 12227 94 0,'0'0'5'0,"0"0"8"0,0 0 7 0,0 0-16 0,0 0 2 15,0 0-6-15,13-40-1 16,5 31 5-16,4 4-3 16,-1-4 1-16,7 2 2 15,3 1 2-15,1-1-1 16,6 3 4-16,0 1-4 16,4 0-3-16,-2 3 1 0,2 0-1 15,-4 0 2-15,-2 7 1 16,-4 6 2-16,-4 4-4 15,-2 6 0-15,-4 5 0 16,-7 6-1-16,-1 10-1 16,-8 3 1-16,-5 7-2 0,-1 6 1 15,-7 1-6-15,-14 0 0 16,-5 3-1-16,-6-4-1 16,-7-5 8-16,-7 0-3 15,-8-5 2-15,-9-1-1 16,-11-4 1-16,-14-3 2 15,-16 1-16-15,-16-2-9 0,-13-4-35 16</inkml:trace>
  <inkml:trace contextRef="#ctx0" brushRef="#br0" timeOffset="55578.82">21207 11123 31 0,'0'0'26'0,"0"0"-11"0,0 0-8 0,0 0-2 16,0 2-3-16,0-1 2 0,0-1-2 15,0 3 2-15,0-2-3 16,0 1 1-16,0-1-1 15,0-1 1-15,0 0 2 16,0 0 2-16,0 0 7 16,0 0 6-16,0 0 13 0,2 0 15 15,4 0-14-15,-3-7-24 16,7-2-4-16,4-3 3 16,4-3-4-16,9-6-4 15,14-2 1-15,11-9 0 16,9-7 0-16,8-8-28 0,-1-8-164 15</inkml:trace>
  <inkml:trace contextRef="#ctx0" brushRef="#br0" timeOffset="62336.83">21088 11107 79 0,'0'0'13'0,"0"0"-1"0,0 0-6 0,0 0 0 0,0 0 13 15,0 0-2-15,0 0-17 16,0 0 1-16,0 0 0 16,0 0 2-16,0 0-3 0,0 0-2 15,0 0-2-15,-5-17-3 16,5 20 3-16,0 3 4 16,0 3 0-16,0-1 0 15,0 1 0-15,0-1 0 16,0 0-1-16,3-2 1 15,1 1 0-15,-1-1-1 0,1-2 2 16,2 0-1-16,0-1 0 16,2-3 1-16,2 0 3 15,3 0 2-15,3-7 1 16,5-7-3-16,4-3 0 16,7-6-3-16,3-5 0 0,5-5 2 15,2-5-2-15,5-5-1 16,3-4 0-16,0-1 1 15,0-3-5-15,-5 0-67 16</inkml:trace>
  <inkml:trace contextRef="#ctx0" brushRef="#br0" timeOffset="62814.65">21086 11133 66 0,'0'0'3'0,"0"0"3"0,0 0 4 0,0 0-1 0,0 0 0 16,0 0 1-16,0 0 5 16,0 0 11-16,46 28-4 15,-25-33-5-15,3-7-5 16,6-3-5-16,7-8-1 0,6-5-1 16,8-8-2-16,3-7-2 15,4-6-4-15,1-5-47 16,-6-2-98-16</inkml:trace>
  <inkml:trace contextRef="#ctx0" brushRef="#br0" timeOffset="63547.01">21024 11083 36 0,'0'0'38'0,"0"0"-34"0,0 0-3 16,0 0-1-16,0 0 0 0,0 0 2 16,-7 40-1-16,7-31 1 15,0 0 0-15,0-3 0 16,1 1 0-16,5-1 2 15,1-5 1-15,3-1 4 16,4 0 7-16,4-7 18 0,8-8-6 16,8-8-11-16,9-7-8 15,7-7-3-15,9-8-1 16,9-6-2-16,8-5-2 16,4-5-5-16,0 0-35 0,0-1-43 15</inkml:trace>
  <inkml:trace contextRef="#ctx0" brushRef="#br0" timeOffset="64004.02">21274 11035 91 0,'45'-30'-83'0</inkml:trace>
  <inkml:trace contextRef="#ctx0" brushRef="#br0" timeOffset="65104.95">18190 11461 45 0,'0'0'9'0,"0"0"-7"16,0 0 2-16,0 0-1 15,0 0 1-15,0 0-1 0,0 0-1 16,37 0-2-16,-30 0 0 16,5 0 1-16,0 0-1 15,-1 0 0-15,3 0 0 16,-3 0 1-16,5 0-1 15,-1 0-2-15,3 0 0 0,1 0 1 16,4 0 1-16,4 0 0 16,5-2 0-16,5-3 1 15,7-2-1-15,2 0 2 16,6-3-1-16,6-1 0 16,3-1 0-16,7-1 1 15,2-1-1-15,6 1 0 0,2-1 2 16,4 0-4-16,1 1 2 15,-4-2-1-15,4 0 0 16,0 1 0-16,3 0 1 16,1-2 11-16,0-1 1 15,5 3-1-15,4-2 0 0,-3 2-3 16,1-1-1-16,-1 3-3 16,2-1-1-16,-3 3-3 15,-3-1 0-15,3 4 0 16,-2-2-1-16,1 2 0 15,-3-1 1-15,3 2-1 0,3-1 0 16,-2 0 1-16,-1 1-1 16,3-1 2-16,-3 1-2 15,-1-1 0-15,-2 0 0 16,0 0 0-16,-2 0 0 16,1 0 0-16,2 0 0 0,-3 0 0 15,2-2 0-15,0 1 0 16,-1-1 0-16,-2-1 0 15,2 3 0-15,-4 0 0 16,-5 0 0-16,0 0 0 16,-4 3 0-16,-1-2 0 15,-5 3 1-15,-3-2-2 0,-4 2 1 16,-3 1 1-16,-4 1-1 16,-2 1 0-16,-3 0 0 15,-2 0 2-15,-5 1 3 16,-1 6-3-16,-5 3-2 0,-5 3 0 15,-9 8 0-15,-12 4-2 16,-10 6-31-16,-15 4-55 16</inkml:trace>
  <inkml:trace contextRef="#ctx0" brushRef="#br0" timeOffset="69681.41">18538 12528 86 0,'0'0'15'0,"0"0"4"0,0 0-10 16,0 0-2-16,0 0-1 0,0 0 4 15,0 0-5-15,0 0-7 16,-36 5 2-16,30 5 0 16,3 2 2-16,-5-1-4 15,2 3 2-15,-2 2 2 16,2 2-4-16,-4 0 2 16,-1 1 0-16,2 5-1 0,-5 1 1 15,1 4 0-15,-5 4 0 16,1 3 1-16,0 3 2 15,2 1 6-15,-3 1-5 16,5 3-1-16,1 3-2 16,2 3 1-16,2 2-1 0,0 1 1 15,2 1-2-15,2-2 2 16,1 1-2-16,2-1 1 16,1-3 0-16,0-1-1 15,0-1 3-15,5-2 8 16,4-5-5-16,0 0 3 0,0-4-5 15,1-2 0-15,0-2-1 16,-2-5 0-16,1 0-4 16,-3-3 3-16,2-2 5 15,-5-4-6-15,0-4 0 16,-1-1 1-16,-1-1-1 0,-1-1 0 16,0-2 0-16,0 0-5 15,-8-4-24-15,-3-4-56 16</inkml:trace>
  <inkml:trace contextRef="#ctx0" brushRef="#br0" timeOffset="70066.77">18224 13941 76 0,'0'0'26'0,"0"0"-2"0,0 0-2 15,0 0-7-15,0 0-1 0,0 0-4 16,0 0-4-16,0 0-1 16,0 0 0-16,0 0 3 15,24 4-5-15,-16-1 0 16,-1 4-2-16,1 1 0 15,2-2 1-15,-1 0-1 0,0-2-1 16,2 1 1-16,-4-3 0 16,3-2 1-16,0 0-1 15,-3 0 3-15,1 0-3 16,0-9 1-16,1 0 0 16,-3-4-2-16,0 0 1 0,0-4-3 15,1 0-7-15,-1-4-27 16,0-3-29-16</inkml:trace>
  <inkml:trace contextRef="#ctx0" brushRef="#br0" timeOffset="70898.92">17773 14871 53 0,'0'0'3'0,"0"0"1"0,0 0 18 15,0 0-1-15,0 0 3 0,0 0 11 16,0 0 1-16,0 0-15 16,0 0-3-16,0 0-10 15,0 0-8-15,0 0-2 16,0 0 2-16,-25 6-2 15,25 18 5-15,0 4-2 0,4 5 1 16,0 0-2-16,0 1 0 16,-1-3-5-16,-1-4-8 15,1-3-11-15,-2-6-16 16,-1-6 0-16,0-5-34 16</inkml:trace>
  <inkml:trace contextRef="#ctx0" brushRef="#br0" timeOffset="71347.91">17599 14908 86 0,'0'0'2'0,"0"0"2"0,0 0 3 0,0 0 3 0,0 0 4 15,0 0 12-15,0 0-4 16,0 0-13-16,0 0-6 16,0 0 0-16,13-6-3 15,0-1 0-15,2 0 1 16,5-3-1-16,2 0 0 0,4-1 0 15,1-2 0-15,3-1-12 16,-2-2-37-16</inkml:trace>
  <inkml:trace contextRef="#ctx0" brushRef="#br0" timeOffset="71852.71">17961 14915 74 0,'0'0'8'15,"0"0"1"-15,0 0 7 0,0 0-7 16,39-1-2-16,-29 1-3 16,1 5-2-16,-3 4 1 15,2 4-1-15,-4 0-2 16,1 2 0-16,-4 2-2 15,-1-5 0-15,-2 0 2 0,0-2 0 16,0-1 0-16,-4-4 8 16,-1-2 16-16,-3 0 0 15,3-1-5-15,-1-2-3 16,0 0-2-16,1 0-5 16,1-5-4-16,1-1 2 0,3-5-1 15,0-2-4-15,0-1-2 16,0-4 3-16,7-1-2 15,6-1-3-15,2-4-10 16,3 2-37-16,0 0-35 16</inkml:trace>
  <inkml:trace contextRef="#ctx0" brushRef="#br0" timeOffset="72421.6">18271 14912 110 0,'0'0'11'0,"0"0"-4"0,0 0 9 0,0 0-11 16,0 0-3-16,0 0 2 0,1-38 14 15,-1 35 7-15,-1 2-9 16,-5 1-7-16,0 0-4 16,-3 1 1-16,-1 10 2 15,-3 2-3-15,2 6-11 16,-2 1 16-16,4-2-9 0,2 1 0 15,5-4-2-15,2-3-1 16,0-2 0-16,4-5 1 16,5-2 2-16,2-3-2 15,2 0-2-15,0-7 2 16,2-5-1-16,-2-3 2 0,-1-2 1 16,-2 0 0-16,-3 1-1 15,-1-1 2-15,-4 6 0 16,-2 1-1-16,0 2 4 15,0 3 3-15,0 2-3 16,0 3 0-16,-1 0-6 0,-2 3 3 16,0 6 0-16,1 2-2 15,1 1-2-15,1 1 2 16,0-1-5-16,0-2-8 16,4 0-14-16,2-5-33 15,0-2-8-15</inkml:trace>
  <inkml:trace contextRef="#ctx0" brushRef="#br0" timeOffset="72833.84">18411 14868 133 0,'0'0'7'0,"0"0"23"0,0 0-7 15,0 0-16-15,0 0-5 16,0 0-1-16,0 0 0 15,0 0-1-15,0 0 2 0,12 37 0 16,-12-23-4-16,0 1 6 16,-2-4-3-16,0 0-3 15,-1-2 2-15,2-5-7 16,-1 2 6-16,1-5 3 16,0-1-1-16,0 0 4 0,1 0-2 15,0-1-2-15,0-9-4 16,0-1 4-16,2-4-7 15,7 0 5-15,-1-2 1 16,1 1-1-16,3 0 0 16,0 2-1-16,1 3 0 15,3 1 2-15,-3 3 0 0,2 3 0 16,-1 2 0-16,0 2-2 16,1 0-3-16,-1 2 5 15,1 6-1-15,-1-1 0 16,0 0-12-16,-1 0-14 15,0-1 1-15,-2-2-16 0</inkml:trace>
  <inkml:trace contextRef="#ctx0" brushRef="#br0" timeOffset="73196.81">18769 14818 46 0,'0'0'33'15,"0"0"-16"-15,15-41 4 16,-13 28-4-16,-2 3-4 15,0 1 2-15,0 2 5 16,-3 5-4-16,-5 0-15 0,-2 2 0 16,0 0-1-16,-2 7-1 15,0 2 5-15,4 1-3 16,-2 2-1-16,4-1 1 16,2 2 0-16,3-2 1 15,1 0-1-15,0-2 1 16,5 0 0-16,3-2-1 0,3 0 2 15,2-2-1-15,-2 1 2 16,-2-1-3-16,1 0 0 16,-2 2-1-16,-4-1 1 15,-1 0-1-15,-3-1 1 16,0 2 0-16,0-1 2 0,-5 1 1 16,-6 3 0-16,-3 1-2 15,0-2-2-15,-1 1-5 16,2-2-32-16,0-6-33 15</inkml:trace>
  <inkml:trace contextRef="#ctx0" brushRef="#br0" timeOffset="73525.84">18880 14518 79 0,'0'0'4'0,"0"0"16"0,0 0 1 16,0 0-9-16,0 0 0 15,0 0-8-15,0 0-1 0,0 0-1 16,-18 41 6-16,13-14 1 16,3 3 0-16,2 4 1 15,0-2-1-15,0 2-3 16,2 0-4-16,5-3 1 15,-2-3-2-15,1 0 2 16,-1-4-3-16,-1 2 1 0,-2-4 0 16,0-2-2-16,-2-1 1 15,0-2-3-15,0-3-16 16,-6-4-22-16,1-6-24 16</inkml:trace>
  <inkml:trace contextRef="#ctx0" brushRef="#br0" timeOffset="74292.57">18795 14888 150 0,'0'0'1'0,"0"0"34"15,0 0-8-15,0 0-13 0,0 0-10 16,0 0-7-16,0 0 1 16,-3-40 3-16,14 33 0 15,1-1-1-15,3 1 1 16,1-1-1-16,0 1 0 15,-1 0 2-15,-1 4-2 0,-1 0 0 16,0 3 0-16,-1 0-2 16,-4 2 1-16,-1 7 1 15,-3 3-1-15,-1 1 0 16,-3 3 2-16,2-3-1 16,-2-1 2-16,0-1-2 15,0-6 2-15,0-1-2 0,0-1 1 16,0 0 2-16,0-3-3 15,3 0 2-15,-3 0 2 16,2-6 9-16,1-2-3 16,-1-4-6-16,2-3 0 0,0-1-1 15,-2-4-1-15,0 3-2 16,1-1 1-16,0 1-2 16,3 2 0-16,-5 5 1 15,3 2-1-15,-1 5-2 16,2 1-1-16,-2 2-3 0,1 0 3 15,3 9 3-15,-1 2 0 16,1-1 1-16,0 2 0 16,1 1 0-16,1-1 0 15,0-2 0-15,0-1 1 16,-1-3-1-16,0-1 0 16,1-3 0-16,-3-2 0 0,2 0 1 15,-1 0 0-15,3-3 2 16,-3-6 0-16,2 1-3 15,0-4 1-15,-2 1-1 16,1 0 1-16,-2 1 0 16,2 3-1-16,-5 1 0 0,1 2 0 15,-2 4-1-15,0 0-1 16,0 0-3-16,-2 6 2 16,2 2 0-16,-1 1 4 15,0 0-1-15,2-1 1 16,2-3-1-16,-1-1 0 0,-1-1 0 15,5-3 0-15,-2 0 3 16,5 0 3-16,-1-7 2 16,3-4 1-16,4-2 2 15,0-3-2-15,2-3-4 16,1-1-3-16,4-2-2 0,-7 2-4 16,-3 2-52-16,-7 0-159 15</inkml:trace>
  <inkml:trace contextRef="#ctx0" brushRef="#br0" timeOffset="75474.98">18663 15181 51 0,'-2'-2'12'0,"1"2"15"0,-1-1-5 0,2-1-5 16,-2 2-5-16,2 0-3 0,0 0-5 16,0 0-1-16,0 0-2 15,0 0-1-15,0 0 0 16,0 0 0-16,0 0-1 16,0 0 1-16,0 0 0 15,0 0 0-15,-2 0 0 16,2 3-2-16,0 0 2 0,-2 3 0 15,0-1 2-15,1 1-4 16,-1 1 4-16,1 2-2 16,0-1 0-16,-1 2 1 15,2 2 0-15,0-1 2 16,0 3 2-16,3 0-1 0,3 3-1 16,1 2 0-16,1-1-1 15,2 4 3-15,1-1-3 16,1 2 0-16,3 2 0 15,0 2 1-15,5 1 2 16,-1 1-4-16,2 1 0 0,3-1 1 16,2-3 0-16,1-2-2 15,2-2 1-15,-1-1 2 16,-1-3 1-16,0-1 6 16,1-4-1-16,1-1 0 15,0-4 1-15,3 1 1 16,-2-4-4-16,3-2-4 0,2 1 1 15,-2-2-3-15,2-1 0 16,-2 2-1-16,-1-2-1 16,-1 1 3-16,-2-2-1 15,-3 0 0-15,-1 0-2 0,-2 0 2 16,-3 0-1-16,-1 0 0 16,2 0 1-16,-4-2-2 15,-2 1 1-15,-2 0-2 16,0-2-11-16,-7 1-12 15,1 2-10-15,-5-4-16 0,-1 3 4 16,-1-5-29-16</inkml:trace>
  <inkml:trace contextRef="#ctx0" brushRef="#br0" timeOffset="75800.11">19541 15622 130 0,'0'0'6'0,"0"0"23"0,0 0-20 0,0 0-9 15,0 0 1-15,0 0 0 16,0 0-1-16,0 0 1 15,0 0 5-15,42-10 10 0,-33 16 1 16,-1 1-6-16,1 2-6 16,1 6-2-16,-4 1-3 15,2 2 1-15,-5 4 0 16,-3 1 0-16,0 4 0 16,-2 7-1-16,-12 2 0 0,-6 4-43 15,-6-1 12-15</inkml:trace>
  <inkml:trace contextRef="#ctx0" brushRef="#br0" timeOffset="77630.78">20080 15221 101 0,'0'-2'3'0,"0"1"12"0,0 1 3 0,0 0-7 0,0 0-12 15,0 0 1-15,0 2 0 16,0 6 0-16,0 2 0 15,4 2 0-15,-4 4 0 16,0 0 0-16,2 2-3 16,-2 0-7-16,0 0-10 0,0-3-9 15,0-3-34-15</inkml:trace>
  <inkml:trace contextRef="#ctx0" brushRef="#br0" timeOffset="85956.95">19161 14473 82 0,'-9'-5'7'0,"-1"2"1"0,0 0-5 0,3 0-2 0,-3 3-1 16,3-1 0-16,-2-1 1 16,4 1-1-16,-2-2 5 15,4 2 13-15,0-2 2 16,-1 0 0-16,1 0-10 0,2 0-5 16,-1 0-2-16,0-1 0 15,0 1-2-15,-3-1-2 16,1 1-1-16,0 1 1 15,-3 0 0-15,0-2 2 16,-2 0 0-16,3-1 1 0,-3 1 3 16,-1 0 2-16,4-2-4 15,-1 4-2-15,1-1-1 16,-5 0 0-16,2 1-1 16,0 1 0-16,-3-1 1 15,1 0-1-15,1 1 1 0,-2 1 1 16,1 0-2-16,0-1 2 15,-1 1-1-15,0-1 1 16,-2 1-3-16,-1 0 3 16,-1-2-1-16,2 2-1 15,-2 0 2-15,-1-1 0 0,-1-1 1 16,1 2 3-16,0 0-2 16,-3-2-1-16,2 2-1 15,-5 0-1-15,1 0 1 16,-2 0-1-16,-3 0 0 15,0 0 0-15,1 0-1 0,-1 2 1 16,-1 1 0 0,0 1 1-16,0-1-1 0,-1 3 0 15,1-1 0-15,-3 3 0 16,-2 0 0-16,4 1-1 16,-4-1-1-16,5 2-6 15,-6-1-1-15,4 1 2 0,2-2 4 16,0 1 3-16,0-2 1 15,2 1-2-15,1-1 2 16,0 0 0-16,3 3-1 16,-4-1 0-16,1 0 0 15,0 0 0-15,0 1 0 0,3 2 0 16,-5-2 0-16,4 4 0 16,1 0 0-16,1 2 0 15,0 1 0-15,-1 1 0 16,4 1-1-16,-2-1 1 15,2 2 1-15,0-3-1 0,0 2 0 16,3-2 0-16,-1-1 0 16,0 0 0-16,0 1 0 15,1-1 1-15,-3 1 1 16,4 0-1-16,-1-3 1 16,1 4 1-16,1-3-1 0,4 2-2 15,-2-1 1-15,2-2-1 16,4 1 1-16,-1-2 0 15,2-1 0-15,3 0-1 16,-1 1 1-16,2-1 0 16,0 0-1-16,0 1 0 0,0 0 1 15,0-1-1-15,2 0 0 16,2-1 0-16,3 1 0 16,-2-1 0-16,4 1 0 15,-3-1 0-15,3 0 1 16,0 0-1-16,1 2 0 0,1-3 0 15,-1 1 0-15,2 0 0 16,-1-1 0-16,0-1 0 16,3 0-1-16,-2-2 0 15,4 1 1-15,2-2 1 16,0 0 5-16,1 2-4 0,2-1-1 16,4-1-1-16,-2 1 1 15,2-1-1-15,0-2 1 16,2 0-2-16,0 1 1 15,1-2 0-15,0 0 0 16,-1-1 0-16,0 2-1 16,0-2 1-16,-3-1 0 0,3 2 0 15,2 0 1-15,0 0-1 16,1-2-1-16,1 2 1 16,4-3-1-16,-1 3 1 15,2-2-1-15,2-1 1 0,-3 2 0 16,3-2-6-16,3 0 0 15,-1 0 4-15,2 0 0 16,-1 0 1-16,3-6 1 16,-2 2 0-16,1-2-2 15,-2-2 2-15,1-1 0 16,-1-1 0-16,0 0 2 0,0-1-2 16,3-2 1-16,1 2-1 15,0-3 0-15,-2 1 2 16,0-3-2-16,-1 1 0 15,-2 0 0-15,-2 0 0 16,0 1 1-16,-6-2 3 0,0 0 2 16,-2-1-1-16,-3 0-2 15,-1 0 2-15,-2-3-2 16,-3 2 0-16,-2-5 0 16,-3 3 0-16,-4-4-2 15,1 3 2-15,-2-2 0 0,-1-1 3 16,-1-2-3-16,1 2-1 15,2-3-1-15,-2 1-1 16,1-1 0-16,-1 1 1 16,-1-1-2-16,-3 0 2 15,-1 1-1-15,-1 2 0 0,-4 1 1 16,0-1 0-16,0 2 0 16,0 0 1-16,-2 1 3 15,-7 1-4-15,1 0 0 16,-4 2 0-16,1-1-1 0,-6 4 1 15,2 0 1 1,-1 1-2-16,0 3 1 0,-1 0 0 16,-4 0 1-16,0 1-1 15,-2 2-1-15,-2 1-1 16,-2 1 1-16,-1 2 0 16,-1 1 1-16,1 3-2 15,1 0-1-15,0 0-2 0,2 4-12 16,5 3-10-16,2-2-40 15,0-2-54-15</inkml:trace>
  <inkml:trace contextRef="#ctx0" brushRef="#br0" timeOffset="87373.81">19077 14523 79 0,'-10'-7'5'0,"0"-1"3"0,1 1 11 0,1 1-2 0,-2 1-6 16,1 1-1-16,2-3-4 16,-5 4-1-16,2-1-2 15,0 1-1-15,-1-1 3 16,-2 1-3-16,1 0 3 15,-3 2 1-15,-3-2-5 16,1 0-1-16,-2 2 1 0,-2-2-1 16,0 0 0-16,-3 2 1 15,0-1-1-15,0 1 1 16,-2 1-1-16,1 0 0 16,-2 0 0-16,-2 0 0 15,-3 0 0-15,0 0 0 0,-4 1 0 16,-3 5-1-16,-1-2 1 15,-2 5-1-15,-5-1 1 16,2 2 1-16,-5 1-1 16,2 2 0-16,-3 2 0 15,1-1 0-15,0 1 0 0,0 2 0 16,4 0 0-16,0-1-1 16,-2 1 2-16,4 1-1 15,0 0 0-15,-1 0 0 16,3 2 0-16,1 1 0 15,3 0 0-15,1 1 0 0,1-1 0 16,2 3 0-16,3-1 0 16,-2 1 0-16,5 0 0 15,1 0 0-15,3 0 0 16,2 2 0-16,6-2 0 16,0 1 0-16,5-3 0 15,5 1 0-15,2-5 0 0,4 2-1 16,0-3 2-16,0 0-2 15,2 0 2-15,6-1-1 16,-2 0 0-16,5-1-1 16,1 1 1-16,4 0 0 15,6-1-1-15,2-1 0 0,6 2 0 16,3-3-2-16,3-1 1 16,3 0-1-16,5-1 1 15,-2-1 0-15,4-1-2 16,1-4 3-16,3 1 2 15,2-2 4-15,-1-2 0 0,2-2-1 16,6 0-1-16,-1 0-1 16,4-5-1-16,4-3 0 15,3-5 0-15,5-1 0 16,-1-3 3-16,-1-2 4 16,2-1-1-16,-1-1-3 0,-3-1-2 15,-1 0 0-15,-4 0-2 16,-5 0 1-16,-5 2-1 15,-5-1 1-15,-10 0-1 16,-9 3 0-16,-9 2-1 16,-8-3-11-16,-9 2-42 15,-5-3-59-15</inkml:trace>
  <inkml:trace contextRef="#ctx0" brushRef="#br0" timeOffset="88549.34">18464 12550 69 0,'-6'0'2'0,"3"0"3"0,0 0 0 0,1 0-4 15,-4 5-1-15,2-1 0 16,-1 2-3-16,-1-1 1 16,1 2-1-16,2-1 3 15,1 1 0-15,-2 3 1 16,0-3-1-16,3 2 0 0,-3 2 1 15,-2-1 0-15,0 4 1 16,-2 0 1-16,1 3-2 16,-1-1-1-16,-1 3 0 15,1-1 1-15,0 3 0 16,1 2 1-16,-2-2 1 16,4 2 1-16,-1 1 1 0,2-2-2 15,1 2 1-15,1-2-2 16,0 2-1-16,1-2 0 15,0 1 1-15,1 1 1 16,0 0-1-16,-2-3 0 0,1 3-1 16,0-4 1-16,-1 1-2 15,0-2 1-15,0-5-1 16,0 0 1-16,-1-2-1 16,1-5 1-16,0-3-2 15,0-4-20-15</inkml:trace>
  <inkml:trace contextRef="#ctx0" brushRef="#br0" timeOffset="89009.8">18464 12589 79 0,'0'0'-4'0,"0"0"6"0,0 0 3 15,24-41-2-15,-19 34 1 16,-1 1-1-16,1 0 4 16,-5 4 3-16,2 0 8 15,-2 0-5-15,0 2-8 0,0 0-4 16,0 0-1-16,0 0-1 15,0 0-3-15,0 0 2 16,0 0 3-16,-2 0-1 16,-5 0 1-16,0 6-1 15,-3 0 0-15,-1 3 0 16,-3 4 1-16,-1-1-1 0,0 1 0 16,-4 1-1-16,1-1 2 15,1 0-1-15,0-2 2 16,-2-1-2-16,3-2-2 15,2-2 4-15,4-2-2 16,3-4 0-16,1 0-3 0,3 0 0 16,3 0-13-16,0-6-7 15,0-1-20-15,3-4-13 16</inkml:trace>
  <inkml:trace contextRef="#ctx0" brushRef="#br0" timeOffset="89158.78">18337 12562 1 0,'0'0'22'0,"0"0"-4"15,0 0-7-15,0 0 4 16,45-15 3-16,-33 15-4 16,5 0-2-16,5 3 4 0,-2 2 2 15,8 2-2-15,8 0-7 16,2 1-6-16,5-2-3 16,-1-3-31-16</inkml:trace>
  <inkml:trace contextRef="#ctx0" brushRef="#br0" timeOffset="100016.93">20933 11340 66 0,'8'0'11'0,"2"-4"6"0,2-6-3 0,-1-4-3 16,3-5-2-16,2-3 4 15,4-7 5-15,4-2-2 16,2-5 1-16,7-2 0 16,8-3-4-16,1-6-6 0,7-1-5 15,-1-2-2-15,1 0-31 16,-7-1-113-16</inkml:trace>
  <inkml:trace contextRef="#ctx0" brushRef="#br0" timeOffset="100317.77">21068 11228 115 0,'0'0'27'0,"0"0"20"15,0 0-31-15,31-52-2 16,0 22 3-16,7-6-4 16,12-8-5-16,14-4-3 0,13-9-3 15,12-7-1-15,7-7-4 16,7-13-118-16</inkml:trace>
  <inkml:trace contextRef="#ctx0" brushRef="#br0" timeOffset="102047.04">18021 11626 170 0,'0'3'1'0,"0"-3"11"15,0 0-12-15,2 4-7 0,4 4 7 16,2 7 0-16,1 5 0 16,2 5-1-16,1 9 2 0,0 6 0 15,1 8-1-15,-1 8 0 16,1 6 1-16,-1 1-1 16,3-1 1-16,4-1-1 15,3-10 0-15,-4-8-1 16,2-12 0-16,-3-5 0 0,-1-6 0 15,-5-4 1-15,-2-1 0 16,-1-4 0-16,-2 2 0 16,1-2 1-16,4-1-2 15,-4 0-1-15,4 0-19 16,3 3 13-16,0-3 4 16,2 5-4-16,0-3-2 0,2 4 4 15,0-2 2-15,0-3 3 16,2 1 0-16,0-3 1 15,4-3 0-15,1-3 0 16,4-2 0-16,3-1 3 16,3 0 0-16,1-4 2 0,4-3-1 15,3-2-1-15,0 2-2 16,5 0 2-16,-1 3 3 16,5 1-4-16,1 0 0 15,0 2 0-15,4-2-2 0,2 0 1 16,4-3-1-16,-2-3 0 15,2-1 1-15,1 0-2 16,1-3 1-16,3 4-1 16,-1-1-4-16,2 3 0 15,0 1-2-15,3 3 1 16,1-1 0-16,-2 3 4 0,0-2 2 16,-1 2 0-16,3-2 1 15,3-3-1-15,3-1-1 16,0-3 2-16,8-1-1 15,2-5 3-15,3-1 4 16,2-1 1-16,-3-2-1 0,6 1-1 16,-2 2-3-16,0 0 0 15,0-1 0-15,1 6-2 16,-2-2-1-16,-4 4 2 16,-3 1-4-16,-2 3-29 15,-9-1 9-15</inkml:trace>
  <inkml:trace contextRef="#ctx0" brushRef="#br0" timeOffset="103354.8">19382 11239 88 0,'16'0'-5'0,"-1"0"11"0,3 0 2 0,3 0-2 0,-1 0 1 0,5 0-3 0,5-1 1 16,4 0-2-16,1-1 0 15,7 2-1-15,1 0-1 16,5 0-1-16,1 0 1 16,3 0-1-16,3 0 0 15,3-2 0-15,3-1 0 16,0-2-1-16,5 0 2 0,2-4-1 15,5-1 1-15,6 0-1 16,6-3 5-16,8-1 2 16,7-1-2-16,3-1-2 15,1-1 0-15,4 0-1 16,1 1 1-16,-1 0-3 0,-3 2 1 16,1-1 2-16,0 0 2 15,-4 0 1-15,2 3-2 16,1-3 1-16,1 1-3 15,1 1-2-15,1 0 1 16,1 1-1-16,-5 0 0 16,-1 2 0-16,-6 0 0 0,-1 0 1 15,-11-1-1-15,2 2 0 16,-6 2 0-16,-4 0 1 16,-5 3-1-16,-4 1-1 15,-4 3 2-15,-6 0-2 0,-3 0 0 16,-7 4 1-16,0 3 0 15,-7 2 0-15,-1 0 0 16,-8 3 1-16,-1 0-1 16,-2 1 0-16,-4 1 0 15,0 3 1-15,-1-2-1 0,-3 2 0 16,0-1 0-16,-3-3 0 16,-1 1 0-16,-2 0 1 15,-2 0 0-15,0-2-1 16,-1 6 3-16,-2-1-4 15,-2 4 3-15,-3 2 3 16,-1 4-3-16,-2 3 2 0,0 4 0 16,-2 2-3-16,2 3-1 15,0 1 1-15,0 0-1 16,1-2 1-16,1 0-1 16,2-5-1-16,-1-1 2 15,2-3 0-15,-4 0-1 0,2-1 0 16,0-1 0-16,-2 3 0 15,2-3 0-15,1 0 0 16,-3 0 0-16,-3-3 1 16,0-2-1-16,0-1 0 15,0-6 1-15,-3 1 1 0,-8-5 9 16,0-3 6-16,-2-1 0 16,-3-1-4-16,-2 0-6 15,-7 1-4-15,-7-1-3 16,-8 1 0-16,-10 5 0 15,-17 4-1-15,-14 2-7 0,-15 6-38 16,-21 3-37-16,-19 1-17 16</inkml:trace>
  <inkml:trace contextRef="#ctx0" brushRef="#br0" timeOffset="105591.71">20920 11089 29 0,'0'0'12'0,"0"0"8"0,0 0 0 0,0 0-2 16,0 0-7-16,0 0-2 16,0 0-7-16,0 0-2 15,0 0-2-15,0 0 2 16,0 0 0-16,0 0 1 15,1-6-1-15,0 6 0 0,2 0 0 16,-3 0 0-16,0 0 0 16,2 3 0-16,-1 1 0 15,1-1 0-15,1 1 0 16,-1-2 0-16,1 2 0 16,-1-1 1-16,1 1-1 15,-1 0 0-15,2-1 1 0,0 1-1 16,0 1 0-16,0-1 1 15,0 2-1-15,0-1 0 16,-1-2 0-16,1 0 1 16,0 0-1-16,1 0 2 15,0-3 7-15,1 0 2 0,1 0 2 16,3 0 0-16,5-4-3 16,5-5-2-16,3-5 0 15,11-5-6-15,10-6 1 16,12-11 3-16,13-8-4 15,16-12-1-15,10-10-2 0,10-9-43 16</inkml:trace>
  <inkml:trace contextRef="#ctx0" brushRef="#br0" timeOffset="107331.17">18384 11607 108 0,'0'0'-5'0,"0"0"10"0,0 0 9 16,0 0-6-16,0 0-2 0,-27-38-2 16,22 34 4-16,1-2 3 15,0 0 2-15,1 2-2 16,-1 1-6-16,1 0-4 15,1 2-3-15,-2-2 0 16,1 3-9-16,1-1-4 0,-3-1 2 16,1 2 7-16,-4 0 6 15,0 0 0-15,-3 0-1 16,-1 5 1-16,-3 2 0 16,0 4-1-16,-1-1 2 15,1 4-1-15,1 3 0 0,1 4 0 16,2 2 1-1,4 7-1-15,1 1 0 0,3 5 0 16,3-1 1-16,0 3-1 16,0-2 0-16,0 1 1 15,7 0 1-15,1 1-1 16,0 2-1-16,0 1 1 0,1 2-1 16,-3-1 1-16,4 1-1 15,-3-3 0-15,1 0 0 16,1-3 0-16,0-3 0 15,0-3 0-15,-3-2 0 0,-1-7 0 16,1 1 0-16,-4-7 1 16,0-2-1-16,0-2 0 15,0-2 2-15,0 0 1 16,-2-1 7-16,3 2-2 16,0-2-6-16,2 1 0 0,0-2-1 15,4 2 0-15,0 3 1 16,3-3-1-16,3 0 1 15,2 0-1-15,4-2-6 16,3-2 5-16,5-4 1 16,1-2-1-16,5 0 0 0,2-2 4 15,2-7-2-15,3 0-1 16,1 0 0-16,4-3 1 16,1 1-1-16,5-1 2 15,6 0 4-15,5-2 1 16,3 1-3-16,4-1-1 15,7 0-2-15,-2 2-2 0,2 0 2 16,-2 2-2-16,3 2 1 16,-2-3-1-16,0 0 0 15,-1-3 1-15,1-2-1 16,3-2 0-16,0-1 3 0,0 1 2 16,2-1-2-16,2 2-2 15,2 3-1-15,2 1 1 16,-3 3-1-16,2 2 0 15,2 3 0-15,-1 1 0 16,-3 1 1-16,-2 0-1 0,1 2 0 16,-1-2 0-16,-3 0 0 15,0-1 0-15,2-2 0 16,3-2 0-16,-1-3 2 16,-1 0 4-16,3-3 1 15,2 0-3-15,-3 4-3 16,0 0 0-16,0 3-1 15,-2 1 0-15,-2 1 0 0,-1 0 0 16,-5 1 0-16,-2 1 1 16,0-1 1-16,-2 0-2 15,-1 0 0-15,-2-1 0 16,-1 0 0-16,-1 0 0 0,-5-3 0 16,-2 1 1-16,-5 0-2 15,-7 1 2-15,-2 0-1 16,-6-1 0-16,-4 3 2 15,-4-3-2-15,-1 0 6 0,-4 0 0 16,-1 0-3-16,1-1-2 16,-3 0 0-16,1-1 0 15,-1 1-1-15,3-2 0 16,-5 0 0-16,2 0 1 16,2-3-1-16,-3 2 0 15,2 1 0-15,-3-3 0 0,2 2 0 16,3-1 1-16,-1 1-1 15,0 0 0-15,1-1 0 16,-3 1-1-16,0-1 1 16,-2-1 0-16,-2-2 0 15,-3-2 1-15,-2-3-1 0,-2-3 2 16,0-2 6-16,-2-5 3 16,-2-1-5-16,0 0-2 15,-4-2-4-15,-3 3 0 16,-1-2-7-16,-7-4-42 15,-20-4-95-15</inkml:trace>
  <inkml:trace contextRef="#ctx0" brushRef="#br0" timeOffset="119882.59">18087 9075 56 0,'-3'0'15'0,"1"-3"5"0,0 2-7 0,1-1-8 15,1 1 0-15,0 1 0 16,0-1 2-16,0-1 2 15,0 1 2-15,-2-1 8 16,2 1-1-16,0 0-3 16,0-1-4-16,0 0-7 0,0 1-4 15,0 1 1-15,2-3-1 16,1 2 0-16,1 0 1 16,1-1-1-16,0-1-1 15,3 0 0-15,-3 1 0 0,3 0 1 16,2-2 0-16,-1 1 0 15,1 0 0-15,-1 0-1 16,3 2-2-16,-1-2-7 16,2 3-8-16,-1 0-16 15,1-1-3-15,-2 1-20 16</inkml:trace>
  <inkml:trace contextRef="#ctx0" brushRef="#br0" timeOffset="120217.14">18131 9113 29 0,'0'0'70'0,"0"0"-65"0,0 0-1 0,0 0 0 0,0 0 4 0,0 0-4 16,0 0-2-16,42-32-1 16,-26 22 1-16,-2 1-1 15,4 1 2-15,-1-1-2 16,1 2-1-16,-2 1-1 15,0 1-11-15,-1-1-24 0,-2 3-49 16</inkml:trace>
  <inkml:trace contextRef="#ctx0" brushRef="#br0" timeOffset="120402.35">18205 9099 117 0,'0'0'9'16,"0"0"15"-16,0 0-23 15,0 0-6-15,0 0 4 0,0 0-8 16,0 0-14-16,0 0-37 16</inkml:trace>
  <inkml:trace contextRef="#ctx0" brushRef="#br0" timeOffset="125331.02">20375 8129 72 0,'0'0'11'0,"0"0"-6"0,0 0-2 0,0 0-2 15,0 0-1-15,0 0 0 16,0 0 0-16,0 0 2 16,0 0 4-16,0 0 8 0,0 0 2 15,-9-16 0-15,8 14-10 16,0-1-3-16,0 1 0 16,-1 0-1-16,0 0-1 15,-1-1 0-15,-1 1-1 16,0 0 1-16,-3-1-2 15,-2 3 0-15,-2-2 1 0,-1 1 1 16,-2 1-1-16,0-1 3 16,0-1 0-16,-1 1 4 15,1 0 3-15,1-1 1 16,-1-1-4-16,1 1-1 0,-3 0-2 16,3 1-3-16,-2-2 2 15,-3 1-1-15,0 2 2 16,0 0 0-16,-2 0 0 15,-1 0 0-15,2 0-2 16,-2 0-2-16,0 0 1 0,3 0-1 16,-1 5 0-16,2-2 1 15,-1-1-1-15,3 1 1 16,-1 0-1-16,0 0 0 16,-1 1 0-16,-1 0 1 15,2 1-1-15,-3 2 0 16,-1 0 0-16,0 2 0 0,-5-1 0 15,1 2 0-15,0 0 0 16,-2 0 1-16,2 2-1 16,0-3 1-16,2 1-1 15,2 0 0-15,3-2 0 16,-2 2 0-16,1 0 1 0,2 1-1 16,-4-2 0-16,2 4 1 15,0-2-1-15,-2 1 2 16,-1-1-1-16,1-1 0 15,-2 4-1-15,-3-1 2 16,1 1-2-16,0 1 0 0,-1 0 1 16,0-1-1-16,1 2 0 15,4-3 2-15,0 4-2 16,-1-4 0-16,3 2 0 16,1-2 0-16,2 1 0 15,-2 2 1-15,2-2-2 0,1 1 2 16,1 0-1-16,-1 3 0 15,1-1 1-15,2 0-1 16,-2 2 0-16,4 1 0 16,0-1 0-16,-3 1 1 15,3 2-1-15,1-1 0 16,-2 0 1-16,1-1-1 0,3 0-1 16,0-2 1-16,-1-2 0 15,4 4 0-15,0-6 0 16,1 2 1-16,1 1 0 15,-1-3-1-15,2 2 0 0,-1-1 0 16,1 0 0-16,0-1 0 16,0-1-1-16,0-1 2 15,0 1-1-15,5 0 0 16,1 0 0-16,3-2 0 16,1 2 2-16,3 1-1 15,1 0-1-15,2-1 2 0,3 1-2 16,0-2 1-16,-2-1-2 15,-1 0 3-15,1-2-1 16,0 0-1-16,-1 0 1 16,3 0-1-16,1-2-3 15,1 0 0-15,3 0 3 0,1-4 0 16,2 1-1-16,2-1 2 16,1 0 1-16,0-3-1 15,3 1 0-15,-3 1-1 16,1-2 2-16,2 1-2 15,-2 2 0-15,-1-2 1 0,1 0-1 16,2 1 1-16,-3-2-1 16,1 1 0-16,0 1 0 15,2-2 0-15,-3 2 1 16,1-1-1-16,2 2 0 16,-4-2 0-16,2 3 0 0,-1-1 0 15,3-1 0-15,-2 2 1 16,0-1 1-16,1 1-1 15,2-1-1-15,-1 0 0 16,0 0 1-16,-1 1-1 16,1-1 0-16,0-2 1 0,-3 3-1 15,2-1 0-15,3 0 0 16,-3-2 1-16,3 2-2 16,-1 0 1-16,1 0 0 15,0-1 0-15,0 2 1 16,2-3-1-16,1 4 0 15,1-3 0-15,1 2 0 0,3-2 0 16,1 1 0-16,3 0 0 16,-4-2 0-16,1 2 0 15,1-3 0-15,1 1 0 16,-3-1 1-16,-1 0-1 0,2 0 0 16,0 0 0-16,-2 0 1 15,2 0-1-15,-1-4-1 16,0-1 2-16,-3 0-1 15,3-1 0-15,0-3 0 16,1 1 0-16,-1 0 1 0,2-2-2 16,0-3 2-16,-2 2-1 15,0-2 0-15,2 2 0 16,1-2 1-16,0-2-1 16,-2 1 1-16,1 0 1 15,-5-3-2-15,-2 0 3 16,-3-1-1-16,-5-1 2 0,-1-2 0 15,-2-2 3-15,0-1-2 16,-3 0-2-16,-2-2-1 16,0 0 0-16,-3 0-1 15,0 2 0-15,-3-2-1 0,-5 3 0 16,1-1 0-16,-4 1 1 16,-3-1 0-16,-1-1 4 15,-2-1 0-15,-2-1 0 16,0 0 0-16,0 2 0 15,0-1-2-15,-6 0-4 0,0 4 3 16,-2-1-1-16,-4 1-1 16,2 2 0-16,-4 1 0 15,-1-1 0-15,-4 0-1 16,0 2 1-16,-1 2 0 16,-2-1 0-16,0 2-2 15,-4 0 1-15,0 1-2 0,-3 1 5 16,-3-1-6-16,1 1 6 15,-6-1-5-15,1 1 6 16,-1-1-2-16,-1 0 0 16,1 1 0-16,1 0-1 15,-3 1 0-15,2 0 1 0,-1 1-1 16,2 1 0-16,-3 0 1 16,0 1-1-16,1 1-1 15,0 2 2-15,-2 2-2 16,-1 0 1-16,1-1-1 15,-2 3 1-15,-1 0-1 0,-4 1 1 16,0 1-1-16,-4 0 1 16,-1 0 1-16,1 0-1 15,-1 0-1-15,-1 0 1 16,-4 1 1-16,-6 2-2 16,-4 1-2-16,-10 2 1 0,-13 1 1 15,-9 6 1-15,-16 3-9 16,-17 5-20-16,-23 0-35 15,-18 0-63-15</inkml:trace>
  <inkml:trace contextRef="#ctx0" brushRef="#br0" timeOffset="128667.83">6153 4206 25 0,'0'0'32'0,"0"0"-31"0,0 0-9 0,0 0 7 0,0 0-3 16,0 0-18-16,0 0 5 15,0 0 14-15,0 0 9 16,0 0 12-16,0 0 0 16,0 0-5-16,23-19 1 15,-23 17-5-15,0-1-5 16,0 2-1-16,0-1-2 0,4 2 0 15,0 0-2-15,3 0 0 16,2 0 1-16,1 0 0 16,3 0-1-16,2 0 0 15,3 0 1-15,2 0-3 16,1 2 5-16,1-1-3 16,5 1 2-16,0 0-1 0,6 3 0 15,0-1 0-15,3 0 0 16,5 2 1-16,1-2 0 15,3 1-1-15,2-1 0 16,2-3-1-16,2-1 0 0,2 0 5 16,6 0 1-16,3 0 0 15,5 0-1-15,0 0 0 16,5 0-1-16,-2 0 0 16,1 0-1-16,-2 0 0 15,-1 0 2-15,-1 0-1 0,1 0 0 16,0 0-1-16,0 0 1 15,3 0 0-15,-1 0-2 16,4 0 1-16,0 0-1 16,0 0 1-16,2-3 1 15,0-4-2-15,3 1 1 16,2-1 0-16,0 2-1 0,0-1 0 16,1 2 0-16,1-2-1 15,2 2 1-15,-5 1 0 16,3-1-1-16,0 2 1 15,1 1-1-15,0-1 0 16,1 1 2-16,2 1-2 0,0-1 1 16,-2-1-1-16,-1 0 1 15,4 1-1-15,-1-2 0 16,2 2 0-16,1-2 1 16,-3 2-2-16,6-1 2 15,-3 1-2-15,1 0 2 0,-1-1-1 16,0 1 0-16,3 1 1 15,-1 0-1-15,-2 0 1 16,3 0 2-16,-1 0-3 16,-1 0 0-16,1 0 1 15,2 0-1-15,-2 1 1 0,0 2-1 16,-1 0 1-16,-1-2 1 16,-3 0-1-16,-5 1 4 15,-1-2 4-15,-3 0 4 16,0 0-5-16,1 0-3 15,-1 0-2-15,1 0 0 0,0 0-2 16,-2 0 0-16,0 0-1 16,-2 0 2-16,-2 0-1 15,1-2-1-15,-2 2 0 16,1-1 1-16,-1 1-1 16,-1 0 0-16,-2 0 1 0,-1-1-1 15,2-1 1-15,-2 1-1 16,-3 0 1-16,-1-1-1 15,-1 1 1-15,0 1-1 16,-5-2 0-16,-2 1 1 16,0-2-1-16,-3 0 0 0,-2-1 1 15,0 1-1-15,-1 0 2 16,-2-1 1-16,0 4-1 16,2-2-1-16,-1 1-1 15,-4-2 1-15,2 2-1 16,-5-1 1-16,-4 0-1 15,-2 1 0-15,2-3 0 0,-3 2 1 16,1 1-1-16,-2 0 0 16,1 1 0-16,1 0 1 15,-1 0-1-15,2 0 0 16,-5 0 0-16,1 0 1 0,-2 0-1 16,-1 0 0-16,-2 0 0 15,0 0 0-15,-2 0 1 16,1 0-2-16,-1 0 1 15,3 0 0-15,-4 0 1 16,0 0-1-16,-2 0 0 0,1 0 0 16,0 0 0-16,-2 0 0 15,1 0 1-15,1 0-1 16,1 0 0-16,0 0 0 16,2 0 0-16,0 0 0 15,3 0 0-15,2-1 1 0,-2-1-1 16,-1 2 0-16,-1-2-1 15,-1 0 2-15,-1 2-1 16,-1 0 0-16,-2 0 0 16,-1 0 0-16,2 0 0 15,-1 0 0-15,0 0 0 0,1 0 0 16,-2 0 0-16,0 0 2 16,-1 0-4-16,-1 0 4 15,0 0-2-15,-3 0-2 16,0 0 4-16,0 0-2 15,1 0-2-15,-2 0 4 16,-1 0-2-16,2 0 0 0,1 0 0 16,3 0 0-16,-2 0 0 15,0 0 0-15,2 0 0 16,1 0 0-16,-1 0 0 16,2 0 1-16,-2-1-1 0,1-1-1 15,2 2 2-15,-1 0-2 16,0 0 2-16,4 0-2 15,-2 0 1-15,2 0 1 16,0 0-2-16,-2 0 1 16,-1 0 1-16,0 3-2 15,-1-3 2-15,-1 2-1 0,2 0-1 16,1-2 2-16,-2 2-1 16,-1-2 0-16,2 0 0 15,-2 1 0-15,-2-1 0 16,0 1 0-16,-1 0 0 15,0 1 0-15,1 0 0 0,-4 0 0 16,2-1 0-16,-2 1 0 16,3 0 0-16,-2-1 0 15,0 2 0-15,0-3 0 16,-1 3 0-16,2-3 0 16,-4 0 0-16,1 3 0 0,-3-3 0 15,3 0 0-15,-4 0 0 16,0 0 0-16,1 0 0 15,-1 0 0-15,1 0 1 16,0 0-1-16,-1 0 0 16,-2-3 0-16,0 3 1 0,0-2 0 15,-4 1-1-15,1 1 0 16,-4 0 0-16,1 0-1 16,-3 0-18-16,0 0-96 15</inkml:trace>
  <inkml:trace contextRef="#ctx0" brushRef="#br0" timeOffset="131012.67">17517 4192 47 0,'17'0'6'0,"3"0"8"0,1 0-2 0,3 0-3 16,0 0-3-16,3-3-1 0,0 2-4 16,2 0 1-16,1 0-1 15,1 1-1-15,4 0 1 16,-2 0 1-16,1 0 0 16,0 0-1-16,2 0 1 15,-4 0 0-15,1 0-1 16,0 0 1-16,-1 0 1 0,3 0 0 15,-1 0 0-15,4 0 2 16,2 0 2-16,0 0 0 16,2 0 0-16,1-1 0 15,0-2 0-15,2 3-2 16,1-1-3-16,-2-1-1 0,0 2 0 16,-2 0 0-16,-1 0-1 15,-2 0 0-15,-1 0 1 16,0 0-1-16,1 0 0 15,1 0 0-15,2 0 0 16,3 0 0-16,-1 0 1 16,4 0-2-16,0 0 2 0,1 0-1 15,1 0 1-15,3 0-1 16,1 0 2-16,-2 0 0 16,-1-1 0-16,0-2 0 15,1 2 0-15,-3-2 1 0,3 0 1 16,3-1-1-16,2 2-2 15,1-2 1-15,5 3-1 16,-2-2 0-16,3 1 1 16,0 0-2-16,-3 0 1 15,-1 2-1-15,-1-3 0 0,-2 2 0 16,2-2 0-16,-1 0 0 16,3-1 2-16,0-1-2 15,4 0 4-15,-1 2 1 16,1-4-1-16,3 5 0 15,-2-2-2-15,2 3 0 16,-1-2 0-16,1 2-2 0,2-2 0 16,-1 3 0-16,-1-1 1 15,0 0-1-15,1-1-1 16,1 1 2-16,-3 0-1 16,2 0 2-16,-2-1-4 15,3 2 4-15,-1-2-2 0,1 0 0 16,1 2 0-16,3 0 0 15,-4 0 0-15,2 0 0 16,-4 0 1-16,-4 0-1 16,-1 0 0-16,-7 0-1 15,0 0 2-15,1 0-2 0,-2 0 2 16,1 0-1-16,2 0 0 16,0 0 0-16,-5 0 0 15,1 2 0-15,-2-2 1 16,-3 0-2-16,-2 0 3 15,-2 0 1-15,1 0 5 0,-5 0-3 16,-2-2-2-16,1 2-1 16,-3-1-1-16,1-1 1 15,-1 2-2-15,0-3 0 16,-1 2 1-16,-1-2-1 16,-1 3 0-16,-3-3 0 15,2 2 0-15,-8-2 2 0,-1 2-2 16,-4-1 0-16,-1 1 0 15,-5-1 0-15,-3 2 0 16,-1 0 0-16,-3 0 0 16,2 0 0-16,-5 2-8 0,-3 5-22 15,-1-3-34-15,-3-1-9 16</inkml:trace>
  <inkml:trace contextRef="#ctx0" brushRef="#br0" timeOffset="134054.99">2094 5063 31 0,'0'0'9'0,"0"0"4"0,0 0 12 0,0 0-6 16,0 0-10-16,0 0-7 15,0 0-2-15,0 0 0 16,0 0-1-16,0 0 1 16,0 0 1-16,-13 1-2 0,13 1-3 15,0-1 1-15,0 2 2 16,7 0 1-16,1 0 0 16,4-1 1-16,-1 0 1 15,2-1-1-15,3-1 0 16,-1 1-1-16,4 1 2 0,-1-2-2 15,-1 0 1-15,4 0-1 16,0 0 0-16,0 0 1 16,1 0-1-16,1 0 0 15,1 0 1-15,1-3-1 16,-1 2 0-16,3-1 0 16,0 1 0-16,0 0 1 0,2-1-1 15,-2-1 0-15,4-1 0 16,0 1-1-16,-2 2 2 15,2-3-2-15,-1-1 1 16,1 1 0-16,0 1-1 0,2-3 2 16,2 1-3-16,-2-2 3 15,-2 2 0-15,3 1-1 16,-3-2 0-16,-2 2 1 16,-2 1 0-16,2-1-1 15,-5 1 0-15,3 0 1 16,2-1-1-16,0 3 0 0,3-2 0 15,-1 0 0-15,2-1 1 16,1 4-1-16,-1-3 0 16,1-1 0-16,-2 2 0 15,1 0 0-15,-1 1 0 16,1-1 0-16,-1 0 0 0,3 2 0 16,-1-3 0-16,1 3 1 15,-1-1-1-15,-1 1 0 16,-2-1 0-16,-4 1 0 15,0 0 0-15,0 0 0 16,-2 0 0-16,-1 0 0 0,2 0 0 16,2 1 0-16,3 1 0 15,2 0 0-15,1 2 0 16,2-2-3-16,-2 1 4 16,-1 1 0-16,-2-1-1 0,-1 0 0 15,-3 0 0-15,1-1 0 16,-1 1 1-16,0 1-1 15,1-2 0-15,2 1 1 16,-1-2 0-16,2 1 0 16,0 0 1-16,-1 1-1 15,3 0 0-15,-4-2-1 0,2 2 0 16,-2 0 0-16,0 1 1 16,3-1-1-16,3-1 0 15,-1-1 1-15,2 1-1 16,2-2 1-16,0 2-1 15,0-2 1-15,-3 0-1 0,2 2 1 16,-4-2-1-16,3 1 1 16,-2-1 0-16,3 0 0 15,1 0 0-15,1 0 1 16,-2 0 0-16,1 0-1 16,2 0 1-16,-1 0-1 0,3 0 0 15,0 0 0-15,3-1-1 16,-2-3 1-16,6 2 0 15,-3-2-1-15,2-2 2 16,-2 2 0-16,-1-2-1 16,2 2 2-16,-2-2-1 15,0 3 1-15,2-2-1 16,-3 2-1-16,-1-1 0 0,1 1 0 16,-1 0 0-16,4 0 0 15,-3 0-1-15,6 2 0 16,1-1 0-16,-4 0 0 15,2 0 0-15,-2 2 0 0,0 0 0 16,-5-2 0-16,2 2 1 16,-2 0-1-16,2 0 0 15,-3 0 0-15,1 0 0 16,-3 0 0-16,5 0 0 16,-6 2 0-16,4 0 0 15,0 0 2-15,3 0-2 0,0-1 0 16,-1 1 1-16,-1-1 0 15,2 2-1-15,-1-2 0 16,-1 1 0-16,-1-2 0 16,3 3 1-16,0-2-1 0,2-1 0 15,-1 0 0-15,4 0 2 16,-2 0-2-16,2 0 0 16,2 0 0-16,1 0 0 15,1 0 0-15,-2 0 0 16,2 0 1-16,0 0-1 0,1 0 0 15,0 0 0-15,-1 0 0 16,-1 0 0-16,1 0 0 16,2 0 0-16,-4-4 0 15,1 1 1-15,1-1-1 16,2 1 0-16,0 1 0 0,-3-2 0 16,3 0 1-16,-3 1-1 15,1-2 0-15,-2 0 0 16,1 2 2-16,1-1 0 15,-5-1 7-15,2 0-2 16,-1 2-1-16,-2-1-2 16,2 0-2-16,-5 0 1 0,2 1-2 15,-1 0 0-15,-2-1 0 16,-2 2-1-16,2-1 1 16,-3-1 0-16,1 1-1 15,1 0 1-15,-1-1-1 0,-2 1 1 16,3-1 0-16,-5 2-1 15,2 0 1-15,-3 0-1 16,2 1 1-16,-3 1-1 16,0 0 0-16,1 0 0 15,-1 0 0-15,3 0 0 16,-2 0 0-16,3-2 1 0,-4 1-1 16,3 1 0-16,0 0 2 15,-3-3-1-15,-2 3 0 16,3-1-1-16,-4 1 1 15,2-3 1-15,-2 3-1 16,1 0 0-16,0 0 2 0,1 0-2 16,-1 0 1-16,-1 0-1 15,0 0-1-15,-2 0 1 16,1 0-1-16,-5 0 1 16,-1 0 0-16,-1 0 0 15,0 0 2-15,-3 0-1 0,0 0 1 16,1 0 0-16,-4 0-2 15,2 0 1-15,-3-1 2 16,-2-1 3-16,2 2-3 16,-3-1 0-16,-1-1 1 15,-4 1-1-15,-1-1-2 0,1 2-1 16,-4 0-1-16,1 0 0 16,-2 2-1-16,1 1-8 15,-3-3-63-15,-3-3-80 16</inkml:trace>
  <inkml:trace contextRef="#ctx0" brushRef="#br0" timeOffset="135792.66">8281 7903 61 0,'0'0'5'0,"0"0"12"0,0 0-1 0,0 0-3 16,0 0 3-16,0 0 5 16,0 0 0-16,0 0 1 15,0 0-4-15,0 0-5 16,0 0-9-16,0 0-5 0,0 0-2 15,-15-39 4-15,19 36 0 16,3-2-1-16,1-2 0 16,4 3 0-16,-3-2 1 15,2-1-1-15,1 3 0 16,1-2 0-16,-1 4-3 0,0 0-22 16,-3 2-24-16,-3 0-1 15</inkml:trace>
  <inkml:trace contextRef="#ctx0" brushRef="#br0" timeOffset="136013.74">8258 8000 71 0,'0'0'15'0,"0"0"15"16,0 0-8-16,0 0 8 15,0 0-2-15,0 0-14 16,0 0-6-16,0 0-3 16,0 0-1-16,30-43-3 15,-5 25-1-15,4-4-11 0,0-3-56 16</inkml:trace>
  <inkml:trace contextRef="#ctx0" brushRef="#br0" timeOffset="137222.59">7850 6343 59 0,'0'0'4'0,"0"0"-1"0,0 0 4 16,0 0-5-16,0 0-1 15,0 0 1-15,0 0-1 16,0 0 2-16,0 0 2 16,0 0 4-16,0 0 3 15,0 0-3-15,0 0-1 0,-15 0 0 16,15 0-6-16,0 0-3 16,0 0-4-16,0 0 8 15,2 0-2-15,0 0-4 16,4 0 3-16,1 0 2 15,-1 0-2-15,4 0 0 0,-1 0 0 16,2 0 0-16,1-1 1 16,2-1-1-16,0 0 1 15,1-1 0-15,4-1-1 16,-2 1 0-16,1-1 1 16,2 0-1-16,1-1 0 0,3 1 0 15,-1-1 0-15,0-1 0 16,2 2 1-16,0-1-1 15,0 2 0-15,-5-1 0 16,2 1 0-16,-4-1 1 16,2 0-1-16,-2 2 0 0,1-2 0 15,2-2 0-15,-2 2 0 16,3-1 0-16,-2 0 0 16,2 1 0-16,-4 1 0 15,2-1 1-15,-4 2-1 16,-1 1 0-16,-1 0-2 15,-1 1-6-15,-2 0-8 0,-3 0-9 16,0 0-17-16</inkml:trace>
  <inkml:trace contextRef="#ctx0" brushRef="#br0" timeOffset="137756.65">8010 6409 14 0,'0'0'7'0,"0"0"-1"0,0 0 2 0,0 0-2 15,41 0 1-15,-28 0-2 16,2 0 4-16,4-6 2 15,-1 2 1-15,2-1-5 16,4-1 0-16,-1 0 1 0,-3-1-4 16,2 0-2-16,-1 1 1 15,3 0 1-15,-6-1-1 16,4 1 0-16,-4 1 0 16,0-2 1-16,0 3-2 15,-5 0 0-15,-4-1 1 0,1 4-1 16,-2-1 2-16,-4 0-2 15,0 0-1-15,1 2-1 16,-2 0 0-16,0 0 0 16,-1 0 0-16,0 2-9 15,-2 2-21-15,0-3-32 0</inkml:trace>
  <inkml:trace contextRef="#ctx0" brushRef="#br0" timeOffset="138894.73">9500 6034 74 0,'-1'0'8'0,"0"0"2"0,1 0-6 0,0 0-3 0,0 0-1 16,0 0 2-16,0 0-2 16,0 0-3-16,0 0 2 15,0 0 2-15,0 0-1 0,0 0 0 16,0 0 0-16,0 0-2 16,2 0 3-16,2 0 0 15,3 0 0-15,1 0-1 16,4 0 2-16,-2 0-2 15,3 0 1-15,4-3-1 0,-2-1 2 16,3-2-1-16,1 1 2 16,2-1 0-16,-2-1-1 15,3 1 1-15,0 1-2 16,0-1 0-16,-1 3 2 16,0-2-2-16,2-1 0 0,-2 2 1 15,1-1-1-15,-2 2 1 16,0-1-1-16,-3 1 0 15,-2 2-1-15,-2-1 1 16,0 1-1-16,-4 0 1 16,1-1-1-16,0 2 0 15,-3 0 0-15,-3 0 0 0,-2 0-10 16,-2 0-27-16</inkml:trace>
  <inkml:trace contextRef="#ctx0" brushRef="#br0" timeOffset="139328.68">9635 6088 40 0,'0'0'12'0,"0"0"-1"0,0 0-5 0,0 0-9 0,0 0 0 16,0 0 9-16,0 0 10 15,0 0-11-15,0 0 4 16,45 2-2-16,-29-4-1 0,2-1 2 15,-3-1-3-15,4-2-2 16,0-1 1-16,2 0 0 16,1 0 1-16,0 0 0 15,1 0-1-15,3 0-1 16,-3 1 1-16,2-1-1 0,-4 3-1 16,2-1-1-16,-4 3 1 15,-2 2-2-15,-1 0 0 16,-4 0 0-16,-3 0-10 15,-1 0-43-15</inkml:trace>
  <inkml:trace contextRef="#ctx0" brushRef="#br0" timeOffset="141028.67">11680 6065 94 0,'0'0'5'0,"0"0"0"0,0 0 2 0,0 0-6 0,0 0-1 15,0 0-1-15,0 0 1 16,0 0-1-16,-42 23 2 16,35-16-1-16,1 1 0 15,-1 0-2-15,2-1-10 16,1 2-4-16,-2-1-2 0,3-2 15 16,-1-2 3-16,0 0 1 15,1-1 1-15,0-3 9 16,3 1 3-16,0 0 4 15,0-1-7-15,0 1-9 16,0-1-1-16,10 0 1 16,3 1 2-16,6-1 0 0,7 0 4 15,2 0 1-15,9 0-2 16,3 0 2-16,6 0 1 16,2-2 0-16,1-2-2 15,0 1-1-15,0-2-2 0,-5 1-2 16,2-1 3-16,-4 0-1 15,0 1 2-15,-3-2-4 16,-4 3-1-16,-1-1-2 16,-7 2 2-16,-1 2-2 15,-4 0 0-15,-4 0-3 0,-4 0-24 16,-5 2-30-16,-6 4-5 16</inkml:trace>
  <inkml:trace contextRef="#ctx0" brushRef="#br0" timeOffset="141228.01">12032 6229 151 0,'0'0'-9'0,"0"0"30"0,0 0-25 15,0 0 3-15,0 0 2 0,42 11 1 16,-6-8 9-16,10 3-7 15,11-2-1-15,3 3-2 16,7-3-15-16,0-3-101 16</inkml:trace>
  <inkml:trace contextRef="#ctx0" brushRef="#br0" timeOffset="141768.74">13622 6488 94 0,'0'0'20'0,"0"0"-12"15,0 0 0-15,0 0-1 0,50-18-5 16,-23 11-1-16,0 0 0 0,6-1 0 16,-1-1 6-16,5 3 6 15,-1-4 3-15,3 3-4 16,1-1-4-16,2-1-8 15,3 4 1-15,-5 0 0 16,-1 1-1-16,-3 1 0 16,-8 3 0-16,-2 0-1 0,-10 0 1 15,-5 0-1-15,-7 3-29 16,-4 3-25-16</inkml:trace>
  <inkml:trace contextRef="#ctx0" brushRef="#br0" timeOffset="141938.47">13949 6489 160 0,'0'0'8'0,"0"0"9"0,49-10-9 16,-13 3 2-16,6 0-3 16,8-2-4-16,3 2-2 15,7 1-1-15,8-1-25 16,-1-1-87-16</inkml:trace>
  <inkml:trace contextRef="#ctx0" brushRef="#br0" timeOffset="142472.66">15628 6427 53 0,'0'0'-2'0,"0"0"3"0,0 0-1 0,0 0 0 0,0 0 2 0,0 0 7 15,0 0 9-15,0 0 0 16,0 0-1-16,51 11-5 16,-29-11-5-16,5 0-2 0,4-2-3 15,6-1 1-15,6-4-2 16,7 1 0-16,4-1 0 16,4-2 0-16,1 1 1 15,5 0 0-15,1-1 4 16,2 1-3-16,-2 2 0 15,1 0-3-15,-4 1-3 0,-5 3-23 16,-8 2-28-16</inkml:trace>
  <inkml:trace contextRef="#ctx0" brushRef="#br0" timeOffset="142771.74">15962 6506 73 0,'0'0'38'0,"0"0"-1"16,0 0-20-16,0 0-11 15,61-16 0-15,-28 12 0 16,6 1-4-16,5-3-1 16,1 2 0-16,6 3 0 15,1-1-1-15,-1 0 1 0,-1 0-17 16,-2-2-40 0</inkml:trace>
  <inkml:trace contextRef="#ctx0" brushRef="#br0" timeOffset="147734.57">8552 7670 23 0,'-3'0'18'0,"-1"-1"7"0,2-2-9 16,-3 0-6-16,1 1 4 15,1-1-1-15,1 1 2 0,0 2 0 16,0-2-4-16,2 2-9 15,0 0-3-15,0 0-7 16,2 2 1-16,7 1-15 16,2-3-16-16</inkml:trace>
  <inkml:trace contextRef="#ctx0" brushRef="#br0" timeOffset="148584.82">10463 7618 59 0,'0'0'20'0,"0"0"-2"0,0 0 6 0,0 0 0 16,0 0-3-1,0 0 4-15,0 0-7 0,0 0-4 16,-36-40-3-16,34 37-3 16,0 0-5-16,2 3-1 15,0 0-17-15,4 0-9 0,4 3 0 16,5 3-11-16,6-5-7 15,-1-1-65-15</inkml:trace>
  <inkml:trace contextRef="#ctx0" brushRef="#br0" timeOffset="148986.69">12382 7625 129 0,'0'0'-3'0,"0"0"15"0,0 0-5 0,0 0-5 0,0 0 2 15,0 0 2-15,0 0 8 16,0 0 7-16,0 0 0 0,0 0-13 15,-35 1-7-15,35 2-12 16,0 4-24-16,0 2 5 16,0-4-9-16</inkml:trace>
  <inkml:trace contextRef="#ctx0" brushRef="#br0" timeOffset="149292.41">13594 7626 112 0,'0'0'18'0,"0"0"-18"0,0 0-2 16,0 0-4-16,0 0-47 15</inkml:trace>
  <inkml:trace contextRef="#ctx0" brushRef="#br0" timeOffset="149954.44">16316 7422 99 0,'0'0'0'0,"0"0"14"0,0 0-7 0,0 0-3 0,0 0-4 16,0 0-1-16,0 0 1 15,0 0 1-15,0 0-1 16,0 0 1-16,-9 0 0 15,9 0 0-15,0 0 4 0,0 0 1 16,0 0 3-16,0 0-6 16,1 0-3-16,1 0 0 15,4 0-1-15,-3 0 1 16,0 0 0-16,2 2-1 16,-3-2 1-16,2 1 0 0,2 0 0 15,0 0 0-15,-1 1 0 16,1 1-3-16,-1-2-20 15,0-1-21-15</inkml:trace>
  <inkml:trace contextRef="#ctx0" brushRef="#br0" timeOffset="152724.76">7769 6484 58 0,'0'0'18'0,"0"0"-11"0,0 0-5 16,0 0-2-16,0 0 0 0,0 0 0 16,0 0 0-16,0 0 0 15,0 0 0-15,0 0 1 16,41-5 0-16,-32 2-1 16,4-3 1-16,2 1 1 15,1-4 0-15,4 1 0 0,0-2-1 16,2 0 0-16,1-2 0 15,0 0 1-15,3 0-1 16,-1 1 2-16,-3-2-2 16,1 2 3-16,3-1-2 15,-3 2 1-15,-3 0 0 0,2 2-2 16,-3-1 2-16,-2 1-3 16,-1 4 0-16,-6-1 0 15,-1 2 1-15,-3 3-1 16,-2-2 0-16,-2 2 1 15,-2 0-3-15,0 0-17 0,0 0-16 16,-4 2-9-16</inkml:trace>
  <inkml:trace contextRef="#ctx0" brushRef="#br0" timeOffset="153085.73">7897 6490 69 0,'0'0'10'0,"0"0"-6"0,0 0-8 15,0 0 0-15,0 0-1 16,0 0 19-16,0 0-10 0,0 0 0 15,42-17-1-15,-26 10-1 16,4-3 1-16,0-3-1 16,2 3 2-16,-1-2-1 15,3 0 0-15,-1-2-1 16,-1 2-1-16,2 1-1 16,-4 0 1-16,0 0-1 0,-1 4 0 15,-2-1 1-15,-3 4-2 16,0 1 1-16,-4 0-12 15,1 1-15-15,-7 0-38 16</inkml:trace>
  <inkml:trace contextRef="#ctx0" brushRef="#br0" timeOffset="153464.53">7982 6460 50 0,'0'0'14'0,"0"0"-4"15,0 0-5-15,0 0 2 0,0 0-1 16,0 0-2-16,0 0-1 16,43-20-2-16,-28 13 1 15,7-3-1-15,1 0 0 16,4-3 1-16,1 1-2 16,1-1 0-16,0-1 1 15,0 0 0-15,-4 1-2 0,2 2 2 16,-6 1-2-16,-2 1 0 15,-1 2-6-15,-5 1-20 16</inkml:trace>
  <inkml:trace contextRef="#ctx0" brushRef="#br0" timeOffset="153647.75">8216 6368 92 0,'0'0'8'16,"0"0"-18"-16,0 0 6 15,0 0 0-15,0 0 0 16,56-8 1-16,-29-7-36 16</inkml:trace>
  <inkml:trace contextRef="#ctx0" brushRef="#br0" timeOffset="154360.69">9646 6128 38 0,'0'0'4'0,"0"0"13"0,0 0-5 0,0 0 0 15,0 0 4-15,0 0-2 16,0 0 1-16,0 0-2 15,0 0-7-15,0 0-3 16,-2-11-2-16,14 6-1 0,5 0 2 16,0-4-1-16,4 2 0 15,1-4-1-15,1-1 2 16,2 0-1-16,0 0 0 16,-2 1 0-16,1-2-1 15,2 2 1-15,-3 1-1 16,-2 1 0-16,2 1 0 0,-2-1 0 15,0 2-2-15,-3 0-8 16,1 0-5-16,-7 1-25 16,-2-1-48-16</inkml:trace>
  <inkml:trace contextRef="#ctx0" brushRef="#br0" timeOffset="154623.56">9744 6131 45 0,'0'0'9'0,"0"0"13"15,0 0 6-15,0 0-8 16,0 0-10-16,0 0 0 15,0 0-8-15,39-17 1 16,-12 5-1-16,5 0-1 16,9-1-2-16,7-4-22 15,0-2-47-15</inkml:trace>
  <inkml:trace contextRef="#ctx0" brushRef="#br0" timeOffset="155178.82">11515 6233 54 0,'0'0'18'0,"0"0"6"0,0 0-12 0,0 0-3 15,0 0 4-15,0 0-3 16,0 0-10-16,0 0-6 15,0 0-1-15,0 0 10 16,17 0 2-16,6-3-3 0,4 0 0 16,5-2-1-16,3-1 0 15,2 0-1-15,2-1 1 16,3 2-1-16,3-1 0 16,0-1-1-16,0 1-3 15,-3-1-22-15,-2 1-32 16</inkml:trace>
  <inkml:trace contextRef="#ctx0" brushRef="#br0" timeOffset="155408.21">11960 6212 106 0,'0'0'1'16,"0"0"6"-16,0 0-2 15,-34 1-1-15,30-1 8 0,4 0 12 16,0 0-8-16,10 0-30 16,9 0 19-16,12 0-1 15,12-8-2-15,10-1-1 16,11-2-8-16,13-6-29 16,6-4-52-16</inkml:trace>
  <inkml:trace contextRef="#ctx0" brushRef="#br0" timeOffset="156046.57">13803 6493 49 0,'0'0'33'0,"0"0"-13"0,0 0 8 0,0 0 8 0,0 0 0 15,0 0-12-15,0 0-8 16,0 0-4-16,0 0-7 15,0 0-5-15,0 0 2 16,39-21-2-16,-13 15 1 16,4-3-1-16,10 0 0 0,2-1 0 15,8-1-1-15,1 0-4 16,3 1-13-16,2-1-9 16,-2 1-21-16,-4 3-6 15,-4 1-55-15</inkml:trace>
  <inkml:trace contextRef="#ctx0" brushRef="#br0" timeOffset="156245.79">14200 6573 74 0,'0'0'16'0,"0"0"28"16,0 0-8-16,0 0-17 15,0 0-9-15,0 0-6 16,0 0-5-16,43-19-3 0,-1 8-3 16,11-1-27-16,8-2-41 15</inkml:trace>
  <inkml:trace contextRef="#ctx0" brushRef="#br0" timeOffset="156673.72">15795 6470 36 0,'0'0'13'0,"0"0"-10"0,45-4 6 16,-23 0 4-16,3-2 0 15,0 0 0-15,6-1 0 0,0 3-2 16,1-2-8-16,5 2-2 16,3-2-1-16,1 1-16 15,-1 0-62-15</inkml:trace>
  <inkml:trace contextRef="#ctx0" brushRef="#br0" timeOffset="156808.69">16319 6391 157 0,'0'0'3'0,"0"0"-6"16,0 0 0-16,0 0 3 0,0 0 5 15,56 1-27-15,-27-1-25 16</inkml:trace>
  <inkml:trace contextRef="#ctx0" brushRef="#br0" timeOffset="160972.79">10080 6067 31 0,'0'0'9'0,"0"0"0"0,0 0-5 0,0 0 1 16,0 0-3-16,0 0 4 16,0 0 11-16,0 0 1 15,0 0-8-15,0 0 4 16,0 0-1-16,0 0-1 16,-19-31-5-16,18 29-2 15,1 2-2-15,0-1 0 0,0 1 2 16,0 0-4-16,0 0-8 15,0 0 6-15,0 3 0 16,0 5-3-16,0 2 2 16,3 3 0-16,3 4 2 15,-2-1 0-15,3 2 0 0,0 0 1 16,0 1-1-16,-1 1 1 16,-1-3-1-16,-1 0 0 15,1 0 1-15,-1-2-2 16,-1 1 0-16,1 0 1 15,-2-1 0-15,1 1 0 0,-1-2 0 16,2 2 0-16,-2-2 0 16,0-1 1-16,0-3-1 15,-1-2 1-15,2-1-1 16,-2-2 0-16,0-1 1 16,1-1-1-16,0-1 2 0,-2 1 0 15,0 0 0-15,0 0-1 16,0 1-1-16,0-1-22 15,0-1-2-15,-5-2-1 16,-2 0-30-16</inkml:trace>
  <inkml:trace contextRef="#ctx0" brushRef="#br0" timeOffset="161504.57">9960 6043 36 0,'0'0'2'0,"0"0"0"0,0 0 2 16,0 0 4-16,-29 37-2 16,22-29-2-16,2 1 4 15,1-1-1-15,-3 1 1 16,1-1-1-16,-1 2 0 0,2 0-5 16,-3 0 0-16,3 1 1 15,-2 1-2-15,0-1 1 16,-1-1-2-16,1 1 1 15,1-1 0-15,1-1 0 16,-2-2 0-16,3-1 0 0,3-2 0 16,-1 0-1-16,0-2-16 15,2-2-41-15</inkml:trace>
  <inkml:trace contextRef="#ctx0" brushRef="#br0" timeOffset="161866.75">9971 6017 22 0,'0'0'59'15,"0"0"-55"-15,0 0-5 0,0 0 0 16,0 0 2-16,0 0-2 16,0 0 0-16,0 0 2 15,0 0 0-15,38 16 0 16,-29-13 2-16,4 2 0 16,0-1 1-16,1 1-3 0,-3 2 0 15,0 0 1-15,3-1-2 16,-5 2 0-16,3 0 0 15,-2 0 0-15,-2 0 0 16,1 1 0-16,-1-2 1 16,-2 0-9-16,-3-4-47 15</inkml:trace>
  <inkml:trace contextRef="#ctx0" brushRef="#br0" timeOffset="162378.51">10020 6118 60 0,'0'0'14'0,"0"0"-2"0,0 0-12 0,0 0-3 16,0 0 4-16,0 0 0 16,0 0-1-16,0 0 0 15,0 0 1-15,15 47-1 16,-8-34 1-16,-3 1-1 0,4 0 0 15,-2 3 0-15,-3 2 1 16,3-1-1-16,-2 0 0 16,-1 1 0-16,1 1 1 15,1-3 0-15,-2-1-1 16,0 2 1-16,2-2 0 0,-3-2-1 16,2 0 0-16,1-4 0 15,-3 1 2-15,3-3-2 16,-4-1 1-16,1-2-1 15,0 1 0-15,-1-3 1 16,0 0 0-16,-1-1 1 16,2-1-2-16,-2 1-3 0,0-2-23 15,0 0-41-15</inkml:trace>
  <inkml:trace contextRef="#ctx0" brushRef="#br0" timeOffset="162771.41">10056 6095 42 0,'0'0'5'0,"0"0"6"0,0 0 2 16,0 0-1-16,0 0-1 0,0 0 2 16,0 0-5-16,0 0 3 15,0 0-2-15,0 0-7 16,-29-5-3-16,20 17 0 16,4 3-1-16,-4 3 2 15,0 2 1-15,0 3 0 0,-2-2-1 16,2 0 1-16,0 0-1 15,-2-1 1-15,2 0 0 16,1-4 0-16,0 0 0 16,2-4 0-16,-1-2 0 15,3-2 1-15,2-4-13 0,-1-3-14 16,2-1-21-16</inkml:trace>
  <inkml:trace contextRef="#ctx0" brushRef="#br0" timeOffset="162976.51">9942 6152 60 0,'0'0'4'15,"0"0"14"-15,0 0-8 16,20-37-5-16,-15 31 0 16,1 1-1-16,-1 1-2 0,3 2-1 15,2 2 0-15,2 0-1 16,5 0 0-16,0 2 0 15,4 7 0-15,4 3 0 16,4-2-1-16,0-3-22 16</inkml:trace>
  <inkml:trace contextRef="#ctx0" brushRef="#br0" timeOffset="163938.76">9846 6392 54 0,'0'0'6'0,"0"0"4"0,0 0-5 16,0 0 4-16,0 0-2 15,0 0 1-15,0 0 2 16,0 0-4-16,0 0 3 16,0 0 0-16,-7-38-4 15,7 34-1-15,0 1-1 0,0-2-3 16,0-2 1-16,1 0-1 15,5-1 2-15,-2-4-2 16,2 1 1-16,1-2 0 16,1 0 0-16,0-2 0 15,-2-1 1-15,3-1-2 16,-1 3 1-16,-1-3-1 0,1 1 0 16,-2-1 2-16,2 0-2 15,-3 2 0-15,1-1 0 16,-4 2 1-16,2 2 1 15,-2 1-2-15,1 2 1 0,1 4 0 16,1 1-1-16,-3 2 0 16,2 1 0-16,1 1-1 15,-1 0 0-15,-1 0-2 16,3 1 0-16,-1 6 1 16,2 0 0-16,-1 2 2 15,3-2 1-15,3 1-1 0,0 0 1 16,5 1-1-16,-2-3 0 15,4 1 1-15,-2 0-1 16,3-1 1-16,-2 1-1 16,2-1 0-16,-2 0 1 15,-2-1-1-15,0 2 0 0,-1-1 0 16,-2 0 0-16,-2-1 2 16,-2 1-2-16,-4 1 1 15,0 0-5-15,-5 3-24 16,0-1-22-16</inkml:trace>
  <inkml:trace contextRef="#ctx0" brushRef="#br0" timeOffset="164378.6">10074 6142 47 0,'0'0'11'0,"0"0"15"0,0 0-9 0,0 0-4 16,0 0-6-16,0 0-7 0,0 0-5 15,0 0 1-15,0 0 2 16,0 0 0-16,0 0 7 16,0 47-7-16,0-30 3 15,0 2 1-15,0 2-1 16,0 1 0-16,0 3 0 0,3 0-1 16,0 2 0-16,0 0 2 15,1 1-2-15,-4 0 0 16,1-3 1-16,0-2-1 15,-1-3 1-15,0-3-1 16,0-4 1-16,0-3 0 0,1-2 0 16,0-2 0-16,2-2-1 15,-3-4-26-15</inkml:trace>
  <inkml:trace contextRef="#ctx0" brushRef="#br0" timeOffset="164883.67">10000 6050 46 0,'0'0'8'0,"0"0"13"0,0 0-5 0,0 0-3 16,0 0 0-16,0 0-2 16,0 0-4-16,0 0 7 15,0 0-11-15,-43-16-4 0,28 32 2 16,-2 8-5-16,0 2 7 16,-6 6-6-16,3-1 6 15,-2-1-1-15,5-1-3 16,3-5 2-16,0-3 3 0,4-2-3 15,3-5 0-15,-1 1 0 16,4-5 1-16,0-1-2 16,2-3-3-16,0-3-26 15,2-3 0-15,0 0-31 16</inkml:trace>
  <inkml:trace contextRef="#ctx0" brushRef="#br0" timeOffset="165232.65">9938 6050 33 0,'0'0'3'0,"0"0"-2"15,0 0 0-15,0 0 7 16,0 0 12-16,0 0-1 0,0 0-12 15,0 0-7-15,0 0 2 16,29-6 0-16,-19 9-1 16,4 3 1-16,0 1-1 15,3 3 0-15,3 0 0 16,-1 0 0-16,3-1-1 0,-4 1 0 16,4-1 1-16,-3-2-1 15,0 0 2-15,1-1-2 16,-5-2 2-16,3-1-1 15,-3 1 0-15,-1-1 0 16,-2 0-1-16,-4 1 1 16,-2-2-13-16</inkml:trace>
  <inkml:trace contextRef="#ctx0" brushRef="#br0" timeOffset="165867.13">9957 6168 27 0,'0'0'27'0,"0"0"-20"0,0 0 1 0,0 0-5 16,0 0-1-16,0 0 0 16,0 0 0-16,0 0 2 0,0 0-3 15,0 0-2-15,14-12-3 16,-12 24 8-16,0-1-2 16,1 6-1-16,3 0 3 15,-2 3-3-15,6 0 0 16,-4 0 0-16,3 2-1 15,0 1 2-15,0-1-2 16,0 0 0-16,-3-1 0 0,2 0 0 16,-2 1 1-16,1-2-1 15,-3 1 1-15,1 1-1 16,-1-2 0-16,1-2 1 16,-3-1-1-16,-2-1 0 0,1-3-1 15,-1-2 0-15,0-4 1 16,0 0 1-16,0-3 2 15,0 0-3-15,0-4 0 16,0 0 0-16,0 0 4 16,0 0 1-16,-1-8-21 0</inkml:trace>
  <inkml:trace contextRef="#ctx0" brushRef="#br0" timeOffset="166513.57">10017 6095 26 0,'0'0'3'0,"0"0"1"0,0 0 0 0,-42 49-1 0,29-34-1 16,1-2 0-16,-2 0 0 16,1-2-2-16,1-1 1 15,3-3-2-15,-3 0 1 16,1-4-4-16,1 0-3 0,-1-2 3 15,5-1 2-15,-3 0 6 16,3 0-4-16,1-4 2 16,0-2 1-16,3-2 9 15,2-2-6-15,0 0 1 16,0 0 1-16,0-1-2 16,0 2-2-16,1 2 7 0,1 0-7 15,2 3 0-15,3-2-1 16,-3 3 2-16,3-1-4 15,1 3 0-15,3-1 0 16,-1 2-1-16,1 0 0 16,1 0 1-16,3 0-2 0,1 2 2 15,1 2 0-15,4-1 0 16,1 2-1-16,2-2 0 16,-1 3 0-16,0-2 0 15,-1 2 0-15,-2-1 1 16,0-2-1-16,-5 1 0 0,-1-2 0 15,-1 2 0-15,-3-2 0 16,-3-1 0-16,-1-1 0 16,-4 4 1-16,0-2-1 15,-2-1-2-15,0 2-16 0,-10-2-11 16</inkml:trace>
  <inkml:trace contextRef="#ctx0" brushRef="#br0" timeOffset="166834.38">9986 6118 44 0,'0'0'7'0,"0"0"26"0,0 0-18 0,0 0-12 0,0 0 4 16,0 0-7-16,0 0 0 15,0 0-1-15,-35 37 2 16,32-20 0-16,1 0-1 16,0 4 1-16,-2 2-1 15,0 0 1-15,1 4-1 0,1-2 0 16,-5 2 1-16,4-2-1 16,-1-3 1-16,2-2 0 15,2-4 0-15,0-1-1 16,0-5 1-16,0-1-12 15,2-5-29-15,3-4-26 0</inkml:trace>
  <inkml:trace contextRef="#ctx0" brushRef="#br0" timeOffset="167239.93">10049 6203 61 0,'0'0'1'16,"0"0"-1"-16,0 0 1 0,0 0 3 15,0 0 2-15,0 47-2 16,0-27-4-16,0-1 5 16,0 3-4-16,0 1 1 15,5 2-1-15,-3 1-1 16,2 2 1-16,-1-2-1 0,3 1 1 15,-4-3-1-15,1-1 0 16,0-5 0-16,0-3 0 16,0-1 1-16,-1-6 0 15,0 2 0-15,-2-4 3 16,0-1-2-16,1 0 1 16,-1-2-1-16,0-2 0 0,0 0 1 15,0 0-1-15,0-1 13 16,0 0 9-16,0 0-12 15,0 0-10-15,0 0-1 16,0 0 1-16,0 0-8 0,0-2-29 16,2-7-89-16</inkml:trace>
  <inkml:trace contextRef="#ctx0" brushRef="#br0" timeOffset="168613.67">12170 6220 23 0,'0'-4'18'0,"0"0"-13"0,0-1 7 16,0 1-3-16,0 1-2 15,0-1 4-15,0 1-5 16,0-1 3-16,0 1-1 0,-1-1-2 16,0 0 0-16,0 1-3 15,0 0 0-15,0-1-1 16,0 2 0-16,1 1 4 15,0 1-1-15,-1-2 3 16,1 2-4-16,0 0-4 0,0 0-4 16,0 2 2-16,0 4 0 15,0 2 2-15,0 3 0 16,2 2 0-16,0 4-1 16,3 1 2-16,-3 1-1 15,3 4 1-15,-2 1-1 0,3 3 0 16,-2-1 0-16,1 1 1 15,-1 0-1-15,0-2-1 16,0-1 2-16,0 0-1 16,-4-2 0-16,2-1-2 15,-2-3 3-15,0 2 0 0,0-4 1 16,0 0-1-16,0-1-1 16,0-2 3-16,-2 0-2 15,-2-2 2-15,1-4-2 16,2 0 0-16,-3-2-1 15,2-2 1-15,-3-2 1 0,3 2 1 16,-2-2-5-16,-4-1-24 16,2 0-16-16</inkml:trace>
  <inkml:trace contextRef="#ctx0" brushRef="#br0" timeOffset="169118.11">12130 6141 2 0,'0'0'6'0,"0"0"3"0,0 0 0 15,-36 40 0-15,25-31-4 16,4 1 3-16,-2 0 3 0,-1 0 2 16,2 0-4-16,-1 1-5 15,-1 1-1-15,0 2-1 16,1 3-2-16,-1-3 1 16,0 3 0-16,3-2-1 15,-2-3 2-15,5-2-2 0,0 0 0 16,0-4 1-16,1-2 0 15,2-1 2-15,1-3-5 16,0 0 4-16,0 0-7 16,0-1-4-16,4-8-26 15</inkml:trace>
  <inkml:trace contextRef="#ctx0" brushRef="#br0" timeOffset="169487.91">12110 6141 36 0,'0'0'14'0,"0"0"-13"15,0 0 1-15,0 0 3 16,43 1 0-16,-30 2-2 16,3 0 1-16,1-1 2 15,3 0 0-15,-2 0-2 0,4-1 0 16,-3 0 3-16,0 2-1 16,-3-3 1-16,0 0-4 15,-1 0-2-15,-2 0-1 16,-1 2 1-16,-3-2-1 15,-3 2 0-15,-2 0 0 0,-1 1 0 16,-3 0-9-16,0-1-25 16,0 1-38-16</inkml:trace>
  <inkml:trace contextRef="#ctx0" brushRef="#br0" timeOffset="169886.64">12163 6196 73 0,'0'0'2'16,"0"0"7"-16,0 0-3 15,0 0-1-15,0 0-4 16,0 0-1-16,0 0-1 15,0 0-4-15,0 0 3 0,-6 21 5 16,4-5 1-16,1 4 1 16,-1 4 1-16,1 2-4 15,0 2 0-15,-1 2-1 16,2-2-1-16,-3 3 1 16,-1-2-1-16,0-1 1 0,1-3 0 15,-1-3 0-15,-3-2 1 16,1-3 0-16,-1-1 0 15,4-5 0-15,-1 0-1 16,0-3 1-16,2-1 0 0,1-3-2 16,1-1 1-16,0-3-17 15,0 0-13-15,3 0-13 16</inkml:trace>
  <inkml:trace contextRef="#ctx0" brushRef="#br0" timeOffset="170263.73">12182 6202 34 0,'0'0'4'0,"0"0"8"0,-31 47 4 0,18-29-1 16,1 1-7-16,-1 2-2 15,-1 3-2-15,1-1-1 0,-3 0 2 16,1-1-1-16,0-3 0 15,0 1 1-15,1-2-3 16,1-6 0-16,2-1-1 16,4-2-1-16,1-4 1 15,4-4-2-15,2-1-24 0,0 0-59 16</inkml:trace>
  <inkml:trace contextRef="#ctx0" brushRef="#br0" timeOffset="170654.75">12155 6186 49 0,'0'0'3'0,"0"0"1"16,0 0 0-16,0 0 7 16,0 0 0-16,0 0-6 0,24 46 3 15,-22-29-1-15,1 1-1 16,1 3-2-16,0-1-2 16,-3 3 0-16,2 2 1 15,0 0 0-15,1 0-2 16,-2 1 1-16,-2-2-1 0,1 0 0 15,2-1 0-15,-2-5 0 16,0-1-1-16,1-5 1 16,-2-1 2-16,0-4-3 15,0-1 1-15,0-2-1 16,0-1 1-16,-4 0-13 16,0-3-24-16</inkml:trace>
  <inkml:trace contextRef="#ctx0" brushRef="#br0" timeOffset="170789.65">12166 6443 100 0,'0'0'9'0,"0"0"29"15,0 0-18-15,0 0-19 16,-27 50 1-16,20-4-2 16,-6 13-12-16,-3 6-63 15</inkml:trace>
  <inkml:trace contextRef="#ctx0" brushRef="#br0" timeOffset="204373.62">5451 13266 58 0,'0'0'4'0,"0"0"-3"0,0 0 3 16,0 0 6-16,0 0 2 0,0 0 6 15,0 0-3-15,0 0-4 16,0 0 0-16,43 2-2 16,-32-4-4-16,0 1-4 15,5 1 1-15,-1 0-2 16,0 0 1-16,1 0-1 0,3 0-1 15,0 0-1-15,2 0 5 16,0 0-4-16,3 0 2 16,0 1-1-16,3 2-4 15,0-3 5-15,2 4 1 16,2-2-2-16,-2 1 1 0,2-1-1 16,1 1 1-16,-1 1-1 15,0-1 2-15,-3 0-2 16,1 1-2-16,2-1 4 15,-2-3-2-15,0 3 5 16,2-3-2-16,0 0-1 16,1 2-1-16,1-1 1 0,-4 0 0 15,1-1 0-15,1 0 1 16,-5 0 0-16,0 0 0 16,0 0 4-16,-2 0-4 15,1 0 1-15,0 0-1 0,2 0-1 16,-4 3-1-16,5-1 0 15,0 1 0-15,0 0-1 16,1-3 1-16,0 0-1 16,-2 0 0-16,0 0 1 15,-2 0-2-15,0 0 2 0,0 0-1 16,0 0 1-16,0 0-1 16,-1 0 0-16,4 0 1 15,-1 0-1-15,2 0 1 16,3-2-2-16,-3 1 2 15,2 0-1-15,-2 1 1 0,-1 0-2 16,1 0 2-16,0 0-1 16,0 0 0-16,0 0 0 15,2 0 0-15,-2 0 0 16,2 0 0-16,-1-2 0 16,1 0 0-16,0 1 0 15,-4-1 0-15,0-2 0 0,0 4 2 16,-3-3-2-16,1 0 2 15,1-1 1-15,2 1 0 16,3-1 0-16,-2 1-1 16,2-1-1-16,-2 2 0 15,0 0 0-15,-2 0-1 0,-3 2 0 16,-1 0 0-16,0 0 0 16,-1 0 1-16,-1 0-1 15,4 0 0-15,0 0 0 16,0 0 0-16,0 0 1 15,1 0-1-15,-3 0 0 0,3 0 0 16,-1 0 0-16,-2 0 0 16,0 0 0-16,2 0 0 15,0 0 0-15,0 0 1 16,0 0-1-16,-1 0 0 16,2 0 0-16,-1 0 0 0,0 0 0 15,0-3 0-15,-3 2 0 16,4-2 0-16,-1-1 1 15,4 1 3-15,0 0-1 16,2 0-1-16,1 0-1 16,-1-2-1-16,1 1 1 0,-1 2 0 15,0-2 0-15,0 4 0 16,-2 0-1-16,1 0 0 16,1 0 1-16,2 6-1 15,-1-1 0-15,1 2 0 16,1-1 1-16,1 1-1 0,-2 0 0 15,4 0-1-15,-4-2 1 16,3 0 0-16,-3 0 1 16,3 0-2-16,-1-2 1 15,1 1 0-15,1-1 1 16,-1 1-2-16,3-2 1 0,-3 0 0 16,2-1 0-16,1 0 0 15,0 0 1-15,-1 1-1 16,2-2 0-16,-1 4 0 15,1-2 0-15,-1-1 0 16,5 2 0-16,0-1-1 0,1 0-6 16,4 0-6-16,2-1-2 15,3-1 2-15,-1 0 3 16,1 0 10-16,0 0 0 16,2 0-2-16,-3 0 1 15,3 0 2-15,1 0 1 0,-1 0-2 16,2 0 0-16,2-3 0 15,-2 3 0-15,2 0 0 16,0-2 0-16,1 1 0 16,1 1 0-16,-1-1 0 15,1 1 0-15,-2 0 0 0,1 0 2 16,1 0 1-16,-1 0-1 16,3 0-1-16,-2 0 1 15,3 0-2-15,-3 2 2 16,1 0 0-16,-1 1 0 15,-1 0 0-15,1 0 1 16,-1 1 2-16,1-2-1 0,1 2-3 16,1 0 1-16,1-2-2 15,1 2 1-15,0-2-1 16,3-1 2-16,-1 0-2 16,1 0 0-16,0-1 0 15,0 0 0-15,2 0 0 0,-3 0 0 16,1 0 0-16,1 0 0 15,0 0 0-15,2 2 0 16,-1 0 1-16,1-2-1 16,0 0 1-16,5 0 0 15,-3 0-1-15,2 0 0 0,0-2 0 16,2-3 1-16,1-3-1 16,-5 1 0-16,2 0 0 15,-3 0-1-15,1 0 1 16,0-2 5-16,-5 2 2 15,-2-2-3-15,0-1-2 0,-1-2 0 16,-2-1-3-16,-5-4 3 16,-1-3 1-16,-1 0 0 15,-4-3-2-15,-2-1 2 16,-1-3-1-16,-5 2 0 16,0-1 1-16,0 0-2 0,-1 0-1 15,-6-1 0-15,-1 1-2 16,-7 2 2-16,-4 0-2 15,-5 1 4-15,-4 0-1 16,-4 1-1-16,-3 0 1 16,-4 1-1-16,-3-2 2 0,-2-1-2 15,-1 3 0-15,-2-2-6 16,-11 2-7-16,-1 1 3 16,-5 3 8-16,-5 0 3 15,-2 1 4-15,-3 2 1 16,-3 1 7-16,-5 3-7 15,0-1 5-15,-1 2-6 0,-4 1-1 16,-1 1-3-16,-3 0-1 16,-2 1 2-16,-4-1-2 15,0 1 1-15,-4 1-1 16,0 3-1-16,-5 1 2 16,-2 1-1-16,-6 0-1 0,-2 6 1 15,-3 5-3-15,-4-2-3 16,-3 0-6-16,0 2-6 15,0-1 3-15,-1-1 4 16,-2-2 11-16,1-1 1 16,0-3 1-16,-4-2 2 0,0-1 5 15,-1 0 3-15,2-1-6 16,-2-6-2-16,2 0 0 16,-2-2-2-16,-1 2 0 15,1-2-1-15,-6 2 0 0,-2 2 1 16,-2-1 2-16,2 1 0 15,-4 1 0-15,-2-2-3 16,2 2 2-16,0 2-1 16,-5 0-1-16,2-1 1 15,1 0 0-15,1 2-1 16,-2-2 0-16,3 0-1 16,3-1 1-16,-1 1-1 0,-1-1 1 15,-1 1-1-15,2 0 2 16,0 0-1-16,-1 1 1 15,0 1 1-15,1 1-1 16,2 0-1-16,-2 0 1 0,4 0 2 16,3-3-3-16,1 1 0 15,-2-2-1-15,1 1 0 16,3-3 0-16,-3 1 0 16,1-3 1-16,1-2-1 15,4 0 0-15,-2-1 1 0,0 2 0 16,0 0-1-16,3 1 1 15,0 1-1-15,-1-1-1 16,0-1 1-16,5 1 1 16,-1-1-1-16,0-1 0 15,2 1 0-15,2 1 0 0,-3 1 1 16,1 0-2-16,-2 1 1 16,0 2 0-16,-2 0 0 15,0 0 0-15,0 1 0 16,-4-2 0-16,0 3 0 15,0 0 0-15,1-1-1 0,-7 3 1 16,4-4 0-16,-3 2 0 16,-1 1 0-16,-4-2 0 15,1-1 0-15,1 3 0 16,2-2 0-16,-1 0 0 16,4 3 1-16,5 0 0 0,4 0-1 15,2 0 0-15,5 13 0 16,0 5 1-16,5 8-2 15,2 10 0-15,3 7-1 16,3 7-7-16,5 11-13 16,2 6-14-16,5 4-57 15,2-3-15-15</inkml:trace>
  <inkml:trace contextRef="#ctx0" brushRef="#br0" timeOffset="207236.58">5259 14071 78 0,'-2'0'5'0,"0"0"8"0,2 0-3 16,0 0-5-16,0 0-6 15,0 0-2-15,0 0 4 0,0 0-1 16,0 1 1-16,0 0-1 16,0 2 1-16,2-2-2 15,-2 2 1-15,2 0-1 16,-1 0 1-16,1-2 0 15,2 2 0-15,-2 0 0 16,2-1 0-16,4 0-4 0,-2-1 1 16,5 1 3-16,-2-1 0 15,2-1 1-15,2 0-1 16,1 0-1-16,0 0 1 16,2 0 1-16,3 0 0 0,-2-3 2 15,2 2-1-15,1-1-1 16,3 1-2-16,-3 0 5 15,4 1-4-15,-1 0 2 16,0-2-3-16,0 2 1 16,-3 0 1-16,3 0-2 15,-2 0 0-15,0 0 4 0,-2 0-1 16,3 0 1-16,-2 0-2 16,2 0 0-16,1 4 0 15,-1-2-1-15,3 1 0 16,1-2 1-16,-1 1-1 0,4-2 0 15,-2 0-7-15,0 0 13 16,1 0-4-16,-1 0-1 16,0 0 0-16,2 0 0 15,-2 0 0-15,4 1-1 16,-1 1 0-16,3-1 1 16,1-1-1-16,1 0 0 0,-2 0 0 15,4 0 0-15,-3 0 0 16,1 0 0-16,-1 0 2 15,1 1-2-15,-1 0 0 16,1 1 0-16,2 0 0 16,-2 0 1-16,-3-1-2 0,1 1 2 15,-2-2-1-15,1 3 2 16,-3-1-1-16,2 0 0 16,-2 1 1-16,0 1-1 15,0 1-1-15,0-2 1 16,-1 2-1-16,1-2 1 0,1 0-1 15,-3 0 2-15,2 0-2 16,-2 0 0-16,0-1 1 16,0 0-1-16,-2-1 0 15,0 2 0-15,2-1 0 16,-4-1 1-16,4 3-1 0,-2 0 0 16,2 1 1-16,-1-2 0 15,3 1-1-15,2-1 1 16,0-2-1-16,4 1 0 15,-2-2 1-15,1 0-1 16,1 0 0-16,3 0 0 0,2 0 1 16,1 0 0-16,1 0 0 15,3 0 1-15,-3 0 0 16,1 0 0-16,1-2-2 16,3 2 1-16,-2-1 0 15,2-2-1-15,2 1 0 0,-3 0 1 16,2 1-1-1,-3-1 0-15,2 2 1 0,-5-2-1 16,3 2 0-16,0 0 0 16,4-2 2-16,-5 1-2 15,3-3 3-15,-2 0 3 16,0-2 2-16,-3 3-2 0,-2-1-3 16,-1-1 4-16,-3 3-3 15,3-1 0-15,-3 0 0 16,-1 2-2-16,1-2-1 15,1 3 1-15,-4-1-2 16,-1 1 1-16,1-2-1 0,0 2 1 16,-1 0-1-16,1 0 0 15,0 0 1-15,1 0 0 16,-1 3 1-16,-3 1-2 16,3 2 1-16,-4-2-1 15,0 3 0-15,0 1 0 0,0-1 0 16,-1 2 0-16,2 0 1 15,2 1-1-15,1 0 0 16,3 1 0-16,-2-3 0 16,4 0 1-16,-3-2-1 15,3 1 0-15,0-3 0 0,3 0 1 16,-1-1-2-16,0 1 1 16,5-1 1-16,-3 1-2 15,1-1 2-15,0 0-1 16,3 0 0-16,-1 0 0 15,1 0 0-15,4-1 0 0,-2 1 0 16,3 2 0-16,0-2 1 16,-2 1-1-16,2 1 0 15,3-1 0-15,-1-2 0 16,1 1 0-16,4-2 0 16,-2 1 0-16,1-2 0 0,1 1 0 15,-1-1 1-15,-1 2 3 16,0 0 1-16,0 0-2 15,0-1 0-15,0 2-1 16,-1 0 1-16,1-2-1 16,1 1-1-16,0-1 0 0,0-1-1 15,-1 3 0-15,-2-3 1 16,0 1 0-16,1-1-1 16,-1 0 1-16,-1 2 1 15,2-2-1-15,-1 1 0 16,2-1 2-16,-3 2-3 15,3 1 1-15,0-2-1 0,-1 1 0 16,0 0 0-16,0-2 0 16,1 3 0-16,1-2 2 15,1 2-2-15,2-3 0 16,-2 2 0-16,2-1 0 16,4 2 0-16,0-2 0 0,-1 1 0 15,4-1 1-15,1 1-1 16,1-1 0-16,0 1 0 15,1 1 0-15,0-2 1 16,0 0-1-16,3 0-1 16,-2 1 1-16,2-2 0 0,-2 0 0 15,4 0 1-15,0 0 0 16,4 0 0-16,0 0 1 16,-5 0 2-16,6-4-2 15,-4 1 0-15,2 0 2 16,0-1 0-16,0 0-1 0,2-1 0 15,0 1-1-15,2-1 1 16,-2-1-3-16,-1 0 1 16,0 0-1-16,-2-1 1 15,0 3-2-15,-2-2 1 16,-4 0 1-16,1 2-2 16,-4-3 1-16,0 3 0 0,-3-1 3 15,-4 1-2-15,-1-1 0 16,-4-1 0-16,-2 0 2 15,-5 1 1-15,0-1 1 16,-4-1-4-16,0 1 1 16,-3 1-1-16,-4-1 0 0,-2 0-1 15,-8 2 1-15,-3-2 0 16,-5 2 0-16,-4 0 0 16,-3-1 1-16,-4 1 3 15,-4 3 1-15,-1-2 1 0,-1 0 1 16,-1 2 5-16,-2-2 0 15,0 0-8-15,0 3-4 16,-5-3-19-16,-10-1-33 16,-8-7-152-16</inkml:trace>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29:53.636"/>
    </inkml:context>
    <inkml:brush xml:id="br0">
      <inkml:brushProperty name="width" value="0.05292" units="cm"/>
      <inkml:brushProperty name="height" value="0.05292" units="cm"/>
      <inkml:brushProperty name="color" value="#FF0000"/>
    </inkml:brush>
  </inkml:definitions>
  <inkml:trace contextRef="#ctx0" brushRef="#br0">14320 8300 71 0,'0'0'3'0,"0"-5"0"0,0 2 3 15,0-1-1-15,2-1-2 16,0-1 0-16,-1 3 2 0,1-3-1 15,0 2 2-15,-2-2 2 16,2 5-2-16,1-2-1 16,-3 3-4-16,2 0-1 15,1 0 1-15,1 4-1 16,2 6 3-16,-1 2-2 0,3 2 0 16,0 0 0-16,0 3-1 15,1-3 1-15,1-2-1 16,0-4 0-16,1-2 0 15,1-5 1-15,1-1 0 16,5-10 12-16,4-12 21 0,9-13-14 16,12-10-9-16,13-13-4 15,13-16-5-15,14-10 0 16,14-11-1-16,14-10 1 16,11-9-2-16,6-4-3 15,0-2-55-15</inkml:trace>
  <inkml:trace contextRef="#ctx0" brushRef="#br0" timeOffset="825.3">14322 8204 4 0,'0'0'7'0,"0"0"-2"0,0 0 1 0,0 0 1 16,0 0 4-16,0 0-3 15,34 40-3-15,-25-30 0 16,0 1-2-16,0-1-1 0,1-3-1 16,4-1 2-16,0-6 0 15,5 0 6-15,3-7 3 16,8-13 1-16,8-8 2 15,12-15-5-15,17-12-4 16,17-19-3-16,20-13-2 16,21-16 0-16,18-14-12 0,14-12-52 15</inkml:trace>
  <inkml:trace contextRef="#ctx0" brushRef="#br0" timeOffset="4708.05">9680 4850 0 0,'0'5'7'0,"0"0"-3"0,0-1 0 16,0 0 2-16,0 3 0 0,0-1 0 16,3 0 1-16,-3-1 1 15,2 1-2-15,-2-2 2 16,2 1 0-16,1-1-3 16,-1-1 1-16,4-1-3 15,-2-2 0-15,5 0 4 0,5-11 9 16,7-13 8-16,14-10-3 15,12-16-6-15,19-15-6 16,15-9-1-16,20-11-3 16,17-12 1-16,13-8-3 15,11-5-3-15,-1-5-27 0</inkml:trace>
  <inkml:trace contextRef="#ctx0" brushRef="#br0" timeOffset="5851.26">6837 6490 46 0,'0'0'3'0,"0"0"1"0,0 0 9 15,0 0 0-15,-8 44-5 16,9-37-4-16,10-1 2 0,3-3-3 15,4-3 3-15,5-9 1 16,10-15 3-16,3-13 1 16,13-14-4-16,9-10-1 15,7-13-4-15,13-10-1 16,5-4-4-16,2-7-29 16</inkml:trace>
  <inkml:trace contextRef="#ctx0" brushRef="#br0" timeOffset="6278.21">8042 6315 125 0,'0'0'9'0,"0"0"-6"0,0 0-6 0,0 0 4 0,0 0 3 0,56-38 4 16,-27 8-2-16,7-11 0 16,13-10-2-16,11-11-2 15,11-8 0-15,11-8-1 16,9-6-2-16,5 0-29 0,0 2-95 15</inkml:trace>
  <inkml:trace contextRef="#ctx0" brushRef="#br0" timeOffset="6855.08">9059 6304 61 0,'0'0'5'0,"0"0"-5"0,0 0 1 0,0 0 4 15,0 0 0-15,0 0 1 16,0 0-3-16,0 0 8 15,45-7 12-15,-25-19 6 16,16-12-5-16,8-16-7 16,14-15-9-16,13-10-3 0,15-14-2 15,5-7 0-15,7-3-3 16,3-1-27-16,-2 0-48 16</inkml:trace>
  <inkml:trace contextRef="#ctx0" brushRef="#br0" timeOffset="8454.18">9401 11959 54 0,'0'0'4'0,"0"0"2"0,0 0 4 0,0 0-2 15,-40 5-2-15,33-2-3 0,0 2 1 16,2-1 1-16,1 2-1 16,1-4 0-16,3-1-2 15,0-1-2-15,11-7-2 16,12-14 8-16,6-11 6 0,14-13 0 15,11-15-1-15,11-12-5 16,6-8-3-16,4-2 1 16,5-2-1-16,-5 5-10 15,-7 10-45-15</inkml:trace>
  <inkml:trace contextRef="#ctx0" brushRef="#br0" timeOffset="8854.2">9253 13290 150 0,'0'0'-12'0,"0"0"29"0,0 0-11 0,45-60 13 0,-14 8-7 16,16-19 5-16,19-21-5 0,23-23-5 16,24-23-4-16,28-20 3 15,28-22-4-15,25-15 0 16,18-15-8-16,14-10-55 16</inkml:trace>
  <inkml:trace contextRef="#ctx0" brushRef="#br0" timeOffset="9821.49">22661 5128 83 0,'0'0'4'0,"0"0"0"0,0 0 0 0,0 0-2 16,0 0 0-16,0 0-2 15,0 0 1-15,0 0 1 16,0 0 3-16,0 0 1 16,0 0 14-16,43 3 7 15,-16-10-8-15,10-8-9 0,13-4 1 16,14-8-7-16,12-5 1 15,9-4-3-15,9-4 0 16,8 2 1-16,0 0-4 16,-4 2-41-16,-1 0-56 15</inkml:trace>
  <inkml:trace contextRef="#ctx0" brushRef="#br0" timeOffset="10191.34">23038 6027 175 0,'0'0'5'0,"45"-38"2"0,-7 11 4 15,19-3-7-15,17-6-7 0,19-5 5 16,19-7 1-16,13-6-9 16,7-10-75-16</inkml:trace>
  <inkml:trace contextRef="#ctx0" brushRef="#br0" timeOffset="11675.22">23092 11748 88 0,'0'0'57'0,"0"0"-41"0,0 0-19 16,0 0-1-16,0 0 2 16,0 0 1-16,0 0-2 0,0 0 0 15,0 0 2-15,0 0-2 16,42-36 6-16,-31 4 0 16,5-7-2-16,5-10 3 15,3-7-2-15,8-5 1 16,4-4-2-16,6-3 0 0,5 1-1 15,0 0 1-15,0 6-22 16,-7 7-56-16</inkml:trace>
  <inkml:trace contextRef="#ctx0" brushRef="#br0" timeOffset="12636.28">22914 12766 117 0,'0'0'10'0,"0"0"2"0,0 0-7 0,0 0-11 16,0 0-4-16,0 0 8 15,0 0 3-15,0 0 0 16,0 0-1-16,0 0 0 15,0 0 1-15,-7 39 0 0,7-35-1 16,0-1 0-16,0-1 0 16,0 0-1-16,0-1 1 15,0 1 0-15,0-2 0 16,0 1 1-16,0-1 2 16,0 0 5-16,0 0 0 0,0 0-8 15,0 2 0-15,0-2 1 16,2 1 1-16,0-1 0 15,-1 0 1-15,1 2-1 16,0-1-1-16,0 0 2 16,0-1 1-16,1 2 2 0,0-1 0 15,0 2-2-15,2-3-3 16,0 4 0-16,1-2 0 16,1-1-1-16,2-1 0 15,-1 3 0-15,0-3 0 16,5 0-2-16,-5 0 0 15,3-1-1-15,2-8 1 0,0-4 8 16,3-2-1-16,1-7-2 16,4-5 5-16,1-7-3 15,2-6 2-15,9-9-1 16,5-11-1-16,7-5-3 16,9-8 3-16,3 0-2 0,3 1-22 15,-5 10-43-15,-3 9-61 16</inkml:trace>
  <inkml:trace contextRef="#ctx0" brushRef="#br0" timeOffset="13888.34">22961 11722 139 0,'0'-1'-2'0,"-3"0"27"0,-2-1 2 0,2 2-4 16,2-1-9-16,-4 1-9 0,3 0-1 15,0-2-2-15,1 2 0 16,-1 0 1-16,2 0 0 16,0 0-3-16,0 0-3 15,0 0-1-15,0 0 4 16,1 0 0-16,2 0 0 0,3 5 0 16,-1-3 0-16,1 1 0 15,1-3-1-15,2 0-5 16,-1-4 0-16,6-16 5 15,4-12 4-15,7-15 1 0,6-14-4 16,6-13 1-16,6-10 2 16,2-2-1-16,2 2 0 15,-3 5-2-15,0 10-4 16,-5 9-2-16,-3 13 0 16,-4 12-8-16,-5 9-8 15,-4 15-13-15,-6 9-8 16,-6 5-27-16</inkml:trace>
  <inkml:trace contextRef="#ctx0" brushRef="#br0" timeOffset="14571.57">22957 12705 157 0,'0'0'-2'0,"0"0"24"0,0 0-7 0,0 0 2 16,0 0-11-16,0 0-7 15,0 0-2-15,0 0 4 16,0 0-1-16,0 0-1 0,0 0 2 16,-20 6 0-16,20-5 1 15,0-1 4-15,0 0 2 16,0 2-6-16,0-2-2 15,0 1 0-15,5 1 0 16,2 0 0-16,-2 0 0 16,5-1-2-16,0 2 2 0,-1-3 0 15,3 0-1-15,1 0 1 16,2-4 0-16,2-12-5 16,4-5 10-16,4-9 10 15,4-12-4-15,1-10-1 16,7-11-6-16,3-7-1 0,6-10 1 15,6-5-3-15,5-6 0 16,3-1-7-16,2-3-29 16,-2 2-8-16,-5 5-49 15</inkml:trace>
  <inkml:trace contextRef="#ctx0" brushRef="#br0" timeOffset="15226.41">23000 11759 115 0,'0'0'7'0,"0"0"19"0,0 0-3 0,0 0-1 0,0 0-7 16,0 0-7-16,0 0-6 15,0 0-2-15,0 0 1 16,0 0 2-16,0 0-3 15,27-48 0-15,-8 22 2 0,5-5 0 16,1-2-2-16,3-6 2 16,2-2-1-16,4-6-1 15,3 0 0-15,6-6-5 16,0-4-13-16,1 1-63 16</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39:52.222"/>
    </inkml:context>
    <inkml:brush xml:id="br0">
      <inkml:brushProperty name="width" value="0.05292" units="cm"/>
      <inkml:brushProperty name="height" value="0.05292" units="cm"/>
      <inkml:brushProperty name="color" value="#FF0000"/>
    </inkml:brush>
  </inkml:definitions>
  <inkml:trace contextRef="#ctx0" brushRef="#br0">5606 12940 63 0,'0'0'11'0,"0"0"0"0,0 0-6 0,0 0-3 16,0 0 1-16,0 0-3 16,0 0 1-16,0 0-2 0,0 0 1 15,0 0 1-15,0 0-1 16,-7 25 1-16,7-15-1 16,4-1 0-16,1-2 2 15,-3-2-2-15,4-1 0 16,0-4 1-16,0 0 6 15,5-8 13-15,5-12 21 0,3-10-8 16,11-11-18-16,8-14-9 16,13-11-6-16,5-9 2 15,2-13-14-15,1-8-200 16</inkml:trace>
  <inkml:trace contextRef="#ctx0" brushRef="#br0" timeOffset="995.87">6730 12893 22 0,'0'0'16'0,"0"0"-3"0,0 0 2 0,0 0 1 15,0 0-2-15,0 0-10 16,0 0 0-16,0 0 1 16,0 0-1-16,0 0 2 0,0 0-4 15,0 0 2-15,0 0-2 16,0 0 4-16,9 24 7 15,-2-33 11-15,6-8-4 16,7-10-8-16,7-10-8 16,9-11 3-16,13-9-4 15,5-7-8-15,4-11-74 0</inkml:trace>
  <inkml:trace contextRef="#ctx0" brushRef="#br0" timeOffset="1580.25">7445 12847 67 0,'0'0'15'0,"0"0"-1"0,0 0 17 0,0 0-4 0,0 0-5 16,17-38-5-16,-4 15 2 15,6-5-6-15,8-8-1 0,8-2-7 16,11-8-3-16,10-7-2 15,6-10-4-15,3-15-124 16</inkml:trace>
  <inkml:trace contextRef="#ctx0" brushRef="#br0" timeOffset="3939.31">3123 13830 56 0,'-5'-3'10'0,"3"-1"10"0,0 0-9 15,1 0-5-15,-1-1 5 0,2 2-2 16,-2 1-2-16,2 0 1 16,-2 1-2-16,2 1-4 15,0-2-1-15,0 2-1 16,0 0-1-16,0 0 1 16,7 0 0-16,4 0 0 0,4 0 1 15,4 0-1-15,3 0 0 16,6-3-2-16,4-1 6 15,4 1-4-15,2-2 0 16,0 2 0-16,2 0 0 16,3 2 1-16,-3 1-1 0,7 0 1 15,-1 0-1-15,6 0 0 16,-1 0 0-16,5 1 0 16,2 0 1-16,3-1-2 15,3 0 0-15,1 0-1 16,2 0 5-16,3 0-1 15,-3 0 0-15,0 0 3 0,-3 2-3 16,1 1-1-16,-7 2 1 16,-2 2 0-16,-2-1-1 15,-7 2 1-15,-2 0-2 16,-5-1 1-16,0 1 0 16,-6-1-1-16,-1 2 1 0,-6-1-2 15,-5-1-1-15,-5 1-26 16,-7-3-15-16,-5-3-9 15</inkml:trace>
  <inkml:trace contextRef="#ctx0" brushRef="#br0" timeOffset="4315.99">3330 13971 91 0,'0'0'3'0,"0"0"-3"0,58-3 0 0,-30-4 1 0,9-2 0 16,4 1 2-16,8-4-3 16,4 1 3-16,10 1 2 15,6 1-2-15,8 5-1 0,7 4-2 16,5 0-4-16,7 0-104 15</inkml:trace>
  <inkml:trace contextRef="#ctx0" brushRef="#br0" timeOffset="6273.18">11390 12158 117 0,'0'0'10'0,"0"-39"7"0,-6 19 2 0,3 0-12 0,1-3 2 15,-3 3 4-15,-2-1-1 0,1 0 5 16,-5 2-3-16,-1 2-5 15,-3 0-4-15,-1 1-4 16,-5 2 1-16,0 3-3 16,-4 0 1-16,-2 1 0 15,-2 2-1-15,-2 1 1 0,-3 0 0 16,-1 0 1-16,-3 0-1 16,0 3 0-16,-1-2 1 15,0 3-3-15,1 2 4 16,-6 1-2-16,3 0 0 15,-4 0 0-15,0 3-2 0,-3 5 2 16,0 1-2-16,1 2 3 16,0 2-1-16,0 4 0 15,-1 0 1-15,2 4-2 16,-4 3 1-16,0 6-1 16,3-1-2-16,0 1 3 15,1 2 0-15,2 2 2 16,3-1-1-16,0 2-2 0,5-1 2 15,-2 4-1-15,3 3 0 16,3 1 0-16,1 5 0 16,2 0 0-16,2 0 0 15,2-1 0-15,2 1 0 0,2 0 0 16,0 1 0-16,2 1 0 16,-1 2 0-16,3 2 0 15,0-1-1-15,1 0 2 16,3 0-1-16,-1-1-1 15,5-1 1-15,-1 0 0 0,5-1-2 16,0-5 4-16,1 3-4 16,4-3 4-16,0 0-2 15,0 0 1-15,7 4-1 16,0-2 0-16,5 4 0 16,3-1 1-16,1 0-1 0,3 0 0 15,0-1 1-15,4 2-1 16,-2 3 0-16,3 0 0 15,-2-2 1-15,3 0-1 16,2-3 0-16,4-4 0 16,0-1 0-16,7-4 1 0,1-3-1 15,3 2 1-15,0-4-2 16,5-4 2-16,2 1-2 16,0-4 3-16,4-1-2 15,2-2 1-15,2 0 1 16,2 2-1-16,1-1-1 0,0 0 0 15,1-1 1-15,2 0-1 16,1-3 0-16,1 0 0 16,0-4 2-16,4 0-1 15,1-1 1-15,-1-3 0 16,3-2-2-16,1-1 1 16,3-1-1-16,0-5 1 0,2-1-2 15,1-3 2-15,3-2 0 16,3-8 0-16,0-8 0 15,0-3 0-15,-2-6-1 16,-1-5 0-16,2-1 0 0,-2-4 2 16,-4-2-2-16,1-4-2 15,0-2 4-15,-2 0 1 16,-4-4 0-16,-5 0 0 16,-4-1-2-16,-4 0 0 15,-6-3-1-15,-6-2 1 16,-6-3 1-16,-5-6-1 0,-3-3 0 15,-5-5 0-15,-8-6 1 16,-4-4 0-16,-6-4 0 16,-4-2 0-16,-7-6 0 15,0-2-1-15,-8-1 0 16,-9-1 1-16,-6-3 2 0,-8 3 0 16,-4 2 1-16,-11 1 1 15,-6 1-4-15,-8 2 10 16,-7 4-12-16,-7 2 1 15,-9 4 0-15,-11 1-2 16,-6 9 7-16,-6 6-7 0,-5 11-1 16,-9 8 1-16,-3 13 1 15,-3 15-1-15,-8 15-8 16,2 4-19-16,-4 21-24 16,1 5-92-16</inkml:trace>
  <inkml:trace contextRef="#ctx0" brushRef="#br0" timeOffset="6992.16">11257 13535 31 0,'-8'0'4'0,"1"0"10"0,3 0-3 0,0 0-5 15,3 0-5-15,0 4 2 16,1 0-2-16,0 5 1 16,0 2-1-16,0-1 1 15,0 4-1-15,0 1-1 16,0 1 1-16,2 0-1 0,0-2 0 15,0 3 0-15,0-3 1 16,0 2-1-16,-1-3 0 16,0 0-7-16,0-1-19 15,-1 1-10-15</inkml:trace>
  <inkml:trace contextRef="#ctx0" brushRef="#br0" timeOffset="7405.22">11316 13782 50 0,'0'0'9'16,"0"0"3"-16,0 0 2 15,0 0 8-15,0 0 4 0,0 0 1 16,0 0 2-16,-38-25-12 15,35 23-7-15,2 2-4 16,1 0-4-16,0 0-2 16,0 0-2-16,0 0 1 15,0 6 1-15,0 5-2 0,0 2 2 16,0 5 0-16,2 3-1 16,0 5 2-16,0 2-1 15,0 5 2-15,1 1-2 16,-2-4 0-16,1 1 0 15,-2-1 1-15,1-5-2 0,-1-2 2 16,0 0-1-16,0 0 0 16,0-2 0-16,0-1 1 15,0-2-1-15,0-1 0 16,0 0-9-16,-1-4-23 16,-2-7-27-16,-2-5-52 15</inkml:trace>
  <inkml:trace contextRef="#ctx0" brushRef="#br0" timeOffset="7690.77">11209 14147 64 0,'0'0'-11'0,"0"0"20"16,0 0-1-16,0 0 5 15,0 0 7-15,0 0-2 16,0 0-16-16,0 0-2 15,0 0 4-15,-7 4 3 0,14 3-1 16,2 0 0-16,2-1-2 16,0 2-1-16,0 0-1 15,0 0 0-15,-1-1 0 16,3-1-2-16,-4 1 0 16,0-1 0-16,-1-1 0 0,2-2-1 15,-3-3-12-15,1 0-8 16,-1 0-4-16,0-1-13 15</inkml:trace>
  <inkml:trace contextRef="#ctx0" brushRef="#br0" timeOffset="7854.24">11374 14137 106 0,'0'0'43'0,"0"0"1"16,0 0-19-16,0 0-17 15,0 0-9-15,0 0 3 16,0 0-2-16,-38 52 1 0,34-28-1 15,-2 1 0-15,3 2-1 16,1 2-23-16,-4-1-33 16,2-6-81-16</inkml:trace>
  <inkml:trace contextRef="#ctx0" brushRef="#br0" timeOffset="8281.18">11216 13730 125 0,'0'0'-5'0,"0"0"22"16,0 0-1-16,0 0-7 0,0 0-9 16,0 0-1-16,0 0 2 15,-7 43 0-15,7-13 1 16,2 6-2-16,2 3 0 15,6 5 1-15,-5-1-1 16,3-1 0-16,-4-2 1 16,3-7-1-16,-5 0 0 0,1-5 1 15,-1-4-1-15,-1 2 0 16,-1-4 0-16,0-1-7 16,0-3-19-16,0-4-19 15</inkml:trace>
  <inkml:trace contextRef="#ctx0" brushRef="#br0" timeOffset="8543.81">11213 14212 104 0,'0'0'7'0,"0"0"6"15,0 0-7-15,0 0-2 16,0 0-3-16,0 0-3 15,0 0 2-15,0 0 0 16,19 3 1-16,-5 8-1 16,2-1 1-16,2 0 0 0,0 0 0 15,3-1 0-15,-4-1-1 16,0-2 0-16,-2-2 1 16,1-1-1-16,-1-2-1 15,-2-1-16-15,-2 0-27 0</inkml:trace>
  <inkml:trace contextRef="#ctx0" brushRef="#br0" timeOffset="8735.85">11411 14114 132 0,'0'0'-7'16,"0"0"30"-16,0 0 8 15,0 0-12-15,-41-6-15 16,36 21-4-16,1 5 1 15,0 5-1-15,2 4 0 0,1 3 1 16,1 4-2-16,0 1-10 16,-2 2-23-16,-2-3-21 15</inkml:trace>
  <inkml:trace contextRef="#ctx0" brushRef="#br0" timeOffset="9563.32">11285 13682 46 0,'0'0'3'0,"0"0"6"0,0 0-5 0,0 0 5 16,0 0 6-16,0 0 0 0,0 0 0 16,0 0-4-16,0 0-11 15,0 0 0-15,0 0 3 16,-3 25 1-16,6 3-2 16,4 7 0-16,0 8 0 15,3 3-2-15,0 2 2 0,-4-1 2 16,1-3 0-16,-3-2 1 15,-2-3 1-15,-2-5-2 16,0-2 1-16,0-5-2 16,0-1 0-16,0 1-1 15,-2-6 2-15,0-2-3 16,0-4 0-16,2-2 0 0,0-3 0 16,0 0 1-16,0-7-2 15,4 1-14-15,-1-2-18 16,1-2-3-16,1 0-30 15</inkml:trace>
  <inkml:trace contextRef="#ctx0" brushRef="#br0" timeOffset="9961.56">11205 14219 63 0,'0'0'9'0,"0"0"14"0,0 0-15 16,0 0-8-16,0 0 1 15,0 0-1-15,0 0 0 16,0 0 2-16,0 0 0 15,0 0 1-15,40 10 1 0,-27-3 2 16,-1-1-2-16,3 0-2 16,-2 2 0-16,0 1-1 15,-1-1-1-15,1-1 2 16,-1 0-1-16,1-1 0 16,0-2 1-16,-1-1 0 15,0 0 1-15,0 0-2 0,-1-2 1 16,0 1-2-16,-1-2-2 15,-2 0-5-15,-1 0-20 16,-1 0-41-16</inkml:trace>
  <inkml:trace contextRef="#ctx0" brushRef="#br0" timeOffset="10211">11449 14116 102 0,'0'0'17'16,"0"0"18"-16,0 0-5 15,0 0-3-15,0 0-10 16,0 0-17-16,0 0 3 16,0 0-3-16,0 0 0 0,-34 63 0 15,27-29 3-15,-4 1-2 16,4 0-1-16,-1 1-7 15,0-4-30-15,-1-3-19 16,-1-7-5-16</inkml:trace>
  <inkml:trace contextRef="#ctx0" brushRef="#br0" timeOffset="10723.98">11290 13630 72 0,'0'0'4'0,"0"0"19"0,0 0-12 0,0 0-9 15,0 0 1-15,0 0-2 16,-12 52 6-16,8-22-3 16,2 4 2-16,2 6-3 15,0 3 0-15,0 2-1 16,6-1-2-16,1-3 1 0,0-2 1 16,0-4-1-16,-1-2-1 15,0-4 0-15,-4-3 1 16,0 0-1-16,-1-2 0 15,0-1 0-15,-1-3-1 16,0-1-10-16,0-4-19 16,-2-5-74-16</inkml:trace>
  <inkml:trace contextRef="#ctx0" brushRef="#br0" timeOffset="10923.9">11202 14198 29 0,'0'0'59'16,"0"0"-40"-16,0 0 6 15,0 0-12-15,0 0-14 0,0 0 1 16,0 0 0-16,0 0 1 16,38 34 0-16,-17-18-1 15,0 2 0-15,2-5-52 16</inkml:trace>
  <inkml:trace contextRef="#ctx0" brushRef="#br0" timeOffset="14220.98">17205 11533 69 0,'0'0'3'0,"0"0"-2"0,0 0 0 16,0 0-1-16,0 0-2 16,0 0-1-16,0 0-2 15,0 0 4-15,0 0 1 16,0 0 0-16,0 0 0 16,0 0 0-16,-13 19 0 0,13-18-9 15,0 2-8-15,2 0 13 16,-2-2 4-16,3 0 0 15,-3-1 3-15,0 0 23 16,0 0 9-16,0 0-6 16,0 0-13-16,0 0-8 0,0 0-7 15,2 1-3-15,-2-1 2 16,1 0-3-16,-1 0-1 16,0 0 2-16,0 0 3 15,0-3-1-15,0-4 3 0,-1-2 1 16,-4 1 0-16,-3-1-1 15,1 2-1-15,-2 0-2 16,-1 2 1-16,0-1-1 16,1 2 0-16,-3-1 1 15,2 4-1-15,0-1 1 16,1 2 2-16,-2 0-1 0,1 0-1 16,-1 3-2-16,1 3 1 15,0 5 0-15,-2 2 0 16,1 1 0-16,2 3 0 15,-3-1 0-15,3 1 0 16,3 3 0-16,-3-3 0 0,6 3 0 16,1-3 0-16,2-2 0 15,0 0 0-15,0-4 0 16,4-1 1-16,2-3-1 16,2-2 1-16,1-2 2 15,-2-1 1-15,5-2 2 0,0 0-2 16,2 0-2-16,-1-4-1 15,3-5-1-15,-2 1 2 16,1-5-1-16,-1 1-1 16,-1-1 1-16,0-2 0 15,-2 1 0-15,-2-2 1 16,0 2 1-16,-2 0-2 16,0 0 0-16,-1 1 0 0,-1 3 0 15,-2 0-1-15,1 2 0 16,0 0 0-16,-2 3 1 15,-1-1-1-15,0 2 1 16,0 1-1-16,0 0 1 0,-1 3-1 16,0-1 1-16,0 1 1 15,1 0-2-15,-1 0-2 16,0 0-1-16,0 0 2 16,2 0 1-16,-2 3 0 15,2 2 0-15,0 1 1 0,0 1-1 16,-1 0 1-16,3 3-1 15,-2 1 0-15,-1-2 0 16,1 4 0-16,0-2 1 16,0 1-1-16,-2 0 3 15,0 1-1-15,0 1 0 0,0 0-1 16,0 2 0-16,0 1 0 16,0 2 0-16,0-1-1 15,0 1 1-15,0 0-1 16,0 0 0-16,0 1 1 15,0 1 0-15,0 0 1 0,0 2-2 16,0 0 1-16,0-1 0 16,0 1-1-16,0-2 0 15,0-1 1-15,0-2 0 16,0-3-1-16,0 1 1 0,2-4 1 16,2-1 1-16,1-2 3 15,0-3 1-15,1 1-1 16,1-1-2-16,0-3 1 15,0-2 2-15,4-1-1 16,-2 0 3-16,1 0-2 16,4-3 2-16,-1-7 0 0,1-1 0 15,0-2-3-15,-1-1-1 16,1-3-1-16,-2 1 0 16,0 2-2-16,-6-2 0 15,-1 4 0-15,-1-1-2 16,-3 5 0-16,1 0 0 0,-2 3-3 15,1 1-13-15,0 0-16 16,0 0-30-16,2-4-75 16</inkml:trace>
  <inkml:trace contextRef="#ctx0" brushRef="#br0" timeOffset="15018.56">18408 10440 82 0,'2'-5'4'0,"-2"0"9"0,1 3-2 0,-1 0 1 16,0 2 7-16,0 0-3 16,0 0-15-16,0 3-1 0,0 8 0 15,0 3 1-15,0 3 0 16,0 2 0-16,0 3 0 15,2-3-1-15,1 1 1 16,2-2 1-16,-3-4-2 16,4-1 1-16,0-2 0 0,-2-1 0 15,0-1 1-15,-1-2-1 16,1-3-11-16,-3-2-47 16</inkml:trace>
  <inkml:trace contextRef="#ctx0" brushRef="#br0" timeOffset="15609.7">18696 10383 13 0,'0'0'34'0,"0"0"-3"15,0 0-12-15,0 0-7 16,0 0-2-16,0 0 1 16,0 0-5-16,0 0-3 0,0 0-3 15,-15-9 1-15,11 15-1 16,-2 1 0-16,-3 3 0 16,1 1 0-16,-4 2 0 15,0-1 1-15,-2 2-2 0,-2-1 2 16,1-1 0-1,-1-1 1-15,5-1 0 0,-1-2 1 16,3-1 1-16,3 0-2 16,-1-1 1-16,2-2-2 15,1 0-1-15,1-1 1 16,2 1 0-16,0-1 0 0,1 0-1 16,0 1 1-16,0-1-1 15,0 3 2-15,0-3-2 16,0 3 0-16,0-2 0 15,0 1 0-15,1-3 0 16,5 1 0-16,-1-2 3 0,1-1 6 16,3 1 10-16,0-1-3 15,3 0-5-15,1 0-3 16,-1 0-2-16,1 0-3 16,0 0-1-16,1 2-1 15,-3-1-1-15,-2 2 1 0,2 0-1 16,-4 0 0-16,-1-2 0 15,-1 5 0-15,2-2-1 16,-3 0-11-16,1 1-21 16,-2-1-18-16,2-3-10 15</inkml:trace>
  <inkml:trace contextRef="#ctx0" brushRef="#br0" timeOffset="15814.97">18822 10555 142 0,'0'0'5'16,"0"0"24"-16,0 0-19 0,0 0-8 0,0 0 0 16,0 0 0-16,0 0 1 0,20 55 0 15,-12-31-2-15,2 6 1 16,-3 2-11-16,3-3-64 15</inkml:trace>
  <inkml:trace contextRef="#ctx0" brushRef="#br0" timeOffset="16541.29">18721 11516 22 0,'0'0'88'0,"0"0"-66"0,0 0 9 0,0 0-5 0,0 0-10 16,0 0-3-16,0 0-5 16,0 0-7-16,0 0-2 15,0 0 1-15,0 0-1 16,-11 30 2-16,13-10-1 0,2 0 1 15,3 1-1-15,-3-2 0 16,1 2 1-16,2-4-1 16,-2-1 1-16,1-2-1 15,-2 0 2-15,-1-2-2 16,0-2 0-16,-2 2 0 0,-1-2-12 16,0 0-31-16,0-6-39 15,-3-4 11-15</inkml:trace>
  <inkml:trace contextRef="#ctx0" brushRef="#br0" timeOffset="17019.58">18904 11461 90 0,'0'0'10'0,"0"0"13"0,0 0-6 16,0 0-8-16,0 0-11 16,0 0 1-16,0 0 3 15,0 0-1-15,0 0 1 16,-32 43-1-16,22-28 0 15,-4 2 0-15,1-1 0 16,1-2 1-16,2-1 0 0,3-3 1 16,0 0 1-16,2-4-2 15,0 1 1-15,3-2-3 16,1-2 1-16,1 0 0 16,0-2 0-16,0 1-1 15,0-2 2-15,3 3 2 0,4-3 6 16,3 1 2-16,-1 3-6 15,2-1-1-15,2 1-2 16,-1 2-1-16,1 1-1 16,-2 0-1-16,2 1 2 15,1 1-2-15,-1 0 0 0,1-2-4 16,-1 0-41-16,1-7-49 16</inkml:trace>
  <inkml:trace contextRef="#ctx0" brushRef="#br0" timeOffset="17446.89">19091 11691 174 0,'0'0'-23'0,"0"0"42"16,0 0-9-16,0 0-7 0,0 0 0 15,0 0 6-15,0 0 4 16,0 0 5-16,-5-37-5 15,6 30-9-15,8 3 1 16,0-2-4-16,2 2 0 16,0 1-1-16,1-1 0 0,-1 4 0 15,-2 0 0-15,1 0 0 16,0 0-2-16,-5 8-2 16,-1 4-3-16,0 2 1 15,-4 1 0-15,0 4 3 16,0 1 0-16,-4 0 2 15,-4-2 1-15,-2-1 0 0,-1-3 0 16,2-3 0-16,0-2 0 16,0-3 1-16,5-1 1 15,1-3-2-15,3-2 1 16,0 0 0-16,7 0 0 16,13 0 3-16,1-7 7 0,12-3-8 15,7 0-2-15,4-3 0 16,2-1-7-16,3-2-60 15,-2-5-104-15</inkml:trace>
  <inkml:trace contextRef="#ctx0" brushRef="#br0" timeOffset="18194.43">19069 12620 89 0,'0'0'6'0,"0"0"13"0,0 0-8 0,0 0-11 15,0 0 3-15,0 0 8 16,0 0 7-16,-5 37-2 16,8-23-4-16,1 2-5 15,-1 2 0-15,2 2-4 0,-1-1-2 16,-1-1 0-16,1 0 0 16,2 0 0-16,-4-1-1 15,-1-2 2-15,1 2-4 16,-2-2-20-16,0-6-23 15,0-3-46-15</inkml:trace>
  <inkml:trace contextRef="#ctx0" brushRef="#br0" timeOffset="18628.21">19332 12580 106 0,'0'0'-18'0,"0"0"21"0,0 0 0 16,0 0-2-16,0 0-2 16,0 0 10-16,0 0-3 15,-36 32-2-15,18-16 0 16,-1 3 2-16,-2 0-3 15,2 2-1-15,-3 0-1 0,2-3 0 16,2 0-1-16,4-3 0 16,3-2 0-16,3-5 0 15,5-2 2-15,3 0-2 16,0-4 1-16,0 0 2 0,3-1 8 16,7 2 12-16,4-3 0 15,-1 2-7-15,4 1-7 16,0-1-3-16,1 3-4 15,0-1 0-15,-2 2-1 16,3-1 1-16,-1 1-2 16,1 0 0-16,1-1 0 0,0 2-2 15,-1-4-32-15,-1 0-44 16</inkml:trace>
  <inkml:trace contextRef="#ctx0" brushRef="#br0" timeOffset="19037.13">19455 12856 145 0,'0'0'-9'15,"0"0"13"-15,0 0 1 16,0 0-3-16,19-42 2 16,-10 31 7-16,-2 1 0 0,4 1 3 15,4 0 0-15,-1 1-3 16,4 3-7-16,-3 1-3 15,1 2-1-15,-3 2 0 16,-1 0 0-16,-4 2-1 16,-1 5-3-16,-6 3 1 0,-1 0-2 15,0 5 1-15,-3-3 2 16,-7 1 4-16,0-1 0 16,1-2 0-16,3-3 0 15,3 0 0-15,1-4-2 16,2 0 2-16,0 1-2 0,0-1 2 15,7 2-1-15,2 0 1 16,4 1 1-16,0 2 1 16,-1 1-4-16,-3 0 0 15,-5 3 0-15,-4 5-3 16,-2 0-1-16,-16 3-19 0,-10 1 10 16,-5-2-15-16,-7-6-77 15</inkml:trace>
  <inkml:trace contextRef="#ctx0" brushRef="#br0" timeOffset="20201.25">19348 10444 60 0,'-10'0'6'0,"1"0"10"0,-1 0-6 0,2 2-3 16,2-1-3-16,1-1 1 0,1 3 0 16,2-2 1-16,2-1-4 15,0 3 0-15,0 1 0 16,0-2 0-16,4-1 0 16,3 1 2-16,3 0-1 15,2-2 0-15,3 0 2 0,4 0 3 16,-1-2 1-16,4-4 0 15,4-3-1-15,1 1 1 16,3-2-1-16,3-1-2 16,2-1 2-16,3-2-1 15,3 1-1-15,-3 3-2 16,-1 0-1-16,-3 0-1 0,-3 3-2 16,-4 0 1-16,-8 4-1 15,-3-1 0-15,-3 4 0 16,-4 0-3-16,-5 0-13 15,-4 0-36-15,0 0-10 0</inkml:trace>
  <inkml:trace contextRef="#ctx0" brushRef="#br0" timeOffset="20450.62">19765 10258 117 0,'0'0'4'0,"0"0"11"0,0 0 3 16,44-3-1-16,-33 3-8 16,-1 9-5-16,0 5-3 15,-6 0 0-15,-1 6 1 16,-3 4 0-16,0 0-2 15,-7 1-19-15,-3-5-35 0</inkml:trace>
  <inkml:trace contextRef="#ctx0" brushRef="#br0" timeOffset="21312.69">20533 10005 51 0,'0'0'6'0,"0"0"12"16,0 0-1-16,0 0 3 0,1-41-4 16,-1 34 2-16,0 0-2 15,-1 0-2-15,-3 1 0 16,0 5-6-16,-5-1-5 15,1 2-5-15,-2 0 2 16,-4 6 0-16,-1 5-1 16,-1 2 1-16,2 4 0 0,1-1 0 15,4-1 0-15,3 1 0 16,4-4 0-16,2 0 0 16,0-3 1-16,0-2-1 15,6-2 1-15,2-3-1 0,3-2 1 16,-1 0 2-16,3 0 2 15,3-6-2-15,-3-1-1 16,1-3 1-16,0 0-2 16,1 0 3-16,-2 2 0 15,-4-1-2-15,1 4-2 16,-4 2 1-16,-1 1-1 0,-2 2-1 16,0 0 0-16,-1 0-1 15,0 2-1-15,1 5-1 16,-3 3 3-16,0 1 0 15,0 3 0-15,0 3 1 16,-2 2 0-16,-1-1-1 0,-2 2 2 16,1 0 0-16,2 0-1 15,0-2 0-15,2 1 0 16,0-2 0-16,0-3 0 16,0 1 1-16,6-3-1 15,3-2 1-15,0-3 0 0,1-1-1 16,1-5 2-16,3-1-1 15,-2 0 1-15,0 0 2 16,-1 0 2-16,0-7 2 16,0-1 4-16,-1-2 2 15,0-3-4-15,0 0-4 0,-2 0 0 16,-4 2-2-16,0 0-3 16,-1 2 1-16,-1 2-2 15,-1 1 0-15,-1 3-14 16,0-2-30-16,0-4-79 15</inkml:trace>
  <inkml:trace contextRef="#ctx0" brushRef="#br0" timeOffset="21490.75">20889 10049 226 0,'0'0'-15'0,"0"0"29"0,0 0-4 16,0 0-8-16,0 0-2 16,0 0-14-16,0 0-44 0,0 0-19 15</inkml:trace>
  <inkml:trace contextRef="#ctx0" brushRef="#br0" timeOffset="21831.14">20982 9856 109 0,'0'0'5'0,"0"0"23"15,0 0 5-15,0 0-6 16,0 0-6-16,0 0-9 15,0 0-8-15,0 0-6 16,-5-11 2-16,5 22 0 16,0 2-1-16,3 1 1 0,0 3 1 15,2 0-1-15,1-1 0 16,-3-2 1-16,2 0-1 16,0 1 0-16,-1-1 0 15,1-2 1-15,-2 0-1 0,1-1 0 16,-4-1-1-16,1-3-24 15,0-7-37-15,1 0-39 16</inkml:trace>
  <inkml:trace contextRef="#ctx0" brushRef="#br0" timeOffset="22187.02">21190 9815 148 0,'0'0'9'0,"0"0"0"0,0 0-8 16,0 0 0-16,0 0-1 15,-36-4 2-15,26 12-2 16,-4 4 0-16,1 0 1 16,-3 0-1-16,3-1 2 15,1-1 1-15,1 0 1 0,2-1 0 16,3-1-1-16,1-1 1 15,4-2 1-15,1 0-3 16,0 1 0-16,0-1 0 16,6 0 2-16,1-2 3 15,2 1 2-15,4 0 0 16,1-1-2-16,2 0-5 0,1 0-1 16,5-1 0-16,-3 0-1 15,4-1-14-15,2-1-38 16,-2 0-7-16,-2 0-50 15</inkml:trace>
  <inkml:trace contextRef="#ctx0" brushRef="#br0" timeOffset="22344.18">21373 9885 186 0,'0'0'18'15,"0"0"-20"-15,0 0 2 0,0 36 2 16,0-11-1-16,3 7 0 15,2 5 2-15,2 10-2 16,-3 1-22-16,-4 2-55 16</inkml:trace>
  <inkml:trace contextRef="#ctx0" brushRef="#br0" timeOffset="22899.7">19948 11340 106 0,'0'0'26'0,"0"0"-12"0,0 0-14 0,0 0 1 0,0 0 0 0,0 0 4 15,0 0 18-15,0 0 1 16,0 0-6-16,37 0-7 15,-20-3-4-15,3-1-4 16,4-1-1-16,3-1-1 16,0-1 0-16,2-2-1 0,-1 2 1 15,2 1-1-15,1-1-1 16,1-1-5-16,-3-2-56 16,-3-3-31-16</inkml:trace>
  <inkml:trace contextRef="#ctx0" brushRef="#br0" timeOffset="23033.8">20561 11117 102 0,'0'0'2'0,"39"-10"-2"0,-16 5-103 15</inkml:trace>
  <inkml:trace contextRef="#ctx0" brushRef="#br0" timeOffset="23533.17">20889 11008 107 0,'0'0'25'15,"0"0"-12"-15,-2-37 21 0,-7 27-17 16,-4 3-8-16,-3 4-6 15,-2 1-5-15,-3 2 1 16,-1 0 4-16,-1 8-2 16,4 3-1-16,-3 4 0 15,6 0 1-15,0-1 0 0,4 0-1 16,4-2-1-16,4-4 2 16,4 0-3-16,0-4-2 15,12 0-3-15,2-4 1 16,5 0 10-16,2 0-2 15,1 0-2-15,0-4 0 0,-2-1 1 16,-3 1-1-16,-4 1 1 16,-4 3 0-16,-2 0 0 15,-5 0 0-15,-1 0-2 16,-1 10 5-16,0 1-1 16,0 3-2-16,0 1 0 0,0 1 0 15,-2-2-1-15,2-1 1 16,0-2-1-16,0-1 2 15,0-2 0-15,3-2 0 16,4 0 3-16,0-3 2 16,2-1-1-16,2-2 1 15,1 0 0-15,2 0-4 0,3-2-3 16,-1-5 1-16,4-2-17 16,-1-4-48-16,-1 0-55 15</inkml:trace>
  <inkml:trace contextRef="#ctx0" brushRef="#br0" timeOffset="23669.43">21084 10997 198 0,'0'0'7'0,"0"0"22"0,0 0-14 0,0 0-10 0,0 0-6 16,0 0-30-1,0 0-24-15,0 0-16 0</inkml:trace>
  <inkml:trace contextRef="#ctx0" brushRef="#br0" timeOffset="23908.93">21202 10850 125 0,'0'0'9'16,"0"0"37"-16,0 0-4 15,0 0-24-15,0 0-15 16,0 0-3-16,0 0 1 0,2 10 2 15,-1 3-2-15,1 5 1 16,0-2-1-16,2 3 0 16,1-1-1-16,1-1 0 15,2-2 1-15,-2 0-1 16,3-5-10-16,1-3-20 0,0-3-20 16,1-4 4-16,0 0 3 15</inkml:trace>
  <inkml:trace contextRef="#ctx0" brushRef="#br0" timeOffset="24130.33">21348 10865 106 0,'0'0'29'0,"0"0"29"15,0 0-35-15,0 0-12 16,0 0-9-16,-37-8-2 16,25 23 2-16,-2 2-2 15,5 1 4-15,4-1 0 0,3 0 0 16,2-3 0-16,0-1-2 15,8 0-1-15,5-2 1 16,6-3-1-16,2-3-2 16,2 1-6-16,4-5-21 15,0-1-19-15,-3 0-1 0,-1 0-7 16</inkml:trace>
  <inkml:trace contextRef="#ctx0" brushRef="#br0" timeOffset="24357.46">21497 10980 109 0,'0'0'26'0,"0"0"22"16,0 0-13-16,0 0-10 16,0-37-19-16,12 31-6 15,3 4 3-15,5 2-1 16,-4 0-2-16,1 3-1 16,-2 10-1-16,-2 1-9 15,-5 2 5-15,-3 1 0 0,-3-3 5 16,-1-1 1-16,0-2-1 15,-1-1 1-15,4-1 1 16,-1 1 0-16,6 1-1 16,-2-1-1-16,1-3-71 0</inkml:trace>
  <inkml:trace contextRef="#ctx0" brushRef="#br0" timeOffset="24821.63">19997 12797 145 0,'0'0'16'0,"0"0"-19"0,0 0 17 0,0 0 12 16,0 0-8-16,0 0-3 15,51-18 3-15,-28 8-1 16,0 0-4-16,3 2-6 16,1-2-3-16,4 1-3 0,0-1-1 15,-1 3 0-15,1-1-1 16,-1-1-13-16,-2 1-31 15,-5-2-61-15</inkml:trace>
  <inkml:trace contextRef="#ctx0" brushRef="#br0" timeOffset="25013.04">20424 12577 241 0,'0'0'10'0,"0"0"1"15,0 0 4-15,44 0-8 16,-28 0-5-16,-2 10 0 16,-4 3-2-16,-3 6-3 15,-6 3-4-15,-1 5-27 16,-8-1-42-16,-4-6-65 0</inkml:trace>
  <inkml:trace contextRef="#ctx0" brushRef="#br0" timeOffset="25547.77">21114 12347 144 0,'0'0'4'0,"0"0"25"0,0 0-3 15,-5-40-12-15,-5 35-8 16,-3 3-4-16,-1 2 2 16,-2 0-2-16,-3 0-2 15,3 7 0-15,-4 6 1 0,5 0 2 16,0 4-3-16,4-1 1 16,2 2-1-16,1 1 1 15,6-1-1-15,2-1 0 16,0-3-3-16,0-1-9 15,6-6 1-15,7-4 10 0,2-3 1 16,4 0 2-16,3-3 0 16,-1-2 0-16,1-1-2 15,-5 3 0-15,-3 3 0 16,-7 0 0-16,-4 7-3 16,-2 10 0-16,-1-1 2 15,0 5 6-15,-2 0-1 0,-3-1-3 16,3-3 2-16,0-4-1 15,0 0 0-15,2-5 1 16,0-3 2-16,0-1 2 16,7-3 3-16,3-1 5 0,2 0-2 15,3 0-4-15,1-5-6 16,-1-2-2-16,3-2-1 16,0-2-1-16,1-3-12 15,-2-4-41-15,-2-6-78 16</inkml:trace>
  <inkml:trace contextRef="#ctx0" brushRef="#br0" timeOffset="25696.77">21367 12342 250 0,'0'0'-18'0,"0"0"31"0,0 0-5 0,0 0-8 16,0 0-22-16,0 0-36 15,0 0-48-15</inkml:trace>
  <inkml:trace contextRef="#ctx0" brushRef="#br0" timeOffset="25962.65">21486 12158 188 0,'0'0'-9'16,"0"0"9"-16,0 0 1 15,0 0-1-15,0 0 11 16,5 40 6-16,-3-23-8 0,0 2 2 16,0 0-2-16,1 1-6 15,0 0-2-15,0-1 0 16,2-2-1-16,-2-2 0 15,2-2-16-15,-2-6-36 16,3-4-22-16</inkml:trace>
  <inkml:trace contextRef="#ctx0" brushRef="#br0" timeOffset="26240.47">21665 12144 167 0,'0'0'13'0,"0"0"5"16,0 0-4-16,0 0-10 16,0 0-3-16,0 0 4 15,0 0-3-15,0 0 0 0,-43 27 3 16,31-8 3-16,1 1 2 16,-1-1-5-16,5 0-1 15,3-1-1-15,3-2 0 16,1-2-3-16,3-1 3 15,10-2-4-15,4-4 1 0,4-1-2 16,5-2-14 0,1-4-30-16,0 0-22 0,0 0-26 15</inkml:trace>
  <inkml:trace contextRef="#ctx0" brushRef="#br0" timeOffset="26572.57">21826 12305 96 0,'0'0'18'15,"0"0"42"-15,0 0-18 0,0 0-19 16,0 0-10-16,0 0-4 15,8-38-4-15,-8 33-3 16,0 2-1-16,6-1-2 16,7 0 1-16,4-1 0 15,7-2 0-15,2 3 0 0,0 1 0 16,1 3-1-16,-7 0-2 16,-2 0-8-16,-8 9 3 15,-4 4-6-15,-5 2 0 16,-1 4 13-16,0-1 7 15,-2-1-2-15,-4-1 1 0,4-3 1 16,1-1-2-16,1-2 0 16,0-1 0-16,3 1-1 15,7-2 0-15,2 2 1 16,-1 0 2-16,5 1 0 16,-5 1-3-16,-4 5-2 0,-5 1-1 15,-3 4-4-15,-23 6 3 16,-23 3-1-16,-21 2-38 15,-24 1-143-15</inkml:trace>
  <inkml:trace contextRef="#ctx0" brushRef="#br0" timeOffset="33724.15">17487 16247 100 0,'-4'0'4'0,"1"0"12"0,2-1-10 0,-1-1-4 0,1 2-2 15,0-1 0-15,-1 1 0 16,0-1 1-16,-2-1 2 16,2 2 9-16,0 0 5 15,0 0 0-15,2 0-10 0,0 0-6 16,0-2 0-16,0 2-6 15,0 0-1-15,0 0 2 16,0-1 2-16,2 1 0 16,4 0 2-16,-2-1 3 15,2 1-3-15,2 0-1 0,-3-3 1 16,5 2 0-16,-2-1 1 16,2-1 1-16,2-1-2 15,0 1 5-15,2 1 1 16,0-1-1-16,0 1-3 15,0 1-1-15,1 1 0 0,1-2 1 16,0 2-1-16,3 0 1 16,1-1-2-16,2 0 0 15,3-1 0-15,-2 1 1 16,1-2 1-16,2 1-2 16,0 1 1-16,2-3 1 15,-3 2 2-15,0 0-3 0,1 1 2 16,-1 1-2-16,2 0 0 15,1 0-1-15,1 0 1 16,1 0-1-16,2 0 0 16,0 0 0-16,4 0 1 15,-3 0-1-15,4 0 0 0,1 0 1 16,-3 0-1-16,3 0 0 16,0 0 0-16,3 0 0 15,1 1 0-15,0 1 1 16,-1 0 0-16,-1-1-1 15,0 3 0-15,-2-2 0 0,-1 1 3 16,3-3 2-16,0 1 4 16,2-1-4-16,3 3-1 15,4-3-1-15,-2 0-2 16,4 0-1-16,-3 0 1 16,3 0 0-16,0 0 0 0,0 0-1 15,1 1 1-15,-1 2-2 16,3 1 2-16,-3-1-1 15,2 0 0-15,4 0 0 16,-1 0 1-16,2 1-1 16,1-1-1-16,2 1 2 15,0-1-1-15,4-3 0 0,-1 0 0 16,0 0 0-16,2 0 1 16,-1-6-1-16,0-1 0 15,3 0 0-15,1-3 0 16,-1 2 0-16,0 1 0 15,2-1 1-15,-1 0 0 0,0 2 0 16,-4 2 3-16,1-2 0 16,-4 2-2-16,1-1-1 15,-4 0 4-15,-1 2-1 16,0-2 0-16,-8 1-1 16,0-2 1-16,-7 4-2 0,-2 0-1 15,-4 0 1-15,-6 1-2 16,-3-1 0-16,-4 2 0 15,-3 0 1-15,-2-1-1 16,-4-1-4-16,-5-2-28 0,-3-4-54 16</inkml:trace>
  <inkml:trace contextRef="#ctx0" brushRef="#br0" timeOffset="34852.9">21698 9646 124 0,'0'0'1'0,"0"0"11"0,0 0 1 16,0 0 4-16,0 0 2 0,0 0-10 15,0 0-5-15,0 0-2 16,40-17-3-16,-33 16-13 16,1-2-62-16</inkml:trace>
  <inkml:trace contextRef="#ctx0" brushRef="#br0" timeOffset="34988.73">21744 9720 229 0,'0'0'-18'0,"0"0"16"0,0 0 2 16,48-6-22-16,-23-8-86 15</inkml:trace>
  <inkml:trace contextRef="#ctx0" brushRef="#br0" timeOffset="36056.19">22326 9403 120 0,'0'0'14'0,"0"0"1"0,0 0 1 0,0 0 1 0,0 0 2 15,0 0-8-15,0 0-2 16,0 0 1-16,0 0-4 15,0 0-2-15,0 0-2 0,33-23 0 16,-24 15 2-16,-3 2-3 16,0-2 0-16,-1-1-1 15,-2 0 1-15,0 1 0 16,-1 1-1-16,-1-2 1 16,-1 4-1-16,0-1 1 0,0 2-1 15,0 0 0-15,0 1-1 16,-5 1-1-16,0 2-1 15,-3 0 2-15,0 0 2 16,0 0-2-16,-2 7 1 0,2 2 0 16,-3 4-1-16,2-1 1 15,0 4 0-15,0-2-2 16,2 1 2-16,3-3 0 16,1 1 0-16,2-3 0 15,1-3 0-15,0 1-1 16,0-3 1-16,4 0 1 0,4-3-1 15,-2 2 4-15,6-4 0 16,0 0 4-16,2 0 0 16,0 0-2-16,1-1-4 15,-1-5-1-15,1 2 0 16,-2-1 0-16,-2 1-1 0,0-1-1 16,-4 1-1-16,1-1-10 15,-4 2-12-15,-1-1-27 16,-2-2-14-16</inkml:trace>
  <inkml:trace contextRef="#ctx0" brushRef="#br0" timeOffset="36589.46">22418 8992 141 0,'0'0'3'0,"0"0"40"0,0 0-6 15,0 0-10-15,0 0-10 16,0 0-7-16,0 0-11 15,0 0-2-15,0 0 1 0,8 39-13 16,0-15-51-16</inkml:trace>
  <inkml:trace contextRef="#ctx0" brushRef="#br0" timeOffset="37094.21">22180 10554 179 0,'0'0'21'0,"0"0"-4"0,0 0-11 0,0 0-4 0,0 0-1 16,0 0-1-16,0 0 1 15,0 0 0-15,0 0-2 16,0 0-40-16,42 32-48 16</inkml:trace>
  <inkml:trace contextRef="#ctx0" brushRef="#br0" timeOffset="37222.83">22265 10617 200 0,'0'0'14'16,"0"0"-2"-16,0 0-3 15,0 0-8-15,0 0-3 0,0 0-10 16,0 0-30-16,30 5-27 16</inkml:trace>
  <inkml:trace contextRef="#ctx0" brushRef="#br0" timeOffset="37621.47">22556 10437 122 0,'0'0'7'0,"0"0"-10"16,0 0 3-16,0 0 0 16,0 0 1-16,0 0-1 15,0 0 8-15,0 0 6 16,27 3-5-16,-18-8-2 15,-3-2-4-15,2-2 1 0,2-2-2 16,-3 0 1-16,0 1 0 16,-4-1 2-16,-1 2 1 15,-2 0 1-15,0 2 1 16,0-1-3-16,-2 4-2 0,-5 1 0 16,1 2-3-16,-4 1 1 15,3 0 0-15,-3 0-1 16,0 8 2-16,3 2-2 15,-1 4 0-15,3 1 0 16,2 0 0-16,3 2 0 16,0 0 1-16,8 0-2 0,3-2-27 15,3-3-36-15</inkml:trace>
  <inkml:trace contextRef="#ctx0" brushRef="#br0" timeOffset="37912.31">22747 10490 195 0,'0'0'7'0,"0"0"14"15,0 0-4-15,29-39-2 16,-20 32-9-16,1 3-5 0,-2 1 1 16,0 3-4-16,-3 0 1 15,-2 10-6-15,-2 4-5 16,-1 3 12-16,0 1 0 15,-8 0 1-15,1-1 0 16,-1-2 2-16,0-5-3 0,3-1 3 16,3-5 4-16,2 0 1 15,0-4-3-15,7 0 1 16,16-2-1-16,12-7 5 16,9-4-7-16,12-7-5 15,0-5-88-15</inkml:trace>
  <inkml:trace contextRef="#ctx0" brushRef="#br0" timeOffset="38390.54">22576 11957 272 0,'0'0'19'0,"0"0"-15"15,0 0-15-15,0 0-4 0,0 0-5 16,0 0-49-16,0 0-58 0</inkml:trace>
  <inkml:trace contextRef="#ctx0" brushRef="#br0" timeOffset="38517.26">22633 12049 165 0,'0'0'107'0,"0"0"-96"0,0 0-46 16,0 0 21-16,0 0-68 16</inkml:trace>
  <inkml:trace contextRef="#ctx0" brushRef="#br0" timeOffset="38924.24">23040 11809 145 0,'0'0'0'0,"0"0"-4"15,0 0 7-15,0 0-2 16,0 0 1-16,0 0 0 16,46-13-1-16,-37 5 0 0,2-2-1 15,-1 0 1-15,-4-1 1 16,1 0 4-16,-3-3-1 16,-1 4 3-16,-2 0-3 15,-1 2 0-15,0 2 0 0,0 2 3 16,-7 1-2-16,-2 3 1 15,-1 0-1-15,-2 0-3 16,-1 7 2-16,-3 5 1 16,1 1 1-16,3 1-1 15,-1 1 4-15,4-1-3 0,4-1 0 16,2 2-3-16,3 0-2 16,3-2 1-16,11-2-8 15,1 0-34-15,3-5-57 16</inkml:trace>
  <inkml:trace contextRef="#ctx0" brushRef="#br0" timeOffset="39272.14">23229 11847 203 0,'0'0'46'15,"0"0"-33"-15,0 0-5 0,0 0-7 16,0 0-1-16,39-17 1 15,-27 16-1-15,-1 1 0 16,3 0-1-16,-5 0 1 16,0 3 0-16,0 5-2 15,-7 2-5-15,-2 4-3 0,0-2 3 16,-2 5 9-16,-7-3-1 16,2-4 2-16,0 1 0 15,3-4 7-15,4-1-4 16,0-3 0-16,0 0-2 15,3 1-1-15,5-1 4 0,2 2 4 16,1 0-5-16,-1 0-2 16,-3 5-4-16,-4 1 0 15,-3 4 0-15,-5 8-2 16,-15 2 1-16,-17 5-21 16,-13-1-75-16</inkml:trace>
  <inkml:trace contextRef="#ctx0" brushRef="#br0" timeOffset="42798.06">11094 15031 44 0,'-4'-5'14'0,"0"-1"-10"0,-2 2 1 0,3-2 0 0,1 1-5 15,0-2 1-15,0 0-1 16,-2-1 1-16,3 0-1 15,-1-1 2-15,1 2 3 0,-3 0-2 16,2 3-2-16,-3 0-1 16,1 1 0-16,0 3-2 15,-4 0 2-15,2 0-1 16,-3 0 1-16,1 0 2 16,-2 0 0-16,1 2 0 15,-1 0 0-15,0-1-1 0,1 1 0 16,-2 2 1-16,-1 0-2 15,1 1 1-15,1 0-1 16,-4 0 0-16,1 0 0 16,1 2 0-16,-1-1 1 15,0 2 0-15,-1-1-1 16,2-1 0-16,-2 3 2 0,3-1-2 16,-1 1 0-16,1-1 0 15,2 2 0-15,0-3 0 16,0 0 0-16,2 2 0 15,1-3 0-15,1 1 0 0,1 0-11 16,2 0 15-16,2 0-1 16,0 0 1-16,0 2-4 15,0 0 0-15,0-1 1 16,0 0-1-16,0 2 1 16,2 0-1-16,1 0 0 0,3 2 1 15,-2-1-1-15,0 0 0 16,3 2 1-16,-2-1-1 15,-2 1 0-15,3-1 1 16,-4 2-1-16,1 0 0 16,0 2 0-16,0 1 2 15,-1 0 0-15,0 0 0 0,1 0-1 16,1-3-1-16,3 1 0 16,-3-4 1-16,3 0 0 15,-1-4 0-15,4 1 0 16,1-2 3-16,-2 2-1 0,3-3-1 15,0 2-2-15,2-1 1 16,-1 1-1-16,0-2 0 16,1 2 0-16,-1-2 0 15,1 0 1-15,1 0-1 16,1 1 0-16,0-2 0 0,2-1 0 16,1 1 0-16,2-1 0 15,-1-1 1-15,3-1-1 16,-3 2 0-16,6-2 1 15,-3 1-1-15,-3 2 1 16,2 0-1-16,3 0-1 0,-5 2 1 16,2 0 1-16,-1 0-1 15,3 0 0-15,-1 0 0 16,-2 0 0-16,2-2 0 16,0 3 0-16,-1-1 0 15,2-2 0-15,-3 3 0 16,3 0 0-16,-2 0 1 0,-2-2-2 15,3 2 2-15,-5 0-1 16,4-3 0-16,-3-1 0 16,2 0 0-16,-1 0 2 15,3-2-2-15,-3 3 1 0,4-1-1 16,1 0 1-16,2 0-1 16,2 0 0-16,2-2 0 15,-1 2 0-15,5-1 0 16,-4 0 1-16,1 0-1 15,3-1 1-15,-1-1 0 0,3 0 0 16,2 0 3-16,1 0 2 16,0 0-3-16,5-6 3 15,-5 1-3-15,2-1 2 16,1-1 0-16,0 0-3 16,0 1-1-16,1 3-1 15,0-2 1-15,1 3-1 0,-3 0 1 16,0 0-1-16,-1 2 1 15,-1 0-1-15,-1 0 2 16,1 0 2-16,2 0 0 16,1 0 1-16,-1 0 0 15,1 3-3-15,0 1 0 0,0 2-2 16,-1 0 1-16,0 1-1 16,-1 1 0-16,3-3 1 15,-2 1-1-15,0-3 1 16,1 0 1-16,-3 1 2 15,-2-3 0-15,1 0-1 0,-1-1 0 16,1 0 0-16,3 0-1 16,-1 0-2-16,1 0 1 15,-2 1-1-15,1-1 0 16,-3 3 1-16,-1-2-1 16,0 1 0-16,3-2 0 0,-2 0 1 15,2 0 0-15,1 0 2 16,-2 0 2-16,0-6-2 15,-1-1-1-15,0 1-1 16,-3 1 0-16,1-1 0 16,-3 0-1-16,3 1 1 0,0-2 2 15,-1 1 2-15,4-2 0 16,-3 0 1-16,3 3-4 16,-2-2-1-16,3-1 0 15,-4 3-1-15,-3-2 0 16,1 0 0-16,-3-2 0 15,0 1 1-15,-2-2-1 0,-2 1 0 16,0-2 0-16,-5-1 2 16,-1 1 3-16,-1-2-1 15,-5 0-1-15,-1-1 0 16,-7-1 0-16,1-2 1 16,-3-1 0-16,-2-3-3 0,3-4 0 15,-4-4-1-15,-1-2 0 16,1-2 0-16,0-3 0 15,0 3-2-15,-2 0 0 16,0 3 2-16,0 5 2 0,0 1-2 16,0 4 1-16,-2 0-1 15,-2 1 3-15,-1-1-2 16,-3-1-1-16,2 1 1 16,-3-2-1-16,-3-1 0 15,-2 1 0-15,-1-2 0 0,-2-1 0 16,-3 2 0-16,-2-4 0 15,-3 4-1-15,-1-2 1 16,1 2 0-16,-3 0-1 16,2 3 1-16,-1 0-2 15,0 2 1-15,-1 0-4 16,-1 2 1-16,-3 2-1 0,-3 2 1 16,-4 1 10-16,-1 3-4 15,-6 2-4-15,3 0 4 16,0 3-2-16,-2-1-2 15,3 4 4-15,-3-1-8 16,0 1 10-16,0-2-2 0,-3 1-5 16,0-2 4-16,-2 1 1 15,2-2-2-15,0 1 0 16,0-1 0-16,-3 2 0 16,0 2 0-16,3 0 0 15,-2 0-2-15,2 2 2 0,-1 5 0 16,0-1-1-16,-1 0-1 15,-2-1 2-15,-3 1-1 16,-2-2 1-16,0 2 1 16,-1-2-1-16,-4 3 0 15,3 0 0-15,-3-1 0 0,1 5 0 16,1 2 0-16,-2 3 1 16,1 4-2-16,-3 3-4 15,-1 2-42-15,-2 3-46 16</inkml:trace>
  <inkml:trace contextRef="#ctx0" brushRef="#br0" timeOffset="43822.08">10248 15739 107 0,'-9'3'-29'0,"-4"-2"35"0,6-1 0 0,-1 0 4 0,0 0 3 15,-1 0 4-15,2 0 3 16,1-5 0-16,-2 1-6 16,2 2-8-16,2 1-3 15,-3 1-1-15,1 0-4 16,-2 2 0-16,-2 8-4 0,-1 1-5 16,-3 1 4-16,1 5 5 15,-3 2 2-15,0 2-2 16,0 0 1-16,-3 0 0 15,1 4 1-15,1 0-1 16,0-1 1-16,2 3-1 16,-3 1 1-16,5 1 1 0,-3 2-2 15,2 5 1-15,3 2 1 16,0 2-1-16,-1 1 1 16,5 0-1-16,2 3 1 15,4 0-1-15,1 0 1 0,0 0-1 16,0-1 0-16,0-1 2 15,3-2-2-15,3-3 0 16,1 0 0-16,-3-1 2 16,3 0-1-16,2 1 3 15,-2 2-2-15,6-1 0 16,0 3 0-16,2 2-1 0,6 0 0 16,3-1-1-16,3-2 2 15,5 2-1-15,1 1-1 16,1-2 1-16,2 3 0 15,2 0 0-15,-2-1-1 16,2 0 1-16,4-1-1 0,5-2 1 16,2 0 0-16,6-2 2 15,11-1 0-15,4-1 0 16,5-4 0-16,6-6 1 16,4-4 8-16,3-6-5 15,4-3-5-15,5-3 1 0,6-3-3 16,4 0-7-16,-2-6-25 15,-9-1-37-15</inkml:trace>
  <inkml:trace contextRef="#ctx0" brushRef="#br0" timeOffset="44784">8569 16318 100 0,'6'2'0'0,"2"-2"1"0,-1 0-1 16,5 0 1-16,2 0 1 16,-1-2 4-16,1-3 5 15,0-4 7-15,3 2 5 16,1 0 0-16,-2-2-9 0,1 1-8 15,0 2-3-15,-2-1-3 16,1 1 1-16,-3 2-1 16,1 0 0-16,-5 1 1 15,2 0-1-15,-2 3 0 0,-2-3 0 16,1 3-4-16,0 0-16 16,0 0-20-16,-6 0-11 15</inkml:trace>
  <inkml:trace contextRef="#ctx0" brushRef="#br0" timeOffset="45103.96">8639 16452 78 0,'0'0'5'15,"0"0"-2"-15,0 0 6 16,0 0 6-16,0 0 1 16,38-9 4-16,-21-3 1 15,2-1 3-15,1-3-3 0,0 2-6 16,0 1-6-16,0 0-4 16,-4 2-3-16,1 3-1 15,-1 2-1-15,-2 3 1 16,-5 0-1-16,1 3 0 0,0 0-1 15,-4 0 0-15,1 10 0 16,-1 4-17-16,-5 3-35 16,-1-3-24-16</inkml:trace>
  <inkml:trace contextRef="#ctx0" brushRef="#br0" timeOffset="53834.92">4296 15066 113 0,'0'0'4'0,"0"0"0"0,0 0 5 0,0 0 2 0,-36-43-5 16,25 36-1-16,2 0 0 16,-2 2-3-16,2-2-2 15,-2 2 0-15,-3 1-2 16,-1 2-6-16,-3 2-4 0,0-3 7 16,-7 3 3-16,-1 0 2 15,-1 0 2-15,-3 0-1 16,-1 0 0-16,2 0 1 15,-2 0 2-15,-2 0 1 16,4 5-3-16,1 3 0 0,-3 3-2 16,2 5-1-16,-2 0 1 15,-1 3-1-15,-3 2 0 16,-1 0 0-16,3-1 0 16,-3 0 2-16,3-1 1 15,0 1 3-15,3-1 4 0,3 1 0 16,1 1-5-16,3 3-1 15,-2 3-1-15,3 3-2 16,-3 4 0-16,1 0 0 16,1 2 0-16,4-1 1 15,0-2-1-15,2-2 0 0,1 0 0 16,5-4 0-16,-1 3 0 16,6-3 0-16,1 1 0 15,1 2 0-15,2 0 0 16,2 0 2-16,0 1-4 15,0-2 4-15,4 0-2 0,5-2 1 16,3 0-1-16,1-3 1 16,2 2-1-16,5-3 1 15,3 2-1-15,2-2 1 16,1 1-1-16,3 0 1 16,2 2-1-16,1-1 1 0,4 0-1 15,-2 0 0-15,5-1 0 16,1-4 0-16,3 3 1 15,-1-4-2-15,4-1 2 16,-2-1-1-16,4-1 1 16,0 0-1-16,2 0 0 15,3 1 1-15,3 0 0 0,4-2-1 16,2-1-1-16,3 0 1 16,0-3-1-16,5-1 2 15,-3-1-1-15,2-2 0 16,0 3 1-16,1-2-1 15,-3-1 0-15,-1 2 0 0,1-2 1 16,0 0-2-16,-2 0 1 16,1 0-1-16,-2-1 0 15,1-1 1-15,0 0 2 16,2 1-2-16,0-2 1 16,1 0 1-16,3-1 2 0,-2 0-1 15,0-2 3-15,3-1-1 16,-1 0-2-16,0 0-1 15,-1 0 2-15,2 0-2 16,3 0 0-16,-2 1-1 16,2 1 0-16,0-1 0 0,2 0 1 15,-2 0-2-15,4 2 0 16,-5-2 0-16,2 1 0 16,-2-2 1-16,4 0-1 15,-5 0 0-15,4 0 3 16,-4 0-2-16,3 0 3 0,0 0-1 15,-3 5-1-15,0 3 2 16,-2 0-1-16,0 6-2 16,0-1 1-16,0 1-2 15,-1 1 1-15,0-3 0 16,2 2 0-16,-1-2-1 16,0-2 0-16,-1-1 1 0,-1-1 1 15,-4-3 1-15,0 0-3 16,-3-3 0-16,-5 0 0 15,1-1 0-15,0-1 1 16,-2 0 0-16,-3-1 0 0,3-6 0 16,-2-3 0-16,0-2 0 15,-3-2 0-15,2-3 0 16,-5-2 1-16,-4-2-1 16,-2-3 1-16,-3-1 0 15,-3-5 3-15,-1 1 0 0,-1-2-3 16,-1 0 0-16,-2 0-2 15,-2 1 0-15,-2 0 0 16,-4 3 1-16,-4-3-1 16,-2 2 1-16,-4-3-1 15,-1-3 2-15,-2-1-1 0,-6-4 0 16,-1-1 2-16,1 0-2 16,-4-1 0-16,0 1-1 15,-3 1 1-15,-3 0 0 16,-6 0 0-16,-1-1 1 15,-1 0 0-15,-1 0 0 16,0 0 0-16,-3 1-2 0,-1 2 5 16,-2 1-5-16,-4 4 0 15,0-1 1-15,-4 0-1 16,-2 1 9-16,2 0-3 16,-4-3-4-16,3 2 0 0,-3 0 2 15,0 2-3-15,-1 0 0 16,-2 1-2-16,1 0 1 15,-3 0 0-15,-3-2 0 16,3 0 0-16,-4 1-1 16,-1-1-1-16,1 0 0 0,-3 4 0 15,0 0 0-15,1 2 2 16,-1 3-2-16,1 1 1 16,-3 0-1-16,2 5 1 15,-6-1-2-15,1 1 3 16,-1 2-1-16,-5 0 1 15,2 2 4-15,-2-1-3 0,1 1 0 16,-1 0-1-16,0 0 0 16,0-2 1-16,0 3-1 15,-3 1 0-15,1 1-1 16,-1 3 1-16,-3 1-2 16,-2 4-2-16,1 0 3 15,-2 2 0-15,1 0 1 0,-1 0 1 16,3 0 0-16,1 0-2 15,-1 0 2-15,1 0 0 16,1 3-1-16,-1-2 0 16,-1 2 0-16,0-1 3 0,-1-1-3 15,1 2 0-15,1 0 0 16,-3-2 0-16,3 3 0 16,-1 1 0-16,1 0 0 15,1 0 0-15,1 0 0 16,1 0 0-16,0-1 0 0,3 0 0 15,-1 2-3-15,2-1 2 16,0-2 0-16,3 2 2 16,-2 0-2-16,1 1 2 15,1 0-1-15,-1 1 0 16,0 0 0-16,2 1 0 0,0 1 0 16,-1-1 1-16,2 2 2 15,-3 3-3-15,0 1 0 16,0 3 0-16,0 3 0 15,0 4-5-15,-3 3-44 16,-9-2-91-16</inkml:trace>
  <inkml:trace contextRef="#ctx0" brushRef="#br0" timeOffset="54974.18">2461 16129 6 0,'0'-4'2'0,"0"-2"4"0,0 2 3 0,0 2 4 0,0 0 4 15,0-1-3-15,0 0 2 16,0 2-9-16,0-1 7 16,0 0-4-16,0 1-1 0,0-1-6 15,0 0-1-15,0 2 0 16,0-1 1-16,0 1-2 16,0 0 1-16,-2 0 2 15,2-1 4-15,0 1-2 16,0 0-3-16,0 0-3 0,0 0 0 15,0 0-3-15,0 0 3 16,0 4-1-16,0 3 1 16,0 3 0-16,4 1 1 15,0 2 0-15,3 0 1 16,0-3-1-16,0 1 0 16,0-7 0-16,3-4 4 0,4 0-3 15,5-15 6-15,5-15 12 16,14-17-1-16,6-13-9 15,15-15-6-15,14-17-3 16,8-6-1-16,4-10-16 0,5-7-115 16</inkml:trace>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41:56.587"/>
    </inkml:context>
    <inkml:brush xml:id="br0">
      <inkml:brushProperty name="width" value="0.05292" units="cm"/>
      <inkml:brushProperty name="height" value="0.05292" units="cm"/>
      <inkml:brushProperty name="color" value="#FF0000"/>
    </inkml:brush>
  </inkml:definitions>
  <inkml:trace contextRef="#ctx0" brushRef="#br0">12830 4481 3 0</inkml:trace>
  <inkml:trace contextRef="#ctx0" brushRef="#br0" timeOffset="1426.4">12785 4407 6 0,'0'0'2'0,"0"0"23"16,0 0-1-16,0 0-7 15,0 0-2-15,0 0-1 16,0 0-5-16,-25-12-6 16,20 12-3-16,-3 0 1 15,1 0-1-15,-4 3-2 0,2 1-6 16,2 2-6-16,-2-2-1 15,2 1 7-15,1-3 6 16,2 1 2-16,1-1 2 16,-3-1-2-16,2 3 0 15,1-4 0-15,-3 2 1 0,3-1 6 16,1-1 8-16,1 0 10 16,-1 0 10-16,2 0-10 15,0 0-4-15,0 0-8 16,0 0-8-16,0 0-3 15,0 0 1-15,0 0-3 16,0 0 1-16,0 0-1 0,0 0 0 16,0 0 0-16,0 0 0 15,0 0-3-15,0 0 3 16,0 3 2-16,0-2-2 16,0 1 0-16,0-1 1 0,0 2-1 15,0-3 1-15,0 3 0 16,0-2-1-16,0 5 2 15,0-2-2-15,0 3 1 16,0 1-2-16,-2 2 3 16,-2 1-1-16,0 0 1 0,-1 2-2 15,-1-2 0-15,3 2 1 16,0 1-1-16,-1 1 0 16,-2 1 0-16,3 2 0 15,-1-1 0-15,-3 0 0 16,2 1 0-16,0-1 0 15,0-1 0-15,2 1 0 0,1-1 2 16,-2-1-2-16,1 4 1 16,0-1 0-16,1-1 1 15,0 3 0-15,-2 0-1 16,2 2 1-16,0 1 0 16,1 2 0-16,-1 0-1 0,0 5 0 15,0 0-1-15,-1-2 0 16,0 2 0-16,2 1 0 15,-1 2 0-15,-3-2 0 16,1 3 0-16,1-1 0 16,1 4 0-16,-4 0 1 0,2 1-1 15,1 0 0-15,1 3 0 16,0 1 0-16,2-1 1 16,0 4 0-16,0 2 0 15,0 2 2-15,0 4-2 16,0 0 0-16,2 2 0 0,0 2-1 15,-2 0 0-15,1 1 2 16,1-1-1-16,0 4 1 16,0 0 0-16,0 3 1 15,0 0-1-15,0 4 2 16,0 3-1-16,-1 0 0 0,1 2 1 16,2 2 2-16,-2 0-3 15,1 3 1-15,-1 2 1 16,-1 2 0-16,1 2 0 15,2 3 0-15,-2 2-1 16,0 1 0-16,0 5 2 0,1-1-2 16,1 3-1-16,0 0-1 15,1 7 1-15,0 1-2 16,-1 4 0-16,-1 3 0 16,-1 3 2-16,0 5-1 15,-1-1 0-15,-1 5 0 16,0-1-2-16,0 2 4 0,0 2-1 15,0-1 1-15,0 3 0 16,0 2 4-16,0 2-2 16,0 2-1-16,0 5-2 15,3 3-2-15,1 3 1 16,-1 5-2-16,4-1 0 0,-1 4 1 16,1 2-2-16,-1 0 1 15,-1 2 0-15,0 1 0 16,-1 4 0-16,-3-1 2 15,0 0-3-15,-1-3 1 16,0 0 2-16,0 2-3 0,0-4 2 16,0 1 0-16,0 1 0 15,0 0 6-15,0 3-2 16,0-4 11-16,-1 1-6 16,1-2-1-16,-1 0-3 15,-1 0-3-15,-2 0 2 16,-3 0-4-16,2-2 5 0,-2 1 9 15,1-2-9-15,-3-4-3 16,2-1 1-16,0-8 5 16,3-5-1-16,-3-6-4 15,2-10-2-15,-3-8-1 0,3-8 0 16,-5-9 0-16,-2-4-1 16,-3-4-1-16,-10-6-30 15,-11-16-115-15</inkml:trace>
  <inkml:trace contextRef="#ctx0" brushRef="#br0" timeOffset="2678.16">8833 15615 33 0,'0'-7'-5'0,"0"0"8"0,0-1 6 15,0-1-1-15,0 2-2 16,0-2 0-16,0 0 0 0,0 1-3 16,2 0-2-16,-2 1 4 15,1-2 8-15,-1 4 0 16,0-1 1-16,0 2-1 16,0-1-6-16,0 2-5 15,0-1-1-15,0 1-1 0,0 1 1 16,0 0 1-16,0 2 16 15,0-1 9-15,0 1-4 16,0 0-16-16,0 0-7 16,0 0-1-16,2 0-1 15,2 0 2-15,-2 5 0 0,2 2 2 16,2-1-1-16,0 4 0 16,-1 0 1-16,3 0 0 15,-2 1-1-15,4-1 0 16,-3 1-1-16,2-2 0 15,4-2 2-15,-2 0-1 0,2 2 0 16,1-5 0-16,1 2 0 16,1-2 1-16,-2-4-1 15,3 0 1-15,2 0-2 16,0 0 1-16,4-8 0 16,2-7 0-16,4-3 0 15,4-5-1-15,3-7 2 0,2-5 0 16,5-5 0-16,1-5-2 15,1-5 1-15,2-2-1 16,3-3 2-16,2 1 0 16,2-2-2-16,2-4 1 15,0 2-1-15,-1-2 0 0,2 3 1 16,1-1-1-16,2 0 1 16,-2 2-1-16,-2 5 1 15,-4 0 2-15,-5 6 5 16,-5 5 3-16,-4 5 2 15,-8 5 0-15,-7 7-2 0,-5 4 1 16,-6 7 3-16,-3 3 0 16,-5 2 7-16,-4 4 15 15,0 2-8-15,0 0-17 16,0 1-11-16,0 0-4 16,3 0-5-16,-1 9-58 0,-2-6-5 15,0-3-88-15</inkml:trace>
  <inkml:trace contextRef="#ctx0" brushRef="#br0" timeOffset="4218.64">22869 13395 83 0,'0'0'13'0,"0"0"19"0,0 0-14 0,0 0-11 15,0 0-3-15,0 0-3 16,0 0 0-16,0 0 0 0,0 0-1 15,0 0 1-15,0 0 3 16,0 0-3-16,35-11 0 16,-29 22 0-16,-1 4 1 15,1 0-2-15,1-1 2 16,1-1-2-16,-2 0 1 16,3-3-1-16,1-2 1 0,-1 0 0 15,2-3 0-15,2-3 0 16,-1 0 0-16,3-2 0 15,0 0 0-15,4-11 2 16,1-2 0-16,1-4 0 16,3-5 7-16,3-4-6 0,4-5-2 15,3 1 1-15,7-8 0 16,4-2-1-16,5-3-2 16,3-2 6-16,0-2 2 15,1 0 0-15,0 3 2 0,-1 1 0 16,-3 2-3-16,-4 7-1 15,-2 2 1-15,-4 2 0 16,-7 3 1-16,-6 0-3 16,-7 5 2-16,-2 0-2 15,-7 4 3-15,-1 0 2 16,-4 5 2-16,0 1 0 0,-4 3 0 16,-1 0-4-16,-1 4-5 15,2 3-3-15,0 0 0 16,4 2-3-16,-1 0-5 15,4 0-22-15,-4 0-32 16,-1-13-84-16</inkml:trace>
  <inkml:trace contextRef="#ctx0" brushRef="#br0" timeOffset="20780.78">5243 14921 106 0,'0'0'2'0,"41"-50"-1"0,-14 20 0 0,-1-4-7 16</inkml:trace>
  <inkml:trace contextRef="#ctx0" brushRef="#br0" timeOffset="21101.22">6439 14736 154 0,'0'0'13'15,"0"0"15"-15,0 0 3 16,0 0-17-16,0 0-11 15,0 0-3-15,0 0-5 16,0 0-43-16,14-18-40 0</inkml:trace>
  <inkml:trace contextRef="#ctx0" brushRef="#br0" timeOffset="22332.43">18647 16054 100 0,'0'0'8'0,"0"0"-6"0,0 0 11 0,0 0 3 16,0 0-5-16,0 0-2 15,0 0-3-15,0 0 2 16,0 0-1-16,41 21 8 16,-21-35 0-16,9-8-1 0,9-11-4 15,10-8-4-15,11-13 3 16,8-8-3-16,5-7-33 15,-3 2-87-15</inkml:trace>
  <inkml:trace contextRef="#ctx0" brushRef="#br0" timeOffset="22666.07">20143 15684 231 0,'0'0'0'0,"0"0"34"0,0 0-14 16,0 0-13-16,0 0-6 15,14-39-1-15,7 19 6 16,12-6-4-16,8-7 0 16,6-9-22-16,5-3-98 15</inkml:trace>
  <inkml:trace contextRef="#ctx0" brushRef="#br0" timeOffset="23050.43">21741 15888 234 0,'0'0'22'16,"0"0"-2"-16,0 0-12 15,0 0-1-15,0 0-6 0,24-48 1 16,-1 24-1-16,11-5-1 16,11-8 2-16,9-8-2 15,3-6-71-15</inkml:trace>
  <inkml:trace contextRef="#ctx0" brushRef="#br0" timeOffset="23431.51">22715 15997 204 0,'0'0'34'0,"0"0"4"15,0 0-23-15,0 0-13 16,30-38 0-16,7 8 2 16,15-15-1-16,19-15-11 0,15-15-69 15,12-22-139-15</inkml:trace>
  <inkml:trace contextRef="#ctx0" brushRef="#br0" timeOffset="25817.31">18496 15094 10 0,'-5'-3'28'0,"-4"0"-5"0,2 1-5 0,-3-1 2 0,0 1-3 15,1-2-4-15,1 2-5 16,-1 0-4-16,1 0 4 0,-2 1-3 16,1-1 3-16,1 0 5 15,-3 0-2-15,2 1-2 16,0-1-4-16,-2 2-3 16,0-1 0-16,-1 1-1 15,-1 0-1-15,-1 0 1 0,0 0-1 16,-3 1 2-16,2 2-2 15,-5 1 1-15,5 1-2 16,-3-1 1-16,2 3 1 16,0 0 0-16,-1 3-1 15,0 1 0-15,2 4 0 0,0 2-1 16,0 0 1-16,1 4-1 16,0-1-1-16,2 6 2 15,2 0-1-15,1 2 0 16,0 2 0-16,4 2 0 15,-2 3 1-15,3-2 0 0,0 4 0 16,1-3-1-16,0 2 1 16,1-1 0-16,2-1-1 15,0 2 1-15,0 1-2 16,0 1 2-16,5-3-3 16,5 1 0-16,1-4-2 15,2-3 1-15,0-3-3 0,3-2 4 16,0 0 2-16,1-3-1 15,1 2-3-15,-2-3 5 16,1-1-4-16,2-1 3 16,1-4 0-16,-4 2 0 15,2-8 0-15,-1-1-1 0,1-2 6 16,-3-4-1-16,2-1 0 16,3 0 2-16,-3-6-1 15,4-4 0-15,1-4-2 16,0-2 0-16,2-1-2 0,1-4 1 15,2 2-1-15,1-6 0 16,1-2 2-16,0 0-4 16,2-1-3-16,-7-3 3 15,-1 1 1-15,-5 0 1 16,-6 3 1-16,-3 2 1 16,-4 2 0-16,-4 1 1 0,-1 4-2 15,0 1-1-15,0 1-51 16,-8 3-79-16</inkml:trace>
  <inkml:trace contextRef="#ctx0" brushRef="#br0" timeOffset="44020.51">6647 2961 122 0,'0'0'-15'0,"0"0"21"0,-16-53 8 0,12 35-5 16,-2-1-4-16,3 2 0 0,-1 0-3 16,-2-1 0-16,-2 0-2 15,-1 0 1-15,-2 1 0 16,-5 2-2-16,-1-1 1 16,-3 4-1-16,-1 1 0 0,-3 1 0 15,-5 3 0-15,-2 0 1 16,-5 1-2-16,0 4 1 15,-6 0 1-15,-4 2-2 16,-2 0-3-16,-2 5 4 16,0 7-1-16,-2 0 2 0,0 3-2 15,-1 4-1-15,-1-1 2 16,0 1 7-16,0 3-8 16,4 0 6-16,2 0-1 15,2 1-2-15,1 3-1 16,5 0 0-16,2 3 2 15,1 1-4-15,4 5 3 0,2 2-2 16,2 3 1-16,0 0 0 16,5 1 1-16,1 0-1 15,0 2 1-15,4-2 1 16,3 1-2-16,1 1 1 16,5 0-1-16,2-1 1 0,5-2-1 15,3-3 1-15,0-2-1 16,3 0 0-16,7-3 0 15,6-2 0-15,0 1 0 16,8-1 0-16,1 1 1 16,4 1 0-16,4-1-1 0,3-1 1 15,4 0 1-15,1-2-2 16,-1 2 0-16,4-3 1 16,-1 0 0-16,2-2-1 15,4 0-1-15,5-3 2 16,1 2-1-16,5-4 3 0,1 0-2 15,2 0 0-15,6-3-1 16,0-1 1-16,1-2 0 16,4-3-1-16,1 1 0 15,4-4 1-15,-1 1 0 16,1-1 1-16,2-1-2 16,3-1 0-16,3 1 0 0,0-3 1 15,-3 1-2-15,2-1 1 16,1 3 0-16,-2-1 0 15,-3-2 0-15,-1 4 0 16,-1-2 0-16,1 1 0 0,1 0 0 16,-1-1 0-16,1 1 0 15,1 1 0-15,1-3 0 16,-3 1 0-16,3-2 0 16,5-1 1-16,0-2-2 15,3-1 3-15,2 0 1 0,2 0-2 16,0 0 1-16,-3 0 0 15,1 0-1-15,1-3 1 16,-2 2-1-16,-3-2 2 16,-1 0-2-16,-2 0 0 15,-1 0 0-15,-4 1 0 16,-3-1-1-16,1-1 0 0,-2-1 0 16,-1 1 0-16,0 1 0 15,2 0 0-15,-3-1 0 16,4 1 0-16,0-1 1 15,-3 0-1-15,0-1 1 0,2 0 0 16,-4-1-1-16,2 0 1 16,-4 1-1-16,-3 0 1 15,2-2-1-15,-2 3 0 16,-2-2 0-16,-2 2 1 16,0-3-2-16,-1 3 1 15,0-2 0-15,1 2 0 0,1 0 0 16,0 1 1-16,3-1-2 15,-3 2 2-15,2-2-1 16,-2 2 1-16,-4-2 1 16,1 3-2-16,-6-1 1 15,-2 2-1-15,-2 0 0 16,-1 0 0-16,-3 0 0 0,4 0 0 16,-3 0 0-16,1 0-1 15,1 0 1-15,-1 0 1 16,-2 0-1-16,1 2 0 15,-1-1 0-15,0 1 0 0,-1-1 0 16,-2 0 0-16,2-1 0 16,-3 0 0-16,4 0 0 15,2 0 0-15,-1 0 0 16,1 0 0-16,3 0 0 16,0-1 0-16,-3-2 0 0,2 2 0 15,0-1 0-15,-1-2 2 16,-3 3-2-16,1-1 0 15,-2 0-2-15,1 0 4 16,1 0-2-16,0 1 0 16,1-2 0-16,4 0 0 15,0 2 0-15,-2-2 0 0,1 2 0 16,-1-1 0-16,1 1 0 16,-1-1 0-16,2 1 0 15,0 0 0-15,0-1 0 16,2 2 0-16,-2-1 0 0,1 1 0 15,2 0 0-15,0 0 0 16,4 0 0-16,-2-2 0 16,1 2 0-16,-1 0 0 15,1-1 0-15,-1 0 0 16,1-1 1-16,-1 2-2 0,1-1 1 16,1-2 0-16,1 1 1 15,2 1-1-15,-3-1 0 16,1 0 0-16,-4 2 0 15,1 0 0-15,-3 0-1 16,1 0 1-16,0-2 0 0,1 2 0 16,3-1 0-1,-2-2 0-15,5 2 0 0,0-1 0 16,0 1 0-16,0 1 0 16,0 0 0-16,1 0 0 15,-4 0 0-15,1 0 0 16,1 0 0-16,-2 1 0 0,4 1 0 15,-1-1 1-15,2-1-1 16,-1 0 0-16,2 0 0 16,1 1 0-16,-1 1 1 15,-2-1-2-15,0 1 2 16,0 0-2-16,3 0 2 0,-4 1-1 16,1 0 0-16,2 0 0 15,4-1 0-15,-4 1 1 16,2 2-2-16,-1 0 1 15,1-1 0-15,0-1 0 16,3 1 1-16,0 0-1 0,0-2 0 16,3 1 0-16,0 1 0 15,2-1 0-15,-1 0 0 16,0 0 0-16,-4 1 0 16,4-1 0-16,-4 0 1 15,6-2-1-15,-4 2-1 0,3 0 1 16,4-2 1-16,1-1-2 15,3 0 1-15,-4 0 0 16,-1 0 0-16,3 0 1 16,0 0-1-16,-2 0-1 15,-1 0 2-15,3 0-1 0,1 0 0 16,-2 0-1-16,-2 0 2 16,1 0-1-16,3 0 0 15,-1 2 0-15,-2-2 0 16,2 0 1-16,0 0-2 15,-1 0 2-15,-1 0-1 16,-2 0 0-16,-2 0 0 0,2 0 0 16,0 0 0-16,-1 0 0 15,1 0 0-15,-1-2 0 16,1-1 0-16,-1 1 0 16,-2-1 0-16,-3 0 0 15,2 0 1-15,1-1 0 0,1-2 0 16,2 0 1-16,4 1-1 15,-1-1-1-15,5-2 1 16,-5-1 0-16,0 1-1 16,-1-1 0-16,2-2 0 15,-2-1 0-15,-1 2 1 0,-1-1-1 16,1-2 1-16,-1 1 4 16,-3 0-1-16,-2-2 0 15,0 0 1-15,-1-2-4 16,-1 3 2-16,-2-4 0 15,-2 0-2-15,-1 0 1 0,-4-1 1 16,0-1 1-16,-3-2-1 16,-2 0-1-16,-3-2-1 15,-2 0 0-15,-3 0 0 16,-7-1-1-16,-5 1 0 16,-5 1 1-16,-8-1-1 0,-5 2 0 15,-6 1 1-15,-5-3-1 16,-3 3 0-16,-3-1-1 15,-4 1 1-15,-1 0 1 16,0-1 0-16,-4 0 1 16,-6-1 1-16,-1 1-2 0,-2-2 3 15,-5 3-4-15,1 0 1 16,-4 2-2-16,-2 1 2 16,-4 0-2-16,-1 0 2 15,-2 3-1-15,-5-3-1 16,-1 3 1-16,0 1 0 0,-5 0 0 15,-3 0-1-15,-1 2 1 16,-4-1-1-16,-3 1-1 16,-2 1 3-16,-3 0-3 15,0 2 2-15,-4-1 0 16,1-1-5-16,1 2 8 0,-5-1-7 16,-1 2 5-16,0 0-1 15,-1 1 0-15,-3-1-1 16,-2 1 1-16,-2 1 0 15,-2-1 0-15,0 1-2 16,-2 0 3-16,0-1 0 16,-2 1 0-16,1 1-1 0,-4-1 2 15,-1-2-1-15,0 2-4 16,0-1 6-16,0-1-3 16,2 1 0-16,-2-1 0 15,1 1-1-15,-1-4 1 0,-1 4 3 16,-3-2-2-16,-4 1-1 15,-1 0 1-15,2 1 0 16,-3-1 0-16,1 0-1 16,-3 1 1-16,1 1-1 15,-3-1 0-15,-1 2 1 0,-1-1-1 16,-2 1 1-16,-1 1 0 16,0 1 1-16,2 0-1 15,-4 1 0-15,-2-2 0 16,1 0 0-16,-1-1-1 15,-1-1 1-15,0 1-1 16,0-3 0-16,0 2 0 0,-2-1 0 16,-1-1 0-16,3 0 0 15,-2-2 0-15,-1 2-1 16,0 0 1-16,-3 0 0 16,0 0 0-16,0-2 0 15,-3 1 0-15,1-1-1 0,-1-1 2 16,-1 3-1-16,-1-2 0 15,-2 0 1-15,-1 0 0 16,-1-1 0-16,0 0 2 16,-3 0 1-16,0-1 0 15,-2 1 1-15,-5 0-4 0,4 1 3 16,-5 1-1-16,5-1-2 16,-5 4 0-16,4-1 0 15,-2 0 0-15,1-1 0 16,-6 4-1-16,2-1 1 15,2 0-1-15,-7 1 1 16,0 3-1-16,-1-3 1 0,0 3 1 16,2 0-2-16,0 0 0 15,-3 0 0-15,3 0 1 16,-5 0-1-16,1 0 0 16,2 0 0-16,-5 0 1 0,2 0-1 15,2 0 2-15,-2 0-3 16,4 0 2-16,-1-1-1 15,3-1 1-15,-2 1-1 16,-1-1 1-16,-1 1-1 16,0 1 0-16,0 0 1 15,-2 0-1-15,0 0 0 0,2 0 0 16,-2 0 1-16,1 0-1 16,0 0-1-16,0 0 2 15,-4 0-2-15,5 1 2 16,-7 4-1-16,4-1 0 15,-4-1 0-15,0 3 0 0,3 1 0 16,-2 1-1-16,1 2 2 16,-1 3-1-16,-1-2 0 15,2 5 0-15,-5 0 1 16,0 1-2-16,-1 0 2 0,1 1-2 16,6-1 1-16,-3 0 0 15,4 3 0-15,1-4 0 16,2 5 1-16,0-2-1 15,-1 0 0-15,3 1 0 16,1 0 0-16,2 1 0 0,5 0 1 16,1 3-1-1,5 1 0-15,2 3-7 0,2-1-20 16,-1-4-66-16</inkml:trace>
  <inkml:trace contextRef="#ctx0" brushRef="#br0" timeOffset="45606.5">22926 3388 4 0,'0'0'4'0,"0"0"2"0,0 0 2 16,0 0-1-16,0 0 1 16,0 0 1-16,0 0 7 0,37 7-7 15,-26-14-1-15,3-3 1 16,3-4-2-16,5 0-3 16,3-6 1-16,5-1 2 15,3-6 1-15,5-4 0 16,2-4 2-16,10-10 2 0,8-9 1 15,13-6-5-15,14-9-5 16,7-16-3-16,8-11-57 16</inkml:trace>
</inkml:ink>
</file>

<file path=ppt/ink/ink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30:51.217"/>
    </inkml:context>
    <inkml:brush xml:id="br0">
      <inkml:brushProperty name="width" value="0.05292" units="cm"/>
      <inkml:brushProperty name="height" value="0.05292" units="cm"/>
      <inkml:brushProperty name="color" value="#FF0000"/>
    </inkml:brush>
  </inkml:definitions>
  <inkml:trace contextRef="#ctx0" brushRef="#br0">3169 4489 83 0,'0'0'4'0,"0"0"-2"0,0 0 3 0,0 0-5 16,0 0 2-16,0 0-3 15,0 0 3-15,0 0 0 16,0 0-2-16,38-26-2 16,-26 26 1-16,1 0 1 0,3 0 0 15,4 0 0-15,2 0 0 16,3 0 1-16,0 0-1 16,6 0 2-16,0 0-4 15,3 0 2-15,1 0-2 16,3 0 4-16,4 0 0 15,3 0-2-15,2 0 0 0,1 0 0 16,3 0 0-16,-2 0 1 16,3 0-1-16,1 0 0 15,2 0 0-15,-1 0-1 16,3 0 1-16,3 0 0 16,-4 0-2-16,2 0 2 0,2 0 0 15,-1 0 2-15,0 0-2 16,1 0 0-16,1 0 0 15,1 0 1-15,-1 0-1 16,3 0 1-16,0 0-1 16,-1 0 0-16,1 0 0 0,-1 0 0 15,-1 1 1-15,-1-1-2 16,-1 2 2-16,-1 0-2 16,0 1 2-16,1-1-1 15,2 1 0-15,4 0 0 16,-3 0 0-16,4-1 0 0,-2 0 0 15,2 1 0-15,-1 0 1 16,-1 1-1-16,-2 2 1 16,1-2-1-16,0 2 0 15,-2-1 0-15,-1 1 0 0,1 0 0 16,1-1 0-16,-1 0 0 16,1-1 2-16,-1 2-2 15,-1-1 1-15,-1 1 0 16,-2-2-1-16,2 3 1 15,-2-1-1-15,2 1 1 0,3-4 0 16,-1 1-1-16,6 2 1 16,-1-5 0-16,2-1 0 15,0 0-1-15,0 0 0 16,1 0 1-16,-2 0-1 16,3 0 1-16,1-4 0 15,1 1 1-15,0-2-1 16,2 0 0-16,0 0 0 0,2-2 0 15,-1 1 0-15,0 0-1 16,-1-1 1-16,4 0-1 16,-1 0 1-16,1 1 0 15,1-1-1-15,2 0 1 0,1 0-1 16,0 1 0-16,-1-1 1 16,-3 0-1-16,1 0 0 15,-2 2 0-15,0 0 0 16,-1-1 0-16,-1 2 0 15,2 0 0-15,-5 1 1 0,-1-3-1 16,-1 5 0-16,-1-1 0 16,-1 0 0-16,1 0 2 15,1-1-2-15,-2 3 0 16,3-2 0-16,4 1 1 16,-1 0-1-16,-1 1 1 0,0-1 0 15,0-1-1-15,0 1 1 16,-1-1-1-16,0 2 0 15,-1-1 0-15,0 0 0 16,0-1 0-16,-1 2 0 16,-2 0 0-16,-2 0 0 0,1 0 1 15,-1 0-2-15,0-1 3 16,-2 0-1-16,2 0 0 16,0 1 1-16,2 0 1 15,-4 0-2-15,-2 0 1 16,1 0 0-16,-1-1 1 0,-1-1 2 15,-3 1-1-15,3 0 0 16,-2-2 0-16,1 1-2 16,1 1 0-16,1-2 0 15,0 0-1-15,-1 2-1 16,-3-1 1-16,0 2-1 0,0 0 0 16,-4 0 0-16,1 0 1 15,2 0-1-15,-2 3 1 16,1 1-1-16,1-2 0 15,0 1 2-15,2-1-2 16,-5 0 0-16,2-1 0 0,1 1 0 16,-3-2 0-16,0 0 0 15,-2 0 1-15,1 0-1 16,-3 0 1-16,0 0 0 16,-3 0-1-16,1 0 1 15,-3 0-1-15,0 0 0 0,0 0 1 16,-1 0-1-16,-1 0 0 15,-1 1 0-15,2-1 0 16,-4 1 0-16,3-1 1 16,-4 0-1-16,0 0 0 15,-1 0 0-15,1 0 0 16,-3 0-1-16,-3 0 2 0,1 1-1 16,-2-1 0-16,1 0 1 15,-2 0 1-15,1 1 2 16,1-1-1-16,-1 0-1 15,1 0 0-15,-1 0 0 0,1 0 2 16,0 0 1-16,1 0 0 16,-1 0 2-16,3 0-3 15,-2-3-2-15,3 2 1 16,1-2-2-16,1 1 0 16,1 0 0-16,-1-1-1 15,-2 3 1-15,1-2 0 0,-1 2-1 16,1-1 0-16,2 0 0 15,1 1 0-15,-1 0 0 16,1 0 0-16,3 0 1 16,-1 0-1-16,1 0 0 15,-1 0 0-15,-2-2 0 0,2 2 1 16,0-1-1-16,3-1 1 16,-3 2-1-16,2-2 0 15,0 1 0-15,-1 0 0 16,-2 1 0-16,4 0 0 15,-1 0 2-15,0 0 2 0,2 0-1 16,-2 0 0-16,2 0 0 16,-3 0-2-16,0 0 2 15,0 0-3-15,-1 0 3 16,1 0-3-16,-3 0 0 0,0-3 1 16,-1 3 0-16,-1-2-1 15,0 0 0-15,-4-1 1 16,5 0-1-16,-1 2 0 15,0-2 0-15,3 2 0 16,1-1 2-16,1 1-1 16,-1-2 1-16,2 3 1 0,2 0-2 15,0 0 0-15,2-1 0 16,-2-1-1-16,3 2 1 16,0 0-1-16,-1-3 1 15,3 3-1-15,-1-1 2 16,2 1 1-16,3-3 1 0,-1 3-1 15,2 0-1-15,0 0-1 16,1 0 2-16,-1 0 1 16,0 0-2-16,-1 0 0 15,-2 0-1-15,-2 0 1 16,-1 0-2-16,1 0 2 0,-6 0-2 16,2 0 4-16,-4 0-2 15,-1 0 0-15,-3 0-1 16,-3 3 0-16,-2-2 0 15,-5 1 0-15,-5-1 0 16,-3 2 1-16,-7-3 2 0,-3 3-13 16,-5-3-18-16,0 0-30 15,-6-6-25-15</inkml:trace>
  <inkml:trace contextRef="#ctx0" brushRef="#br0" timeOffset="548.8">18651 3914 160 0,'0'0'-14'0,"0"0"21"0,0 0 3 16,0 0-2-16,0 0-3 16,0 0-6-16,0 0-4 15,0 0 0-15,0 3 3 0,0 2 1 16,0 1 2-16,0 0-1 16,0-1 2-16,0-2-2 15,0 1 0-15,0-1 0 16,0-3 0-16,0 0 0 15,3 0 21-15,3 0-2 0,5-5-5 16,3-4-2-16,0-5 0 16,8-2 1-16,4-5-5 15,8-6-2-15,6-1-2 16,9-5-2-16,12-1-2 16,6-3 1-16,12 0 0 0,9-3-28 15,10-9-76-15</inkml:trace>
  <inkml:trace contextRef="#ctx0" brushRef="#br0" timeOffset="2929.92">7336 5524 12 0,'-7'0'4'0,"-2"0"2"0,5 0 5 0,0 0 2 16,0 0-3-16,2-1-4 0,0 1-1 15,0-2-1-15,0 2 2 16,0 0-1-16,1 0-3 15,0 0-2-15,1 0-1 16,0 3-1-16,2 0 0 16,6 1 0-16,6-1-1 0,2-1 6 15,6-2-3-15,3 0 2 16,4 0 2-16,2 0 2 16,2-2 1-16,5-1-2 15,2-1 0-15,3 1-2 16,4-1 1-16,4 0-1 15,3 0 1-15,1-1-2 0,1 1 0 16,3 0 0-16,-7 0-1 16,2 1 0-16,-4-1-1 15,-5 0 1-15,-7 2 0 16,-2-1-1-16,-7 1 2 0,-5 2-2 16,1 0 1-16,-3 0 0 15,-1 0-7-15,4-4-56 16</inkml:trace>
  <inkml:trace contextRef="#ctx0" brushRef="#br0" timeOffset="3449.63">9535 5536 154 0,'0'0'-5'0,"0"0"8"0,0 0-1 0,0 0-6 0,0 0 6 16,0 0-2-16,0 0 1 15,0 0-1-15,44 0 0 0,-23 0 1 16,2 2-1-16,4-1 0 15,6 0-1-15,2 0 0 16,6-1-2-16,6 0 0 16,3 0 2-16,7-2 1 15,5-3-3-15,3-2 3 16,2 0-1-16,0 0 1 0,5-1 0 16,-5 0 0-16,0 3 0 15,-1-1 1-15,2 2 1 16,-5 2-2-16,-6 1-4 15,-1 0-36-15</inkml:trace>
  <inkml:trace contextRef="#ctx0" brushRef="#br0" timeOffset="3927.95">12025 5547 119 0,'0'0'-5'0,"0"0"13"0,0 0-11 0,0 0 1 16,0 0 4-16,0 0-1 16,38 9 0-16,-9-8 0 15,5 2 0-15,9-2 0 0,7-1 0 16,7 0-1-16,7 0 1 16,3 0-2-16,4 0-2 15,3-3-12-15,4-2-26 16</inkml:trace>
  <inkml:trace contextRef="#ctx0" brushRef="#br0" timeOffset="4304.8">14300 5604 145 0,'0'0'-13'0,"0"0"15"16,0 0 0-16,0 0-2 16,39 0 1-16,-13 0-1 15,2 0 1-15,9 0-1 0,3-4 0 16,4 2 1 0,8 2-1-16,4-3-9 0,0 1-8 15,6 0-7-15,3-1-31 16</inkml:trace>
  <inkml:trace contextRef="#ctx0" brushRef="#br0" timeOffset="4717.25">16658 5489 86 0,'0'0'3'0,"71"0"0"0,-28-1 6 16,3-2-3-16,5 0-3 0,4 0-1 15,0-1-1-15,2 2 0 16,3-1-1-16,2 0 1 0,1 2-1 15,4-2-1-15,2 3-10 16,3-2-23-16</inkml:trace>
  <inkml:trace contextRef="#ctx0" brushRef="#br0" timeOffset="5122.79">18794 5425 94 0,'0'0'3'15,"68"0"9"-15,-30-3-2 16,4 1 0-16,3-3-3 0,3 1-2 15,5 0-1-15,4-1-2 16,4 3-1-16,4 1 0 16,2 1-2-16,6 0-13 15,0-1-31-15</inkml:trace>
  <inkml:trace contextRef="#ctx0" brushRef="#br0" timeOffset="5578.07">21300 5446 106 0,'51'0'3'0,"3"0"13"0,-1-1 3 0,2-2 2 15,-1 0-7-15,2 2-5 16,0-1-5-16,3 2-3 16,-3-1 1-16,-1 1-2 15,0 0 1-15,-2 0-4 0,1 0-10 16,-2 0-13-16,-3 0-4 15,4 0-9-15</inkml:trace>
  <inkml:trace contextRef="#ctx0" brushRef="#br0" timeOffset="12166.83">677 9379 26 0,'0'0'10'0,"0"1"1"0,0-1 6 0,0 0-5 15,0 2-7-15,0-1-7 16,0 1 6-16,-2 0-3 16,0 3 0-16,2 0-2 15,0 1 2-15,0 1-2 16,0 0 1-16,0 0-1 0,4 1 0 16,3-2 0-16,-3 0-3 15,4 0 3-15,-4 1 1 16,2-3 0-16,-1-1 2 15,1 2-2-15,0-3 5 16,-2-1-1-16,2-1 0 0,-1 0 0 16,-1 0 5-16,3-8 7 15,4-6 3-15,0-3-7 16,5-6-3-16,6-7-4 16,9-5-4-16,8-6 3 15,3-8-14-15</inkml:trace>
  <inkml:trace contextRef="#ctx0" brushRef="#br0" timeOffset="13199.21">4997 8769 22 0,'-2'-2'23'0,"-2"-1"-2"0,2 0-5 0,-2 0 1 0,1 2-8 15,1-2 3-15,0 2-4 16,2-1 0-16,0 2 1 15,-2 0-5-15,2 0-9 16,0 3-1-16,0 3 2 16,0 1 4-16,0 0-1 15,2 0-2-15,0-3-1 0,3-1 1 16,3-3 1-16,4 0 2 16,3-4 3-16,8-12 2 15,10-9 2-15,9-11-1 16,10-8 4-16,4-7-21 15,5-9-115-15</inkml:trace>
  <inkml:trace contextRef="#ctx0" brushRef="#br0" timeOffset="13881.8">7610 8754 89 0,'0'0'-3'0,"0"0"9"0,0 0 4 0,0 0-4 16,0 0-4-16,0 0-2 15,0 0 3-15,0 0-3 16,0 0-1-16,0 0 1 15,0 0 0-15,0 0 8 16,29-1 6-16,-4-15-2 16,8-7 0-16,7-8-7 0,12-3 0 15,7-9 3-15,8-9-29 16</inkml:trace>
  <inkml:trace contextRef="#ctx0" brushRef="#br0" timeOffset="14479">9846 8848 71 0,'0'0'2'0,"0"0"7"0,0 0-2 0,0 0-1 16,0 0-2-16,0 0-1 16,0 0 1-16,0 0-3 0,0 0 1 15,0 0-2-15,46-6 1 16,-29 6 1-16,7-6 1 15,8-9 3-15,8-7-1 16,11-10 1-16,4-9-1 16,11-9-35-16</inkml:trace>
  <inkml:trace contextRef="#ctx0" brushRef="#br0" timeOffset="14999.79">12188 8804 112 0,'0'0'7'0,"0"0"15"0,0 0 4 0,0 0-7 15,0 0-3-15,0 0-7 16,0 0-15-16,0 0-4 15,0 0 13-15,0 0-1 16,35-30 0-16,-1 4 0 0,8-5 0 16,8-7 1-16,5-8-30 15,4-5-88-15</inkml:trace>
  <inkml:trace contextRef="#ctx0" brushRef="#br0" timeOffset="15577.97">14516 8738 104 0,'0'0'6'0,"0"0"18"0,0 0 1 0,0 0-10 16,0 0-3-16,0 0 3 15,0 0-7-15,0 0-1 16,0 0 2-16,0 0-6 16,21-28-3-16,-3 13 1 0,9-4-1 15,6-5-1-15,14-6 5 16,11-4 0-16,5-6-23 15,4-7-82-15</inkml:trace>
  <inkml:trace contextRef="#ctx0" brushRef="#br0" timeOffset="16223.59">16920 8638 72 0,'0'0'13'0,"0"0"2"0,0 0-2 16,0 0 3-16,0 0 0 16,0 0-1-16,0 0 7 15,0 0-2-15,37-41-4 0,-19 26-9 16,5-2-6-16,8-3 0 15,7-4 0-15,9-7 0 16,7-9-34-16,3-12-101 16</inkml:trace>
  <inkml:trace contextRef="#ctx0" brushRef="#br0" timeOffset="73432.57">4971 14868 62 0,'0'0'16'0,"0"0"2"0,0 0 1 0,0 0-9 16,0 0-5-16,0 0 0 16,0 0 4-16,0 0-4 15,0 0-5-15,0 0-2 16,-3-10-3-16,3 10 2 15,8 0 3-15,0 0 0 0,5 0 0 16,2 0-4-16,5 0 7 16,-1 0-2-16,6 0 0 15,-2 0-1-15,4-3 0 16,-3-2 0-16,2-1-1 16,1 0 2-16,1-1-1 0,0 0 1 15,-1-1-1-15,1 1 1 16,1-1-1-16,2 2 0 15,0-2 2-15,2 2-2 16,-1 0 0-16,3 0 1 16,-3 0 0-16,3-1-2 15,-2 1 2-15,1-1 0 0,-2 0-1 16,1 1 1-16,-2 1-1 16,2 1 1-16,-1 2-1 15,2 2 0-15,-3 0 0 16,3 0 0-16,-3 0-1 15,-2 4 1-15,1 2 0 0,-3-1 0 16,1 0 0-16,0 1 0 16,0-3 0-16,3 1 0 15,0-1 0-15,0 0 1 16,3-1-1-16,-1 1 0 0,0 0 0 16,4 0 0-16,-5-1 0 15,3 0 0-15,-3 1 0 16,1 0 0-16,2-1 0 15,-1-2 1-15,-1 2-1 16,3-2 1-16,-2 1 2 0,0-1 2 16,-3 2-3-16,-2-1 2 15,0 1-4-15,-1-1 1 16,-3 1 0-16,2 0 0 16,0 1 1-16,-2 4-2 15,2-2 0-15,-6-1-25 16,-2-4-120-16</inkml:trace>
  <inkml:trace contextRef="#ctx0" brushRef="#br0" timeOffset="74166.97">8871 14816 120 0,'0'0'3'0,"0"0"-2"0,47 0 0 0,-27 0-1 16,4 0 1-16,2 2-1 16,3 0 1-16,2-2-1 15,4 0 0-15,1 0 1 0,1 0-1 16,7 0 0-16,2 0 1 15,4 0-10-15,1-2 11 16,4-2 0-16,6 0-1 16,0 1 0-16,6 0 0 15,0 0 2-15,2 3 0 0,3 0-1 16,4 0-1-16,-1 0-1 16,4 6 1-16,1-2 0 15,3-1-1-15,2-3 0 16,-2 0 1-16,1 0 4 0,0-1 1 15,2-5-1-15,0-1 0 16,-2 1-3-16,-1-1 1 16,-2 1-3-16,-8 0 2 15,-3 1 4-15,-4 1 0 16,-7 1-2-16,-1 2-2 0,-2 1-2 16,-5-2-1-16,-6-1-50 15</inkml:trace>
  <inkml:trace contextRef="#ctx0" brushRef="#br0" timeOffset="75146.17">13268 14841 67 0,'0'0'21'0,"0"0"-12"0,0 0 4 0,0 0-3 16,0 0-8-16,0 0-1 15,0 0 1-15,0 0-2 0,0 0 1 16,44-10-1-16,-30 10 0 16,3 0 0-16,1 0 0 15,5 0 0-15,-1 3 0 16,6 1-2-16,4 2-2 15,5-2-1-15,4-1 3 0,6 0 1 16,3-3 2-16,5 0-1 16,4 0 1-16,1 0 7 15,3 0 7-15,4-3 13 16,4-1-2-16,1-3-5 16,2 0-5-16,7 0-6 0,1 0 0 15,1 1 0-15,1-1-3 16,4 2-2-16,-2 0-1 15,-1 1-2-15,1-1-1 16,-2 2-1-16,1 1 0 16,-5 1 0-16,-3 1-2 0,1-1-22 15,-9-3-25-15,-4-6-69 16</inkml:trace>
  <inkml:trace contextRef="#ctx0" brushRef="#br0" timeOffset="75994.92">17691 14709 160 0,'0'0'-19'0,"0"0"19"0,51 7 1 16,-20-4-1-16,5 1 3 15,7 1-1-15,5-1 3 16,4 0 8-16,8-1 0 16,7 1 1-16,8-2-4 0,8 0-3 15,10-2-2-15,8 1-1 16,4-1 1-16,7 0-2 15,8 0-1-15,3 0-1 16,6 0-1-16,4-1 0 16,2-4-3-16,-1-5-37 15,-4-7-64-15</inkml:trace>
  <inkml:trace contextRef="#ctx0" brushRef="#br0" timeOffset="79739.11">4701 15959 89 0,'-3'0'21'0,"3"0"-3"0,0 0-8 0,0 0-7 0,0 0-2 16,0 0 1-16,0 0-2 16,5 0 1-16,1 0-1 0,1 0-1 15,2 0 1-15,2 0 0 16,2 0 0-16,2 0 0 16,2 0 0-16,3 0 0 15,0 0 0-15,2 0 0 16,3-3 0-16,0 1-2 15,2-2 4-15,0 0-2 0,2 0 1 16,2-2-1-16,0 1 0 16,0-1 1-16,3 0 0 15,-1 1 0-15,1-1 1 16,-1 0-2-16,-3 3 1 16,1 1-1-16,0 0 1 0,-4 1-1 15,2 1 0-15,2-2 1 16,-2 1-1-16,5 1 1 15,0-3 2-15,3 2 0 16,-1-2 0-16,1 0 0 0,2 1 4 16,-3 1-4-16,0-2-2 15,3 3 0-15,-2 0-1 16,3 0 0-16,-3 0 1 16,3 0-1-16,0 0 0 15,-1 0 0-15,-1 0 0 16,3 0 0-16,-1 0 1 0,0 0 1 15,5 0-1-15,-1 0 0 16,4 0 0-16,-2 0 0 16,-1-3 0-16,2-1 0 15,-2 0 0-15,-1 1 0 16,-1 0-1-16,4 1 1 0,-3 1-1 16,3 0 0-16,-6 1 1 15,4 0-1-15,-1 0 1 16,1-3 2-16,0 1 0 15,4 0 0-15,-2-4 0 16,2 3 1-16,-3-1-3 16,-3 0 0-16,0 1 1 0,-4 0-2 15,0-1 1-15,-1 3 0 16,-2-2 1-16,-3 0 3 16,-2 1 0-16,-1-2-1 15,-3 3 0-15,-5-1-1 16,-2-1-2-16,2 2 0 0,-2-2 0 15,-2 2-2-15,2-1 2 16,-1 2-1-16,2 0-5 16,-4-1-35-16,-2-8-24 15</inkml:trace>
  <inkml:trace contextRef="#ctx0" brushRef="#br0" timeOffset="81474.73">8962 16037 187 0,'0'0'-41'0,"0"0"43"0,3 0-1 0,-1-3-1 16,0 0-14-16,3-1 2 0,0 3 9 15,-3-2 2-15,0 0 2 16,0 3 0-16,-2-1 12 16,2 1-2-16,-1-2-9 15,2 2-1-15,2-3-1 16,1 2-1-16,4 0 2 0,-1-1-1 16,1-1 0-16,3 2 0 15,1-1 0-15,5-2 1 16,-2 1 2-16,3-1 4 15,3 1-3-15,2 2-1 16,1-1-2-16,1 1 0 16,2 1 1-16,0 0-2 0,1 0 1 15,-1 0-1-15,4 0 1 16,-2 0-1-16,2 0 1 16,3 0-1-16,3 1 1 15,1 0-1-15,2 0 1 16,3-1 0-16,1 0 0 0,4 0 0 15,-2 0-1-15,3 1 0 16,2-1 1-16,1 0-1 16,-1 0 0-16,3 0 0 15,0 0 0-15,2 0 1 16,-1-1-1-16,0-2 0 16,1 0 2-16,-2 0-2 0,2 2 1 15,-2 1 1-15,0 0 0 16,1 0-1-16,5 0 0 15,-1 3-1-15,5 1 0 16,-1-1 1-16,2 0-1 16,1-1 0-16,-2 0 0 0,-1-1 0 15,-4 1 0-15,-4-2 0 16,-5 0 0-16,-3 0 1 16,-4 0-1-16,-4-3 2 15,0 0 15-15,-7-1-2 0,-3 1-8 16,-2 1-4-16,0 2-2 15,-6 0-2-15,-1 0-5 16,-2 0-55-16,-9 2-22 16</inkml:trace>
  <inkml:trace contextRef="#ctx0" brushRef="#br0" timeOffset="83084.71">12981 15999 157 0,'5'0'-3'0,"-1"0"14"0,3-2-4 0,0 0 0 0,4 0-1 16,-4-1-3-16,2 2 0 15,4-1 1-15,-4 2 0 16,-1 0 1-16,2 0 0 15,1 0-3-15,2 0-1 16,1 0-1-16,-1 0 0 0,3 2 0 16,2 1 0-16,2-1 0 15,0 0 1-15,-1-1-1 16,5-1 0-16,2 2 0 16,1-2 1-16,0 0-1 15,2 0 1-15,3 0-1 16,-1 0 0-16,3 0 1 0,1 1-2 15,-1-1 1-15,3 2 1 16,-2 0-1-16,5-1 0 16,-2 1 0-16,3 0 1 15,-1-1-1-15,3 1-1 16,0 0 2-16,6 0 0 0,-3-1-1 16,6 2-1-16,4 0 2 15,-5-2-2-15,3 1 1 16,2-1 0-16,-4-1 0 15,6 0 1-15,-3 0-1 16,5 0 0-16,0 0 0 0,4 0-1 16,5-1 2-16,-2-2 0 15,2-1 1-15,0 1-2 16,-2-2 0-16,1 1 0 16,-5 1 1-16,1-1 0 15,-3-1 3-15,3 3 8 0,-1-2-7 16,0 2-2-16,3 1-2 15,-4 1 0-15,1-2-1 16,0 1 0-16,-3 1 0 16,-3-1 0-16,1 0 0 15,-2 0 1-15,-3-2 0 0,2 2 0 16,-2-2 1-16,-2 2-1 16,-4-2 0-16,0 1-1 15,-3 0 0-15,-2-1 1 16,-3-1 0-16,-2 1 3 15,-1 0 0-15,-2 1-2 16,-1 1-2-16,-3-2 1 0,-1 3-1 16,0-1 0-16,-4 1 0 15,1-1 0-15,-6 0 0 16,1 1 0-16,1-1 1 16,-5 1 0-16,0-1 0 15,1 1 1-15,1-2-4 0,-3 2 4 16,-2 0-4-16,-2 0-2 15,-5 0-41-15,-6 0-42 16</inkml:trace>
  <inkml:trace contextRef="#ctx0" brushRef="#br0" timeOffset="83883.59">13227 15918 129 0,'-5'0'8'0,"5"0"10"0,0 0-5 0,-2 0-8 15,2 0-1-15,-2 0 2 16,2 0-4-16,0 0-2 15,0 0 0-15,0 0 0 16,0 0-2-16,0 1 3 0,6 3-1 16,4 4 1-16,5 0-1 15,6-1-1-15,4 1 4 16,8-3-2-16,5 1 4 16,9-2 4-16,3-3 2 15,11-1 1-15,9 0-3 16,4 0 0-16,9 0-3 0,8-3-3 15,5-2-2-15,2-1 0 16,2 0 1-16,7 1-1 16,3-1-1-16,2 1 1 15,3 2 0-15,1 1-1 16,2 0 2-16,-2 1-1 0,-1 1-1 16,-2 0 0-16,-7 0 0 15,0 0 2-15,-7 0-4 16,-2 0 2-16,-7 0 2 15,-7 0-4-15,-6 2-8 16,-6-1 6-16,-11-1-3 0,-8 0-3 16,-12 0 1-1,-9 0-12-15,-14 0-26 0,-9-1-13 16</inkml:trace>
  <inkml:trace contextRef="#ctx0" brushRef="#br0" timeOffset="86798.27">5491 16158 166 0,'0'0'9'0,"0"0"0"0,0 0 3 0,-44-44-6 0,36 32-5 16,0 1 0-16,1 0-1 16,-1-2 0-16,-1 0 1 15,-5 2 0-15,1 1 1 0,-5 0 0 16,-2 1 1-16,-2 2 1 15,-1 4 0-15,-1-1-1 16,0 1-1-16,-3 3 1 16,0 0-3-16,-3 0 0 15,0 0 2-15,0 0-2 0,-3 0 0 16,1 5 0-16,1 2 0 16,-2 1 0-16,0 2 0 15,3 0 0-15,-1 4 0 16,2 3 0-16,-2-1-2 15,2 5 4-15,0 3-2 16,2-1 0-16,4 4 0 0,0-1-2 16,4 1 2-16,0-2 2 15,4 1-4-15,3-2 2 16,-1 0 0-16,5 3 2 16,-2 2-4-16,4 2 4 15,1 0-2-15,-1 0 0 0,4 3 0 16,-2 0 0-16,3 1 0 15,1 1 3-15,0 1-3 16,1 4 1-16,7 4 0 16,5 3 0-16,3 4-1 0,7 4 1 15,0-2-1-15,9 2 1 16,4-6-1-16,5-3 0 16,3-4-1-16,3-5 1 15,0-5 0-15,6-3 2 16,-3-3 0-16,3-4 4 0,3-2-3 15,4-3 0 1,5-2-1-16,2-4 1 0,5-3 0 16,1-2 1-16,4-3-1 15,-2-2 0-15,2-2 1 16,-4 0-1-16,-2 0-1 16,2-7 2-16,-7-6 1 0,1-6 0 15,0-2 3-15,-6-6-1 16,-1-4 1-16,-4-2-5 15,-4-4 0-15,-6-1 3 16,-6-2-4-16,-3-3 1 16,-9-1-1-16,-3-4 0 0,-7 1 0 15,-5-5 2-15,-8-1-1 16,-5 1 0-16,0-1 0 16,-9 1-1-16,-8-2 5 15,-4 0-2-15,-8 0-3 16,-3 0 0-16,-5 1 2 0,-6 5-2 15,-6 1-1-15,-9 5-3 16,-5 3 21-16,-6 7-18 16,-7 6-2-16,-2 3-1 15,-5 11 2-15,0 6-3 16,-2 6-3-16,1 6 2 0,3 16-13 16,5 8-17-16,4 5-17 15,5 2-40-15</inkml:trace>
  <inkml:trace contextRef="#ctx0" brushRef="#br0" timeOffset="87404.03">6485 16887 116 0,'4'-1'4'0,"-4"-4"9"0,2 2 7 0,0 0-11 16,2 2-6-16,1-1-2 16,1 2 0-16,2 0 0 15,-2 0-1-15,3 7 0 16,-1 0 4-16,5 0-3 15,2-4 0-15,5-3 0 0,7-4-2 16,13-19 3-16,12-16 8 16,25-18 0-16,25-18-2 15,31-18-3-15,26-22-1 16,22-23-3-16,13-21-116 16</inkml:trace>
</inkml:ink>
</file>

<file path=ppt/ink/ink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42:56.502"/>
    </inkml:context>
    <inkml:brush xml:id="br0">
      <inkml:brushProperty name="width" value="0.05292" units="cm"/>
      <inkml:brushProperty name="height" value="0.05292" units="cm"/>
      <inkml:brushProperty name="color" value="#FF0000"/>
    </inkml:brush>
  </inkml:definitions>
  <inkml:trace contextRef="#ctx0" brushRef="#br0">3457 10451 110 0,'0'0'-11'0,"0"0"16"0,0 0 6 0,0 0 4 0,0 0-6 16,0 0-2-16,-37-28-1 15,32 28 1-15,1 0-4 16,2 0-3-16,0 5 0 15,2 4 0-15,0 5-1 0,0 2 0 16,4-2-2-16,7 1-1 16,5-6-5-16,6-9-1 15,9-1 2-15,14-22 4 16,9-11 1-16,11-10 10 16,10-16-1-16,10-5-35 15</inkml:trace>
  <inkml:trace contextRef="#ctx0" brushRef="#br0" timeOffset="512.45">6381 10010 2 0,'0'0'0'0,"0"0"18"0,0 0-1 0,0 0 4 15,0 0-9-15,0 0-3 16,0 0 0-16,0 0-1 16,0 0 0-16,0 0-8 15,2 34-1-15,14-39 4 16,13-13 11-16,11-10-6 0,17-10-1 16,13-14-4-16,12-9 0 15,7-6-71-15</inkml:trace>
  <inkml:trace contextRef="#ctx0" brushRef="#br0" timeOffset="888.78">8302 9733 145 0,'0'0'2'0,"0"0"1"0,37-46 21 0,-10 22-10 16,9-6-12-16,13-4-2 16,5-5 3-16,15-6 2 15,5-2-8-15,4-5-68 0</inkml:trace>
  <inkml:trace contextRef="#ctx0" brushRef="#br0" timeOffset="1296.04">11021 9518 236 0,'0'0'-18'16,"0"0"32"-16,31-55-7 15,3 21-4-15,11-6-4 16,10-6 7-16,15-2-3 15,6-3-6-15,1-6-71 0</inkml:trace>
  <inkml:trace contextRef="#ctx0" brushRef="#br0" timeOffset="1757.49">13622 9547 99 0,'0'0'4'0,"0"0"12"0,37-29 0 0,-4 1 3 15,10-6-8-15,14-9 2 16,10-1-3-16,12-3-6 16,3 0 2-16,2-1-2 15,1-2-69-15</inkml:trace>
  <inkml:trace contextRef="#ctx0" brushRef="#br0" timeOffset="2127.69">15485 9582 195 0,'0'0'-2'0,"33"-40"4"16,3 12-1-16,14-6-2 16,8-6 4-16,6-7-57 15</inkml:trace>
  <inkml:trace contextRef="#ctx0" brushRef="#br0" timeOffset="2517.69">17550 9383 116 0,'0'0'-4'16,"0"0"18"-16,0 0 10 15,42-23-1-15,-24 6-10 16,5-1-3-16,8-6-5 0,6-2 0 16,11-3-2-16,5-3-3 15,6-5-3-15,2-7-77 16</inkml:trace>
  <inkml:trace contextRef="#ctx0" brushRef="#br0" timeOffset="2859.26">19270 9251 58 0,'0'0'4'15,"39"-3"3"-15,-13-8 19 0,4-8-4 16,6-6 1-16,10-8 2 16,10-5-5-16,16-10-5 15,15-6-5-15,14-5-7 16,15-9 0-16,5-10-98 16</inkml:trace>
  <inkml:trace contextRef="#ctx0" brushRef="#br0" timeOffset="7332.13">9470 15297 9 0,'0'0'68'0,"0"0"-66"0,0 0 8 0,0 0-2 16,0 0-5-16,0 0 0 15,0 0 3-15,0 0-1 16,-1 0 3-16,1 0 0 16,-1 0 0-16,1 0-5 15,0 0-3-15,0 0-2 0,0 0 2 16,0 3 0-16,0 1 0 16,3-1-1-16,5 2 0 15,3-1-1-15,3 0 0 16,3-1-2-16,6 0 2 15,4-2 0-15,2 3 1 16,2-4 2-16,0 0-3 0,3 0 3 16,0 0 2-16,1 0-2 15,1 0-1-15,3 0 2 16,3-1 1-16,5-3-2 16,-1 1 0-16,4 0-1 0,-1-1 1 15,4 2-1-15,3-1 1 16,0 1 1-16,-1 1-1 15,2 0 1-15,-1 1 0 16,2 0-1-16,-2 0 0 16,0 0-1-16,-3 0 0 0,1 0 1 15,0 0 0-15,-3 0 0 16,2-3-1-16,-1-1 1 16,-5-3-1-16,4 1 1 15,-3-1-1-15,2 0 3 16,-4 0 3-16,2 3-1 0,-2 0-4 15,-1 0 1-15,3 2 0 16,-4-1-1-16,6 1 0 16,-6 0 0-16,2 0-1 15,0 2 1-15,-1 0-1 16,-3 0 1-16,0 0-1 16,1 0 1-16,0 0 0 0,2 0 0 15,-1 3 0-15,-1 0 0 16,1-2 1-16,-1 3-1 15,1-2-1-15,1 1 0 16,3 0 0-16,2 0 0 0,-1-2 2 16,3 2 0-16,1-2 0 15,-1-1 1-15,2 2 0 16,-1-2 0-16,0 0-2 16,1 0 0-16,-2 1 0 15,-1 2-1-15,-2 1 0 16,-1 0 2-16,0 2 3 0,4 0 2 15,-1-1 0-15,3 1-3 16,0-3-1-16,4 1 0 16,0-2 2-16,-1 1-3 15,5-1 0-15,-1 2-1 16,1 1-1-16,-1-1 1 0,1 3 0 16,0 2 0-16,-1 2 1 15,1 0-1-15,1 1 0 16,-1 5-1-16,3-2 1 15,-2 0-1-15,2-3 0 16,-1-3 0-16,-1-2 0 0,1-3 1 16,-3-4 0-16,-1 0-1 15,-1 0 0-15,1 0 1 16,0-2-1-16,-4-3 0 16,-1 1 0-16,-1 0 1 15,-4 0-1-15,-4-1 0 0,-2 2 0 16,-5-1 0-16,-6-2 1 15,-3-1-2-15,-1 0 2 16,-4-3 2-16,-2-1 6 16,0-1-1-16,-2-2-3 15,1-4-3-15,-6-2 1 0,0-1 2 16,-1-4 2-16,0-6 1 16,3-1-2-16,0-4-1 15,3-5-3-15,1-2-1 16,2-1 0-16,-4 0 0 15,-2 3-1-15,-5 4 1 16,-4 0-1-16,-2 3 0 0,-5 0 0 16,-2-3 0-16,0 1 0 15,0-5 1-15,0-1 0 16,0-2 0-16,-7 1-1 16,1 1 11-16,-4 1-12 0,-3 2 2 15,1 1-2-15,-4 0 0 16,0 0 0-16,-4 3 1 15,-3-1 0-15,2 4-2 16,-4 0 1-16,0 5 1 16,-4 1 1-16,-2 3 0 15,0 1-1-15,-3 2 1 0,-2 2 0 16,-3 0-1-16,-4 1 0 16,0 1 0-16,-8-1-1 15,-2 4 1-15,-2 0 0 16,-3 1-2-16,-4 3 1 0,-6 2 2 15,-1 3-1-15,0 1 0 16,-4 3 0-16,-4 0-1 16,0 0-3-16,0 0 3 15,-4-1 2-15,-3-1-1 16,1-2 0-16,2-1 1 0,1 1-2 16,-1-1 1-16,-4 1 1 15,3 2 2-15,-7-1-6 16,1 0 6-16,-8 2-3 15,0-2-3-15,0 0 6 16,-3 2-3-16,1-1 0 16,0-1 0-16,2 1 0 0,-4-3 0 15,1 1 0-15,0-1 0 16,-1-1 0-16,0 0 0 16,-1 2 0-16,-2-1 0 15,-2 3 0-15,-2 0 0 16,4 0 0-16,-1 1-3 0,2 1 0 15,-1 0 1-15,5 0 2 16,1 1-1-16,-3 4 1 16,2 2 0-16,2 2-1 15,0 2 1-15,2-1 0 16,2 3-1-16,5 0 1 0,2 2 0 16,1 2 0-16,1-1 0 15,0 2-2-15,5-2-2 16,1 1 1-16,4 0-2 15,4-1 5-15,1 2-2 16,6 1 2-16,1 3 0 0,3 1-1 16,3 4-4-16,-1 0-1 15,2 4 1-15,2 0 2 16,6-1 2-16,4 1 1 16,3-3-1-16,4 0 0 15,8 0 0-15,5 2 0 16,-1 4-3-16,3 2 4 0,1 2-3 15,3 3 2-15,5-1-1 16,1 0 1-16,3-3-2 16,3 1-5-16,2-1 6 15,2 3-1-15,0 1-1 0,0 0-1 16,6 5 2-16,5-1-1 16,5 0 0-16,5-2-1 15,3-2 1-15,7-4 3 16,8-1-1-16,7-1 4 15,8-2-1-15,6-2 3 0,5-2 2 16,6-6 4-16,10-5-2 16,2-11-19-16,-1-7-61 15</inkml:trace>
  <inkml:trace contextRef="#ctx0" brushRef="#br0" timeOffset="7908.88">12047 13853 73 0,'-2'0'3'0,"1"0"8"0,1 0-6 0,0 0-1 16,0 0-3-16,0 0-4 15,0 1 1-15,0 2 5 16,0 1 1-16,0-1-1 0,0 1-1 15,2-1 0-15,3 1-1 16,-1-2 0-16,4-2 0 16,0 0 1-16,4-1 7 15,4-11 7-15,9-8-1 16,10-9 0-16,7-10-2 16,12-7-2-16,11-10-2 0,14-11-6 15,14-8 1-15,5-9-2 16,11-7-31-16,6-10-73 15</inkml:trace>
</inkml:ink>
</file>

<file path=ppt/ink/ink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43:16.073"/>
    </inkml:context>
    <inkml:brush xml:id="br0">
      <inkml:brushProperty name="width" value="0.05292" units="cm"/>
      <inkml:brushProperty name="height" value="0.05292" units="cm"/>
      <inkml:brushProperty name="color" value="#FF0000"/>
    </inkml:brush>
  </inkml:definitions>
  <inkml:trace contextRef="#ctx0" brushRef="#br0">22245 7215 52 0,'0'0'42'0,"0"0"-29"0,0 0 3 15,50-49 0-15,-23 24 0 0,4-5-3 16,6-3-2-16,8-1 0 15,7-3-2-15,10 0-5 16,8 0 2-16,1-7-9 16,5-4-91-16</inkml:trace>
  <inkml:trace contextRef="#ctx0" brushRef="#br0" timeOffset="1731.16">15247 10316 100 0,'0'0'4'0,"0"0"1"0,0 0-3 0,0 0-5 16,0 0-3-16,0 0 4 16,0 0 8-16,0 0-4 15,0 0-2-15,0 0 2 0,0 0 1 16,0 0 21-16,15 9-4 16,8-28-10-16,14-9-5 15,16-15-2-15,21-9 0 16,14-9-1-16,21-10 0 0,16-6-4 15,14-4-41-15,7-5-91 16</inkml:trace>
  <inkml:trace contextRef="#ctx0" brushRef="#br0" timeOffset="4159.03">9394 14465 17 0,'-5'0'50'0,"2"0"-46"0,0 0 2 0,1 0 2 16,0 0-5-16,0 0-1 16,0 0 0-16,0 0 1 15,2 0 1-15,0 0-3 16,0 0 0-16,0 0-1 0,0 0-2 16,0 0 3-16,0 1-1 15,0 1 0-15,0-1 0 16,0-1 0-16,0 2-1 15,0-1 1-15,2 0-2 16,2-1 2-16,-2 0 4 0,3 0-6 16,1 0 7-16,0 0-1 15,2 0 0-15,-2-2 0 16,3 0-1-16,-2-1-2 16,2 1 0-16,2-1-1 0,-3 1 1 15,4-1-1-15,-3 2 1 16,4-2-1-16,1 2 1 15,-1-2 0-15,5 2-1 16,-1-1 1-16,6 1 0 16,-2 0 0-16,4 0-1 15,0 0 1-15,0-1 0 0,0 1-1 16,-2-1 0-16,2 0 0 16,0-1 0-16,4-1 0 15,-1 2 0-15,4-2 0 16,5 2 0-16,3-2 2 15,3 3-1-15,1-1-1 0,3 0 1 16,-1 0 0-16,2-1 0 16,2 1-1-16,0 1 0 15,4-1 1-15,-2 0-1 16,4 1 0-16,1 1 0 16,2 0 0-16,0 0 0 0,4 0 1 15,2 0-1-15,5 0 0 16,-1 0 0-16,2 0 0 15,4 0 1-15,0 1-1 16,6 2 0-16,4 0 0 16,0 0 1-16,8-2-1 15,1 2 0-15,7-2 1 0,-1 1-1 16,3-2 4-16,1 0-2 16,2 0-1-16,4 0 0 15,1-9 3-15,2 1 2 16,7-2 0-16,1-2-1 0,4 1-2 15,0-3-1-15,2 1-1 16,3 0 1-16,-3-1 0 16,0 0 3-16,0 0 0 15,-2-2-2-15,-2 2 2 16,-1 1-2-16,-1-3 2 16,-6 2 2-16,0 0-2 0,-3-2 4 15,-5 1 1-15,-7-2-2 16,0 0 3-16,-7 0-3 15,-11-1-2-15,-3 0 1 16,-10 0-3-16,-6 2-1 16,-11 2-1-16,-8 1 1 0,-9 6-9 15,-13 1-34-15,-13 1-38 16,-9-4-26-16</inkml:trace>
  <inkml:trace contextRef="#ctx0" brushRef="#br0" timeOffset="4807.66">12644 13053 120 0,'2'-6'2'0,"-2"0"-1"0,0 1 5 0,0 2 1 15,0 2-3-15,1-1-3 16,-1 1 0-16,1 1-1 16,0 0 2-16,-1-1 2 15,0 1 3-15,4-1 1 0,-2-1-6 16,8-4-1-16,7-1 0 15,4-4 2-15,14-8 0 16,9-5 3-16,15-9 0 16,14-6-3-16,14-8 0 0,15-4-1 15,9-5 0-15,12 2 1 16,8 0-5-16,6 0-12 16,4-1-29-16,0-1-40 15</inkml:trace>
  <inkml:trace contextRef="#ctx0" brushRef="#br0" timeOffset="6187.74">10831 15601 26 0,'3'0'35'0,"5"0"-34"0,-1-1 1 0,3-4 1 0,2 3 2 16,3-2 0-16,-2 2 2 15,3 1 0-15,-1-1 1 16,5 2-5-16,0-1-1 0,5 1 2 15,3 0-2-15,6 0-1 16,1 0 0-16,8 0-1 16,4 0 1-16,7 0-1 15,4 0 2-15,9 0 3 16,6 0-2-16,8 0 1 0,11-2 5 16,3-2-3-16,8 0 1 15,9 0-1-15,5-1 4 16,4 1-4-16,8 1-2 15,2 0-1-15,7 1 1 16,8 1-2-16,4 1 0 0,4 0 0 16,-2 0 1-16,4 0 1 15,1 1-1-15,-2 4-2 16,1 1 1-16,-6 3-3 16,0-3-20-16,0 0-33 15,-3-6-19-15</inkml:trace>
  <inkml:trace contextRef="#ctx0" brushRef="#br0" timeOffset="7091.53">11164 15607 228 0,'0'0'-5'0,"0"0"4"0,0 0-2 0,0 0 2 16,49-38 1-16,-29 32 1 16,3 3-1-16,3 0 0 0,3 0 0 15,3 3-1-15,7 0-2 16,7 0 1-16,4 0 0 15,8 0-1-15,8 3 0 16,10 1 4-16,9 1-1 16,7-1 0-16,11 0 2 0,11-2 2 15,9-1 3-15,10 0 0 16,7 2-1-16,12 2-3 16,3 0 1-16,6 5-1 15,2 4 0-15,-1 2 0 16,1 2-17-16,-6-2-41 15,1-2-52-15</inkml:trace>
  <inkml:trace contextRef="#ctx0" brushRef="#br0" timeOffset="7525.55">18093 15556 90 0,'0'0'12'0,"67"18"-11"0,-29-8 2 0,4 1-1 0,6 1-1 15,6-1 0-15,6-4 0 16,9-1 0-16,7-5 4 0,13-1 8 16,12 0 2-16,8-10 0 15,10-1-2-15,12-1-3 16,9-1-3-16,9 1 1 15,2 1-4-15,6 2 3 16,-2 2-6-16,-1 1 0 0,-8 4-1 16,-8 2-19-16,-17 0-33 15,-19 0 14-15,-20 0-31 16</inkml:trace>
  <inkml:trace contextRef="#ctx0" brushRef="#br0" timeOffset="8551.89">12901 12846 49 0,'6'0'1'0,"1"0"0"0,1 0 2 15,0 0 3-15,-4 0-2 16,2 4-2-16,2-1-1 0,-5 1-2 15,3 1 1-15,-1 0 1 16,3 1 1-16,4-3 0 16,7-3 0-16,6 0 1 15,11-12 2-15,17-10 1 16,19-13-1-16,20-10-3 0,22-13-1 16,22-16-48-16</inkml:trace>
  <inkml:trace contextRef="#ctx0" brushRef="#br0" timeOffset="9220.98">18866 11099 81 0,'0'0'5'0,"0"0"9"0,0 0 7 0,0 0-6 16,0 0-3-16,0 0-8 16,0 0-2-16,0 0-2 0,0 0 1 15,42-3 2-15,-25 0-3 16,4 0 0-16,4-1-21 15,-1-3-17-15</inkml:trace>
  <inkml:trace contextRef="#ctx0" brushRef="#br0" timeOffset="9405.6">18954 11133 110 0,'0'0'0'15,"46"0"0"-15,-16 0 1 16,-2 0-13-16</inkml:trace>
  <inkml:trace contextRef="#ctx0" brushRef="#br0" timeOffset="9577.03">19003 11169 209 0,'0'0'-4'0,"0"0"-8"15,0 0 7-15,58 6-32 16,-35-6-69-16</inkml:trace>
  <inkml:trace contextRef="#ctx0" brushRef="#br0" timeOffset="9726.85">19086 11191 264 0,'0'0'-19'16,"0"0"-4"-16,0 0 12 15,0 0-15-15,0 0-82 16</inkml:trace>
</inkml:ink>
</file>

<file path=ppt/ink/ink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47:12.420"/>
    </inkml:context>
    <inkml:brush xml:id="br0">
      <inkml:brushProperty name="width" value="0.05292" units="cm"/>
      <inkml:brushProperty name="height" value="0.05292" units="cm"/>
      <inkml:brushProperty name="color" value="#FF0000"/>
    </inkml:brush>
  </inkml:definitions>
  <inkml:trace contextRef="#ctx0" brushRef="#br0">17194 12673 89 0,'0'2'10'0,"0"-2"21"0,0 0-13 0,0 0-13 0,0 0 1 16,0 2-6-16,0-1 0 15,0 1 0-15,0 0 1 16,0 1 0-16,3 2-1 16,-1 2 1-16,-1-2-1 0,1 1 0 15,0 1 0-15,0 0 0 16,2 1 1-16,-1 1-2 16,1-2 1-16,-1 3 0 15,2 0 1-15,-4 0-1 16,4 0 0-16,-3 4 0 0,0-2 0 15,0 5 2-15,0-2-4 16,0 3 4-16,1 2-2 16,-1 2 0-16,2-1 0 15,-2 5 0-15,1 2 0 0,1 2 0 16,-1 4 0 0,1 3 0-16,0 3 0 0,3 2 0 15,-2 4 1-15,4-1 0 16,-2 2-2-16,1 3 2 15,0-3-1-15,0 2 1 16,-2-2 1-16,1-1 0 0,-2-5 0 16,-1-2 0-16,0-3 1 15,0-3 1-15,-2 0 0 16,0-2 0-16,-1 0-2 16,0 4 0-16,-1-2-1 15,0 4-1-15,-2-1-1 16,-6 1-1-16,-3-2-13 0,-1-5-24 15,-2-8-23-15</inkml:trace>
  <inkml:trace contextRef="#ctx0" brushRef="#br0" timeOffset="868.84">17277 12644 25 0,'0'0'2'0,"0"0"4"0,48-4 8 0,-25 0-2 16,4 0-2-16,4-1 2 0,2 1-1 15,4-2 5-15,3 1 1 16,0 0 0-16,4-1 1 16,1 1-3-16,5-1-4 15,-1 1-1-15,3 0-2 16,2 1-4-16,-1 0-1 16,2-2 0-16,2 2 1 0,1-3-4 15,4-1 3-15,-1 1 0 16,1-1 1-16,-1-2 2 15,1 0-2-15,-5 0 2 16,1-3 1-16,-2 2-3 0,-2-2-1 16,-2 3 0-16,0-1-3 15,-7 2 3-15,-3 1-5 16,-1 1 4-16,-4 2-2 16,-5 1-2-16,-1 3 2 15,-4 1 0-15,-3 0-3 16,-2 0-12-16,-6 4-33 0,-5-1-36 15</inkml:trace>
  <inkml:trace contextRef="#ctx0" brushRef="#br0" timeOffset="2436.58">18978 12432 60 0,'0'-4'4'0,"0"3"15"0,0-2-3 0,0 2-12 15,0-1 0-15,2 2-4 16,3 0 0-16,-3 0 0 0,-1 0 1 16,2 0-1-16,0 0 0 15,1 0 0-15,-1 0 0 16,0 0 1-16,0 0-2 16,1 1 2-16,-1 4-1 15,-1-2-1-15,-2 4 2 16,1 0 0-16,1 1 1 0,-1 4-1 15,0-1 1-15,-1 1 0 16,0 1 2-16,2 2 1 16,0-1-1-16,0 3 0 15,1 2-1-15,1 1-1 16,2 2-1-16,-3 4 1 0,2-1-2 16,-3 2 0-16,2 2 3 15,-2 0 1-15,-1 1 1 16,0 0 0-16,0 0-3 15,1 1 0-15,0-2 0 16,-1-1-2-16,2-1 1 0,0 1-1 16,-1 1 1-16,2-1-1 15,-2 1 0-15,1 1 0 16,-1-1 0-16,-1 1 1 16,1 1-1-16,0-1 3 15,0 3 0-15,-1-1 0 0,-1 1 2 16,0 3-4-16,0-2 1 15,0 6-1-15,3-2 0 16,-3 0-2-16,3 1 2 16,-1-3 0-16,2-1-1 15,1-3 3-15,-1 1-1 0,1-2 0 16,-1 0-1-16,1 1 1 16,-1 0-1-16,-2-2 0 15,2 0-1-15,0-1 2 16,-1-3-2-16,-1 0 4 15,-1-2-2-15,3-2-1 16,-4-3 0-16,0-2-1 0,0 0 0 16,0-4 1-16,0 0-2 15,0 0 1-15,0-2-11 16,0-3-41-16</inkml:trace>
  <inkml:trace contextRef="#ctx0" brushRef="#br0" timeOffset="3974.62">17317 14064 27 0,'5'10'1'0,"-4"0"0"0,1 1 1 0,0 1-2 0,-1-1 0 16,-1-1 2-16,0 2 1 16,0-1 7-16,0-1 4 15,0 1-3-15,0 3-1 0,0-2-3 16,0-1-5-16,0 5-1 15,0-2-1-15,0-1 1 16,0 0-1-16,0-1 0 16,0 1 0-16,0-3 0 15,2 1 2-15,1-2-2 0,1 1 2 16,-2-3 1-16,1 3-2 16,1-4-1-16,1 2 0 15,-1-1 1-15,1-2-1 16,0-1 1-16,3 1-1 15,-1 0 2-15,2-1 3 16,-2 0-1-16,3-1-3 0,0 1 0 16,-3-1 0-16,3 0 0 15,-1 0 2-15,0-2 0 16,2 1 2-16,0-1 2 16,3-1-2-16,-1 0 3 15,1 0 1-15,1 0-1 0,1 0-2 16,1 0 1-16,4 0-5 15,0-1 1-15,1-2 0 16,4 0 0-16,1-2-1 16,0 2 0-16,2 0 0 15,1-1 1-15,1-1-3 0,2 3 7 16,1-3-3-16,1 0-2 16,0-1-1-16,4 0-1 15,0 0 0-15,2-1 0 16,4 0 1-16,2 0-1 15,0 0 1-15,2 0-1 0,-1 0 0 16,1-2 3-16,-2 2-1 16,4 2 0-16,-4 0-1 15,4 1 0-15,-8-2 0 16,2 2 0-16,-6 1 0 16,-3-1 0-16,-4 1 3 0,-3 0 1 15,-2 0 0-15,-3 2 1 16,-5-1-4-16,2 2 1 15,-5 0-2-15,-3 0 0 16,1 0 0-16,-5 0-1 16,0 0 1-16,-3 0-1 15,-1 0 1-15,0 0-1 0,-1 0 0 16,-2 0 0-16,0 0 1 16,1 1 0-16,1 1-4 15,-2-2-35-15,-2 0-56 16</inkml:trace>
  <inkml:trace contextRef="#ctx0" brushRef="#br0" timeOffset="5146.16">21296 12282 85 0,'-5'-3'7'0,"4"1"11"0,0 1 8 0,-1 0-14 16,2 1-7-16,0-2-1 15,0 2-4-15,0 0-2 0,0 0 1 16,0 6 2-16,0 6-1 16,0 4-1-16,-2 7 2 15,1 4 1-15,-4 10 0 16,2 4 0-16,2 6 2 16,0 6 1-16,1 5-1 0,0 3 0 15,0 0 0-15,0 4 0 16,2 2 3-16,4-3 2 15,-3 1 3-15,1-1-3 16,3-1-3-16,-1-5 1 16,-1-1-2-16,0-5-1 0,-1-1 3 15,0-6-3-15,-3 0-2 16,-1-3-2-16,0 0 1 16,0-2-1-16,-5-4 0 15,-2-1 0-15,-4-5 0 16,-3-2-1-16,2-3 1 15,-2-5-6-15,3-2-24 0,1-5-14 16,2-7-12-16,3-6-29 16</inkml:trace>
  <inkml:trace contextRef="#ctx0" brushRef="#br0" timeOffset="6405.94">21353 12190 85 0,'0'0'14'0,"0"0"13"0,0 0-14 16,0 0 1-16,0 0-1 15,0 0 3-15,0 0-12 16,0 0 2-16,0 0-2 0,0 0 2 16,49-23-3-16,-27 21-2 15,5 1 1-15,4-2-2 16,4 2 0-16,1-5 0 16,6 3 1-16,5-4-1 0,1 0-3 15,5 0 5-15,3-2-2 16,3-2-2-16,2 0 2 15,0 1 2-15,1-2-4 16,-2 0 4-16,1 0-1 16,-3-1-1-16,-5 2 1 15,1-1 0-15,-5 1 0 0,-2 3-2 16,-4-1 2-16,-7 2-1 16,-3-1 0-16,-4 2 0 15,-4 2 0-15,-7-1 0 16,-3 3 0-16,-3-1 0 15,-2 3 0-15,-2-2 0 0,-2 2-1 16,-1 0 1-16,-1 0 0 16,2 0-1-16,-4 0 1 15,3 3-1-15,0 1 0 16,-2 2 1-16,0 0 0 16,2 5-2-16,0-1 0 0,-1 3 2 15,3 1 0-15,-2 5 1 16,-1-2-3-16,2 4 2 15,-1-3 0-15,-2 2 1 16,3 2 1-16,-1-1 1 16,1 2-1-16,-1-2 0 0,1 5-1 15,0 0 1-15,-1 3 0 16,-1 1-1-16,-1 4 1 16,-3 2 2-16,0 2-2 15,0 0-1-15,0 0-1 16,-2-1 1-16,-2 0 1 0,1 0-1 15,-2-1 3-15,1 3-1 16,1-2 1-16,1 2 0 16,0-1 0-16,0-1 0 15,2 1-1-15,-3-2 0 0,2-2 0 16,0 1-1 0,1 1-1-16,0-1 0 0,0 2 2 15,0 0-3-15,0 0 4 16,0 1-3-16,0-1 2 15,0-1-1-15,-1 0-1 16,-2-1 0-16,0 0 0 0,-2 1 0 16,2-3 0-16,1 0-1 15,2-1 2-15,-2-1-2 16,2-1 1-16,0-3-1 16,0 0 1-16,0-3-2 15,0 0 1-15,0 0 1 0,2-1-1 16,-2 3 0-16,0-3 0 15,0 2 0-15,0 1 1 16,0 0-1-16,-2-3 0 16,0 0 0-16,1 0 0 15,1-1 0-15,0-4 0 0,0 0 0 16,0 0 1-16,0-1-1 16,0-1 1-16,0 0-2 15,0-3 2-15,0-1-1 16,0 1 1-16,-4-1-1 15,0 0 0-15,-1 2-1 16,-5 1-1-16,0 0-14 0,-3-5-20 16,-5-5-96-16</inkml:trace>
  <inkml:trace contextRef="#ctx0" brushRef="#br0" timeOffset="7723.57">21309 13611 99 0,'-2'0'5'0,"0"-2"18"0,2 2-3 0,0 0-9 16,0 0-11-16,0 0-1 15,0 2 3-15,0 5-3 0,0 2 2 16,6 2-1-16,-4 4 0 16,1 3 0-16,2 0 0 15,2 2 1-15,-1 3-1 16,0 1 0-16,0 0 0 15,1 3 1-15,0-1 0 16,0 0-2-16,-4 2 2 0,2-3 0 16,0 3 1-16,-2-3-2 15,1 0 0-15,-1-2 1 16,1-3-1-16,-2 0-1 16,3-3 2-16,1-3-1 0,-3-1 1 15,4-3-1-15,-1-2 1 16,-1 0 4-16,1-3 4 15,0 0 1-15,2-1 3 16,0 0-2-16,2 0-3 16,2-2-4-16,1-1-3 0,2 2 1 15,2-3-2-15,2 0-2 16,1 0 5-16,1 0-1 16,1 0-2-16,-1 0 0 15,1-3-5-15,1 0 11 16,2 1-6-16,4 0 3 15,-3-1 1-15,5-1-2 0,2 2-1 16,3-2 1-16,3 1-2 16,-1-1 1-16,0 1-2 15,3-2 2-15,-1 0 4 16,-1 1 6-16,0 1-8 16,-1-1-1-16,-2 2 1 0,0-2-1 15,1 2-1-15,-4-1-1 16,4-3 0-16,-5 5 1 15,-1-2-1-15,-2-2 0 16,-3 2-2-16,-1-1 3 0,-3 1 0 16,-2-1 0-16,-4 0-1 15,0 3 0-15,-3-3 0 16,0 2 1-16,-1 0-1 16,-1-2 0-16,1 3-10 15,-6-2-32-15,0-4-55 16</inkml:trace>
  <inkml:trace contextRef="#ctx0" brushRef="#br0" timeOffset="9081.95">18325 14591 91 0,'-2'42'6'0,"-1"0"-3"0,3 1 1 0,0 2 0 0,0-1 0 16,0 0-2-16,0-4 1 15,3 1 13-15,-1-4-3 16,1 0-2-16,1-4-2 15,-2-1 0-15,3-3-5 16,-3-4-1-16,-2-5-3 0,2-3 2 16,-1-4-1-16,1-5-1 15,-2-2 0-15,0-2 0 16,1-3-2-16,0-1-28 16,1 0-1-16,0-12 12 15</inkml:trace>
  <inkml:trace contextRef="#ctx0" brushRef="#br0" timeOffset="9544.56">18332 14412 78 0,'0'0'1'0,"0"0"16"0,0 0 3 0,0 0-6 15,0 0 6-15,0 0 0 16,0 0-11-16,0 0-2 16,0 0-3-16,-12-11 4 15,7 11-7-15,0 4 0 0,-6 9-1 16,0 5-2-16,-2 5 6 16,-3 4-3-16,-3 6 0 15,1-1 0-15,-1 1-1 16,3-1 0-16,-4-1 0 0,2-6 1 15,5-2-2-15,0-3 1 16,2-6-7-16,3-4-15 16,2-3-10-16,2-6-5 15,3-1-70-15</inkml:trace>
  <inkml:trace contextRef="#ctx0" brushRef="#br0" timeOffset="9802.68">18232 14448 15 0,'0'0'86'16,"0"0"-75"-16,0 0 26 15,0 0-20-15,0 0-12 16,0 0-3-16,43-16 4 0,-28 16 7 15,5 9 0-15,3 5-5 16,5 2 1-16,5 5-7 16,4 3-1-16,2-3-1 15,0-5-29-15,-1-5-167 0</inkml:trace>
  <inkml:trace contextRef="#ctx0" brushRef="#br0" timeOffset="10912.46">22026 14269 79 0,'0'0'3'0,"0"0"0"0,0 0-2 0,0 0-1 0,0 0 1 15,0 0 0-15,0 0 7 16,0 0 8-16,0 0 7 16,0 0 3-16,0 0-4 0,0 0-12 15,0-21-5-15,-3 19-5 16,2-1 0-16,1 2 0 16,-2-1 0-16,0 1 1 15,1-2 0-15,0 3 0 16,1 0 1-16,-2-3 4 0,2 3 1 15,0 0-4-15,0 0 2 16,0 0-4-16,0 0-1 16,0 0-1-16,0 0 1 15,0 6 1-15,0 1-2 16,0 6 1-16,2 1 1 16,0 6 1-16,-1 1 0 0,0 4 5 15,0 2 1-15,0 2 1 16,-1 3-4-16,0 3 2 15,0 1-1-15,0 5 1 16,0 0-1-16,0 2 1 16,0-1-1-16,0 1-2 0,4-1 0 15,0-2 0-15,3-1-2 16,-1-2 0-16,0 1 4 16,0-4-3-16,-3-3-2 15,-1-2 0-15,-1-7 0 16,-1-2-1-16,0-6 0 0,0-2 0 15,0-5-1-15,0-3 0 16,0-4-4-16,0 0-10 16,0-14-18-16,2-6-69 15</inkml:trace>
  <inkml:trace contextRef="#ctx0" brushRef="#br0" timeOffset="11353.84">21947 14252 70 0,'0'0'-7'0,"0"0"26"0,0 0-2 0,0 0-7 0,0 0 6 16,0 0 0-16,0 0 10 15,-21-37-1-15,20 35-8 16,0 0-4-16,1 2-9 15,0 0-4-15,-1 0-1 16,-2 4-1-16,0 7 4 0,-4 3-1 16,-2 4 1-16,-2 1 1 15,-3 1-2-15,1 1 1 16,-1-2-1-16,0-3-1 16,2-1 0-16,1-1 1 15,0-5-8-15,4-3-42 0,0-5-34 16</inkml:trace>
  <inkml:trace contextRef="#ctx0" brushRef="#br0" timeOffset="11481.55">21910 14287 139 0,'0'0'-36'0,"0"0"42"15,49 13 4-15,-31-8-8 16,-6-3-17-16</inkml:trace>
  <inkml:trace contextRef="#ctx0" brushRef="#br0" timeOffset="12712.34">19108 13391 51 0,'0'0'11'0,"0"0"16"0,0 0-13 15,0 0-5-15,0 0-2 16,0 0-2-16,0 0 1 0,0 0 8 16,0 0-4-16,0 0-3 15,0 0-2-15,2-18 1 16,-2 16-3-16,0 1 0 16,0-1-1-16,0 0 1 15,0 0-3-15,0 0 1 0,0 0 2 16,0-1 0-16,0 2 0 15,0-2-1-15,3 1-4 16,1 1 2-16,2-2 0 16,0 0-1-16,1 0 1 15,2-1-1-15,-1 1 0 16,2-1-1-16,0 1-2 0,1-2-1 16,0 1 4-16,0-2 0 15,0 1 1-15,0 1 0 16,1 1 0-16,1-2 1 0,1 0-1 15,0 1 1 1,1 1 0-16,0 2 1 0,3-2 0 16,-2 2-2-16,2 0 1 15,1 1-1-15,-1 0 0 16,-1 0 1-16,4 0-1 16,-4 0 1-16,2 0 1 15,3 2 0-15,-1 4 0 0,1 1 0 16,0 1-1-16,1 1 1 15,1 2 0-15,1-1 1 16,-3 4 2-16,2-1 2 16,0 4 2-16,0 0-2 15,-2 3 1-15,0 1-3 0,-2 2 0 16,-2 1-2-16,0 2-1 16,-4-1 1-16,2 1-2 15,-2-2 3-15,1 3-2 16,-2-4 0-16,1 1 0 15,-1-3-1-15,-1 2-1 0,0-5 1 16,-3-1-1-16,-2-2 0 16,2-1 0-16,-4-4 0 15,-1 0 0-15,0-2 0 16,-2 0 0-16,-2-1-3 16,0-1-30-16,0 1-14 0,0-5-18 15</inkml:trace>
  <inkml:trace contextRef="#ctx0" brushRef="#br0" timeOffset="13132.11">19846 13830 94 0,'0'0'22'0,"0"0"14"0,0 0-20 16,0 0-11-16,0 0 9 0,0 0-1 16,0 0-2-16,36 3-6 15,-26 1 0-15,1 2-3 16,1-2-2-16,-1 1 0 16,1 0 1-16,0-4 0 15,1 1-2-15,-1-2 2 0,3 0 0 16,1 0-2-16,0-2-13 15,2-5-46-15,-4-3-90 16</inkml:trace>
  <inkml:trace contextRef="#ctx0" brushRef="#br0" timeOffset="13303.36">20088 13698 162 0,'0'0'22'0,"0"0"13"15,0 0-10-15,0 0-16 0,0 0-11 16,0 0-5-16,0 0 3 16,0 0 2-16,-37 50-14 15,28-25-28-15,0 4-32 16</inkml:trace>
  <inkml:trace contextRef="#ctx0" brushRef="#br0" timeOffset="14362.09">19984 14147 22 0,'0'0'3'0,"0"0"-3"0,0 0 1 0,0 0 0 16,0 0 16-16,0 0 5 15,0 0 9-15,0 0-8 0,0 0-4 16,0 0 1-16,0 0-13 15,-25-22-5-15,23 21 1 16,0 1-2-16,0 0-1 16,-1 0 0-16,1 0-1 15,-4 0 1-15,0 0-1 16,-1 3 2-16,1 2-2 0,-3 0 1 16,0 1 1-16,1 1-2 15,1 1-1-15,-1 2 2 16,0 1-1-16,1 1 1 15,-1 2 0-15,1 2 0 0,-1 1 1 16,4 0-1-16,-2 1 2 16,3-1-2-16,1 0 1 15,2-2 1-15,0-3 1 16,0 1-1-16,4-2 2 16,3-1-2-16,3-3 2 0,0-1 3 15,0-3 4-15,3 0 0 16,0-2 0-16,1-1-1 15,0 0 0-15,0 0-4 16,0-2 1-16,-1-3-1 16,1 0-1-16,-1-1 0 15,-1 1-3-15,-3-1-1 0,0 0 0 16,2 1-1-16,-6 0 1 16,3 2-1-16,-3-1-1 15,1 1-13-15,-4 0-37 16,-1-3-77-16</inkml:trace>
  <inkml:trace contextRef="#ctx0" brushRef="#br0" timeOffset="16591.86">20116 13958 40 0,'4'0'2'0,"0"0"3"0,1 0 0 15,-3 5 1-15,1 1-2 0,0 1 0 16,0 3 1-16,0 0 1 15,-1 1 0-15,2 2-1 16,1 0-3-16,-3 1 2 16,2 0-3-16,0 1 3 15,1-1-3-15,0 0 2 0,1 2 2 16,0 0-1-16,1 0-1 16,0 1 1-16,0 1-1 15,2 0 0-15,0 3 1 16,2-1-1-16,-1 3 0 15,1 0 0-15,1 3 1 0,3-1 0 16,-3 0 0-16,3 2-2 16,-1 0 0-16,1-1-2 15,0 2 1-15,1-3-1 16,1-3 2-16,2 1 1 16,0-5 2-16,2 1 2 15,5-4-2-15,-3 0-3 0,2-2-1 16,2 0 1-16,0 0-2 15,1-1 1-15,0 0-1 16,0 1 0-16,0-1 0 16,1-2 0-16,-1-2 0 15,1-1 0-15,0-1 3 0,0-5 11 16,-3 0 2-16,3-1-1 16,-1 0-4-16,1 0-2 15,0-4-4-15,-2-3-3 16,2 0 1-16,0 0-2 15,0-1 2-15,2-4 0 0,0 2 0 16,-1-1 2-16,1-2-3 16,-1-1-1-16,0 3 0 15,-1-3 0-15,-5 3 0 16,0-1-1-16,0 0 1 16,-2 1 0-16,-3-2 1 0,0 0 0 15,1 1-1-15,-2-1 0 16,2-1-1-16,-2-1 1 15,2 1-1-15,2 0 0 16,-2-1 0-16,-1 2 1 16,-2 1-2-16,-4 1 1 15,-2 1 1-15,-1 2 0 0,-4 1-1 16,-2 1-1-16,-1-1 1 16,-1 2-7-16,-2-2-36 15,0-3-87-15</inkml:trace>
  <inkml:trace contextRef="#ctx0" brushRef="#br0" timeOffset="16776.13">21573 14283 208 0,'0'0'13'0,"0"0"-10"0,0 0 2 15,16 44 3-15,-16-17-5 16,-7 7-4-16,-16 5 1 16,-16 0-59-16</inkml:trace>
  <inkml:trace contextRef="#ctx0" brushRef="#br0" timeOffset="17324.7">19856 14572 36 0,'0'0'8'0,"0"0"-6"0,0 0 11 16,0 0 11-16,0 0-16 15,0 0-3-15,0 0-2 16,0 0-1-16,21-39 0 15,-15 35-2-15,0 1-1 16,0 2-4-16,-2-1 2 0,-1 2-4 16,0 0 5-16,0 0 2 15,-3 0-1-15,0 0-7 16,0 0-12-16,0 0 5 16,0 0-26-16</inkml:trace>
  <inkml:trace contextRef="#ctx0" brushRef="#br0" timeOffset="17915.53">19844 14729 51 0,'0'0'71'16,"0"0"-61"-16,0 0-2 15,0 0 15-15,0 0-10 16,0 0-10-16,0 0 2 16,40-34 0-16,-32 27 2 0,-1-2-2 15,2 0-1-15,-4 1-3 16,1-2 2-16,-2-1-1 15,-3 2 1-15,1-2 0 16,-2 1 7-16,0-3-3 16,0-1-3-16,0 2 0 0,0-3-1 15,0 1 0-15,0 2-2 16,0 0-1-16,0 3-1 16,0 1 1-16,0 2 0 15,0 3-3-15,0 2 1 16,0-1-3-16,0 2 1 0,0 0-4 15,0 0 9-15,0 0-1 16,0 0-3-16,0 3 1 16,0 7 2-16,0 3-1 15,-2 4 1-15,2 2 2 16,0-1 0-16,0-1 1 16,0 1 3-16,3-3 2 0,4-3 0 15,-1-3-1-15,2 1 0 16,-1-3-5-16,2-1 0 15,0-2-2-15,0-1 1 16,-1-2-2-16,2-1-1 0,-3 0-28 16,-2 0-15-16,-2-7-37 15</inkml:trace>
  <inkml:trace contextRef="#ctx0" brushRef="#br0" timeOffset="18065.5">19953 14591 179 0,'0'0'4'0,"0"0"-8"0,0 0 5 15,0 0 1-15,53-15-5 0,-35 12-31 16,-1 0-35-16</inkml:trace>
  <inkml:trace contextRef="#ctx0" brushRef="#br0" timeOffset="18541.63">20046 14919 154 0,'0'0'4'15,"0"0"5"-15,0 0 1 16,0 0-9-16,0 0-2 15,0 0 6-15,0 0 6 0,0 0 6 16,0 0-6-16,0 54-3 16,-4-30 0-16,0 4-4 15,1 1-2-15,1 4 0 16,-3-2 0-16,4 3-1 16,0-2-1-16,0-1 1 0,0 0-1 15,-1-1 0-15,1-2 0 16,0 1 1-16,-2-2-1 15,-1-3 0-15,0 0 0 16,1-4-13-16,-3-3 8 16,-2-3-18-16,0-7-40 0,1-4-48 15</inkml:trace>
  <inkml:trace contextRef="#ctx0" brushRef="#br0" timeOffset="18733.22">19882 15443 198 0,'0'0'0'15,"0"0"-19"-15,0 0 19 16,0 0 3-16,0 0-2 0,0 0 0 16,42 27-1-16,-30-22 0 15,2-4-16-15,-3-1-29 16,3 0-49-16</inkml:trace>
  <inkml:trace contextRef="#ctx0" brushRef="#br0" timeOffset="18840.91">20021 15439 178 0,'0'0'46'15,"0"0"-17"-15,0 0-23 16,0 0-3-16,-12 45-1 16,3-16-4-16,-3-1-34 15,-1 1-69-15</inkml:trace>
  <inkml:trace contextRef="#ctx0" brushRef="#br0" timeOffset="19444.41">19817 16009 222 0,'0'0'0'15,"0"0"0"-15,0 0 1 16,-8-43 3-16,0 36 7 16,-1 2 4-16,-1 1-3 15,0 4-10-15,-3 0 0 0,-1 5-6 16,0 10-9-16,-1 4-1 15,1 5 13-15,0 2 1 16,3-2 1-16,7 1-1 16,1-5 0-16,3-1 1 15,0-5 0-15,8-3-1 0,2-4-5 16,2-1 5-16,1-6-4 16,-1 0 1-16,0 0 1 15,0-9 0-15,0 0 0 16,-2-6 2-16,1-4 14 15,-2-5 4-15,1-8-15 0,0-1-9 16,-3-3-40-16,0 2 11 16,-7 2 30-16,0 5 6 15,0 9 7-15,-2 4 19 16,-6 5-1-16,2 2-5 16,1 1-10-16,1 5 0 0,2 1-6 15,0 0-5-15,-2 10 8 16,3 7-9-16,-1 4 2 15,2 7 0-15,0 2 0 16,0 0 0-16,7-1 1 16,0-1 0-16,5-4-2 0,1-3-10 15,0-5-16-15,1-8-28 16,0-5-45-16</inkml:trace>
  <inkml:trace contextRef="#ctx0" brushRef="#br0" timeOffset="19858.59">19952 15980 265 0,'0'0'1'0,"0"0"9"0,0 0-4 15,0 0-5-15,0 0-1 16,0 0 1-16,-10 47 0 16,10-27-1-16,4-4 3 0,3 1-1 15,3-6-1-15,2 0-4 16,-4-6-1-16,1-1-2 15,3-4-1-15,-5 0 3 16,1-6 2-16,-1-5 1 16,1-2 1-16,-2-1 0 0,0 1 4 15,-5 3 2-15,1 3 2 16,-2 1 7-16,0 5-2 16,0 0-1-16,0 1-8 15,0 0 0-15,0 7-9 16,0 8 10-16,-2 4-5 0,-1 6 1 15,0 5 0-15,0 0 1 16,0 1-1-16,1 1-1 16,-4-4 0-16,1-1 1 15,0-3-1-15,-2-3 0 16,-1-1-2-16,-4-4 1 0,-3-2 0 16,-2-5-7-16,1-5-15 15,-2-4-11-15,4-2-43 16,1-15-49-16</inkml:trace>
  <inkml:trace contextRef="#ctx0" brushRef="#br0" timeOffset="20271.48">20051 16011 165 0,'0'0'2'0,"0"0"1"0,0 0 3 0,45-9 5 15,-37 9 0-15,-1 2 5 16,-2 5 4-16,-1 2-4 16,0 1-4-16,1 3-5 15,-3-2-4-15,0 0-1 0,1-1-2 16,-2-2 0-16,2-3-2 16,-3-2 1-16,2 0-1 15,-2-3-1-15,1 0 3 16,1-3-2-16,2-8 2 15,3-5 0-15,0-1-2 0,2-3-1 16,1 4 2-16,-1 2 1 16,1 5 1-16,0 3-1 15,-2 3 2-15,1 3 1 16,1 0-1-16,0 1 0 16,-1 9 0-16,2 4 0 0,2 2 1 15,-6 3 0-15,2 2-2 16,2 0-1-16,0 0-1 15,-2-4-9-15,5-5-32 16,0-6-38-16,5-6-47 16</inkml:trace>
  <inkml:trace contextRef="#ctx0" brushRef="#br0" timeOffset="21090.55">20570 15939 200 0,'0'0'38'0,"0"0"-8"0,0 0-10 16,0 0-15-16,-41-3-4 16,30 6-1-16,1 8 0 15,2-1 3-15,-1 3-3 16,5 2 1-16,3-1 0 16,1-2 1-16,0 1 0 0,1-3-1 15,8-3-3-15,1-1 3 16,3-5-2-16,4-1-2 15,1 0-1-15,0-3 0 16,2-8-11-16,-3-4-5 16,2-1-10-16,-3-1-11 0,-2 0 5 15,-4 1 8-15,-1 3 19 16,-4 3 9-16,-3 3 7 16,-2 3 27-16,0 1 5 15,0 2-4-15,0-1 2 16,0 2-17-16,0 0-7 15,0 0-12-15,0 6 6 0,-2 3-3 16,0 4 0-16,1 2 2 16,-1 2-2-16,-2 1-1 15,3-1-3-15,-1-2 0 16,1-2 0-16,0-1 1 16,1-6-2-16,0 1 0 0,0-4-6 15,0-2-7-15,0-1 1 16,0-1 3-16,3-10 6 15,5-2-5-15,-2-4-6 16,3-2 2-16,2 1 10 16,-1 2 0-16,0 3 1 0,0 4 4 15,1 1-1-15,-1 4 3 16,2 1-2-16,0 3 2 16,0 0 1-16,1 0-1 15,-1 9 1-15,-5 1 0 16,3 4 1-16,-2 0 1 0,-4 0-4 15,0 1-3-15,-1-1 0 16,-1-3-2-16,-2-1 5 16,0-6-6-16,0 1 1 15,0-5 0-15,0 0 4 16,-3-2-2-16,2-5-6 0,1-4 3 16,0-5 2-16,0 3 1 15,2 0 0-15,3 2 0 16,2 1 1-16,-1 5 4 15,-1 2 1-15,3 1-3 16,-1 2 1-16,2 0-3 0,-1 0 2 16,2 0-2-16,0 7 0 15,0 3 1-15,-3-1-1 16,1 2-1-16,0 0-9 16,-2-2-17-16,-1-3-46 15,1-5-114-15</inkml:trace>
  <inkml:trace contextRef="#ctx0" brushRef="#br0" timeOffset="21281.97">21067 15936 243 0,'0'0'14'0,"0"0"-7"0,0 0-4 0,0 0 1 16,0 0 1-16,-15 47-3 15,14-33-1-15,1-2 0 16,0-1-1-16,0-4-9 0,0-3-34 16,0-4-61-16</inkml:trace>
  <inkml:trace contextRef="#ctx0" brushRef="#br0" timeOffset="21418.81">21066 15766 166 0,'0'0'1'0,"0"0"2"16,0 0-5-16,0 0-18 15,0 0-47-15</inkml:trace>
  <inkml:trace contextRef="#ctx0" brushRef="#br0" timeOffset="21730.25">21272 15878 13 0,'0'0'141'16,"0"0"-138"-16,0 0 6 0,0 0 15 15,0 0-3-15,0 0-5 16,0 0-1-16,0 0 4 15,5-27-10-15,-13 27-4 16,-3 7-3-16,3 4-3 16,2 4 2-16,-2 0-1 0,6 0 1 15,2-2-1-15,0-1 1 16,4-2-1-16,9-3 0 16,8-5-1-16,8-2-2 15,10-3 2-15,5-13-15 16,9-5-88-16</inkml:trace>
  <inkml:trace contextRef="#ctx0" brushRef="#br0" timeOffset="46684.47">19323 7356 225 0,'0'0'4'0,"0"-2"-2"0,0-8 7 16,0 4 6-16,2 2-1 16,0-1-8-16,2 1-2 0,-2 0 0 15,1 0-2-15,-1 1 1 16,-1 0-2-16,2 0 1 16,-3 2-1-16,0 1 0 15,0-1 1-15,0 1 1 16,0 0 0-16,0 0-3 15,0 0 1-15,0 0-2 0,0 0 1 16,0 0-3-16,0 0-2 16,2 0 3-16,-2 7 2 15,1 1 0-15,0 4 1 16,0 1-2-16,-1 4 2 16,0 2-2-16,0 5 1 0,0-1 0 15,-3 5 0-15,1 1 0 16,-2 6 0-16,2 0 0 15,2 0 0-15,-1 3 1 16,1 2-1-16,0 0 0 0,0 5 0 16,0 3 0-16,2 4 1 15,1 7-1-15,-1 2 0 16,-2 8 0-16,2 3 0 16,0 3 1-16,1 5-1 15,4 1 1-15,2 7 1 0,1 4-1 16,3 3 0-16,0 3 1 15,1 9 0-15,-1 2-2 16,0 6 0-16,1 6 0 16,0 4 1-16,1 5-1 15,-2 5 0-15,1 9 0 0,1 6 1 16,-1 3-1-16,-1 8-1 16,1 1 1-16,3 3 1 15,3 3-1-15,-1-1 0 16,4 4 0-16,1 5 2 15,2 5 2-15,-1 3 3 16,2 6 1-16,1 8-3 0,-1 3-3 16,0 6-1-16,-2 5 0 15,-1 7 0-15,-6 6 0 16,0 3-1-16,-5 5 0 16,1 0 0-16,-2 1 0 15,-2 3 1-15,4 0-1 0,0 1 1 16,1 0 1-16,2 2 4 15,3-1-1-15,1-1 0 16,0-2-1-16,1 1 0 16,-1-4 2-16,-2 0 1 0,0-1 0 15,0-5 0-15,-1-3 1 16,1-8 16-16,-2-11-12 16,2-11 2-16,3-11 0 15,-4-12 3-15,4-15-3 16,-1-8-11-16,0-14-1 15,2-14-3-15,-2-15-1 0,3-14 2 16,-4-20 0-16,0-32 0 16,-5-39-9-16,-7 0-19 15,-4 0-42-15,-4-56-9 16,-4-44-80-16</inkml:trace>
  <inkml:trace contextRef="#ctx0" brushRef="#br0" timeOffset="47950.03">19101 7822 275 0,'-61'-52'-1'0,"-4"-1"-20"0,-2 6 30 0,0 6-1 0,-5 3-6 16,-5 4-2 0,-1 4 2-16,-5 4-2 0,-4 6 0 15,-5 6 1-15,-4 5-2 16,-4 8 1-16,-6 1 0 15,-5 7-2-15,-7 11 1 0,-5 7 0 16,-1 6 1-16,-3 6-1 16,-1 7 1-16,0 3 0 15,2 7 1-15,-1 4-1 16,3 10 0-16,0 5 0 16,2 6 0-16,2 8 1 15,3 8-2-15,6 3 1 0,-1 9 0 16,7 8 1-16,1 7-1 15,3 7 0-15,2 8 0 16,1 7 1-16,2 6-2 16,-1 6 1-16,3 6 1 15,4 5-1-15,7 6 2 0,1 5-2 16,7 4 0-16,5 4 2 16,6 1 0-16,13 2 0 15,6 0-2-15,13 4 2 16,9 2-1-16,9 2 0 15,9 2 0-15,5 10 0 0,0 1 1 16,2 7 1-16,9 5-1 16,1 4-1-16,5 5 0 15,3-1 1-15,7 2-2 16,7-2 0-16,6-4 0 0,8 1-3 16,5-7 1-1,7-2 1-15,6-4 1 0,5-7 0 16,6-2 0-16,4-5 0 15,4-2 0-15,2-5 2 16,5-7 3-16,8-7-1 16,6-7-1-16,8-8 1 0,6-9 2 15,6-10 0-15,7-6-2 16,2-7 1-16,1-7-1 16,2-5-1-16,1-7 0 15,-4-6-1-15,5-8 1 16,0-7-1-16,-1-8 0 0,0-8-1 15,1-6 0-15,1-6 1 16,-2-5-2-16,-5-7 1 16,1-8-2-16,-7-10 1 15,-4-7 0-15,-5-11-1 16,-5-10 6-16,-5-6 6 0,-3-2 2 16,-5-15 3-16,0-4-2 15,-5-7-2-15,-4-5-1 16,1-8-1-16,1-5-3 15,0-11-2-15,-2-7 1 16,0-11-6-16,2-14 1 16,1-11 0-16,2-11-1 0,0-16-2 15,1-10-4-15,-1-12-8 16,-3-9-29-16,-9-18-32 16,-13-20-103-16</inkml:trace>
  <inkml:trace contextRef="#ctx0" brushRef="#br0" timeOffset="52275.8">22347 8268 94 0,'0'0'14'0,"-30"-55"-11"0,8 27 13 0,1 0-10 16,-3 2 8-16,-4-2-6 15,-1 2-4-15,-1 0-1 16,-6 2 3-16,-1 3-2 16,-2 1-3-16,-1 4 0 15,-4 5 7-15,0 5-7 0,-1 4-1 16,-1 2 1-16,-2 2-2 15,3 12 2-15,-3 7-1 16,0 5 1-16,-5 7 0 16,-1 8-1-16,-1 6 0 0,-3 8 0 15,2 8 0-15,0 6 0 16,-2 8 0-16,4 8 0 16,1 8 0-16,0 5 1 15,1 9 0-15,5 10-1 16,-2 5 1-16,6 13 0 15,-1 4-1-15,3 12 1 0,1 9 0 16,0 12 0-16,2 13 1 16,2 8-1-16,0 13 1 15,3 7-2-15,0 8 1 16,6 6 0-16,4 5 3 16,5 7-2-16,6 3 5 0,7 7 6 15,5 2-5-15,0 5 7 16,13 5-5-16,5 2-1 15,5 4-3-15,6 3-2 16,6 0-3-16,5 2 1 16,6-1-1-16,8-3 0 0,2-5-1 15,5-6 0-15,7-9 0 16,9-12 0-16,3-12 0 16,6-13 0-16,10-17 1 15,6-15 0-15,4-13 2 16,3-18 1-16,1-14 1 0,4-15 5 15,0-14-6-15,-1-14 2 16,-1-17-2-16,0-16 0 16,-2-16 1-16,0-16-1 15,-1-15 7-15,-2-11-2 16,-4-24 4-16,1-14-1 16,-6-16 0-16,-6-13-6 0,-1-14 0 15,-6-11-2-15,-4-12-2 16,-5-9-2-16,-5-14 1 15,-2-10-2-15,-7-12 1 16,-4-9-2-16,-6-11 1 0,-5-7-2 16,-6-12-1-16,-2-8-1 15,-10-4-2-15,-7-9 6 16,-4-8 2-16,-5-6 1 16,-5 0-4-16,-6-9 7 15,-2-4 4-15,0-3 6 0,-8-3-1 16,-5-2 3-16,-7-5 5 15,-1 2-11-15,-5 0-7 16,-5-1-5-16,-9 3 2 16,-7 1-1-16,-3 4 3 15,-7 0-3-15,-8 1-2 0,-3 2 3 16,-7-1-3-16,-4 4 3 16,-10 2-1-16,-5 7 3 15,-8 9-4-15,-10 8-4 16,-10 13-10-16,-11 9-1 15,-12 11-10-15,-14 16-15 0,-19 16-13 16,-19 14-24-16,-24 13-132 16</inkml:trace>
  <inkml:trace contextRef="#ctx0" brushRef="#br0" timeOffset="72754.87">20377 7629 0 0,'0'3'1'0,"0"0"0"0,0 1 3 16,0 2-2-16,0-2 0 16,0 1 0-16,0 0 0 0,0 2 5 15,0-1 0-15,1 0 0 16,-1 1 2-16,1 0-1 16,0 1 0-16,0-1-2 15,0 0-1-15,1 0 0 0,2-1-2 16,-1 1 1-16,1-1-1 15,5-1 0-15,-2-1 2 16,2-2-3-16,3-2 1 16,2 0 2-16,2 0-1 15,0-6 1-15,4-5 1 16,-1-3 0-16,7-7 2 0,3-6-2 16,9-9 1-16,11-9-2 15,11-6-1-15,4-6-2 16,10-6-1-16,3-1 0 15,6-4-9-15,-3 0-29 16</inkml:trace>
</inkml:ink>
</file>

<file path=ppt/ink/ink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9T06:50:42.793"/>
    </inkml:context>
    <inkml:brush xml:id="br0">
      <inkml:brushProperty name="width" value="0.05292" units="cm"/>
      <inkml:brushProperty name="height" value="0.05292" units="cm"/>
      <inkml:brushProperty name="color" value="#FF0000"/>
    </inkml:brush>
  </inkml:definitions>
  <inkml:trace contextRef="#ctx0" brushRef="#br0">17176 7311 85 0,'0'0'37'0,"0"0"-34"0,0 0 7 0,0 0 5 15,0 0-8-15,0 0 1 16,0 0 6-16,0 0-2 0,0 0-4 15,0 0-2-15,-22-37 1 16,14 34-5-16,-4 3-1 16,0 0-1-16,-2 0 1 15,-2 3-2-15,0 6 1 0,-6 3 0 16,3 0-2-16,0 2 3 16,0 0 0-16,2 3 1 15,4 3-1-15,2 0 0 16,3 1 2-16,3 2-1 15,2 1 0-15,3-1-1 0,0 1 1 16,0-3 0-16,8-2-1 16,2-2 3-16,3-3 0 15,5-4 1-15,-1-2 2 16,6-2 0-16,1-2-1 16,4-4-3-16,0 0-2 0,2 0 1 15,1-7-2-15,-1-4-7 16,1-3-22-16,-2-3-38 15,-2-4-23-15</inkml:trace>
  <inkml:trace contextRef="#ctx0" brushRef="#br0" timeOffset="598.91">17434 7335 149 0,'0'0'11'0,"0"0"14"0,0 0-27 16,0 0-1-16,0 0 2 16,0 0 4-16,5 50 1 15,-2-29 1-15,0 1-4 16,-3 0 0-16,3 0 2 16,-2-3-1-16,0 1-2 0,-1-3 2 15,0-2-1-15,0-2 0 16,0-4 0-16,0-3-2 15,0-5-1-15,-2-1-3 16,-1 0 11-16,0-11-6 16,1-5-14-16,0-2 3 0,1-5 9 15,1 0 1-15,0 1 2 16,0-1 1-16,0 3 2 16,5 2 4-16,0 2 0 15,0 5 0-15,1 1 2 16,2 1-5-16,3 6-1 0,2 2-3 15,0 1-1-15,4 1-1 16,2 11 0-16,-1 2 1 16,2 3-1-16,2 4 1 15,-5-1 0-15,2 1 1 16,-4-1-1-16,1-4 1 0,-3-2-1 16,-1-4 0-16,-5-3 1 15,1-3-1-15,-3-4 1 16,1 0 2-16,1-8 18 15,0-8-2-15,0-5-10 16,3-3-6-16,-4-5-1 16,2 1 1-16,-5 3-2 0,1 2 1 15,0 3 0-15,-2 3-2 16,0 5 0-16,-1 5 0 16,3 3-1-16,1 4-11 15,1 0-44-15,1 0-14 0</inkml:trace>
  <inkml:trace contextRef="#ctx0" brushRef="#br0" timeOffset="1191.96">18006 7345 188 0,'0'0'4'0,"0"0"3"0,0 0-2 0,0 0-1 15,0 0-3-15,0 0 0 16,0 0-1-16,0 0-1 0,0 0-3 16,0 0 2-16,0 0 0 15,33 7 2-15,-33 9 0 16,0 5 1-16,0-1 0 16,0 0 0-16,0-2-1 15,0-1 0-15,-2-4 1 0,0-1-1 16,-4-4-1-16,1-1 0 15,-2-3-3-15,1-4 0 16,0 0-2-16,0-4 6 16,1-9-2-16,-1-2-1 0,4-5 3 15,0-3 0-15,2 2 0 16,0 0 1-16,0 2 3 16,1 1 6-16,6 5 0 15,1 3-3-15,2 3-5 16,3 1-1-16,1 5 1 15,2 1-4-15,2 0 2 0,4 7 0 16,-4 3-1-16,4 1 1 16,-3 2 0-16,2 0 0 15,-2-3 1-15,-2-2-1 16,1-1 0-16,-3-3 2 16,-1-1-2-16,-6-3 0 0,-1 0 1 15,0-4 14-15,0-6 17 16,-3-7-18-16,3-1-7 15,-4-5-3-15,1-4-1 16,1 1-2-16,-1-1 0 16,-2 2-1-16,3 2-1 0,3 5-11 15,-1 3-13-15,2 1-44 16,0-1-77-16</inkml:trace>
  <inkml:trace contextRef="#ctx0" brushRef="#br0" timeOffset="1589.21">18888 6627 121 0,'0'0'3'0,"0"0"-6"0,0 0 2 0,0 38 1 16,0-7 2-16,-6 13 6 16,-4 9 7-16,0 12-3 15,-4 10-4-15,-1 8-2 16,1 3 0-16,3 1 2 0,0-2-3 15,6-5-2-15,1-5 2 16,4-8-4-16,0-5 4 16,0-6 1-16,4-4-2 15,1-1-2-15,2-5 0 16,-2-2 2-16,1-6-3 0,2-6-26 16,4-10-11-16,-1-18-70 15</inkml:trace>
  <inkml:trace contextRef="#ctx0" brushRef="#br0" timeOffset="2400.08">19206 7163 159 0,'0'0'2'16,"0"0"-2"-16,2 39 2 16,1-16 0-16,-1 2-2 15,2-1 0-15,0 0 1 16,0-1-1-16,2-5 0 15,-2-5 0-15,-3-3 0 0,1-4-1 16,-2-6-1-16,0 0 4 16,0 0 9-16,0-12-8 15,-5-4-2-15,-6-3-1 16,2-5-1-16,0-3-2 16,-3-3 0-16,2 0 0 15,1 0-1-15,2 1 4 0,4 2 1 16,-1 1 0-16,4 3 2 15,0 2-1-15,7 5 1 16,6 2-2-16,2 1-2 16,2 5 5-16,3 1-4 15,-1 4-1-15,1 3 1 0,0 0 0 16,-1 1 0-16,-1 8-1 16,-1 2 1-16,-2 3 0 15,-3 1-1-15,-5 1 1 16,0 2-1-16,-7 0 1 0,0 0-1 15,-8 1 1-15,-6-2 0 16,-3-3 0-16,-2 1 0 16,-3-3 0-16,-1-2 1 15,0 0-4-15,1-2 1 16,2-1-3-16,3-2 4 16,2-2 1-16,3 0 0 0,4-3 0 15,3 0 0-15,3 0 0 16,2 0 0-16,0 0-4 15,5 0 3-15,4 0 0 16,3 0 3-16,4 0-1 16,1-2 2-16,-1 1-3 0,0 1 2 15,4 0 1-15,-1 0 0 16,2 0 3-16,1 3 3 16,3 3-1-16,-5 1-2 15,4 1-2-15,-4 2-1 16,1 0-3-16,-2-1 1 0,2 2-1 15,-5-1 0-15,4 0-1 16,-3-2-28-16,1-5-23 16</inkml:trace>
  <inkml:trace contextRef="#ctx0" brushRef="#br0" timeOffset="2698.6">19713 7101 155 0,'0'0'-26'0,"0"0"41"0,0 0 13 0,0 0-18 16,0 0-15-16,0 0 5 16,0 0 1-16,0 0-1 15,0 0 1-15,4 48-1 0,3-26 0 16,0-1 0-16,-1 0 1 15,-1-1-1-15,-2-2 0 16,-3-3-3-16,0-4-12 16,-1-3 1-16,-9-3 3 15,-1-5 6-15,-4 0 0 0,2-6-11 16,0-7-9-16,4-7-15 16</inkml:trace>
  <inkml:trace contextRef="#ctx0" brushRef="#br0" timeOffset="2982.6">19659 7124 1 0,'0'0'49'15,"5"-40"-11"-15,1 24-6 16,3 7-6-16,4 4-15 0,0 5-11 16,2 0 1-16,3 0-1 15,2 11 0-15,-1 4 1 16,2 0-2-16,0 4 2 16,0 0-1-16,0-1 0 15,-1-3 1-15,-4-2-1 0,0-2 0 16,-5-5 1-16,-1-2 3 15,-1-4 7-15,-2 0 5 16,-3-5 14-16,3-8-3 16,-3-6-14-16,2-3-7 15,0-4-2-15,-4 1-1 0,1-1-2 16,-1 2 0-16,0 4-1 16,0 3 0-16,0 6-1 15,-2 5-4-15,0 4-21 16,0 2-93-16</inkml:trace>
  <inkml:trace contextRef="#ctx0" brushRef="#br0" timeOffset="3559.98">20098 7030 206 0,'0'0'-38'15,"0"0"41"-15,0 0-3 16,0 0 1-16,0 0-2 16,0 0 0-16,0 0 1 0,29 41 2 15,-29-26-2-15,0 3 0 16,0 0 1-16,0-1-1 16,0 0-1-16,0-3-3 15,-7-2-6-15,3-4-3 16,1-2-3-16,-2-5 10 15,1-1 3-15,2 0 3 0,2-7 1 16,0-7-3-16,0-3-5 16,2-1 1-16,7-2 2 15,-3-2 3-15,2 1 2 16,-1 4 4-16,1 3 8 0,-3 1 5 16,4 5 4-16,-3 0-7 15,4 7-8-15,3 1-5 16,0 0-1-16,1 3-1 15,3 8 0-15,0 3 0 16,0 2 0-16,3 1 0 16,-2 0 0-16,2-1 0 0,-1-2 0 15,2-4 1-15,-3-3-1 16,-1-3 2-16,-2-4 6 16,-3 0 4-16,-1-4 6 15,-1-9 8-15,-3-4-6 16,-1-6-8-16,-3-2-3 0,0-5-4 15,-1 0-2-15,-2 2-2 16,0 1-1-16,0 3 1 16,0 5-2-16,0 2-2 15,0 6-13-15,-2 1-31 16,-2-2-70-16</inkml:trace>
  <inkml:trace contextRef="#ctx0" brushRef="#br0" timeOffset="4073.08">20767 6365 69 0,'0'0'9'0,"0"0"-13"0,0 0 5 0,0 0 0 0,3 47 1 0,2-26 1 15,-2 8 0-15,2 2 0 16,1 6 4-16,0 4-2 16,3 6 3-16,-3 3-2 15,2 8 0-15,2 4-2 0,-2 4 1 16,2 5 6-16,-1 5 0 15,-2 4-1-15,0-2-2 16,-3-1-3-16,-1 0-3 16,-1-2-1-16,0-5 0 0,0-4 0 15,-2-5-1-15,0-3-11 16,0-12-41-16,4-14-63 16</inkml:trace>
  <inkml:trace contextRef="#ctx0" brushRef="#br0" timeOffset="4698.6">21053 6952 73 0,'0'0'6'0,"0"0"4"0,0 0 15 16,0 0-5-16,0 0-1 0,0 0-15 16,0 0-7-16,0 0 2 15,0 0 1-15,0 0 0 16,-23 47 2-16,23-29-2 16,0-1 3-16,1 0 2 15,8-5 5-15,2-3 5 0,1-3 1 16,4-3 3-16,-1-3-2 15,5 0 1-15,2 0-9 16,3-7-6-16,2-2-2 16,1 1 0-16,1-2-1 15,0 1 2-15,2 0-6 16,0 0-19-16,-2 0-42 0,-2-1-58 16</inkml:trace>
  <inkml:trace contextRef="#ctx0" brushRef="#br0" timeOffset="5119.32">21593 6867 79 0,'0'0'6'16,"0"0"10"-16,0 0 5 15,13-39-2-15,-13 32 0 0,0 1-4 16,-2 2-10-16,-7 3-1 15,0 1-5-15,-4 0-2 16,-1 0 3-16,-3 7-1 16,1 3 0-16,2 3 2 15,1 3-1-15,5 0-1 0,2 1 1 16,3 0 1-16,3-2-2 16,0 0 1-16,6-2-1 15,5-3 1-15,7-2 1 16,0-1 5-16,6-2 1 15,-1 0 0-15,-1 0-2 0,-3 0 0 16,0 2-3-16,-6-1-1 16,-5 0-1-16,-2 1 0 15,-6 1 0-15,0-1-1 16,-6 1-1-16,-10 1 4 16,-5 0 0-16,-2 2 0 0,-1-1 0 15,2-1-8-15,0-3-27 16,9-4-17-16,8-2-32 15</inkml:trace>
  <inkml:trace contextRef="#ctx0" brushRef="#br0" timeOffset="5360.69">21901 6868 144 0,'0'0'-5'0,"0"0"5"0,0 0 2 16,14 54 1-16,-12-34-2 15,-1 1 2-15,0 0-1 16,1-2 0-16,0-1-2 0,-1 1 1 16,3-5 0-16,-4-1 0 15,0-2-2-15,0-5-17 16,-6-6-21-16</inkml:trace>
  <inkml:trace contextRef="#ctx0" brushRef="#br0" timeOffset="5531.88">21766 6868 217 0,'0'0'-3'0,"0"0"13"0,0 0-5 15,61-23-3-15,-29 20-2 16,3 3 0-16,1 0-42 16,-4-1-50-16</inkml:trace>
  <inkml:trace contextRef="#ctx0" brushRef="#br0" timeOffset="6066.05">22096 7028 52 0,'0'0'107'0,"0"0"-91"15,0 0 2-15,0 0-6 16,0 0-4-16,0 0-4 16,0 0 0-16,-29-44-2 15,25 32-2-15,0-3 0 16,2 1 0-16,0-3 0 0,0 0 1 15,2-1-1-15,0-1 0 16,0 3 1-16,0 0-2 16,0 4-4-16,0 2 3 15,3 6 2-15,2 4-4 16,3 0 1-16,-3 7 1 0,4 4 0 16,4 4 1-16,-2 0 1 15,0 1 0-15,1-2 0 16,1 0 0-16,0-5-1 15,-1-2-2-15,0-4 0 16,3-3 0-16,-1 0 3 0,4-5 1 16,0-7 1-16,1-4-2 15,1-2 0-15,-1-2 0 16,1-2 1-16,-1 4 1 16,-4 1 0-16,-4 1 0 0,-3 8 6 15,-2 3 7 1,-3 5-4-16,-2 0-11 0,-1 12-2 15,1 5 1-15,-1 7-1 16,0 4 4-16,0 1-1 16,0 2 0-16,2-1-1 15,4-2-7-15,2-1-18 0,3-7-10 16,2-6-24-16</inkml:trace>
  <inkml:trace contextRef="#ctx0" brushRef="#br0" timeOffset="6498.66">22789 6220 66 0,'0'0'1'0,"3"45"2"0,0-14 11 0,1 8 1 15,2 8-5-15,0 6 2 16,2 2 1-16,2 5 2 16,2 2-4-16,3 2 2 15,1 3 2-15,3 0-2 16,0 2-3-16,-1 3-5 16,1 1 0-16,-3 1-3 0,-2 0-1 15,-3-2 1-15,-5-1-1 16,-4-4-20-16,-2-9-27 15,0-15-26-15</inkml:trace>
  <inkml:trace contextRef="#ctx0" brushRef="#br0" timeOffset="8658.25">19000 8471 210 0,'0'0'-35'0,"0"0"53"0,-2 0-7 0,2 12-10 16,0 5 0-16,0 4 2 15,0 6-1-15,0 2-2 16,2 2 1-16,1 0 0 0,-1 0-1 15,0-1 0-15,-1-4-5 16,-1-1-26-16,0-6-13 16,-2-8-17-16</inkml:trace>
  <inkml:trace contextRef="#ctx0" brushRef="#br0" timeOffset="8901.5">18741 8575 187 0,'0'0'-3'15,"0"0"24"-15,0 0-9 16,0 0-4-16,0 0-4 16,24-42 3-16,-3 30-4 15,6 2-1-15,8-4-2 16,0 5 1-16,7-2-1 0,0 1-2 15,-1 2-20-15,-1 2-37 16,-7 0 0-16,-6 2-34 16</inkml:trace>
  <inkml:trace contextRef="#ctx0" brushRef="#br0" timeOffset="9525.67">19225 8467 57 0,'0'0'15'16,"0"0"10"-16,0 0-8 15,43 34-4-15,-31-18 2 16,1 1-3-16,-2 3-7 0,0-2-1 16,-2 5 0-16,-2-4 0 15,-3-3-3-15,-2 0 1 16,-2-4 1-16,0-3-2 16,-1-6 3-16,-6-1 4 15,-2-2 12-15,0 0-3 0,2-3-1 16,-3-9 0-16,4-2-4 15,0-3-7-15,6-1-1 16,0-1-3-16,6-1-4 16,10 2-11-16,5 2-10 15,2 2-5-15,2 4-6 0,2 3 8 16,-4 0 6-16,1 5 5 16,-2 1 4-16,-2 0 4 15,1 1 3-15,-5-1 3 16,-1 1 2-16,-4-2 1 15,-6 1 7-15,1 0 10 16,-6 0 11-16,0 1 20 0,0 0-15 16,0 0-22-16,-6 0-10 15,-1 5-1-15,-3 3 0 16,-1 5 1-16,5 1-2 16,-1 1 0-16,4 1 1 15,3-2-1-15,0-1-1 0,4-1 0 16,5-5-1-16,3-1-1 15,0-6-4-15,3 0-1 16,1-2 1-16,1-11 2 16,4-5 1-16,-3-2-2 0,-2-2 6 15,1 1 0-15,-5 3 1 16,-2 3 0-16,-2 5 3 16,-5 6 8-16,-1 3-1 15,0 1-11-15,0 0-2 16,0 10 1-16,2 3 0 15,-1 2 0-15,2 3-6 0,1-1-20 16,-1-2-11-16,1-4-11 16</inkml:trace>
  <inkml:trace contextRef="#ctx0" brushRef="#br0" timeOffset="9917.54">19825 8467 186 0,'0'0'14'0,"0"0"-5"0,0 0-9 0,0 0 0 0,0 0 1 0,36 7-1 15,-26 2 0-15,1 1 0 16,-4 1 0-16,0-1 0 16,-2 1 0-16,-1-1 0 15,-1-3 1-15,-3 0-1 16,0-2 0-16,0-3-1 0,0-2 0 15,0 0 5-15,0-2 2 16,0-7-2-16,4-2-2 16,3-5-1-16,1-1-2 15,6-1 2-15,0 2-1 16,2 1 0-16,-1 3 0 0,1 2-1 16,1 4 2-16,0 4-1 15,-1 0-1-15,3 2 1 16,-4 2-1-16,2 6 1 15,-3 5-1-15,-2 1-5 16,-1 1-15-16,-5 0-10 0,2-5-5 16,-4-1 1-16,0-5-56 15</inkml:trace>
  <inkml:trace contextRef="#ctx0" brushRef="#br0" timeOffset="10216.25">20243 8413 45 0,'0'0'12'0,"0"0"8"15,15-45 14-15,-15 33 1 16,0 5-10-16,0 4-8 16,-4 2-12-16,-4 1-3 15,-2 0-4-15,-1 4 2 16,0 6-2-16,2 3 2 0,2 0 0 16,2 1 0-16,4 0-1 15,1 0 1-15,0 1 1 16,6 0-1-16,1-2 2 15,4 0-2-15,-1-2 3 16,0-1-1-16,-3-3-2 0,0 2 0 16,-3-4 0-16,-1 0 0 15,-2-2 1-15,-1-1-1 16,0 0-3-16,-1-1 5 16,-4-1-2-16,-4 0-26 15,4-6-31-15</inkml:trace>
  <inkml:trace contextRef="#ctx0" brushRef="#br0" timeOffset="10564.51">20529 8054 83 0,'0'0'4'0,"0"0"1"15,0 0 4-15,0 0 0 0,0 0-6 16,0 0 0-16,0 0-3 16,0 0 1-16,-29 41 3 15,23-10 2-15,1 3 2 16,5 9-2-16,0 1 0 16,0 3-1-16,1-2 1 0,7-1 1 15,-3-3-6-15,3-5 7 16,-3-4 1-16,2-6-5 15,-3-2-2-15,-2-5 0 16,-1-1 0-16,-1-5 1 16,0 1-1-16,-3-4-2 15,-7-4-5-15,-1 0-23 0,-4-6-21 16,0 0-20-16</inkml:trace>
  <inkml:trace contextRef="#ctx0" brushRef="#br0" timeOffset="11178.14">20373 8489 101 0,'0'0'2'16,"0"0"11"-16,0 0-3 15,44-36-7-15,-21 26-2 16,4 4 1-16,0-1-2 16,-1 3 0-16,-1 0 1 15,-6 4-1-15,-3 0 1 0,-2 0 0 16,-5 4 1-16,-1 6-1 15,0 0 6-15,-2 1-2 16,-1 2 0-16,1-4-1 16,-4 0-2-16,2-2-1 15,1-4 0-15,0 0 1 0,0-3 5 16,1 0 8-16,0-1 2 16,4-7-7-16,-5-5-3 15,1-3-3-15,-2-4-2 16,-1-1-1-16,-3-1-2 0,0 0-3 15,0 0-11-15,-5 5 3 16,-5 3 8-16,-2 4 3 16,1 9 0-16,-3 1 2 15,1 1-2-15,0 11 1 16,1 3 0-16,3-1 0 16,5-1 0-16,4 0-1 0,0-5 0 15,0-2 0-15,5-2 0 16,7-4 2-16,5 0 2 15,-1-2 5-15,5-9-4 16,0-2 2-16,4-3-3 16,-2 0-2-16,-2-4 0 15,-1 6 2-15,-4 1-2 0,-1 5 4 16,-4 2 2-16,-3 6 0 16,-1 0-5-16,-2 4-2 15,2 10-1-15,-4 4 1 16,2 3 0-16,0 2 2 0,0-1-1 15,-1 1 0-15,-1-3 0 16,1 0-5-16,-1-3-11 16,-1-3-15-16,2-3-4 15,0-6-6-15,1-5-19 16</inkml:trace>
  <inkml:trace contextRef="#ctx0" brushRef="#br0" timeOffset="12409.57">20934 8393 90 0,'0'0'9'0,"0"0"26"0,0 0-4 16,0 0-6-16,7-37-12 16,-5 37-11-16,0 0-2 0,1 0 0 15,0 3-1-15,2 6-1 16,-1-1 1-16,1 5 1 16,-3-2 1-16,0 2-1 15,1-2 1-15,-1-2-1 0,-2-2 0 16,2-1 1-16,-2-3 0 15,0-2-2-15,2-1 3 16,0 0 3-16,0-7 0 16,-1-3-4-16,4-1-1 15,3-5 1-15,-3 2-1 0,4-2 0 16,2 2 0-16,-2 1-1 16,4 2 1-16,0 2 0 15,-1 2 0-15,2 4-1 16,-1 1 1-16,2 2 0 15,-2 0 0-15,3 1-1 16,-2 6 0-16,0 6 0 0,1 0 0 16,-3 2 1-16,1 1 0 15,-3 0 0-15,-4-2 0 16,-1-4 0-16,-1 1 0 16,-3-5-1-16,-1-2 0 15,0-3 0-15,0-1 0 0,0 0 8 16,0 0-3-16,-1-7 2 15,1-4-2-15,0 1-2 16,0-4-1-16,0-1 1 16,1-1-2-16,8-2 1 15,-2 3-2-15,4 1-1 0,1 2 2 16,0 1 0-16,2 3-1 16,-1 3 1-16,1 2 0 15,-3 3 0-15,2 0 0 16,1 0 0-16,-2 7-2 15,1 2 0-15,-3 4 2 0,1-2-1 16,1 2 0-16,-3-2 2 16,1-1-1-16,1 0 0 15,1-4 0-15,-1-2 0 16,-2-4 1-16,1 0-1 16,2 0 1-16,0 0-1 0,-2-7 0 15,0-2 1-15,1-5 1 16,-2 0-1-16,-4-2 1 15,1-2-1-15,-1 2 0 16,-4-1 0-16,1 2-1 16,-2 2 0-16,0 2 0 0,0 3 1 15,0 1-2-15,0 3 1 16,-2 3-2-16,-1 1-2 16,-4 0-1-16,2 0 3 15,1 2 0-15,0 7 1 16,0 0 1-16,3 2-2 15,1 2 1-15,0 1 1 0,0-1-1 16,0 1 0-16,0-1 2 16,5-1-1-16,-1-2 0 15,0 0 0-15,1-3 0 16,4-2 0-16,-4-2-1 0,3 1 0 16,-1-4 1-16,4 0 1 15,0 0-1-15,-2-2 3 16,2-6-3-16,-1-2 3 15,0-1-3-15,-2-1 1 16,-1 1 1-16,1 0-2 16,-2 2 1-16,-1 2 0 0,2 1-1 15,-4 3 0-15,1 2 0 16,-1 1 0-16,2 0 0 16,-2 0-1-16,1 4 0 15,3 6 0-15,-2 3 1 16,3 1 0-16,-3 0 0 0,4 2 0 15,2-3 0-15,0-1 1 16,3-4 0-16,3-3-1 16,0-2 2-16,2-1 1 15,3-2 0-15,-1 0 2 16,1-9 0-16,2-2 3 0,-4-4 4 16,1-4 3-16,-5-4 4 15,-3 1-5-15,0-3-5 16,-4-1-5-16,1-1-2 15,-6 2 1-15,-4 2-3 16,0 3 0-16,-10 5-12 0,-17 3-34 16,-18 1-100-16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7" name="Shape 347"/>
          <p:cNvSpPr>
            <a:spLocks noGrp="1" noRot="1" noChangeAspect="1"/>
          </p:cNvSpPr>
          <p:nvPr>
            <p:ph type="sldImg"/>
          </p:nvPr>
        </p:nvSpPr>
        <p:spPr>
          <a:xfrm>
            <a:off x="1143000" y="685800"/>
            <a:ext cx="4572000" cy="3429000"/>
          </a:xfrm>
          <a:prstGeom prst="rect">
            <a:avLst/>
          </a:prstGeom>
        </p:spPr>
        <p:txBody>
          <a:bodyPr/>
          <a:lstStyle/>
          <a:p>
            <a:endParaRPr/>
          </a:p>
        </p:txBody>
      </p:sp>
      <p:sp>
        <p:nvSpPr>
          <p:cNvPr id="348" name="Shape 3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6;p1:notes">
            <a:extLst>
              <a:ext uri="{FF2B5EF4-FFF2-40B4-BE49-F238E27FC236}">
                <a16:creationId xmlns:a16="http://schemas.microsoft.com/office/drawing/2014/main" id="{39AF2117-C1A9-42A5-B416-619D72507300}"/>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a:spcBef>
                <a:spcPct val="0"/>
              </a:spcBef>
              <a:buSzPts val="1100"/>
            </a:pPr>
            <a:endParaRPr lang="x-none" altLang="x-none" dirty="0"/>
          </a:p>
        </p:txBody>
      </p:sp>
      <p:sp>
        <p:nvSpPr>
          <p:cNvPr id="54275" name="Google Shape;37;p1:notes">
            <a:extLst>
              <a:ext uri="{FF2B5EF4-FFF2-40B4-BE49-F238E27FC236}">
                <a16:creationId xmlns:a16="http://schemas.microsoft.com/office/drawing/2014/main" id="{8481DDE9-68D6-4C5D-A85A-ECC56B498442}"/>
              </a:ext>
            </a:extLst>
          </p:cNvPr>
          <p:cNvSpPr>
            <a:spLocks noGrp="1" noRot="1" noChangeAspect="1" noTextEdit="1"/>
          </p:cNvSpPr>
          <p:nvPr>
            <p:ph type="sldImg" idx="2"/>
          </p:nvPr>
        </p:nvSpPr>
        <p:spPr bwMode="auto">
          <a:xfrm>
            <a:off x="1143000" y="685800"/>
            <a:ext cx="4572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628191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13: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14: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15: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2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1" name="Google Shape;551;p24: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2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3" name="Google Shape;563;p25: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2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5" name="Google Shape;575;p26: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2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7" name="Google Shape;587;p27: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2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9" name="Google Shape;599;p28: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3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9" name="Google Shape;669;p33: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3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1" name="Google Shape;681;p34: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3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3" name="Google Shape;693;p35: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3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1" name="Google Shape;701;p36: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3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3" name="Google Shape;713;p37: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3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5" name="Google Shape;725;p38: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3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7" name="Google Shape;737;p39: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4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9" name="Google Shape;749;p40: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4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41: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4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0" name="Google Shape;800;p43: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4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6" name="Google Shape;816;p44: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4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8" name="Google Shape;828;p45: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p4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4" name="Google Shape;864;p49: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5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2" name="Google Shape;902;p51: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5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7" name="Google Shape;997;p58: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p7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7" name="Google Shape;1277;p76: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63675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p7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9" name="Google Shape;1289;p77: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42656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351151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4"/>
        <p:cNvGrpSpPr/>
        <p:nvPr/>
      </p:nvGrpSpPr>
      <p:grpSpPr>
        <a:xfrm>
          <a:off x="0" y="0"/>
          <a:ext cx="0" cy="0"/>
          <a:chOff x="0" y="0"/>
          <a:chExt cx="0" cy="0"/>
        </a:xfrm>
      </p:grpSpPr>
      <p:sp>
        <p:nvSpPr>
          <p:cNvPr id="1345" name="Google Shape;1345;p8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6" name="Google Shape;1346;p83: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1370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p6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0" name="Google Shape;1170;p68: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p6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2" name="Google Shape;1182;p69: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p7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4" name="Google Shape;1194;p70: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0"/>
        <p:cNvGrpSpPr/>
        <p:nvPr/>
      </p:nvGrpSpPr>
      <p:grpSpPr>
        <a:xfrm>
          <a:off x="0" y="0"/>
          <a:ext cx="0" cy="0"/>
          <a:chOff x="0" y="0"/>
          <a:chExt cx="0" cy="0"/>
        </a:xfrm>
      </p:grpSpPr>
      <p:sp>
        <p:nvSpPr>
          <p:cNvPr id="1201" name="Google Shape;1201;p7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2" name="Google Shape;1202;p71: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p8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0" name="Google Shape;1370;p85: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p10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2" name="Google Shape;2062;p100: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97159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jp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Master" Target="../slideMasters/slideMaster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5.xml"/><Relationship Id="rId4" Type="http://schemas.openxmlformats.org/officeDocument/2006/relationships/image" Target="../media/image24.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Rectangle 2">
            <a:extLst>
              <a:ext uri="{FF2B5EF4-FFF2-40B4-BE49-F238E27FC236}">
                <a16:creationId xmlns:a16="http://schemas.microsoft.com/office/drawing/2014/main" id="{4F1635D6-F918-E4B0-D8DF-45976B43E5CC}"/>
              </a:ext>
            </a:extLst>
          </p:cNvPr>
          <p:cNvSpPr/>
          <p:nvPr userDrawn="1"/>
        </p:nvSpPr>
        <p:spPr>
          <a:xfrm>
            <a:off x="0" y="3352800"/>
            <a:ext cx="86868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a:p>
        </p:txBody>
      </p:sp>
      <p:sp>
        <p:nvSpPr>
          <p:cNvPr id="6" name="Rectangle 3">
            <a:extLst>
              <a:ext uri="{FF2B5EF4-FFF2-40B4-BE49-F238E27FC236}">
                <a16:creationId xmlns:a16="http://schemas.microsoft.com/office/drawing/2014/main" id="{509FF428-FD03-A3ED-E874-F7399C457B5A}"/>
              </a:ext>
            </a:extLst>
          </p:cNvPr>
          <p:cNvSpPr/>
          <p:nvPr userDrawn="1"/>
        </p:nvSpPr>
        <p:spPr>
          <a:xfrm>
            <a:off x="2895600" y="609600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7" name="Rectangle 4">
            <a:extLst>
              <a:ext uri="{FF2B5EF4-FFF2-40B4-BE49-F238E27FC236}">
                <a16:creationId xmlns:a16="http://schemas.microsoft.com/office/drawing/2014/main" id="{A493EE98-E537-385E-2051-74DF0B3608DF}"/>
              </a:ext>
            </a:extLst>
          </p:cNvPr>
          <p:cNvSpPr/>
          <p:nvPr userDrawn="1"/>
        </p:nvSpPr>
        <p:spPr>
          <a:xfrm>
            <a:off x="0" y="609600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8" name="Rectangle 5">
            <a:extLst>
              <a:ext uri="{FF2B5EF4-FFF2-40B4-BE49-F238E27FC236}">
                <a16:creationId xmlns:a16="http://schemas.microsoft.com/office/drawing/2014/main" id="{DE4627D7-A115-550F-D7B3-42FC43297FF1}"/>
              </a:ext>
            </a:extLst>
          </p:cNvPr>
          <p:cNvSpPr/>
          <p:nvPr userDrawn="1"/>
        </p:nvSpPr>
        <p:spPr>
          <a:xfrm>
            <a:off x="5791200" y="609600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pic>
        <p:nvPicPr>
          <p:cNvPr id="9" name="Picture 10" descr="Picture 10">
            <a:extLst>
              <a:ext uri="{FF2B5EF4-FFF2-40B4-BE49-F238E27FC236}">
                <a16:creationId xmlns:a16="http://schemas.microsoft.com/office/drawing/2014/main" id="{D695F453-58E4-7D66-AB7F-98878BD64651}"/>
              </a:ext>
            </a:extLst>
          </p:cNvPr>
          <p:cNvPicPr>
            <a:picLocks noChangeAspect="1"/>
          </p:cNvPicPr>
          <p:nvPr userDrawn="1"/>
        </p:nvPicPr>
        <p:blipFill>
          <a:blip r:embed="rId2"/>
          <a:srcRect t="2" b="28592"/>
          <a:stretch>
            <a:fillRect/>
          </a:stretch>
        </p:blipFill>
        <p:spPr>
          <a:xfrm>
            <a:off x="76200" y="3352800"/>
            <a:ext cx="2057400" cy="1979614"/>
          </a:xfrm>
          <a:prstGeom prst="rect">
            <a:avLst/>
          </a:prstGeom>
          <a:ln w="12700">
            <a:miter lim="400000"/>
          </a:ln>
        </p:spPr>
      </p:pic>
      <p:sp>
        <p:nvSpPr>
          <p:cNvPr id="10" name="TextBox 8">
            <a:extLst>
              <a:ext uri="{FF2B5EF4-FFF2-40B4-BE49-F238E27FC236}">
                <a16:creationId xmlns:a16="http://schemas.microsoft.com/office/drawing/2014/main" id="{93711A98-B303-E78D-34AC-04374950E07A}"/>
              </a:ext>
            </a:extLst>
          </p:cNvPr>
          <p:cNvSpPr txBox="1"/>
          <p:nvPr userDrawn="1"/>
        </p:nvSpPr>
        <p:spPr>
          <a:xfrm>
            <a:off x="-30481" y="5257800"/>
            <a:ext cx="2118362" cy="498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18" name="Title Text"/>
          <p:cNvSpPr txBox="1">
            <a:spLocks noGrp="1"/>
          </p:cNvSpPr>
          <p:nvPr>
            <p:ph type="title"/>
          </p:nvPr>
        </p:nvSpPr>
        <p:spPr>
          <a:xfrm>
            <a:off x="2667000" y="3898061"/>
            <a:ext cx="6019800" cy="1524000"/>
          </a:xfrm>
          <a:prstGeom prst="rect">
            <a:avLst/>
          </a:prstGeom>
        </p:spPr>
        <p:txBody>
          <a:bodyPr/>
          <a:lstStyle/>
          <a:p>
            <a:r>
              <a:t>Title Text</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wo Content">
    <p:bg>
      <p:bgPr>
        <a:solidFill>
          <a:srgbClr val="FFFFFF"/>
        </a:solid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531476E3-6618-41E5-B93A-14E2B090D389}"/>
              </a:ext>
            </a:extLst>
          </p:cNvPr>
          <p:cNvGrpSpPr/>
          <p:nvPr userDrawn="1"/>
        </p:nvGrpSpPr>
        <p:grpSpPr>
          <a:xfrm>
            <a:off x="-211367" y="-654317"/>
            <a:ext cx="9517143" cy="8232476"/>
            <a:chOff x="-211367" y="-654317"/>
            <a:chExt cx="9517143" cy="8232476"/>
          </a:xfrm>
        </p:grpSpPr>
        <p:pic>
          <p:nvPicPr>
            <p:cNvPr id="27" name="Graphic 26">
              <a:extLst>
                <a:ext uri="{FF2B5EF4-FFF2-40B4-BE49-F238E27FC236}">
                  <a16:creationId xmlns:a16="http://schemas.microsoft.com/office/drawing/2014/main" id="{707C4D97-FA4C-43AD-A3A6-046BAF1E633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211367" y="4076943"/>
              <a:ext cx="3329835" cy="3329835"/>
            </a:xfrm>
            <a:prstGeom prst="rect">
              <a:avLst/>
            </a:prstGeom>
          </p:spPr>
        </p:pic>
        <p:pic>
          <p:nvPicPr>
            <p:cNvPr id="28" name="Graphic 27">
              <a:extLst>
                <a:ext uri="{FF2B5EF4-FFF2-40B4-BE49-F238E27FC236}">
                  <a16:creationId xmlns:a16="http://schemas.microsoft.com/office/drawing/2014/main" id="{AD996AF8-0F52-466B-A88F-982434CFCF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83072" y="4248324"/>
              <a:ext cx="3329835" cy="3329835"/>
            </a:xfrm>
            <a:prstGeom prst="rect">
              <a:avLst/>
            </a:prstGeom>
          </p:spPr>
        </p:pic>
        <p:pic>
          <p:nvPicPr>
            <p:cNvPr id="29" name="Graphic 28">
              <a:extLst>
                <a:ext uri="{FF2B5EF4-FFF2-40B4-BE49-F238E27FC236}">
                  <a16:creationId xmlns:a16="http://schemas.microsoft.com/office/drawing/2014/main" id="{03CD6F12-6B8E-4077-B8E6-C61198251E9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654317"/>
              <a:ext cx="3329835" cy="3329835"/>
            </a:xfrm>
            <a:prstGeom prst="rect">
              <a:avLst/>
            </a:prstGeom>
          </p:spPr>
        </p:pic>
        <p:pic>
          <p:nvPicPr>
            <p:cNvPr id="30" name="Graphic 29">
              <a:extLst>
                <a:ext uri="{FF2B5EF4-FFF2-40B4-BE49-F238E27FC236}">
                  <a16:creationId xmlns:a16="http://schemas.microsoft.com/office/drawing/2014/main" id="{F4AE2367-EBE8-4A93-A7F3-F593EAE1709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5975941" y="-392139"/>
              <a:ext cx="3329835" cy="3329835"/>
            </a:xfrm>
            <a:prstGeom prst="rect">
              <a:avLst/>
            </a:prstGeom>
          </p:spPr>
        </p:pic>
        <p:grpSp>
          <p:nvGrpSpPr>
            <p:cNvPr id="31" name="Group 30">
              <a:extLst>
                <a:ext uri="{FF2B5EF4-FFF2-40B4-BE49-F238E27FC236}">
                  <a16:creationId xmlns:a16="http://schemas.microsoft.com/office/drawing/2014/main" id="{3D885BBF-39F7-4A8A-91AC-D9C30BBE711A}"/>
                </a:ext>
              </a:extLst>
            </p:cNvPr>
            <p:cNvGrpSpPr/>
            <p:nvPr userDrawn="1"/>
          </p:nvGrpSpPr>
          <p:grpSpPr>
            <a:xfrm>
              <a:off x="0" y="0"/>
              <a:ext cx="9144001" cy="6857673"/>
              <a:chOff x="0" y="0"/>
              <a:chExt cx="9144001" cy="6857673"/>
            </a:xfrm>
          </p:grpSpPr>
          <p:grpSp>
            <p:nvGrpSpPr>
              <p:cNvPr id="34" name="Group 6">
                <a:extLst>
                  <a:ext uri="{FF2B5EF4-FFF2-40B4-BE49-F238E27FC236}">
                    <a16:creationId xmlns:a16="http://schemas.microsoft.com/office/drawing/2014/main" id="{97581F17-86DF-42A7-8344-4EC886C8D83A}"/>
                  </a:ext>
                </a:extLst>
              </p:cNvPr>
              <p:cNvGrpSpPr/>
              <p:nvPr userDrawn="1"/>
            </p:nvGrpSpPr>
            <p:grpSpPr>
              <a:xfrm>
                <a:off x="0" y="1295400"/>
                <a:ext cx="7010401" cy="46038"/>
                <a:chOff x="0" y="0"/>
                <a:chExt cx="7010400" cy="46037"/>
              </a:xfrm>
            </p:grpSpPr>
            <p:sp>
              <p:nvSpPr>
                <p:cNvPr id="41" name="Rectangle 6">
                  <a:extLst>
                    <a:ext uri="{FF2B5EF4-FFF2-40B4-BE49-F238E27FC236}">
                      <a16:creationId xmlns:a16="http://schemas.microsoft.com/office/drawing/2014/main" id="{C6886CEE-6FD5-435F-98D0-B44543D9F3C5}"/>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2" name="Rectangle 7">
                  <a:extLst>
                    <a:ext uri="{FF2B5EF4-FFF2-40B4-BE49-F238E27FC236}">
                      <a16:creationId xmlns:a16="http://schemas.microsoft.com/office/drawing/2014/main" id="{AB3E477A-7C7C-437E-B681-3531561594D9}"/>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3" name="Rectangle 8">
                  <a:extLst>
                    <a:ext uri="{FF2B5EF4-FFF2-40B4-BE49-F238E27FC236}">
                      <a16:creationId xmlns:a16="http://schemas.microsoft.com/office/drawing/2014/main" id="{47582FD4-4030-4167-B603-89C8D765589D}"/>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5" name="Group 10">
                <a:extLst>
                  <a:ext uri="{FF2B5EF4-FFF2-40B4-BE49-F238E27FC236}">
                    <a16:creationId xmlns:a16="http://schemas.microsoft.com/office/drawing/2014/main" id="{ADDF278C-3593-4F13-8912-2B76096A63CF}"/>
                  </a:ext>
                </a:extLst>
              </p:cNvPr>
              <p:cNvGrpSpPr/>
              <p:nvPr userDrawn="1"/>
            </p:nvGrpSpPr>
            <p:grpSpPr>
              <a:xfrm>
                <a:off x="2133600" y="6553200"/>
                <a:ext cx="7010401" cy="46038"/>
                <a:chOff x="0" y="0"/>
                <a:chExt cx="7010400" cy="46037"/>
              </a:xfrm>
            </p:grpSpPr>
            <p:sp>
              <p:nvSpPr>
                <p:cNvPr id="38" name="Rectangle 10">
                  <a:extLst>
                    <a:ext uri="{FF2B5EF4-FFF2-40B4-BE49-F238E27FC236}">
                      <a16:creationId xmlns:a16="http://schemas.microsoft.com/office/drawing/2014/main" id="{726A9603-FF52-4FBB-933E-87E6A59B99CF}"/>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9" name="Rectangle 11">
                  <a:extLst>
                    <a:ext uri="{FF2B5EF4-FFF2-40B4-BE49-F238E27FC236}">
                      <a16:creationId xmlns:a16="http://schemas.microsoft.com/office/drawing/2014/main" id="{1AA2D04C-E4D1-4CE8-BD5E-D08ECCBB35FC}"/>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0" name="Rectangle 12">
                  <a:extLst>
                    <a:ext uri="{FF2B5EF4-FFF2-40B4-BE49-F238E27FC236}">
                      <a16:creationId xmlns:a16="http://schemas.microsoft.com/office/drawing/2014/main" id="{9FB1FA82-6256-488A-843A-BFF387820264}"/>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6" name="Picture 14" descr="Picture 14">
                <a:extLst>
                  <a:ext uri="{FF2B5EF4-FFF2-40B4-BE49-F238E27FC236}">
                    <a16:creationId xmlns:a16="http://schemas.microsoft.com/office/drawing/2014/main" id="{25AFD529-C38A-4635-8FE2-6B95D66D7DED}"/>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7" name="TextBox 14">
                <a:extLst>
                  <a:ext uri="{FF2B5EF4-FFF2-40B4-BE49-F238E27FC236}">
                    <a16:creationId xmlns:a16="http://schemas.microsoft.com/office/drawing/2014/main" id="{E1BEF9CC-4DC1-43D6-9CD8-7512360C035E}"/>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2" name="Graphic 31">
              <a:extLst>
                <a:ext uri="{FF2B5EF4-FFF2-40B4-BE49-F238E27FC236}">
                  <a16:creationId xmlns:a16="http://schemas.microsoft.com/office/drawing/2014/main" id="{0306CAEB-A221-400F-9C9D-C3389EE376E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6657" y="2807158"/>
              <a:ext cx="1410686" cy="1410686"/>
            </a:xfrm>
            <a:prstGeom prst="rect">
              <a:avLst/>
            </a:prstGeom>
          </p:spPr>
        </p:pic>
        <p:pic>
          <p:nvPicPr>
            <p:cNvPr id="33" name="Graphic 32">
              <a:extLst>
                <a:ext uri="{FF2B5EF4-FFF2-40B4-BE49-F238E27FC236}">
                  <a16:creationId xmlns:a16="http://schemas.microsoft.com/office/drawing/2014/main" id="{0639220D-D8C1-4468-BF2D-EB0F493FFD8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80952" y="2061094"/>
              <a:ext cx="5246055" cy="5246055"/>
            </a:xfrm>
            <a:prstGeom prst="rect">
              <a:avLst/>
            </a:prstGeom>
          </p:spPr>
        </p:pic>
      </p:grpSp>
      <p:sp>
        <p:nvSpPr>
          <p:cNvPr id="147" name="Body Level One…"/>
          <p:cNvSpPr txBox="1">
            <a:spLocks noGrp="1"/>
          </p:cNvSpPr>
          <p:nvPr>
            <p:ph type="body" sz="half" idx="1"/>
          </p:nvPr>
        </p:nvSpPr>
        <p:spPr>
          <a:xfrm>
            <a:off x="4953000" y="1600200"/>
            <a:ext cx="4038600" cy="4525963"/>
          </a:xfrm>
          <a:prstGeom prst="rect">
            <a:avLst/>
          </a:prstGeom>
        </p:spPr>
        <p:txBody>
          <a:bodyPr>
            <a:normAutofit/>
          </a:bodyPr>
          <a:lstStyle>
            <a:lvl1pPr>
              <a:spcBef>
                <a:spcPts val="600"/>
              </a:spcBef>
              <a:buSzTx/>
              <a:buFontTx/>
              <a:buNone/>
              <a:defRPr sz="2800"/>
            </a:lvl1pPr>
            <a:lvl2pPr marL="957262" indent="-500062">
              <a:spcBef>
                <a:spcPts val="600"/>
              </a:spcBef>
              <a:buFontTx/>
              <a:defRPr sz="2800"/>
            </a:lvl2pPr>
            <a:lvl3pPr marL="1234439" indent="-320039">
              <a:spcBef>
                <a:spcPts val="600"/>
              </a:spcBef>
              <a:buFontTx/>
              <a:defRPr sz="2800"/>
            </a:lvl3pPr>
            <a:lvl4pPr marL="1727200" indent="-355600">
              <a:spcBef>
                <a:spcPts val="600"/>
              </a:spcBef>
              <a:buFontTx/>
              <a:defRPr sz="2800"/>
            </a:lvl4pPr>
            <a:lvl5pPr marL="2184400" indent="-355600">
              <a:spcBef>
                <a:spcPts val="600"/>
              </a:spcBef>
              <a:buFontTx/>
              <a:defRPr sz="2800"/>
            </a:lvl5pPr>
          </a:lstStyle>
          <a:p>
            <a:r>
              <a:t>Body Level One</a:t>
            </a:r>
          </a:p>
          <a:p>
            <a:pPr lvl="1"/>
            <a:r>
              <a:t>Body Level Two</a:t>
            </a:r>
          </a:p>
          <a:p>
            <a:pPr lvl="2"/>
            <a:r>
              <a:t>Body Level Three</a:t>
            </a:r>
          </a:p>
          <a:p>
            <a:pPr lvl="3"/>
            <a:r>
              <a:t>Body Level Four</a:t>
            </a:r>
          </a:p>
          <a:p>
            <a:pPr lvl="4"/>
            <a:r>
              <a:t>Body Level Five</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mparison">
    <p:bg>
      <p:bgPr>
        <a:solidFill>
          <a:srgbClr val="FFFFFF"/>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89DD12E4-2B35-48F4-955D-28A64DABC54D}"/>
              </a:ext>
            </a:extLst>
          </p:cNvPr>
          <p:cNvGrpSpPr/>
          <p:nvPr userDrawn="1"/>
        </p:nvGrpSpPr>
        <p:grpSpPr>
          <a:xfrm>
            <a:off x="-211367" y="-654317"/>
            <a:ext cx="9517143" cy="8232476"/>
            <a:chOff x="-211367" y="-654317"/>
            <a:chExt cx="9517143" cy="8232476"/>
          </a:xfrm>
        </p:grpSpPr>
        <p:pic>
          <p:nvPicPr>
            <p:cNvPr id="28" name="Graphic 27">
              <a:extLst>
                <a:ext uri="{FF2B5EF4-FFF2-40B4-BE49-F238E27FC236}">
                  <a16:creationId xmlns:a16="http://schemas.microsoft.com/office/drawing/2014/main" id="{0E29ED1F-7B36-44E9-92F7-B457DABAD36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211367" y="4076943"/>
              <a:ext cx="3329835" cy="3329835"/>
            </a:xfrm>
            <a:prstGeom prst="rect">
              <a:avLst/>
            </a:prstGeom>
          </p:spPr>
        </p:pic>
        <p:pic>
          <p:nvPicPr>
            <p:cNvPr id="29" name="Graphic 28">
              <a:extLst>
                <a:ext uri="{FF2B5EF4-FFF2-40B4-BE49-F238E27FC236}">
                  <a16:creationId xmlns:a16="http://schemas.microsoft.com/office/drawing/2014/main" id="{281C375C-B5C0-45D0-B33F-E3BF81BDA5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83072" y="4248324"/>
              <a:ext cx="3329835" cy="3329835"/>
            </a:xfrm>
            <a:prstGeom prst="rect">
              <a:avLst/>
            </a:prstGeom>
          </p:spPr>
        </p:pic>
        <p:pic>
          <p:nvPicPr>
            <p:cNvPr id="30" name="Graphic 29">
              <a:extLst>
                <a:ext uri="{FF2B5EF4-FFF2-40B4-BE49-F238E27FC236}">
                  <a16:creationId xmlns:a16="http://schemas.microsoft.com/office/drawing/2014/main" id="{06E78BA7-6274-4681-94B3-2DC601B43A5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654317"/>
              <a:ext cx="3329835" cy="3329835"/>
            </a:xfrm>
            <a:prstGeom prst="rect">
              <a:avLst/>
            </a:prstGeom>
          </p:spPr>
        </p:pic>
        <p:pic>
          <p:nvPicPr>
            <p:cNvPr id="31" name="Graphic 30">
              <a:extLst>
                <a:ext uri="{FF2B5EF4-FFF2-40B4-BE49-F238E27FC236}">
                  <a16:creationId xmlns:a16="http://schemas.microsoft.com/office/drawing/2014/main" id="{0437CA33-E5AD-4BCB-8B11-B47B147C0C0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5975941" y="-392139"/>
              <a:ext cx="3329835" cy="3329835"/>
            </a:xfrm>
            <a:prstGeom prst="rect">
              <a:avLst/>
            </a:prstGeom>
          </p:spPr>
        </p:pic>
        <p:grpSp>
          <p:nvGrpSpPr>
            <p:cNvPr id="32" name="Group 31">
              <a:extLst>
                <a:ext uri="{FF2B5EF4-FFF2-40B4-BE49-F238E27FC236}">
                  <a16:creationId xmlns:a16="http://schemas.microsoft.com/office/drawing/2014/main" id="{10F5677A-8F29-4D0D-B380-91037DB87352}"/>
                </a:ext>
              </a:extLst>
            </p:cNvPr>
            <p:cNvGrpSpPr/>
            <p:nvPr userDrawn="1"/>
          </p:nvGrpSpPr>
          <p:grpSpPr>
            <a:xfrm>
              <a:off x="0" y="0"/>
              <a:ext cx="9144001" cy="6857673"/>
              <a:chOff x="0" y="0"/>
              <a:chExt cx="9144001" cy="6857673"/>
            </a:xfrm>
          </p:grpSpPr>
          <p:grpSp>
            <p:nvGrpSpPr>
              <p:cNvPr id="35" name="Group 6">
                <a:extLst>
                  <a:ext uri="{FF2B5EF4-FFF2-40B4-BE49-F238E27FC236}">
                    <a16:creationId xmlns:a16="http://schemas.microsoft.com/office/drawing/2014/main" id="{62EAEC06-AFD4-446D-B251-AFE5C3CE0C48}"/>
                  </a:ext>
                </a:extLst>
              </p:cNvPr>
              <p:cNvGrpSpPr/>
              <p:nvPr userDrawn="1"/>
            </p:nvGrpSpPr>
            <p:grpSpPr>
              <a:xfrm>
                <a:off x="0" y="1295400"/>
                <a:ext cx="7010401" cy="46038"/>
                <a:chOff x="0" y="0"/>
                <a:chExt cx="7010400" cy="46037"/>
              </a:xfrm>
            </p:grpSpPr>
            <p:sp>
              <p:nvSpPr>
                <p:cNvPr id="42" name="Rectangle 6">
                  <a:extLst>
                    <a:ext uri="{FF2B5EF4-FFF2-40B4-BE49-F238E27FC236}">
                      <a16:creationId xmlns:a16="http://schemas.microsoft.com/office/drawing/2014/main" id="{D0425501-A502-4ED6-9F4A-96FFB8F43759}"/>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3" name="Rectangle 7">
                  <a:extLst>
                    <a:ext uri="{FF2B5EF4-FFF2-40B4-BE49-F238E27FC236}">
                      <a16:creationId xmlns:a16="http://schemas.microsoft.com/office/drawing/2014/main" id="{B4376F61-06E8-4210-84AB-01C9E7532494}"/>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4" name="Rectangle 8">
                  <a:extLst>
                    <a:ext uri="{FF2B5EF4-FFF2-40B4-BE49-F238E27FC236}">
                      <a16:creationId xmlns:a16="http://schemas.microsoft.com/office/drawing/2014/main" id="{C0D27610-F24A-4687-AE59-C74702169ECF}"/>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6" name="Group 10">
                <a:extLst>
                  <a:ext uri="{FF2B5EF4-FFF2-40B4-BE49-F238E27FC236}">
                    <a16:creationId xmlns:a16="http://schemas.microsoft.com/office/drawing/2014/main" id="{454079E6-F8F6-445B-97A9-73BA8B191521}"/>
                  </a:ext>
                </a:extLst>
              </p:cNvPr>
              <p:cNvGrpSpPr/>
              <p:nvPr userDrawn="1"/>
            </p:nvGrpSpPr>
            <p:grpSpPr>
              <a:xfrm>
                <a:off x="2133600" y="6553200"/>
                <a:ext cx="7010401" cy="46038"/>
                <a:chOff x="0" y="0"/>
                <a:chExt cx="7010400" cy="46037"/>
              </a:xfrm>
            </p:grpSpPr>
            <p:sp>
              <p:nvSpPr>
                <p:cNvPr id="39" name="Rectangle 10">
                  <a:extLst>
                    <a:ext uri="{FF2B5EF4-FFF2-40B4-BE49-F238E27FC236}">
                      <a16:creationId xmlns:a16="http://schemas.microsoft.com/office/drawing/2014/main" id="{15DBB343-9258-4A1F-9BC1-F131A810DF31}"/>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0" name="Rectangle 11">
                  <a:extLst>
                    <a:ext uri="{FF2B5EF4-FFF2-40B4-BE49-F238E27FC236}">
                      <a16:creationId xmlns:a16="http://schemas.microsoft.com/office/drawing/2014/main" id="{AEE6667A-2C4A-4AD6-8105-D8FB5A41C98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1" name="Rectangle 12">
                  <a:extLst>
                    <a:ext uri="{FF2B5EF4-FFF2-40B4-BE49-F238E27FC236}">
                      <a16:creationId xmlns:a16="http://schemas.microsoft.com/office/drawing/2014/main" id="{578E794C-ABBF-499A-91B1-5061295376CD}"/>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7" name="Picture 14" descr="Picture 14">
                <a:extLst>
                  <a:ext uri="{FF2B5EF4-FFF2-40B4-BE49-F238E27FC236}">
                    <a16:creationId xmlns:a16="http://schemas.microsoft.com/office/drawing/2014/main" id="{DF27BAFC-8456-41EF-82D5-DF13AEF6371A}"/>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8" name="TextBox 14">
                <a:extLst>
                  <a:ext uri="{FF2B5EF4-FFF2-40B4-BE49-F238E27FC236}">
                    <a16:creationId xmlns:a16="http://schemas.microsoft.com/office/drawing/2014/main" id="{716A3443-11EE-44A7-8FA8-8FAD0B68BA88}"/>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3" name="Graphic 32">
              <a:extLst>
                <a:ext uri="{FF2B5EF4-FFF2-40B4-BE49-F238E27FC236}">
                  <a16:creationId xmlns:a16="http://schemas.microsoft.com/office/drawing/2014/main" id="{AA136973-CD36-4EB1-8B35-991AF40727E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6657" y="2807158"/>
              <a:ext cx="1410686" cy="1410686"/>
            </a:xfrm>
            <a:prstGeom prst="rect">
              <a:avLst/>
            </a:prstGeom>
          </p:spPr>
        </p:pic>
        <p:pic>
          <p:nvPicPr>
            <p:cNvPr id="34" name="Graphic 33">
              <a:extLst>
                <a:ext uri="{FF2B5EF4-FFF2-40B4-BE49-F238E27FC236}">
                  <a16:creationId xmlns:a16="http://schemas.microsoft.com/office/drawing/2014/main" id="{F503401F-D2DD-4474-BF62-56321768120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80952" y="2061094"/>
              <a:ext cx="5246055" cy="5246055"/>
            </a:xfrm>
            <a:prstGeom prst="rect">
              <a:avLst/>
            </a:prstGeom>
          </p:spPr>
        </p:pic>
      </p:grpSp>
      <p:sp>
        <p:nvSpPr>
          <p:cNvPr id="194" name="Body Level One…"/>
          <p:cNvSpPr txBox="1">
            <a:spLocks noGrp="1"/>
          </p:cNvSpPr>
          <p:nvPr>
            <p:ph type="body" sz="quarter" idx="1"/>
          </p:nvPr>
        </p:nvSpPr>
        <p:spPr>
          <a:xfrm>
            <a:off x="457200" y="1535112"/>
            <a:ext cx="4040188" cy="827088"/>
          </a:xfrm>
          <a:prstGeom prst="rect">
            <a:avLst/>
          </a:prstGeom>
        </p:spPr>
        <p:txBody>
          <a:bodyPr anchor="b">
            <a:normAutofit/>
          </a:bodyPr>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195" name="Text Placeholder 4"/>
          <p:cNvSpPr>
            <a:spLocks noGrp="1"/>
          </p:cNvSpPr>
          <p:nvPr>
            <p:ph type="body" sz="quarter" idx="21"/>
          </p:nvPr>
        </p:nvSpPr>
        <p:spPr>
          <a:xfrm>
            <a:off x="4645025" y="1535112"/>
            <a:ext cx="4041775" cy="827088"/>
          </a:xfrm>
          <a:prstGeom prst="rect">
            <a:avLst/>
          </a:prstGeom>
        </p:spPr>
        <p:txBody>
          <a:bodyPr anchor="b">
            <a:normAutofit/>
          </a:bodyPr>
          <a:lstStyle/>
          <a:p>
            <a:pPr marL="0" indent="0">
              <a:spcBef>
                <a:spcPts val="500"/>
              </a:spcBef>
              <a:buSzTx/>
              <a:buFontTx/>
              <a:buNone/>
              <a:defRPr sz="2400" b="1"/>
            </a:pPr>
            <a:endParaRPr/>
          </a:p>
        </p:txBody>
      </p:sp>
      <p:sp>
        <p:nvSpPr>
          <p:cNvPr id="1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FFFFFF"/>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350C3CAB-9174-4F01-B27C-E112DB3519E4}"/>
              </a:ext>
            </a:extLst>
          </p:cNvPr>
          <p:cNvGrpSpPr/>
          <p:nvPr userDrawn="1"/>
        </p:nvGrpSpPr>
        <p:grpSpPr>
          <a:xfrm>
            <a:off x="-211367" y="-654317"/>
            <a:ext cx="9517143" cy="8232476"/>
            <a:chOff x="-211367" y="-654317"/>
            <a:chExt cx="9517143" cy="8232476"/>
          </a:xfrm>
        </p:grpSpPr>
        <p:pic>
          <p:nvPicPr>
            <p:cNvPr id="29" name="Graphic 28">
              <a:extLst>
                <a:ext uri="{FF2B5EF4-FFF2-40B4-BE49-F238E27FC236}">
                  <a16:creationId xmlns:a16="http://schemas.microsoft.com/office/drawing/2014/main" id="{227BB530-9C97-4605-8FD5-5A17703AD9A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211367" y="4076943"/>
              <a:ext cx="3329835" cy="3329835"/>
            </a:xfrm>
            <a:prstGeom prst="rect">
              <a:avLst/>
            </a:prstGeom>
          </p:spPr>
        </p:pic>
        <p:pic>
          <p:nvPicPr>
            <p:cNvPr id="30" name="Graphic 29">
              <a:extLst>
                <a:ext uri="{FF2B5EF4-FFF2-40B4-BE49-F238E27FC236}">
                  <a16:creationId xmlns:a16="http://schemas.microsoft.com/office/drawing/2014/main" id="{71A33D6D-BA71-4646-903B-B286815BB6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83072" y="4248324"/>
              <a:ext cx="3329835" cy="3329835"/>
            </a:xfrm>
            <a:prstGeom prst="rect">
              <a:avLst/>
            </a:prstGeom>
          </p:spPr>
        </p:pic>
        <p:pic>
          <p:nvPicPr>
            <p:cNvPr id="31" name="Graphic 30">
              <a:extLst>
                <a:ext uri="{FF2B5EF4-FFF2-40B4-BE49-F238E27FC236}">
                  <a16:creationId xmlns:a16="http://schemas.microsoft.com/office/drawing/2014/main" id="{78E137CB-8197-4898-A0DF-757CAB253A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654317"/>
              <a:ext cx="3329835" cy="3329835"/>
            </a:xfrm>
            <a:prstGeom prst="rect">
              <a:avLst/>
            </a:prstGeom>
          </p:spPr>
        </p:pic>
        <p:pic>
          <p:nvPicPr>
            <p:cNvPr id="32" name="Graphic 31">
              <a:extLst>
                <a:ext uri="{FF2B5EF4-FFF2-40B4-BE49-F238E27FC236}">
                  <a16:creationId xmlns:a16="http://schemas.microsoft.com/office/drawing/2014/main" id="{579AC676-1ED7-49C2-B4CD-A1A43DD8B8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5975941" y="-392139"/>
              <a:ext cx="3329835" cy="3329835"/>
            </a:xfrm>
            <a:prstGeom prst="rect">
              <a:avLst/>
            </a:prstGeom>
          </p:spPr>
        </p:pic>
        <p:grpSp>
          <p:nvGrpSpPr>
            <p:cNvPr id="33" name="Group 32">
              <a:extLst>
                <a:ext uri="{FF2B5EF4-FFF2-40B4-BE49-F238E27FC236}">
                  <a16:creationId xmlns:a16="http://schemas.microsoft.com/office/drawing/2014/main" id="{6CD01343-0723-445D-B34F-4090F302B93A}"/>
                </a:ext>
              </a:extLst>
            </p:cNvPr>
            <p:cNvGrpSpPr/>
            <p:nvPr userDrawn="1"/>
          </p:nvGrpSpPr>
          <p:grpSpPr>
            <a:xfrm>
              <a:off x="0" y="0"/>
              <a:ext cx="9144001" cy="6857673"/>
              <a:chOff x="0" y="0"/>
              <a:chExt cx="9144001" cy="6857673"/>
            </a:xfrm>
          </p:grpSpPr>
          <p:grpSp>
            <p:nvGrpSpPr>
              <p:cNvPr id="36" name="Group 6">
                <a:extLst>
                  <a:ext uri="{FF2B5EF4-FFF2-40B4-BE49-F238E27FC236}">
                    <a16:creationId xmlns:a16="http://schemas.microsoft.com/office/drawing/2014/main" id="{D10290F3-E87B-4959-987A-FEB2BA42BE8A}"/>
                  </a:ext>
                </a:extLst>
              </p:cNvPr>
              <p:cNvGrpSpPr/>
              <p:nvPr userDrawn="1"/>
            </p:nvGrpSpPr>
            <p:grpSpPr>
              <a:xfrm>
                <a:off x="0" y="1295400"/>
                <a:ext cx="7010401" cy="46038"/>
                <a:chOff x="0" y="0"/>
                <a:chExt cx="7010400" cy="46037"/>
              </a:xfrm>
            </p:grpSpPr>
            <p:sp>
              <p:nvSpPr>
                <p:cNvPr id="43" name="Rectangle 6">
                  <a:extLst>
                    <a:ext uri="{FF2B5EF4-FFF2-40B4-BE49-F238E27FC236}">
                      <a16:creationId xmlns:a16="http://schemas.microsoft.com/office/drawing/2014/main" id="{C50B156A-F1F3-4D52-95DA-52931FAA8C49}"/>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4" name="Rectangle 7">
                  <a:extLst>
                    <a:ext uri="{FF2B5EF4-FFF2-40B4-BE49-F238E27FC236}">
                      <a16:creationId xmlns:a16="http://schemas.microsoft.com/office/drawing/2014/main" id="{A28F8E31-541D-4B40-9703-5461D8910532}"/>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5" name="Rectangle 8">
                  <a:extLst>
                    <a:ext uri="{FF2B5EF4-FFF2-40B4-BE49-F238E27FC236}">
                      <a16:creationId xmlns:a16="http://schemas.microsoft.com/office/drawing/2014/main" id="{71075D01-A656-45FD-8610-7A1F10DE8B06}"/>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7" name="Group 10">
                <a:extLst>
                  <a:ext uri="{FF2B5EF4-FFF2-40B4-BE49-F238E27FC236}">
                    <a16:creationId xmlns:a16="http://schemas.microsoft.com/office/drawing/2014/main" id="{BE16A811-CCFA-4EA5-9C10-369C8D578E7D}"/>
                  </a:ext>
                </a:extLst>
              </p:cNvPr>
              <p:cNvGrpSpPr/>
              <p:nvPr userDrawn="1"/>
            </p:nvGrpSpPr>
            <p:grpSpPr>
              <a:xfrm>
                <a:off x="2133600" y="6553200"/>
                <a:ext cx="7010401" cy="46038"/>
                <a:chOff x="0" y="0"/>
                <a:chExt cx="7010400" cy="46037"/>
              </a:xfrm>
            </p:grpSpPr>
            <p:sp>
              <p:nvSpPr>
                <p:cNvPr id="40" name="Rectangle 10">
                  <a:extLst>
                    <a:ext uri="{FF2B5EF4-FFF2-40B4-BE49-F238E27FC236}">
                      <a16:creationId xmlns:a16="http://schemas.microsoft.com/office/drawing/2014/main" id="{2D84DAB1-A053-421D-B486-D43B2EBB2E4F}"/>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1" name="Rectangle 11">
                  <a:extLst>
                    <a:ext uri="{FF2B5EF4-FFF2-40B4-BE49-F238E27FC236}">
                      <a16:creationId xmlns:a16="http://schemas.microsoft.com/office/drawing/2014/main" id="{05DAC5A6-24E5-47AE-83BF-F0459FB02883}"/>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2" name="Rectangle 12">
                  <a:extLst>
                    <a:ext uri="{FF2B5EF4-FFF2-40B4-BE49-F238E27FC236}">
                      <a16:creationId xmlns:a16="http://schemas.microsoft.com/office/drawing/2014/main" id="{321A1610-FB39-469A-9D8B-CF107A259D8C}"/>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8" name="Picture 14" descr="Picture 14">
                <a:extLst>
                  <a:ext uri="{FF2B5EF4-FFF2-40B4-BE49-F238E27FC236}">
                    <a16:creationId xmlns:a16="http://schemas.microsoft.com/office/drawing/2014/main" id="{9E29D63C-B053-461C-8490-642D9D2E088C}"/>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9" name="TextBox 14">
                <a:extLst>
                  <a:ext uri="{FF2B5EF4-FFF2-40B4-BE49-F238E27FC236}">
                    <a16:creationId xmlns:a16="http://schemas.microsoft.com/office/drawing/2014/main" id="{8804AEC7-BDD4-459D-A22D-2226BB538972}"/>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4" name="Graphic 33">
              <a:extLst>
                <a:ext uri="{FF2B5EF4-FFF2-40B4-BE49-F238E27FC236}">
                  <a16:creationId xmlns:a16="http://schemas.microsoft.com/office/drawing/2014/main" id="{316A8D8F-3F02-480E-85E1-806322A133D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6657" y="2807158"/>
              <a:ext cx="1410686" cy="1410686"/>
            </a:xfrm>
            <a:prstGeom prst="rect">
              <a:avLst/>
            </a:prstGeom>
          </p:spPr>
        </p:pic>
        <p:pic>
          <p:nvPicPr>
            <p:cNvPr id="35" name="Graphic 34">
              <a:extLst>
                <a:ext uri="{FF2B5EF4-FFF2-40B4-BE49-F238E27FC236}">
                  <a16:creationId xmlns:a16="http://schemas.microsoft.com/office/drawing/2014/main" id="{F08D8C1A-70B1-4A49-AC40-01F8878148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80952" y="2061094"/>
              <a:ext cx="5246055" cy="5246055"/>
            </a:xfrm>
            <a:prstGeom prst="rect">
              <a:avLst/>
            </a:prstGeom>
          </p:spPr>
        </p:pic>
      </p:grpSp>
      <p:sp>
        <p:nvSpPr>
          <p:cNvPr id="337" name="Title Text"/>
          <p:cNvSpPr txBox="1">
            <a:spLocks noGrp="1"/>
          </p:cNvSpPr>
          <p:nvPr>
            <p:ph type="title"/>
          </p:nvPr>
        </p:nvSpPr>
        <p:spPr>
          <a:xfrm>
            <a:off x="1792288" y="5407025"/>
            <a:ext cx="5486401" cy="304800"/>
          </a:xfrm>
          <a:prstGeom prst="rect">
            <a:avLst/>
          </a:prstGeom>
        </p:spPr>
        <p:txBody>
          <a:bodyPr anchor="b"/>
          <a:lstStyle>
            <a:lvl1pPr>
              <a:lnSpc>
                <a:spcPct val="100000"/>
              </a:lnSpc>
              <a:defRPr sz="1800" spc="0">
                <a:solidFill>
                  <a:srgbClr val="000000"/>
                </a:solidFill>
              </a:defRPr>
            </a:lvl1pPr>
          </a:lstStyle>
          <a:p>
            <a:r>
              <a:t>Title Text</a:t>
            </a:r>
          </a:p>
        </p:txBody>
      </p:sp>
      <p:sp>
        <p:nvSpPr>
          <p:cNvPr id="338" name="Body Level One…"/>
          <p:cNvSpPr txBox="1">
            <a:spLocks noGrp="1"/>
          </p:cNvSpPr>
          <p:nvPr>
            <p:ph type="body" sz="quarter" idx="1"/>
          </p:nvPr>
        </p:nvSpPr>
        <p:spPr>
          <a:xfrm>
            <a:off x="1792288" y="5711825"/>
            <a:ext cx="5486401" cy="304800"/>
          </a:xfrm>
          <a:prstGeom prst="rect">
            <a:avLst/>
          </a:prstGeom>
        </p:spPr>
        <p:txBody>
          <a:bodyPr>
            <a:normAutofit/>
          </a:bodyPr>
          <a:lstStyle>
            <a:lvl1pPr marL="0" indent="0">
              <a:spcBef>
                <a:spcPts val="300"/>
              </a:spcBef>
              <a:buSzTx/>
              <a:buFontTx/>
              <a:buNone/>
              <a:defRPr sz="1600"/>
            </a:lvl1pPr>
            <a:lvl2pPr marL="0" indent="457200">
              <a:spcBef>
                <a:spcPts val="300"/>
              </a:spcBef>
              <a:buSzTx/>
              <a:buFontTx/>
              <a:buNone/>
              <a:defRPr sz="1600"/>
            </a:lvl2pPr>
            <a:lvl3pPr marL="0" indent="914400">
              <a:spcBef>
                <a:spcPts val="300"/>
              </a:spcBef>
              <a:buSzTx/>
              <a:buFontTx/>
              <a:buNone/>
              <a:defRPr sz="1600"/>
            </a:lvl3pPr>
            <a:lvl4pPr marL="0" indent="1371600">
              <a:spcBef>
                <a:spcPts val="300"/>
              </a:spcBef>
              <a:buSzTx/>
              <a:buFontTx/>
              <a:buNone/>
              <a:defRPr sz="1600"/>
            </a:lvl4pPr>
            <a:lvl5pPr marL="0" indent="1828800">
              <a:spcBef>
                <a:spcPts val="300"/>
              </a:spcBef>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39" name="Picture Placeholder 2"/>
          <p:cNvSpPr>
            <a:spLocks noGrp="1"/>
          </p:cNvSpPr>
          <p:nvPr>
            <p:ph type="pic" sz="half" idx="21"/>
          </p:nvPr>
        </p:nvSpPr>
        <p:spPr>
          <a:xfrm>
            <a:off x="1792288" y="1828800"/>
            <a:ext cx="5486401" cy="3429000"/>
          </a:xfrm>
          <a:prstGeom prst="rect">
            <a:avLst/>
          </a:prstGeom>
          <a:ln w="57150">
            <a:solidFill>
              <a:srgbClr val="DCE6F2"/>
            </a:solidFill>
            <a:round/>
          </a:ln>
        </p:spPr>
        <p:txBody>
          <a:bodyPr lIns="91439" rIns="91439"/>
          <a:lstStyle/>
          <a:p>
            <a:endParaRPr/>
          </a:p>
        </p:txBody>
      </p:sp>
      <p:sp>
        <p:nvSpPr>
          <p:cNvPr id="3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FFFF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E4C52FF-101A-462E-800F-022BB52CE63F}"/>
              </a:ext>
            </a:extLst>
          </p:cNvPr>
          <p:cNvGrpSpPr/>
          <p:nvPr userDrawn="1"/>
        </p:nvGrpSpPr>
        <p:grpSpPr>
          <a:xfrm>
            <a:off x="-211367" y="-654317"/>
            <a:ext cx="9517143" cy="8232476"/>
            <a:chOff x="-211367" y="-654317"/>
            <a:chExt cx="9517143" cy="8232476"/>
          </a:xfrm>
        </p:grpSpPr>
        <p:pic>
          <p:nvPicPr>
            <p:cNvPr id="18" name="Graphic 17">
              <a:extLst>
                <a:ext uri="{FF2B5EF4-FFF2-40B4-BE49-F238E27FC236}">
                  <a16:creationId xmlns:a16="http://schemas.microsoft.com/office/drawing/2014/main" id="{68CEEAD4-131A-420F-BC4F-B8D910811F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211367" y="4076943"/>
              <a:ext cx="3329835" cy="3329835"/>
            </a:xfrm>
            <a:prstGeom prst="rect">
              <a:avLst/>
            </a:prstGeom>
          </p:spPr>
        </p:pic>
        <p:pic>
          <p:nvPicPr>
            <p:cNvPr id="15" name="Graphic 14">
              <a:extLst>
                <a:ext uri="{FF2B5EF4-FFF2-40B4-BE49-F238E27FC236}">
                  <a16:creationId xmlns:a16="http://schemas.microsoft.com/office/drawing/2014/main" id="{83942759-5305-46F1-9EA5-AB1F17BAFA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83072" y="4248324"/>
              <a:ext cx="3329835" cy="3329835"/>
            </a:xfrm>
            <a:prstGeom prst="rect">
              <a:avLst/>
            </a:prstGeom>
          </p:spPr>
        </p:pic>
        <p:pic>
          <p:nvPicPr>
            <p:cNvPr id="16" name="Graphic 15">
              <a:extLst>
                <a:ext uri="{FF2B5EF4-FFF2-40B4-BE49-F238E27FC236}">
                  <a16:creationId xmlns:a16="http://schemas.microsoft.com/office/drawing/2014/main" id="{1B104A8E-51B2-42E7-B651-568B9D1D36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654317"/>
              <a:ext cx="3329835" cy="3329835"/>
            </a:xfrm>
            <a:prstGeom prst="rect">
              <a:avLst/>
            </a:prstGeom>
          </p:spPr>
        </p:pic>
        <p:pic>
          <p:nvPicPr>
            <p:cNvPr id="17" name="Graphic 16">
              <a:extLst>
                <a:ext uri="{FF2B5EF4-FFF2-40B4-BE49-F238E27FC236}">
                  <a16:creationId xmlns:a16="http://schemas.microsoft.com/office/drawing/2014/main" id="{62F3D4CE-0862-4E00-B299-11A67A5904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5975941" y="-392139"/>
              <a:ext cx="3329835" cy="3329835"/>
            </a:xfrm>
            <a:prstGeom prst="rect">
              <a:avLst/>
            </a:prstGeom>
          </p:spPr>
        </p:pic>
        <p:grpSp>
          <p:nvGrpSpPr>
            <p:cNvPr id="7" name="Group 6">
              <a:extLst>
                <a:ext uri="{FF2B5EF4-FFF2-40B4-BE49-F238E27FC236}">
                  <a16:creationId xmlns:a16="http://schemas.microsoft.com/office/drawing/2014/main" id="{1C5A1F24-1ABA-4385-8DF2-98C8D03B2CCD}"/>
                </a:ext>
              </a:extLst>
            </p:cNvPr>
            <p:cNvGrpSpPr/>
            <p:nvPr userDrawn="1"/>
          </p:nvGrpSpPr>
          <p:grpSpPr>
            <a:xfrm>
              <a:off x="0" y="0"/>
              <a:ext cx="9144001" cy="6857673"/>
              <a:chOff x="0" y="0"/>
              <a:chExt cx="9144001" cy="6857673"/>
            </a:xfrm>
          </p:grpSpPr>
          <p:grpSp>
            <p:nvGrpSpPr>
              <p:cNvPr id="330" name="Group 6"/>
              <p:cNvGrpSpPr/>
              <p:nvPr userDrawn="1"/>
            </p:nvGrpSpPr>
            <p:grpSpPr>
              <a:xfrm>
                <a:off x="0" y="1295400"/>
                <a:ext cx="7010401" cy="46038"/>
                <a:chOff x="0" y="0"/>
                <a:chExt cx="7010400" cy="46037"/>
              </a:xfrm>
            </p:grpSpPr>
            <p:sp>
              <p:nvSpPr>
                <p:cNvPr id="327" name="Rectangle 6"/>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8" name="Rectangle 7"/>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9" name="Rectangle 8"/>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34" name="Group 10"/>
              <p:cNvGrpSpPr/>
              <p:nvPr userDrawn="1"/>
            </p:nvGrpSpPr>
            <p:grpSpPr>
              <a:xfrm>
                <a:off x="2133600" y="6553200"/>
                <a:ext cx="7010401" cy="46038"/>
                <a:chOff x="0" y="0"/>
                <a:chExt cx="7010400" cy="46037"/>
              </a:xfrm>
            </p:grpSpPr>
            <p:sp>
              <p:nvSpPr>
                <p:cNvPr id="331" name="Rectangle 10"/>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2" name="Rectangle 11"/>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3" name="Rectangle 12"/>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35" name="Picture 14" descr="Picture 14"/>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36" name="TextBox 14"/>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 name="Graphic 2">
              <a:extLst>
                <a:ext uri="{FF2B5EF4-FFF2-40B4-BE49-F238E27FC236}">
                  <a16:creationId xmlns:a16="http://schemas.microsoft.com/office/drawing/2014/main" id="{B778ADC1-BEF0-4061-926A-4839BEC48F1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6657" y="2807158"/>
              <a:ext cx="1410686" cy="1410686"/>
            </a:xfrm>
            <a:prstGeom prst="rect">
              <a:avLst/>
            </a:prstGeom>
          </p:spPr>
        </p:pic>
        <p:pic>
          <p:nvPicPr>
            <p:cNvPr id="5" name="Graphic 4">
              <a:extLst>
                <a:ext uri="{FF2B5EF4-FFF2-40B4-BE49-F238E27FC236}">
                  <a16:creationId xmlns:a16="http://schemas.microsoft.com/office/drawing/2014/main" id="{68C4D830-E082-446B-B643-5F87F72600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80952" y="2061094"/>
              <a:ext cx="5246055" cy="5246055"/>
            </a:xfrm>
            <a:prstGeom prst="rect">
              <a:avLst/>
            </a:prstGeom>
          </p:spPr>
        </p:pic>
      </p:grpSp>
    </p:spTree>
    <p:extLst>
      <p:ext uri="{BB962C8B-B14F-4D97-AF65-F5344CB8AC3E}">
        <p14:creationId xmlns:p14="http://schemas.microsoft.com/office/powerpoint/2010/main" val="203690160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l"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8" name="TextBox 7"/>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9" name="TextBox 8"/>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524618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0" name="TextBox 9"/>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7" name="TextBox 16"/>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8" name="TextBox 17"/>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728703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6629401"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TextBox 8"/>
          <p:cNvSpPr txBox="1"/>
          <p:nvPr/>
        </p:nvSpPr>
        <p:spPr>
          <a:xfrm>
            <a:off x="6858000" y="7620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0" name="TextBox 9"/>
          <p:cNvSpPr txBox="1"/>
          <p:nvPr/>
        </p:nvSpPr>
        <p:spPr>
          <a:xfrm>
            <a:off x="7086600" y="11715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45010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5244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14" name="TextBox 13"/>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Content Placeholder 2"/>
          <p:cNvSpPr>
            <a:spLocks noGrp="1"/>
          </p:cNvSpPr>
          <p:nvPr>
            <p:ph sz="half" idx="1"/>
          </p:nvPr>
        </p:nvSpPr>
        <p:spPr>
          <a:xfrm>
            <a:off x="4572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63518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7" name="TextBox 16"/>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362201"/>
            <a:ext cx="4040188"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2"/>
            <a:ext cx="4041775"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362201"/>
            <a:ext cx="4041775"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03042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3" name="TextBox 12"/>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901314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5" name="TextBox 14"/>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Content Placeholder 2"/>
          <p:cNvSpPr>
            <a:spLocks noGrp="1"/>
          </p:cNvSpPr>
          <p:nvPr>
            <p:ph idx="1"/>
          </p:nvPr>
        </p:nvSpPr>
        <p:spPr>
          <a:xfrm>
            <a:off x="3575050" y="1600202"/>
            <a:ext cx="5111750" cy="452596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0202"/>
            <a:ext cx="3008313" cy="45259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577683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5" name="TextBox 14"/>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35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94119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3" name="TextBox 12"/>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6172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3"/>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7" y="381002"/>
            <a:ext cx="692151" cy="2193925"/>
          </a:xfrm>
          <a:prstGeom prst="rect">
            <a:avLst/>
          </a:prstGeom>
          <a:noFill/>
          <a:ln w="9525">
            <a:noFill/>
            <a:miter lim="800000"/>
            <a:headEnd/>
            <a:tailEnd/>
          </a:ln>
        </p:spPr>
      </p:pic>
      <p:sp>
        <p:nvSpPr>
          <p:cNvPr id="10" name="TextBox 9"/>
          <p:cNvSpPr txBox="1"/>
          <p:nvPr/>
        </p:nvSpPr>
        <p:spPr>
          <a:xfrm rot="5400000">
            <a:off x="-2794793" y="3826196"/>
            <a:ext cx="5867400" cy="196208"/>
          </a:xfrm>
          <a:prstGeom prst="rect">
            <a:avLst/>
          </a:prstGeom>
          <a:noFill/>
        </p:spPr>
        <p:txBody>
          <a:bodyPr>
            <a:spAutoFit/>
          </a:bodyPr>
          <a:lstStyle/>
          <a:p>
            <a:pPr algn="r" rtl="0" fontAlgn="base">
              <a:spcBef>
                <a:spcPct val="0"/>
              </a:spcBef>
              <a:spcAft>
                <a:spcPct val="0"/>
              </a:spcAft>
              <a:defRPr/>
            </a:pPr>
            <a:r>
              <a:rPr lang="en-US" sz="675" b="1" kern="1200" dirty="0">
                <a:solidFill>
                  <a:srgbClr val="101141"/>
                </a:solidFill>
                <a:latin typeface="Arial"/>
                <a:ea typeface="+mn-ea"/>
                <a:cs typeface="Arial"/>
              </a:rPr>
              <a:t>BITS </a:t>
            </a:r>
            <a:r>
              <a:rPr lang="en-US" sz="675" kern="1200" dirty="0">
                <a:solidFill>
                  <a:srgbClr val="101141"/>
                </a:solidFill>
                <a:latin typeface="Arial"/>
                <a:ea typeface="+mn-ea"/>
                <a:cs typeface="Arial"/>
              </a:rPr>
              <a:t>Pilani, Pilani Campus</a:t>
            </a:r>
          </a:p>
        </p:txBody>
      </p:sp>
      <p:sp>
        <p:nvSpPr>
          <p:cNvPr id="3" name="Vertical Text Placeholder 2"/>
          <p:cNvSpPr>
            <a:spLocks noGrp="1"/>
          </p:cNvSpPr>
          <p:nvPr>
            <p:ph type="body" orient="vert" idx="1"/>
          </p:nvPr>
        </p:nvSpPr>
        <p:spPr>
          <a:xfrm>
            <a:off x="1219200" y="38100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46735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0" name="TextBox 9"/>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0749073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2"/>
            <a:ext cx="2133600" cy="365125"/>
          </a:xfrm>
          <a:prstGeom prst="rect">
            <a:avLst/>
          </a:prstGeom>
        </p:spPr>
        <p:txBody>
          <a:bodyPr/>
          <a:lstStyle/>
          <a:p>
            <a:pPr>
              <a:defRPr/>
            </a:pPr>
            <a:fld id="{460CB459-1A4D-47F4-A8EE-5438035C956C}" type="datetime1">
              <a:rPr lang="en-US">
                <a:solidFill>
                  <a:prstClr val="black">
                    <a:tint val="75000"/>
                  </a:prstClr>
                </a:solidFill>
              </a:rPr>
              <a:pPr>
                <a:defRPr/>
              </a:pPr>
              <a:t>7/19/2026</a:t>
            </a:fld>
            <a:endParaRPr lang="en-US">
              <a:solidFill>
                <a:prstClr val="black">
                  <a:tint val="75000"/>
                </a:prstClr>
              </a:solidFill>
            </a:endParaRPr>
          </a:p>
        </p:txBody>
      </p:sp>
      <p:sp>
        <p:nvSpPr>
          <p:cNvPr id="3" name="Footer Placeholder 2"/>
          <p:cNvSpPr>
            <a:spLocks noGrp="1"/>
          </p:cNvSpPr>
          <p:nvPr>
            <p:ph type="ftr" sz="quarter" idx="11"/>
          </p:nvPr>
        </p:nvSpPr>
        <p:spPr>
          <a:xfrm>
            <a:off x="3124200" y="6356352"/>
            <a:ext cx="2895600" cy="365125"/>
          </a:xfrm>
          <a:prstGeom prst="rect">
            <a:avLst/>
          </a:prstGeom>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a:xfrm>
            <a:off x="6553200" y="6356352"/>
            <a:ext cx="21336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368390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0" y="0"/>
            <a:ext cx="8160907"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42837566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156490" y="397663"/>
            <a:ext cx="6831018" cy="543226"/>
          </a:xfrm>
        </p:spPr>
        <p:txBody>
          <a:bodyPr lIns="0" tIns="0" rIns="0" bIns="0"/>
          <a:lstStyle>
            <a:lvl1pPr>
              <a:defRPr sz="3530" b="1" i="0">
                <a:solidFill>
                  <a:srgbClr val="0000CC"/>
                </a:solidFill>
                <a:latin typeface="Trebuchet MS"/>
                <a:cs typeface="Trebuchet MS"/>
              </a:defRPr>
            </a:lvl1pPr>
          </a:lstStyle>
          <a:p>
            <a:endParaRPr/>
          </a:p>
        </p:txBody>
      </p:sp>
      <p:sp>
        <p:nvSpPr>
          <p:cNvPr id="3" name="Holder 3"/>
          <p:cNvSpPr>
            <a:spLocks noGrp="1"/>
          </p:cNvSpPr>
          <p:nvPr>
            <p:ph type="body" idx="1"/>
          </p:nvPr>
        </p:nvSpPr>
        <p:spPr>
          <a:xfrm>
            <a:off x="1100050" y="2476947"/>
            <a:ext cx="7326745" cy="434606"/>
          </a:xfrm>
        </p:spPr>
        <p:txBody>
          <a:bodyPr lIns="0" tIns="0" rIns="0" bIns="0"/>
          <a:lstStyle>
            <a:lvl1pPr>
              <a:defRPr sz="2824" b="0" i="0">
                <a:solidFill>
                  <a:schemeClr val="tx1"/>
                </a:solidFill>
                <a:latin typeface="Comic Sans MS"/>
                <a:cs typeface="Comic Sans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7/19/2026</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059" b="0" i="0">
                <a:solidFill>
                  <a:srgbClr val="898989"/>
                </a:solidFill>
                <a:latin typeface="Arial"/>
                <a:cs typeface="Arial"/>
              </a:defRPr>
            </a:lvl1pPr>
          </a:lstStyle>
          <a:p>
            <a:pPr marL="11206">
              <a:lnSpc>
                <a:spcPts val="1094"/>
              </a:lnSpc>
            </a:pPr>
            <a:r>
              <a:rPr lang="en-IN" spc="-53"/>
              <a:t>1</a:t>
            </a:r>
            <a:fld id="{81D60167-4931-47E6-BA6A-407CBD079E47}" type="slidenum">
              <a:rPr spc="-53" smtClean="0"/>
              <a:pPr marL="11206">
                <a:lnSpc>
                  <a:spcPts val="1094"/>
                </a:lnSpc>
              </a:pPr>
              <a:t>‹#›</a:t>
            </a:fld>
            <a:endParaRPr spc="-53" dirty="0"/>
          </a:p>
        </p:txBody>
      </p:sp>
    </p:spTree>
    <p:extLst>
      <p:ext uri="{BB962C8B-B14F-4D97-AF65-F5344CB8AC3E}">
        <p14:creationId xmlns:p14="http://schemas.microsoft.com/office/powerpoint/2010/main" val="11875224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1658938" y="1600202"/>
            <a:ext cx="6837363" cy="3200399"/>
            <a:chOff x="1045" y="1008"/>
            <a:chExt cx="4307" cy="2016"/>
          </a:xfrm>
        </p:grpSpPr>
        <p:sp>
          <p:nvSpPr>
            <p:cNvPr id="5" name="Oval 3"/>
            <p:cNvSpPr>
              <a:spLocks noChangeArrowheads="1"/>
            </p:cNvSpPr>
            <p:nvPr/>
          </p:nvSpPr>
          <p:spPr bwMode="hidden">
            <a:xfrm flipH="1">
              <a:off x="4392" y="1008"/>
              <a:ext cx="960" cy="96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6" name="Oval 4"/>
            <p:cNvSpPr>
              <a:spLocks noChangeArrowheads="1"/>
            </p:cNvSpPr>
            <p:nvPr/>
          </p:nvSpPr>
          <p:spPr bwMode="hidden">
            <a:xfrm flipH="1">
              <a:off x="3264" y="1008"/>
              <a:ext cx="960" cy="96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7" name="Oval 5"/>
            <p:cNvSpPr>
              <a:spLocks noChangeArrowheads="1"/>
            </p:cNvSpPr>
            <p:nvPr/>
          </p:nvSpPr>
          <p:spPr bwMode="hidden">
            <a:xfrm flipH="1">
              <a:off x="2136" y="1008"/>
              <a:ext cx="960" cy="960"/>
            </a:xfrm>
            <a:prstGeom prst="ellipse">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8" name="Oval 6"/>
            <p:cNvSpPr>
              <a:spLocks noChangeArrowheads="1"/>
            </p:cNvSpPr>
            <p:nvPr/>
          </p:nvSpPr>
          <p:spPr bwMode="hidden">
            <a:xfrm flipH="1">
              <a:off x="2136" y="2064"/>
              <a:ext cx="960" cy="960"/>
            </a:xfrm>
            <a:prstGeom prst="ellipse">
              <a:avLst/>
            </a:prstGeom>
            <a:solidFill>
              <a:schemeClr val="accent2"/>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9" name="Oval 7"/>
            <p:cNvSpPr>
              <a:spLocks noChangeArrowheads="1"/>
            </p:cNvSpPr>
            <p:nvPr/>
          </p:nvSpPr>
          <p:spPr bwMode="hidden">
            <a:xfrm flipH="1">
              <a:off x="1045" y="2064"/>
              <a:ext cx="960" cy="96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10" name="Oval 8"/>
            <p:cNvSpPr>
              <a:spLocks noChangeArrowheads="1"/>
            </p:cNvSpPr>
            <p:nvPr/>
          </p:nvSpPr>
          <p:spPr bwMode="hidden">
            <a:xfrm flipH="1">
              <a:off x="4392" y="2064"/>
              <a:ext cx="960" cy="960"/>
            </a:xfrm>
            <a:prstGeom prst="ellipse">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grpSp>
      <p:sp>
        <p:nvSpPr>
          <p:cNvPr id="12300" name="Rectangle 12"/>
          <p:cNvSpPr>
            <a:spLocks noGrp="1" noChangeArrowheads="1"/>
          </p:cNvSpPr>
          <p:nvPr>
            <p:ph type="ctrTitle"/>
          </p:nvPr>
        </p:nvSpPr>
        <p:spPr>
          <a:xfrm>
            <a:off x="685800" y="1219203"/>
            <a:ext cx="7772400" cy="1933574"/>
          </a:xfrm>
        </p:spPr>
        <p:txBody>
          <a:bodyPr anchor="b"/>
          <a:lstStyle>
            <a:lvl1pPr algn="r">
              <a:defRPr sz="3302"/>
            </a:lvl1pPr>
          </a:lstStyle>
          <a:p>
            <a:r>
              <a:rPr lang="en-US"/>
              <a:t>Click to edit Master title style</a:t>
            </a:r>
          </a:p>
        </p:txBody>
      </p:sp>
      <p:sp>
        <p:nvSpPr>
          <p:cNvPr id="12301" name="Rectangle 13"/>
          <p:cNvSpPr>
            <a:spLocks noGrp="1" noChangeArrowheads="1"/>
          </p:cNvSpPr>
          <p:nvPr>
            <p:ph type="subTitle" idx="1"/>
          </p:nvPr>
        </p:nvSpPr>
        <p:spPr>
          <a:xfrm>
            <a:off x="2057400" y="3505201"/>
            <a:ext cx="6400800" cy="1752599"/>
          </a:xfrm>
        </p:spPr>
        <p:txBody>
          <a:bodyPr/>
          <a:lstStyle>
            <a:lvl1pPr marL="0" indent="0" algn="r">
              <a:buFont typeface="Wingdings" pitchFamily="2" charset="2"/>
              <a:buNone/>
              <a:defRPr/>
            </a:lvl1pPr>
          </a:lstStyle>
          <a:p>
            <a:r>
              <a:rPr lang="en-US"/>
              <a:t>Click to edit Master subtitle style</a:t>
            </a:r>
          </a:p>
        </p:txBody>
      </p:sp>
      <p:sp>
        <p:nvSpPr>
          <p:cNvPr id="11" name="Rectangle 9"/>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12" name="Rectangle 10"/>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13" name="Rectangle 11"/>
          <p:cNvSpPr>
            <a:spLocks noGrp="1" noChangeArrowheads="1"/>
          </p:cNvSpPr>
          <p:nvPr>
            <p:ph type="sldNum" sz="quarter" idx="12"/>
          </p:nvPr>
        </p:nvSpPr>
        <p:spPr/>
        <p:txBody>
          <a:bodyPr/>
          <a:lstStyle>
            <a:lvl1pPr>
              <a:defRPr/>
            </a:lvl1pPr>
          </a:lstStyle>
          <a:p>
            <a:fld id="{6A01BCCE-377D-4E9C-94D3-7D024109DE55}"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1786067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11"/>
          <p:cNvSpPr>
            <a:spLocks noGrp="1" noChangeArrowheads="1"/>
          </p:cNvSpPr>
          <p:nvPr>
            <p:ph type="sldNum" sz="quarter" idx="12"/>
          </p:nvPr>
        </p:nvSpPr>
        <p:spPr>
          <a:ln/>
        </p:spPr>
        <p:txBody>
          <a:bodyPr/>
          <a:lstStyle>
            <a:lvl1pPr>
              <a:defRPr/>
            </a:lvl1pPr>
          </a:lstStyle>
          <a:p>
            <a:fld id="{C684496E-3EC5-4389-B35A-6DA22AD2ED7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426644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2" y="4406902"/>
            <a:ext cx="7772400" cy="1362074"/>
          </a:xfrm>
        </p:spPr>
        <p:txBody>
          <a:bodyPr anchor="t"/>
          <a:lstStyle>
            <a:lvl1pPr algn="l">
              <a:defRPr sz="3001" b="1" cap="all"/>
            </a:lvl1pPr>
          </a:lstStyle>
          <a:p>
            <a:r>
              <a:rPr lang="en-US"/>
              <a:t>Click to edit Master title style</a:t>
            </a:r>
          </a:p>
        </p:txBody>
      </p:sp>
      <p:sp>
        <p:nvSpPr>
          <p:cNvPr id="3" name="Text Placeholder 2"/>
          <p:cNvSpPr>
            <a:spLocks noGrp="1"/>
          </p:cNvSpPr>
          <p:nvPr>
            <p:ph type="body" idx="1"/>
          </p:nvPr>
        </p:nvSpPr>
        <p:spPr>
          <a:xfrm>
            <a:off x="722312" y="2906714"/>
            <a:ext cx="7772400" cy="1500188"/>
          </a:xfrm>
        </p:spPr>
        <p:txBody>
          <a:bodyPr anchor="b"/>
          <a:lstStyle>
            <a:lvl1pPr marL="0" indent="0">
              <a:buNone/>
              <a:defRPr sz="1500"/>
            </a:lvl1pPr>
            <a:lvl2pPr marL="343032" indent="0">
              <a:buNone/>
              <a:defRPr sz="1351"/>
            </a:lvl2pPr>
            <a:lvl3pPr marL="686065" indent="0">
              <a:buNone/>
              <a:defRPr sz="1201"/>
            </a:lvl3pPr>
            <a:lvl4pPr marL="1029097" indent="0">
              <a:buNone/>
              <a:defRPr sz="1050"/>
            </a:lvl4pPr>
            <a:lvl5pPr marL="1372129" indent="0">
              <a:buNone/>
              <a:defRPr sz="1050"/>
            </a:lvl5pPr>
            <a:lvl6pPr marL="1715162" indent="0">
              <a:buNone/>
              <a:defRPr sz="1050"/>
            </a:lvl6pPr>
            <a:lvl7pPr marL="2058194" indent="0">
              <a:buNone/>
              <a:defRPr sz="1050"/>
            </a:lvl7pPr>
            <a:lvl8pPr marL="2401225" indent="0">
              <a:buNone/>
              <a:defRPr sz="1050"/>
            </a:lvl8pPr>
            <a:lvl9pPr marL="2744259" indent="0">
              <a:buNone/>
              <a:defRPr sz="1050"/>
            </a:lvl9pPr>
          </a:lstStyle>
          <a:p>
            <a:pPr lvl="0"/>
            <a:r>
              <a:rPr lang="en-US"/>
              <a:t>Click to edit Master text styles</a:t>
            </a:r>
          </a:p>
        </p:txBody>
      </p:sp>
      <p:sp>
        <p:nvSpPr>
          <p:cNvPr id="4"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11"/>
          <p:cNvSpPr>
            <a:spLocks noGrp="1" noChangeArrowheads="1"/>
          </p:cNvSpPr>
          <p:nvPr>
            <p:ph type="sldNum" sz="quarter" idx="12"/>
          </p:nvPr>
        </p:nvSpPr>
        <p:spPr>
          <a:ln/>
        </p:spPr>
        <p:txBody>
          <a:bodyPr/>
          <a:lstStyle>
            <a:lvl1pPr>
              <a:defRPr/>
            </a:lvl1pPr>
          </a:lstStyle>
          <a:p>
            <a:fld id="{B02BF747-CDA0-49BF-B790-E9601617A72A}"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6367047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1" cy="4530725"/>
          </a:xfrm>
        </p:spPr>
        <p:txBody>
          <a:bodyPr/>
          <a:lstStyle>
            <a:lvl1pPr>
              <a:defRPr sz="2101"/>
            </a:lvl1pPr>
            <a:lvl2pPr>
              <a:defRPr sz="1800"/>
            </a:lvl2pPr>
            <a:lvl3pPr>
              <a:defRPr sz="1500"/>
            </a:lvl3pPr>
            <a:lvl4pPr>
              <a:defRPr sz="1351"/>
            </a:lvl4pPr>
            <a:lvl5pPr>
              <a:defRPr sz="1351"/>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199" y="1600201"/>
            <a:ext cx="4038601" cy="4530725"/>
          </a:xfrm>
        </p:spPr>
        <p:txBody>
          <a:bodyPr/>
          <a:lstStyle>
            <a:lvl1pPr>
              <a:defRPr sz="2101"/>
            </a:lvl1pPr>
            <a:lvl2pPr>
              <a:defRPr sz="1800"/>
            </a:lvl2pPr>
            <a:lvl3pPr>
              <a:defRPr sz="1500"/>
            </a:lvl3pPr>
            <a:lvl4pPr>
              <a:defRPr sz="1351"/>
            </a:lvl4pPr>
            <a:lvl5pPr>
              <a:defRPr sz="1351"/>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11"/>
          <p:cNvSpPr>
            <a:spLocks noGrp="1" noChangeArrowheads="1"/>
          </p:cNvSpPr>
          <p:nvPr>
            <p:ph type="sldNum" sz="quarter" idx="12"/>
          </p:nvPr>
        </p:nvSpPr>
        <p:spPr>
          <a:ln/>
        </p:spPr>
        <p:txBody>
          <a:bodyPr/>
          <a:lstStyle>
            <a:lvl1pPr>
              <a:defRPr/>
            </a:lvl1pPr>
          </a:lstStyle>
          <a:p>
            <a:fld id="{9CFA2C0D-D475-4A55-BFB0-96691E44CE77}"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8705781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1800" b="1"/>
            </a:lvl1pPr>
            <a:lvl2pPr marL="343032" indent="0">
              <a:buNone/>
              <a:defRPr sz="1500" b="1"/>
            </a:lvl2pPr>
            <a:lvl3pPr marL="686065" indent="0">
              <a:buNone/>
              <a:defRPr sz="1351" b="1"/>
            </a:lvl3pPr>
            <a:lvl4pPr marL="1029097" indent="0">
              <a:buNone/>
              <a:defRPr sz="1201" b="1"/>
            </a:lvl4pPr>
            <a:lvl5pPr marL="1372129" indent="0">
              <a:buNone/>
              <a:defRPr sz="1201" b="1"/>
            </a:lvl5pPr>
            <a:lvl6pPr marL="1715162" indent="0">
              <a:buNone/>
              <a:defRPr sz="1201" b="1"/>
            </a:lvl6pPr>
            <a:lvl7pPr marL="2058194" indent="0">
              <a:buNone/>
              <a:defRPr sz="1201" b="1"/>
            </a:lvl7pPr>
            <a:lvl8pPr marL="2401225" indent="0">
              <a:buNone/>
              <a:defRPr sz="1201" b="1"/>
            </a:lvl8pPr>
            <a:lvl9pPr marL="2744259" indent="0">
              <a:buNone/>
              <a:defRPr sz="1201" b="1"/>
            </a:lvl9pPr>
          </a:lstStyle>
          <a:p>
            <a:pPr lvl="0"/>
            <a:r>
              <a:rPr lang="en-US"/>
              <a:t>Click to edit Master text styles</a:t>
            </a:r>
          </a:p>
        </p:txBody>
      </p:sp>
      <p:sp>
        <p:nvSpPr>
          <p:cNvPr id="4" name="Content Placeholder 3"/>
          <p:cNvSpPr>
            <a:spLocks noGrp="1"/>
          </p:cNvSpPr>
          <p:nvPr>
            <p:ph sz="half" idx="2"/>
          </p:nvPr>
        </p:nvSpPr>
        <p:spPr>
          <a:xfrm>
            <a:off x="457201" y="2174876"/>
            <a:ext cx="4040188" cy="3951289"/>
          </a:xfrm>
        </p:spPr>
        <p:txBody>
          <a:bodyPr/>
          <a:lstStyle>
            <a:lvl1pPr>
              <a:defRPr sz="1800"/>
            </a:lvl1pPr>
            <a:lvl2pPr>
              <a:defRPr sz="1500"/>
            </a:lvl2pPr>
            <a:lvl3pPr>
              <a:defRPr sz="1351"/>
            </a:lvl3pPr>
            <a:lvl4pPr>
              <a:defRPr sz="1201"/>
            </a:lvl4pPr>
            <a:lvl5pPr>
              <a:defRPr sz="1201"/>
            </a:lvl5pPr>
            <a:lvl6pPr>
              <a:defRPr sz="1201"/>
            </a:lvl6pPr>
            <a:lvl7pPr>
              <a:defRPr sz="1201"/>
            </a:lvl7pPr>
            <a:lvl8pPr>
              <a:defRPr sz="1201"/>
            </a:lvl8pPr>
            <a:lvl9pPr>
              <a:defRPr sz="12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4" y="1535113"/>
            <a:ext cx="4041776" cy="639762"/>
          </a:xfrm>
        </p:spPr>
        <p:txBody>
          <a:bodyPr anchor="b"/>
          <a:lstStyle>
            <a:lvl1pPr marL="0" indent="0">
              <a:buNone/>
              <a:defRPr sz="1800" b="1"/>
            </a:lvl1pPr>
            <a:lvl2pPr marL="343032" indent="0">
              <a:buNone/>
              <a:defRPr sz="1500" b="1"/>
            </a:lvl2pPr>
            <a:lvl3pPr marL="686065" indent="0">
              <a:buNone/>
              <a:defRPr sz="1351" b="1"/>
            </a:lvl3pPr>
            <a:lvl4pPr marL="1029097" indent="0">
              <a:buNone/>
              <a:defRPr sz="1201" b="1"/>
            </a:lvl4pPr>
            <a:lvl5pPr marL="1372129" indent="0">
              <a:buNone/>
              <a:defRPr sz="1201" b="1"/>
            </a:lvl5pPr>
            <a:lvl6pPr marL="1715162" indent="0">
              <a:buNone/>
              <a:defRPr sz="1201" b="1"/>
            </a:lvl6pPr>
            <a:lvl7pPr marL="2058194" indent="0">
              <a:buNone/>
              <a:defRPr sz="1201" b="1"/>
            </a:lvl7pPr>
            <a:lvl8pPr marL="2401225" indent="0">
              <a:buNone/>
              <a:defRPr sz="1201" b="1"/>
            </a:lvl8pPr>
            <a:lvl9pPr marL="2744259" indent="0">
              <a:buNone/>
              <a:defRPr sz="1201" b="1"/>
            </a:lvl9pPr>
          </a:lstStyle>
          <a:p>
            <a:pPr lvl="0"/>
            <a:r>
              <a:rPr lang="en-US"/>
              <a:t>Click to edit Master text styles</a:t>
            </a:r>
          </a:p>
        </p:txBody>
      </p:sp>
      <p:sp>
        <p:nvSpPr>
          <p:cNvPr id="6" name="Content Placeholder 5"/>
          <p:cNvSpPr>
            <a:spLocks noGrp="1"/>
          </p:cNvSpPr>
          <p:nvPr>
            <p:ph sz="quarter" idx="4"/>
          </p:nvPr>
        </p:nvSpPr>
        <p:spPr>
          <a:xfrm>
            <a:off x="4645024" y="2174876"/>
            <a:ext cx="4041776" cy="3951289"/>
          </a:xfrm>
        </p:spPr>
        <p:txBody>
          <a:bodyPr/>
          <a:lstStyle>
            <a:lvl1pPr>
              <a:defRPr sz="1800"/>
            </a:lvl1pPr>
            <a:lvl2pPr>
              <a:defRPr sz="1500"/>
            </a:lvl2pPr>
            <a:lvl3pPr>
              <a:defRPr sz="1351"/>
            </a:lvl3pPr>
            <a:lvl4pPr>
              <a:defRPr sz="1201"/>
            </a:lvl4pPr>
            <a:lvl5pPr>
              <a:defRPr sz="1201"/>
            </a:lvl5pPr>
            <a:lvl6pPr>
              <a:defRPr sz="1201"/>
            </a:lvl6pPr>
            <a:lvl7pPr>
              <a:defRPr sz="1201"/>
            </a:lvl7pPr>
            <a:lvl8pPr>
              <a:defRPr sz="1201"/>
            </a:lvl8pPr>
            <a:lvl9pPr>
              <a:defRPr sz="12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11"/>
          <p:cNvSpPr>
            <a:spLocks noGrp="1" noChangeArrowheads="1"/>
          </p:cNvSpPr>
          <p:nvPr>
            <p:ph type="sldNum" sz="quarter" idx="12"/>
          </p:nvPr>
        </p:nvSpPr>
        <p:spPr>
          <a:ln/>
        </p:spPr>
        <p:txBody>
          <a:bodyPr/>
          <a:lstStyle>
            <a:lvl1pPr>
              <a:defRPr/>
            </a:lvl1pPr>
          </a:lstStyle>
          <a:p>
            <a:fld id="{FD7C5318-4236-4A88-AB37-3C21C47A6BE4}"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097980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11"/>
          <p:cNvSpPr>
            <a:spLocks noGrp="1" noChangeArrowheads="1"/>
          </p:cNvSpPr>
          <p:nvPr>
            <p:ph type="sldNum" sz="quarter" idx="12"/>
          </p:nvPr>
        </p:nvSpPr>
        <p:spPr>
          <a:ln/>
        </p:spPr>
        <p:txBody>
          <a:bodyPr/>
          <a:lstStyle>
            <a:lvl1pPr>
              <a:defRPr/>
            </a:lvl1pPr>
          </a:lstStyle>
          <a:p>
            <a:fld id="{B4CEF0F2-62A5-409E-B6F8-FFEE6D3DD814}"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946613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11"/>
          <p:cNvSpPr>
            <a:spLocks noGrp="1" noChangeArrowheads="1"/>
          </p:cNvSpPr>
          <p:nvPr>
            <p:ph type="sldNum" sz="quarter" idx="12"/>
          </p:nvPr>
        </p:nvSpPr>
        <p:spPr>
          <a:ln/>
        </p:spPr>
        <p:txBody>
          <a:bodyPr/>
          <a:lstStyle>
            <a:lvl1pPr>
              <a:defRPr/>
            </a:lvl1pPr>
          </a:lstStyle>
          <a:p>
            <a:fld id="{6E85B293-9C08-410B-84C8-444FDDCE6B0B}"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2001261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2"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0"/>
            <a:ext cx="5111749" cy="5853114"/>
          </a:xfrm>
        </p:spPr>
        <p:txBody>
          <a:bodyPr/>
          <a:lstStyle>
            <a:lvl1pPr>
              <a:defRPr sz="2401"/>
            </a:lvl1pPr>
            <a:lvl2pPr>
              <a:defRPr sz="2101"/>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0"/>
            <a:ext cx="3008312" cy="4691063"/>
          </a:xfrm>
        </p:spPr>
        <p:txBody>
          <a:bodyPr/>
          <a:lstStyle>
            <a:lvl1pPr marL="0" indent="0">
              <a:buNone/>
              <a:defRPr sz="1050"/>
            </a:lvl1pPr>
            <a:lvl2pPr marL="343032" indent="0">
              <a:buNone/>
              <a:defRPr sz="901"/>
            </a:lvl2pPr>
            <a:lvl3pPr marL="686065" indent="0">
              <a:buNone/>
              <a:defRPr sz="750"/>
            </a:lvl3pPr>
            <a:lvl4pPr marL="1029097" indent="0">
              <a:buNone/>
              <a:defRPr sz="676"/>
            </a:lvl4pPr>
            <a:lvl5pPr marL="1372129" indent="0">
              <a:buNone/>
              <a:defRPr sz="676"/>
            </a:lvl5pPr>
            <a:lvl6pPr marL="1715162" indent="0">
              <a:buNone/>
              <a:defRPr sz="676"/>
            </a:lvl6pPr>
            <a:lvl7pPr marL="2058194" indent="0">
              <a:buNone/>
              <a:defRPr sz="676"/>
            </a:lvl7pPr>
            <a:lvl8pPr marL="2401225" indent="0">
              <a:buNone/>
              <a:defRPr sz="676"/>
            </a:lvl8pPr>
            <a:lvl9pPr marL="2744259" indent="0">
              <a:buNone/>
              <a:defRPr sz="676"/>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11"/>
          <p:cNvSpPr>
            <a:spLocks noGrp="1" noChangeArrowheads="1"/>
          </p:cNvSpPr>
          <p:nvPr>
            <p:ph type="sldNum" sz="quarter" idx="12"/>
          </p:nvPr>
        </p:nvSpPr>
        <p:spPr>
          <a:ln/>
        </p:spPr>
        <p:txBody>
          <a:bodyPr/>
          <a:lstStyle>
            <a:lvl1pPr>
              <a:defRPr/>
            </a:lvl1pPr>
          </a:lstStyle>
          <a:p>
            <a:fld id="{EDCCC6B8-8EB3-4F39-85BF-FDD91CFBC6CF}"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572320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4"/>
            <a:ext cx="5486400" cy="4114800"/>
          </a:xfrm>
        </p:spPr>
        <p:txBody>
          <a:bodyPr/>
          <a:lstStyle>
            <a:lvl1pPr marL="0" indent="0">
              <a:buNone/>
              <a:defRPr sz="2401"/>
            </a:lvl1pPr>
            <a:lvl2pPr marL="343032" indent="0">
              <a:buNone/>
              <a:defRPr sz="2101"/>
            </a:lvl2pPr>
            <a:lvl3pPr marL="686065" indent="0">
              <a:buNone/>
              <a:defRPr sz="1800"/>
            </a:lvl3pPr>
            <a:lvl4pPr marL="1029097" indent="0">
              <a:buNone/>
              <a:defRPr sz="1500"/>
            </a:lvl4pPr>
            <a:lvl5pPr marL="1372129" indent="0">
              <a:buNone/>
              <a:defRPr sz="1500"/>
            </a:lvl5pPr>
            <a:lvl6pPr marL="1715162" indent="0">
              <a:buNone/>
              <a:defRPr sz="1500"/>
            </a:lvl6pPr>
            <a:lvl7pPr marL="2058194" indent="0">
              <a:buNone/>
              <a:defRPr sz="1500"/>
            </a:lvl7pPr>
            <a:lvl8pPr marL="2401225" indent="0">
              <a:buNone/>
              <a:defRPr sz="1500"/>
            </a:lvl8pPr>
            <a:lvl9pPr marL="2744259" indent="0">
              <a:buNone/>
              <a:defRPr sz="15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050"/>
            </a:lvl1pPr>
            <a:lvl2pPr marL="343032" indent="0">
              <a:buNone/>
              <a:defRPr sz="901"/>
            </a:lvl2pPr>
            <a:lvl3pPr marL="686065" indent="0">
              <a:buNone/>
              <a:defRPr sz="750"/>
            </a:lvl3pPr>
            <a:lvl4pPr marL="1029097" indent="0">
              <a:buNone/>
              <a:defRPr sz="676"/>
            </a:lvl4pPr>
            <a:lvl5pPr marL="1372129" indent="0">
              <a:buNone/>
              <a:defRPr sz="676"/>
            </a:lvl5pPr>
            <a:lvl6pPr marL="1715162" indent="0">
              <a:buNone/>
              <a:defRPr sz="676"/>
            </a:lvl6pPr>
            <a:lvl7pPr marL="2058194" indent="0">
              <a:buNone/>
              <a:defRPr sz="676"/>
            </a:lvl7pPr>
            <a:lvl8pPr marL="2401225" indent="0">
              <a:buNone/>
              <a:defRPr sz="676"/>
            </a:lvl8pPr>
            <a:lvl9pPr marL="2744259" indent="0">
              <a:buNone/>
              <a:defRPr sz="676"/>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11"/>
          <p:cNvSpPr>
            <a:spLocks noGrp="1" noChangeArrowheads="1"/>
          </p:cNvSpPr>
          <p:nvPr>
            <p:ph type="sldNum" sz="quarter" idx="12"/>
          </p:nvPr>
        </p:nvSpPr>
        <p:spPr>
          <a:ln/>
        </p:spPr>
        <p:txBody>
          <a:bodyPr/>
          <a:lstStyle>
            <a:lvl1pPr>
              <a:defRPr/>
            </a:lvl1pPr>
          </a:lstStyle>
          <a:p>
            <a:fld id="{3D06E870-29B9-46D6-A1E6-E365DFF2477A}"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8939126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11"/>
          <p:cNvSpPr>
            <a:spLocks noGrp="1" noChangeArrowheads="1"/>
          </p:cNvSpPr>
          <p:nvPr>
            <p:ph type="sldNum" sz="quarter" idx="12"/>
          </p:nvPr>
        </p:nvSpPr>
        <p:spPr>
          <a:ln/>
        </p:spPr>
        <p:txBody>
          <a:bodyPr/>
          <a:lstStyle>
            <a:lvl1pPr>
              <a:defRPr/>
            </a:lvl1pPr>
          </a:lstStyle>
          <a:p>
            <a:fld id="{7F34015E-5987-479E-AC78-82C96EB9D89D}"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2331847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274640"/>
            <a:ext cx="2057400" cy="585628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799" cy="58562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11"/>
          <p:cNvSpPr>
            <a:spLocks noGrp="1" noChangeArrowheads="1"/>
          </p:cNvSpPr>
          <p:nvPr>
            <p:ph type="sldNum" sz="quarter" idx="12"/>
          </p:nvPr>
        </p:nvSpPr>
        <p:spPr>
          <a:ln/>
        </p:spPr>
        <p:txBody>
          <a:bodyPr/>
          <a:lstStyle>
            <a:lvl1pPr>
              <a:defRPr/>
            </a:lvl1pPr>
          </a:lstStyle>
          <a:p>
            <a:fld id="{4C716B65-78CC-4B74-B964-6BE70F8A4450}"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556196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134"/>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Arial"/>
              <a:ea typeface="Arial"/>
              <a:cs typeface="Arial"/>
              <a:sym typeface="Arial"/>
            </a:endParaRPr>
          </a:p>
        </p:txBody>
      </p:sp>
      <p:sp>
        <p:nvSpPr>
          <p:cNvPr id="51" name="Google Shape;51;p134"/>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52" name="Google Shape;52;p134"/>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53" name="Google Shape;53;p134"/>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pic>
        <p:nvPicPr>
          <p:cNvPr id="54" name="Google Shape;54;p134"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55" name="Google Shape;55;p134"/>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56" name="Google Shape;56;p134"/>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Pilani Campus</a:t>
            </a:r>
            <a:endParaRPr sz="1400" b="0" i="0" u="none" strike="noStrike" cap="none">
              <a:solidFill>
                <a:srgbClr val="000000"/>
              </a:solidFill>
              <a:latin typeface="Arial"/>
              <a:ea typeface="Arial"/>
              <a:cs typeface="Arial"/>
              <a:sym typeface="Arial"/>
            </a:endParaRPr>
          </a:p>
        </p:txBody>
      </p:sp>
      <p:sp>
        <p:nvSpPr>
          <p:cNvPr id="57" name="Google Shape;57;p134"/>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4619055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8"/>
        <p:cNvGrpSpPr/>
        <p:nvPr/>
      </p:nvGrpSpPr>
      <p:grpSpPr>
        <a:xfrm>
          <a:off x="0" y="0"/>
          <a:ext cx="0" cy="0"/>
          <a:chOff x="0" y="0"/>
          <a:chExt cx="0" cy="0"/>
        </a:xfrm>
      </p:grpSpPr>
      <p:pic>
        <p:nvPicPr>
          <p:cNvPr id="59" name="Google Shape;59;p135" descr="\\Server\D\jyoti\FI023_BITS_v1\styleguide img\IMG_5627_b.jpg"/>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60" name="Google Shape;60;p135"/>
          <p:cNvSpPr/>
          <p:nvPr/>
        </p:nvSpPr>
        <p:spPr>
          <a:xfrm>
            <a:off x="0" y="4281488"/>
            <a:ext cx="9144000" cy="2576512"/>
          </a:xfrm>
          <a:prstGeom prst="rect">
            <a:avLst/>
          </a:prstGeom>
          <a:solidFill>
            <a:schemeClr val="lt1"/>
          </a:solidFill>
          <a:ln w="9525" cap="flat" cmpd="sng">
            <a:solidFill>
              <a:srgbClr val="4A7DBA"/>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pic>
        <p:nvPicPr>
          <p:cNvPr id="61" name="Google Shape;61;p135" descr="Picture 7.png"/>
          <p:cNvPicPr preferRelativeResize="0"/>
          <p:nvPr/>
        </p:nvPicPr>
        <p:blipFill rotWithShape="1">
          <a:blip r:embed="rId3">
            <a:alphaModFix/>
          </a:blip>
          <a:srcRect l="1923" b="5334"/>
          <a:stretch/>
        </p:blipFill>
        <p:spPr>
          <a:xfrm>
            <a:off x="6629400" y="0"/>
            <a:ext cx="2193925" cy="692150"/>
          </a:xfrm>
          <a:prstGeom prst="rect">
            <a:avLst/>
          </a:prstGeom>
          <a:noFill/>
          <a:ln>
            <a:noFill/>
          </a:ln>
        </p:spPr>
      </p:pic>
      <p:sp>
        <p:nvSpPr>
          <p:cNvPr id="62" name="Google Shape;62;p135"/>
          <p:cNvSpPr/>
          <p:nvPr/>
        </p:nvSpPr>
        <p:spPr>
          <a:xfrm>
            <a:off x="2882900" y="677545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63" name="Google Shape;63;p135"/>
          <p:cNvSpPr/>
          <p:nvPr/>
        </p:nvSpPr>
        <p:spPr>
          <a:xfrm>
            <a:off x="-12700" y="677545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64" name="Google Shape;64;p135"/>
          <p:cNvSpPr/>
          <p:nvPr/>
        </p:nvSpPr>
        <p:spPr>
          <a:xfrm>
            <a:off x="5778500" y="677545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65" name="Google Shape;65;p135"/>
          <p:cNvSpPr txBox="1"/>
          <p:nvPr/>
        </p:nvSpPr>
        <p:spPr>
          <a:xfrm>
            <a:off x="6858000" y="762000"/>
            <a:ext cx="2209800" cy="5540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66" name="Google Shape;66;p135"/>
          <p:cNvSpPr txBox="1"/>
          <p:nvPr/>
        </p:nvSpPr>
        <p:spPr>
          <a:xfrm>
            <a:off x="7086600" y="1171575"/>
            <a:ext cx="190500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Pilani Campus</a:t>
            </a:r>
            <a:endParaRPr sz="1400" b="0" i="0" u="none" strike="noStrike" cap="none">
              <a:solidFill>
                <a:srgbClr val="000000"/>
              </a:solidFill>
              <a:latin typeface="Arial"/>
              <a:ea typeface="Arial"/>
              <a:cs typeface="Arial"/>
              <a:sym typeface="Arial"/>
            </a:endParaRPr>
          </a:p>
        </p:txBody>
      </p:sp>
      <p:sp>
        <p:nvSpPr>
          <p:cNvPr id="67" name="Google Shape;67;p135"/>
          <p:cNvSpPr txBox="1">
            <a:spLocks noGrp="1"/>
          </p:cNvSpPr>
          <p:nvPr>
            <p:ph type="body" idx="1"/>
          </p:nvPr>
        </p:nvSpPr>
        <p:spPr>
          <a:xfrm>
            <a:off x="304800" y="4648200"/>
            <a:ext cx="8458200" cy="1600200"/>
          </a:xfrm>
          <a:prstGeom prst="rect">
            <a:avLst/>
          </a:prstGeom>
          <a:noFill/>
          <a:ln>
            <a:noFill/>
          </a:ln>
        </p:spPr>
        <p:txBody>
          <a:bodyPr spcFirstLastPara="1" wrap="square" lIns="91425" tIns="45700" rIns="91425" bIns="45700" anchor="t" anchorCtr="0">
            <a:noAutofit/>
          </a:bodyPr>
          <a:lstStyle>
            <a:lvl1pPr marL="457200" lvl="0" indent="-228600" algn="l">
              <a:lnSpc>
                <a:spcPct val="104999"/>
              </a:lnSpc>
              <a:spcBef>
                <a:spcPts val="0"/>
              </a:spcBef>
              <a:spcAft>
                <a:spcPts val="0"/>
              </a:spcAft>
              <a:buClr>
                <a:schemeClr val="dk1"/>
              </a:buClr>
              <a:buSzPts val="4000"/>
              <a:buNone/>
              <a:defRPr sz="40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8759839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68"/>
        <p:cNvGrpSpPr/>
        <p:nvPr/>
      </p:nvGrpSpPr>
      <p:grpSpPr>
        <a:xfrm>
          <a:off x="0" y="0"/>
          <a:ext cx="0" cy="0"/>
          <a:chOff x="0" y="0"/>
          <a:chExt cx="0" cy="0"/>
        </a:xfrm>
      </p:grpSpPr>
      <p:pic>
        <p:nvPicPr>
          <p:cNvPr id="69" name="Google Shape;69;p136"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70" name="Google Shape;70;p136"/>
          <p:cNvGrpSpPr/>
          <p:nvPr/>
        </p:nvGrpSpPr>
        <p:grpSpPr>
          <a:xfrm>
            <a:off x="0" y="1295400"/>
            <a:ext cx="7010400" cy="46038"/>
            <a:chOff x="1905000" y="6553200"/>
            <a:chExt cx="7010400" cy="45719"/>
          </a:xfrm>
        </p:grpSpPr>
        <p:sp>
          <p:nvSpPr>
            <p:cNvPr id="71" name="Google Shape;71;p13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72" name="Google Shape;72;p13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73" name="Google Shape;73;p13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grpSp>
        <p:nvGrpSpPr>
          <p:cNvPr id="74" name="Google Shape;74;p136"/>
          <p:cNvGrpSpPr/>
          <p:nvPr/>
        </p:nvGrpSpPr>
        <p:grpSpPr>
          <a:xfrm>
            <a:off x="2133600" y="6553200"/>
            <a:ext cx="7010400" cy="46038"/>
            <a:chOff x="1905000" y="6553200"/>
            <a:chExt cx="7010400" cy="45719"/>
          </a:xfrm>
        </p:grpSpPr>
        <p:sp>
          <p:nvSpPr>
            <p:cNvPr id="75" name="Google Shape;75;p13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76" name="Google Shape;76;p13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77" name="Google Shape;77;p13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sp>
        <p:nvSpPr>
          <p:cNvPr id="78" name="Google Shape;78;p136"/>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79" name="Google Shape;79;p13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80" name="Google Shape;80;p136"/>
          <p:cNvSpPr txBox="1">
            <a:spLocks noGrp="1"/>
          </p:cNvSpPr>
          <p:nvPr>
            <p:ph type="body" idx="2"/>
          </p:nvPr>
        </p:nvSpPr>
        <p:spPr>
          <a:xfrm>
            <a:off x="49530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81" name="Google Shape;81;p136"/>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196318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82"/>
        <p:cNvGrpSpPr/>
        <p:nvPr/>
      </p:nvGrpSpPr>
      <p:grpSpPr>
        <a:xfrm>
          <a:off x="0" y="0"/>
          <a:ext cx="0" cy="0"/>
          <a:chOff x="0" y="0"/>
          <a:chExt cx="0" cy="0"/>
        </a:xfrm>
      </p:grpSpPr>
      <p:grpSp>
        <p:nvGrpSpPr>
          <p:cNvPr id="83" name="Google Shape;83;p137"/>
          <p:cNvGrpSpPr/>
          <p:nvPr/>
        </p:nvGrpSpPr>
        <p:grpSpPr>
          <a:xfrm>
            <a:off x="0" y="1295400"/>
            <a:ext cx="7010400" cy="46038"/>
            <a:chOff x="1905000" y="6553200"/>
            <a:chExt cx="7010400" cy="45719"/>
          </a:xfrm>
        </p:grpSpPr>
        <p:sp>
          <p:nvSpPr>
            <p:cNvPr id="84" name="Google Shape;84;p13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85" name="Google Shape;85;p13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86" name="Google Shape;86;p13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grpSp>
        <p:nvGrpSpPr>
          <p:cNvPr id="87" name="Google Shape;87;p137"/>
          <p:cNvGrpSpPr/>
          <p:nvPr/>
        </p:nvGrpSpPr>
        <p:grpSpPr>
          <a:xfrm>
            <a:off x="2133600" y="6553200"/>
            <a:ext cx="7010400" cy="46038"/>
            <a:chOff x="1905000" y="6553200"/>
            <a:chExt cx="7010400" cy="45719"/>
          </a:xfrm>
        </p:grpSpPr>
        <p:sp>
          <p:nvSpPr>
            <p:cNvPr id="88" name="Google Shape;88;p13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89" name="Google Shape;89;p13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90" name="Google Shape;90;p13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pic>
        <p:nvPicPr>
          <p:cNvPr id="91" name="Google Shape;91;p137"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sp>
        <p:nvSpPr>
          <p:cNvPr id="92" name="Google Shape;92;p137"/>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sz="1400" b="0" i="0" u="none" strike="noStrike" cap="none">
              <a:solidFill>
                <a:srgbClr val="000000"/>
              </a:solidFill>
              <a:latin typeface="Arial"/>
              <a:ea typeface="Arial"/>
              <a:cs typeface="Arial"/>
              <a:sym typeface="Arial"/>
            </a:endParaRPr>
          </a:p>
        </p:txBody>
      </p:sp>
      <p:sp>
        <p:nvSpPr>
          <p:cNvPr id="93" name="Google Shape;93;p137"/>
          <p:cNvSpPr txBox="1">
            <a:spLocks noGrp="1"/>
          </p:cNvSpPr>
          <p:nvPr>
            <p:ph type="body" idx="1"/>
          </p:nvPr>
        </p:nvSpPr>
        <p:spPr>
          <a:xfrm>
            <a:off x="457200" y="1535112"/>
            <a:ext cx="4040188" cy="8270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94" name="Google Shape;94;p137"/>
          <p:cNvSpPr txBox="1">
            <a:spLocks noGrp="1"/>
          </p:cNvSpPr>
          <p:nvPr>
            <p:ph type="body" idx="2"/>
          </p:nvPr>
        </p:nvSpPr>
        <p:spPr>
          <a:xfrm>
            <a:off x="457200" y="2362199"/>
            <a:ext cx="4040188" cy="3763963"/>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95" name="Google Shape;95;p137"/>
          <p:cNvSpPr txBox="1">
            <a:spLocks noGrp="1"/>
          </p:cNvSpPr>
          <p:nvPr>
            <p:ph type="body" idx="3"/>
          </p:nvPr>
        </p:nvSpPr>
        <p:spPr>
          <a:xfrm>
            <a:off x="4645025" y="1535112"/>
            <a:ext cx="4041775" cy="8270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96" name="Google Shape;96;p137"/>
          <p:cNvSpPr txBox="1">
            <a:spLocks noGrp="1"/>
          </p:cNvSpPr>
          <p:nvPr>
            <p:ph type="body" idx="4"/>
          </p:nvPr>
        </p:nvSpPr>
        <p:spPr>
          <a:xfrm>
            <a:off x="4645025" y="2362199"/>
            <a:ext cx="4041775" cy="3763963"/>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97" name="Google Shape;97;p137"/>
          <p:cNvSpPr txBox="1">
            <a:spLocks noGrp="1"/>
          </p:cNvSpPr>
          <p:nvPr>
            <p:ph type="body" idx="5"/>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559757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8"/>
        <p:cNvGrpSpPr/>
        <p:nvPr/>
      </p:nvGrpSpPr>
      <p:grpSpPr>
        <a:xfrm>
          <a:off x="0" y="0"/>
          <a:ext cx="0" cy="0"/>
          <a:chOff x="0" y="0"/>
          <a:chExt cx="0" cy="0"/>
        </a:xfrm>
      </p:grpSpPr>
      <p:grpSp>
        <p:nvGrpSpPr>
          <p:cNvPr id="99" name="Google Shape;99;p138"/>
          <p:cNvGrpSpPr/>
          <p:nvPr/>
        </p:nvGrpSpPr>
        <p:grpSpPr>
          <a:xfrm>
            <a:off x="0" y="1295400"/>
            <a:ext cx="7010400" cy="46038"/>
            <a:chOff x="1905000" y="6553200"/>
            <a:chExt cx="7010400" cy="45719"/>
          </a:xfrm>
        </p:grpSpPr>
        <p:sp>
          <p:nvSpPr>
            <p:cNvPr id="100" name="Google Shape;100;p13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01" name="Google Shape;101;p13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02" name="Google Shape;102;p13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grpSp>
        <p:nvGrpSpPr>
          <p:cNvPr id="103" name="Google Shape;103;p138"/>
          <p:cNvGrpSpPr/>
          <p:nvPr/>
        </p:nvGrpSpPr>
        <p:grpSpPr>
          <a:xfrm>
            <a:off x="2133600" y="6553200"/>
            <a:ext cx="7010400" cy="46038"/>
            <a:chOff x="1905000" y="6553200"/>
            <a:chExt cx="7010400" cy="45719"/>
          </a:xfrm>
        </p:grpSpPr>
        <p:sp>
          <p:nvSpPr>
            <p:cNvPr id="104" name="Google Shape;104;p13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05" name="Google Shape;105;p13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06" name="Google Shape;106;p13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pic>
        <p:nvPicPr>
          <p:cNvPr id="107" name="Google Shape;107;p138"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sp>
        <p:nvSpPr>
          <p:cNvPr id="108" name="Google Shape;108;p13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sz="1400" b="0" i="0" u="none" strike="noStrike" cap="none">
              <a:solidFill>
                <a:srgbClr val="000000"/>
              </a:solidFill>
              <a:latin typeface="Arial"/>
              <a:ea typeface="Arial"/>
              <a:cs typeface="Arial"/>
              <a:sym typeface="Arial"/>
            </a:endParaRPr>
          </a:p>
        </p:txBody>
      </p:sp>
      <p:sp>
        <p:nvSpPr>
          <p:cNvPr id="109" name="Google Shape;109;p138"/>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424604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10"/>
        <p:cNvGrpSpPr/>
        <p:nvPr/>
      </p:nvGrpSpPr>
      <p:grpSpPr>
        <a:xfrm>
          <a:off x="0" y="0"/>
          <a:ext cx="0" cy="0"/>
          <a:chOff x="0" y="0"/>
          <a:chExt cx="0" cy="0"/>
        </a:xfrm>
      </p:grpSpPr>
      <p:grpSp>
        <p:nvGrpSpPr>
          <p:cNvPr id="111" name="Google Shape;111;p139"/>
          <p:cNvGrpSpPr/>
          <p:nvPr/>
        </p:nvGrpSpPr>
        <p:grpSpPr>
          <a:xfrm>
            <a:off x="0" y="1295400"/>
            <a:ext cx="7010400" cy="46038"/>
            <a:chOff x="1905000" y="6553200"/>
            <a:chExt cx="7010400" cy="45719"/>
          </a:xfrm>
        </p:grpSpPr>
        <p:sp>
          <p:nvSpPr>
            <p:cNvPr id="112" name="Google Shape;112;p139"/>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13" name="Google Shape;113;p13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14" name="Google Shape;114;p139"/>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grpSp>
        <p:nvGrpSpPr>
          <p:cNvPr id="115" name="Google Shape;115;p139"/>
          <p:cNvGrpSpPr/>
          <p:nvPr/>
        </p:nvGrpSpPr>
        <p:grpSpPr>
          <a:xfrm>
            <a:off x="2133600" y="6553200"/>
            <a:ext cx="7010400" cy="46038"/>
            <a:chOff x="1905000" y="6553200"/>
            <a:chExt cx="7010400" cy="45719"/>
          </a:xfrm>
        </p:grpSpPr>
        <p:sp>
          <p:nvSpPr>
            <p:cNvPr id="116" name="Google Shape;116;p139"/>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17" name="Google Shape;117;p13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18" name="Google Shape;118;p139"/>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pic>
        <p:nvPicPr>
          <p:cNvPr id="119" name="Google Shape;119;p139"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sp>
        <p:nvSpPr>
          <p:cNvPr id="120" name="Google Shape;120;p139"/>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121" name="Google Shape;121;p139"/>
          <p:cNvSpPr txBox="1">
            <a:spLocks noGrp="1"/>
          </p:cNvSpPr>
          <p:nvPr>
            <p:ph type="body" idx="1"/>
          </p:nvPr>
        </p:nvSpPr>
        <p:spPr>
          <a:xfrm>
            <a:off x="3575050" y="1600200"/>
            <a:ext cx="5111750" cy="452596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22" name="Google Shape;122;p139"/>
          <p:cNvSpPr txBox="1">
            <a:spLocks noGrp="1"/>
          </p:cNvSpPr>
          <p:nvPr>
            <p:ph type="body" idx="2"/>
          </p:nvPr>
        </p:nvSpPr>
        <p:spPr>
          <a:xfrm>
            <a:off x="457200" y="1600200"/>
            <a:ext cx="3008313" cy="45259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23" name="Google Shape;123;p139"/>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2496012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24"/>
        <p:cNvGrpSpPr/>
        <p:nvPr/>
      </p:nvGrpSpPr>
      <p:grpSpPr>
        <a:xfrm>
          <a:off x="0" y="0"/>
          <a:ext cx="0" cy="0"/>
          <a:chOff x="0" y="0"/>
          <a:chExt cx="0" cy="0"/>
        </a:xfrm>
      </p:grpSpPr>
      <p:grpSp>
        <p:nvGrpSpPr>
          <p:cNvPr id="125" name="Google Shape;125;p140"/>
          <p:cNvGrpSpPr/>
          <p:nvPr/>
        </p:nvGrpSpPr>
        <p:grpSpPr>
          <a:xfrm>
            <a:off x="0" y="1295400"/>
            <a:ext cx="7010400" cy="46038"/>
            <a:chOff x="1905000" y="6553200"/>
            <a:chExt cx="7010400" cy="45719"/>
          </a:xfrm>
        </p:grpSpPr>
        <p:sp>
          <p:nvSpPr>
            <p:cNvPr id="126" name="Google Shape;126;p14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27" name="Google Shape;127;p14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28" name="Google Shape;128;p14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grpSp>
        <p:nvGrpSpPr>
          <p:cNvPr id="129" name="Google Shape;129;p140"/>
          <p:cNvGrpSpPr/>
          <p:nvPr/>
        </p:nvGrpSpPr>
        <p:grpSpPr>
          <a:xfrm>
            <a:off x="2133600" y="6553200"/>
            <a:ext cx="7010400" cy="46038"/>
            <a:chOff x="1905000" y="6553200"/>
            <a:chExt cx="7010400" cy="45719"/>
          </a:xfrm>
        </p:grpSpPr>
        <p:sp>
          <p:nvSpPr>
            <p:cNvPr id="130" name="Google Shape;130;p14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31" name="Google Shape;131;p14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32" name="Google Shape;132;p14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pic>
        <p:nvPicPr>
          <p:cNvPr id="133" name="Google Shape;133;p140"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sp>
        <p:nvSpPr>
          <p:cNvPr id="134" name="Google Shape;134;p140"/>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135" name="Google Shape;135;p140"/>
          <p:cNvSpPr txBox="1">
            <a:spLocks noGrp="1"/>
          </p:cNvSpPr>
          <p:nvPr>
            <p:ph type="title"/>
          </p:nvPr>
        </p:nvSpPr>
        <p:spPr>
          <a:xfrm>
            <a:off x="1792288" y="5407025"/>
            <a:ext cx="5486400" cy="304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SzPts val="1400"/>
              <a:buNone/>
              <a:defRPr sz="18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140"/>
          <p:cNvSpPr>
            <a:spLocks noGrp="1"/>
          </p:cNvSpPr>
          <p:nvPr>
            <p:ph type="pic" idx="2"/>
          </p:nvPr>
        </p:nvSpPr>
        <p:spPr>
          <a:xfrm>
            <a:off x="1792288" y="1828800"/>
            <a:ext cx="5486400" cy="3429000"/>
          </a:xfrm>
          <a:prstGeom prst="rect">
            <a:avLst/>
          </a:prstGeom>
          <a:solidFill>
            <a:schemeClr val="lt1"/>
          </a:solidFill>
          <a:ln w="57150" cap="flat" cmpd="sng">
            <a:solidFill>
              <a:srgbClr val="DAE5F1"/>
            </a:solidFill>
            <a:prstDash val="solid"/>
            <a:round/>
            <a:headEnd type="none" w="sm" len="sm"/>
            <a:tailEnd type="none" w="sm" len="sm"/>
          </a:ln>
        </p:spPr>
      </p:sp>
      <p:sp>
        <p:nvSpPr>
          <p:cNvPr id="137" name="Google Shape;137;p140"/>
          <p:cNvSpPr txBox="1">
            <a:spLocks noGrp="1"/>
          </p:cNvSpPr>
          <p:nvPr>
            <p:ph type="body" idx="1"/>
          </p:nvPr>
        </p:nvSpPr>
        <p:spPr>
          <a:xfrm>
            <a:off x="1792288" y="5711825"/>
            <a:ext cx="5486400" cy="304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38" name="Google Shape;138;p140"/>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25921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139"/>
        <p:cNvGrpSpPr/>
        <p:nvPr/>
      </p:nvGrpSpPr>
      <p:grpSpPr>
        <a:xfrm>
          <a:off x="0" y="0"/>
          <a:ext cx="0" cy="0"/>
          <a:chOff x="0" y="0"/>
          <a:chExt cx="0" cy="0"/>
        </a:xfrm>
      </p:grpSpPr>
      <p:grpSp>
        <p:nvGrpSpPr>
          <p:cNvPr id="140" name="Google Shape;140;p141"/>
          <p:cNvGrpSpPr/>
          <p:nvPr/>
        </p:nvGrpSpPr>
        <p:grpSpPr>
          <a:xfrm>
            <a:off x="0" y="1295400"/>
            <a:ext cx="7010400" cy="46038"/>
            <a:chOff x="1905000" y="6553200"/>
            <a:chExt cx="7010400" cy="45719"/>
          </a:xfrm>
        </p:grpSpPr>
        <p:sp>
          <p:nvSpPr>
            <p:cNvPr id="141" name="Google Shape;141;p141"/>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42" name="Google Shape;142;p141"/>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43" name="Google Shape;143;p141"/>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grpSp>
        <p:nvGrpSpPr>
          <p:cNvPr id="144" name="Google Shape;144;p141"/>
          <p:cNvGrpSpPr/>
          <p:nvPr/>
        </p:nvGrpSpPr>
        <p:grpSpPr>
          <a:xfrm>
            <a:off x="2133600" y="6553200"/>
            <a:ext cx="7010400" cy="46038"/>
            <a:chOff x="1905000" y="6553200"/>
            <a:chExt cx="7010400" cy="45719"/>
          </a:xfrm>
        </p:grpSpPr>
        <p:sp>
          <p:nvSpPr>
            <p:cNvPr id="145" name="Google Shape;145;p141"/>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46" name="Google Shape;146;p141"/>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47" name="Google Shape;147;p141"/>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pic>
        <p:nvPicPr>
          <p:cNvPr id="148" name="Google Shape;148;p141"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sp>
        <p:nvSpPr>
          <p:cNvPr id="149" name="Google Shape;149;p141"/>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150" name="Google Shape;150;p14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1" name="Google Shape;151;p14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4276961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52"/>
        <p:cNvGrpSpPr/>
        <p:nvPr/>
      </p:nvGrpSpPr>
      <p:grpSpPr>
        <a:xfrm>
          <a:off x="0" y="0"/>
          <a:ext cx="0" cy="0"/>
          <a:chOff x="0" y="0"/>
          <a:chExt cx="0" cy="0"/>
        </a:xfrm>
      </p:grpSpPr>
      <p:grpSp>
        <p:nvGrpSpPr>
          <p:cNvPr id="153" name="Google Shape;153;p142"/>
          <p:cNvGrpSpPr/>
          <p:nvPr/>
        </p:nvGrpSpPr>
        <p:grpSpPr>
          <a:xfrm rot="5400000">
            <a:off x="5006182" y="2567781"/>
            <a:ext cx="5181600" cy="46037"/>
            <a:chOff x="1905000" y="6553200"/>
            <a:chExt cx="7010400" cy="45719"/>
          </a:xfrm>
        </p:grpSpPr>
        <p:sp>
          <p:nvSpPr>
            <p:cNvPr id="154" name="Google Shape;154;p142"/>
            <p:cNvSpPr/>
            <p:nvPr/>
          </p:nvSpPr>
          <p:spPr>
            <a:xfrm>
              <a:off x="4267574" y="6553200"/>
              <a:ext cx="2328209"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55" name="Google Shape;155;p142"/>
            <p:cNvSpPr/>
            <p:nvPr/>
          </p:nvSpPr>
          <p:spPr>
            <a:xfrm>
              <a:off x="1905000" y="6553200"/>
              <a:ext cx="2362574"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56" name="Google Shape;156;p142"/>
            <p:cNvSpPr/>
            <p:nvPr/>
          </p:nvSpPr>
          <p:spPr>
            <a:xfrm>
              <a:off x="6587191" y="6553200"/>
              <a:ext cx="2328209"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pic>
        <p:nvPicPr>
          <p:cNvPr id="157" name="Google Shape;157;p142" descr="Picture 7.png"/>
          <p:cNvPicPr preferRelativeResize="0"/>
          <p:nvPr/>
        </p:nvPicPr>
        <p:blipFill rotWithShape="1">
          <a:blip r:embed="rId2">
            <a:alphaModFix/>
          </a:blip>
          <a:srcRect l="5336" t="1923"/>
          <a:stretch/>
        </p:blipFill>
        <p:spPr>
          <a:xfrm>
            <a:off x="-7938" y="381000"/>
            <a:ext cx="692151" cy="2193925"/>
          </a:xfrm>
          <a:prstGeom prst="rect">
            <a:avLst/>
          </a:prstGeom>
          <a:noFill/>
          <a:ln>
            <a:noFill/>
          </a:ln>
        </p:spPr>
      </p:pic>
      <p:sp>
        <p:nvSpPr>
          <p:cNvPr id="158" name="Google Shape;158;p142"/>
          <p:cNvSpPr txBox="1"/>
          <p:nvPr/>
        </p:nvSpPr>
        <p:spPr>
          <a:xfrm rot="5400000">
            <a:off x="-2794793" y="3809206"/>
            <a:ext cx="5867400" cy="2301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1" i="0" u="none" strike="noStrike" cap="none">
                <a:solidFill>
                  <a:srgbClr val="101141"/>
                </a:solidFill>
                <a:latin typeface="Arial"/>
                <a:ea typeface="Arial"/>
                <a:cs typeface="Arial"/>
                <a:sym typeface="Arial"/>
              </a:rPr>
              <a:t>BITS </a:t>
            </a:r>
            <a:r>
              <a:rPr lang="en-US" sz="9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159" name="Google Shape;159;p142"/>
          <p:cNvSpPr txBox="1">
            <a:spLocks noGrp="1"/>
          </p:cNvSpPr>
          <p:nvPr>
            <p:ph type="body" idx="1"/>
          </p:nvPr>
        </p:nvSpPr>
        <p:spPr>
          <a:xfrm rot="5400000">
            <a:off x="1303338" y="296862"/>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60" name="Google Shape;160;p142"/>
          <p:cNvSpPr txBox="1">
            <a:spLocks noGrp="1"/>
          </p:cNvSpPr>
          <p:nvPr>
            <p:ph type="body" idx="2"/>
          </p:nvPr>
        </p:nvSpPr>
        <p:spPr>
          <a:xfrm rot="5400000">
            <a:off x="5410200" y="2743200"/>
            <a:ext cx="58674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2487962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_Custom Layout">
  <p:cSld name="1_Custom Layout">
    <p:bg>
      <p:bgPr>
        <a:blipFill>
          <a:blip r:embed="rId2">
            <a:alphaModFix/>
          </a:blip>
          <a:stretch>
            <a:fillRect/>
          </a:stretch>
        </a:blipFill>
        <a:effectLst/>
      </p:bgPr>
    </p:bg>
    <p:spTree>
      <p:nvGrpSpPr>
        <p:cNvPr id="1" name="Shape 161"/>
        <p:cNvGrpSpPr/>
        <p:nvPr/>
      </p:nvGrpSpPr>
      <p:grpSpPr>
        <a:xfrm>
          <a:off x="0" y="0"/>
          <a:ext cx="0" cy="0"/>
          <a:chOff x="0" y="0"/>
          <a:chExt cx="0" cy="0"/>
        </a:xfrm>
      </p:grpSpPr>
      <p:sp>
        <p:nvSpPr>
          <p:cNvPr id="162" name="Google Shape;162;p143"/>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Arial"/>
              <a:ea typeface="Arial"/>
              <a:cs typeface="Arial"/>
              <a:sym typeface="Arial"/>
            </a:endParaRPr>
          </a:p>
        </p:txBody>
      </p:sp>
      <p:sp>
        <p:nvSpPr>
          <p:cNvPr id="163" name="Google Shape;163;p143"/>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64" name="Google Shape;164;p143"/>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65" name="Google Shape;165;p143"/>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pic>
        <p:nvPicPr>
          <p:cNvPr id="166" name="Google Shape;166;p143"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167" name="Google Shape;167;p143"/>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168" name="Google Shape;168;p143"/>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Pilani Campus</a:t>
            </a:r>
            <a:endParaRPr sz="1400" b="0" i="0" u="none" strike="noStrike" cap="none">
              <a:solidFill>
                <a:srgbClr val="000000"/>
              </a:solidFill>
              <a:latin typeface="Arial"/>
              <a:ea typeface="Arial"/>
              <a:cs typeface="Arial"/>
              <a:sym typeface="Arial"/>
            </a:endParaRPr>
          </a:p>
        </p:txBody>
      </p:sp>
      <p:sp>
        <p:nvSpPr>
          <p:cNvPr id="169" name="Google Shape;169;p143"/>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70" name="Google Shape;170;p143"/>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4856595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3"/>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805815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6" y="4800600"/>
            <a:ext cx="3843338"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2" y="2549772"/>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4431323" y="4452633"/>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0"/>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endParaRPr/>
          </a:p>
        </p:txBody>
      </p:sp>
      <p:sp>
        <p:nvSpPr>
          <p:cNvPr id="17" name="Google Shape;17;p6"/>
          <p:cNvSpPr txBox="1">
            <a:spLocks noGrp="1"/>
          </p:cNvSpPr>
          <p:nvPr>
            <p:ph type="body" idx="2"/>
          </p:nvPr>
        </p:nvSpPr>
        <p:spPr>
          <a:xfrm>
            <a:off x="3892060" y="4826980"/>
            <a:ext cx="5035064" cy="1108563"/>
          </a:xfrm>
          <a:prstGeom prst="rect">
            <a:avLst/>
          </a:prstGeom>
          <a:noFill/>
          <a:ln>
            <a:noFill/>
          </a:ln>
        </p:spPr>
        <p:txBody>
          <a:bodyPr spcFirstLastPara="1" lIns="91425" tIns="45700" rIns="91425" bIns="45700">
            <a:normAutofit/>
          </a:bodyPr>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0178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1"/>
            <a:ext cx="9144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07504" y="2482117"/>
            <a:ext cx="6636349" cy="2130567"/>
          </a:xfrm>
          <a:prstGeom prst="rect">
            <a:avLst/>
          </a:prstGeom>
        </p:spPr>
      </p:pic>
      <p:sp>
        <p:nvSpPr>
          <p:cNvPr id="7" name="Title 1"/>
          <p:cNvSpPr txBox="1">
            <a:spLocks/>
          </p:cNvSpPr>
          <p:nvPr userDrawn="1"/>
        </p:nvSpPr>
        <p:spPr>
          <a:xfrm>
            <a:off x="1373633" y="2575123"/>
            <a:ext cx="6500241" cy="1936879"/>
          </a:xfrm>
          <a:prstGeom prst="rect">
            <a:avLst/>
          </a:prstGeom>
        </p:spPr>
        <p:txBody>
          <a:bodyPr vert="horz" lIns="51435" tIns="25718" rIns="51435" bIns="25718"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marL="0" marR="0" lvl="0" indent="0" algn="ctr" defTabSz="385763" rtl="0" eaLnBrk="1" fontAlgn="auto" latinLnBrk="0" hangingPunct="1">
              <a:lnSpc>
                <a:spcPct val="90000"/>
              </a:lnSpc>
              <a:spcBef>
                <a:spcPct val="0"/>
              </a:spcBef>
              <a:spcAft>
                <a:spcPts val="0"/>
              </a:spcAft>
              <a:buClrTx/>
              <a:buSzTx/>
              <a:buFontTx/>
              <a:buNone/>
              <a:tabLst/>
              <a:defRPr/>
            </a:pPr>
            <a:r>
              <a:rPr kumimoji="0" lang="en-US" sz="2025" b="1" i="0" u="none" strike="noStrike" kern="1200" cap="none" spc="0" normalizeH="0" baseline="0" noProof="0" dirty="0">
                <a:ln>
                  <a:noFill/>
                </a:ln>
                <a:solidFill>
                  <a:prstClr val="white"/>
                </a:solidFill>
                <a:effectLst/>
                <a:uLnTx/>
                <a:uFillTx/>
                <a:latin typeface="Helvetica" panose="020B0604020202030204" pitchFamily="34" charset="0"/>
                <a:ea typeface="+mj-ea"/>
                <a:cs typeface="+mj-cs"/>
                <a:sym typeface="Arial"/>
              </a:rPr>
              <a:t>Click to edit Session title</a:t>
            </a:r>
          </a:p>
        </p:txBody>
      </p:sp>
    </p:spTree>
    <p:extLst>
      <p:ext uri="{BB962C8B-B14F-4D97-AF65-F5344CB8AC3E}">
        <p14:creationId xmlns:p14="http://schemas.microsoft.com/office/powerpoint/2010/main" val="231303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sp>
        <p:nvSpPr>
          <p:cNvPr id="2" name="Title 1"/>
          <p:cNvSpPr>
            <a:spLocks noGrp="1"/>
          </p:cNvSpPr>
          <p:nvPr>
            <p:ph type="title"/>
          </p:nvPr>
        </p:nvSpPr>
        <p:spPr>
          <a:xfrm>
            <a:off x="623888" y="1709741"/>
            <a:ext cx="7886700" cy="2852737"/>
          </a:xfrm>
        </p:spPr>
        <p:txBody>
          <a:bodyPr anchor="b">
            <a:normAutofit/>
          </a:bodyPr>
          <a:lstStyle>
            <a:lvl1pPr algn="r">
              <a:defRPr sz="3038"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5"/>
            <a:ext cx="7886700" cy="1500187"/>
          </a:xfrm>
        </p:spPr>
        <p:txBody>
          <a:bodyPr/>
          <a:lstStyle>
            <a:lvl1pPr marL="0" indent="0" algn="r">
              <a:buNone/>
              <a:defRPr sz="1350" b="0" i="0">
                <a:solidFill>
                  <a:schemeClr val="tx1">
                    <a:tint val="75000"/>
                  </a:schemeClr>
                </a:solidFill>
                <a:latin typeface="Helvetica Light"/>
                <a:cs typeface="Helvetica Light"/>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1"/>
            <a:ext cx="9144000" cy="40580"/>
          </a:xfrm>
          <a:prstGeom prst="rect">
            <a:avLst/>
          </a:prstGeom>
        </p:spPr>
      </p:pic>
    </p:spTree>
    <p:extLst>
      <p:ext uri="{BB962C8B-B14F-4D97-AF65-F5344CB8AC3E}">
        <p14:creationId xmlns:p14="http://schemas.microsoft.com/office/powerpoint/2010/main" val="17859304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4"/>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6"/>
            <a:ext cx="8058150" cy="805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6" y="4800601"/>
            <a:ext cx="3843338" cy="20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4" y="2549772"/>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35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4431323" y="4452634"/>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422"/>
              </a:spcBef>
              <a:spcAft>
                <a:spcPts val="0"/>
              </a:spcAft>
              <a:buClr>
                <a:srgbClr val="1C1573"/>
              </a:buClr>
              <a:buSzPts val="1700"/>
              <a:buNone/>
              <a:defRPr sz="717" b="1">
                <a:solidFill>
                  <a:srgbClr val="1C1573"/>
                </a:solidFill>
                <a:latin typeface="Helvetica Neue"/>
                <a:ea typeface="Helvetica Neue"/>
                <a:cs typeface="Helvetica Neue"/>
                <a:sym typeface="Helvetica Neue"/>
              </a:defRPr>
            </a:lvl1pPr>
            <a:lvl2pPr lvl="1" algn="ctr">
              <a:lnSpc>
                <a:spcPct val="90000"/>
              </a:lnSpc>
              <a:spcBef>
                <a:spcPts val="211"/>
              </a:spcBef>
              <a:spcAft>
                <a:spcPts val="0"/>
              </a:spcAft>
              <a:buClr>
                <a:schemeClr val="dk1"/>
              </a:buClr>
              <a:buSzPts val="1500"/>
              <a:buNone/>
              <a:defRPr sz="633"/>
            </a:lvl2pPr>
            <a:lvl3pPr lvl="2" algn="ctr">
              <a:lnSpc>
                <a:spcPct val="90000"/>
              </a:lnSpc>
              <a:spcBef>
                <a:spcPts val="211"/>
              </a:spcBef>
              <a:spcAft>
                <a:spcPts val="0"/>
              </a:spcAft>
              <a:buClr>
                <a:schemeClr val="dk1"/>
              </a:buClr>
              <a:buSzPts val="1350"/>
              <a:buNone/>
              <a:defRPr sz="570"/>
            </a:lvl3pPr>
            <a:lvl4pPr lvl="3" algn="ctr">
              <a:lnSpc>
                <a:spcPct val="90000"/>
              </a:lnSpc>
              <a:spcBef>
                <a:spcPts val="211"/>
              </a:spcBef>
              <a:spcAft>
                <a:spcPts val="0"/>
              </a:spcAft>
              <a:buClr>
                <a:schemeClr val="dk1"/>
              </a:buClr>
              <a:buSzPts val="1200"/>
              <a:buNone/>
              <a:defRPr sz="506"/>
            </a:lvl4pPr>
            <a:lvl5pPr lvl="4" algn="ctr">
              <a:lnSpc>
                <a:spcPct val="90000"/>
              </a:lnSpc>
              <a:spcBef>
                <a:spcPts val="211"/>
              </a:spcBef>
              <a:spcAft>
                <a:spcPts val="0"/>
              </a:spcAft>
              <a:buClr>
                <a:schemeClr val="dk1"/>
              </a:buClr>
              <a:buSzPts val="1200"/>
              <a:buNone/>
              <a:defRPr sz="506"/>
            </a:lvl5pPr>
            <a:lvl6pPr lvl="5" algn="ctr">
              <a:lnSpc>
                <a:spcPct val="90000"/>
              </a:lnSpc>
              <a:spcBef>
                <a:spcPts val="211"/>
              </a:spcBef>
              <a:spcAft>
                <a:spcPts val="0"/>
              </a:spcAft>
              <a:buClr>
                <a:schemeClr val="dk1"/>
              </a:buClr>
              <a:buSzPts val="1200"/>
              <a:buNone/>
              <a:defRPr sz="506"/>
            </a:lvl6pPr>
            <a:lvl7pPr lvl="6" algn="ctr">
              <a:lnSpc>
                <a:spcPct val="90000"/>
              </a:lnSpc>
              <a:spcBef>
                <a:spcPts val="211"/>
              </a:spcBef>
              <a:spcAft>
                <a:spcPts val="0"/>
              </a:spcAft>
              <a:buClr>
                <a:schemeClr val="dk1"/>
              </a:buClr>
              <a:buSzPts val="1200"/>
              <a:buNone/>
              <a:defRPr sz="506"/>
            </a:lvl7pPr>
            <a:lvl8pPr lvl="7" algn="ctr">
              <a:lnSpc>
                <a:spcPct val="90000"/>
              </a:lnSpc>
              <a:spcBef>
                <a:spcPts val="211"/>
              </a:spcBef>
              <a:spcAft>
                <a:spcPts val="0"/>
              </a:spcAft>
              <a:buClr>
                <a:schemeClr val="dk1"/>
              </a:buClr>
              <a:buSzPts val="1200"/>
              <a:buNone/>
              <a:defRPr sz="506"/>
            </a:lvl8pPr>
            <a:lvl9pPr lvl="8" algn="ctr">
              <a:lnSpc>
                <a:spcPct val="90000"/>
              </a:lnSpc>
              <a:spcBef>
                <a:spcPts val="211"/>
              </a:spcBef>
              <a:spcAft>
                <a:spcPts val="0"/>
              </a:spcAft>
              <a:buClr>
                <a:schemeClr val="dk1"/>
              </a:buClr>
              <a:buSzPts val="1200"/>
              <a:buNone/>
              <a:defRPr sz="506"/>
            </a:lvl9pPr>
          </a:lstStyle>
          <a:p>
            <a:endParaRPr/>
          </a:p>
        </p:txBody>
      </p:sp>
      <p:sp>
        <p:nvSpPr>
          <p:cNvPr id="17" name="Google Shape;17;p6"/>
          <p:cNvSpPr txBox="1">
            <a:spLocks noGrp="1"/>
          </p:cNvSpPr>
          <p:nvPr>
            <p:ph type="body" idx="2"/>
          </p:nvPr>
        </p:nvSpPr>
        <p:spPr>
          <a:xfrm>
            <a:off x="3892060" y="4826981"/>
            <a:ext cx="5035064" cy="1108563"/>
          </a:xfrm>
          <a:prstGeom prst="rect">
            <a:avLst/>
          </a:prstGeom>
          <a:noFill/>
          <a:ln>
            <a:noFill/>
          </a:ln>
        </p:spPr>
        <p:txBody>
          <a:bodyPr spcFirstLastPara="1" lIns="91425" tIns="45700" rIns="91425" bIns="45700">
            <a:normAutofit/>
          </a:bodyPr>
          <a:lstStyle>
            <a:lvl1pPr marL="192881" lvl="0" indent="-96441" algn="r">
              <a:lnSpc>
                <a:spcPct val="90000"/>
              </a:lnSpc>
              <a:spcBef>
                <a:spcPts val="0"/>
              </a:spcBef>
              <a:spcAft>
                <a:spcPts val="0"/>
              </a:spcAft>
              <a:buClr>
                <a:srgbClr val="1C1573"/>
              </a:buClr>
              <a:buSzPts val="1700"/>
              <a:buNone/>
              <a:defRPr sz="717">
                <a:solidFill>
                  <a:srgbClr val="1C1573"/>
                </a:solidFill>
                <a:latin typeface="Helvetica Neue"/>
                <a:ea typeface="Helvetica Neue"/>
                <a:cs typeface="Helvetica Neue"/>
                <a:sym typeface="Helvetica Neue"/>
              </a:defRPr>
            </a:lvl1pPr>
            <a:lvl2pPr marL="385763" lvl="1" indent="-144661" algn="l">
              <a:lnSpc>
                <a:spcPct val="90000"/>
              </a:lnSpc>
              <a:spcBef>
                <a:spcPts val="211"/>
              </a:spcBef>
              <a:spcAft>
                <a:spcPts val="0"/>
              </a:spcAft>
              <a:buClr>
                <a:schemeClr val="dk1"/>
              </a:buClr>
              <a:buSzPts val="1800"/>
              <a:buChar char="•"/>
              <a:defRPr/>
            </a:lvl2pPr>
            <a:lvl3pPr marL="578644" lvl="2" indent="-144661" algn="l">
              <a:lnSpc>
                <a:spcPct val="90000"/>
              </a:lnSpc>
              <a:spcBef>
                <a:spcPts val="211"/>
              </a:spcBef>
              <a:spcAft>
                <a:spcPts val="0"/>
              </a:spcAft>
              <a:buClr>
                <a:schemeClr val="dk1"/>
              </a:buClr>
              <a:buSzPts val="1800"/>
              <a:buChar char="•"/>
              <a:defRPr/>
            </a:lvl3pPr>
            <a:lvl4pPr marL="771525" lvl="3" indent="-144661" algn="l">
              <a:lnSpc>
                <a:spcPct val="90000"/>
              </a:lnSpc>
              <a:spcBef>
                <a:spcPts val="211"/>
              </a:spcBef>
              <a:spcAft>
                <a:spcPts val="0"/>
              </a:spcAft>
              <a:buClr>
                <a:schemeClr val="dk1"/>
              </a:buClr>
              <a:buSzPts val="1800"/>
              <a:buChar char="•"/>
              <a:defRPr/>
            </a:lvl4pPr>
            <a:lvl5pPr marL="964406" lvl="4" indent="-144661" algn="l">
              <a:lnSpc>
                <a:spcPct val="90000"/>
              </a:lnSpc>
              <a:spcBef>
                <a:spcPts val="211"/>
              </a:spcBef>
              <a:spcAft>
                <a:spcPts val="0"/>
              </a:spcAft>
              <a:buClr>
                <a:schemeClr val="dk1"/>
              </a:buClr>
              <a:buSzPts val="1800"/>
              <a:buChar char="•"/>
              <a:defRPr/>
            </a:lvl5pPr>
            <a:lvl6pPr marL="1157288" lvl="5" indent="-144661" algn="l">
              <a:lnSpc>
                <a:spcPct val="90000"/>
              </a:lnSpc>
              <a:spcBef>
                <a:spcPts val="211"/>
              </a:spcBef>
              <a:spcAft>
                <a:spcPts val="0"/>
              </a:spcAft>
              <a:buClr>
                <a:schemeClr val="dk1"/>
              </a:buClr>
              <a:buSzPts val="1800"/>
              <a:buChar char="•"/>
              <a:defRPr/>
            </a:lvl6pPr>
            <a:lvl7pPr marL="1350169" lvl="6" indent="-144661" algn="l">
              <a:lnSpc>
                <a:spcPct val="90000"/>
              </a:lnSpc>
              <a:spcBef>
                <a:spcPts val="211"/>
              </a:spcBef>
              <a:spcAft>
                <a:spcPts val="0"/>
              </a:spcAft>
              <a:buClr>
                <a:schemeClr val="dk1"/>
              </a:buClr>
              <a:buSzPts val="1800"/>
              <a:buChar char="•"/>
              <a:defRPr/>
            </a:lvl7pPr>
            <a:lvl8pPr marL="1543050" lvl="7" indent="-144661" algn="l">
              <a:lnSpc>
                <a:spcPct val="90000"/>
              </a:lnSpc>
              <a:spcBef>
                <a:spcPts val="211"/>
              </a:spcBef>
              <a:spcAft>
                <a:spcPts val="0"/>
              </a:spcAft>
              <a:buClr>
                <a:schemeClr val="dk1"/>
              </a:buClr>
              <a:buSzPts val="1800"/>
              <a:buChar char="•"/>
              <a:defRPr/>
            </a:lvl8pPr>
            <a:lvl9pPr marL="1735931" lvl="8" indent="-144661" algn="l">
              <a:lnSpc>
                <a:spcPct val="90000"/>
              </a:lnSpc>
              <a:spcBef>
                <a:spcPts val="211"/>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59140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56"/>
        <p:cNvGrpSpPr/>
        <p:nvPr/>
      </p:nvGrpSpPr>
      <p:grpSpPr>
        <a:xfrm>
          <a:off x="0" y="0"/>
          <a:ext cx="0" cy="0"/>
          <a:chOff x="0" y="0"/>
          <a:chExt cx="0" cy="0"/>
        </a:xfrm>
      </p:grpSpPr>
      <p:sp>
        <p:nvSpPr>
          <p:cNvPr id="57" name="Google Shape;57;p110"/>
          <p:cNvSpPr txBox="1"/>
          <p:nvPr/>
        </p:nvSpPr>
        <p:spPr>
          <a:xfrm>
            <a:off x="8153400" y="6550026"/>
            <a:ext cx="990600" cy="147197"/>
          </a:xfrm>
          <a:prstGeom prst="rect">
            <a:avLst/>
          </a:prstGeom>
          <a:noFill/>
          <a:ln>
            <a:noFill/>
          </a:ln>
        </p:spPr>
        <p:txBody>
          <a:bodyPr spcFirstLastPara="1" wrap="square" lIns="51427" tIns="25706" rIns="51427" bIns="25706" anchor="t" anchorCtr="0">
            <a:spAutoFit/>
          </a:bodyPr>
          <a:lstStyle/>
          <a:p>
            <a:pPr marL="0" marR="0" lvl="0" indent="0" algn="r" defTabSz="514350" rtl="0" eaLnBrk="1" fontAlgn="auto" latinLnBrk="0" hangingPunct="1">
              <a:lnSpc>
                <a:spcPct val="100000"/>
              </a:lnSpc>
              <a:spcBef>
                <a:spcPts val="0"/>
              </a:spcBef>
              <a:spcAft>
                <a:spcPts val="0"/>
              </a:spcAft>
              <a:buClrTx/>
              <a:buSzTx/>
              <a:buFontTx/>
              <a:buNone/>
              <a:tabLst/>
              <a:defRPr/>
            </a:pPr>
            <a:r>
              <a:rPr kumimoji="0" lang="en-US" sz="619"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619" b="0" i="0" u="none" strike="noStrike" kern="1200" cap="none" spc="0" normalizeH="0" baseline="0" noProof="0">
                <a:ln>
                  <a:noFill/>
                </a:ln>
                <a:solidFill>
                  <a:srgbClr val="101141"/>
                </a:solidFill>
                <a:effectLst/>
                <a:uLnTx/>
                <a:uFillTx/>
                <a:latin typeface="Arial"/>
                <a:ea typeface="Arial"/>
                <a:cs typeface="Arial"/>
                <a:sym typeface="Arial"/>
              </a:rPr>
              <a:t>Pilani</a:t>
            </a:r>
            <a:endParaRPr kumimoji="0" sz="619" b="0" i="0" u="none" strike="noStrike" kern="1200" cap="none" spc="0" normalizeH="0" baseline="0" noProof="0">
              <a:ln>
                <a:noFill/>
              </a:ln>
              <a:solidFill>
                <a:srgbClr val="101141"/>
              </a:solidFill>
              <a:effectLst/>
              <a:uLnTx/>
              <a:uFillTx/>
              <a:latin typeface="Arial"/>
              <a:ea typeface="Arial"/>
              <a:cs typeface="Arial"/>
              <a:sym typeface="Arial"/>
            </a:endParaRPr>
          </a:p>
        </p:txBody>
      </p:sp>
      <p:grpSp>
        <p:nvGrpSpPr>
          <p:cNvPr id="58" name="Google Shape;58;p110"/>
          <p:cNvGrpSpPr/>
          <p:nvPr/>
        </p:nvGrpSpPr>
        <p:grpSpPr>
          <a:xfrm>
            <a:off x="2084388" y="6550028"/>
            <a:ext cx="7059612"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6629403" y="1"/>
            <a:ext cx="2193925" cy="692151"/>
          </a:xfrm>
          <a:prstGeom prst="rect">
            <a:avLst/>
          </a:prstGeom>
          <a:noFill/>
          <a:ln>
            <a:noFill/>
          </a:ln>
        </p:spPr>
      </p:pic>
      <p:grpSp>
        <p:nvGrpSpPr>
          <p:cNvPr id="63" name="Google Shape;63;p110"/>
          <p:cNvGrpSpPr/>
          <p:nvPr/>
        </p:nvGrpSpPr>
        <p:grpSpPr>
          <a:xfrm>
            <a:off x="2133600" y="6553201"/>
            <a:ext cx="7010400" cy="46039"/>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grpSp>
        <p:nvGrpSpPr>
          <p:cNvPr id="67" name="Google Shape;67;p110"/>
          <p:cNvGrpSpPr/>
          <p:nvPr/>
        </p:nvGrpSpPr>
        <p:grpSpPr>
          <a:xfrm>
            <a:off x="0" y="1295401"/>
            <a:ext cx="7010400" cy="46039"/>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20817970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4" name="TextBox 3"/>
          <p:cNvSpPr txBox="1"/>
          <p:nvPr/>
        </p:nvSpPr>
        <p:spPr>
          <a:xfrm>
            <a:off x="3276600" y="6596066"/>
            <a:ext cx="5867400" cy="187615"/>
          </a:xfrm>
          <a:prstGeom prst="rect">
            <a:avLst/>
          </a:prstGeom>
          <a:noFill/>
        </p:spPr>
        <p:txBody>
          <a:bodyPr>
            <a:spAutoFit/>
          </a:bodyPr>
          <a:lstStyle/>
          <a:p>
            <a:pPr marL="0" marR="0" lvl="0" indent="0" algn="r" defTabSz="514350" rtl="0" eaLnBrk="1" fontAlgn="auto" latinLnBrk="0" hangingPunct="1">
              <a:lnSpc>
                <a:spcPct val="100000"/>
              </a:lnSpc>
              <a:spcBef>
                <a:spcPts val="0"/>
              </a:spcBef>
              <a:spcAft>
                <a:spcPts val="0"/>
              </a:spcAft>
              <a:buClrTx/>
              <a:buSzTx/>
              <a:buFontTx/>
              <a:buNone/>
              <a:tabLst/>
              <a:defRPr/>
            </a:pPr>
            <a:r>
              <a:rPr kumimoji="0" lang="en-US" sz="619" b="1" i="0" u="none" strike="noStrike" kern="1200" cap="none" spc="0" normalizeH="0" baseline="0" noProof="0" dirty="0">
                <a:ln>
                  <a:noFill/>
                </a:ln>
                <a:solidFill>
                  <a:srgbClr val="101141"/>
                </a:solidFill>
                <a:effectLst/>
                <a:uLnTx/>
                <a:uFillTx/>
                <a:latin typeface="Arial"/>
                <a:ea typeface="+mn-ea"/>
                <a:cs typeface="Arial"/>
                <a:sym typeface="Arial"/>
              </a:rPr>
              <a:t>BITS </a:t>
            </a:r>
            <a:r>
              <a:rPr kumimoji="0" lang="en-US" sz="619" b="0" i="0" u="none" strike="noStrike" kern="1200" cap="none" spc="0" normalizeH="0" baseline="0" noProof="0" dirty="0">
                <a:ln>
                  <a:noFill/>
                </a:ln>
                <a:solidFill>
                  <a:srgbClr val="101141"/>
                </a:solidFill>
                <a:effectLst/>
                <a:uLnTx/>
                <a:uFillTx/>
                <a:latin typeface="Arial"/>
                <a:ea typeface="+mn-ea"/>
                <a:cs typeface="Arial"/>
                <a:sym typeface="Arial"/>
              </a:rPr>
              <a:t>Pilani, Pilani Campus</a:t>
            </a:r>
          </a:p>
        </p:txBody>
      </p:sp>
      <p:grpSp>
        <p:nvGrpSpPr>
          <p:cNvPr id="5" name="Group 11"/>
          <p:cNvGrpSpPr>
            <a:grpSpLocks/>
          </p:cNvGrpSpPr>
          <p:nvPr/>
        </p:nvGrpSpPr>
        <p:grpSpPr bwMode="auto">
          <a:xfrm>
            <a:off x="2084388" y="6550028"/>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3" y="1"/>
            <a:ext cx="2193925" cy="692151"/>
          </a:xfrm>
          <a:prstGeom prst="rect">
            <a:avLst/>
          </a:prstGeom>
          <a:noFill/>
          <a:ln w="9525">
            <a:noFill/>
            <a:miter lim="800000"/>
            <a:headEnd/>
            <a:tailEnd/>
          </a:ln>
        </p:spPr>
      </p:pic>
      <p:grpSp>
        <p:nvGrpSpPr>
          <p:cNvPr id="10" name="Group 18"/>
          <p:cNvGrpSpPr>
            <a:grpSpLocks/>
          </p:cNvGrpSpPr>
          <p:nvPr/>
        </p:nvGrpSpPr>
        <p:grpSpPr bwMode="auto">
          <a:xfrm>
            <a:off x="2133600" y="6553201"/>
            <a:ext cx="7010400" cy="4603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grpSp>
      <p:grpSp>
        <p:nvGrpSpPr>
          <p:cNvPr id="14" name="Group 22"/>
          <p:cNvGrpSpPr>
            <a:grpSpLocks/>
          </p:cNvGrpSpPr>
          <p:nvPr/>
        </p:nvGrpSpPr>
        <p:grpSpPr bwMode="auto">
          <a:xfrm>
            <a:off x="0" y="1295401"/>
            <a:ext cx="7010400" cy="4603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grpSp>
      <p:sp>
        <p:nvSpPr>
          <p:cNvPr id="3" name="Content Placeholder 2"/>
          <p:cNvSpPr>
            <a:spLocks noGrp="1"/>
          </p:cNvSpPr>
          <p:nvPr>
            <p:ph idx="1"/>
          </p:nvPr>
        </p:nvSpPr>
        <p:spPr>
          <a:xfrm>
            <a:off x="304800" y="1493840"/>
            <a:ext cx="82296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025"/>
              </a:lnSpc>
              <a:spcBef>
                <a:spcPts val="0"/>
              </a:spcBef>
              <a:buNone/>
              <a:defRPr sz="2025" b="1" spc="-85"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0817112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3" y="3"/>
            <a:ext cx="7059613"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6629403" y="1"/>
            <a:ext cx="2193925" cy="692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1"/>
            <a:ext cx="7010400" cy="46039"/>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1"/>
            <a:ext cx="7010400" cy="46039"/>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253672858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ection header" type="secHead">
  <p:cSld name="2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867800"/>
            <a:ext cx="85206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2700"/>
            </a:lvl1pPr>
            <a:lvl2pPr lvl="1" algn="ctr">
              <a:spcBef>
                <a:spcPts val="0"/>
              </a:spcBef>
              <a:spcAft>
                <a:spcPts val="0"/>
              </a:spcAft>
              <a:buSzPts val="3600"/>
              <a:buNone/>
              <a:defRPr sz="2700"/>
            </a:lvl2pPr>
            <a:lvl3pPr lvl="2" algn="ctr">
              <a:spcBef>
                <a:spcPts val="0"/>
              </a:spcBef>
              <a:spcAft>
                <a:spcPts val="0"/>
              </a:spcAft>
              <a:buSzPts val="3600"/>
              <a:buNone/>
              <a:defRPr sz="2700"/>
            </a:lvl3pPr>
            <a:lvl4pPr lvl="3" algn="ctr">
              <a:spcBef>
                <a:spcPts val="0"/>
              </a:spcBef>
              <a:spcAft>
                <a:spcPts val="0"/>
              </a:spcAft>
              <a:buSzPts val="3600"/>
              <a:buNone/>
              <a:defRPr sz="2700"/>
            </a:lvl4pPr>
            <a:lvl5pPr lvl="4" algn="ctr">
              <a:spcBef>
                <a:spcPts val="0"/>
              </a:spcBef>
              <a:spcAft>
                <a:spcPts val="0"/>
              </a:spcAft>
              <a:buSzPts val="3600"/>
              <a:buNone/>
              <a:defRPr sz="2700"/>
            </a:lvl5pPr>
            <a:lvl6pPr lvl="5" algn="ctr">
              <a:spcBef>
                <a:spcPts val="0"/>
              </a:spcBef>
              <a:spcAft>
                <a:spcPts val="0"/>
              </a:spcAft>
              <a:buSzPts val="3600"/>
              <a:buNone/>
              <a:defRPr sz="2700"/>
            </a:lvl6pPr>
            <a:lvl7pPr lvl="6" algn="ctr">
              <a:spcBef>
                <a:spcPts val="0"/>
              </a:spcBef>
              <a:spcAft>
                <a:spcPts val="0"/>
              </a:spcAft>
              <a:buSzPts val="3600"/>
              <a:buNone/>
              <a:defRPr sz="2700"/>
            </a:lvl7pPr>
            <a:lvl8pPr lvl="7" algn="ctr">
              <a:spcBef>
                <a:spcPts val="0"/>
              </a:spcBef>
              <a:spcAft>
                <a:spcPts val="0"/>
              </a:spcAft>
              <a:buSzPts val="3600"/>
              <a:buNone/>
              <a:defRPr sz="2700"/>
            </a:lvl8pPr>
            <a:lvl9pPr lvl="8" algn="ctr">
              <a:spcBef>
                <a:spcPts val="0"/>
              </a:spcBef>
              <a:spcAft>
                <a:spcPts val="0"/>
              </a:spcAft>
              <a:buSzPts val="3600"/>
              <a:buNone/>
              <a:defRPr sz="2700"/>
            </a:lvl9pPr>
          </a:lstStyle>
          <a:p>
            <a:endParaRPr/>
          </a:p>
        </p:txBody>
      </p:sp>
      <p:sp>
        <p:nvSpPr>
          <p:cNvPr id="15" name="Google Shape;15;p3"/>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defTabSz="514350">
              <a:buClrTx/>
              <a:defRPr/>
            </a:pPr>
            <a:fld id="{00000000-1234-1234-1234-123412341234}" type="slidenum">
              <a:rPr lang="en" sz="1013" kern="1200" smtClean="0">
                <a:solidFill>
                  <a:prstClr val="black"/>
                </a:solidFill>
                <a:latin typeface="Calibri"/>
                <a:ea typeface="+mn-ea"/>
              </a:rPr>
              <a:pPr algn="r" defTabSz="514350">
                <a:buClrTx/>
                <a:defRPr/>
              </a:pPr>
              <a:t>‹#›</a:t>
            </a:fld>
            <a:endParaRPr lang="en" sz="1013" kern="1200">
              <a:solidFill>
                <a:prstClr val="black"/>
              </a:solidFill>
              <a:latin typeface="Calibri"/>
              <a:ea typeface="+mn-ea"/>
            </a:endParaRPr>
          </a:p>
        </p:txBody>
      </p:sp>
    </p:spTree>
    <p:extLst>
      <p:ext uri="{BB962C8B-B14F-4D97-AF65-F5344CB8AC3E}">
        <p14:creationId xmlns:p14="http://schemas.microsoft.com/office/powerpoint/2010/main" val="16871636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2"/>
        <p:cNvGrpSpPr/>
        <p:nvPr/>
      </p:nvGrpSpPr>
      <p:grpSpPr>
        <a:xfrm>
          <a:off x="0" y="0"/>
          <a:ext cx="0" cy="0"/>
          <a:chOff x="0" y="0"/>
          <a:chExt cx="0" cy="0"/>
        </a:xfrm>
      </p:grpSpPr>
      <p:sp>
        <p:nvSpPr>
          <p:cNvPr id="13" name="Google Shape;13;p98"/>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98"/>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98"/>
          <p:cNvSpPr txBox="1">
            <a:spLocks noGrp="1"/>
          </p:cNvSpPr>
          <p:nvPr>
            <p:ph type="sldNum" idx="12"/>
          </p:nvPr>
        </p:nvSpPr>
        <p:spPr>
          <a:xfrm>
            <a:off x="6583680" y="6377940"/>
            <a:ext cx="2103120" cy="439351"/>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80321419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99"/>
          <p:cNvSpPr txBox="1">
            <a:spLocks noGrp="1"/>
          </p:cNvSpPr>
          <p:nvPr>
            <p:ph type="title"/>
          </p:nvPr>
        </p:nvSpPr>
        <p:spPr>
          <a:xfrm>
            <a:off x="151136" y="193461"/>
            <a:ext cx="8841724" cy="41485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696" b="0" i="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99"/>
          <p:cNvSpPr txBox="1">
            <a:spLocks noGrp="1"/>
          </p:cNvSpPr>
          <p:nvPr>
            <p:ph type="body" idx="1"/>
          </p:nvPr>
        </p:nvSpPr>
        <p:spPr>
          <a:xfrm>
            <a:off x="982033" y="2304329"/>
            <a:ext cx="7555885" cy="256224"/>
          </a:xfrm>
          <a:prstGeom prst="rect">
            <a:avLst/>
          </a:prstGeom>
          <a:noFill/>
          <a:ln>
            <a:noFill/>
          </a:ln>
        </p:spPr>
        <p:txBody>
          <a:bodyPr spcFirstLastPara="1" wrap="square" lIns="0" tIns="0" rIns="0" bIns="0" anchor="t" anchorCtr="0">
            <a:spAutoFit/>
          </a:bodyPr>
          <a:lstStyle>
            <a:lvl1pPr marL="725073" lvl="0" indent="-362537" algn="l">
              <a:lnSpc>
                <a:spcPct val="100000"/>
              </a:lnSpc>
              <a:spcBef>
                <a:spcPts val="0"/>
              </a:spcBef>
              <a:spcAft>
                <a:spcPts val="0"/>
              </a:spcAft>
              <a:buSzPts val="1400"/>
              <a:buNone/>
              <a:defRPr sz="1665" b="0" i="0">
                <a:solidFill>
                  <a:schemeClr val="dk1"/>
                </a:solidFill>
                <a:latin typeface="Helvetica Neue"/>
                <a:ea typeface="Helvetica Neue"/>
                <a:cs typeface="Helvetica Neue"/>
                <a:sym typeface="Helvetica Neue"/>
              </a:defRPr>
            </a:lvl1pPr>
            <a:lvl2pPr marL="1450147" lvl="1" indent="-362537" algn="l">
              <a:lnSpc>
                <a:spcPct val="100000"/>
              </a:lnSpc>
              <a:spcBef>
                <a:spcPts val="0"/>
              </a:spcBef>
              <a:spcAft>
                <a:spcPts val="0"/>
              </a:spcAft>
              <a:buSzPts val="1400"/>
              <a:buNone/>
              <a:defRPr/>
            </a:lvl2pPr>
            <a:lvl3pPr marL="2175220" lvl="2" indent="-362537" algn="l">
              <a:lnSpc>
                <a:spcPct val="100000"/>
              </a:lnSpc>
              <a:spcBef>
                <a:spcPts val="0"/>
              </a:spcBef>
              <a:spcAft>
                <a:spcPts val="0"/>
              </a:spcAft>
              <a:buSzPts val="1400"/>
              <a:buNone/>
              <a:defRPr/>
            </a:lvl3pPr>
            <a:lvl4pPr marL="2900294" lvl="3" indent="-362537" algn="l">
              <a:lnSpc>
                <a:spcPct val="100000"/>
              </a:lnSpc>
              <a:spcBef>
                <a:spcPts val="0"/>
              </a:spcBef>
              <a:spcAft>
                <a:spcPts val="0"/>
              </a:spcAft>
              <a:buSzPts val="1400"/>
              <a:buNone/>
              <a:defRPr/>
            </a:lvl4pPr>
            <a:lvl5pPr marL="3625367" lvl="4" indent="-362537" algn="l">
              <a:lnSpc>
                <a:spcPct val="100000"/>
              </a:lnSpc>
              <a:spcBef>
                <a:spcPts val="0"/>
              </a:spcBef>
              <a:spcAft>
                <a:spcPts val="0"/>
              </a:spcAft>
              <a:buSzPts val="1400"/>
              <a:buNone/>
              <a:defRPr/>
            </a:lvl5pPr>
            <a:lvl6pPr marL="4350441" lvl="5" indent="-362537" algn="l">
              <a:lnSpc>
                <a:spcPct val="100000"/>
              </a:lnSpc>
              <a:spcBef>
                <a:spcPts val="0"/>
              </a:spcBef>
              <a:spcAft>
                <a:spcPts val="0"/>
              </a:spcAft>
              <a:buSzPts val="1400"/>
              <a:buNone/>
              <a:defRPr/>
            </a:lvl6pPr>
            <a:lvl7pPr marL="5075514" lvl="6" indent="-362537" algn="l">
              <a:lnSpc>
                <a:spcPct val="100000"/>
              </a:lnSpc>
              <a:spcBef>
                <a:spcPts val="0"/>
              </a:spcBef>
              <a:spcAft>
                <a:spcPts val="0"/>
              </a:spcAft>
              <a:buSzPts val="1400"/>
              <a:buNone/>
              <a:defRPr/>
            </a:lvl7pPr>
            <a:lvl8pPr marL="5800588" lvl="7" indent="-362537" algn="l">
              <a:lnSpc>
                <a:spcPct val="100000"/>
              </a:lnSpc>
              <a:spcBef>
                <a:spcPts val="0"/>
              </a:spcBef>
              <a:spcAft>
                <a:spcPts val="0"/>
              </a:spcAft>
              <a:buSzPts val="1400"/>
              <a:buNone/>
              <a:defRPr/>
            </a:lvl8pPr>
            <a:lvl9pPr marL="6525661" lvl="8" indent="-362537" algn="l">
              <a:lnSpc>
                <a:spcPct val="100000"/>
              </a:lnSpc>
              <a:spcBef>
                <a:spcPts val="0"/>
              </a:spcBef>
              <a:spcAft>
                <a:spcPts val="0"/>
              </a:spcAft>
              <a:buSzPts val="1400"/>
              <a:buNone/>
              <a:defRPr/>
            </a:lvl9pPr>
          </a:lstStyle>
          <a:p>
            <a:endParaRPr/>
          </a:p>
        </p:txBody>
      </p:sp>
      <p:sp>
        <p:nvSpPr>
          <p:cNvPr id="19" name="Google Shape;19;p99"/>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99"/>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9"/>
          <p:cNvSpPr txBox="1">
            <a:spLocks noGrp="1"/>
          </p:cNvSpPr>
          <p:nvPr>
            <p:ph type="sldNum" idx="12"/>
          </p:nvPr>
        </p:nvSpPr>
        <p:spPr>
          <a:xfrm>
            <a:off x="6583680" y="6377940"/>
            <a:ext cx="2103120" cy="439351"/>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4269647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3"/>
        <p:cNvGrpSpPr/>
        <p:nvPr/>
      </p:nvGrpSpPr>
      <p:grpSpPr>
        <a:xfrm>
          <a:off x="0" y="0"/>
          <a:ext cx="0" cy="0"/>
          <a:chOff x="0" y="0"/>
          <a:chExt cx="0" cy="0"/>
        </a:xfrm>
      </p:grpSpPr>
      <p:sp>
        <p:nvSpPr>
          <p:cNvPr id="34" name="Google Shape;34;p102"/>
          <p:cNvSpPr txBox="1">
            <a:spLocks noGrp="1"/>
          </p:cNvSpPr>
          <p:nvPr>
            <p:ph type="title"/>
          </p:nvPr>
        </p:nvSpPr>
        <p:spPr>
          <a:xfrm>
            <a:off x="151136" y="193461"/>
            <a:ext cx="8841724" cy="41485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696" b="0" i="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2"/>
          <p:cNvSpPr txBox="1">
            <a:spLocks noGrp="1"/>
          </p:cNvSpPr>
          <p:nvPr>
            <p:ph type="body" idx="1"/>
          </p:nvPr>
        </p:nvSpPr>
        <p:spPr>
          <a:xfrm>
            <a:off x="457201" y="1577340"/>
            <a:ext cx="3977640" cy="161583"/>
          </a:xfrm>
          <a:prstGeom prst="rect">
            <a:avLst/>
          </a:prstGeom>
          <a:noFill/>
          <a:ln>
            <a:noFill/>
          </a:ln>
        </p:spPr>
        <p:txBody>
          <a:bodyPr spcFirstLastPara="1" wrap="square" lIns="0" tIns="0" rIns="0" bIns="0" anchor="t" anchorCtr="0">
            <a:spAutoFit/>
          </a:bodyPr>
          <a:lstStyle>
            <a:lvl1pPr marL="725073" lvl="0" indent="-362537" algn="l">
              <a:lnSpc>
                <a:spcPct val="100000"/>
              </a:lnSpc>
              <a:spcBef>
                <a:spcPts val="0"/>
              </a:spcBef>
              <a:spcAft>
                <a:spcPts val="0"/>
              </a:spcAft>
              <a:buSzPts val="1400"/>
              <a:buNone/>
              <a:defRPr/>
            </a:lvl1pPr>
            <a:lvl2pPr marL="1450147" lvl="1" indent="-362537" algn="l">
              <a:lnSpc>
                <a:spcPct val="100000"/>
              </a:lnSpc>
              <a:spcBef>
                <a:spcPts val="0"/>
              </a:spcBef>
              <a:spcAft>
                <a:spcPts val="0"/>
              </a:spcAft>
              <a:buSzPts val="1400"/>
              <a:buNone/>
              <a:defRPr/>
            </a:lvl2pPr>
            <a:lvl3pPr marL="2175220" lvl="2" indent="-362537" algn="l">
              <a:lnSpc>
                <a:spcPct val="100000"/>
              </a:lnSpc>
              <a:spcBef>
                <a:spcPts val="0"/>
              </a:spcBef>
              <a:spcAft>
                <a:spcPts val="0"/>
              </a:spcAft>
              <a:buSzPts val="1400"/>
              <a:buNone/>
              <a:defRPr/>
            </a:lvl3pPr>
            <a:lvl4pPr marL="2900294" lvl="3" indent="-362537" algn="l">
              <a:lnSpc>
                <a:spcPct val="100000"/>
              </a:lnSpc>
              <a:spcBef>
                <a:spcPts val="0"/>
              </a:spcBef>
              <a:spcAft>
                <a:spcPts val="0"/>
              </a:spcAft>
              <a:buSzPts val="1400"/>
              <a:buNone/>
              <a:defRPr/>
            </a:lvl4pPr>
            <a:lvl5pPr marL="3625367" lvl="4" indent="-362537" algn="l">
              <a:lnSpc>
                <a:spcPct val="100000"/>
              </a:lnSpc>
              <a:spcBef>
                <a:spcPts val="0"/>
              </a:spcBef>
              <a:spcAft>
                <a:spcPts val="0"/>
              </a:spcAft>
              <a:buSzPts val="1400"/>
              <a:buNone/>
              <a:defRPr/>
            </a:lvl5pPr>
            <a:lvl6pPr marL="4350441" lvl="5" indent="-362537" algn="l">
              <a:lnSpc>
                <a:spcPct val="100000"/>
              </a:lnSpc>
              <a:spcBef>
                <a:spcPts val="0"/>
              </a:spcBef>
              <a:spcAft>
                <a:spcPts val="0"/>
              </a:spcAft>
              <a:buSzPts val="1400"/>
              <a:buNone/>
              <a:defRPr/>
            </a:lvl6pPr>
            <a:lvl7pPr marL="5075514" lvl="6" indent="-362537" algn="l">
              <a:lnSpc>
                <a:spcPct val="100000"/>
              </a:lnSpc>
              <a:spcBef>
                <a:spcPts val="0"/>
              </a:spcBef>
              <a:spcAft>
                <a:spcPts val="0"/>
              </a:spcAft>
              <a:buSzPts val="1400"/>
              <a:buNone/>
              <a:defRPr/>
            </a:lvl7pPr>
            <a:lvl8pPr marL="5800588" lvl="7" indent="-362537" algn="l">
              <a:lnSpc>
                <a:spcPct val="100000"/>
              </a:lnSpc>
              <a:spcBef>
                <a:spcPts val="0"/>
              </a:spcBef>
              <a:spcAft>
                <a:spcPts val="0"/>
              </a:spcAft>
              <a:buSzPts val="1400"/>
              <a:buNone/>
              <a:defRPr/>
            </a:lvl8pPr>
            <a:lvl9pPr marL="6525661" lvl="8" indent="-362537" algn="l">
              <a:lnSpc>
                <a:spcPct val="100000"/>
              </a:lnSpc>
              <a:spcBef>
                <a:spcPts val="0"/>
              </a:spcBef>
              <a:spcAft>
                <a:spcPts val="0"/>
              </a:spcAft>
              <a:buSzPts val="1400"/>
              <a:buNone/>
              <a:defRPr/>
            </a:lvl9pPr>
          </a:lstStyle>
          <a:p>
            <a:endParaRPr/>
          </a:p>
        </p:txBody>
      </p:sp>
      <p:sp>
        <p:nvSpPr>
          <p:cNvPr id="36" name="Google Shape;36;p102"/>
          <p:cNvSpPr txBox="1">
            <a:spLocks noGrp="1"/>
          </p:cNvSpPr>
          <p:nvPr>
            <p:ph type="body" idx="2"/>
          </p:nvPr>
        </p:nvSpPr>
        <p:spPr>
          <a:xfrm>
            <a:off x="4709161" y="1577340"/>
            <a:ext cx="3977640" cy="161583"/>
          </a:xfrm>
          <a:prstGeom prst="rect">
            <a:avLst/>
          </a:prstGeom>
          <a:noFill/>
          <a:ln>
            <a:noFill/>
          </a:ln>
        </p:spPr>
        <p:txBody>
          <a:bodyPr spcFirstLastPara="1" wrap="square" lIns="0" tIns="0" rIns="0" bIns="0" anchor="t" anchorCtr="0">
            <a:spAutoFit/>
          </a:bodyPr>
          <a:lstStyle>
            <a:lvl1pPr marL="725073" lvl="0" indent="-362537" algn="l">
              <a:lnSpc>
                <a:spcPct val="100000"/>
              </a:lnSpc>
              <a:spcBef>
                <a:spcPts val="0"/>
              </a:spcBef>
              <a:spcAft>
                <a:spcPts val="0"/>
              </a:spcAft>
              <a:buSzPts val="1400"/>
              <a:buNone/>
              <a:defRPr/>
            </a:lvl1pPr>
            <a:lvl2pPr marL="1450147" lvl="1" indent="-362537" algn="l">
              <a:lnSpc>
                <a:spcPct val="100000"/>
              </a:lnSpc>
              <a:spcBef>
                <a:spcPts val="0"/>
              </a:spcBef>
              <a:spcAft>
                <a:spcPts val="0"/>
              </a:spcAft>
              <a:buSzPts val="1400"/>
              <a:buNone/>
              <a:defRPr/>
            </a:lvl2pPr>
            <a:lvl3pPr marL="2175220" lvl="2" indent="-362537" algn="l">
              <a:lnSpc>
                <a:spcPct val="100000"/>
              </a:lnSpc>
              <a:spcBef>
                <a:spcPts val="0"/>
              </a:spcBef>
              <a:spcAft>
                <a:spcPts val="0"/>
              </a:spcAft>
              <a:buSzPts val="1400"/>
              <a:buNone/>
              <a:defRPr/>
            </a:lvl3pPr>
            <a:lvl4pPr marL="2900294" lvl="3" indent="-362537" algn="l">
              <a:lnSpc>
                <a:spcPct val="100000"/>
              </a:lnSpc>
              <a:spcBef>
                <a:spcPts val="0"/>
              </a:spcBef>
              <a:spcAft>
                <a:spcPts val="0"/>
              </a:spcAft>
              <a:buSzPts val="1400"/>
              <a:buNone/>
              <a:defRPr/>
            </a:lvl4pPr>
            <a:lvl5pPr marL="3625367" lvl="4" indent="-362537" algn="l">
              <a:lnSpc>
                <a:spcPct val="100000"/>
              </a:lnSpc>
              <a:spcBef>
                <a:spcPts val="0"/>
              </a:spcBef>
              <a:spcAft>
                <a:spcPts val="0"/>
              </a:spcAft>
              <a:buSzPts val="1400"/>
              <a:buNone/>
              <a:defRPr/>
            </a:lvl5pPr>
            <a:lvl6pPr marL="4350441" lvl="5" indent="-362537" algn="l">
              <a:lnSpc>
                <a:spcPct val="100000"/>
              </a:lnSpc>
              <a:spcBef>
                <a:spcPts val="0"/>
              </a:spcBef>
              <a:spcAft>
                <a:spcPts val="0"/>
              </a:spcAft>
              <a:buSzPts val="1400"/>
              <a:buNone/>
              <a:defRPr/>
            </a:lvl6pPr>
            <a:lvl7pPr marL="5075514" lvl="6" indent="-362537" algn="l">
              <a:lnSpc>
                <a:spcPct val="100000"/>
              </a:lnSpc>
              <a:spcBef>
                <a:spcPts val="0"/>
              </a:spcBef>
              <a:spcAft>
                <a:spcPts val="0"/>
              </a:spcAft>
              <a:buSzPts val="1400"/>
              <a:buNone/>
              <a:defRPr/>
            </a:lvl7pPr>
            <a:lvl8pPr marL="5800588" lvl="7" indent="-362537" algn="l">
              <a:lnSpc>
                <a:spcPct val="100000"/>
              </a:lnSpc>
              <a:spcBef>
                <a:spcPts val="0"/>
              </a:spcBef>
              <a:spcAft>
                <a:spcPts val="0"/>
              </a:spcAft>
              <a:buSzPts val="1400"/>
              <a:buNone/>
              <a:defRPr/>
            </a:lvl8pPr>
            <a:lvl9pPr marL="6525661" lvl="8" indent="-362537" algn="l">
              <a:lnSpc>
                <a:spcPct val="100000"/>
              </a:lnSpc>
              <a:spcBef>
                <a:spcPts val="0"/>
              </a:spcBef>
              <a:spcAft>
                <a:spcPts val="0"/>
              </a:spcAft>
              <a:buSzPts val="1400"/>
              <a:buNone/>
              <a:defRPr/>
            </a:lvl9pPr>
          </a:lstStyle>
          <a:p>
            <a:endParaRPr/>
          </a:p>
        </p:txBody>
      </p:sp>
      <p:sp>
        <p:nvSpPr>
          <p:cNvPr id="37" name="Google Shape;37;p102"/>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2"/>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2"/>
          <p:cNvSpPr txBox="1">
            <a:spLocks noGrp="1"/>
          </p:cNvSpPr>
          <p:nvPr>
            <p:ph type="sldNum" idx="12"/>
          </p:nvPr>
        </p:nvSpPr>
        <p:spPr>
          <a:xfrm>
            <a:off x="6583680" y="6377940"/>
            <a:ext cx="2103120" cy="439351"/>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2208848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4203904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40688494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94424939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26754630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26296318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4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5"/>
              <a:t> </a:t>
            </a:r>
            <a:r>
              <a:rPr lang="en-IN"/>
              <a:t>Pilani</a:t>
            </a:r>
            <a:r>
              <a:rPr lang="en-IN" spc="-24"/>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786"/>
            <a:ext cx="8160907" cy="415627"/>
          </a:xfrm>
          <a:prstGeom prst="rect">
            <a:avLst/>
          </a:prstGeom>
        </p:spPr>
        <p:txBody>
          <a:bodyPr anchor="ctr"/>
          <a:lstStyle>
            <a:lvl1pPr algn="l">
              <a:defRPr sz="2701"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5406560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48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5"/>
              <a:t> </a:t>
            </a:r>
            <a:r>
              <a:rPr lang="en-IN"/>
              <a:t>Pilani</a:t>
            </a:r>
            <a:r>
              <a:rPr lang="en-IN" spc="-24"/>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786"/>
            <a:ext cx="8160907" cy="415627"/>
          </a:xfrm>
          <a:prstGeom prst="rect">
            <a:avLst/>
          </a:prstGeom>
        </p:spPr>
        <p:txBody>
          <a:bodyPr anchor="ctr"/>
          <a:lstStyle>
            <a:lvl1pPr algn="l">
              <a:defRPr sz="2701"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49210194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49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5"/>
              <a:t> </a:t>
            </a:r>
            <a:r>
              <a:rPr lang="en-IN"/>
              <a:t>Pilani</a:t>
            </a:r>
            <a:r>
              <a:rPr lang="en-IN" spc="-24"/>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786"/>
            <a:ext cx="8160907" cy="415627"/>
          </a:xfrm>
          <a:prstGeom prst="rect">
            <a:avLst/>
          </a:prstGeom>
        </p:spPr>
        <p:txBody>
          <a:bodyPr anchor="ctr"/>
          <a:lstStyle>
            <a:lvl1pPr algn="l">
              <a:defRPr sz="2701"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31748693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50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5"/>
              <a:t> </a:t>
            </a:r>
            <a:r>
              <a:rPr lang="en-IN"/>
              <a:t>Pilani</a:t>
            </a:r>
            <a:r>
              <a:rPr lang="en-IN" spc="-24"/>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786"/>
            <a:ext cx="8160907" cy="415627"/>
          </a:xfrm>
          <a:prstGeom prst="rect">
            <a:avLst/>
          </a:prstGeom>
        </p:spPr>
        <p:txBody>
          <a:bodyPr anchor="ctr"/>
          <a:lstStyle>
            <a:lvl1pPr algn="l">
              <a:defRPr sz="2701"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13548953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51136" y="193461"/>
            <a:ext cx="8841724" cy="414857"/>
          </a:xfrm>
        </p:spPr>
        <p:txBody>
          <a:bodyPr lIns="0" tIns="0" rIns="0" bIns="0"/>
          <a:lstStyle>
            <a:lvl1pPr>
              <a:defRPr sz="2696" b="0" i="0">
                <a:solidFill>
                  <a:schemeClr val="bg1"/>
                </a:solidFill>
                <a:latin typeface="Calibri"/>
                <a:cs typeface="Calibri"/>
              </a:defRPr>
            </a:lvl1pPr>
          </a:lstStyle>
          <a:p>
            <a:endParaRPr/>
          </a:p>
        </p:txBody>
      </p:sp>
      <p:sp>
        <p:nvSpPr>
          <p:cNvPr id="3" name="Holder 3"/>
          <p:cNvSpPr>
            <a:spLocks noGrp="1"/>
          </p:cNvSpPr>
          <p:nvPr>
            <p:ph type="body" idx="1"/>
          </p:nvPr>
        </p:nvSpPr>
        <p:spPr>
          <a:xfrm>
            <a:off x="982033" y="2304329"/>
            <a:ext cx="7555885" cy="256224"/>
          </a:xfrm>
        </p:spPr>
        <p:txBody>
          <a:bodyPr lIns="0" tIns="0" rIns="0" bIns="0"/>
          <a:lstStyle>
            <a:lvl1pPr>
              <a:defRPr sz="1665" b="0" i="0">
                <a:solidFill>
                  <a:schemeClr val="tx1"/>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976002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6" Type="http://schemas.openxmlformats.org/officeDocument/2006/relationships/theme" Target="../theme/theme2.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image" Target="../media/image25.jpg"/><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7"/>
          <a:srcRect/>
          <a:stretch>
            <a:fillRect/>
          </a:stretch>
        </a:blipFill>
        <a:effectLst/>
      </p:bgPr>
    </p:bg>
    <p:spTree>
      <p:nvGrpSpPr>
        <p:cNvPr id="1" name=""/>
        <p:cNvGrpSpPr/>
        <p:nvPr/>
      </p:nvGrpSpPr>
      <p:grpSpPr>
        <a:xfrm>
          <a:off x="0" y="0"/>
          <a:ext cx="0" cy="0"/>
          <a:chOff x="0" y="0"/>
          <a:chExt cx="0" cy="0"/>
        </a:xfrm>
      </p:grpSpPr>
      <p:sp>
        <p:nvSpPr>
          <p:cNvPr id="10"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1" name="Slide Number"/>
          <p:cNvSpPr txBox="1">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lvl1pPr algn="r">
              <a:defRPr sz="1200">
                <a:solidFill>
                  <a:srgbClr val="898989"/>
                </a:solidFill>
                <a:latin typeface="+mj-lt"/>
                <a:ea typeface="+mj-ea"/>
                <a:cs typeface="+mj-cs"/>
                <a:sym typeface="Arial"/>
              </a:defRPr>
            </a:lvl1pPr>
          </a:lstStyle>
          <a:p>
            <a:fld id="{86CB4B4D-7CA3-9044-876B-883B54F8677D}" type="slidenum">
              <a:t>‹#›</a:t>
            </a:fld>
            <a:endParaRPr/>
          </a:p>
        </p:txBody>
      </p:sp>
      <p:sp>
        <p:nvSpPr>
          <p:cNvPr id="12" name="Title Placeholder 11">
            <a:extLst>
              <a:ext uri="{FF2B5EF4-FFF2-40B4-BE49-F238E27FC236}">
                <a16:creationId xmlns:a16="http://schemas.microsoft.com/office/drawing/2014/main" id="{BC5692C0-A143-3571-7EE1-32346BE87C3A}"/>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3" r:id="rId2"/>
    <p:sldLayoutId id="2147483654" r:id="rId3"/>
    <p:sldLayoutId id="2147483657" r:id="rId4"/>
    <p:sldLayoutId id="2147483660" r:id="rId5"/>
  </p:sldLayoutIdLst>
  <p:transition spd="med"/>
  <p:txStyles>
    <p:titleStyle>
      <a:lvl1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1pPr>
      <a:lvl2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2pPr>
      <a:lvl3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3pPr>
      <a:lvl4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4pPr>
      <a:lvl5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5pPr>
      <a:lvl6pPr marL="0" marR="0" indent="4572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6pPr>
      <a:lvl7pPr marL="0" marR="0" indent="9144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7pPr>
      <a:lvl8pPr marL="0" marR="0" indent="13716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8pPr>
      <a:lvl9pPr marL="0" marR="0" indent="18288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2"/>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fld id="{DAE0A98B-91D6-4D0A-A390-AF26B360F87A}" type="datetime1">
              <a:rPr lang="en-US" kern="1200">
                <a:solidFill>
                  <a:prstClr val="black">
                    <a:tint val="75000"/>
                  </a:prstClr>
                </a:solidFill>
                <a:ea typeface="+mn-ea"/>
              </a:rPr>
              <a:pPr rtl="0" fontAlgn="base">
                <a:spcBef>
                  <a:spcPct val="0"/>
                </a:spcBef>
                <a:spcAft>
                  <a:spcPct val="0"/>
                </a:spcAft>
                <a:defRPr/>
              </a:pPr>
              <a:t>7/19/2026</a:t>
            </a:fld>
            <a:endParaRPr lang="en-US" kern="1200">
              <a:solidFill>
                <a:prstClr val="black">
                  <a:tint val="75000"/>
                </a:prstClr>
              </a:solidFill>
              <a:ea typeface="+mn-ea"/>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endParaRPr lang="en-US" kern="1200">
              <a:solidFill>
                <a:prstClr val="black">
                  <a:tint val="75000"/>
                </a:prstClr>
              </a:solidFill>
              <a:ea typeface="+mn-ea"/>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fld id="{60DB935C-A2BB-404C-A6C5-67E9068028EC}" type="slidenum">
              <a:rPr lang="en-US" kern="1200">
                <a:solidFill>
                  <a:prstClr val="black">
                    <a:tint val="75000"/>
                  </a:prstClr>
                </a:solidFill>
                <a:ea typeface="+mn-ea"/>
              </a:rPr>
              <a:pPr rtl="0" fontAlgn="base">
                <a:spcBef>
                  <a:spcPct val="0"/>
                </a:spcBef>
                <a:spcAft>
                  <a:spcPct val="0"/>
                </a:spcAft>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617165541"/>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7" r:id="rId15"/>
  </p:sldLayoutIdLst>
  <p:hf sldNum="0" hdr="0" ftr="0" dt="0"/>
  <p:txStyles>
    <p:titleStyle>
      <a:lvl1pPr algn="l" rtl="0" fontAlgn="base">
        <a:spcBef>
          <a:spcPct val="0"/>
        </a:spcBef>
        <a:spcAft>
          <a:spcPct val="0"/>
        </a:spcAft>
        <a:defRPr sz="3000" b="1" kern="1200" spc="-113">
          <a:solidFill>
            <a:schemeClr val="tx1"/>
          </a:solidFill>
          <a:latin typeface="Arial" pitchFamily="34" charset="0"/>
          <a:ea typeface="+mj-ea"/>
          <a:cs typeface="Arial" pitchFamily="34" charset="0"/>
        </a:defRPr>
      </a:lvl1pPr>
      <a:lvl2pPr algn="l" rtl="0" fontAlgn="base">
        <a:spcBef>
          <a:spcPct val="0"/>
        </a:spcBef>
        <a:spcAft>
          <a:spcPct val="0"/>
        </a:spcAft>
        <a:defRPr sz="3000" b="1">
          <a:solidFill>
            <a:schemeClr val="tx1"/>
          </a:solidFill>
          <a:latin typeface="Arial" charset="0"/>
          <a:cs typeface="Arial" charset="0"/>
        </a:defRPr>
      </a:lvl2pPr>
      <a:lvl3pPr algn="l" rtl="0" fontAlgn="base">
        <a:spcBef>
          <a:spcPct val="0"/>
        </a:spcBef>
        <a:spcAft>
          <a:spcPct val="0"/>
        </a:spcAft>
        <a:defRPr sz="3000" b="1">
          <a:solidFill>
            <a:schemeClr val="tx1"/>
          </a:solidFill>
          <a:latin typeface="Arial" charset="0"/>
          <a:cs typeface="Arial" charset="0"/>
        </a:defRPr>
      </a:lvl3pPr>
      <a:lvl4pPr algn="l" rtl="0" fontAlgn="base">
        <a:spcBef>
          <a:spcPct val="0"/>
        </a:spcBef>
        <a:spcAft>
          <a:spcPct val="0"/>
        </a:spcAft>
        <a:defRPr sz="3000" b="1">
          <a:solidFill>
            <a:schemeClr val="tx1"/>
          </a:solidFill>
          <a:latin typeface="Arial" charset="0"/>
          <a:cs typeface="Arial" charset="0"/>
        </a:defRPr>
      </a:lvl4pPr>
      <a:lvl5pPr algn="l" rtl="0" fontAlgn="base">
        <a:spcBef>
          <a:spcPct val="0"/>
        </a:spcBef>
        <a:spcAft>
          <a:spcPct val="0"/>
        </a:spcAft>
        <a:defRPr sz="3000" b="1">
          <a:solidFill>
            <a:schemeClr val="tx1"/>
          </a:solidFill>
          <a:latin typeface="Arial" charset="0"/>
          <a:cs typeface="Arial" charset="0"/>
        </a:defRPr>
      </a:lvl5pPr>
      <a:lvl6pPr marL="342900" algn="l" rtl="0" fontAlgn="base">
        <a:spcBef>
          <a:spcPct val="0"/>
        </a:spcBef>
        <a:spcAft>
          <a:spcPct val="0"/>
        </a:spcAft>
        <a:defRPr sz="3000" b="1">
          <a:solidFill>
            <a:schemeClr val="tx1"/>
          </a:solidFill>
          <a:latin typeface="Arial" charset="0"/>
          <a:cs typeface="Arial" charset="0"/>
        </a:defRPr>
      </a:lvl6pPr>
      <a:lvl7pPr marL="685800" algn="l" rtl="0" fontAlgn="base">
        <a:spcBef>
          <a:spcPct val="0"/>
        </a:spcBef>
        <a:spcAft>
          <a:spcPct val="0"/>
        </a:spcAft>
        <a:defRPr sz="3000" b="1">
          <a:solidFill>
            <a:schemeClr val="tx1"/>
          </a:solidFill>
          <a:latin typeface="Arial" charset="0"/>
          <a:cs typeface="Arial" charset="0"/>
        </a:defRPr>
      </a:lvl7pPr>
      <a:lvl8pPr marL="1028700" algn="l" rtl="0" fontAlgn="base">
        <a:spcBef>
          <a:spcPct val="0"/>
        </a:spcBef>
        <a:spcAft>
          <a:spcPct val="0"/>
        </a:spcAft>
        <a:defRPr sz="3000" b="1">
          <a:solidFill>
            <a:schemeClr val="tx1"/>
          </a:solidFill>
          <a:latin typeface="Arial" charset="0"/>
          <a:cs typeface="Arial" charset="0"/>
        </a:defRPr>
      </a:lvl8pPr>
      <a:lvl9pPr marL="1371600" algn="l" rtl="0" fontAlgn="base">
        <a:spcBef>
          <a:spcPct val="0"/>
        </a:spcBef>
        <a:spcAft>
          <a:spcPct val="0"/>
        </a:spcAft>
        <a:defRPr sz="3000" b="1">
          <a:solidFill>
            <a:schemeClr val="tx1"/>
          </a:solidFill>
          <a:latin typeface="Arial" charset="0"/>
          <a:cs typeface="Arial" charset="0"/>
        </a:defRPr>
      </a:lvl9pPr>
    </p:titleStyle>
    <p:bodyStyle>
      <a:lvl1pPr marL="257175" indent="-257175"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1071563" y="304800"/>
            <a:ext cx="7615237" cy="1106489"/>
            <a:chOff x="675" y="192"/>
            <a:chExt cx="4797" cy="697"/>
          </a:xfrm>
        </p:grpSpPr>
        <p:sp>
          <p:nvSpPr>
            <p:cNvPr id="1032" name="Oval 3"/>
            <p:cNvSpPr>
              <a:spLocks noChangeArrowheads="1"/>
            </p:cNvSpPr>
            <p:nvPr/>
          </p:nvSpPr>
          <p:spPr bwMode="hidden">
            <a:xfrm flipH="1">
              <a:off x="3067" y="192"/>
              <a:ext cx="696" cy="696"/>
            </a:xfrm>
            <a:prstGeom prst="ellipse">
              <a:avLst/>
            </a:prstGeom>
            <a:solidFill>
              <a:schemeClr val="accent2"/>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1033" name="Oval 4"/>
            <p:cNvSpPr>
              <a:spLocks noChangeArrowheads="1"/>
            </p:cNvSpPr>
            <p:nvPr/>
          </p:nvSpPr>
          <p:spPr bwMode="hidden">
            <a:xfrm flipH="1">
              <a:off x="4777" y="192"/>
              <a:ext cx="695" cy="696"/>
            </a:xfrm>
            <a:prstGeom prst="ellipse">
              <a:avLst/>
            </a:prstGeom>
            <a:solidFill>
              <a:schemeClr val="accent2"/>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1034" name="Oval 5"/>
            <p:cNvSpPr>
              <a:spLocks noChangeArrowheads="1"/>
            </p:cNvSpPr>
            <p:nvPr/>
          </p:nvSpPr>
          <p:spPr bwMode="hidden">
            <a:xfrm flipH="1">
              <a:off x="675" y="193"/>
              <a:ext cx="695" cy="696"/>
            </a:xfrm>
            <a:prstGeom prst="ellipse">
              <a:avLst/>
            </a:prstGeom>
            <a:solidFill>
              <a:schemeClr val="accent2"/>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1035" name="Oval 6"/>
            <p:cNvSpPr>
              <a:spLocks noChangeArrowheads="1"/>
            </p:cNvSpPr>
            <p:nvPr/>
          </p:nvSpPr>
          <p:spPr bwMode="hidden">
            <a:xfrm flipH="1">
              <a:off x="3984" y="192"/>
              <a:ext cx="695" cy="696"/>
            </a:xfrm>
            <a:prstGeom prst="ellipse">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1036" name="Oval 7"/>
            <p:cNvSpPr>
              <a:spLocks noChangeArrowheads="1"/>
            </p:cNvSpPr>
            <p:nvPr/>
          </p:nvSpPr>
          <p:spPr bwMode="hidden">
            <a:xfrm flipH="1">
              <a:off x="1486" y="192"/>
              <a:ext cx="695" cy="696"/>
            </a:xfrm>
            <a:prstGeom prst="ellipse">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grpSp>
      <p:sp>
        <p:nvSpPr>
          <p:cNvPr id="1027" name="Rectangle 8"/>
          <p:cNvSpPr>
            <a:spLocks noGrp="1" noChangeArrowheads="1"/>
          </p:cNvSpPr>
          <p:nvPr>
            <p:ph type="body" idx="1"/>
          </p:nvPr>
        </p:nvSpPr>
        <p:spPr bwMode="auto">
          <a:xfrm>
            <a:off x="457200" y="1600201"/>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273" name="Rectangle 9"/>
          <p:cNvSpPr>
            <a:spLocks noGrp="1" noChangeArrowheads="1"/>
          </p:cNvSpPr>
          <p:nvPr>
            <p:ph type="dt" sz="half" idx="2"/>
          </p:nvPr>
        </p:nvSpPr>
        <p:spPr bwMode="auto">
          <a:xfrm>
            <a:off x="457201" y="6248401"/>
            <a:ext cx="2133599" cy="4571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750">
                <a:latin typeface="Arial" charset="0"/>
                <a:ea typeface="ＭＳ Ｐゴシック" charset="0"/>
                <a:cs typeface="Arial" charset="0"/>
              </a:defRPr>
            </a:lvl1pPr>
          </a:lstStyle>
          <a:p>
            <a:pPr fontAlgn="base">
              <a:spcBef>
                <a:spcPct val="0"/>
              </a:spcBef>
              <a:spcAft>
                <a:spcPct val="0"/>
              </a:spcAft>
              <a:buClrTx/>
              <a:buFontTx/>
              <a:buNone/>
              <a:defRPr/>
            </a:pPr>
            <a:endParaRPr lang="en-US" kern="1200"/>
          </a:p>
        </p:txBody>
      </p:sp>
      <p:sp>
        <p:nvSpPr>
          <p:cNvPr id="11274" name="Rectangle 10"/>
          <p:cNvSpPr>
            <a:spLocks noGrp="1" noChangeArrowheads="1"/>
          </p:cNvSpPr>
          <p:nvPr>
            <p:ph type="ftr" sz="quarter" idx="3"/>
          </p:nvPr>
        </p:nvSpPr>
        <p:spPr bwMode="auto">
          <a:xfrm>
            <a:off x="3124201" y="6248401"/>
            <a:ext cx="2895601" cy="4571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750">
                <a:latin typeface="Arial" charset="0"/>
                <a:ea typeface="ＭＳ Ｐゴシック" charset="0"/>
                <a:cs typeface="Arial" charset="0"/>
              </a:defRPr>
            </a:lvl1pPr>
          </a:lstStyle>
          <a:p>
            <a:pPr fontAlgn="base">
              <a:spcBef>
                <a:spcPct val="0"/>
              </a:spcBef>
              <a:spcAft>
                <a:spcPct val="0"/>
              </a:spcAft>
              <a:buClrTx/>
              <a:buFontTx/>
              <a:buNone/>
              <a:defRPr/>
            </a:pPr>
            <a:endParaRPr lang="en-US" kern="1200"/>
          </a:p>
        </p:txBody>
      </p:sp>
      <p:sp>
        <p:nvSpPr>
          <p:cNvPr id="11275" name="Rectangle 11"/>
          <p:cNvSpPr>
            <a:spLocks noGrp="1" noChangeArrowheads="1"/>
          </p:cNvSpPr>
          <p:nvPr>
            <p:ph type="sldNum" sz="quarter" idx="4"/>
          </p:nvPr>
        </p:nvSpPr>
        <p:spPr bwMode="auto">
          <a:xfrm>
            <a:off x="6553202" y="6248401"/>
            <a:ext cx="2133599" cy="4571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750"/>
            </a:lvl1pPr>
          </a:lstStyle>
          <a:p>
            <a:pPr fontAlgn="base">
              <a:spcBef>
                <a:spcPct val="0"/>
              </a:spcBef>
              <a:spcAft>
                <a:spcPct val="0"/>
              </a:spcAft>
              <a:buClrTx/>
              <a:buFontTx/>
              <a:buNone/>
            </a:pPr>
            <a:fld id="{AC08BFFC-D70C-4338-AC90-DFA44AA14AD4}" type="slidenum">
              <a:rPr lang="en-US" altLang="en-US" kern="1200" smtClean="0">
                <a:ea typeface="ＭＳ Ｐゴシック" panose="020B0600070205080204" pitchFamily="34" charset="-128"/>
              </a:rPr>
              <a:pPr fontAlgn="base">
                <a:spcBef>
                  <a:spcPct val="0"/>
                </a:spcBef>
                <a:spcAft>
                  <a:spcPct val="0"/>
                </a:spcAft>
                <a:buClrTx/>
                <a:buFontTx/>
                <a:buNone/>
              </a:pPr>
              <a:t>‹#›</a:t>
            </a:fld>
            <a:endParaRPr lang="en-US" altLang="en-US" kern="1200">
              <a:ea typeface="ＭＳ Ｐゴシック" panose="020B0600070205080204" pitchFamily="34" charset="-128"/>
            </a:endParaRPr>
          </a:p>
        </p:txBody>
      </p:sp>
      <p:sp>
        <p:nvSpPr>
          <p:cNvPr id="1031" name="Rectangle 12"/>
          <p:cNvSpPr>
            <a:spLocks noGrp="1" noChangeArrowheads="1"/>
          </p:cNvSpPr>
          <p:nvPr>
            <p:ph type="title"/>
          </p:nvPr>
        </p:nvSpPr>
        <p:spPr bwMode="auto">
          <a:xfrm>
            <a:off x="457200" y="274639"/>
            <a:ext cx="8229600" cy="114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Tree>
    <p:extLst>
      <p:ext uri="{BB962C8B-B14F-4D97-AF65-F5344CB8AC3E}">
        <p14:creationId xmlns:p14="http://schemas.microsoft.com/office/powerpoint/2010/main" val="782857666"/>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Lst>
  <p:txStyles>
    <p:titleStyle>
      <a:lvl1pPr algn="l" rtl="0" eaLnBrk="0" fontAlgn="base" hangingPunct="0">
        <a:spcBef>
          <a:spcPct val="0"/>
        </a:spcBef>
        <a:spcAft>
          <a:spcPct val="0"/>
        </a:spcAft>
        <a:defRPr sz="2851">
          <a:solidFill>
            <a:schemeClr val="tx2"/>
          </a:solidFill>
          <a:latin typeface="+mj-lt"/>
          <a:ea typeface="ＭＳ Ｐゴシック" charset="0"/>
          <a:cs typeface="+mj-cs"/>
        </a:defRPr>
      </a:lvl1pPr>
      <a:lvl2pPr algn="l" rtl="0" eaLnBrk="0" fontAlgn="base" hangingPunct="0">
        <a:spcBef>
          <a:spcPct val="0"/>
        </a:spcBef>
        <a:spcAft>
          <a:spcPct val="0"/>
        </a:spcAft>
        <a:defRPr sz="2851">
          <a:solidFill>
            <a:schemeClr val="tx2"/>
          </a:solidFill>
          <a:latin typeface="Arial" charset="0"/>
          <a:ea typeface="ＭＳ Ｐゴシック" charset="0"/>
          <a:cs typeface="Arial" charset="0"/>
        </a:defRPr>
      </a:lvl2pPr>
      <a:lvl3pPr algn="l" rtl="0" eaLnBrk="0" fontAlgn="base" hangingPunct="0">
        <a:spcBef>
          <a:spcPct val="0"/>
        </a:spcBef>
        <a:spcAft>
          <a:spcPct val="0"/>
        </a:spcAft>
        <a:defRPr sz="2851">
          <a:solidFill>
            <a:schemeClr val="tx2"/>
          </a:solidFill>
          <a:latin typeface="Arial" charset="0"/>
          <a:ea typeface="ＭＳ Ｐゴシック" charset="0"/>
          <a:cs typeface="Arial" charset="0"/>
        </a:defRPr>
      </a:lvl3pPr>
      <a:lvl4pPr algn="l" rtl="0" eaLnBrk="0" fontAlgn="base" hangingPunct="0">
        <a:spcBef>
          <a:spcPct val="0"/>
        </a:spcBef>
        <a:spcAft>
          <a:spcPct val="0"/>
        </a:spcAft>
        <a:defRPr sz="2851">
          <a:solidFill>
            <a:schemeClr val="tx2"/>
          </a:solidFill>
          <a:latin typeface="Arial" charset="0"/>
          <a:ea typeface="ＭＳ Ｐゴシック" charset="0"/>
          <a:cs typeface="Arial" charset="0"/>
        </a:defRPr>
      </a:lvl4pPr>
      <a:lvl5pPr algn="l" rtl="0" eaLnBrk="0" fontAlgn="base" hangingPunct="0">
        <a:spcBef>
          <a:spcPct val="0"/>
        </a:spcBef>
        <a:spcAft>
          <a:spcPct val="0"/>
        </a:spcAft>
        <a:defRPr sz="2851">
          <a:solidFill>
            <a:schemeClr val="tx2"/>
          </a:solidFill>
          <a:latin typeface="Arial" charset="0"/>
          <a:ea typeface="ＭＳ Ｐゴシック" charset="0"/>
          <a:cs typeface="Arial" charset="0"/>
        </a:defRPr>
      </a:lvl5pPr>
      <a:lvl6pPr marL="343032" algn="l" rtl="0" fontAlgn="base">
        <a:spcBef>
          <a:spcPct val="0"/>
        </a:spcBef>
        <a:spcAft>
          <a:spcPct val="0"/>
        </a:spcAft>
        <a:defRPr sz="2851">
          <a:solidFill>
            <a:schemeClr val="tx2"/>
          </a:solidFill>
          <a:latin typeface="Arial" charset="0"/>
          <a:cs typeface="Arial" charset="0"/>
        </a:defRPr>
      </a:lvl6pPr>
      <a:lvl7pPr marL="686065" algn="l" rtl="0" fontAlgn="base">
        <a:spcBef>
          <a:spcPct val="0"/>
        </a:spcBef>
        <a:spcAft>
          <a:spcPct val="0"/>
        </a:spcAft>
        <a:defRPr sz="2851">
          <a:solidFill>
            <a:schemeClr val="tx2"/>
          </a:solidFill>
          <a:latin typeface="Arial" charset="0"/>
          <a:cs typeface="Arial" charset="0"/>
        </a:defRPr>
      </a:lvl7pPr>
      <a:lvl8pPr marL="1029097" algn="l" rtl="0" fontAlgn="base">
        <a:spcBef>
          <a:spcPct val="0"/>
        </a:spcBef>
        <a:spcAft>
          <a:spcPct val="0"/>
        </a:spcAft>
        <a:defRPr sz="2851">
          <a:solidFill>
            <a:schemeClr val="tx2"/>
          </a:solidFill>
          <a:latin typeface="Arial" charset="0"/>
          <a:cs typeface="Arial" charset="0"/>
        </a:defRPr>
      </a:lvl8pPr>
      <a:lvl9pPr marL="1372129" algn="l" rtl="0" fontAlgn="base">
        <a:spcBef>
          <a:spcPct val="0"/>
        </a:spcBef>
        <a:spcAft>
          <a:spcPct val="0"/>
        </a:spcAft>
        <a:defRPr sz="2851">
          <a:solidFill>
            <a:schemeClr val="tx2"/>
          </a:solidFill>
          <a:latin typeface="Arial" charset="0"/>
          <a:cs typeface="Arial" charset="0"/>
        </a:defRPr>
      </a:lvl9pPr>
    </p:titleStyle>
    <p:bodyStyle>
      <a:lvl1pPr marL="257274" indent="-257274" algn="l" rtl="0" eaLnBrk="0" fontAlgn="base" hangingPunct="0">
        <a:spcBef>
          <a:spcPct val="20000"/>
        </a:spcBef>
        <a:spcAft>
          <a:spcPct val="0"/>
        </a:spcAft>
        <a:buClr>
          <a:schemeClr val="accent1"/>
        </a:buClr>
        <a:buFont typeface="Wingdings" panose="05000000000000000000" pitchFamily="2" charset="2"/>
        <a:buChar char="l"/>
        <a:defRPr sz="2401">
          <a:solidFill>
            <a:schemeClr val="tx1"/>
          </a:solidFill>
          <a:latin typeface="+mn-lt"/>
          <a:ea typeface="ＭＳ Ｐゴシック" charset="0"/>
          <a:cs typeface="+mn-cs"/>
        </a:defRPr>
      </a:lvl1pPr>
      <a:lvl2pPr marL="557428" indent="-214395" algn="l" rtl="0" eaLnBrk="0" fontAlgn="base" hangingPunct="0">
        <a:spcBef>
          <a:spcPct val="20000"/>
        </a:spcBef>
        <a:spcAft>
          <a:spcPct val="0"/>
        </a:spcAft>
        <a:buClr>
          <a:schemeClr val="accent1"/>
        </a:buClr>
        <a:buFont typeface="Wingdings" panose="05000000000000000000" pitchFamily="2" charset="2"/>
        <a:buChar char="¡"/>
        <a:defRPr sz="2025">
          <a:solidFill>
            <a:schemeClr val="tx1"/>
          </a:solidFill>
          <a:latin typeface="+mn-lt"/>
          <a:ea typeface="Arial" charset="0"/>
          <a:cs typeface="+mn-cs"/>
        </a:defRPr>
      </a:lvl2pPr>
      <a:lvl3pPr marL="857580" indent="-171517" algn="l" rtl="0" eaLnBrk="0" fontAlgn="base" hangingPunct="0">
        <a:spcBef>
          <a:spcPct val="20000"/>
        </a:spcBef>
        <a:spcAft>
          <a:spcPct val="0"/>
        </a:spcAft>
        <a:buClr>
          <a:schemeClr val="accent1"/>
        </a:buClr>
        <a:buFont typeface="Wingdings" panose="05000000000000000000" pitchFamily="2" charset="2"/>
        <a:buChar char="l"/>
        <a:defRPr sz="1725">
          <a:solidFill>
            <a:schemeClr val="tx1"/>
          </a:solidFill>
          <a:latin typeface="+mn-lt"/>
          <a:ea typeface="Arial" charset="0"/>
          <a:cs typeface="+mn-cs"/>
        </a:defRPr>
      </a:lvl3pPr>
      <a:lvl4pPr marL="1200614" indent="-171517" algn="l" rtl="0" eaLnBrk="0" fontAlgn="base" hangingPunct="0">
        <a:spcBef>
          <a:spcPct val="20000"/>
        </a:spcBef>
        <a:spcAft>
          <a:spcPct val="0"/>
        </a:spcAft>
        <a:buClr>
          <a:schemeClr val="accent1"/>
        </a:buClr>
        <a:buChar char="•"/>
        <a:defRPr sz="1500">
          <a:solidFill>
            <a:schemeClr val="tx1"/>
          </a:solidFill>
          <a:latin typeface="+mn-lt"/>
          <a:ea typeface="Arial" charset="0"/>
          <a:cs typeface="+mn-cs"/>
        </a:defRPr>
      </a:lvl4pPr>
      <a:lvl5pPr marL="1543645" indent="-171517" algn="l" rtl="0" eaLnBrk="0" fontAlgn="base" hangingPunct="0">
        <a:spcBef>
          <a:spcPct val="20000"/>
        </a:spcBef>
        <a:spcAft>
          <a:spcPct val="0"/>
        </a:spcAft>
        <a:buClr>
          <a:schemeClr val="accent1"/>
        </a:buClr>
        <a:buFont typeface="Wingdings" panose="05000000000000000000" pitchFamily="2" charset="2"/>
        <a:buChar char=""/>
        <a:defRPr sz="1500">
          <a:solidFill>
            <a:schemeClr val="tx1"/>
          </a:solidFill>
          <a:latin typeface="+mn-lt"/>
          <a:ea typeface="Arial" charset="0"/>
          <a:cs typeface="+mn-cs"/>
        </a:defRPr>
      </a:lvl5pPr>
      <a:lvl6pPr marL="1886677" indent="-171517" algn="l" rtl="0" fontAlgn="base">
        <a:spcBef>
          <a:spcPct val="20000"/>
        </a:spcBef>
        <a:spcAft>
          <a:spcPct val="0"/>
        </a:spcAft>
        <a:buClr>
          <a:schemeClr val="accent1"/>
        </a:buClr>
        <a:buFont typeface="Wingdings" pitchFamily="2" charset="2"/>
        <a:buChar char=""/>
        <a:defRPr sz="1500">
          <a:solidFill>
            <a:schemeClr val="tx1"/>
          </a:solidFill>
          <a:latin typeface="+mn-lt"/>
          <a:cs typeface="+mn-cs"/>
        </a:defRPr>
      </a:lvl6pPr>
      <a:lvl7pPr marL="2229710" indent="-171517" algn="l" rtl="0" fontAlgn="base">
        <a:spcBef>
          <a:spcPct val="20000"/>
        </a:spcBef>
        <a:spcAft>
          <a:spcPct val="0"/>
        </a:spcAft>
        <a:buClr>
          <a:schemeClr val="accent1"/>
        </a:buClr>
        <a:buFont typeface="Wingdings" pitchFamily="2" charset="2"/>
        <a:buChar char=""/>
        <a:defRPr sz="1500">
          <a:solidFill>
            <a:schemeClr val="tx1"/>
          </a:solidFill>
          <a:latin typeface="+mn-lt"/>
          <a:cs typeface="+mn-cs"/>
        </a:defRPr>
      </a:lvl7pPr>
      <a:lvl8pPr marL="2572742" indent="-171517" algn="l" rtl="0" fontAlgn="base">
        <a:spcBef>
          <a:spcPct val="20000"/>
        </a:spcBef>
        <a:spcAft>
          <a:spcPct val="0"/>
        </a:spcAft>
        <a:buClr>
          <a:schemeClr val="accent1"/>
        </a:buClr>
        <a:buFont typeface="Wingdings" pitchFamily="2" charset="2"/>
        <a:buChar char=""/>
        <a:defRPr sz="1500">
          <a:solidFill>
            <a:schemeClr val="tx1"/>
          </a:solidFill>
          <a:latin typeface="+mn-lt"/>
          <a:cs typeface="+mn-cs"/>
        </a:defRPr>
      </a:lvl8pPr>
      <a:lvl9pPr marL="2915774" indent="-171517" algn="l" rtl="0" fontAlgn="base">
        <a:spcBef>
          <a:spcPct val="20000"/>
        </a:spcBef>
        <a:spcAft>
          <a:spcPct val="0"/>
        </a:spcAft>
        <a:buClr>
          <a:schemeClr val="accent1"/>
        </a:buClr>
        <a:buFont typeface="Wingdings" pitchFamily="2" charset="2"/>
        <a:buChar char=""/>
        <a:defRPr sz="1500">
          <a:solidFill>
            <a:schemeClr val="tx1"/>
          </a:solidFill>
          <a:latin typeface="+mn-lt"/>
          <a:cs typeface="+mn-cs"/>
        </a:defRPr>
      </a:lvl9pPr>
    </p:bodyStyle>
    <p:otherStyle>
      <a:defPPr>
        <a:defRPr lang="en-US"/>
      </a:defPPr>
      <a:lvl1pPr marL="0" algn="l" defTabSz="686065" rtl="0" eaLnBrk="1" latinLnBrk="0" hangingPunct="1">
        <a:defRPr sz="1351" kern="1200">
          <a:solidFill>
            <a:schemeClr val="tx1"/>
          </a:solidFill>
          <a:latin typeface="+mn-lt"/>
          <a:ea typeface="+mn-ea"/>
          <a:cs typeface="+mn-cs"/>
        </a:defRPr>
      </a:lvl1pPr>
      <a:lvl2pPr marL="343032" algn="l" defTabSz="686065" rtl="0" eaLnBrk="1" latinLnBrk="0" hangingPunct="1">
        <a:defRPr sz="1351" kern="1200">
          <a:solidFill>
            <a:schemeClr val="tx1"/>
          </a:solidFill>
          <a:latin typeface="+mn-lt"/>
          <a:ea typeface="+mn-ea"/>
          <a:cs typeface="+mn-cs"/>
        </a:defRPr>
      </a:lvl2pPr>
      <a:lvl3pPr marL="686065" algn="l" defTabSz="686065" rtl="0" eaLnBrk="1" latinLnBrk="0" hangingPunct="1">
        <a:defRPr sz="1351" kern="1200">
          <a:solidFill>
            <a:schemeClr val="tx1"/>
          </a:solidFill>
          <a:latin typeface="+mn-lt"/>
          <a:ea typeface="+mn-ea"/>
          <a:cs typeface="+mn-cs"/>
        </a:defRPr>
      </a:lvl3pPr>
      <a:lvl4pPr marL="1029097" algn="l" defTabSz="686065" rtl="0" eaLnBrk="1" latinLnBrk="0" hangingPunct="1">
        <a:defRPr sz="1351" kern="1200">
          <a:solidFill>
            <a:schemeClr val="tx1"/>
          </a:solidFill>
          <a:latin typeface="+mn-lt"/>
          <a:ea typeface="+mn-ea"/>
          <a:cs typeface="+mn-cs"/>
        </a:defRPr>
      </a:lvl4pPr>
      <a:lvl5pPr marL="1372129" algn="l" defTabSz="686065" rtl="0" eaLnBrk="1" latinLnBrk="0" hangingPunct="1">
        <a:defRPr sz="1351" kern="1200">
          <a:solidFill>
            <a:schemeClr val="tx1"/>
          </a:solidFill>
          <a:latin typeface="+mn-lt"/>
          <a:ea typeface="+mn-ea"/>
          <a:cs typeface="+mn-cs"/>
        </a:defRPr>
      </a:lvl5pPr>
      <a:lvl6pPr marL="1715162" algn="l" defTabSz="686065" rtl="0" eaLnBrk="1" latinLnBrk="0" hangingPunct="1">
        <a:defRPr sz="1351" kern="1200">
          <a:solidFill>
            <a:schemeClr val="tx1"/>
          </a:solidFill>
          <a:latin typeface="+mn-lt"/>
          <a:ea typeface="+mn-ea"/>
          <a:cs typeface="+mn-cs"/>
        </a:defRPr>
      </a:lvl6pPr>
      <a:lvl7pPr marL="2058194" algn="l" defTabSz="686065" rtl="0" eaLnBrk="1" latinLnBrk="0" hangingPunct="1">
        <a:defRPr sz="1351" kern="1200">
          <a:solidFill>
            <a:schemeClr val="tx1"/>
          </a:solidFill>
          <a:latin typeface="+mn-lt"/>
          <a:ea typeface="+mn-ea"/>
          <a:cs typeface="+mn-cs"/>
        </a:defRPr>
      </a:lvl7pPr>
      <a:lvl8pPr marL="2401225" algn="l" defTabSz="686065" rtl="0" eaLnBrk="1" latinLnBrk="0" hangingPunct="1">
        <a:defRPr sz="1351" kern="1200">
          <a:solidFill>
            <a:schemeClr val="tx1"/>
          </a:solidFill>
          <a:latin typeface="+mn-lt"/>
          <a:ea typeface="+mn-ea"/>
          <a:cs typeface="+mn-cs"/>
        </a:defRPr>
      </a:lvl8pPr>
      <a:lvl9pPr marL="2744259" algn="l" defTabSz="686065" rtl="0" eaLnBrk="1" latinLnBrk="0" hangingPunct="1">
        <a:defRPr sz="1351"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1" name="Google Shape;11;p9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9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9pPr>
          </a:lstStyle>
          <a:p>
            <a:endParaRPr/>
          </a:p>
        </p:txBody>
      </p:sp>
      <p:sp>
        <p:nvSpPr>
          <p:cNvPr id="13" name="Google Shape;13;p9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9pPr>
          </a:lstStyle>
          <a:p>
            <a:endParaRPr/>
          </a:p>
        </p:txBody>
      </p:sp>
      <p:sp>
        <p:nvSpPr>
          <p:cNvPr id="14" name="Google Shape;14;p9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56217184"/>
      </p:ext>
    </p:extLst>
  </p:cSld>
  <p:clrMap bg1="lt1" tx1="dk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08591329"/>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Lst>
  <p:hf hdr="0" ftr="0" dt="0"/>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97"/>
          <p:cNvPicPr preferRelativeResize="0"/>
          <p:nvPr/>
        </p:nvPicPr>
        <p:blipFill rotWithShape="1">
          <a:blip r:embed="rId15">
            <a:alphaModFix/>
          </a:blip>
          <a:srcRect/>
          <a:stretch/>
        </p:blipFill>
        <p:spPr>
          <a:xfrm>
            <a:off x="0" y="169608"/>
            <a:ext cx="9098843" cy="6678137"/>
          </a:xfrm>
          <a:prstGeom prst="rect">
            <a:avLst/>
          </a:prstGeom>
          <a:noFill/>
          <a:ln>
            <a:noFill/>
          </a:ln>
        </p:spPr>
      </p:pic>
      <p:sp>
        <p:nvSpPr>
          <p:cNvPr id="7" name="Google Shape;7;p97"/>
          <p:cNvSpPr txBox="1">
            <a:spLocks noGrp="1"/>
          </p:cNvSpPr>
          <p:nvPr>
            <p:ph type="title"/>
          </p:nvPr>
        </p:nvSpPr>
        <p:spPr>
          <a:xfrm>
            <a:off x="151136" y="193461"/>
            <a:ext cx="8841724" cy="26161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7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97"/>
          <p:cNvSpPr txBox="1">
            <a:spLocks noGrp="1"/>
          </p:cNvSpPr>
          <p:nvPr>
            <p:ph type="body" idx="1"/>
          </p:nvPr>
        </p:nvSpPr>
        <p:spPr>
          <a:xfrm>
            <a:off x="982033" y="2304329"/>
            <a:ext cx="7555885" cy="161583"/>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05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9" name="Google Shape;9;p97"/>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2855"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9pPr>
          </a:lstStyle>
          <a:p>
            <a:endParaRPr/>
          </a:p>
        </p:txBody>
      </p:sp>
      <p:sp>
        <p:nvSpPr>
          <p:cNvPr id="10" name="Google Shape;10;p97"/>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855"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9pPr>
          </a:lstStyle>
          <a:p>
            <a:endParaRPr/>
          </a:p>
        </p:txBody>
      </p:sp>
      <p:sp>
        <p:nvSpPr>
          <p:cNvPr id="11" name="Google Shape;11;p97"/>
          <p:cNvSpPr txBox="1">
            <a:spLocks noGrp="1"/>
          </p:cNvSpPr>
          <p:nvPr>
            <p:ph type="sldNum" idx="12"/>
          </p:nvPr>
        </p:nvSpPr>
        <p:spPr>
          <a:xfrm>
            <a:off x="6583680" y="6377940"/>
            <a:ext cx="2103120" cy="439351"/>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sz="2220">
              <a:solidFill>
                <a:srgbClr val="000000"/>
              </a:solidFill>
            </a:endParaRPr>
          </a:p>
        </p:txBody>
      </p:sp>
    </p:spTree>
    <p:extLst>
      <p:ext uri="{BB962C8B-B14F-4D97-AF65-F5344CB8AC3E}">
        <p14:creationId xmlns:p14="http://schemas.microsoft.com/office/powerpoint/2010/main" val="2912799193"/>
      </p:ext>
    </p:extLst>
  </p:cSld>
  <p:clrMap bg1="lt1" tx1="dk1" bg2="dk2" tx2="lt2" accent1="accent1" accent2="accent2" accent3="accent3" accent4="accent4" accent5="accent5" accent6="accent6" hlink="hlink" folHlink="folHlink"/>
  <p:sldLayoutIdLst>
    <p:sldLayoutId id="2147483850" r:id="rId1"/>
    <p:sldLayoutId id="2147483851" r:id="rId2"/>
    <p:sldLayoutId id="2147483852"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 id="214748386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50.xml"/><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0.xml"/><Relationship Id="rId5" Type="http://schemas.openxmlformats.org/officeDocument/2006/relationships/image" Target="../media/image29.png"/><Relationship Id="rId4" Type="http://schemas.openxmlformats.org/officeDocument/2006/relationships/customXml" Target="../ink/ink2.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50.xml"/><Relationship Id="rId5" Type="http://schemas.openxmlformats.org/officeDocument/2006/relationships/image" Target="../media/image31.png"/><Relationship Id="rId4" Type="http://schemas.openxmlformats.org/officeDocument/2006/relationships/customXml" Target="../ink/ink3.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50.xml"/><Relationship Id="rId5" Type="http://schemas.openxmlformats.org/officeDocument/2006/relationships/image" Target="../media/image33.png"/><Relationship Id="rId4" Type="http://schemas.openxmlformats.org/officeDocument/2006/relationships/customXml" Target="../ink/ink4.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50.xml"/><Relationship Id="rId5" Type="http://schemas.openxmlformats.org/officeDocument/2006/relationships/image" Target="../media/image35.png"/><Relationship Id="rId4" Type="http://schemas.openxmlformats.org/officeDocument/2006/relationships/customXml" Target="../ink/ink5.xml"/></Relationships>
</file>

<file path=ppt/slides/_rels/slide10.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9.xml"/><Relationship Id="rId1" Type="http://schemas.openxmlformats.org/officeDocument/2006/relationships/slideLayout" Target="../slideLayouts/slideLayout50.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50.xml"/><Relationship Id="rId5" Type="http://schemas.openxmlformats.org/officeDocument/2006/relationships/image" Target="../media/image38.png"/><Relationship Id="rId4" Type="http://schemas.openxmlformats.org/officeDocument/2006/relationships/customXml" Target="../ink/ink7.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50.xml"/><Relationship Id="rId5" Type="http://schemas.openxmlformats.org/officeDocument/2006/relationships/image" Target="../media/image41.png"/><Relationship Id="rId4" Type="http://schemas.openxmlformats.org/officeDocument/2006/relationships/customXml" Target="../ink/ink8.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50.xml"/><Relationship Id="rId5" Type="http://schemas.openxmlformats.org/officeDocument/2006/relationships/image" Target="../media/image48.png"/><Relationship Id="rId4" Type="http://schemas.openxmlformats.org/officeDocument/2006/relationships/customXml" Target="../ink/ink9.xml"/></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50.xml"/><Relationship Id="rId5" Type="http://schemas.openxmlformats.org/officeDocument/2006/relationships/image" Target="../media/image50.png"/><Relationship Id="rId4" Type="http://schemas.openxmlformats.org/officeDocument/2006/relationships/customXml" Target="../ink/ink10.xml"/></Relationships>
</file>

<file path=ppt/slides/_rels/slide23.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22.xml"/><Relationship Id="rId1" Type="http://schemas.openxmlformats.org/officeDocument/2006/relationships/slideLayout" Target="../slideLayouts/slideLayout50.xml"/><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23.xml"/><Relationship Id="rId1" Type="http://schemas.openxmlformats.org/officeDocument/2006/relationships/slideLayout" Target="../slideLayouts/slideLayout50.xml"/><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0.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customXml" Target="../ink/ink13.xml"/><Relationship Id="rId1" Type="http://schemas.openxmlformats.org/officeDocument/2006/relationships/slideLayout" Target="../slideLayouts/slideLayout50.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customXml" Target="../ink/ink14.xml"/><Relationship Id="rId1" Type="http://schemas.openxmlformats.org/officeDocument/2006/relationships/slideLayout" Target="../slideLayouts/slideLayout50.xml"/></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customXml" Target="../ink/ink15.xml"/><Relationship Id="rId1" Type="http://schemas.openxmlformats.org/officeDocument/2006/relationships/slideLayout" Target="../slideLayouts/slideLayout50.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5.xml"/><Relationship Id="rId1" Type="http://schemas.openxmlformats.org/officeDocument/2006/relationships/slideLayout" Target="../slideLayouts/slideLayout50.xml"/><Relationship Id="rId5" Type="http://schemas.openxmlformats.org/officeDocument/2006/relationships/image" Target="../media/image58.png"/><Relationship Id="rId4" Type="http://schemas.openxmlformats.org/officeDocument/2006/relationships/customXml" Target="../ink/ink16.xml"/></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6.xml"/><Relationship Id="rId1" Type="http://schemas.openxmlformats.org/officeDocument/2006/relationships/slideLayout" Target="../slideLayouts/slideLayout50.xml"/><Relationship Id="rId5" Type="http://schemas.openxmlformats.org/officeDocument/2006/relationships/image" Target="../media/image60.png"/><Relationship Id="rId4" Type="http://schemas.openxmlformats.org/officeDocument/2006/relationships/customXml" Target="../ink/ink17.xml"/></Relationships>
</file>

<file path=ppt/slides/_rels/slide32.xml.rels><?xml version="1.0" encoding="UTF-8" standalone="yes"?>
<Relationships xmlns="http://schemas.openxmlformats.org/package/2006/relationships"><Relationship Id="rId8" Type="http://schemas.openxmlformats.org/officeDocument/2006/relationships/image" Target="../media/image300.png"/><Relationship Id="rId3" Type="http://schemas.openxmlformats.org/officeDocument/2006/relationships/image" Target="../media/image62.png"/><Relationship Id="rId7" Type="http://schemas.openxmlformats.org/officeDocument/2006/relationships/customXml" Target="../ink/ink18.xml"/><Relationship Id="rId2" Type="http://schemas.openxmlformats.org/officeDocument/2006/relationships/image" Target="../media/image61.png"/><Relationship Id="rId1" Type="http://schemas.openxmlformats.org/officeDocument/2006/relationships/slideLayout" Target="../slideLayouts/slideLayout5.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66.png"/><Relationship Id="rId4" Type="http://schemas.openxmlformats.org/officeDocument/2006/relationships/image" Target="../media/image63.png"/><Relationship Id="rId9" Type="http://schemas.openxmlformats.org/officeDocument/2006/relationships/customXml" Target="../ink/ink19.xml"/></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7.xml"/><Relationship Id="rId1" Type="http://schemas.openxmlformats.org/officeDocument/2006/relationships/slideLayout" Target="../slideLayouts/slideLayout22.xml"/><Relationship Id="rId6" Type="http://schemas.openxmlformats.org/officeDocument/2006/relationships/image" Target="../media/image208.png"/><Relationship Id="rId5" Type="http://schemas.openxmlformats.org/officeDocument/2006/relationships/customXml" Target="../ink/ink20.xml"/><Relationship Id="rId4" Type="http://schemas.openxmlformats.org/officeDocument/2006/relationships/image" Target="../media/image64.png"/></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2.png"/><Relationship Id="rId1" Type="http://schemas.openxmlformats.org/officeDocument/2006/relationships/slideLayout" Target="../slideLayouts/slideLayout22.xml"/><Relationship Id="rId5" Type="http://schemas.openxmlformats.org/officeDocument/2006/relationships/image" Target="../media/image208.png"/><Relationship Id="rId4" Type="http://schemas.openxmlformats.org/officeDocument/2006/relationships/customXml" Target="../ink/ink21.xml"/></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2.xml"/><Relationship Id="rId6" Type="http://schemas.openxmlformats.org/officeDocument/2006/relationships/image" Target="../media/image208.png"/><Relationship Id="rId5" Type="http://schemas.openxmlformats.org/officeDocument/2006/relationships/customXml" Target="../ink/ink22.xml"/><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8.xml"/><Relationship Id="rId1" Type="http://schemas.openxmlformats.org/officeDocument/2006/relationships/slideLayout" Target="../slideLayouts/slideLayout50.xml"/></Relationships>
</file>

<file path=ppt/slides/_rels/slide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8.png"/><Relationship Id="rId1" Type="http://schemas.openxmlformats.org/officeDocument/2006/relationships/slideLayout" Target="../slideLayouts/slideLayout22.xml"/><Relationship Id="rId5" Type="http://schemas.openxmlformats.org/officeDocument/2006/relationships/image" Target="../media/image69.png"/><Relationship Id="rId4" Type="http://schemas.openxmlformats.org/officeDocument/2006/relationships/customXml" Target="../ink/ink23.xml"/></Relationships>
</file>

<file path=ppt/slides/_rels/slide3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50.xml"/><Relationship Id="rId5" Type="http://schemas.openxmlformats.org/officeDocument/2006/relationships/image" Target="../media/image72.png"/><Relationship Id="rId4" Type="http://schemas.openxmlformats.org/officeDocument/2006/relationships/customXml" Target="../ink/ink24.xml"/></Relationships>
</file>

<file path=ppt/slides/_rels/slide3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50.xml"/></Relationships>
</file>

<file path=ppt/slides/_rels/slide4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50.xml"/></Relationships>
</file>

<file path=ppt/slides/_rels/slide4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9.xml"/><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0.xml"/><Relationship Id="rId1" Type="http://schemas.openxmlformats.org/officeDocument/2006/relationships/slideLayout" Target="../slideLayouts/slideLayout50.xml"/></Relationships>
</file>

<file path=ppt/slides/_rels/slide4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1.xml"/><Relationship Id="rId1" Type="http://schemas.openxmlformats.org/officeDocument/2006/relationships/slideLayout" Target="../slideLayouts/slideLayout50.xml"/></Relationships>
</file>

<file path=ppt/slides/_rels/slide4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2.xml"/><Relationship Id="rId1" Type="http://schemas.openxmlformats.org/officeDocument/2006/relationships/slideLayout" Target="../slideLayouts/slideLayout50.xml"/></Relationships>
</file>

<file path=ppt/slides/_rels/slide4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3.xml"/><Relationship Id="rId1" Type="http://schemas.openxmlformats.org/officeDocument/2006/relationships/slideLayout" Target="../slideLayouts/slideLayout50.xml"/><Relationship Id="rId4" Type="http://schemas.openxmlformats.org/officeDocument/2006/relationships/image" Target="../media/image82.png"/></Relationships>
</file>

<file path=ppt/slides/_rels/slide46.xml.rels><?xml version="1.0" encoding="UTF-8" standalone="yes"?>
<Relationships xmlns="http://schemas.openxmlformats.org/package/2006/relationships"><Relationship Id="rId3" Type="http://schemas.openxmlformats.org/officeDocument/2006/relationships/image" Target="../media/image1230.png"/><Relationship Id="rId2" Type="http://schemas.openxmlformats.org/officeDocument/2006/relationships/customXml" Target="../ink/ink25.xml"/><Relationship Id="rId1" Type="http://schemas.openxmlformats.org/officeDocument/2006/relationships/slideLayout" Target="../slideLayouts/slideLayout50.xml"/><Relationship Id="rId5" Type="http://schemas.openxmlformats.org/officeDocument/2006/relationships/image" Target="../media/image83.png"/><Relationship Id="rId4" Type="http://schemas.openxmlformats.org/officeDocument/2006/relationships/customXml" Target="../ink/ink26.xml"/></Relationships>
</file>

<file path=ppt/slides/_rels/slide47.xml.rels><?xml version="1.0" encoding="UTF-8" standalone="yes"?>
<Relationships xmlns="http://schemas.openxmlformats.org/package/2006/relationships"><Relationship Id="rId8" Type="http://schemas.openxmlformats.org/officeDocument/2006/relationships/customXml" Target="../ink/ink30.xml"/><Relationship Id="rId13" Type="http://schemas.openxmlformats.org/officeDocument/2006/relationships/image" Target="../media/image1290.png"/><Relationship Id="rId18" Type="http://schemas.openxmlformats.org/officeDocument/2006/relationships/customXml" Target="../ink/ink35.xml"/><Relationship Id="rId3" Type="http://schemas.openxmlformats.org/officeDocument/2006/relationships/image" Target="../media/image1240.png"/><Relationship Id="rId21" Type="http://schemas.openxmlformats.org/officeDocument/2006/relationships/image" Target="../media/image1330.png"/><Relationship Id="rId7" Type="http://schemas.openxmlformats.org/officeDocument/2006/relationships/image" Target="../media/image1260.png"/><Relationship Id="rId12" Type="http://schemas.openxmlformats.org/officeDocument/2006/relationships/customXml" Target="../ink/ink32.xml"/><Relationship Id="rId17" Type="http://schemas.openxmlformats.org/officeDocument/2006/relationships/image" Target="../media/image1310.png"/><Relationship Id="rId2" Type="http://schemas.openxmlformats.org/officeDocument/2006/relationships/customXml" Target="../ink/ink27.xml"/><Relationship Id="rId16" Type="http://schemas.openxmlformats.org/officeDocument/2006/relationships/customXml" Target="../ink/ink34.xml"/><Relationship Id="rId20" Type="http://schemas.openxmlformats.org/officeDocument/2006/relationships/customXml" Target="../ink/ink36.xml"/><Relationship Id="rId1" Type="http://schemas.openxmlformats.org/officeDocument/2006/relationships/slideLayout" Target="../slideLayouts/slideLayout50.xml"/><Relationship Id="rId6" Type="http://schemas.openxmlformats.org/officeDocument/2006/relationships/customXml" Target="../ink/ink29.xml"/><Relationship Id="rId11" Type="http://schemas.openxmlformats.org/officeDocument/2006/relationships/image" Target="../media/image1280.png"/><Relationship Id="rId24" Type="http://schemas.openxmlformats.org/officeDocument/2006/relationships/image" Target="../media/image84.png"/><Relationship Id="rId5" Type="http://schemas.openxmlformats.org/officeDocument/2006/relationships/image" Target="../media/image1250.png"/><Relationship Id="rId15" Type="http://schemas.openxmlformats.org/officeDocument/2006/relationships/image" Target="../media/image1300.png"/><Relationship Id="rId23" Type="http://schemas.openxmlformats.org/officeDocument/2006/relationships/image" Target="../media/image1340.png"/><Relationship Id="rId10" Type="http://schemas.openxmlformats.org/officeDocument/2006/relationships/customXml" Target="../ink/ink31.xml"/><Relationship Id="rId19" Type="http://schemas.openxmlformats.org/officeDocument/2006/relationships/image" Target="../media/image1320.png"/><Relationship Id="rId4" Type="http://schemas.openxmlformats.org/officeDocument/2006/relationships/customXml" Target="../ink/ink28.xml"/><Relationship Id="rId9" Type="http://schemas.openxmlformats.org/officeDocument/2006/relationships/image" Target="../media/image1270.png"/><Relationship Id="rId14" Type="http://schemas.openxmlformats.org/officeDocument/2006/relationships/customXml" Target="../ink/ink33.xml"/><Relationship Id="rId22" Type="http://schemas.openxmlformats.org/officeDocument/2006/relationships/customXml" Target="../ink/ink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0.xml.rels><?xml version="1.0" encoding="UTF-8" standalone="yes"?>
<Relationships xmlns="http://schemas.openxmlformats.org/package/2006/relationships"><Relationship Id="rId2" Type="http://schemas.openxmlformats.org/officeDocument/2006/relationships/image" Target="../media/image85.emf"/><Relationship Id="rId1" Type="http://schemas.openxmlformats.org/officeDocument/2006/relationships/slideLayout" Target="../slideLayouts/slideLayout50.xml"/></Relationships>
</file>

<file path=ppt/slides/_rels/slide51.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slideLayout" Target="../slideLayouts/slideLayout50.xml"/><Relationship Id="rId5" Type="http://schemas.openxmlformats.org/officeDocument/2006/relationships/image" Target="../media/image87.png"/><Relationship Id="rId4" Type="http://schemas.openxmlformats.org/officeDocument/2006/relationships/customXml" Target="../ink/ink38.xml"/></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customXml" Target="../ink/ink39.xml"/><Relationship Id="rId1" Type="http://schemas.openxmlformats.org/officeDocument/2006/relationships/slideLayout" Target="../slideLayouts/slideLayout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5.xml.rels><?xml version="1.0" encoding="UTF-8" standalone="yes"?>
<Relationships xmlns="http://schemas.openxmlformats.org/package/2006/relationships"><Relationship Id="rId3" Type="http://schemas.openxmlformats.org/officeDocument/2006/relationships/customXml" Target="../ink/ink40.xml"/><Relationship Id="rId2" Type="http://schemas.openxmlformats.org/officeDocument/2006/relationships/image" Target="../media/image89.emf"/><Relationship Id="rId1" Type="http://schemas.openxmlformats.org/officeDocument/2006/relationships/slideLayout" Target="../slideLayouts/slideLayout51.xml"/><Relationship Id="rId4" Type="http://schemas.openxmlformats.org/officeDocument/2006/relationships/image" Target="../media/image90.png"/></Relationships>
</file>

<file path=ppt/slides/_rels/slide56.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image" Target="../media/image91.emf"/><Relationship Id="rId1" Type="http://schemas.openxmlformats.org/officeDocument/2006/relationships/slideLayout" Target="../slideLayouts/slideLayout51.xml"/><Relationship Id="rId5" Type="http://schemas.openxmlformats.org/officeDocument/2006/relationships/image" Target="../media/image93.png"/><Relationship Id="rId4" Type="http://schemas.openxmlformats.org/officeDocument/2006/relationships/customXml" Target="../ink/ink41.xml"/></Relationships>
</file>

<file path=ppt/slides/_rels/slide57.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image" Target="../media/image94.emf"/><Relationship Id="rId1" Type="http://schemas.openxmlformats.org/officeDocument/2006/relationships/slideLayout" Target="../slideLayouts/slideLayout51.xml"/><Relationship Id="rId5" Type="http://schemas.openxmlformats.org/officeDocument/2006/relationships/image" Target="../media/image96.png"/><Relationship Id="rId4" Type="http://schemas.openxmlformats.org/officeDocument/2006/relationships/customXml" Target="../ink/ink42.xml"/></Relationships>
</file>

<file path=ppt/slides/_rels/slide58.xml.rels><?xml version="1.0" encoding="UTF-8" standalone="yes"?>
<Relationships xmlns="http://schemas.openxmlformats.org/package/2006/relationships"><Relationship Id="rId3" Type="http://schemas.openxmlformats.org/officeDocument/2006/relationships/customXml" Target="../ink/ink43.xml"/><Relationship Id="rId2" Type="http://schemas.openxmlformats.org/officeDocument/2006/relationships/image" Target="../media/image97.emf"/><Relationship Id="rId1" Type="http://schemas.openxmlformats.org/officeDocument/2006/relationships/slideLayout" Target="../slideLayouts/slideLayout51.xml"/><Relationship Id="rId4" Type="http://schemas.openxmlformats.org/officeDocument/2006/relationships/image" Target="../media/image98.png"/></Relationships>
</file>

<file path=ppt/slides/_rels/slide59.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image" Target="../media/image99.emf"/><Relationship Id="rId1" Type="http://schemas.openxmlformats.org/officeDocument/2006/relationships/slideLayout" Target="../slideLayouts/slideLayout51.xml"/></Relationships>
</file>

<file path=ppt/slides/_rels/slide60.xml.rels><?xml version="1.0" encoding="UTF-8" standalone="yes"?>
<Relationships xmlns="http://schemas.openxmlformats.org/package/2006/relationships"><Relationship Id="rId3" Type="http://schemas.openxmlformats.org/officeDocument/2006/relationships/customXml" Target="../ink/ink44.xml"/><Relationship Id="rId2" Type="http://schemas.openxmlformats.org/officeDocument/2006/relationships/image" Target="../media/image101.emf"/><Relationship Id="rId1" Type="http://schemas.openxmlformats.org/officeDocument/2006/relationships/slideLayout" Target="../slideLayouts/slideLayout51.xml"/><Relationship Id="rId4" Type="http://schemas.openxmlformats.org/officeDocument/2006/relationships/image" Target="../media/image102.png"/></Relationships>
</file>

<file path=ppt/slides/_rels/slide61.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image" Target="../media/image103.emf"/><Relationship Id="rId1" Type="http://schemas.openxmlformats.org/officeDocument/2006/relationships/slideLayout" Target="../slideLayouts/slideLayout51.xml"/><Relationship Id="rId5" Type="http://schemas.openxmlformats.org/officeDocument/2006/relationships/image" Target="../media/image105.png"/><Relationship Id="rId4" Type="http://schemas.openxmlformats.org/officeDocument/2006/relationships/customXml" Target="../ink/ink45.xml"/></Relationships>
</file>

<file path=ppt/slides/_rels/slide62.xml.rels><?xml version="1.0" encoding="UTF-8" standalone="yes"?>
<Relationships xmlns="http://schemas.openxmlformats.org/package/2006/relationships"><Relationship Id="rId3" Type="http://schemas.openxmlformats.org/officeDocument/2006/relationships/image" Target="../media/image107.emf"/><Relationship Id="rId2" Type="http://schemas.openxmlformats.org/officeDocument/2006/relationships/image" Target="../media/image106.emf"/><Relationship Id="rId1" Type="http://schemas.openxmlformats.org/officeDocument/2006/relationships/slideLayout" Target="../slideLayouts/slideLayout51.xml"/></Relationships>
</file>

<file path=ppt/slides/_rels/slide63.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image" Target="../media/image108.emf"/><Relationship Id="rId1" Type="http://schemas.openxmlformats.org/officeDocument/2006/relationships/slideLayout" Target="../slideLayouts/slideLayout51.xml"/><Relationship Id="rId5" Type="http://schemas.openxmlformats.org/officeDocument/2006/relationships/image" Target="../media/image110.png"/><Relationship Id="rId4" Type="http://schemas.openxmlformats.org/officeDocument/2006/relationships/customXml" Target="../ink/ink46.xml"/></Relationships>
</file>

<file path=ppt/slides/_rels/slide64.xml.rels><?xml version="1.0" encoding="UTF-8" standalone="yes"?>
<Relationships xmlns="http://schemas.openxmlformats.org/package/2006/relationships"><Relationship Id="rId3" Type="http://schemas.openxmlformats.org/officeDocument/2006/relationships/customXml" Target="../ink/ink47.xml"/><Relationship Id="rId2" Type="http://schemas.openxmlformats.org/officeDocument/2006/relationships/image" Target="../media/image111.emf"/><Relationship Id="rId1" Type="http://schemas.openxmlformats.org/officeDocument/2006/relationships/slideLayout" Target="../slideLayouts/slideLayout51.xml"/><Relationship Id="rId4" Type="http://schemas.openxmlformats.org/officeDocument/2006/relationships/image" Target="../media/image112.png"/></Relationships>
</file>

<file path=ppt/slides/_rels/slide65.xml.rels><?xml version="1.0" encoding="UTF-8" standalone="yes"?>
<Relationships xmlns="http://schemas.openxmlformats.org/package/2006/relationships"><Relationship Id="rId3" Type="http://schemas.openxmlformats.org/officeDocument/2006/relationships/image" Target="../media/image114.emf"/><Relationship Id="rId2" Type="http://schemas.openxmlformats.org/officeDocument/2006/relationships/image" Target="../media/image113.emf"/><Relationship Id="rId1" Type="http://schemas.openxmlformats.org/officeDocument/2006/relationships/slideLayout" Target="../slideLayouts/slideLayout51.xml"/></Relationships>
</file>

<file path=ppt/slides/_rels/slide66.xml.rels><?xml version="1.0" encoding="UTF-8" standalone="yes"?>
<Relationships xmlns="http://schemas.openxmlformats.org/package/2006/relationships"><Relationship Id="rId3" Type="http://schemas.openxmlformats.org/officeDocument/2006/relationships/image" Target="../media/image116.emf"/><Relationship Id="rId2" Type="http://schemas.openxmlformats.org/officeDocument/2006/relationships/image" Target="../media/image115.emf"/><Relationship Id="rId1" Type="http://schemas.openxmlformats.org/officeDocument/2006/relationships/slideLayout" Target="../slideLayouts/slideLayout51.xml"/><Relationship Id="rId5" Type="http://schemas.openxmlformats.org/officeDocument/2006/relationships/image" Target="../media/image117.png"/><Relationship Id="rId4" Type="http://schemas.openxmlformats.org/officeDocument/2006/relationships/customXml" Target="../ink/ink48.xml"/></Relationships>
</file>

<file path=ppt/slides/_rels/slide67.xml.rels><?xml version="1.0" encoding="UTF-8" standalone="yes"?>
<Relationships xmlns="http://schemas.openxmlformats.org/package/2006/relationships"><Relationship Id="rId3" Type="http://schemas.openxmlformats.org/officeDocument/2006/relationships/image" Target="../media/image119.emf"/><Relationship Id="rId2" Type="http://schemas.openxmlformats.org/officeDocument/2006/relationships/image" Target="../media/image118.emf"/><Relationship Id="rId1" Type="http://schemas.openxmlformats.org/officeDocument/2006/relationships/slideLayout" Target="../slideLayouts/slideLayout51.xml"/><Relationship Id="rId5" Type="http://schemas.openxmlformats.org/officeDocument/2006/relationships/image" Target="../media/image120.png"/><Relationship Id="rId4" Type="http://schemas.openxmlformats.org/officeDocument/2006/relationships/customXml" Target="../ink/ink49.xml"/></Relationships>
</file>

<file path=ppt/slides/_rels/slide68.xml.rels><?xml version="1.0" encoding="UTF-8" standalone="yes"?>
<Relationships xmlns="http://schemas.openxmlformats.org/package/2006/relationships"><Relationship Id="rId3" Type="http://schemas.openxmlformats.org/officeDocument/2006/relationships/image" Target="../media/image122.emf"/><Relationship Id="rId2" Type="http://schemas.openxmlformats.org/officeDocument/2006/relationships/image" Target="../media/image121.emf"/><Relationship Id="rId1" Type="http://schemas.openxmlformats.org/officeDocument/2006/relationships/slideLayout" Target="../slideLayouts/slideLayout51.xml"/><Relationship Id="rId5" Type="http://schemas.openxmlformats.org/officeDocument/2006/relationships/image" Target="../media/image123.png"/><Relationship Id="rId4" Type="http://schemas.openxmlformats.org/officeDocument/2006/relationships/customXml" Target="../ink/ink50.xml"/></Relationships>
</file>

<file path=ppt/slides/_rels/slide69.xml.rels><?xml version="1.0" encoding="UTF-8" standalone="yes"?>
<Relationships xmlns="http://schemas.openxmlformats.org/package/2006/relationships"><Relationship Id="rId3" Type="http://schemas.openxmlformats.org/officeDocument/2006/relationships/image" Target="../media/image125.emf"/><Relationship Id="rId2" Type="http://schemas.openxmlformats.org/officeDocument/2006/relationships/image" Target="../media/image124.emf"/><Relationship Id="rId1" Type="http://schemas.openxmlformats.org/officeDocument/2006/relationships/slideLayout" Target="../slideLayouts/slideLayout51.xml"/><Relationship Id="rId5" Type="http://schemas.openxmlformats.org/officeDocument/2006/relationships/image" Target="../media/image126.png"/><Relationship Id="rId4" Type="http://schemas.openxmlformats.org/officeDocument/2006/relationships/customXml" Target="../ink/ink51.xml"/></Relationships>
</file>

<file path=ppt/slides/_rels/slide70.x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emf"/><Relationship Id="rId1" Type="http://schemas.openxmlformats.org/officeDocument/2006/relationships/slideLayout" Target="../slideLayouts/slideLayout51.xml"/><Relationship Id="rId5" Type="http://schemas.openxmlformats.org/officeDocument/2006/relationships/image" Target="../media/image129.png"/><Relationship Id="rId4" Type="http://schemas.openxmlformats.org/officeDocument/2006/relationships/customXml" Target="../ink/ink52.xml"/></Relationships>
</file>

<file path=ppt/slides/_rels/slide71.xml.rels><?xml version="1.0" encoding="UTF-8" standalone="yes"?>
<Relationships xmlns="http://schemas.openxmlformats.org/package/2006/relationships"><Relationship Id="rId2" Type="http://schemas.openxmlformats.org/officeDocument/2006/relationships/image" Target="../media/image130.emf"/><Relationship Id="rId1" Type="http://schemas.openxmlformats.org/officeDocument/2006/relationships/slideLayout" Target="../slideLayouts/slideLayout51.xml"/></Relationships>
</file>

<file path=ppt/slides/_rels/slide72.xml.rels><?xml version="1.0" encoding="UTF-8" standalone="yes"?>
<Relationships xmlns="http://schemas.openxmlformats.org/package/2006/relationships"><Relationship Id="rId3" Type="http://schemas.openxmlformats.org/officeDocument/2006/relationships/image" Target="../media/image132.emf"/><Relationship Id="rId2" Type="http://schemas.openxmlformats.org/officeDocument/2006/relationships/image" Target="../media/image131.emf"/><Relationship Id="rId1" Type="http://schemas.openxmlformats.org/officeDocument/2006/relationships/slideLayout" Target="../slideLayouts/slideLayout51.xml"/></Relationships>
</file>

<file path=ppt/slides/_rels/slide73.xml.rels><?xml version="1.0" encoding="UTF-8" standalone="yes"?>
<Relationships xmlns="http://schemas.openxmlformats.org/package/2006/relationships"><Relationship Id="rId3" Type="http://schemas.openxmlformats.org/officeDocument/2006/relationships/image" Target="../media/image134.emf"/><Relationship Id="rId2" Type="http://schemas.openxmlformats.org/officeDocument/2006/relationships/image" Target="../media/image133.emf"/><Relationship Id="rId1" Type="http://schemas.openxmlformats.org/officeDocument/2006/relationships/slideLayout" Target="../slideLayouts/slideLayout51.xml"/><Relationship Id="rId5" Type="http://schemas.openxmlformats.org/officeDocument/2006/relationships/image" Target="../media/image135.png"/><Relationship Id="rId4" Type="http://schemas.openxmlformats.org/officeDocument/2006/relationships/customXml" Target="../ink/ink53.xml"/></Relationships>
</file>

<file path=ppt/slides/_rels/slide74.xml.rels><?xml version="1.0" encoding="UTF-8" standalone="yes"?>
<Relationships xmlns="http://schemas.openxmlformats.org/package/2006/relationships"><Relationship Id="rId3" Type="http://schemas.openxmlformats.org/officeDocument/2006/relationships/image" Target="../media/image137.emf"/><Relationship Id="rId2" Type="http://schemas.openxmlformats.org/officeDocument/2006/relationships/image" Target="../media/image136.emf"/><Relationship Id="rId1" Type="http://schemas.openxmlformats.org/officeDocument/2006/relationships/slideLayout" Target="../slideLayouts/slideLayout51.xml"/></Relationships>
</file>

<file path=ppt/slides/_rels/slide75.xml.rels><?xml version="1.0" encoding="UTF-8" standalone="yes"?>
<Relationships xmlns="http://schemas.openxmlformats.org/package/2006/relationships"><Relationship Id="rId3" Type="http://schemas.openxmlformats.org/officeDocument/2006/relationships/image" Target="../media/image139.emf"/><Relationship Id="rId2" Type="http://schemas.openxmlformats.org/officeDocument/2006/relationships/image" Target="../media/image138.emf"/><Relationship Id="rId1" Type="http://schemas.openxmlformats.org/officeDocument/2006/relationships/slideLayout" Target="../slideLayouts/slideLayout51.xml"/></Relationships>
</file>

<file path=ppt/slides/_rels/slide76.xml.rels><?xml version="1.0" encoding="UTF-8" standalone="yes"?>
<Relationships xmlns="http://schemas.openxmlformats.org/package/2006/relationships"><Relationship Id="rId3" Type="http://schemas.openxmlformats.org/officeDocument/2006/relationships/image" Target="../media/image141.emf"/><Relationship Id="rId2" Type="http://schemas.openxmlformats.org/officeDocument/2006/relationships/image" Target="../media/image140.emf"/><Relationship Id="rId1" Type="http://schemas.openxmlformats.org/officeDocument/2006/relationships/slideLayout" Target="../slideLayouts/slideLayout51.xml"/></Relationships>
</file>

<file path=ppt/slides/_rels/slide77.xml.rels><?xml version="1.0" encoding="UTF-8" standalone="yes"?>
<Relationships xmlns="http://schemas.openxmlformats.org/package/2006/relationships"><Relationship Id="rId3" Type="http://schemas.openxmlformats.org/officeDocument/2006/relationships/image" Target="../media/image143.emf"/><Relationship Id="rId2" Type="http://schemas.openxmlformats.org/officeDocument/2006/relationships/image" Target="../media/image142.emf"/><Relationship Id="rId1" Type="http://schemas.openxmlformats.org/officeDocument/2006/relationships/slideLayout" Target="../slideLayouts/slideLayout51.xml"/></Relationships>
</file>

<file path=ppt/slides/_rels/slide78.xml.rels><?xml version="1.0" encoding="UTF-8" standalone="yes"?>
<Relationships xmlns="http://schemas.openxmlformats.org/package/2006/relationships"><Relationship Id="rId3" Type="http://schemas.openxmlformats.org/officeDocument/2006/relationships/image" Target="../media/image145.emf"/><Relationship Id="rId2" Type="http://schemas.openxmlformats.org/officeDocument/2006/relationships/image" Target="../media/image144.emf"/><Relationship Id="rId1" Type="http://schemas.openxmlformats.org/officeDocument/2006/relationships/slideLayout" Target="../slideLayouts/slideLayout51.xml"/></Relationships>
</file>

<file path=ppt/slides/_rels/slide79.xml.rels><?xml version="1.0" encoding="UTF-8" standalone="yes"?>
<Relationships xmlns="http://schemas.openxmlformats.org/package/2006/relationships"><Relationship Id="rId3" Type="http://schemas.openxmlformats.org/officeDocument/2006/relationships/image" Target="../media/image147.emf"/><Relationship Id="rId2" Type="http://schemas.openxmlformats.org/officeDocument/2006/relationships/image" Target="../media/image146.emf"/><Relationship Id="rId1" Type="http://schemas.openxmlformats.org/officeDocument/2006/relationships/slideLayout" Target="../slideLayouts/slideLayout51.xml"/></Relationships>
</file>

<file path=ppt/slides/_rels/slide80.xml.rels><?xml version="1.0" encoding="UTF-8" standalone="yes"?>
<Relationships xmlns="http://schemas.openxmlformats.org/package/2006/relationships"><Relationship Id="rId3" Type="http://schemas.openxmlformats.org/officeDocument/2006/relationships/image" Target="../media/image149.emf"/><Relationship Id="rId2" Type="http://schemas.openxmlformats.org/officeDocument/2006/relationships/image" Target="../media/image148.emf"/><Relationship Id="rId1" Type="http://schemas.openxmlformats.org/officeDocument/2006/relationships/slideLayout" Target="../slideLayouts/slideLayout51.xml"/></Relationships>
</file>

<file path=ppt/slides/_rels/slide81.xml.rels><?xml version="1.0" encoding="UTF-8" standalone="yes"?>
<Relationships xmlns="http://schemas.openxmlformats.org/package/2006/relationships"><Relationship Id="rId3" Type="http://schemas.openxmlformats.org/officeDocument/2006/relationships/image" Target="../media/image151.emf"/><Relationship Id="rId2" Type="http://schemas.openxmlformats.org/officeDocument/2006/relationships/image" Target="../media/image150.emf"/><Relationship Id="rId1" Type="http://schemas.openxmlformats.org/officeDocument/2006/relationships/slideLayout" Target="../slideLayouts/slideLayout51.xml"/></Relationships>
</file>

<file path=ppt/slides/_rels/slide82.xml.rels><?xml version="1.0" encoding="UTF-8" standalone="yes"?>
<Relationships xmlns="http://schemas.openxmlformats.org/package/2006/relationships"><Relationship Id="rId3" Type="http://schemas.openxmlformats.org/officeDocument/2006/relationships/image" Target="../media/image153.emf"/><Relationship Id="rId2" Type="http://schemas.openxmlformats.org/officeDocument/2006/relationships/image" Target="../media/image152.emf"/><Relationship Id="rId1" Type="http://schemas.openxmlformats.org/officeDocument/2006/relationships/slideLayout" Target="../slideLayouts/slideLayout51.xml"/></Relationships>
</file>

<file path=ppt/slides/_rels/slide83.xml.rels><?xml version="1.0" encoding="UTF-8" standalone="yes"?>
<Relationships xmlns="http://schemas.openxmlformats.org/package/2006/relationships"><Relationship Id="rId3" Type="http://schemas.openxmlformats.org/officeDocument/2006/relationships/image" Target="../media/image155.emf"/><Relationship Id="rId2" Type="http://schemas.openxmlformats.org/officeDocument/2006/relationships/image" Target="../media/image154.emf"/><Relationship Id="rId1" Type="http://schemas.openxmlformats.org/officeDocument/2006/relationships/slideLayout" Target="../slideLayouts/slideLayout51.xml"/></Relationships>
</file>

<file path=ppt/slides/_rels/slide84.xml.rels><?xml version="1.0" encoding="UTF-8" standalone="yes"?>
<Relationships xmlns="http://schemas.openxmlformats.org/package/2006/relationships"><Relationship Id="rId3" Type="http://schemas.openxmlformats.org/officeDocument/2006/relationships/image" Target="../media/image157.emf"/><Relationship Id="rId2" Type="http://schemas.openxmlformats.org/officeDocument/2006/relationships/image" Target="../media/image156.emf"/><Relationship Id="rId1" Type="http://schemas.openxmlformats.org/officeDocument/2006/relationships/slideLayout" Target="../slideLayouts/slideLayout51.xml"/></Relationships>
</file>

<file path=ppt/slides/_rels/slide85.xml.rels><?xml version="1.0" encoding="UTF-8" standalone="yes"?>
<Relationships xmlns="http://schemas.openxmlformats.org/package/2006/relationships"><Relationship Id="rId3" Type="http://schemas.openxmlformats.org/officeDocument/2006/relationships/image" Target="../media/image159.emf"/><Relationship Id="rId2" Type="http://schemas.openxmlformats.org/officeDocument/2006/relationships/image" Target="../media/image158.emf"/><Relationship Id="rId1" Type="http://schemas.openxmlformats.org/officeDocument/2006/relationships/slideLayout" Target="../slideLayouts/slideLayout51.xml"/></Relationships>
</file>

<file path=ppt/slides/_rels/slide86.xml.rels><?xml version="1.0" encoding="UTF-8" standalone="yes"?>
<Relationships xmlns="http://schemas.openxmlformats.org/package/2006/relationships"><Relationship Id="rId3" Type="http://schemas.openxmlformats.org/officeDocument/2006/relationships/image" Target="../media/image161.emf"/><Relationship Id="rId2" Type="http://schemas.openxmlformats.org/officeDocument/2006/relationships/image" Target="../media/image160.emf"/><Relationship Id="rId1" Type="http://schemas.openxmlformats.org/officeDocument/2006/relationships/slideLayout" Target="../slideLayouts/slideLayout51.xml"/></Relationships>
</file>

<file path=ppt/slides/_rels/slide87.xml.rels><?xml version="1.0" encoding="UTF-8" standalone="yes"?>
<Relationships xmlns="http://schemas.openxmlformats.org/package/2006/relationships"><Relationship Id="rId3" Type="http://schemas.openxmlformats.org/officeDocument/2006/relationships/image" Target="../media/image163.emf"/><Relationship Id="rId2" Type="http://schemas.openxmlformats.org/officeDocument/2006/relationships/image" Target="../media/image162.emf"/><Relationship Id="rId1" Type="http://schemas.openxmlformats.org/officeDocument/2006/relationships/slideLayout" Target="../slideLayouts/slideLayout51.xml"/></Relationships>
</file>

<file path=ppt/slides/_rels/slide88.xml.rels><?xml version="1.0" encoding="UTF-8" standalone="yes"?>
<Relationships xmlns="http://schemas.openxmlformats.org/package/2006/relationships"><Relationship Id="rId3" Type="http://schemas.openxmlformats.org/officeDocument/2006/relationships/image" Target="../media/image165.emf"/><Relationship Id="rId2" Type="http://schemas.openxmlformats.org/officeDocument/2006/relationships/image" Target="../media/image164.emf"/><Relationship Id="rId1" Type="http://schemas.openxmlformats.org/officeDocument/2006/relationships/slideLayout" Target="../slideLayouts/slideLayout51.xml"/></Relationships>
</file>

<file path=ppt/slides/_rels/slide89.xml.rels><?xml version="1.0" encoding="UTF-8" standalone="yes"?>
<Relationships xmlns="http://schemas.openxmlformats.org/package/2006/relationships"><Relationship Id="rId3" Type="http://schemas.openxmlformats.org/officeDocument/2006/relationships/image" Target="../media/image167.emf"/><Relationship Id="rId2" Type="http://schemas.openxmlformats.org/officeDocument/2006/relationships/image" Target="../media/image166.emf"/><Relationship Id="rId1" Type="http://schemas.openxmlformats.org/officeDocument/2006/relationships/slideLayout" Target="../slideLayouts/slideLayout51.xml"/></Relationships>
</file>

<file path=ppt/slides/_rels/slide90.xml.rels><?xml version="1.0" encoding="UTF-8" standalone="yes"?>
<Relationships xmlns="http://schemas.openxmlformats.org/package/2006/relationships"><Relationship Id="rId3" Type="http://schemas.openxmlformats.org/officeDocument/2006/relationships/image" Target="../media/image169.emf"/><Relationship Id="rId2" Type="http://schemas.openxmlformats.org/officeDocument/2006/relationships/image" Target="../media/image168.emf"/><Relationship Id="rId1" Type="http://schemas.openxmlformats.org/officeDocument/2006/relationships/slideLayout" Target="../slideLayouts/slideLayout51.xml"/></Relationships>
</file>

<file path=ppt/slides/_rels/slide91.xml.rels><?xml version="1.0" encoding="UTF-8" standalone="yes"?>
<Relationships xmlns="http://schemas.openxmlformats.org/package/2006/relationships"><Relationship Id="rId3" Type="http://schemas.openxmlformats.org/officeDocument/2006/relationships/image" Target="../media/image171.emf"/><Relationship Id="rId2" Type="http://schemas.openxmlformats.org/officeDocument/2006/relationships/image" Target="../media/image170.emf"/><Relationship Id="rId1" Type="http://schemas.openxmlformats.org/officeDocument/2006/relationships/slideLayout" Target="../slideLayouts/slideLayout51.xml"/></Relationships>
</file>

<file path=ppt/slides/_rels/slide92.xml.rels><?xml version="1.0" encoding="UTF-8" standalone="yes"?>
<Relationships xmlns="http://schemas.openxmlformats.org/package/2006/relationships"><Relationship Id="rId3" Type="http://schemas.openxmlformats.org/officeDocument/2006/relationships/image" Target="../media/image173.emf"/><Relationship Id="rId2" Type="http://schemas.openxmlformats.org/officeDocument/2006/relationships/image" Target="../media/image172.emf"/><Relationship Id="rId1" Type="http://schemas.openxmlformats.org/officeDocument/2006/relationships/slideLayout" Target="../slideLayouts/slideLayout51.xml"/></Relationships>
</file>

<file path=ppt/slides/_rels/slide93.xml.rels><?xml version="1.0" encoding="UTF-8" standalone="yes"?>
<Relationships xmlns="http://schemas.openxmlformats.org/package/2006/relationships"><Relationship Id="rId3" Type="http://schemas.openxmlformats.org/officeDocument/2006/relationships/image" Target="../media/image175.emf"/><Relationship Id="rId2" Type="http://schemas.openxmlformats.org/officeDocument/2006/relationships/image" Target="../media/image174.emf"/><Relationship Id="rId1" Type="http://schemas.openxmlformats.org/officeDocument/2006/relationships/slideLayout" Target="../slideLayouts/slideLayout51.xml"/></Relationships>
</file>

<file path=ppt/slides/_rels/slide94.xml.rels><?xml version="1.0" encoding="UTF-8" standalone="yes"?>
<Relationships xmlns="http://schemas.openxmlformats.org/package/2006/relationships"><Relationship Id="rId3" Type="http://schemas.openxmlformats.org/officeDocument/2006/relationships/image" Target="../media/image177.emf"/><Relationship Id="rId2" Type="http://schemas.openxmlformats.org/officeDocument/2006/relationships/image" Target="../media/image176.emf"/><Relationship Id="rId1" Type="http://schemas.openxmlformats.org/officeDocument/2006/relationships/slideLayout" Target="../slideLayouts/slideLayout51.xml"/></Relationships>
</file>

<file path=ppt/slides/_rels/slide95.xml.rels><?xml version="1.0" encoding="UTF-8" standalone="yes"?>
<Relationships xmlns="http://schemas.openxmlformats.org/package/2006/relationships"><Relationship Id="rId3" Type="http://schemas.openxmlformats.org/officeDocument/2006/relationships/image" Target="../media/image179.emf"/><Relationship Id="rId2" Type="http://schemas.openxmlformats.org/officeDocument/2006/relationships/image" Target="../media/image178.emf"/><Relationship Id="rId1" Type="http://schemas.openxmlformats.org/officeDocument/2006/relationships/slideLayout" Target="../slideLayouts/slideLayout51.xml"/></Relationships>
</file>

<file path=ppt/slides/_rels/slide96.xml.rels><?xml version="1.0" encoding="UTF-8" standalone="yes"?>
<Relationships xmlns="http://schemas.openxmlformats.org/package/2006/relationships"><Relationship Id="rId3" Type="http://schemas.openxmlformats.org/officeDocument/2006/relationships/image" Target="../media/image181.emf"/><Relationship Id="rId2" Type="http://schemas.openxmlformats.org/officeDocument/2006/relationships/image" Target="../media/image180.emf"/><Relationship Id="rId1" Type="http://schemas.openxmlformats.org/officeDocument/2006/relationships/slideLayout" Target="../slideLayouts/slideLayout51.xml"/></Relationships>
</file>

<file path=ppt/slides/_rels/slide97.xml.rels><?xml version="1.0" encoding="UTF-8" standalone="yes"?>
<Relationships xmlns="http://schemas.openxmlformats.org/package/2006/relationships"><Relationship Id="rId3" Type="http://schemas.openxmlformats.org/officeDocument/2006/relationships/image" Target="../media/image183.emf"/><Relationship Id="rId2" Type="http://schemas.openxmlformats.org/officeDocument/2006/relationships/image" Target="../media/image182.emf"/><Relationship Id="rId1" Type="http://schemas.openxmlformats.org/officeDocument/2006/relationships/slideLayout" Target="../slideLayouts/slideLayout51.xml"/></Relationships>
</file>

<file path=ppt/slides/_rels/slide98.xml.rels><?xml version="1.0" encoding="UTF-8" standalone="yes"?>
<Relationships xmlns="http://schemas.openxmlformats.org/package/2006/relationships"><Relationship Id="rId3" Type="http://schemas.openxmlformats.org/officeDocument/2006/relationships/image" Target="../media/image185.emf"/><Relationship Id="rId2" Type="http://schemas.openxmlformats.org/officeDocument/2006/relationships/image" Target="../media/image184.emf"/><Relationship Id="rId1" Type="http://schemas.openxmlformats.org/officeDocument/2006/relationships/slideLayout" Target="../slideLayouts/slideLayout51.xml"/></Relationships>
</file>

<file path=ppt/slides/_rels/slide99.xml.rels><?xml version="1.0" encoding="UTF-8" standalone="yes"?>
<Relationships xmlns="http://schemas.openxmlformats.org/package/2006/relationships"><Relationship Id="rId3" Type="http://schemas.openxmlformats.org/officeDocument/2006/relationships/image" Target="../media/image187.emf"/><Relationship Id="rId2" Type="http://schemas.openxmlformats.org/officeDocument/2006/relationships/image" Target="../media/image186.emf"/><Relationship Id="rId1" Type="http://schemas.openxmlformats.org/officeDocument/2006/relationships/slideLayout" Target="../slideLayouts/slideLayout51.xml"/></Relationships>
</file>

<file path=ppt/slides/_rels/slide100.xml.rels><?xml version="1.0" encoding="UTF-8" standalone="yes"?>
<Relationships xmlns="http://schemas.openxmlformats.org/package/2006/relationships"><Relationship Id="rId3" Type="http://schemas.openxmlformats.org/officeDocument/2006/relationships/image" Target="../media/image189.emf"/><Relationship Id="rId2" Type="http://schemas.openxmlformats.org/officeDocument/2006/relationships/image" Target="../media/image188.emf"/><Relationship Id="rId1" Type="http://schemas.openxmlformats.org/officeDocument/2006/relationships/slideLayout" Target="../slideLayouts/slideLayout51.xml"/></Relationships>
</file>

<file path=ppt/slides/_rels/slide101.xml.rels><?xml version="1.0" encoding="UTF-8" standalone="yes"?>
<Relationships xmlns="http://schemas.openxmlformats.org/package/2006/relationships"><Relationship Id="rId3" Type="http://schemas.openxmlformats.org/officeDocument/2006/relationships/image" Target="../media/image191.emf"/><Relationship Id="rId2" Type="http://schemas.openxmlformats.org/officeDocument/2006/relationships/image" Target="../media/image190.emf"/><Relationship Id="rId1" Type="http://schemas.openxmlformats.org/officeDocument/2006/relationships/slideLayout" Target="../slideLayouts/slideLayout51.xml"/></Relationships>
</file>

<file path=ppt/slides/_rels/slide102.xml.rels><?xml version="1.0" encoding="UTF-8" standalone="yes"?>
<Relationships xmlns="http://schemas.openxmlformats.org/package/2006/relationships"><Relationship Id="rId3" Type="http://schemas.openxmlformats.org/officeDocument/2006/relationships/image" Target="../media/image193.emf"/><Relationship Id="rId2" Type="http://schemas.openxmlformats.org/officeDocument/2006/relationships/image" Target="../media/image192.emf"/><Relationship Id="rId1" Type="http://schemas.openxmlformats.org/officeDocument/2006/relationships/slideLayout" Target="../slideLayouts/slideLayout51.xml"/></Relationships>
</file>

<file path=ppt/slides/_rels/slide103.xml.rels><?xml version="1.0" encoding="UTF-8" standalone="yes"?>
<Relationships xmlns="http://schemas.openxmlformats.org/package/2006/relationships"><Relationship Id="rId3" Type="http://schemas.openxmlformats.org/officeDocument/2006/relationships/image" Target="../media/image195.emf"/><Relationship Id="rId2" Type="http://schemas.openxmlformats.org/officeDocument/2006/relationships/image" Target="../media/image194.emf"/><Relationship Id="rId1" Type="http://schemas.openxmlformats.org/officeDocument/2006/relationships/slideLayout" Target="../slideLayouts/slideLayout51.xml"/></Relationships>
</file>

<file path=ppt/slides/_rels/slide104.xml.rels><?xml version="1.0" encoding="UTF-8" standalone="yes"?>
<Relationships xmlns="http://schemas.openxmlformats.org/package/2006/relationships"><Relationship Id="rId3" Type="http://schemas.openxmlformats.org/officeDocument/2006/relationships/image" Target="../media/image197.emf"/><Relationship Id="rId2" Type="http://schemas.openxmlformats.org/officeDocument/2006/relationships/image" Target="../media/image196.emf"/><Relationship Id="rId1" Type="http://schemas.openxmlformats.org/officeDocument/2006/relationships/slideLayout" Target="../slideLayouts/slideLayout51.xml"/></Relationships>
</file>

<file path=ppt/slides/_rels/slide105.xml.rels><?xml version="1.0" encoding="UTF-8" standalone="yes"?>
<Relationships xmlns="http://schemas.openxmlformats.org/package/2006/relationships"><Relationship Id="rId3" Type="http://schemas.openxmlformats.org/officeDocument/2006/relationships/image" Target="../media/image199.emf"/><Relationship Id="rId2" Type="http://schemas.openxmlformats.org/officeDocument/2006/relationships/image" Target="../media/image198.emf"/><Relationship Id="rId1" Type="http://schemas.openxmlformats.org/officeDocument/2006/relationships/slideLayout" Target="../slideLayouts/slideLayout51.xml"/></Relationships>
</file>

<file path=ppt/slides/_rels/slide106.xml.rels><?xml version="1.0" encoding="UTF-8" standalone="yes"?>
<Relationships xmlns="http://schemas.openxmlformats.org/package/2006/relationships"><Relationship Id="rId3" Type="http://schemas.openxmlformats.org/officeDocument/2006/relationships/image" Target="../media/image201.emf"/><Relationship Id="rId2" Type="http://schemas.openxmlformats.org/officeDocument/2006/relationships/image" Target="../media/image200.emf"/><Relationship Id="rId1" Type="http://schemas.openxmlformats.org/officeDocument/2006/relationships/slideLayout" Target="../slideLayouts/slideLayout51.xml"/></Relationships>
</file>

<file path=ppt/slides/_rels/slide107.xml.rels><?xml version="1.0" encoding="UTF-8" standalone="yes"?>
<Relationships xmlns="http://schemas.openxmlformats.org/package/2006/relationships"><Relationship Id="rId3" Type="http://schemas.openxmlformats.org/officeDocument/2006/relationships/image" Target="../media/image203.emf"/><Relationship Id="rId2" Type="http://schemas.openxmlformats.org/officeDocument/2006/relationships/image" Target="../media/image202.emf"/><Relationship Id="rId1" Type="http://schemas.openxmlformats.org/officeDocument/2006/relationships/slideLayout" Target="../slideLayouts/slideLayout51.xml"/></Relationships>
</file>

<file path=ppt/slides/_rels/slide108.xml.rels><?xml version="1.0" encoding="UTF-8" standalone="yes"?>
<Relationships xmlns="http://schemas.openxmlformats.org/package/2006/relationships"><Relationship Id="rId3" Type="http://schemas.openxmlformats.org/officeDocument/2006/relationships/image" Target="../media/image205.emf"/><Relationship Id="rId2" Type="http://schemas.openxmlformats.org/officeDocument/2006/relationships/image" Target="../media/image204.emf"/><Relationship Id="rId1" Type="http://schemas.openxmlformats.org/officeDocument/2006/relationships/slideLayout" Target="../slideLayouts/slideLayout51.xml"/></Relationships>
</file>

<file path=ppt/slides/_rels/slide109.xml.rels><?xml version="1.0" encoding="UTF-8" standalone="yes"?>
<Relationships xmlns="http://schemas.openxmlformats.org/package/2006/relationships"><Relationship Id="rId3" Type="http://schemas.openxmlformats.org/officeDocument/2006/relationships/image" Target="../media/image207.emf"/><Relationship Id="rId2" Type="http://schemas.openxmlformats.org/officeDocument/2006/relationships/image" Target="../media/image206.emf"/><Relationship Id="rId1" Type="http://schemas.openxmlformats.org/officeDocument/2006/relationships/slideLayout" Target="../slideLayouts/slideLayout51.xml"/></Relationships>
</file>

<file path=ppt/slides/_rels/slide110.xml.rels><?xml version="1.0" encoding="UTF-8" standalone="yes"?>
<Relationships xmlns="http://schemas.openxmlformats.org/package/2006/relationships"><Relationship Id="rId3" Type="http://schemas.openxmlformats.org/officeDocument/2006/relationships/image" Target="../media/image208.jpg"/><Relationship Id="rId2" Type="http://schemas.openxmlformats.org/officeDocument/2006/relationships/notesSlide" Target="../notesSlides/notesSlide34.xml"/><Relationship Id="rId1" Type="http://schemas.openxmlformats.org/officeDocument/2006/relationships/slideLayout" Target="../slideLayouts/slideLayout51.xml"/><Relationship Id="rId5" Type="http://schemas.openxmlformats.org/officeDocument/2006/relationships/image" Target="../media/image209.png"/><Relationship Id="rId4" Type="http://schemas.openxmlformats.org/officeDocument/2006/relationships/customXml" Target="../ink/ink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a:extLst>
              <a:ext uri="{FF2B5EF4-FFF2-40B4-BE49-F238E27FC236}">
                <a16:creationId xmlns:a16="http://schemas.microsoft.com/office/drawing/2014/main" id="{99520C1E-7FDD-487A-8FAD-FD1BBC4D63F1}"/>
              </a:ext>
            </a:extLst>
          </p:cNvPr>
          <p:cNvSpPr>
            <a:spLocks noGrp="1"/>
          </p:cNvSpPr>
          <p:nvPr>
            <p:ph type="ctrTitle"/>
          </p:nvPr>
        </p:nvSpPr>
        <p:spPr>
          <a:xfrm>
            <a:off x="3600451" y="2934891"/>
            <a:ext cx="5429249" cy="1008459"/>
          </a:xfrm>
        </p:spPr>
        <p:txBody>
          <a:bodyPr spcFirstLastPara="1" vert="horz" wrap="square" lIns="51427" tIns="25706" rIns="51427" bIns="25706" rtlCol="0" anchor="ctr" anchorCtr="0">
            <a:normAutofit/>
          </a:bodyPr>
          <a:lstStyle/>
          <a:p>
            <a:pPr algn="ctr">
              <a:lnSpc>
                <a:spcPct val="100000"/>
              </a:lnSpc>
            </a:pPr>
            <a:r>
              <a:rPr lang="en-US" altLang="x-none" sz="3000" dirty="0">
                <a:solidFill>
                  <a:srgbClr val="FFFFFF"/>
                </a:solidFill>
              </a:rPr>
              <a:t>Deep Neural Networks</a:t>
            </a:r>
            <a:br>
              <a:rPr lang="en-US" altLang="x-none" sz="3000" dirty="0">
                <a:solidFill>
                  <a:srgbClr val="FFFFFF"/>
                </a:solidFill>
              </a:rPr>
            </a:br>
            <a:r>
              <a:rPr lang="en-US" altLang="x-none" sz="2400" dirty="0">
                <a:solidFill>
                  <a:srgbClr val="FFFFFF"/>
                </a:solidFill>
              </a:rPr>
              <a:t>(AIML ZG511)</a:t>
            </a:r>
            <a:endParaRPr lang="x-none" altLang="x-none" sz="2400" dirty="0">
              <a:solidFill>
                <a:srgbClr val="FF0000"/>
              </a:solidFill>
              <a:latin typeface="+mn-lt"/>
            </a:endParaRPr>
          </a:p>
        </p:txBody>
      </p:sp>
      <p:sp>
        <p:nvSpPr>
          <p:cNvPr id="3" name="Google Shape;39;p1">
            <a:extLst>
              <a:ext uri="{FF2B5EF4-FFF2-40B4-BE49-F238E27FC236}">
                <a16:creationId xmlns:a16="http://schemas.microsoft.com/office/drawing/2014/main" id="{99520C1E-7FDD-487A-8FAD-FD1BBC4D63F1}"/>
              </a:ext>
            </a:extLst>
          </p:cNvPr>
          <p:cNvSpPr txBox="1">
            <a:spLocks/>
          </p:cNvSpPr>
          <p:nvPr/>
        </p:nvSpPr>
        <p:spPr>
          <a:xfrm>
            <a:off x="3644206" y="5169584"/>
            <a:ext cx="5429249" cy="1008459"/>
          </a:xfrm>
          <a:prstGeom prst="rect">
            <a:avLst/>
          </a:prstGeom>
          <a:noFill/>
          <a:ln>
            <a:noFill/>
          </a:ln>
        </p:spPr>
        <p:txBody>
          <a:bodyPr spcFirstLastPara="1" vert="horz" wrap="square" lIns="51427" tIns="25706" rIns="51427" bIns="25706" rtlCol="0" anchor="ctr" anchorCtr="0">
            <a:norm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chemeClr val="lt1"/>
              </a:buClr>
              <a:buSzPts val="3200"/>
              <a:buFont typeface="Helvetica Neue"/>
              <a:buNone/>
              <a:defRPr sz="1800" b="1" i="0" u="none" strike="noStrike" cap="none">
                <a:solidFill>
                  <a:schemeClr val="lt1"/>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FFFFFF"/>
              </a:buClr>
              <a:buSzPts val="3200"/>
              <a:buFont typeface="Helvetica Neue"/>
              <a:buNone/>
              <a:tabLst/>
              <a:defRPr/>
            </a:pPr>
            <a:endParaRPr kumimoji="0" lang="x-none" altLang="x-none" sz="1600"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Tree>
    <p:extLst>
      <p:ext uri="{BB962C8B-B14F-4D97-AF65-F5344CB8AC3E}">
        <p14:creationId xmlns:p14="http://schemas.microsoft.com/office/powerpoint/2010/main" val="3475954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623888" y="4303061"/>
            <a:ext cx="7886700" cy="1570006"/>
          </a:xfrm>
        </p:spPr>
        <p:txBody>
          <a:bodyPr>
            <a:normAutofit/>
          </a:bodyPr>
          <a:lstStyle/>
          <a:p>
            <a:pPr algn="ctr">
              <a:spcBef>
                <a:spcPct val="0"/>
              </a:spcBef>
              <a:defRPr/>
            </a:pPr>
            <a:r>
              <a:rPr lang="en-US" sz="4000" b="1" dirty="0">
                <a:solidFill>
                  <a:schemeClr val="tx1"/>
                </a:solidFill>
                <a:latin typeface="Arial" charset="0"/>
                <a:cs typeface="Arial" charset="0"/>
              </a:rPr>
              <a:t>Session 11</a:t>
            </a:r>
          </a:p>
          <a:p>
            <a:pPr algn="ctr">
              <a:spcBef>
                <a:spcPct val="0"/>
              </a:spcBef>
              <a:defRPr/>
            </a:pPr>
            <a:r>
              <a:rPr lang="en-US" sz="2700" b="1" dirty="0">
                <a:solidFill>
                  <a:schemeClr val="tx1"/>
                </a:solidFill>
                <a:latin typeface="Arial" charset="0"/>
                <a:cs typeface="Arial" charset="0"/>
              </a:rPr>
              <a:t>(19</a:t>
            </a:r>
            <a:r>
              <a:rPr lang="en-US" sz="2700" b="1" baseline="30000" dirty="0">
                <a:solidFill>
                  <a:schemeClr val="tx1"/>
                </a:solidFill>
                <a:latin typeface="Arial" charset="0"/>
                <a:cs typeface="Arial" charset="0"/>
              </a:rPr>
              <a:t>th</a:t>
            </a:r>
            <a:r>
              <a:rPr lang="en-US" sz="2700" b="1" dirty="0">
                <a:solidFill>
                  <a:schemeClr val="tx1"/>
                </a:solidFill>
                <a:latin typeface="Arial" charset="0"/>
                <a:cs typeface="Arial" charset="0"/>
              </a:rPr>
              <a:t> July 2026)</a:t>
            </a:r>
          </a:p>
          <a:p>
            <a:endParaRPr lang="en-IN" dirty="0"/>
          </a:p>
        </p:txBody>
      </p:sp>
      <p:sp>
        <p:nvSpPr>
          <p:cNvPr id="4" name="Rectangle 3">
            <a:extLst>
              <a:ext uri="{FF2B5EF4-FFF2-40B4-BE49-F238E27FC236}">
                <a16:creationId xmlns:a16="http://schemas.microsoft.com/office/drawing/2014/main" id="{9B481FD9-A47E-4F67-8422-00D365EBB8B6}"/>
              </a:ext>
            </a:extLst>
          </p:cNvPr>
          <p:cNvSpPr/>
          <p:nvPr/>
        </p:nvSpPr>
        <p:spPr>
          <a:xfrm>
            <a:off x="953311" y="3173546"/>
            <a:ext cx="7655668" cy="1034129"/>
          </a:xfrm>
          <a:prstGeom prst="rect">
            <a:avLst/>
          </a:prstGeom>
        </p:spPr>
        <p:txBody>
          <a:bodyPr wrap="square">
            <a:spAutoFit/>
          </a:bodyPr>
          <a:lstStyle/>
          <a:p>
            <a:pPr marL="202565" marR="194945" lvl="0" indent="-635" algn="ctr">
              <a:lnSpc>
                <a:spcPct val="84500"/>
              </a:lnSpc>
            </a:pPr>
            <a:r>
              <a:rPr lang="en-US" sz="3600" dirty="0">
                <a:latin typeface="Cambria"/>
                <a:ea typeface="Cambria"/>
                <a:cs typeface="Cambria"/>
                <a:sym typeface="Cambria"/>
              </a:rPr>
              <a:t>MODULE # 8 :</a:t>
            </a:r>
          </a:p>
          <a:p>
            <a:pPr marL="202565" marR="194945" lvl="0" indent="-635" algn="ctr">
              <a:lnSpc>
                <a:spcPct val="84500"/>
              </a:lnSpc>
            </a:pPr>
            <a:r>
              <a:rPr lang="en-US" sz="3600" dirty="0">
                <a:latin typeface="Cambria"/>
                <a:ea typeface="Cambria"/>
                <a:cs typeface="Cambria"/>
                <a:sym typeface="Cambria"/>
              </a:rPr>
              <a:t>Attention Mechanism </a:t>
            </a:r>
          </a:p>
        </p:txBody>
      </p:sp>
    </p:spTree>
    <p:extLst>
      <p:ext uri="{BB962C8B-B14F-4D97-AF65-F5344CB8AC3E}">
        <p14:creationId xmlns:p14="http://schemas.microsoft.com/office/powerpoint/2010/main" val="2079854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3"/>
          <p:cNvSpPr txBox="1">
            <a:spLocks noGrp="1"/>
          </p:cNvSpPr>
          <p:nvPr>
            <p:ph type="title" idx="4294967295"/>
          </p:nvPr>
        </p:nvSpPr>
        <p:spPr>
          <a:xfrm>
            <a:off x="26895" y="333559"/>
            <a:ext cx="5280211"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L</a:t>
            </a:r>
            <a:r>
              <a:rPr lang="en-US" sz="2800" b="1" cap="small" dirty="0">
                <a:solidFill>
                  <a:schemeClr val="bg1"/>
                </a:solidFill>
              </a:rPr>
              <a:t>atent</a:t>
            </a:r>
            <a:r>
              <a:rPr lang="en-US" sz="2800" b="1" dirty="0">
                <a:solidFill>
                  <a:schemeClr val="bg1"/>
                </a:solidFill>
              </a:rPr>
              <a:t> V</a:t>
            </a:r>
            <a:r>
              <a:rPr lang="en-US" sz="2800" b="1" cap="small" dirty="0">
                <a:solidFill>
                  <a:schemeClr val="bg1"/>
                </a:solidFill>
              </a:rPr>
              <a:t>ariable</a:t>
            </a:r>
            <a:r>
              <a:rPr lang="en-US" sz="2800" b="1" dirty="0">
                <a:solidFill>
                  <a:schemeClr val="bg1"/>
                </a:solidFill>
              </a:rPr>
              <a:t> M</a:t>
            </a:r>
            <a:r>
              <a:rPr lang="en-US" sz="2800" b="1" cap="small" dirty="0">
                <a:solidFill>
                  <a:schemeClr val="bg1"/>
                </a:solidFill>
              </a:rPr>
              <a:t>odels</a:t>
            </a:r>
            <a:r>
              <a:rPr lang="en-US" sz="2800" b="1" dirty="0">
                <a:solidFill>
                  <a:schemeClr val="bg1"/>
                </a:solidFill>
              </a:rPr>
              <a:t>: E</a:t>
            </a:r>
            <a:r>
              <a:rPr lang="en-US" sz="2800" b="1" cap="small" dirty="0">
                <a:solidFill>
                  <a:schemeClr val="bg1"/>
                </a:solidFill>
              </a:rPr>
              <a:t>xample</a:t>
            </a:r>
            <a:endParaRPr sz="2800" b="1" dirty="0">
              <a:solidFill>
                <a:schemeClr val="bg1"/>
              </a:solidFill>
            </a:endParaRPr>
          </a:p>
        </p:txBody>
      </p:sp>
      <p:pic>
        <p:nvPicPr>
          <p:cNvPr id="278" name="Google Shape;278;p13"/>
          <p:cNvPicPr preferRelativeResize="0"/>
          <p:nvPr/>
        </p:nvPicPr>
        <p:blipFill>
          <a:blip r:embed="rId3">
            <a:alphaModFix/>
          </a:blip>
          <a:stretch>
            <a:fillRect/>
          </a:stretch>
        </p:blipFill>
        <p:spPr>
          <a:xfrm>
            <a:off x="412021" y="1020398"/>
            <a:ext cx="7809282" cy="3861733"/>
          </a:xfrm>
          <a:prstGeom prst="rect">
            <a:avLst/>
          </a:prstGeom>
          <a:noFill/>
          <a:ln>
            <a:noFill/>
          </a:ln>
        </p:spPr>
      </p:pic>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idx="4294967295"/>
          </p:nvPr>
        </p:nvSpPr>
        <p:spPr>
          <a:xfrm>
            <a:off x="0" y="339164"/>
            <a:ext cx="6799587" cy="396756"/>
          </a:xfrm>
          <a:prstGeom prst="rect">
            <a:avLst/>
          </a:prstGeom>
          <a:noFill/>
          <a:ln>
            <a:noFill/>
          </a:ln>
        </p:spPr>
        <p:txBody>
          <a:bodyPr spcFirstLastPara="1" wrap="square" lIns="0" tIns="27159" rIns="0" bIns="0" anchor="t" anchorCtr="0">
            <a:spAutoFit/>
          </a:bodyPr>
          <a:lstStyle/>
          <a:p>
            <a:pPr marL="20141"/>
            <a:r>
              <a:rPr lang="en-US" sz="2400" dirty="0">
                <a:solidFill>
                  <a:schemeClr val="bg1"/>
                </a:solidFill>
              </a:rPr>
              <a:t>N</a:t>
            </a:r>
            <a:r>
              <a:rPr lang="en-US" sz="2400" cap="small" dirty="0">
                <a:solidFill>
                  <a:schemeClr val="bg1"/>
                </a:solidFill>
              </a:rPr>
              <a:t>umerical</a:t>
            </a:r>
            <a:r>
              <a:rPr lang="en-US" sz="2400" dirty="0">
                <a:solidFill>
                  <a:schemeClr val="bg1"/>
                </a:solidFill>
              </a:rPr>
              <a:t> E</a:t>
            </a:r>
            <a:r>
              <a:rPr lang="en-US" sz="2400" cap="small" dirty="0">
                <a:solidFill>
                  <a:schemeClr val="bg1"/>
                </a:solidFill>
              </a:rPr>
              <a:t>xample</a:t>
            </a:r>
            <a:r>
              <a:rPr lang="en-US" sz="2400" dirty="0">
                <a:solidFill>
                  <a:schemeClr val="bg1"/>
                </a:solidFill>
              </a:rPr>
              <a:t>: T</a:t>
            </a:r>
            <a:r>
              <a:rPr lang="en-US" sz="2400" cap="small" dirty="0">
                <a:solidFill>
                  <a:schemeClr val="bg1"/>
                </a:solidFill>
              </a:rPr>
              <a:t>emperature</a:t>
            </a:r>
            <a:r>
              <a:rPr lang="en-US" sz="2400" dirty="0">
                <a:solidFill>
                  <a:schemeClr val="bg1"/>
                </a:solidFill>
              </a:rPr>
              <a:t> F</a:t>
            </a:r>
            <a:r>
              <a:rPr lang="en-US" sz="2400" cap="small" dirty="0">
                <a:solidFill>
                  <a:schemeClr val="bg1"/>
                </a:solidFill>
              </a:rPr>
              <a:t>orecasting</a:t>
            </a:r>
            <a:r>
              <a:rPr lang="en-US" sz="2400" dirty="0">
                <a:solidFill>
                  <a:schemeClr val="bg1"/>
                </a:solidFill>
              </a:rPr>
              <a:t> - S</a:t>
            </a:r>
            <a:r>
              <a:rPr lang="en-US" sz="2400" cap="small" dirty="0">
                <a:solidFill>
                  <a:schemeClr val="bg1"/>
                </a:solidFill>
              </a:rPr>
              <a:t>etup</a:t>
            </a:r>
            <a:endParaRPr sz="2400" dirty="0">
              <a:solidFill>
                <a:schemeClr val="bg1"/>
              </a:solidFill>
            </a:endParaRPr>
          </a:p>
        </p:txBody>
      </p:sp>
      <p:sp>
        <p:nvSpPr>
          <p:cNvPr id="288" name="Google Shape;288;p14"/>
          <p:cNvSpPr txBox="1"/>
          <p:nvPr/>
        </p:nvSpPr>
        <p:spPr>
          <a:xfrm>
            <a:off x="410620" y="987999"/>
            <a:ext cx="5824863" cy="4150251"/>
          </a:xfrm>
          <a:prstGeom prst="rect">
            <a:avLst/>
          </a:prstGeom>
          <a:noFill/>
          <a:ln>
            <a:noFill/>
          </a:ln>
        </p:spPr>
        <p:txBody>
          <a:bodyPr spcFirstLastPara="1" wrap="square" lIns="0" tIns="20141" rIns="0" bIns="0" anchor="t" anchorCtr="0">
            <a:spAutoFit/>
          </a:bodyPr>
          <a:lstStyle/>
          <a:p>
            <a:pPr marL="406596" marR="676734" indent="-285750" defTabSz="1450147" hangingPunct="1">
              <a:lnSpc>
                <a:spcPct val="125899"/>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Task</a:t>
            </a:r>
            <a:r>
              <a:rPr lang="en-US" dirty="0">
                <a:latin typeface="Calibri" panose="020F0502020204030204" pitchFamily="34" charset="0"/>
                <a:ea typeface="Calibri" panose="020F0502020204030204" pitchFamily="34" charset="0"/>
                <a:cs typeface="Calibri" panose="020F0502020204030204" pitchFamily="34" charset="0"/>
                <a:sym typeface="Tahoma"/>
              </a:rPr>
              <a:t>: Predict tomorrow’s temperature (regression)</a:t>
            </a:r>
          </a:p>
          <a:p>
            <a:pPr marL="406596" marR="676734" indent="-285750" defTabSz="1450147" hangingPunct="1">
              <a:lnSpc>
                <a:spcPct val="125899"/>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Observed sequence</a:t>
            </a:r>
            <a:r>
              <a:rPr lang="en-US" dirty="0">
                <a:latin typeface="Calibri" panose="020F0502020204030204" pitchFamily="34" charset="0"/>
                <a:ea typeface="Calibri" panose="020F0502020204030204" pitchFamily="34" charset="0"/>
                <a:cs typeface="Calibri" panose="020F0502020204030204" pitchFamily="34" charset="0"/>
                <a:sym typeface="Tahoma"/>
              </a:rPr>
              <a:t>: 20</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22</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25</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24</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21</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p>
          <a:p>
            <a:pPr marL="406596" marR="676734" indent="-285750" defTabSz="1450147" hangingPunct="1">
              <a:lnSpc>
                <a:spcPct val="125899"/>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Approach 1: Autoregressive (First-order)</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52315" indent="-285750" defTabSz="1450147" hangingPunct="1">
              <a:spcBef>
                <a:spcPts val="619"/>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Linear relationship learned from data:</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24"/>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2398785" algn="ctr" defTabSz="1450147" hangingPunct="1">
              <a:buClr>
                <a:srgbClr val="000000"/>
              </a:buClr>
            </a:pP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t </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+1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a:latin typeface="Calibri" panose="020F0502020204030204" pitchFamily="34" charset="0"/>
                <a:ea typeface="Calibri" panose="020F0502020204030204" pitchFamily="34" charset="0"/>
                <a:cs typeface="Calibri" panose="020F0502020204030204" pitchFamily="34" charset="0"/>
                <a:sym typeface="Verdana"/>
              </a:rPr>
              <a:t>α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t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a:latin typeface="Calibri" panose="020F0502020204030204" pitchFamily="34" charset="0"/>
                <a:ea typeface="Calibri" panose="020F0502020204030204" pitchFamily="34" charset="0"/>
                <a:cs typeface="Calibri" panose="020F0502020204030204" pitchFamily="34" charset="0"/>
                <a:sym typeface="Verdana"/>
              </a:rPr>
              <a:t>β</a:t>
            </a:r>
            <a:endParaRPr dirty="0">
              <a:latin typeface="Calibri" panose="020F0502020204030204" pitchFamily="34" charset="0"/>
              <a:ea typeface="Calibri" panose="020F0502020204030204" pitchFamily="34" charset="0"/>
              <a:cs typeface="Calibri" panose="020F0502020204030204" pitchFamily="34" charset="0"/>
              <a:sym typeface="Verdana"/>
            </a:endParaRPr>
          </a:p>
          <a:p>
            <a:pPr marL="652315" indent="-285750" defTabSz="1450147" hangingPunct="1">
              <a:spcBef>
                <a:spcPts val="2030"/>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From historical data, we learned:</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24"/>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2409862" algn="ctr" defTabSz="1450147" hangingPunct="1">
              <a:buClr>
                <a:srgbClr val="000000"/>
              </a:buClr>
            </a:pPr>
            <a:r>
              <a:rPr lang="en-US" i="1" dirty="0">
                <a:latin typeface="Calibri" panose="020F0502020204030204" pitchFamily="34" charset="0"/>
                <a:ea typeface="Calibri" panose="020F0502020204030204" pitchFamily="34" charset="0"/>
                <a:cs typeface="Calibri" panose="020F0502020204030204" pitchFamily="34" charset="0"/>
                <a:sym typeface="Verdana"/>
              </a:rPr>
              <a:t>α </a:t>
            </a:r>
            <a:r>
              <a:rPr lang="en-US" dirty="0">
                <a:latin typeface="Calibri" panose="020F0502020204030204" pitchFamily="34" charset="0"/>
                <a:ea typeface="Calibri" panose="020F0502020204030204" pitchFamily="34" charset="0"/>
                <a:cs typeface="Calibri" panose="020F0502020204030204" pitchFamily="34" charset="0"/>
                <a:sym typeface="Tahoma"/>
              </a:rPr>
              <a:t>= 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8</a:t>
            </a:r>
            <a:r>
              <a:rPr lang="en-US" i="1" dirty="0">
                <a:latin typeface="Calibri" panose="020F0502020204030204" pitchFamily="34" charset="0"/>
                <a:ea typeface="Calibri" panose="020F0502020204030204" pitchFamily="34" charset="0"/>
                <a:cs typeface="Calibri" panose="020F0502020204030204" pitchFamily="34" charset="0"/>
                <a:sym typeface="Verdana"/>
              </a:rPr>
              <a:t>,	β </a:t>
            </a:r>
            <a:r>
              <a:rPr lang="en-US" dirty="0">
                <a:latin typeface="Calibri" panose="020F0502020204030204" pitchFamily="34" charset="0"/>
                <a:ea typeface="Calibri" panose="020F0502020204030204" pitchFamily="34" charset="0"/>
                <a:cs typeface="Calibri" panose="020F0502020204030204" pitchFamily="34" charset="0"/>
                <a:sym typeface="Tahoma"/>
              </a:rPr>
              <a:t>= 4</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0</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52315" indent="-285750" defTabSz="1450147" hangingPunct="1">
              <a:spcBef>
                <a:spcPts val="2030"/>
              </a:spcBef>
              <a:buClr>
                <a:srgbClr val="000000"/>
              </a:buClr>
              <a:buFont typeface="Courier New" panose="02070309020205020404" pitchFamily="49" charset="0"/>
              <a:buChar char="o"/>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Example</a:t>
            </a:r>
            <a:r>
              <a:rPr lang="en-US" dirty="0">
                <a:latin typeface="Calibri" panose="020F0502020204030204" pitchFamily="34" charset="0"/>
                <a:ea typeface="Calibri" panose="020F0502020204030204" pitchFamily="34" charset="0"/>
                <a:cs typeface="Calibri" panose="020F0502020204030204" pitchFamily="34" charset="0"/>
                <a:sym typeface="Tahoma"/>
              </a:rPr>
              <a:t>: If today is 25</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24"/>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2397778" algn="ctr" defTabSz="1450147" hangingPunct="1">
              <a:buClr>
                <a:srgbClr val="000000"/>
              </a:buClr>
            </a:pPr>
            <a:r>
              <a:rPr lang="en-US" i="1" dirty="0" err="1">
                <a:latin typeface="Calibri" panose="020F0502020204030204" pitchFamily="34" charset="0"/>
                <a:ea typeface="Calibri" panose="020F0502020204030204" pitchFamily="34" charset="0"/>
                <a:cs typeface="Calibri" panose="020F0502020204030204" pitchFamily="34" charset="0"/>
                <a:sym typeface="Arial"/>
              </a:rPr>
              <a:t>T</a:t>
            </a:r>
            <a:r>
              <a:rPr lang="en-US" baseline="-25000" dirty="0" err="1">
                <a:latin typeface="Calibri" panose="020F0502020204030204" pitchFamily="34" charset="0"/>
                <a:ea typeface="Calibri" panose="020F0502020204030204" pitchFamily="34" charset="0"/>
                <a:cs typeface="Calibri" panose="020F0502020204030204" pitchFamily="34" charset="0"/>
                <a:sym typeface="Tahoma"/>
              </a:rPr>
              <a:t>tomorrow</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8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25 + 4</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0 = 24</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0</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endParaRPr dirty="0">
              <a:latin typeface="Calibri" panose="020F0502020204030204" pitchFamily="34" charset="0"/>
              <a:ea typeface="Calibri" panose="020F0502020204030204" pitchFamily="34" charset="0"/>
              <a:cs typeface="Calibri" panose="020F0502020204030204" pitchFamily="34" charset="0"/>
              <a:sym typeface="Arial"/>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8E0B9ED-BF66-4DE2-B178-B941FD6D5889}"/>
                  </a:ext>
                </a:extLst>
              </p14:cNvPr>
              <p14:cNvContentPartPr/>
              <p14:nvPr/>
            </p14:nvContentPartPr>
            <p14:xfrm>
              <a:off x="2567160" y="937080"/>
              <a:ext cx="5820120" cy="5298480"/>
            </p14:xfrm>
          </p:contentPart>
        </mc:Choice>
        <mc:Fallback>
          <p:pic>
            <p:nvPicPr>
              <p:cNvPr id="2" name="Ink 1">
                <a:extLst>
                  <a:ext uri="{FF2B5EF4-FFF2-40B4-BE49-F238E27FC236}">
                    <a16:creationId xmlns:a16="http://schemas.microsoft.com/office/drawing/2014/main" id="{58E0B9ED-BF66-4DE2-B178-B941FD6D5889}"/>
                  </a:ext>
                </a:extLst>
              </p:cNvPr>
              <p:cNvPicPr/>
              <p:nvPr/>
            </p:nvPicPr>
            <p:blipFill>
              <a:blip r:embed="rId4"/>
              <a:stretch>
                <a:fillRect/>
              </a:stretch>
            </p:blipFill>
            <p:spPr>
              <a:xfrm>
                <a:off x="2557800" y="927720"/>
                <a:ext cx="5838840" cy="5317200"/>
              </a:xfrm>
              <a:prstGeom prst="rect">
                <a:avLst/>
              </a:prstGeom>
            </p:spPr>
          </p:pic>
        </mc:Fallback>
      </mc:AlternateContent>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5"/>
          <p:cNvSpPr txBox="1">
            <a:spLocks noGrp="1"/>
          </p:cNvSpPr>
          <p:nvPr>
            <p:ph type="title" idx="4294967295"/>
          </p:nvPr>
        </p:nvSpPr>
        <p:spPr>
          <a:xfrm>
            <a:off x="0" y="302745"/>
            <a:ext cx="6685358" cy="368300"/>
          </a:xfrm>
          <a:prstGeom prst="rect">
            <a:avLst/>
          </a:prstGeom>
          <a:noFill/>
          <a:ln>
            <a:noFill/>
          </a:ln>
        </p:spPr>
        <p:txBody>
          <a:bodyPr spcFirstLastPara="1" wrap="square" lIns="0" tIns="27159" rIns="0" bIns="0" anchor="t" anchorCtr="0">
            <a:spAutoFit/>
          </a:bodyPr>
          <a:lstStyle/>
          <a:p>
            <a:pPr marL="20141"/>
            <a:r>
              <a:rPr lang="en-US" sz="2220" b="1" dirty="0">
                <a:solidFill>
                  <a:schemeClr val="bg1"/>
                </a:solidFill>
              </a:rPr>
              <a:t>T</a:t>
            </a:r>
            <a:r>
              <a:rPr lang="en-US" sz="2220" b="1" cap="small" dirty="0">
                <a:solidFill>
                  <a:schemeClr val="bg1"/>
                </a:solidFill>
              </a:rPr>
              <a:t>emperature</a:t>
            </a:r>
            <a:r>
              <a:rPr lang="en-US" sz="2220" b="1" dirty="0">
                <a:solidFill>
                  <a:schemeClr val="bg1"/>
                </a:solidFill>
              </a:rPr>
              <a:t> F</a:t>
            </a:r>
            <a:r>
              <a:rPr lang="en-US" sz="2220" b="1" cap="small" dirty="0">
                <a:solidFill>
                  <a:schemeClr val="bg1"/>
                </a:solidFill>
              </a:rPr>
              <a:t>orecasting</a:t>
            </a:r>
            <a:r>
              <a:rPr lang="en-US" sz="2220" b="1" dirty="0">
                <a:solidFill>
                  <a:schemeClr val="bg1"/>
                </a:solidFill>
              </a:rPr>
              <a:t> - A</a:t>
            </a:r>
            <a:r>
              <a:rPr lang="en-US" sz="2220" b="1" cap="small" dirty="0">
                <a:solidFill>
                  <a:schemeClr val="bg1"/>
                </a:solidFill>
              </a:rPr>
              <a:t>utoregressive</a:t>
            </a:r>
            <a:r>
              <a:rPr lang="en-US" sz="2220" b="1" dirty="0">
                <a:solidFill>
                  <a:schemeClr val="bg1"/>
                </a:solidFill>
              </a:rPr>
              <a:t> P</a:t>
            </a:r>
            <a:r>
              <a:rPr lang="en-US" sz="2220" b="1" cap="small" dirty="0">
                <a:solidFill>
                  <a:schemeClr val="bg1"/>
                </a:solidFill>
              </a:rPr>
              <a:t>rediction</a:t>
            </a:r>
            <a:endParaRPr sz="2220" b="1" dirty="0">
              <a:solidFill>
                <a:schemeClr val="bg1"/>
              </a:solidFill>
            </a:endParaRPr>
          </a:p>
        </p:txBody>
      </p:sp>
      <p:sp>
        <p:nvSpPr>
          <p:cNvPr id="306" name="Google Shape;306;p15"/>
          <p:cNvSpPr txBox="1"/>
          <p:nvPr/>
        </p:nvSpPr>
        <p:spPr>
          <a:xfrm>
            <a:off x="412376" y="989714"/>
            <a:ext cx="6804212" cy="4175321"/>
          </a:xfrm>
          <a:prstGeom prst="rect">
            <a:avLst/>
          </a:prstGeom>
          <a:noFill/>
          <a:ln>
            <a:noFill/>
          </a:ln>
        </p:spPr>
        <p:txBody>
          <a:bodyPr spcFirstLastPara="1" wrap="square" lIns="0" tIns="20141" rIns="0" bIns="0" anchor="t" anchorCtr="0">
            <a:spAutoFit/>
          </a:bodyPr>
          <a:lstStyle/>
          <a:p>
            <a:pPr marL="346173" marR="261832"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Sequence</a:t>
            </a:r>
            <a:r>
              <a:rPr lang="en-US" dirty="0">
                <a:latin typeface="Calibri" panose="020F0502020204030204" pitchFamily="34" charset="0"/>
                <a:ea typeface="Calibri" panose="020F0502020204030204" pitchFamily="34" charset="0"/>
                <a:cs typeface="Calibri" panose="020F0502020204030204" pitchFamily="34" charset="0"/>
                <a:sym typeface="Tahoma"/>
              </a:rPr>
              <a:t>: 20</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22</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25</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24</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21</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p>
          <a:p>
            <a:pPr marL="346173" marR="261832"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Model</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t </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+1 </a:t>
            </a:r>
            <a:r>
              <a:rPr lang="en-US" dirty="0">
                <a:latin typeface="Calibri" panose="020F0502020204030204" pitchFamily="34" charset="0"/>
                <a:ea typeface="Calibri" panose="020F0502020204030204" pitchFamily="34" charset="0"/>
                <a:cs typeface="Calibri" panose="020F0502020204030204" pitchFamily="34" charset="0"/>
                <a:sym typeface="Tahoma"/>
              </a:rPr>
              <a:t>= 0</a:t>
            </a:r>
            <a:r>
              <a:rPr lang="en-US" i="1" dirty="0">
                <a:latin typeface="Calibri" panose="020F0502020204030204" pitchFamily="34" charset="0"/>
                <a:ea typeface="Calibri" panose="020F0502020204030204" pitchFamily="34" charset="0"/>
                <a:cs typeface="Calibri" panose="020F0502020204030204" pitchFamily="34" charset="0"/>
              </a:rPr>
              <a:t>.</a:t>
            </a:r>
            <a:r>
              <a:rPr lang="en-US" dirty="0">
                <a:latin typeface="Calibri" panose="020F0502020204030204" pitchFamily="34" charset="0"/>
                <a:ea typeface="Calibri" panose="020F0502020204030204" pitchFamily="34" charset="0"/>
                <a:cs typeface="Calibri" panose="020F0502020204030204" pitchFamily="34" charset="0"/>
                <a:sym typeface="Tahoma"/>
              </a:rPr>
              <a:t>8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t </a:t>
            </a:r>
            <a:r>
              <a:rPr lang="en-US" dirty="0">
                <a:latin typeface="Calibri" panose="020F0502020204030204" pitchFamily="34" charset="0"/>
                <a:ea typeface="Calibri" panose="020F0502020204030204" pitchFamily="34" charset="0"/>
                <a:cs typeface="Calibri" panose="020F0502020204030204" pitchFamily="34" charset="0"/>
                <a:sym typeface="Tahoma"/>
              </a:rPr>
              <a:t>+ 4</a:t>
            </a:r>
            <a:r>
              <a:rPr lang="en-US" i="1" dirty="0">
                <a:latin typeface="Calibri" panose="020F0502020204030204" pitchFamily="34" charset="0"/>
                <a:ea typeface="Calibri" panose="020F0502020204030204" pitchFamily="34" charset="0"/>
                <a:cs typeface="Calibri" panose="020F0502020204030204" pitchFamily="34" charset="0"/>
              </a:rPr>
              <a:t>.</a:t>
            </a:r>
            <a:r>
              <a:rPr lang="en-US" dirty="0">
                <a:latin typeface="Calibri" panose="020F0502020204030204" pitchFamily="34" charset="0"/>
                <a:ea typeface="Calibri" panose="020F0502020204030204" pitchFamily="34" charset="0"/>
                <a:cs typeface="Calibri" panose="020F0502020204030204" pitchFamily="34" charset="0"/>
                <a:sym typeface="Tahoma"/>
              </a:rPr>
              <a:t>0</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46173"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Predict next day </a:t>
            </a:r>
            <a:r>
              <a:rPr lang="en-US" dirty="0">
                <a:latin typeface="Calibri" panose="020F0502020204030204" pitchFamily="34" charset="0"/>
                <a:ea typeface="Calibri" panose="020F0502020204030204" pitchFamily="34" charset="0"/>
                <a:cs typeface="Calibri" panose="020F0502020204030204" pitchFamily="34" charset="0"/>
                <a:sym typeface="Tahoma"/>
              </a:rPr>
              <a:t>(day 6):</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Last observation: </a:t>
            </a: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5 </a:t>
            </a:r>
            <a:r>
              <a:rPr lang="en-US" dirty="0">
                <a:latin typeface="Calibri" panose="020F0502020204030204" pitchFamily="34" charset="0"/>
                <a:ea typeface="Calibri" panose="020F0502020204030204" pitchFamily="34" charset="0"/>
                <a:cs typeface="Calibri" panose="020F0502020204030204" pitchFamily="34" charset="0"/>
                <a:sym typeface="Tahoma"/>
              </a:rPr>
              <a:t>= 21</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endParaRPr dirty="0">
              <a:latin typeface="Calibri" panose="020F0502020204030204" pitchFamily="34" charset="0"/>
              <a:ea typeface="Calibri" panose="020F0502020204030204" pitchFamily="34" charset="0"/>
              <a:cs typeface="Calibri" panose="020F0502020204030204" pitchFamily="34" charset="0"/>
              <a:sym typeface="Arial"/>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Prediction: </a:t>
            </a: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6 </a:t>
            </a:r>
            <a:r>
              <a:rPr lang="en-US" dirty="0">
                <a:latin typeface="Calibri" panose="020F0502020204030204" pitchFamily="34" charset="0"/>
                <a:ea typeface="Calibri" panose="020F0502020204030204" pitchFamily="34" charset="0"/>
                <a:cs typeface="Calibri" panose="020F0502020204030204" pitchFamily="34" charset="0"/>
                <a:sym typeface="Tahoma"/>
              </a:rPr>
              <a:t>= 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8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21 + 4</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0 = 20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8</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endParaRPr dirty="0">
              <a:latin typeface="Calibri" panose="020F0502020204030204" pitchFamily="34" charset="0"/>
              <a:ea typeface="Calibri" panose="020F0502020204030204" pitchFamily="34" charset="0"/>
              <a:cs typeface="Calibri" panose="020F0502020204030204" pitchFamily="34" charset="0"/>
              <a:sym typeface="Arial"/>
            </a:endParaRPr>
          </a:p>
          <a:p>
            <a:pPr marL="346173"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Multi-step ahead </a:t>
            </a:r>
            <a:r>
              <a:rPr lang="en-US" dirty="0">
                <a:latin typeface="Calibri" panose="020F0502020204030204" pitchFamily="34" charset="0"/>
                <a:ea typeface="Calibri" panose="020F0502020204030204" pitchFamily="34" charset="0"/>
                <a:cs typeface="Calibri" panose="020F0502020204030204" pitchFamily="34" charset="0"/>
                <a:sym typeface="Tahoma"/>
              </a:rPr>
              <a:t>(day 7, using predicted </a:t>
            </a: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6</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R="813694" algn="r" defTabSz="1450147" hangingPunct="1">
              <a:lnSpc>
                <a:spcPct val="150000"/>
              </a:lnSpc>
              <a:buClr>
                <a:srgbClr val="000000"/>
              </a:buClr>
            </a:pP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7 </a:t>
            </a:r>
            <a:r>
              <a:rPr lang="en-US" dirty="0">
                <a:latin typeface="Calibri" panose="020F0502020204030204" pitchFamily="34" charset="0"/>
                <a:ea typeface="Calibri" panose="020F0502020204030204" pitchFamily="34" charset="0"/>
                <a:cs typeface="Calibri" panose="020F0502020204030204" pitchFamily="34" charset="0"/>
                <a:sym typeface="Tahoma"/>
              </a:rPr>
              <a:t>= 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8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8 + 4</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0 = 20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64</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p>
          <a:p>
            <a:pPr marL="285750" marR="813694"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Limitation</a:t>
            </a:r>
            <a:r>
              <a:rPr lang="en-US" dirty="0">
                <a:latin typeface="Calibri" panose="020F0502020204030204" pitchFamily="34" charset="0"/>
                <a:ea typeface="Calibri" panose="020F0502020204030204" pitchFamily="34" charset="0"/>
                <a:cs typeface="Calibri" panose="020F0502020204030204" pitchFamily="34" charset="0"/>
                <a:sym typeface="Tahoma"/>
              </a:rPr>
              <a:t>: Only uses immediate past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Cannot capture weekly/seasonal patterns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Error accumulates in multi-step predictions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24"/>
          <p:cNvSpPr txBox="1">
            <a:spLocks noGrp="1"/>
          </p:cNvSpPr>
          <p:nvPr>
            <p:ph type="title" idx="4294967295"/>
          </p:nvPr>
        </p:nvSpPr>
        <p:spPr>
          <a:xfrm>
            <a:off x="44825" y="323009"/>
            <a:ext cx="6553199"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RNN P</a:t>
            </a:r>
            <a:r>
              <a:rPr lang="en-US" sz="2800" b="1" cap="small" dirty="0">
                <a:solidFill>
                  <a:schemeClr val="bg1"/>
                </a:solidFill>
              </a:rPr>
              <a:t>arameter</a:t>
            </a:r>
            <a:r>
              <a:rPr lang="en-US" sz="2800" b="1" dirty="0">
                <a:solidFill>
                  <a:schemeClr val="bg1"/>
                </a:solidFill>
              </a:rPr>
              <a:t> C</a:t>
            </a:r>
            <a:r>
              <a:rPr lang="en-US" sz="2800" b="1" cap="small" dirty="0">
                <a:solidFill>
                  <a:schemeClr val="bg1"/>
                </a:solidFill>
              </a:rPr>
              <a:t>ounting</a:t>
            </a:r>
            <a:r>
              <a:rPr lang="en-US" sz="2800" b="1" dirty="0">
                <a:solidFill>
                  <a:schemeClr val="bg1"/>
                </a:solidFill>
              </a:rPr>
              <a:t> E</a:t>
            </a:r>
            <a:r>
              <a:rPr lang="en-US" sz="2800" b="1" cap="small" dirty="0">
                <a:solidFill>
                  <a:schemeClr val="bg1"/>
                </a:solidFill>
              </a:rPr>
              <a:t>xample</a:t>
            </a:r>
            <a:endParaRPr sz="2800" b="1" dirty="0">
              <a:solidFill>
                <a:schemeClr val="bg1"/>
              </a:solidFill>
            </a:endParaRPr>
          </a:p>
        </p:txBody>
      </p:sp>
      <p:pic>
        <p:nvPicPr>
          <p:cNvPr id="560" name="Google Shape;560;p24"/>
          <p:cNvPicPr preferRelativeResize="0"/>
          <p:nvPr/>
        </p:nvPicPr>
        <p:blipFill>
          <a:blip r:embed="rId3">
            <a:alphaModFix/>
          </a:blip>
          <a:stretch>
            <a:fillRect/>
          </a:stretch>
        </p:blipFill>
        <p:spPr>
          <a:xfrm>
            <a:off x="369937" y="1038329"/>
            <a:ext cx="7750377" cy="3861733"/>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0CEAA5FF-1CF7-431F-A908-871C49F1942B}"/>
                  </a:ext>
                </a:extLst>
              </p14:cNvPr>
              <p14:cNvContentPartPr/>
              <p14:nvPr/>
            </p14:nvContentPartPr>
            <p14:xfrm>
              <a:off x="3531600" y="4211280"/>
              <a:ext cx="5321520" cy="2144160"/>
            </p14:xfrm>
          </p:contentPart>
        </mc:Choice>
        <mc:Fallback>
          <p:pic>
            <p:nvPicPr>
              <p:cNvPr id="2" name="Ink 1">
                <a:extLst>
                  <a:ext uri="{FF2B5EF4-FFF2-40B4-BE49-F238E27FC236}">
                    <a16:creationId xmlns:a16="http://schemas.microsoft.com/office/drawing/2014/main" id="{0CEAA5FF-1CF7-431F-A908-871C49F1942B}"/>
                  </a:ext>
                </a:extLst>
              </p:cNvPr>
              <p:cNvPicPr/>
              <p:nvPr/>
            </p:nvPicPr>
            <p:blipFill>
              <a:blip r:embed="rId5"/>
              <a:stretch>
                <a:fillRect/>
              </a:stretch>
            </p:blipFill>
            <p:spPr>
              <a:xfrm>
                <a:off x="3522240" y="4201920"/>
                <a:ext cx="5340240" cy="2162880"/>
              </a:xfrm>
              <a:prstGeom prst="rect">
                <a:avLst/>
              </a:prstGeom>
            </p:spPr>
          </p:pic>
        </mc:Fallback>
      </mc:AlternateContent>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25"/>
          <p:cNvSpPr txBox="1">
            <a:spLocks noGrp="1"/>
          </p:cNvSpPr>
          <p:nvPr>
            <p:ph type="title" idx="4294967295"/>
          </p:nvPr>
        </p:nvSpPr>
        <p:spPr>
          <a:xfrm>
            <a:off x="17930" y="340378"/>
            <a:ext cx="6741458"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RNN F</a:t>
            </a:r>
            <a:r>
              <a:rPr lang="en-US" sz="2400" b="1" cap="small" dirty="0">
                <a:solidFill>
                  <a:schemeClr val="bg1"/>
                </a:solidFill>
              </a:rPr>
              <a:t>orward</a:t>
            </a:r>
            <a:r>
              <a:rPr lang="en-US" sz="2400" b="1" dirty="0">
                <a:solidFill>
                  <a:schemeClr val="bg1"/>
                </a:solidFill>
              </a:rPr>
              <a:t> P</a:t>
            </a:r>
            <a:r>
              <a:rPr lang="en-US" sz="2400" b="1" cap="small" dirty="0">
                <a:solidFill>
                  <a:schemeClr val="bg1"/>
                </a:solidFill>
              </a:rPr>
              <a:t>ass</a:t>
            </a:r>
            <a:r>
              <a:rPr lang="en-US" sz="2400" b="1" dirty="0">
                <a:solidFill>
                  <a:schemeClr val="bg1"/>
                </a:solidFill>
              </a:rPr>
              <a:t>: S</a:t>
            </a:r>
            <a:r>
              <a:rPr lang="en-US" sz="2400" b="1" cap="small" dirty="0">
                <a:solidFill>
                  <a:schemeClr val="bg1"/>
                </a:solidFill>
              </a:rPr>
              <a:t>imple</a:t>
            </a:r>
            <a:r>
              <a:rPr lang="en-US" sz="2400" b="1" dirty="0">
                <a:solidFill>
                  <a:schemeClr val="bg1"/>
                </a:solidFill>
              </a:rPr>
              <a:t> E</a:t>
            </a:r>
            <a:r>
              <a:rPr lang="en-US" sz="2400" b="1" cap="small" dirty="0">
                <a:solidFill>
                  <a:schemeClr val="bg1"/>
                </a:solidFill>
              </a:rPr>
              <a:t>xample</a:t>
            </a:r>
            <a:endParaRPr sz="2400" b="1" dirty="0">
              <a:solidFill>
                <a:schemeClr val="bg1"/>
              </a:solidFill>
            </a:endParaRPr>
          </a:p>
        </p:txBody>
      </p:sp>
      <p:pic>
        <p:nvPicPr>
          <p:cNvPr id="572" name="Google Shape;572;p25"/>
          <p:cNvPicPr preferRelativeResize="0"/>
          <p:nvPr/>
        </p:nvPicPr>
        <p:blipFill>
          <a:blip r:embed="rId3">
            <a:alphaModFix/>
          </a:blip>
          <a:stretch>
            <a:fillRect/>
          </a:stretch>
        </p:blipFill>
        <p:spPr>
          <a:xfrm>
            <a:off x="504581" y="991995"/>
            <a:ext cx="6968928" cy="4204189"/>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03C9F2E-8B22-4681-9FB8-FC027B0BBF49}"/>
                  </a:ext>
                </a:extLst>
              </p14:cNvPr>
              <p14:cNvContentPartPr/>
              <p14:nvPr/>
            </p14:nvContentPartPr>
            <p14:xfrm>
              <a:off x="5098680" y="4814280"/>
              <a:ext cx="388440" cy="334800"/>
            </p14:xfrm>
          </p:contentPart>
        </mc:Choice>
        <mc:Fallback>
          <p:pic>
            <p:nvPicPr>
              <p:cNvPr id="2" name="Ink 1">
                <a:extLst>
                  <a:ext uri="{FF2B5EF4-FFF2-40B4-BE49-F238E27FC236}">
                    <a16:creationId xmlns:a16="http://schemas.microsoft.com/office/drawing/2014/main" id="{A03C9F2E-8B22-4681-9FB8-FC027B0BBF49}"/>
                  </a:ext>
                </a:extLst>
              </p:cNvPr>
              <p:cNvPicPr/>
              <p:nvPr/>
            </p:nvPicPr>
            <p:blipFill>
              <a:blip r:embed="rId5"/>
              <a:stretch>
                <a:fillRect/>
              </a:stretch>
            </p:blipFill>
            <p:spPr>
              <a:xfrm>
                <a:off x="5089320" y="4804920"/>
                <a:ext cx="407160" cy="353520"/>
              </a:xfrm>
              <a:prstGeom prst="rect">
                <a:avLst/>
              </a:prstGeom>
            </p:spPr>
          </p:pic>
        </mc:Fallback>
      </mc:AlternateContent>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26"/>
          <p:cNvSpPr txBox="1">
            <a:spLocks noGrp="1"/>
          </p:cNvSpPr>
          <p:nvPr>
            <p:ph type="title" idx="4294967295"/>
          </p:nvPr>
        </p:nvSpPr>
        <p:spPr>
          <a:xfrm>
            <a:off x="0" y="318994"/>
            <a:ext cx="7144871"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RNN F</a:t>
            </a:r>
            <a:r>
              <a:rPr lang="en-US" sz="2400" b="1" cap="small" dirty="0">
                <a:solidFill>
                  <a:schemeClr val="bg1"/>
                </a:solidFill>
              </a:rPr>
              <a:t>orward</a:t>
            </a:r>
            <a:r>
              <a:rPr lang="en-US" sz="2400" b="1" dirty="0">
                <a:solidFill>
                  <a:schemeClr val="bg1"/>
                </a:solidFill>
              </a:rPr>
              <a:t> P</a:t>
            </a:r>
            <a:r>
              <a:rPr lang="en-US" sz="2400" b="1" cap="small" dirty="0">
                <a:solidFill>
                  <a:schemeClr val="bg1"/>
                </a:solidFill>
              </a:rPr>
              <a:t>ass</a:t>
            </a:r>
            <a:r>
              <a:rPr lang="en-US" sz="2400" b="1" dirty="0">
                <a:solidFill>
                  <a:schemeClr val="bg1"/>
                </a:solidFill>
              </a:rPr>
              <a:t>: T</a:t>
            </a:r>
            <a:r>
              <a:rPr lang="en-US" sz="2400" b="1" cap="small" dirty="0">
                <a:solidFill>
                  <a:schemeClr val="bg1"/>
                </a:solidFill>
              </a:rPr>
              <a:t>ime</a:t>
            </a:r>
            <a:r>
              <a:rPr lang="en-US" sz="2400" b="1" dirty="0">
                <a:solidFill>
                  <a:schemeClr val="bg1"/>
                </a:solidFill>
              </a:rPr>
              <a:t> S</a:t>
            </a:r>
            <a:r>
              <a:rPr lang="en-US" sz="2400" b="1" cap="small" dirty="0">
                <a:solidFill>
                  <a:schemeClr val="bg1"/>
                </a:solidFill>
              </a:rPr>
              <a:t>tep</a:t>
            </a:r>
            <a:r>
              <a:rPr lang="en-US" sz="2400" b="1" dirty="0">
                <a:solidFill>
                  <a:schemeClr val="bg1"/>
                </a:solidFill>
              </a:rPr>
              <a:t> </a:t>
            </a:r>
            <a:r>
              <a:rPr lang="en-US" sz="2400" b="1" i="1" dirty="0">
                <a:solidFill>
                  <a:schemeClr val="bg1"/>
                </a:solidFill>
                <a:ea typeface="Arial"/>
                <a:cs typeface="Arial"/>
                <a:sym typeface="Arial"/>
              </a:rPr>
              <a:t>t </a:t>
            </a:r>
            <a:r>
              <a:rPr lang="en-US" sz="2400" b="1" dirty="0">
                <a:solidFill>
                  <a:schemeClr val="bg1"/>
                </a:solidFill>
                <a:ea typeface="Tahoma"/>
                <a:cs typeface="Tahoma"/>
                <a:sym typeface="Tahoma"/>
              </a:rPr>
              <a:t>= 1</a:t>
            </a:r>
            <a:endParaRPr sz="2400" b="1" dirty="0">
              <a:solidFill>
                <a:schemeClr val="bg1"/>
              </a:solidFill>
              <a:ea typeface="Tahoma"/>
              <a:cs typeface="Tahoma"/>
              <a:sym typeface="Tahoma"/>
            </a:endParaRPr>
          </a:p>
        </p:txBody>
      </p:sp>
      <p:pic>
        <p:nvPicPr>
          <p:cNvPr id="584" name="Google Shape;584;p26"/>
          <p:cNvPicPr preferRelativeResize="0"/>
          <p:nvPr/>
        </p:nvPicPr>
        <p:blipFill>
          <a:blip r:embed="rId3">
            <a:alphaModFix/>
          </a:blip>
          <a:stretch>
            <a:fillRect/>
          </a:stretch>
        </p:blipFill>
        <p:spPr>
          <a:xfrm>
            <a:off x="378008" y="957646"/>
            <a:ext cx="7267567" cy="3861733"/>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0B44C4B4-8288-4CD8-A7FB-4E7683F7CB76}"/>
                  </a:ext>
                </a:extLst>
              </p14:cNvPr>
              <p14:cNvContentPartPr/>
              <p14:nvPr/>
            </p14:nvContentPartPr>
            <p14:xfrm>
              <a:off x="3687120" y="3287880"/>
              <a:ext cx="287640" cy="276120"/>
            </p14:xfrm>
          </p:contentPart>
        </mc:Choice>
        <mc:Fallback>
          <p:pic>
            <p:nvPicPr>
              <p:cNvPr id="2" name="Ink 1">
                <a:extLst>
                  <a:ext uri="{FF2B5EF4-FFF2-40B4-BE49-F238E27FC236}">
                    <a16:creationId xmlns:a16="http://schemas.microsoft.com/office/drawing/2014/main" id="{0B44C4B4-8288-4CD8-A7FB-4E7683F7CB76}"/>
                  </a:ext>
                </a:extLst>
              </p:cNvPr>
              <p:cNvPicPr/>
              <p:nvPr/>
            </p:nvPicPr>
            <p:blipFill>
              <a:blip r:embed="rId5"/>
              <a:stretch>
                <a:fillRect/>
              </a:stretch>
            </p:blipFill>
            <p:spPr>
              <a:xfrm>
                <a:off x="3677760" y="3278520"/>
                <a:ext cx="306360" cy="294840"/>
              </a:xfrm>
              <a:prstGeom prst="rect">
                <a:avLst/>
              </a:prstGeom>
            </p:spPr>
          </p:pic>
        </mc:Fallback>
      </mc:AlternateContent>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27"/>
          <p:cNvSpPr txBox="1">
            <a:spLocks noGrp="1"/>
          </p:cNvSpPr>
          <p:nvPr>
            <p:ph type="title" idx="4294967295"/>
          </p:nvPr>
        </p:nvSpPr>
        <p:spPr>
          <a:xfrm>
            <a:off x="8965" y="351489"/>
            <a:ext cx="6024282"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RNN F</a:t>
            </a:r>
            <a:r>
              <a:rPr lang="en-US" sz="2400" b="1" cap="small" dirty="0">
                <a:solidFill>
                  <a:schemeClr val="bg1"/>
                </a:solidFill>
              </a:rPr>
              <a:t>orward</a:t>
            </a:r>
            <a:r>
              <a:rPr lang="en-US" sz="2400" b="1" dirty="0">
                <a:solidFill>
                  <a:schemeClr val="bg1"/>
                </a:solidFill>
              </a:rPr>
              <a:t> P</a:t>
            </a:r>
            <a:r>
              <a:rPr lang="en-US" sz="2400" b="1" cap="small" dirty="0">
                <a:solidFill>
                  <a:schemeClr val="bg1"/>
                </a:solidFill>
              </a:rPr>
              <a:t>ass</a:t>
            </a:r>
            <a:r>
              <a:rPr lang="en-US" sz="2400" b="1" dirty="0">
                <a:solidFill>
                  <a:schemeClr val="bg1"/>
                </a:solidFill>
              </a:rPr>
              <a:t>: T</a:t>
            </a:r>
            <a:r>
              <a:rPr lang="en-US" sz="2400" b="1" cap="small" dirty="0">
                <a:solidFill>
                  <a:schemeClr val="bg1"/>
                </a:solidFill>
              </a:rPr>
              <a:t>ime</a:t>
            </a:r>
            <a:r>
              <a:rPr lang="en-US" sz="2400" b="1" dirty="0">
                <a:solidFill>
                  <a:schemeClr val="bg1"/>
                </a:solidFill>
              </a:rPr>
              <a:t> S</a:t>
            </a:r>
            <a:r>
              <a:rPr lang="en-US" sz="2400" b="1" cap="small" dirty="0">
                <a:solidFill>
                  <a:schemeClr val="bg1"/>
                </a:solidFill>
              </a:rPr>
              <a:t>tep</a:t>
            </a:r>
            <a:r>
              <a:rPr lang="en-US" sz="2400" b="1" dirty="0">
                <a:solidFill>
                  <a:schemeClr val="bg1"/>
                </a:solidFill>
              </a:rPr>
              <a:t> </a:t>
            </a:r>
            <a:r>
              <a:rPr lang="en-US" sz="2400" b="1" i="1" dirty="0">
                <a:solidFill>
                  <a:schemeClr val="bg1"/>
                </a:solidFill>
                <a:ea typeface="Arial"/>
                <a:cs typeface="Arial"/>
                <a:sym typeface="Arial"/>
              </a:rPr>
              <a:t>t </a:t>
            </a:r>
            <a:r>
              <a:rPr lang="en-US" sz="2400" b="1" dirty="0">
                <a:solidFill>
                  <a:schemeClr val="bg1"/>
                </a:solidFill>
                <a:ea typeface="Tahoma"/>
                <a:cs typeface="Tahoma"/>
                <a:sym typeface="Tahoma"/>
              </a:rPr>
              <a:t>= 2</a:t>
            </a:r>
            <a:endParaRPr sz="2400" b="1" dirty="0">
              <a:solidFill>
                <a:schemeClr val="bg1"/>
              </a:solidFill>
              <a:ea typeface="Tahoma"/>
              <a:cs typeface="Tahoma"/>
              <a:sym typeface="Tahoma"/>
            </a:endParaRPr>
          </a:p>
        </p:txBody>
      </p:sp>
      <p:pic>
        <p:nvPicPr>
          <p:cNvPr id="596" name="Google Shape;596;p27"/>
          <p:cNvPicPr preferRelativeResize="0"/>
          <p:nvPr/>
        </p:nvPicPr>
        <p:blipFill>
          <a:blip r:embed="rId3">
            <a:alphaModFix/>
          </a:blip>
          <a:stretch>
            <a:fillRect/>
          </a:stretch>
        </p:blipFill>
        <p:spPr>
          <a:xfrm>
            <a:off x="509750" y="1083152"/>
            <a:ext cx="7389403" cy="3861731"/>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440E7C1-977B-422A-989E-B3F86C6EE0C1}"/>
                  </a:ext>
                </a:extLst>
              </p14:cNvPr>
              <p14:cNvContentPartPr/>
              <p14:nvPr/>
            </p14:nvContentPartPr>
            <p14:xfrm>
              <a:off x="7470360" y="4296960"/>
              <a:ext cx="319680" cy="204120"/>
            </p14:xfrm>
          </p:contentPart>
        </mc:Choice>
        <mc:Fallback>
          <p:pic>
            <p:nvPicPr>
              <p:cNvPr id="2" name="Ink 1">
                <a:extLst>
                  <a:ext uri="{FF2B5EF4-FFF2-40B4-BE49-F238E27FC236}">
                    <a16:creationId xmlns:a16="http://schemas.microsoft.com/office/drawing/2014/main" id="{B440E7C1-977B-422A-989E-B3F86C6EE0C1}"/>
                  </a:ext>
                </a:extLst>
              </p:cNvPr>
              <p:cNvPicPr/>
              <p:nvPr/>
            </p:nvPicPr>
            <p:blipFill>
              <a:blip r:embed="rId5"/>
              <a:stretch>
                <a:fillRect/>
              </a:stretch>
            </p:blipFill>
            <p:spPr>
              <a:xfrm>
                <a:off x="7461000" y="4287600"/>
                <a:ext cx="338400" cy="222840"/>
              </a:xfrm>
              <a:prstGeom prst="rect">
                <a:avLst/>
              </a:prstGeom>
            </p:spPr>
          </p:pic>
        </mc:Fallback>
      </mc:AlternateContent>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8"/>
          <p:cNvSpPr txBox="1">
            <a:spLocks noGrp="1"/>
          </p:cNvSpPr>
          <p:nvPr>
            <p:ph type="title" idx="4294967295"/>
          </p:nvPr>
        </p:nvSpPr>
        <p:spPr>
          <a:xfrm>
            <a:off x="0" y="274170"/>
            <a:ext cx="6167718"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A</a:t>
            </a:r>
            <a:r>
              <a:rPr lang="en-US" sz="2400" b="1" cap="small" dirty="0">
                <a:solidFill>
                  <a:schemeClr val="bg1"/>
                </a:solidFill>
              </a:rPr>
              <a:t>ctivation</a:t>
            </a:r>
            <a:r>
              <a:rPr lang="en-US" sz="2400" b="1" dirty="0">
                <a:solidFill>
                  <a:schemeClr val="bg1"/>
                </a:solidFill>
              </a:rPr>
              <a:t> F</a:t>
            </a:r>
            <a:r>
              <a:rPr lang="en-US" sz="2400" b="1" cap="small" dirty="0">
                <a:solidFill>
                  <a:schemeClr val="bg1"/>
                </a:solidFill>
              </a:rPr>
              <a:t>unctions</a:t>
            </a:r>
            <a:r>
              <a:rPr lang="en-US" sz="2400" b="1" dirty="0">
                <a:solidFill>
                  <a:schemeClr val="bg1"/>
                </a:solidFill>
              </a:rPr>
              <a:t> </a:t>
            </a:r>
            <a:r>
              <a:rPr lang="en-US" sz="2400" b="1" cap="small" dirty="0">
                <a:solidFill>
                  <a:schemeClr val="bg1"/>
                </a:solidFill>
              </a:rPr>
              <a:t>in</a:t>
            </a:r>
            <a:r>
              <a:rPr lang="en-US" sz="2400" b="1" dirty="0">
                <a:solidFill>
                  <a:schemeClr val="bg1"/>
                </a:solidFill>
              </a:rPr>
              <a:t> RNN</a:t>
            </a:r>
            <a:r>
              <a:rPr lang="en-US" sz="2400" b="1" cap="small" dirty="0">
                <a:solidFill>
                  <a:schemeClr val="bg1"/>
                </a:solidFill>
              </a:rPr>
              <a:t>s</a:t>
            </a:r>
            <a:endParaRPr sz="2400" b="1" dirty="0">
              <a:solidFill>
                <a:schemeClr val="bg1"/>
              </a:solidFill>
            </a:endParaRPr>
          </a:p>
        </p:txBody>
      </p:sp>
      <p:sp>
        <p:nvSpPr>
          <p:cNvPr id="605" name="Google Shape;605;p28"/>
          <p:cNvSpPr txBox="1"/>
          <p:nvPr/>
        </p:nvSpPr>
        <p:spPr>
          <a:xfrm>
            <a:off x="1460755" y="1020219"/>
            <a:ext cx="5531716" cy="3302247"/>
          </a:xfrm>
          <a:prstGeom prst="rect">
            <a:avLst/>
          </a:prstGeom>
          <a:noFill/>
          <a:ln>
            <a:noFill/>
          </a:ln>
        </p:spPr>
        <p:txBody>
          <a:bodyPr spcFirstLastPara="1" wrap="square" lIns="0" tIns="19110" rIns="0" bIns="0" anchor="t" anchorCtr="0">
            <a:spAutoFit/>
          </a:bodyPr>
          <a:lstStyle/>
          <a:p>
            <a:pPr marL="346173"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Common choices for </a:t>
            </a:r>
            <a:r>
              <a:rPr lang="en-US" i="1" dirty="0">
                <a:latin typeface="Calibri" panose="020F0502020204030204" pitchFamily="34" charset="0"/>
                <a:ea typeface="Calibri" panose="020F0502020204030204" pitchFamily="34" charset="0"/>
                <a:cs typeface="Calibri" panose="020F0502020204030204" pitchFamily="34" charset="0"/>
              </a:rPr>
              <a:t>φ</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817471" indent="-285750" defTabSz="1450147" hangingPunct="1">
              <a:spcBef>
                <a:spcPts val="1927"/>
              </a:spcBef>
              <a:buClr>
                <a:srgbClr val="000000"/>
              </a:buClr>
              <a:buFont typeface="Courier New" panose="02070309020205020404" pitchFamily="49" charset="0"/>
              <a:buChar char="o"/>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Hyperbolic tangent (tanh)</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063188" indent="-285750" defTabSz="1450147" hangingPunct="1">
              <a:spcBef>
                <a:spcPts val="381"/>
              </a:spcBef>
              <a:buClr>
                <a:srgbClr val="000000"/>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sym typeface="Tahoma"/>
              </a:rPr>
              <a:t>Range: [</a:t>
            </a:r>
            <a:r>
              <a:rPr lang="en-US" dirty="0">
                <a:latin typeface="Calibri" panose="020F0502020204030204" pitchFamily="34" charset="0"/>
                <a:ea typeface="Calibri" panose="020F0502020204030204" pitchFamily="34" charset="0"/>
                <a:cs typeface="Calibri" panose="020F0502020204030204" pitchFamily="34" charset="0"/>
                <a:sym typeface="Lucida Sans"/>
              </a:rPr>
              <a:t>−</a:t>
            </a:r>
            <a:r>
              <a:rPr lang="en-US" dirty="0">
                <a:latin typeface="Calibri" panose="020F0502020204030204" pitchFamily="34" charset="0"/>
                <a:ea typeface="Calibri" panose="020F0502020204030204" pitchFamily="34" charset="0"/>
                <a:cs typeface="Calibri" panose="020F0502020204030204" pitchFamily="34" charset="0"/>
                <a:sym typeface="Tahoma"/>
              </a:rPr>
              <a:t>1</a:t>
            </a:r>
            <a:r>
              <a:rPr lang="en-US" i="1" dirty="0">
                <a:latin typeface="Calibri" panose="020F0502020204030204" pitchFamily="34" charset="0"/>
                <a:ea typeface="Calibri" panose="020F0502020204030204" pitchFamily="34" charset="0"/>
                <a:cs typeface="Calibri" panose="020F0502020204030204" pitchFamily="34" charset="0"/>
                <a:sym typeface="Verdana"/>
              </a:rPr>
              <a:t>, </a:t>
            </a:r>
            <a:r>
              <a:rPr lang="en-US" dirty="0">
                <a:latin typeface="Calibri" panose="020F0502020204030204" pitchFamily="34" charset="0"/>
                <a:ea typeface="Calibri" panose="020F0502020204030204" pitchFamily="34" charset="0"/>
                <a:cs typeface="Calibri" panose="020F0502020204030204" pitchFamily="34" charset="0"/>
                <a:sym typeface="Tahoma"/>
              </a:rPr>
              <a:t>1]</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063188" indent="-285750" defTabSz="1450147" hangingPunct="1">
              <a:spcBef>
                <a:spcPts val="293"/>
              </a:spcBef>
              <a:buClr>
                <a:srgbClr val="000000"/>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sym typeface="Tahoma"/>
              </a:rPr>
              <a:t>Centered at zero (helps with gradient flow)</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063188" indent="-285750" defTabSz="1450147" hangingPunct="1">
              <a:spcBef>
                <a:spcPts val="341"/>
              </a:spcBef>
              <a:buClr>
                <a:srgbClr val="000000"/>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sym typeface="Tahoma"/>
              </a:rPr>
              <a:t>Most common for vanilla RNNs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56"/>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817471" indent="-285750" defTabSz="1450147" hangingPunct="1">
              <a:buClr>
                <a:srgbClr val="000000"/>
              </a:buClr>
              <a:buFont typeface="Courier New" panose="02070309020205020404" pitchFamily="49" charset="0"/>
              <a:buChar char="o"/>
            </a:pPr>
            <a:r>
              <a:rPr lang="en-US" dirty="0" err="1">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ReLU</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063188" indent="-285750" defTabSz="1450147" hangingPunct="1">
              <a:spcBef>
                <a:spcPts val="389"/>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Range: [0</a:t>
            </a:r>
            <a:r>
              <a:rPr lang="en-US" i="1" dirty="0">
                <a:latin typeface="Calibri" panose="020F0502020204030204" pitchFamily="34" charset="0"/>
                <a:ea typeface="Calibri" panose="020F0502020204030204" pitchFamily="34" charset="0"/>
                <a:cs typeface="Calibri" panose="020F0502020204030204" pitchFamily="34" charset="0"/>
                <a:sym typeface="Verdana"/>
              </a:rPr>
              <a:t>, </a:t>
            </a:r>
            <a:r>
              <a:rPr lang="en-US" dirty="0">
                <a:latin typeface="Calibri" panose="020F0502020204030204" pitchFamily="34" charset="0"/>
                <a:ea typeface="Calibri" panose="020F0502020204030204" pitchFamily="34" charset="0"/>
                <a:cs typeface="Calibri" panose="020F0502020204030204" pitchFamily="34" charset="0"/>
                <a:sym typeface="Lucida Sans"/>
              </a:rPr>
              <a:t>∞</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063188" indent="-285750" defTabSz="1450147" hangingPunct="1">
              <a:spcBef>
                <a:spcPts val="293"/>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Can help with vanishing gradient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063188"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May cause exploding activations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E5B8222-FAED-4208-B0FE-4403D9D7E97E}"/>
                  </a:ext>
                </a:extLst>
              </p14:cNvPr>
              <p14:cNvContentPartPr/>
              <p14:nvPr/>
            </p14:nvContentPartPr>
            <p14:xfrm>
              <a:off x="5914080" y="2325600"/>
              <a:ext cx="808200" cy="1606320"/>
            </p14:xfrm>
          </p:contentPart>
        </mc:Choice>
        <mc:Fallback>
          <p:pic>
            <p:nvPicPr>
              <p:cNvPr id="2" name="Ink 1">
                <a:extLst>
                  <a:ext uri="{FF2B5EF4-FFF2-40B4-BE49-F238E27FC236}">
                    <a16:creationId xmlns:a16="http://schemas.microsoft.com/office/drawing/2014/main" id="{0E5B8222-FAED-4208-B0FE-4403D9D7E97E}"/>
                  </a:ext>
                </a:extLst>
              </p:cNvPr>
              <p:cNvPicPr/>
              <p:nvPr/>
            </p:nvPicPr>
            <p:blipFill>
              <a:blip r:embed="rId4"/>
              <a:stretch>
                <a:fillRect/>
              </a:stretch>
            </p:blipFill>
            <p:spPr>
              <a:xfrm>
                <a:off x="5904720" y="2316240"/>
                <a:ext cx="826920" cy="1625040"/>
              </a:xfrm>
              <a:prstGeom prst="rect">
                <a:avLst/>
              </a:prstGeom>
            </p:spPr>
          </p:pic>
        </mc:Fallback>
      </mc:AlternateContent>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33"/>
          <p:cNvSpPr txBox="1">
            <a:spLocks noGrp="1"/>
          </p:cNvSpPr>
          <p:nvPr>
            <p:ph type="title" idx="4294967295"/>
          </p:nvPr>
        </p:nvSpPr>
        <p:spPr>
          <a:xfrm>
            <a:off x="0" y="275198"/>
            <a:ext cx="6373906"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BPTT: C</a:t>
            </a:r>
            <a:r>
              <a:rPr lang="en-US" sz="2400" b="1" cap="small" dirty="0">
                <a:solidFill>
                  <a:schemeClr val="bg1"/>
                </a:solidFill>
              </a:rPr>
              <a:t>omputational</a:t>
            </a:r>
            <a:r>
              <a:rPr lang="en-US" sz="2400" b="1" dirty="0">
                <a:solidFill>
                  <a:schemeClr val="bg1"/>
                </a:solidFill>
              </a:rPr>
              <a:t> G</a:t>
            </a:r>
            <a:r>
              <a:rPr lang="en-US" sz="2400" b="1" cap="small" dirty="0">
                <a:solidFill>
                  <a:schemeClr val="bg1"/>
                </a:solidFill>
              </a:rPr>
              <a:t>raph</a:t>
            </a:r>
            <a:endParaRPr sz="2400" b="1" dirty="0">
              <a:solidFill>
                <a:schemeClr val="bg1"/>
              </a:solidFill>
            </a:endParaRPr>
          </a:p>
        </p:txBody>
      </p:sp>
      <p:pic>
        <p:nvPicPr>
          <p:cNvPr id="678" name="Google Shape;678;p33"/>
          <p:cNvPicPr preferRelativeResize="0"/>
          <p:nvPr/>
        </p:nvPicPr>
        <p:blipFill>
          <a:blip r:embed="rId3">
            <a:alphaModFix/>
          </a:blip>
          <a:stretch>
            <a:fillRect/>
          </a:stretch>
        </p:blipFill>
        <p:spPr>
          <a:xfrm>
            <a:off x="367198" y="1092117"/>
            <a:ext cx="6821067" cy="3861733"/>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5CCB19B4-BDB8-4786-ACD8-4DFD83AD7951}"/>
                  </a:ext>
                </a:extLst>
              </p14:cNvPr>
              <p14:cNvContentPartPr/>
              <p14:nvPr/>
            </p14:nvContentPartPr>
            <p14:xfrm>
              <a:off x="371880" y="3911400"/>
              <a:ext cx="7882200" cy="2431800"/>
            </p14:xfrm>
          </p:contentPart>
        </mc:Choice>
        <mc:Fallback>
          <p:pic>
            <p:nvPicPr>
              <p:cNvPr id="2" name="Ink 1">
                <a:extLst>
                  <a:ext uri="{FF2B5EF4-FFF2-40B4-BE49-F238E27FC236}">
                    <a16:creationId xmlns:a16="http://schemas.microsoft.com/office/drawing/2014/main" id="{5CCB19B4-BDB8-4786-ACD8-4DFD83AD7951}"/>
                  </a:ext>
                </a:extLst>
              </p:cNvPr>
              <p:cNvPicPr/>
              <p:nvPr/>
            </p:nvPicPr>
            <p:blipFill>
              <a:blip r:embed="rId5"/>
              <a:stretch>
                <a:fillRect/>
              </a:stretch>
            </p:blipFill>
            <p:spPr>
              <a:xfrm>
                <a:off x="362520" y="3902040"/>
                <a:ext cx="7900920" cy="2450520"/>
              </a:xfrm>
              <a:prstGeom prst="rect">
                <a:avLst/>
              </a:prstGeom>
            </p:spPr>
          </p:pic>
        </mc:Fallback>
      </mc:AlternateContent>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34"/>
          <p:cNvSpPr txBox="1">
            <a:spLocks noGrp="1"/>
          </p:cNvSpPr>
          <p:nvPr>
            <p:ph type="title" idx="4294967295"/>
          </p:nvPr>
        </p:nvSpPr>
        <p:spPr>
          <a:xfrm>
            <a:off x="0" y="324595"/>
            <a:ext cx="5181600"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BPTT: K</a:t>
            </a:r>
            <a:r>
              <a:rPr lang="en-US" sz="2400" b="1" cap="small" dirty="0">
                <a:solidFill>
                  <a:schemeClr val="bg1"/>
                </a:solidFill>
              </a:rPr>
              <a:t>ey</a:t>
            </a:r>
            <a:r>
              <a:rPr lang="en-US" sz="2400" b="1" dirty="0">
                <a:solidFill>
                  <a:schemeClr val="bg1"/>
                </a:solidFill>
              </a:rPr>
              <a:t> G</a:t>
            </a:r>
            <a:r>
              <a:rPr lang="en-US" sz="2400" b="1" cap="small" dirty="0">
                <a:solidFill>
                  <a:schemeClr val="bg1"/>
                </a:solidFill>
              </a:rPr>
              <a:t>radient</a:t>
            </a:r>
            <a:r>
              <a:rPr lang="en-US" sz="2400" b="1" dirty="0">
                <a:solidFill>
                  <a:schemeClr val="bg1"/>
                </a:solidFill>
              </a:rPr>
              <a:t> E</a:t>
            </a:r>
            <a:r>
              <a:rPr lang="en-US" sz="2400" b="1" cap="small" dirty="0">
                <a:solidFill>
                  <a:schemeClr val="bg1"/>
                </a:solidFill>
              </a:rPr>
              <a:t>quations</a:t>
            </a:r>
            <a:endParaRPr sz="2400" b="1" dirty="0">
              <a:solidFill>
                <a:schemeClr val="bg1"/>
              </a:solidFill>
            </a:endParaRPr>
          </a:p>
        </p:txBody>
      </p:sp>
      <p:pic>
        <p:nvPicPr>
          <p:cNvPr id="690" name="Google Shape;690;p34"/>
          <p:cNvPicPr preferRelativeResize="0"/>
          <p:nvPr/>
        </p:nvPicPr>
        <p:blipFill>
          <a:blip r:embed="rId3">
            <a:alphaModFix/>
          </a:blip>
          <a:stretch>
            <a:fillRect/>
          </a:stretch>
        </p:blipFill>
        <p:spPr>
          <a:xfrm>
            <a:off x="365123" y="1098308"/>
            <a:ext cx="7864690" cy="3981053"/>
          </a:xfrm>
          <a:prstGeom prst="rect">
            <a:avLst/>
          </a:prstGeom>
          <a:noFill/>
          <a:ln>
            <a:noFill/>
          </a:ln>
        </p:spPr>
      </p:pic>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35"/>
          <p:cNvSpPr txBox="1">
            <a:spLocks noGrp="1"/>
          </p:cNvSpPr>
          <p:nvPr>
            <p:ph type="title" idx="4294967295"/>
          </p:nvPr>
        </p:nvSpPr>
        <p:spPr>
          <a:xfrm>
            <a:off x="53790" y="318436"/>
            <a:ext cx="4661645"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BPTT: N</a:t>
            </a:r>
            <a:r>
              <a:rPr lang="en-US" sz="2400" b="1" cap="small" dirty="0">
                <a:solidFill>
                  <a:schemeClr val="bg1"/>
                </a:solidFill>
              </a:rPr>
              <a:t>umerical</a:t>
            </a:r>
            <a:r>
              <a:rPr lang="en-US" sz="2400" b="1" dirty="0">
                <a:solidFill>
                  <a:schemeClr val="bg1"/>
                </a:solidFill>
              </a:rPr>
              <a:t> E</a:t>
            </a:r>
            <a:r>
              <a:rPr lang="en-US" sz="2400" b="1" cap="small" dirty="0">
                <a:solidFill>
                  <a:schemeClr val="bg1"/>
                </a:solidFill>
              </a:rPr>
              <a:t>xample</a:t>
            </a:r>
            <a:r>
              <a:rPr lang="en-US" sz="2400" b="1" dirty="0">
                <a:solidFill>
                  <a:schemeClr val="bg1"/>
                </a:solidFill>
              </a:rPr>
              <a:t> S</a:t>
            </a:r>
            <a:r>
              <a:rPr lang="en-US" sz="2400" b="1" cap="small" dirty="0">
                <a:solidFill>
                  <a:schemeClr val="bg1"/>
                </a:solidFill>
              </a:rPr>
              <a:t>etup</a:t>
            </a:r>
            <a:endParaRPr sz="2400" b="1" dirty="0">
              <a:solidFill>
                <a:schemeClr val="bg1"/>
              </a:solidFill>
            </a:endParaRPr>
          </a:p>
        </p:txBody>
      </p:sp>
      <p:pic>
        <p:nvPicPr>
          <p:cNvPr id="698" name="Google Shape;698;p35"/>
          <p:cNvPicPr preferRelativeResize="0"/>
          <p:nvPr/>
        </p:nvPicPr>
        <p:blipFill>
          <a:blip r:embed="rId3">
            <a:alphaModFix/>
          </a:blip>
          <a:stretch>
            <a:fillRect/>
          </a:stretch>
        </p:blipFill>
        <p:spPr>
          <a:xfrm>
            <a:off x="614082" y="1002470"/>
            <a:ext cx="7915836" cy="3435060"/>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2D257AB-E7DA-4947-9DD3-031955F07F46}"/>
                  </a:ext>
                </a:extLst>
              </p14:cNvPr>
              <p14:cNvContentPartPr/>
              <p14:nvPr/>
            </p14:nvContentPartPr>
            <p14:xfrm>
              <a:off x="6643080" y="2870640"/>
              <a:ext cx="1765800" cy="542880"/>
            </p14:xfrm>
          </p:contentPart>
        </mc:Choice>
        <mc:Fallback>
          <p:pic>
            <p:nvPicPr>
              <p:cNvPr id="2" name="Ink 1">
                <a:extLst>
                  <a:ext uri="{FF2B5EF4-FFF2-40B4-BE49-F238E27FC236}">
                    <a16:creationId xmlns:a16="http://schemas.microsoft.com/office/drawing/2014/main" id="{B2D257AB-E7DA-4947-9DD3-031955F07F46}"/>
                  </a:ext>
                </a:extLst>
              </p:cNvPr>
              <p:cNvPicPr/>
              <p:nvPr/>
            </p:nvPicPr>
            <p:blipFill>
              <a:blip r:embed="rId5"/>
              <a:stretch>
                <a:fillRect/>
              </a:stretch>
            </p:blipFill>
            <p:spPr>
              <a:xfrm>
                <a:off x="6633720" y="2861280"/>
                <a:ext cx="1784520" cy="561600"/>
              </a:xfrm>
              <a:prstGeom prst="rect">
                <a:avLst/>
              </a:prstGeom>
            </p:spPr>
          </p:pic>
        </mc:Fallback>
      </mc:AlternateContent>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36"/>
          <p:cNvSpPr txBox="1">
            <a:spLocks noGrp="1"/>
          </p:cNvSpPr>
          <p:nvPr>
            <p:ph type="title" idx="4294967295"/>
          </p:nvPr>
        </p:nvSpPr>
        <p:spPr>
          <a:xfrm>
            <a:off x="0" y="237190"/>
            <a:ext cx="6544235"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BPTT: F</a:t>
            </a:r>
            <a:r>
              <a:rPr lang="en-US" sz="2400" b="1" cap="small" dirty="0">
                <a:solidFill>
                  <a:schemeClr val="bg1"/>
                </a:solidFill>
              </a:rPr>
              <a:t>orward</a:t>
            </a:r>
            <a:r>
              <a:rPr lang="en-US" sz="2400" b="1" dirty="0">
                <a:solidFill>
                  <a:schemeClr val="bg1"/>
                </a:solidFill>
              </a:rPr>
              <a:t> P</a:t>
            </a:r>
            <a:r>
              <a:rPr lang="en-US" sz="2400" b="1" cap="small" dirty="0">
                <a:solidFill>
                  <a:schemeClr val="bg1"/>
                </a:solidFill>
              </a:rPr>
              <a:t>ass</a:t>
            </a:r>
            <a:endParaRPr sz="2400" b="1" dirty="0">
              <a:solidFill>
                <a:schemeClr val="bg1"/>
              </a:solidFill>
            </a:endParaRPr>
          </a:p>
        </p:txBody>
      </p:sp>
      <p:pic>
        <p:nvPicPr>
          <p:cNvPr id="710" name="Google Shape;710;p36"/>
          <p:cNvPicPr preferRelativeResize="0"/>
          <p:nvPr/>
        </p:nvPicPr>
        <p:blipFill>
          <a:blip r:embed="rId3">
            <a:alphaModFix/>
          </a:blip>
          <a:stretch>
            <a:fillRect/>
          </a:stretch>
        </p:blipFill>
        <p:spPr>
          <a:xfrm>
            <a:off x="545870" y="1021224"/>
            <a:ext cx="7441683" cy="4089012"/>
          </a:xfrm>
          <a:prstGeom prst="rect">
            <a:avLst/>
          </a:prstGeom>
          <a:noFill/>
          <a:ln>
            <a:noFill/>
          </a:ln>
        </p:spPr>
      </p:pic>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37"/>
          <p:cNvSpPr txBox="1">
            <a:spLocks noGrp="1"/>
          </p:cNvSpPr>
          <p:nvPr>
            <p:ph type="title" idx="4294967295"/>
          </p:nvPr>
        </p:nvSpPr>
        <p:spPr>
          <a:xfrm>
            <a:off x="0" y="369420"/>
            <a:ext cx="7055224"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BPTT: B</a:t>
            </a:r>
            <a:r>
              <a:rPr lang="en-US" sz="2800" b="1" cap="small" dirty="0">
                <a:solidFill>
                  <a:schemeClr val="bg1"/>
                </a:solidFill>
              </a:rPr>
              <a:t>ackward</a:t>
            </a:r>
            <a:r>
              <a:rPr lang="en-US" sz="2800" b="1" dirty="0">
                <a:solidFill>
                  <a:schemeClr val="bg1"/>
                </a:solidFill>
              </a:rPr>
              <a:t> P</a:t>
            </a:r>
            <a:r>
              <a:rPr lang="en-US" sz="2800" b="1" cap="small" dirty="0">
                <a:solidFill>
                  <a:schemeClr val="bg1"/>
                </a:solidFill>
              </a:rPr>
              <a:t>ass</a:t>
            </a:r>
            <a:endParaRPr sz="2800" b="1" dirty="0">
              <a:solidFill>
                <a:schemeClr val="bg1"/>
              </a:solidFill>
            </a:endParaRPr>
          </a:p>
        </p:txBody>
      </p:sp>
      <p:pic>
        <p:nvPicPr>
          <p:cNvPr id="722" name="Google Shape;722;p37"/>
          <p:cNvPicPr preferRelativeResize="0"/>
          <p:nvPr/>
        </p:nvPicPr>
        <p:blipFill>
          <a:blip r:embed="rId3">
            <a:alphaModFix/>
          </a:blip>
          <a:stretch>
            <a:fillRect/>
          </a:stretch>
        </p:blipFill>
        <p:spPr>
          <a:xfrm>
            <a:off x="533497" y="1024008"/>
            <a:ext cx="7256831" cy="3225263"/>
          </a:xfrm>
          <a:prstGeom prst="rect">
            <a:avLst/>
          </a:prstGeom>
          <a:noFill/>
          <a:ln>
            <a:noFill/>
          </a:ln>
        </p:spPr>
      </p:pic>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38"/>
          <p:cNvSpPr txBox="1">
            <a:spLocks noGrp="1"/>
          </p:cNvSpPr>
          <p:nvPr>
            <p:ph type="title" idx="4294967295"/>
          </p:nvPr>
        </p:nvSpPr>
        <p:spPr>
          <a:xfrm>
            <a:off x="35860" y="371662"/>
            <a:ext cx="5979459"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BPTT: P</a:t>
            </a:r>
            <a:r>
              <a:rPr lang="en-US" sz="2800" b="1" cap="small" dirty="0">
                <a:solidFill>
                  <a:schemeClr val="bg1"/>
                </a:solidFill>
              </a:rPr>
              <a:t>arameter</a:t>
            </a:r>
            <a:r>
              <a:rPr lang="en-US" sz="2800" b="1" dirty="0">
                <a:solidFill>
                  <a:schemeClr val="bg1"/>
                </a:solidFill>
              </a:rPr>
              <a:t> G</a:t>
            </a:r>
            <a:r>
              <a:rPr lang="en-US" sz="2800" b="1" cap="small" dirty="0">
                <a:solidFill>
                  <a:schemeClr val="bg1"/>
                </a:solidFill>
              </a:rPr>
              <a:t>radients</a:t>
            </a:r>
            <a:endParaRPr sz="2800" b="1" dirty="0">
              <a:solidFill>
                <a:schemeClr val="bg1"/>
              </a:solidFill>
            </a:endParaRPr>
          </a:p>
        </p:txBody>
      </p:sp>
      <p:pic>
        <p:nvPicPr>
          <p:cNvPr id="734" name="Google Shape;734;p38"/>
          <p:cNvPicPr preferRelativeResize="0"/>
          <p:nvPr/>
        </p:nvPicPr>
        <p:blipFill>
          <a:blip r:embed="rId3">
            <a:alphaModFix/>
          </a:blip>
          <a:stretch>
            <a:fillRect/>
          </a:stretch>
        </p:blipFill>
        <p:spPr>
          <a:xfrm>
            <a:off x="331339" y="993507"/>
            <a:ext cx="7808614" cy="3175082"/>
          </a:xfrm>
          <a:prstGeom prst="rect">
            <a:avLst/>
          </a:prstGeom>
          <a:noFill/>
          <a:ln>
            <a:noFill/>
          </a:ln>
        </p:spPr>
      </p:pic>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9"/>
          <p:cNvSpPr txBox="1">
            <a:spLocks noGrp="1"/>
          </p:cNvSpPr>
          <p:nvPr>
            <p:ph type="title" idx="4294967295"/>
          </p:nvPr>
        </p:nvSpPr>
        <p:spPr>
          <a:xfrm>
            <a:off x="0" y="224397"/>
            <a:ext cx="6275294"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V</a:t>
            </a:r>
            <a:r>
              <a:rPr lang="en-US" sz="2800" b="1" cap="small" dirty="0">
                <a:solidFill>
                  <a:schemeClr val="bg1"/>
                </a:solidFill>
              </a:rPr>
              <a:t>anishing</a:t>
            </a:r>
            <a:r>
              <a:rPr lang="en-US" sz="2800" b="1" dirty="0">
                <a:solidFill>
                  <a:schemeClr val="bg1"/>
                </a:solidFill>
              </a:rPr>
              <a:t> G</a:t>
            </a:r>
            <a:r>
              <a:rPr lang="en-US" sz="2800" b="1" cap="small" dirty="0">
                <a:solidFill>
                  <a:schemeClr val="bg1"/>
                </a:solidFill>
              </a:rPr>
              <a:t>radients</a:t>
            </a:r>
            <a:r>
              <a:rPr lang="en-US" sz="2800" b="1" dirty="0">
                <a:solidFill>
                  <a:schemeClr val="bg1"/>
                </a:solidFill>
              </a:rPr>
              <a:t>: T</a:t>
            </a:r>
            <a:r>
              <a:rPr lang="en-US" sz="2800" b="1" cap="small" dirty="0">
                <a:solidFill>
                  <a:schemeClr val="bg1"/>
                </a:solidFill>
              </a:rPr>
              <a:t>he</a:t>
            </a:r>
            <a:r>
              <a:rPr lang="en-US" sz="2800" b="1" dirty="0">
                <a:solidFill>
                  <a:schemeClr val="bg1"/>
                </a:solidFill>
              </a:rPr>
              <a:t> P</a:t>
            </a:r>
            <a:r>
              <a:rPr lang="en-US" sz="2800" b="1" cap="small" dirty="0">
                <a:solidFill>
                  <a:schemeClr val="bg1"/>
                </a:solidFill>
              </a:rPr>
              <a:t>roblem</a:t>
            </a:r>
            <a:endParaRPr sz="2800" b="1" dirty="0">
              <a:solidFill>
                <a:schemeClr val="bg1"/>
              </a:solidFill>
            </a:endParaRPr>
          </a:p>
        </p:txBody>
      </p:sp>
      <p:pic>
        <p:nvPicPr>
          <p:cNvPr id="746" name="Google Shape;746;p39"/>
          <p:cNvPicPr preferRelativeResize="0"/>
          <p:nvPr/>
        </p:nvPicPr>
        <p:blipFill>
          <a:blip r:embed="rId3">
            <a:alphaModFix/>
          </a:blip>
          <a:stretch>
            <a:fillRect/>
          </a:stretch>
        </p:blipFill>
        <p:spPr>
          <a:xfrm>
            <a:off x="489362" y="963450"/>
            <a:ext cx="8034047" cy="4138314"/>
          </a:xfrm>
          <a:prstGeom prst="rect">
            <a:avLst/>
          </a:prstGeom>
          <a:noFill/>
          <a:ln>
            <a:noFill/>
          </a:ln>
        </p:spPr>
      </p:pic>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40"/>
          <p:cNvSpPr txBox="1">
            <a:spLocks noGrp="1"/>
          </p:cNvSpPr>
          <p:nvPr>
            <p:ph type="title" idx="4294967295"/>
          </p:nvPr>
        </p:nvSpPr>
        <p:spPr>
          <a:xfrm>
            <a:off x="0" y="217020"/>
            <a:ext cx="5862918"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V</a:t>
            </a:r>
            <a:r>
              <a:rPr lang="en-US" sz="2400" b="1" cap="small" dirty="0">
                <a:solidFill>
                  <a:schemeClr val="bg1"/>
                </a:solidFill>
              </a:rPr>
              <a:t>anishing</a:t>
            </a:r>
            <a:r>
              <a:rPr lang="en-US" sz="2400" b="1" dirty="0">
                <a:solidFill>
                  <a:schemeClr val="bg1"/>
                </a:solidFill>
              </a:rPr>
              <a:t> G</a:t>
            </a:r>
            <a:r>
              <a:rPr lang="en-US" sz="2400" b="1" cap="small" dirty="0">
                <a:solidFill>
                  <a:schemeClr val="bg1"/>
                </a:solidFill>
              </a:rPr>
              <a:t>radients</a:t>
            </a:r>
            <a:r>
              <a:rPr lang="en-US" sz="2400" b="1" dirty="0">
                <a:solidFill>
                  <a:schemeClr val="bg1"/>
                </a:solidFill>
              </a:rPr>
              <a:t>: N</a:t>
            </a:r>
            <a:r>
              <a:rPr lang="en-US" sz="2400" b="1" cap="small" dirty="0">
                <a:solidFill>
                  <a:schemeClr val="bg1"/>
                </a:solidFill>
              </a:rPr>
              <a:t>umerical</a:t>
            </a:r>
            <a:r>
              <a:rPr lang="en-US" sz="2400" b="1" dirty="0">
                <a:solidFill>
                  <a:schemeClr val="bg1"/>
                </a:solidFill>
              </a:rPr>
              <a:t> E</a:t>
            </a:r>
            <a:r>
              <a:rPr lang="en-US" sz="2400" b="1" cap="small" dirty="0">
                <a:solidFill>
                  <a:schemeClr val="bg1"/>
                </a:solidFill>
              </a:rPr>
              <a:t>xample</a:t>
            </a:r>
            <a:endParaRPr sz="2400" b="1" dirty="0">
              <a:solidFill>
                <a:schemeClr val="bg1"/>
              </a:solidFill>
            </a:endParaRPr>
          </a:p>
        </p:txBody>
      </p:sp>
      <p:pic>
        <p:nvPicPr>
          <p:cNvPr id="758" name="Google Shape;758;p40"/>
          <p:cNvPicPr preferRelativeResize="0"/>
          <p:nvPr/>
        </p:nvPicPr>
        <p:blipFill>
          <a:blip r:embed="rId3">
            <a:alphaModFix/>
          </a:blip>
          <a:stretch>
            <a:fillRect/>
          </a:stretch>
        </p:blipFill>
        <p:spPr>
          <a:xfrm>
            <a:off x="702221" y="1039436"/>
            <a:ext cx="7261249" cy="3236730"/>
          </a:xfrm>
          <a:prstGeom prst="rect">
            <a:avLst/>
          </a:prstGeom>
          <a:noFill/>
          <a:ln>
            <a:noFill/>
          </a:ln>
        </p:spPr>
      </p:pic>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41"/>
          <p:cNvSpPr txBox="1">
            <a:spLocks noGrp="1"/>
          </p:cNvSpPr>
          <p:nvPr>
            <p:ph type="title" idx="4294967295"/>
          </p:nvPr>
        </p:nvSpPr>
        <p:spPr>
          <a:xfrm>
            <a:off x="0" y="333562"/>
            <a:ext cx="6090668"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W</a:t>
            </a:r>
            <a:r>
              <a:rPr lang="en-US" sz="2400" b="1" cap="small" dirty="0">
                <a:solidFill>
                  <a:schemeClr val="bg1"/>
                </a:solidFill>
              </a:rPr>
              <a:t>hy</a:t>
            </a:r>
            <a:r>
              <a:rPr lang="en-US" sz="2400" b="1" dirty="0">
                <a:solidFill>
                  <a:schemeClr val="bg1"/>
                </a:solidFill>
              </a:rPr>
              <a:t> V</a:t>
            </a:r>
            <a:r>
              <a:rPr lang="en-US" sz="2400" b="1" cap="small" dirty="0">
                <a:solidFill>
                  <a:schemeClr val="bg1"/>
                </a:solidFill>
              </a:rPr>
              <a:t>anishing</a:t>
            </a:r>
            <a:r>
              <a:rPr lang="en-US" sz="2400" b="1" dirty="0">
                <a:solidFill>
                  <a:schemeClr val="bg1"/>
                </a:solidFill>
              </a:rPr>
              <a:t> G</a:t>
            </a:r>
            <a:r>
              <a:rPr lang="en-US" sz="2400" b="1" cap="small" dirty="0">
                <a:solidFill>
                  <a:schemeClr val="bg1"/>
                </a:solidFill>
              </a:rPr>
              <a:t>radients</a:t>
            </a:r>
            <a:r>
              <a:rPr lang="en-US" sz="2400" b="1" dirty="0">
                <a:solidFill>
                  <a:schemeClr val="bg1"/>
                </a:solidFill>
              </a:rPr>
              <a:t> </a:t>
            </a:r>
            <a:r>
              <a:rPr lang="en-US" sz="2400" b="1" cap="small" dirty="0">
                <a:solidFill>
                  <a:schemeClr val="bg1"/>
                </a:solidFill>
              </a:rPr>
              <a:t>are</a:t>
            </a:r>
            <a:r>
              <a:rPr lang="en-US" sz="2400" b="1" dirty="0">
                <a:solidFill>
                  <a:schemeClr val="bg1"/>
                </a:solidFill>
              </a:rPr>
              <a:t> P</a:t>
            </a:r>
            <a:r>
              <a:rPr lang="en-US" sz="2400" b="1" cap="small" dirty="0">
                <a:solidFill>
                  <a:schemeClr val="bg1"/>
                </a:solidFill>
              </a:rPr>
              <a:t>roblematic</a:t>
            </a:r>
            <a:r>
              <a:rPr lang="en-US" sz="2400" b="1" dirty="0">
                <a:solidFill>
                  <a:schemeClr val="bg1"/>
                </a:solidFill>
              </a:rPr>
              <a:t>?</a:t>
            </a:r>
            <a:endParaRPr sz="2400" b="1" dirty="0">
              <a:solidFill>
                <a:schemeClr val="bg1"/>
              </a:solidFill>
            </a:endParaRPr>
          </a:p>
        </p:txBody>
      </p:sp>
      <p:sp>
        <p:nvSpPr>
          <p:cNvPr id="768" name="Google Shape;768;p41"/>
          <p:cNvSpPr txBox="1"/>
          <p:nvPr/>
        </p:nvSpPr>
        <p:spPr>
          <a:xfrm>
            <a:off x="982032" y="1083348"/>
            <a:ext cx="5481521" cy="4057095"/>
          </a:xfrm>
          <a:prstGeom prst="rect">
            <a:avLst/>
          </a:prstGeom>
          <a:noFill/>
          <a:ln>
            <a:noFill/>
          </a:ln>
        </p:spPr>
        <p:txBody>
          <a:bodyPr spcFirstLastPara="1" wrap="square" lIns="0" tIns="103718" rIns="0" bIns="0" anchor="t" anchorCtr="0">
            <a:spAutoFit/>
          </a:bodyPr>
          <a:lstStyle/>
          <a:p>
            <a:pPr marL="346173"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Learning difficulty</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626"/>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Parameters affecting early time steps barely update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Model cannot learn long-term patterns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Training becomes ineffective for long sequences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46173" indent="-285750" defTabSz="1450147" hangingPunct="1">
              <a:spcBef>
                <a:spcPts val="658"/>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Example scenarios where this fails</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626"/>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”I grew up in France... [50 words]... I speak fluent </a:t>
            </a:r>
            <a:r>
              <a:rPr lang="en-US" u="sng" dirty="0">
                <a:latin typeface="Calibri" panose="020F0502020204030204" pitchFamily="34" charset="0"/>
                <a:ea typeface="Calibri" panose="020F0502020204030204" pitchFamily="34" charset="0"/>
                <a:cs typeface="Calibri" panose="020F0502020204030204" pitchFamily="34" charset="0"/>
                <a:sym typeface="Times New Roman"/>
              </a:rPr>
              <a:t>  </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Long-range syntactic dependencies in language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Time series with seasonal patterns (yearly cycles)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46173" indent="-285750" defTabSz="1450147" hangingPunct="1">
              <a:spcBef>
                <a:spcPts val="649"/>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Solutions</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626"/>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Better architectures: LSTM, GRU</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Careful initialization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Skip connections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43"/>
          <p:cNvSpPr txBox="1">
            <a:spLocks noGrp="1"/>
          </p:cNvSpPr>
          <p:nvPr>
            <p:ph type="title" idx="4294967295"/>
          </p:nvPr>
        </p:nvSpPr>
        <p:spPr>
          <a:xfrm>
            <a:off x="0" y="385575"/>
            <a:ext cx="6255052"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B</a:t>
            </a:r>
            <a:r>
              <a:rPr lang="en-US" sz="2800" b="1" cap="small" dirty="0">
                <a:solidFill>
                  <a:schemeClr val="bg1"/>
                </a:solidFill>
              </a:rPr>
              <a:t>idirectional</a:t>
            </a:r>
            <a:r>
              <a:rPr lang="en-US" sz="2800" b="1" dirty="0">
                <a:solidFill>
                  <a:schemeClr val="bg1"/>
                </a:solidFill>
              </a:rPr>
              <a:t> RNN</a:t>
            </a:r>
            <a:r>
              <a:rPr lang="en-US" sz="2800" b="1" cap="small" dirty="0">
                <a:solidFill>
                  <a:schemeClr val="bg1"/>
                </a:solidFill>
              </a:rPr>
              <a:t>s</a:t>
            </a:r>
            <a:r>
              <a:rPr lang="en-US" sz="2800" b="1" dirty="0">
                <a:solidFill>
                  <a:schemeClr val="bg1"/>
                </a:solidFill>
              </a:rPr>
              <a:t>: M</a:t>
            </a:r>
            <a:r>
              <a:rPr lang="en-US" sz="2800" b="1" cap="small" dirty="0">
                <a:solidFill>
                  <a:schemeClr val="bg1"/>
                </a:solidFill>
              </a:rPr>
              <a:t>otivation</a:t>
            </a:r>
            <a:endParaRPr sz="2800" b="1" dirty="0">
              <a:solidFill>
                <a:schemeClr val="bg1"/>
              </a:solidFill>
            </a:endParaRPr>
          </a:p>
        </p:txBody>
      </p:sp>
      <p:sp>
        <p:nvSpPr>
          <p:cNvPr id="807" name="Google Shape;807;p43"/>
          <p:cNvSpPr txBox="1"/>
          <p:nvPr/>
        </p:nvSpPr>
        <p:spPr>
          <a:xfrm>
            <a:off x="457200" y="984656"/>
            <a:ext cx="8426823" cy="5061206"/>
          </a:xfrm>
          <a:prstGeom prst="rect">
            <a:avLst/>
          </a:prstGeom>
          <a:noFill/>
          <a:ln>
            <a:noFill/>
          </a:ln>
        </p:spPr>
        <p:txBody>
          <a:bodyPr spcFirstLastPara="1" wrap="square" lIns="0" tIns="74498" rIns="0" bIns="0" anchor="t" anchorCtr="0">
            <a:spAutoFit/>
          </a:bodyPr>
          <a:lstStyle/>
          <a:p>
            <a:pPr marL="285750" marR="2601200" indent="-285750" algn="ctr"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Limitation of standard RNN</a:t>
            </a:r>
            <a:r>
              <a:rPr lang="en-US" dirty="0">
                <a:latin typeface="Calibri" panose="020F0502020204030204" pitchFamily="34" charset="0"/>
                <a:ea typeface="Calibri" panose="020F0502020204030204" pitchFamily="34" charset="0"/>
                <a:cs typeface="Calibri" panose="020F0502020204030204" pitchFamily="34" charset="0"/>
                <a:sym typeface="Tahoma"/>
              </a:rPr>
              <a:t>: Only uses past context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285750" marR="4110764" indent="-285750" algn="ctr"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Predicts based on </a:t>
            </a:r>
            <a:r>
              <a:rPr lang="en-US" i="1" dirty="0">
                <a:latin typeface="Calibri" panose="020F0502020204030204" pitchFamily="34" charset="0"/>
                <a:ea typeface="Calibri" panose="020F0502020204030204" pitchFamily="34" charset="0"/>
                <a:cs typeface="Calibri" panose="020F0502020204030204" pitchFamily="34" charset="0"/>
                <a:sym typeface="Arial"/>
              </a:rPr>
              <a:t>x</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1</a:t>
            </a:r>
            <a:r>
              <a:rPr lang="en-US" i="1" dirty="0">
                <a:latin typeface="Calibri" panose="020F0502020204030204" pitchFamily="34" charset="0"/>
                <a:ea typeface="Calibri" panose="020F0502020204030204" pitchFamily="34" charset="0"/>
                <a:cs typeface="Calibri" panose="020F0502020204030204" pitchFamily="34" charset="0"/>
                <a:sym typeface="Verdana"/>
              </a:rPr>
              <a:t>, . . . , </a:t>
            </a:r>
            <a:r>
              <a:rPr lang="en-US" i="1" dirty="0" err="1">
                <a:latin typeface="Calibri" panose="020F0502020204030204" pitchFamily="34" charset="0"/>
                <a:ea typeface="Calibri" panose="020F0502020204030204" pitchFamily="34" charset="0"/>
                <a:cs typeface="Calibri" panose="020F0502020204030204" pitchFamily="34" charset="0"/>
                <a:sym typeface="Arial"/>
              </a:rPr>
              <a:t>x</a:t>
            </a:r>
            <a:r>
              <a:rPr lang="en-US" i="1" baseline="-25000" dirty="0" err="1">
                <a:latin typeface="Calibri" panose="020F0502020204030204" pitchFamily="34" charset="0"/>
                <a:ea typeface="Calibri" panose="020F0502020204030204" pitchFamily="34" charset="0"/>
                <a:cs typeface="Calibri" panose="020F0502020204030204" pitchFamily="34" charset="0"/>
                <a:sym typeface="Arial"/>
              </a:rPr>
              <a:t>t</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 </a:t>
            </a:r>
            <a:r>
              <a:rPr lang="en-US" baseline="-25000" dirty="0">
                <a:latin typeface="Calibri" panose="020F0502020204030204" pitchFamily="34" charset="0"/>
                <a:ea typeface="Calibri" panose="020F0502020204030204" pitchFamily="34" charset="0"/>
                <a:cs typeface="Calibri" panose="020F0502020204030204" pitchFamily="34" charset="0"/>
                <a:sym typeface="Lucida Sans"/>
              </a:rPr>
              <a:t>—</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1</a:t>
            </a:r>
            <a:endParaRPr lang="en-IN" baseline="-25000" dirty="0">
              <a:latin typeface="Calibri" panose="020F0502020204030204" pitchFamily="34" charset="0"/>
              <a:ea typeface="Calibri" panose="020F0502020204030204" pitchFamily="34" charset="0"/>
              <a:cs typeface="Calibri" panose="020F0502020204030204" pitchFamily="34" charset="0"/>
              <a:sym typeface="Tahoma"/>
            </a:endParaRPr>
          </a:p>
          <a:p>
            <a:pPr marL="285750" marR="4187299" indent="-285750" algn="ctr" defTabSz="1450147" hangingPunct="1">
              <a:lnSpc>
                <a:spcPct val="150000"/>
              </a:lnSpc>
              <a:buClr>
                <a:srgbClr val="000000"/>
              </a:buClr>
              <a:buFont typeface="Courier New" panose="02070309020205020404" pitchFamily="49" charset="0"/>
              <a:buChar char="o"/>
            </a:pPr>
            <a:r>
              <a:rPr lang="en-IN"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IN" dirty="0">
                <a:latin typeface="Calibri" panose="020F0502020204030204" pitchFamily="34" charset="0"/>
                <a:ea typeface="Calibri" panose="020F0502020204030204" pitchFamily="34" charset="0"/>
                <a:cs typeface="Calibri" panose="020F0502020204030204" pitchFamily="34" charset="0"/>
                <a:sym typeface="Tahoma"/>
              </a:rPr>
              <a:t>Cannot use future information</a:t>
            </a:r>
          </a:p>
          <a:p>
            <a:pPr marL="285750" marR="4061419" indent="-285750" algn="ctr"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Many tasks benefit from full context</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Sentiment analysis</a:t>
            </a:r>
            <a:r>
              <a:rPr lang="en-US" dirty="0">
                <a:latin typeface="Calibri" panose="020F0502020204030204" pitchFamily="34" charset="0"/>
                <a:ea typeface="Calibri" panose="020F0502020204030204" pitchFamily="34" charset="0"/>
                <a:cs typeface="Calibri" panose="020F0502020204030204" pitchFamily="34" charset="0"/>
                <a:sym typeface="Tahoma"/>
              </a:rPr>
              <a:t>: ”The movie was not </a:t>
            </a:r>
            <a:r>
              <a:rPr lang="en-US" u="sng" dirty="0">
                <a:latin typeface="Calibri" panose="020F0502020204030204" pitchFamily="34" charset="0"/>
                <a:ea typeface="Calibri" panose="020F0502020204030204" pitchFamily="34" charset="0"/>
                <a:cs typeface="Calibri" panose="020F0502020204030204" pitchFamily="34" charset="0"/>
                <a:sym typeface="Times New Roman"/>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(need to see ”good” or ”bad”)</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Named entity recognition</a:t>
            </a:r>
            <a:r>
              <a:rPr lang="en-US" dirty="0">
                <a:latin typeface="Calibri" panose="020F0502020204030204" pitchFamily="34" charset="0"/>
                <a:ea typeface="Calibri" panose="020F0502020204030204" pitchFamily="34" charset="0"/>
                <a:cs typeface="Calibri" panose="020F0502020204030204" pitchFamily="34" charset="0"/>
                <a:sym typeface="Tahoma"/>
              </a:rPr>
              <a:t>: ”I met Paris in Paris” (person vs city - need full context)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Speech recognition</a:t>
            </a:r>
            <a:r>
              <a:rPr lang="en-US" dirty="0">
                <a:latin typeface="Calibri" panose="020F0502020204030204" pitchFamily="34" charset="0"/>
                <a:ea typeface="Calibri" panose="020F0502020204030204" pitchFamily="34" charset="0"/>
                <a:cs typeface="Calibri" panose="020F0502020204030204" pitchFamily="34" charset="0"/>
                <a:sym typeface="Tahoma"/>
              </a:rPr>
              <a:t>: Future phonemes help disambiguate current sound</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Machine translation</a:t>
            </a:r>
            <a:r>
              <a:rPr lang="en-US" dirty="0">
                <a:latin typeface="Calibri" panose="020F0502020204030204" pitchFamily="34" charset="0"/>
                <a:ea typeface="Calibri" panose="020F0502020204030204" pitchFamily="34" charset="0"/>
                <a:cs typeface="Calibri" panose="020F0502020204030204" pitchFamily="34" charset="0"/>
                <a:sym typeface="Tahoma"/>
              </a:rPr>
              <a:t>: Full sentence context improves translation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46173"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Key idea</a:t>
            </a:r>
            <a:r>
              <a:rPr lang="en-US" dirty="0">
                <a:latin typeface="Calibri" panose="020F0502020204030204" pitchFamily="34" charset="0"/>
                <a:ea typeface="Calibri" panose="020F0502020204030204" pitchFamily="34" charset="0"/>
                <a:cs typeface="Calibri" panose="020F0502020204030204" pitchFamily="34" charset="0"/>
                <a:sym typeface="Tahoma"/>
              </a:rPr>
              <a:t>: Process sequence in both directions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Forward RNN: left-to-right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Backward RNN: right-to-left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Combine information from both</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44"/>
          <p:cNvSpPr txBox="1">
            <a:spLocks noGrp="1"/>
          </p:cNvSpPr>
          <p:nvPr>
            <p:ph type="title" idx="4294967295"/>
          </p:nvPr>
        </p:nvSpPr>
        <p:spPr>
          <a:xfrm>
            <a:off x="0" y="340097"/>
            <a:ext cx="4276165" cy="332157"/>
          </a:xfrm>
          <a:prstGeom prst="rect">
            <a:avLst/>
          </a:prstGeom>
          <a:noFill/>
          <a:ln>
            <a:noFill/>
          </a:ln>
        </p:spPr>
        <p:txBody>
          <a:bodyPr spcFirstLastPara="1" wrap="square" lIns="0" tIns="24145" rIns="0" bIns="0" anchor="t" anchorCtr="0">
            <a:spAutoFit/>
          </a:bodyPr>
          <a:lstStyle/>
          <a:p>
            <a:pPr marL="20141"/>
            <a:r>
              <a:rPr lang="en-US" sz="2000" b="1" dirty="0">
                <a:solidFill>
                  <a:schemeClr val="bg1"/>
                </a:solidFill>
              </a:rPr>
              <a:t>B</a:t>
            </a:r>
            <a:r>
              <a:rPr lang="en-US" sz="2000" b="1" cap="small" dirty="0">
                <a:solidFill>
                  <a:schemeClr val="bg1"/>
                </a:solidFill>
              </a:rPr>
              <a:t>idirectional</a:t>
            </a:r>
            <a:r>
              <a:rPr lang="en-US" sz="2000" b="1" dirty="0">
                <a:solidFill>
                  <a:schemeClr val="bg1"/>
                </a:solidFill>
              </a:rPr>
              <a:t> RNN A</a:t>
            </a:r>
            <a:r>
              <a:rPr lang="en-US" sz="2000" b="1" cap="small" dirty="0">
                <a:solidFill>
                  <a:schemeClr val="bg1"/>
                </a:solidFill>
              </a:rPr>
              <a:t>rchitecture</a:t>
            </a:r>
            <a:endParaRPr sz="2000" b="1" dirty="0">
              <a:solidFill>
                <a:schemeClr val="bg1"/>
              </a:solidFill>
            </a:endParaRPr>
          </a:p>
        </p:txBody>
      </p:sp>
      <p:pic>
        <p:nvPicPr>
          <p:cNvPr id="825" name="Google Shape;825;p44"/>
          <p:cNvPicPr preferRelativeResize="0"/>
          <p:nvPr/>
        </p:nvPicPr>
        <p:blipFill>
          <a:blip r:embed="rId3">
            <a:alphaModFix/>
          </a:blip>
          <a:stretch>
            <a:fillRect/>
          </a:stretch>
        </p:blipFill>
        <p:spPr>
          <a:xfrm>
            <a:off x="259976" y="993501"/>
            <a:ext cx="7476565" cy="3551606"/>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BB06FFE-B928-42F5-9C89-F3D8885D3C98}"/>
                  </a:ext>
                </a:extLst>
              </p14:cNvPr>
              <p14:cNvContentPartPr/>
              <p14:nvPr/>
            </p14:nvContentPartPr>
            <p14:xfrm>
              <a:off x="5021640" y="4724640"/>
              <a:ext cx="2227320" cy="336240"/>
            </p14:xfrm>
          </p:contentPart>
        </mc:Choice>
        <mc:Fallback>
          <p:pic>
            <p:nvPicPr>
              <p:cNvPr id="2" name="Ink 1">
                <a:extLst>
                  <a:ext uri="{FF2B5EF4-FFF2-40B4-BE49-F238E27FC236}">
                    <a16:creationId xmlns:a16="http://schemas.microsoft.com/office/drawing/2014/main" id="{4BB06FFE-B928-42F5-9C89-F3D8885D3C98}"/>
                  </a:ext>
                </a:extLst>
              </p:cNvPr>
              <p:cNvPicPr/>
              <p:nvPr/>
            </p:nvPicPr>
            <p:blipFill>
              <a:blip r:embed="rId5"/>
              <a:stretch>
                <a:fillRect/>
              </a:stretch>
            </p:blipFill>
            <p:spPr>
              <a:xfrm>
                <a:off x="5012280" y="4715280"/>
                <a:ext cx="2246040" cy="354960"/>
              </a:xfrm>
              <a:prstGeom prst="rect">
                <a:avLst/>
              </a:prstGeom>
            </p:spPr>
          </p:pic>
        </mc:Fallback>
      </mc:AlternateContent>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45"/>
          <p:cNvSpPr txBox="1">
            <a:spLocks noGrp="1"/>
          </p:cNvSpPr>
          <p:nvPr>
            <p:ph type="title" idx="4294967295"/>
          </p:nvPr>
        </p:nvSpPr>
        <p:spPr>
          <a:xfrm>
            <a:off x="53789" y="205160"/>
            <a:ext cx="5997575"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B</a:t>
            </a:r>
            <a:r>
              <a:rPr lang="en-US" sz="2400" b="1" cap="small" dirty="0">
                <a:solidFill>
                  <a:schemeClr val="bg1"/>
                </a:solidFill>
              </a:rPr>
              <a:t>idirectional</a:t>
            </a:r>
            <a:r>
              <a:rPr lang="en-US" sz="2400" b="1" dirty="0">
                <a:solidFill>
                  <a:schemeClr val="bg1"/>
                </a:solidFill>
              </a:rPr>
              <a:t> RNN: M</a:t>
            </a:r>
            <a:r>
              <a:rPr lang="en-US" sz="2400" b="1" cap="small" dirty="0">
                <a:solidFill>
                  <a:schemeClr val="bg1"/>
                </a:solidFill>
              </a:rPr>
              <a:t>athematical</a:t>
            </a:r>
            <a:r>
              <a:rPr lang="en-US" sz="2400" b="1" dirty="0">
                <a:solidFill>
                  <a:schemeClr val="bg1"/>
                </a:solidFill>
              </a:rPr>
              <a:t> F</a:t>
            </a:r>
            <a:r>
              <a:rPr lang="en-US" sz="2400" b="1" cap="small" dirty="0">
                <a:solidFill>
                  <a:schemeClr val="bg1"/>
                </a:solidFill>
              </a:rPr>
              <a:t>ormula</a:t>
            </a:r>
            <a:endParaRPr sz="2400" b="1" dirty="0">
              <a:solidFill>
                <a:schemeClr val="bg1"/>
              </a:solidFill>
            </a:endParaRPr>
          </a:p>
        </p:txBody>
      </p:sp>
      <p:pic>
        <p:nvPicPr>
          <p:cNvPr id="833" name="Google Shape;833;p45"/>
          <p:cNvPicPr preferRelativeResize="0"/>
          <p:nvPr/>
        </p:nvPicPr>
        <p:blipFill>
          <a:blip r:embed="rId3">
            <a:alphaModFix/>
          </a:blip>
          <a:stretch>
            <a:fillRect/>
          </a:stretch>
        </p:blipFill>
        <p:spPr>
          <a:xfrm>
            <a:off x="682385" y="1020398"/>
            <a:ext cx="7779229" cy="3417131"/>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CFA56020-17C4-4D42-9FC4-A1D0501DD68C}"/>
                  </a:ext>
                </a:extLst>
              </p14:cNvPr>
              <p14:cNvContentPartPr/>
              <p14:nvPr/>
            </p14:nvContentPartPr>
            <p14:xfrm>
              <a:off x="1160640" y="1326600"/>
              <a:ext cx="7288920" cy="5277960"/>
            </p14:xfrm>
          </p:contentPart>
        </mc:Choice>
        <mc:Fallback>
          <p:pic>
            <p:nvPicPr>
              <p:cNvPr id="2" name="Ink 1">
                <a:extLst>
                  <a:ext uri="{FF2B5EF4-FFF2-40B4-BE49-F238E27FC236}">
                    <a16:creationId xmlns:a16="http://schemas.microsoft.com/office/drawing/2014/main" id="{CFA56020-17C4-4D42-9FC4-A1D0501DD68C}"/>
                  </a:ext>
                </a:extLst>
              </p:cNvPr>
              <p:cNvPicPr/>
              <p:nvPr/>
            </p:nvPicPr>
            <p:blipFill>
              <a:blip r:embed="rId5"/>
              <a:stretch>
                <a:fillRect/>
              </a:stretch>
            </p:blipFill>
            <p:spPr>
              <a:xfrm>
                <a:off x="1151280" y="1317240"/>
                <a:ext cx="7307640" cy="5296680"/>
              </a:xfrm>
              <a:prstGeom prst="rect">
                <a:avLst/>
              </a:prstGeom>
            </p:spPr>
          </p:pic>
        </mc:Fallback>
      </mc:AlternateContent>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49"/>
          <p:cNvSpPr txBox="1">
            <a:spLocks noGrp="1"/>
          </p:cNvSpPr>
          <p:nvPr>
            <p:ph type="title" idx="4294967295"/>
          </p:nvPr>
        </p:nvSpPr>
        <p:spPr>
          <a:xfrm>
            <a:off x="0" y="285657"/>
            <a:ext cx="4770438"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W</a:t>
            </a:r>
            <a:r>
              <a:rPr lang="en-US" sz="2400" b="1" cap="small" dirty="0">
                <a:solidFill>
                  <a:schemeClr val="bg1"/>
                </a:solidFill>
              </a:rPr>
              <a:t>hen</a:t>
            </a:r>
            <a:r>
              <a:rPr lang="en-US" sz="2400" b="1" dirty="0">
                <a:solidFill>
                  <a:schemeClr val="bg1"/>
                </a:solidFill>
              </a:rPr>
              <a:t> </a:t>
            </a:r>
            <a:r>
              <a:rPr lang="en-US" sz="2400" b="1" cap="small" dirty="0">
                <a:solidFill>
                  <a:schemeClr val="bg1"/>
                </a:solidFill>
              </a:rPr>
              <a:t>to</a:t>
            </a:r>
            <a:r>
              <a:rPr lang="en-US" sz="2400" b="1" dirty="0">
                <a:solidFill>
                  <a:schemeClr val="bg1"/>
                </a:solidFill>
              </a:rPr>
              <a:t> U</a:t>
            </a:r>
            <a:r>
              <a:rPr lang="en-US" sz="2400" b="1" cap="small" dirty="0">
                <a:solidFill>
                  <a:schemeClr val="bg1"/>
                </a:solidFill>
              </a:rPr>
              <a:t>se</a:t>
            </a:r>
            <a:r>
              <a:rPr lang="en-US" sz="2400" b="1" dirty="0">
                <a:solidFill>
                  <a:schemeClr val="bg1"/>
                </a:solidFill>
              </a:rPr>
              <a:t> B</a:t>
            </a:r>
            <a:r>
              <a:rPr lang="en-US" sz="2400" b="1" cap="small" dirty="0">
                <a:solidFill>
                  <a:schemeClr val="bg1"/>
                </a:solidFill>
              </a:rPr>
              <a:t>idirectional</a:t>
            </a:r>
            <a:r>
              <a:rPr lang="en-US" sz="2400" b="1" dirty="0">
                <a:solidFill>
                  <a:schemeClr val="bg1"/>
                </a:solidFill>
              </a:rPr>
              <a:t> RNN</a:t>
            </a:r>
            <a:r>
              <a:rPr lang="en-US" sz="2400" b="1" cap="small" dirty="0">
                <a:solidFill>
                  <a:schemeClr val="bg1"/>
                </a:solidFill>
              </a:rPr>
              <a:t>s</a:t>
            </a:r>
            <a:endParaRPr sz="2400" b="1" dirty="0">
              <a:solidFill>
                <a:schemeClr val="bg1"/>
              </a:solidFill>
            </a:endParaRPr>
          </a:p>
        </p:txBody>
      </p:sp>
      <p:sp>
        <p:nvSpPr>
          <p:cNvPr id="874" name="Google Shape;874;p49"/>
          <p:cNvSpPr txBox="1"/>
          <p:nvPr/>
        </p:nvSpPr>
        <p:spPr>
          <a:xfrm>
            <a:off x="1002173" y="1134679"/>
            <a:ext cx="7568085" cy="4728853"/>
          </a:xfrm>
          <a:prstGeom prst="rect">
            <a:avLst/>
          </a:prstGeom>
          <a:noFill/>
          <a:ln>
            <a:noFill/>
          </a:ln>
        </p:spPr>
        <p:txBody>
          <a:bodyPr spcFirstLastPara="1" wrap="square" lIns="0" tIns="100705" rIns="0" bIns="0" anchor="t" anchorCtr="0">
            <a:spAutoFit/>
          </a:bodyPr>
          <a:lstStyle/>
          <a:p>
            <a:pPr marL="326032"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Use bidirectional RNNs when</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595"/>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Entire sequence available before prediction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Task benefits from future context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2" marR="28197" indent="-285750" defTabSz="1450147" hangingPunct="1">
              <a:lnSpc>
                <a:spcPct val="1189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Examples: text classification, named entity recognition, machine translation (encoder)</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26032" indent="-285750" defTabSz="1450147" hangingPunct="1">
              <a:spcBef>
                <a:spcPts val="619"/>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Do NOT use when</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595"/>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Real-time/online prediction required</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Causal modeling (future cannot influence past)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2" marR="269888" indent="-285750" defTabSz="1450147" hangingPunct="1">
              <a:lnSpc>
                <a:spcPct val="1189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Examples: language modeling, real-time speech recognition, time series forecasting</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26032" indent="-285750" defTabSz="1450147" hangingPunct="1">
              <a:spcBef>
                <a:spcPts val="619"/>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Key limitation</a:t>
            </a:r>
            <a:r>
              <a:rPr lang="en-US" dirty="0">
                <a:latin typeface="Calibri" panose="020F0502020204030204" pitchFamily="34" charset="0"/>
                <a:ea typeface="Calibri" panose="020F0502020204030204" pitchFamily="34" charset="0"/>
                <a:cs typeface="Calibri" panose="020F0502020204030204" pitchFamily="34" charset="0"/>
                <a:sym typeface="Tahoma"/>
              </a:rPr>
              <a:t>: Must process entire sequence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603"/>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Cannot make predictions until sequence complete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Higher computational cost (two RNNs)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Not suitable for streaming applications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C92AD5C-41BF-462C-BAF4-15EB0A996A81}"/>
                  </a:ext>
                </a:extLst>
              </p14:cNvPr>
              <p14:cNvContentPartPr/>
              <p14:nvPr/>
            </p14:nvContentPartPr>
            <p14:xfrm>
              <a:off x="495720" y="1283760"/>
              <a:ext cx="5196960" cy="2298600"/>
            </p14:xfrm>
          </p:contentPart>
        </mc:Choice>
        <mc:Fallback>
          <p:pic>
            <p:nvPicPr>
              <p:cNvPr id="2" name="Ink 1">
                <a:extLst>
                  <a:ext uri="{FF2B5EF4-FFF2-40B4-BE49-F238E27FC236}">
                    <a16:creationId xmlns:a16="http://schemas.microsoft.com/office/drawing/2014/main" id="{CC92AD5C-41BF-462C-BAF4-15EB0A996A81}"/>
                  </a:ext>
                </a:extLst>
              </p:cNvPr>
              <p:cNvPicPr/>
              <p:nvPr/>
            </p:nvPicPr>
            <p:blipFill>
              <a:blip r:embed="rId4"/>
              <a:stretch>
                <a:fillRect/>
              </a:stretch>
            </p:blipFill>
            <p:spPr>
              <a:xfrm>
                <a:off x="486360" y="1274400"/>
                <a:ext cx="5215680" cy="2317320"/>
              </a:xfrm>
              <a:prstGeom prst="rect">
                <a:avLst/>
              </a:prstGeom>
            </p:spPr>
          </p:pic>
        </mc:Fallback>
      </mc:AlternateContent>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51"/>
          <p:cNvSpPr txBox="1">
            <a:spLocks noGrp="1"/>
          </p:cNvSpPr>
          <p:nvPr>
            <p:ph type="title" idx="4294967295"/>
          </p:nvPr>
        </p:nvSpPr>
        <p:spPr>
          <a:xfrm>
            <a:off x="0" y="268660"/>
            <a:ext cx="6061075" cy="455268"/>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D</a:t>
            </a:r>
            <a:r>
              <a:rPr lang="en-US" sz="2400" b="1" cap="small" dirty="0">
                <a:solidFill>
                  <a:schemeClr val="bg1"/>
                </a:solidFill>
              </a:rPr>
              <a:t>eep</a:t>
            </a:r>
            <a:r>
              <a:rPr lang="en-US" sz="2400" b="1" dirty="0">
                <a:solidFill>
                  <a:schemeClr val="bg1"/>
                </a:solidFill>
              </a:rPr>
              <a:t> (S</a:t>
            </a:r>
            <a:r>
              <a:rPr lang="en-US" sz="2400" b="1" cap="small" dirty="0">
                <a:solidFill>
                  <a:schemeClr val="bg1"/>
                </a:solidFill>
              </a:rPr>
              <a:t>tacked</a:t>
            </a:r>
            <a:r>
              <a:rPr lang="en-US" sz="2400" b="1" dirty="0">
                <a:solidFill>
                  <a:schemeClr val="bg1"/>
                </a:solidFill>
              </a:rPr>
              <a:t>) RNN</a:t>
            </a:r>
            <a:r>
              <a:rPr lang="en-US" sz="2400" b="1" cap="small" dirty="0">
                <a:solidFill>
                  <a:schemeClr val="bg1"/>
                </a:solidFill>
              </a:rPr>
              <a:t>s</a:t>
            </a:r>
            <a:r>
              <a:rPr lang="en-US" sz="2400" b="1" dirty="0">
                <a:solidFill>
                  <a:schemeClr val="bg1"/>
                </a:solidFill>
              </a:rPr>
              <a:t>: </a:t>
            </a:r>
            <a:r>
              <a:rPr lang="en-US" sz="2800" b="1" dirty="0">
                <a:solidFill>
                  <a:schemeClr val="bg1"/>
                </a:solidFill>
              </a:rPr>
              <a:t>M</a:t>
            </a:r>
            <a:r>
              <a:rPr lang="en-US" sz="2800" b="1" cap="small" dirty="0">
                <a:solidFill>
                  <a:schemeClr val="bg1"/>
                </a:solidFill>
              </a:rPr>
              <a:t>otivation</a:t>
            </a:r>
            <a:endParaRPr sz="2800" b="1" dirty="0">
              <a:solidFill>
                <a:schemeClr val="bg1"/>
              </a:solidFill>
            </a:endParaRPr>
          </a:p>
        </p:txBody>
      </p:sp>
      <p:sp>
        <p:nvSpPr>
          <p:cNvPr id="909" name="Google Shape;909;p51"/>
          <p:cNvSpPr txBox="1"/>
          <p:nvPr/>
        </p:nvSpPr>
        <p:spPr>
          <a:xfrm>
            <a:off x="220032" y="938798"/>
            <a:ext cx="7408932" cy="5644709"/>
          </a:xfrm>
          <a:prstGeom prst="rect">
            <a:avLst/>
          </a:prstGeom>
          <a:noFill/>
          <a:ln>
            <a:noFill/>
          </a:ln>
        </p:spPr>
        <p:txBody>
          <a:bodyPr spcFirstLastPara="1" wrap="square" lIns="0" tIns="103718" rIns="0" bIns="0" anchor="t" anchorCtr="0">
            <a:spAutoFit/>
          </a:bodyPr>
          <a:lstStyle/>
          <a:p>
            <a:pPr marL="403323" indent="-342900" defTabSz="1450147" hangingPunct="1">
              <a:lnSpc>
                <a:spcPct val="150000"/>
              </a:lnSpc>
              <a:buClr>
                <a:srgbClr val="000000"/>
              </a:buClr>
              <a:buFont typeface="Wingdings" panose="05000000000000000000" pitchFamily="2" charset="2"/>
              <a:buChar char="Ø"/>
            </a:pPr>
            <a:r>
              <a:rPr lang="en-US" sz="20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Why stack RNN layers?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sym typeface="Tahoma"/>
              </a:rPr>
              <a:t>Single RNN layer: limited representational capacity</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sym typeface="Tahoma"/>
              </a:rPr>
              <a:t>Deep networks learn hierarchical features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sym typeface="Tahoma"/>
              </a:rPr>
              <a:t>Lower layers: simple patterns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sym typeface="Tahoma"/>
              </a:rPr>
              <a:t>Higher layers: complex, abstract patterns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403323" indent="-342900" defTabSz="1450147" hangingPunct="1">
              <a:lnSpc>
                <a:spcPct val="150000"/>
              </a:lnSpc>
              <a:buClr>
                <a:srgbClr val="000000"/>
              </a:buClr>
              <a:buFont typeface="Wingdings" panose="05000000000000000000" pitchFamily="2" charset="2"/>
              <a:buChar char="Ø"/>
            </a:pPr>
            <a:r>
              <a:rPr lang="en-US" sz="20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Examples of hierarchical features</a:t>
            </a:r>
            <a:r>
              <a:rPr lang="en-US" sz="2000" dirty="0">
                <a:latin typeface="Calibri" panose="020F0502020204030204" pitchFamily="34" charset="0"/>
                <a:ea typeface="Calibri" panose="020F0502020204030204" pitchFamily="34" charset="0"/>
                <a:cs typeface="Calibri" panose="020F0502020204030204" pitchFamily="34" charset="0"/>
                <a:sym typeface="Tahoma"/>
              </a:rPr>
              <a:t>:</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Text</a:t>
            </a:r>
            <a:r>
              <a:rPr lang="en-US" sz="2000" dirty="0">
                <a:latin typeface="Calibri" panose="020F0502020204030204" pitchFamily="34" charset="0"/>
                <a:ea typeface="Calibri" panose="020F0502020204030204" pitchFamily="34" charset="0"/>
                <a:cs typeface="Calibri" panose="020F0502020204030204" pitchFamily="34" charset="0"/>
                <a:sym typeface="Tahoma"/>
              </a:rPr>
              <a:t>: characters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words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phrases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sentences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Speech</a:t>
            </a:r>
            <a:r>
              <a:rPr lang="en-US" sz="2000" dirty="0">
                <a:latin typeface="Calibri" panose="020F0502020204030204" pitchFamily="34" charset="0"/>
                <a:ea typeface="Calibri" panose="020F0502020204030204" pitchFamily="34" charset="0"/>
                <a:cs typeface="Calibri" panose="020F0502020204030204" pitchFamily="34" charset="0"/>
                <a:sym typeface="Tahoma"/>
              </a:rPr>
              <a:t>: phonemes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syllables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words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Time series</a:t>
            </a:r>
            <a:r>
              <a:rPr lang="en-US" sz="2000" dirty="0">
                <a:latin typeface="Calibri" panose="020F0502020204030204" pitchFamily="34" charset="0"/>
                <a:ea typeface="Calibri" panose="020F0502020204030204" pitchFamily="34" charset="0"/>
                <a:cs typeface="Calibri" panose="020F0502020204030204" pitchFamily="34" charset="0"/>
                <a:sym typeface="Tahoma"/>
              </a:rPr>
              <a:t>: short-term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medium-term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long-term trends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403323" indent="-342900" defTabSz="1450147" hangingPunct="1">
              <a:lnSpc>
                <a:spcPct val="150000"/>
              </a:lnSpc>
              <a:buClr>
                <a:srgbClr val="000000"/>
              </a:buClr>
              <a:buFont typeface="Wingdings" panose="05000000000000000000" pitchFamily="2" charset="2"/>
              <a:buChar char="Ø"/>
            </a:pPr>
            <a:r>
              <a:rPr lang="en-US" sz="20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Empirical observation</a:t>
            </a:r>
            <a:r>
              <a:rPr lang="en-US" sz="2000" dirty="0">
                <a:latin typeface="Calibri" panose="020F0502020204030204" pitchFamily="34" charset="0"/>
                <a:ea typeface="Calibri" panose="020F0502020204030204" pitchFamily="34" charset="0"/>
                <a:cs typeface="Calibri" panose="020F0502020204030204" pitchFamily="34" charset="0"/>
                <a:sym typeface="Tahoma"/>
              </a:rPr>
              <a:t>:</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sym typeface="Tahoma"/>
              </a:rPr>
              <a:t>Deeper RNNs often outperform wider single-layer RNNs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sym typeface="Tahoma"/>
              </a:rPr>
              <a:t>Typical depth: 2-4 layers (diminishing returns beyond this)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1358317-6F1C-4231-A1C5-2CF6C4BDA86B}"/>
                  </a:ext>
                </a:extLst>
              </p14:cNvPr>
              <p14:cNvContentPartPr/>
              <p14:nvPr/>
            </p14:nvContentPartPr>
            <p14:xfrm>
              <a:off x="876960" y="732960"/>
              <a:ext cx="7806960" cy="5846040"/>
            </p14:xfrm>
          </p:contentPart>
        </mc:Choice>
        <mc:Fallback>
          <p:pic>
            <p:nvPicPr>
              <p:cNvPr id="2" name="Ink 1">
                <a:extLst>
                  <a:ext uri="{FF2B5EF4-FFF2-40B4-BE49-F238E27FC236}">
                    <a16:creationId xmlns:a16="http://schemas.microsoft.com/office/drawing/2014/main" id="{F1358317-6F1C-4231-A1C5-2CF6C4BDA86B}"/>
                  </a:ext>
                </a:extLst>
              </p:cNvPr>
              <p:cNvPicPr/>
              <p:nvPr/>
            </p:nvPicPr>
            <p:blipFill>
              <a:blip r:embed="rId4"/>
              <a:stretch>
                <a:fillRect/>
              </a:stretch>
            </p:blipFill>
            <p:spPr>
              <a:xfrm>
                <a:off x="867600" y="723600"/>
                <a:ext cx="7825680" cy="5864760"/>
              </a:xfrm>
              <a:prstGeom prst="rect">
                <a:avLst/>
              </a:prstGeom>
            </p:spPr>
          </p:pic>
        </mc:Fallback>
      </mc:AlternateContent>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58"/>
          <p:cNvSpPr txBox="1">
            <a:spLocks noGrp="1"/>
          </p:cNvSpPr>
          <p:nvPr>
            <p:ph type="title" idx="4294967295"/>
          </p:nvPr>
        </p:nvSpPr>
        <p:spPr>
          <a:xfrm>
            <a:off x="44825" y="286309"/>
            <a:ext cx="5638800"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D</a:t>
            </a:r>
            <a:r>
              <a:rPr lang="en-US" sz="2400" b="1" cap="small" dirty="0">
                <a:solidFill>
                  <a:schemeClr val="bg1"/>
                </a:solidFill>
              </a:rPr>
              <a:t>eep</a:t>
            </a:r>
            <a:r>
              <a:rPr lang="en-US" sz="2400" b="1" dirty="0">
                <a:solidFill>
                  <a:schemeClr val="bg1"/>
                </a:solidFill>
              </a:rPr>
              <a:t> RNN: G</a:t>
            </a:r>
            <a:r>
              <a:rPr lang="en-US" sz="2400" b="1" cap="small" dirty="0">
                <a:solidFill>
                  <a:schemeClr val="bg1"/>
                </a:solidFill>
              </a:rPr>
              <a:t>radient</a:t>
            </a:r>
            <a:r>
              <a:rPr lang="en-US" sz="2400" b="1" dirty="0">
                <a:solidFill>
                  <a:schemeClr val="bg1"/>
                </a:solidFill>
              </a:rPr>
              <a:t> F</a:t>
            </a:r>
            <a:r>
              <a:rPr lang="en-US" sz="2400" b="1" cap="small" dirty="0">
                <a:solidFill>
                  <a:schemeClr val="bg1"/>
                </a:solidFill>
              </a:rPr>
              <a:t>low</a:t>
            </a:r>
            <a:r>
              <a:rPr lang="en-US" sz="2400" b="1" dirty="0">
                <a:solidFill>
                  <a:schemeClr val="bg1"/>
                </a:solidFill>
              </a:rPr>
              <a:t> C</a:t>
            </a:r>
            <a:r>
              <a:rPr lang="en-US" sz="2400" b="1" cap="small" dirty="0">
                <a:solidFill>
                  <a:schemeClr val="bg1"/>
                </a:solidFill>
              </a:rPr>
              <a:t>onsiderations</a:t>
            </a:r>
            <a:endParaRPr sz="2400" b="1" dirty="0">
              <a:solidFill>
                <a:schemeClr val="bg1"/>
              </a:solidFill>
            </a:endParaRPr>
          </a:p>
        </p:txBody>
      </p:sp>
      <p:sp>
        <p:nvSpPr>
          <p:cNvPr id="1008" name="Google Shape;1008;p58"/>
          <p:cNvSpPr txBox="1"/>
          <p:nvPr/>
        </p:nvSpPr>
        <p:spPr>
          <a:xfrm>
            <a:off x="1002172" y="1030950"/>
            <a:ext cx="6797121" cy="4732000"/>
          </a:xfrm>
          <a:prstGeom prst="rect">
            <a:avLst/>
          </a:prstGeom>
          <a:noFill/>
          <a:ln>
            <a:noFill/>
          </a:ln>
        </p:spPr>
        <p:txBody>
          <a:bodyPr spcFirstLastPara="1" wrap="square" lIns="0" tIns="63436" rIns="0" bIns="0" anchor="t" anchorCtr="0">
            <a:spAutoFit/>
          </a:bodyPr>
          <a:lstStyle/>
          <a:p>
            <a:pPr marL="326032"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Gradient must flow through</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Time (horizontal connections within each layer)</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Depth (vertical connections between layers)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26032" indent="-285750" defTabSz="1450147" hangingPunct="1">
              <a:spcBef>
                <a:spcPts val="222"/>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Compound vanishing gradient problem</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Gradients vanish in time dimension (as in single-layer RNN)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Additional vanishing through depth</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Problem is more severe than single-layer RNN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26032" indent="-285750" defTabSz="1450147" hangingPunct="1">
              <a:spcBef>
                <a:spcPts val="222"/>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Mitigation strategies</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Use LSTM/GRU cells instead of vanilla RNN (upcoming)</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Skip connections between layers (residual connections)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Careful initialization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Layer normalization</a:t>
            </a:r>
          </a:p>
          <a:p>
            <a:pPr marL="571751" indent="-285750" defTabSz="1450147" hangingPunct="1">
              <a:spcBef>
                <a:spcPts val="341"/>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Practical limit</a:t>
            </a:r>
            <a:r>
              <a:rPr lang="en-US" dirty="0">
                <a:latin typeface="Calibri" panose="020F0502020204030204" pitchFamily="34" charset="0"/>
                <a:ea typeface="Calibri" panose="020F0502020204030204" pitchFamily="34" charset="0"/>
                <a:cs typeface="Calibri" panose="020F0502020204030204" pitchFamily="34" charset="0"/>
                <a:sym typeface="Tahoma"/>
              </a:rPr>
              <a:t>: Typically 2-4 layers</a:t>
            </a: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  Deeper networks harder to train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Diminishing returns beyond 4 layers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1128" y="1057836"/>
            <a:ext cx="8821744" cy="3711388"/>
          </a:xfrm>
          <a:prstGeom prst="rect">
            <a:avLst/>
          </a:prstGeom>
        </p:spPr>
      </p:pic>
      <p:sp>
        <p:nvSpPr>
          <p:cNvPr id="3" name="Title 2"/>
          <p:cNvSpPr txBox="1">
            <a:spLocks/>
          </p:cNvSpPr>
          <p:nvPr/>
        </p:nvSpPr>
        <p:spPr>
          <a:xfrm>
            <a:off x="98784" y="379219"/>
            <a:ext cx="3410990" cy="415397"/>
          </a:xfrm>
          <a:prstGeom prst="rect">
            <a:avLst/>
          </a:prstGeom>
        </p:spPr>
        <p:txBody>
          <a:bodyPr/>
          <a:lstStyle>
            <a:lvl1pPr>
              <a:defRPr>
                <a:latin typeface="+mj-lt"/>
                <a:ea typeface="+mj-ea"/>
                <a:cs typeface="+mj-cs"/>
              </a:defRPr>
            </a:lvl1pPr>
          </a:lstStyle>
          <a:p>
            <a:pPr marL="0" marR="0" lvl="0" indent="0" algn="l" defTabSz="1450147" rtl="0" eaLnBrk="1" fontAlgn="auto" latinLnBrk="0" hangingPunct="1">
              <a:lnSpc>
                <a:spcPct val="100000"/>
              </a:lnSpc>
              <a:spcBef>
                <a:spcPts val="0"/>
              </a:spcBef>
              <a:spcAft>
                <a:spcPts val="0"/>
              </a:spcAft>
              <a:buClrTx/>
              <a:buSzTx/>
              <a:buFontTx/>
              <a:buNone/>
              <a:tabLst/>
              <a:defRPr/>
            </a:pPr>
            <a:r>
              <a:rPr kumimoji="0" lang="en-US" sz="2855" b="1" i="0" u="none" strike="noStrike" kern="0" cap="none" spc="0" normalizeH="0" baseline="0" noProof="0" dirty="0">
                <a:ln>
                  <a:noFill/>
                </a:ln>
                <a:solidFill>
                  <a:schemeClr val="bg1"/>
                </a:solidFill>
                <a:effectLst/>
                <a:uLnTx/>
                <a:uFillTx/>
                <a:latin typeface="Calibri"/>
                <a:cs typeface="Arial"/>
                <a:sym typeface="Arial"/>
              </a:rPr>
              <a:t>RNN - Example</a:t>
            </a:r>
            <a:endParaRPr kumimoji="0" lang="en-IN" sz="2855" b="1" i="0" u="none" strike="noStrike" kern="0" cap="none" spc="0" normalizeH="0" baseline="0" noProof="0" dirty="0">
              <a:ln>
                <a:noFill/>
              </a:ln>
              <a:solidFill>
                <a:schemeClr val="bg1"/>
              </a:solidFill>
              <a:effectLst/>
              <a:uLnTx/>
              <a:uFillTx/>
              <a:latin typeface="Calibri"/>
              <a:cs typeface="Arial"/>
              <a:sym typeface="Arial"/>
            </a:endParaRPr>
          </a:p>
        </p:txBody>
      </p:sp>
    </p:spTree>
    <p:extLst>
      <p:ext uri="{BB962C8B-B14F-4D97-AF65-F5344CB8AC3E}">
        <p14:creationId xmlns:p14="http://schemas.microsoft.com/office/powerpoint/2010/main" val="999328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322729" y="1012078"/>
            <a:ext cx="8059270" cy="2779993"/>
          </a:xfrm>
        </p:spPr>
        <p:txBody>
          <a:bodyPr>
            <a:normAutofit/>
          </a:bodyPr>
          <a:lstStyle/>
          <a:p>
            <a:pPr marL="0" indent="0" algn="just">
              <a:lnSpc>
                <a:spcPct val="110000"/>
              </a:lnSpc>
              <a:buNone/>
            </a:pPr>
            <a:r>
              <a:rPr lang="en-US" sz="1903" b="1" spc="8" dirty="0">
                <a:latin typeface="Calibri" panose="020F0502020204030204" pitchFamily="34" charset="0"/>
                <a:cs typeface="Calibri" panose="020F0502020204030204" pitchFamily="34" charset="0"/>
              </a:rPr>
              <a:t>Example:</a:t>
            </a:r>
          </a:p>
          <a:p>
            <a:pPr marR="32384" algn="just">
              <a:lnSpc>
                <a:spcPct val="110000"/>
              </a:lnSpc>
              <a:buClr>
                <a:srgbClr val="8C1515"/>
              </a:buClr>
              <a:tabLst>
                <a:tab pos="313837" algn="l"/>
                <a:tab pos="314313" algn="l"/>
                <a:tab pos="6604866" algn="l"/>
              </a:tabLst>
            </a:pPr>
            <a:r>
              <a:rPr lang="en-US" sz="1903" b="1" spc="-3" dirty="0">
                <a:latin typeface="Calibri" panose="020F0502020204030204" pitchFamily="34" charset="0"/>
                <a:cs typeface="Calibri" panose="020F0502020204030204" pitchFamily="34" charset="0"/>
              </a:rPr>
              <a:t>LM </a:t>
            </a:r>
            <a:r>
              <a:rPr lang="en-US" sz="1903" b="1" dirty="0">
                <a:latin typeface="Calibri" panose="020F0502020204030204" pitchFamily="34" charset="0"/>
                <a:cs typeface="Calibri" panose="020F0502020204030204" pitchFamily="34" charset="0"/>
              </a:rPr>
              <a:t>task: </a:t>
            </a:r>
            <a:r>
              <a:rPr lang="en-US" sz="1903" i="1" dirty="0">
                <a:latin typeface="Calibri" panose="020F0502020204030204" pitchFamily="34" charset="0"/>
                <a:cs typeface="Calibri" panose="020F0502020204030204" pitchFamily="34" charset="0"/>
              </a:rPr>
              <a:t>When she </a:t>
            </a:r>
            <a:r>
              <a:rPr lang="en-US" sz="1903" i="1" spc="-3" dirty="0">
                <a:latin typeface="Calibri" panose="020F0502020204030204" pitchFamily="34" charset="0"/>
                <a:cs typeface="Calibri" panose="020F0502020204030204" pitchFamily="34" charset="0"/>
              </a:rPr>
              <a:t>tried to print </a:t>
            </a:r>
            <a:r>
              <a:rPr lang="en-US" sz="1903" i="1" dirty="0">
                <a:latin typeface="Calibri" panose="020F0502020204030204" pitchFamily="34" charset="0"/>
                <a:cs typeface="Calibri" panose="020F0502020204030204" pitchFamily="34" charset="0"/>
              </a:rPr>
              <a:t>her </a:t>
            </a:r>
            <a:r>
              <a:rPr lang="en-US" sz="1903" i="1" spc="-3" dirty="0">
                <a:latin typeface="Calibri" panose="020F0502020204030204" pitchFamily="34" charset="0"/>
                <a:cs typeface="Calibri" panose="020F0502020204030204" pitchFamily="34" charset="0"/>
              </a:rPr>
              <a:t>tickets, </a:t>
            </a:r>
            <a:r>
              <a:rPr lang="en-US" sz="1903" i="1" dirty="0">
                <a:latin typeface="Calibri" panose="020F0502020204030204" pitchFamily="34" charset="0"/>
                <a:cs typeface="Calibri" panose="020F0502020204030204" pitchFamily="34" charset="0"/>
              </a:rPr>
              <a:t>she found </a:t>
            </a:r>
            <a:r>
              <a:rPr lang="en-US" sz="1903" i="1" spc="-3" dirty="0">
                <a:latin typeface="Calibri" panose="020F0502020204030204" pitchFamily="34" charset="0"/>
                <a:cs typeface="Calibri" panose="020F0502020204030204" pitchFamily="34" charset="0"/>
              </a:rPr>
              <a:t>that the printer was </a:t>
            </a:r>
            <a:r>
              <a:rPr lang="en-US" sz="1903" i="1" dirty="0">
                <a:latin typeface="Calibri" panose="020F0502020204030204" pitchFamily="34" charset="0"/>
                <a:cs typeface="Calibri" panose="020F0502020204030204" pitchFamily="34" charset="0"/>
              </a:rPr>
              <a:t>out of toner. </a:t>
            </a:r>
            <a:r>
              <a:rPr lang="en-US" sz="1903" i="1" spc="-398" dirty="0">
                <a:latin typeface="Calibri" panose="020F0502020204030204" pitchFamily="34" charset="0"/>
                <a:cs typeface="Calibri" panose="020F0502020204030204" pitchFamily="34" charset="0"/>
              </a:rPr>
              <a:t> </a:t>
            </a:r>
            <a:r>
              <a:rPr lang="en-US" sz="1903" i="1" dirty="0">
                <a:latin typeface="Calibri" panose="020F0502020204030204" pitchFamily="34" charset="0"/>
                <a:cs typeface="Calibri" panose="020F0502020204030204" pitchFamily="34" charset="0"/>
              </a:rPr>
              <a:t>She went </a:t>
            </a:r>
            <a:r>
              <a:rPr lang="en-US" sz="1903" i="1" spc="-3" dirty="0">
                <a:latin typeface="Calibri" panose="020F0502020204030204" pitchFamily="34" charset="0"/>
                <a:cs typeface="Calibri" panose="020F0502020204030204" pitchFamily="34" charset="0"/>
              </a:rPr>
              <a:t>to the stationery </a:t>
            </a:r>
            <a:r>
              <a:rPr lang="en-US" sz="1903" i="1" dirty="0">
                <a:latin typeface="Calibri" panose="020F0502020204030204" pitchFamily="34" charset="0"/>
                <a:cs typeface="Calibri" panose="020F0502020204030204" pitchFamily="34" charset="0"/>
              </a:rPr>
              <a:t>store </a:t>
            </a:r>
            <a:r>
              <a:rPr lang="en-US" sz="1903" i="1" spc="-3" dirty="0">
                <a:latin typeface="Calibri" panose="020F0502020204030204" pitchFamily="34" charset="0"/>
                <a:cs typeface="Calibri" panose="020F0502020204030204" pitchFamily="34" charset="0"/>
              </a:rPr>
              <a:t>to </a:t>
            </a:r>
            <a:r>
              <a:rPr lang="en-US" sz="1903" i="1" dirty="0">
                <a:latin typeface="Calibri" panose="020F0502020204030204" pitchFamily="34" charset="0"/>
                <a:cs typeface="Calibri" panose="020F0502020204030204" pitchFamily="34" charset="0"/>
              </a:rPr>
              <a:t>buy more toner. </a:t>
            </a:r>
            <a:r>
              <a:rPr lang="en-US" sz="1903" i="1" spc="-3" dirty="0">
                <a:latin typeface="Calibri" panose="020F0502020204030204" pitchFamily="34" charset="0"/>
                <a:cs typeface="Calibri" panose="020F0502020204030204" pitchFamily="34" charset="0"/>
              </a:rPr>
              <a:t>It was </a:t>
            </a:r>
            <a:r>
              <a:rPr lang="en-US" sz="1903" i="1" dirty="0">
                <a:latin typeface="Calibri" panose="020F0502020204030204" pitchFamily="34" charset="0"/>
                <a:cs typeface="Calibri" panose="020F0502020204030204" pitchFamily="34" charset="0"/>
              </a:rPr>
              <a:t>very overpriced. </a:t>
            </a:r>
            <a:r>
              <a:rPr lang="en-US" sz="1903" i="1" spc="-3" dirty="0">
                <a:latin typeface="Calibri" panose="020F0502020204030204" pitchFamily="34" charset="0"/>
                <a:cs typeface="Calibri" panose="020F0502020204030204" pitchFamily="34" charset="0"/>
              </a:rPr>
              <a:t>After </a:t>
            </a:r>
            <a:r>
              <a:rPr lang="en-US" sz="1903" i="1" dirty="0">
                <a:latin typeface="Calibri" panose="020F0502020204030204" pitchFamily="34" charset="0"/>
                <a:cs typeface="Calibri" panose="020F0502020204030204" pitchFamily="34" charset="0"/>
              </a:rPr>
              <a:t> </a:t>
            </a:r>
            <a:r>
              <a:rPr lang="en-US" sz="1903" i="1" spc="-3" dirty="0">
                <a:latin typeface="Calibri" panose="020F0502020204030204" pitchFamily="34" charset="0"/>
                <a:cs typeface="Calibri" panose="020F0502020204030204" pitchFamily="34" charset="0"/>
              </a:rPr>
              <a:t>installing the</a:t>
            </a:r>
            <a:r>
              <a:rPr lang="en-US" sz="1903" i="1" dirty="0">
                <a:latin typeface="Calibri" panose="020F0502020204030204" pitchFamily="34" charset="0"/>
                <a:cs typeface="Calibri" panose="020F0502020204030204" pitchFamily="34" charset="0"/>
              </a:rPr>
              <a:t> toner </a:t>
            </a:r>
            <a:r>
              <a:rPr lang="en-US" sz="1903" i="1" spc="-3" dirty="0">
                <a:latin typeface="Calibri" panose="020F0502020204030204" pitchFamily="34" charset="0"/>
                <a:cs typeface="Calibri" panose="020F0502020204030204" pitchFamily="34" charset="0"/>
              </a:rPr>
              <a:t>into</a:t>
            </a:r>
            <a:r>
              <a:rPr lang="en-US" sz="1903" i="1" spc="3" dirty="0">
                <a:latin typeface="Calibri" panose="020F0502020204030204" pitchFamily="34" charset="0"/>
                <a:cs typeface="Calibri" panose="020F0502020204030204" pitchFamily="34" charset="0"/>
              </a:rPr>
              <a:t> </a:t>
            </a:r>
            <a:r>
              <a:rPr lang="en-US" sz="1903" i="1" spc="-3" dirty="0">
                <a:latin typeface="Calibri" panose="020F0502020204030204" pitchFamily="34" charset="0"/>
                <a:cs typeface="Calibri" panose="020F0502020204030204" pitchFamily="34" charset="0"/>
              </a:rPr>
              <a:t>the</a:t>
            </a:r>
            <a:r>
              <a:rPr lang="en-US" sz="1903" i="1" dirty="0">
                <a:latin typeface="Calibri" panose="020F0502020204030204" pitchFamily="34" charset="0"/>
                <a:cs typeface="Calibri" panose="020F0502020204030204" pitchFamily="34" charset="0"/>
              </a:rPr>
              <a:t> </a:t>
            </a:r>
            <a:r>
              <a:rPr lang="en-US" sz="1903" i="1" spc="-3" dirty="0">
                <a:latin typeface="Calibri" panose="020F0502020204030204" pitchFamily="34" charset="0"/>
                <a:cs typeface="Calibri" panose="020F0502020204030204" pitchFamily="34" charset="0"/>
              </a:rPr>
              <a:t>printer, </a:t>
            </a:r>
            <a:r>
              <a:rPr lang="en-US" sz="1903" i="1" dirty="0">
                <a:latin typeface="Calibri" panose="020F0502020204030204" pitchFamily="34" charset="0"/>
                <a:cs typeface="Calibri" panose="020F0502020204030204" pitchFamily="34" charset="0"/>
              </a:rPr>
              <a:t>she </a:t>
            </a:r>
            <a:r>
              <a:rPr lang="en-US" sz="1903" i="1" spc="-3" dirty="0">
                <a:latin typeface="Calibri" panose="020F0502020204030204" pitchFamily="34" charset="0"/>
                <a:cs typeface="Calibri" panose="020F0502020204030204" pitchFamily="34" charset="0"/>
              </a:rPr>
              <a:t>finally</a:t>
            </a:r>
            <a:r>
              <a:rPr lang="en-US" sz="1903" i="1" dirty="0">
                <a:latin typeface="Calibri" panose="020F0502020204030204" pitchFamily="34" charset="0"/>
                <a:cs typeface="Calibri" panose="020F0502020204030204" pitchFamily="34" charset="0"/>
              </a:rPr>
              <a:t> </a:t>
            </a:r>
            <a:r>
              <a:rPr lang="en-US" sz="1903" i="1" spc="-3" dirty="0">
                <a:latin typeface="Calibri" panose="020F0502020204030204" pitchFamily="34" charset="0"/>
                <a:cs typeface="Calibri" panose="020F0502020204030204" pitchFamily="34" charset="0"/>
              </a:rPr>
              <a:t>printed</a:t>
            </a:r>
            <a:r>
              <a:rPr lang="en-US" sz="1903" i="1" dirty="0">
                <a:latin typeface="Calibri" panose="020F0502020204030204" pitchFamily="34" charset="0"/>
                <a:cs typeface="Calibri" panose="020F0502020204030204" pitchFamily="34" charset="0"/>
              </a:rPr>
              <a:t> her</a:t>
            </a:r>
            <a:r>
              <a:rPr lang="en-US" sz="1903" i="1" spc="-3" dirty="0">
                <a:latin typeface="Calibri" panose="020F0502020204030204" pitchFamily="34" charset="0"/>
                <a:cs typeface="Calibri" panose="020F0502020204030204" pitchFamily="34" charset="0"/>
              </a:rPr>
              <a:t> </a:t>
            </a:r>
            <a:r>
              <a:rPr lang="en-US" sz="1903" u="heavy" dirty="0">
                <a:uFill>
                  <a:solidFill>
                    <a:srgbClr val="000000"/>
                  </a:solidFill>
                </a:uFill>
                <a:latin typeface="Calibri" panose="020F0502020204030204" pitchFamily="34" charset="0"/>
                <a:cs typeface="Calibri" panose="020F0502020204030204" pitchFamily="34" charset="0"/>
              </a:rPr>
              <a:t> 	</a:t>
            </a:r>
            <a:endParaRPr lang="en-US" sz="1903" dirty="0">
              <a:latin typeface="Calibri" panose="020F0502020204030204" pitchFamily="34" charset="0"/>
              <a:cs typeface="Calibri" panose="020F0502020204030204" pitchFamily="34" charset="0"/>
            </a:endParaRPr>
          </a:p>
          <a:p>
            <a:pPr algn="just">
              <a:lnSpc>
                <a:spcPct val="110000"/>
              </a:lnSpc>
              <a:buClr>
                <a:srgbClr val="8C1515"/>
              </a:buClr>
              <a:buFont typeface="Times New Roman"/>
              <a:buChar char="•"/>
            </a:pPr>
            <a:endParaRPr lang="en-US" sz="1903" dirty="0">
              <a:latin typeface="Calibri" panose="020F0502020204030204" pitchFamily="34" charset="0"/>
              <a:cs typeface="Calibri" panose="020F0502020204030204" pitchFamily="34" charset="0"/>
            </a:endParaRPr>
          </a:p>
          <a:p>
            <a:pPr marR="597672" algn="just">
              <a:lnSpc>
                <a:spcPct val="110000"/>
              </a:lnSpc>
              <a:buClr>
                <a:srgbClr val="8C1515"/>
              </a:buClr>
              <a:tabLst>
                <a:tab pos="313837" algn="l"/>
                <a:tab pos="314313" algn="l"/>
              </a:tabLst>
            </a:pPr>
            <a:r>
              <a:rPr lang="en-US" sz="1903" spc="-3" dirty="0">
                <a:solidFill>
                  <a:schemeClr val="tx1"/>
                </a:solidFill>
                <a:latin typeface="Calibri" panose="020F0502020204030204" pitchFamily="34" charset="0"/>
                <a:cs typeface="Calibri" panose="020F0502020204030204" pitchFamily="34" charset="0"/>
              </a:rPr>
              <a:t>D</a:t>
            </a:r>
            <a:r>
              <a:rPr lang="en-US" sz="1903" dirty="0">
                <a:solidFill>
                  <a:schemeClr val="tx1"/>
                </a:solidFill>
                <a:latin typeface="Calibri" panose="020F0502020204030204" pitchFamily="34" charset="0"/>
                <a:cs typeface="Calibri" panose="020F0502020204030204" pitchFamily="34" charset="0"/>
              </a:rPr>
              <a:t>ependency </a:t>
            </a:r>
            <a:r>
              <a:rPr lang="en-US" sz="1903" spc="-393" dirty="0">
                <a:solidFill>
                  <a:schemeClr val="tx1"/>
                </a:solidFill>
                <a:latin typeface="Calibri" panose="020F0502020204030204" pitchFamily="34" charset="0"/>
                <a:cs typeface="Calibri" panose="020F0502020204030204" pitchFamily="34" charset="0"/>
              </a:rPr>
              <a:t> </a:t>
            </a:r>
            <a:r>
              <a:rPr lang="en-US" sz="1903" dirty="0">
                <a:latin typeface="Calibri" panose="020F0502020204030204" pitchFamily="34" charset="0"/>
                <a:cs typeface="Calibri" panose="020F0502020204030204" pitchFamily="34" charset="0"/>
              </a:rPr>
              <a:t>between </a:t>
            </a:r>
            <a:r>
              <a:rPr lang="en-US" sz="1903" i="1" spc="-3" dirty="0">
                <a:latin typeface="Calibri" panose="020F0502020204030204" pitchFamily="34" charset="0"/>
                <a:cs typeface="Calibri" panose="020F0502020204030204" pitchFamily="34" charset="0"/>
              </a:rPr>
              <a:t>“tickets”</a:t>
            </a:r>
            <a:r>
              <a:rPr lang="en-US" sz="1903" i="1" spc="-11" dirty="0">
                <a:latin typeface="Calibri" panose="020F0502020204030204" pitchFamily="34" charset="0"/>
                <a:cs typeface="Calibri" panose="020F0502020204030204" pitchFamily="34" charset="0"/>
              </a:rPr>
              <a:t> </a:t>
            </a:r>
            <a:r>
              <a:rPr lang="en-US" sz="1903" spc="-3" dirty="0">
                <a:latin typeface="Calibri" panose="020F0502020204030204" pitchFamily="34" charset="0"/>
                <a:cs typeface="Calibri" panose="020F0502020204030204" pitchFamily="34" charset="0"/>
              </a:rPr>
              <a:t>on</a:t>
            </a:r>
            <a:r>
              <a:rPr lang="en-US" sz="1903" dirty="0">
                <a:latin typeface="Calibri" panose="020F0502020204030204" pitchFamily="34" charset="0"/>
                <a:cs typeface="Calibri" panose="020F0502020204030204" pitchFamily="34" charset="0"/>
              </a:rPr>
              <a:t> </a:t>
            </a:r>
            <a:r>
              <a:rPr lang="en-US" sz="1903" spc="-3" dirty="0">
                <a:latin typeface="Calibri" panose="020F0502020204030204" pitchFamily="34" charset="0"/>
                <a:cs typeface="Calibri" panose="020F0502020204030204" pitchFamily="34" charset="0"/>
              </a:rPr>
              <a:t>the</a:t>
            </a:r>
            <a:r>
              <a:rPr lang="en-US" sz="1903" dirty="0">
                <a:latin typeface="Calibri" panose="020F0502020204030204" pitchFamily="34" charset="0"/>
                <a:cs typeface="Calibri" panose="020F0502020204030204" pitchFamily="34" charset="0"/>
              </a:rPr>
              <a:t> </a:t>
            </a:r>
            <a:r>
              <a:rPr lang="en-US" sz="1903" spc="-3" dirty="0">
                <a:latin typeface="Calibri" panose="020F0502020204030204" pitchFamily="34" charset="0"/>
                <a:cs typeface="Calibri" panose="020F0502020204030204" pitchFamily="34" charset="0"/>
              </a:rPr>
              <a:t>7</a:t>
            </a:r>
            <a:r>
              <a:rPr lang="en-US" sz="1903" spc="-5" baseline="24305" dirty="0">
                <a:latin typeface="Calibri" panose="020F0502020204030204" pitchFamily="34" charset="0"/>
                <a:cs typeface="Calibri" panose="020F0502020204030204" pitchFamily="34" charset="0"/>
              </a:rPr>
              <a:t>th</a:t>
            </a:r>
            <a:r>
              <a:rPr lang="en-US" sz="1903" spc="197" baseline="24305" dirty="0">
                <a:latin typeface="Calibri" panose="020F0502020204030204" pitchFamily="34" charset="0"/>
                <a:cs typeface="Calibri" panose="020F0502020204030204" pitchFamily="34" charset="0"/>
              </a:rPr>
              <a:t> </a:t>
            </a:r>
            <a:r>
              <a:rPr lang="en-US" sz="1903" spc="-3" dirty="0">
                <a:latin typeface="Calibri" panose="020F0502020204030204" pitchFamily="34" charset="0"/>
                <a:cs typeface="Calibri" panose="020F0502020204030204" pitchFamily="34" charset="0"/>
              </a:rPr>
              <a:t>step </a:t>
            </a:r>
            <a:r>
              <a:rPr lang="en-US" sz="1903" dirty="0">
                <a:latin typeface="Calibri" panose="020F0502020204030204" pitchFamily="34" charset="0"/>
                <a:cs typeface="Calibri" panose="020F0502020204030204" pitchFamily="34" charset="0"/>
              </a:rPr>
              <a:t>and </a:t>
            </a:r>
            <a:r>
              <a:rPr lang="en-US" sz="1903" spc="-3" dirty="0">
                <a:latin typeface="Calibri" panose="020F0502020204030204" pitchFamily="34" charset="0"/>
                <a:cs typeface="Calibri" panose="020F0502020204030204" pitchFamily="34" charset="0"/>
              </a:rPr>
              <a:t>the</a:t>
            </a:r>
            <a:r>
              <a:rPr lang="en-US" sz="1903" dirty="0">
                <a:latin typeface="Calibri" panose="020F0502020204030204" pitchFamily="34" charset="0"/>
                <a:cs typeface="Calibri" panose="020F0502020204030204" pitchFamily="34" charset="0"/>
              </a:rPr>
              <a:t> </a:t>
            </a:r>
            <a:r>
              <a:rPr lang="en-US" sz="1903" spc="-3" dirty="0">
                <a:latin typeface="Calibri" panose="020F0502020204030204" pitchFamily="34" charset="0"/>
                <a:cs typeface="Calibri" panose="020F0502020204030204" pitchFamily="34" charset="0"/>
              </a:rPr>
              <a:t>target word </a:t>
            </a:r>
            <a:r>
              <a:rPr lang="en-US" sz="1903" i="1" spc="-3" dirty="0">
                <a:latin typeface="Calibri" panose="020F0502020204030204" pitchFamily="34" charset="0"/>
                <a:cs typeface="Calibri" panose="020F0502020204030204" pitchFamily="34" charset="0"/>
              </a:rPr>
              <a:t>“tickets”</a:t>
            </a:r>
            <a:r>
              <a:rPr lang="en-US" sz="1903" i="1" spc="-11" dirty="0">
                <a:latin typeface="Calibri" panose="020F0502020204030204" pitchFamily="34" charset="0"/>
                <a:cs typeface="Calibri" panose="020F0502020204030204" pitchFamily="34" charset="0"/>
              </a:rPr>
              <a:t> </a:t>
            </a:r>
            <a:r>
              <a:rPr lang="en-US" sz="1903" dirty="0">
                <a:latin typeface="Calibri" panose="020F0502020204030204" pitchFamily="34" charset="0"/>
                <a:cs typeface="Calibri" panose="020F0502020204030204" pitchFamily="34" charset="0"/>
              </a:rPr>
              <a:t>at</a:t>
            </a:r>
            <a:r>
              <a:rPr lang="en-US" sz="1903" spc="-3" dirty="0">
                <a:latin typeface="Calibri" panose="020F0502020204030204" pitchFamily="34" charset="0"/>
                <a:cs typeface="Calibri" panose="020F0502020204030204" pitchFamily="34" charset="0"/>
              </a:rPr>
              <a:t> the</a:t>
            </a:r>
            <a:r>
              <a:rPr lang="en-US" sz="1903" dirty="0">
                <a:latin typeface="Calibri" panose="020F0502020204030204" pitchFamily="34" charset="0"/>
                <a:cs typeface="Calibri" panose="020F0502020204030204" pitchFamily="34" charset="0"/>
              </a:rPr>
              <a:t> end.</a:t>
            </a:r>
            <a:endParaRPr lang="en-IN" dirty="0"/>
          </a:p>
        </p:txBody>
      </p:sp>
      <p:sp>
        <p:nvSpPr>
          <p:cNvPr id="3" name="Title 2"/>
          <p:cNvSpPr>
            <a:spLocks noGrp="1"/>
          </p:cNvSpPr>
          <p:nvPr>
            <p:ph type="title" idx="4294967295"/>
          </p:nvPr>
        </p:nvSpPr>
        <p:spPr>
          <a:xfrm>
            <a:off x="0" y="371008"/>
            <a:ext cx="5656263" cy="414337"/>
          </a:xfrm>
        </p:spPr>
        <p:txBody>
          <a:bodyPr>
            <a:noAutofit/>
          </a:bodyPr>
          <a:lstStyle/>
          <a:p>
            <a:r>
              <a:rPr lang="en-US" sz="2400" dirty="0">
                <a:solidFill>
                  <a:schemeClr val="bg1"/>
                </a:solidFill>
                <a:latin typeface="Calibri" panose="020F0502020204030204" pitchFamily="34" charset="0"/>
                <a:cs typeface="Calibri" panose="020F0502020204030204" pitchFamily="34" charset="0"/>
              </a:rPr>
              <a:t>Long term dependency example</a:t>
            </a:r>
            <a:endParaRPr lang="en-IN" sz="2400" dirty="0">
              <a:solidFill>
                <a:schemeClr val="bg1"/>
              </a:solidFill>
              <a:latin typeface="Calibri" panose="020F0502020204030204" pitchFamily="34" charset="0"/>
              <a:cs typeface="Calibri" panose="020F0502020204030204" pitchFamily="34"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5525F8B-89AC-4C4D-B020-A7067EECFDE4}"/>
                  </a:ext>
                </a:extLst>
              </p14:cNvPr>
              <p14:cNvContentPartPr/>
              <p14:nvPr/>
            </p14:nvContentPartPr>
            <p14:xfrm>
              <a:off x="562680" y="1005480"/>
              <a:ext cx="8361000" cy="4843800"/>
            </p14:xfrm>
          </p:contentPart>
        </mc:Choice>
        <mc:Fallback>
          <p:pic>
            <p:nvPicPr>
              <p:cNvPr id="4" name="Ink 3">
                <a:extLst>
                  <a:ext uri="{FF2B5EF4-FFF2-40B4-BE49-F238E27FC236}">
                    <a16:creationId xmlns:a16="http://schemas.microsoft.com/office/drawing/2014/main" id="{95525F8B-89AC-4C4D-B020-A7067EECFDE4}"/>
                  </a:ext>
                </a:extLst>
              </p:cNvPr>
              <p:cNvPicPr/>
              <p:nvPr/>
            </p:nvPicPr>
            <p:blipFill>
              <a:blip r:embed="rId3"/>
              <a:stretch>
                <a:fillRect/>
              </a:stretch>
            </p:blipFill>
            <p:spPr>
              <a:xfrm>
                <a:off x="553320" y="996120"/>
                <a:ext cx="8379720" cy="4862520"/>
              </a:xfrm>
              <a:prstGeom prst="rect">
                <a:avLst/>
              </a:prstGeom>
            </p:spPr>
          </p:pic>
        </mc:Fallback>
      </mc:AlternateContent>
    </p:spTree>
    <p:extLst>
      <p:ext uri="{BB962C8B-B14F-4D97-AF65-F5344CB8AC3E}">
        <p14:creationId xmlns:p14="http://schemas.microsoft.com/office/powerpoint/2010/main" val="875684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385482" y="1581150"/>
            <a:ext cx="8301318" cy="2865344"/>
          </a:xfrm>
        </p:spPr>
        <p:txBody>
          <a:bodyPr>
            <a:normAutofit/>
          </a:bodyPr>
          <a:lstStyle/>
          <a:p>
            <a:pPr marL="815708" indent="-453171">
              <a:lnSpc>
                <a:spcPct val="150000"/>
              </a:lnSpc>
              <a:buFont typeface="Wingdings" panose="05000000000000000000" pitchFamily="2" charset="2"/>
              <a:buChar char="Ø"/>
            </a:pPr>
            <a:r>
              <a:rPr lang="en-IN" sz="1903" dirty="0">
                <a:latin typeface="Calibri" panose="020F0502020204030204" pitchFamily="34" charset="0"/>
                <a:cs typeface="Calibri" panose="020F0502020204030204" pitchFamily="34" charset="0"/>
              </a:rPr>
              <a:t>Length of a sentence is an issue with RNN</a:t>
            </a:r>
          </a:p>
          <a:p>
            <a:pPr marL="815708" indent="-453171">
              <a:lnSpc>
                <a:spcPct val="150000"/>
              </a:lnSpc>
              <a:buFont typeface="Wingdings" panose="05000000000000000000" pitchFamily="2" charset="2"/>
              <a:buChar char="Ø"/>
            </a:pPr>
            <a:r>
              <a:rPr lang="en-IN" sz="1903" dirty="0">
                <a:latin typeface="Calibri" panose="020F0502020204030204" pitchFamily="34" charset="0"/>
                <a:cs typeface="Calibri" panose="020F0502020204030204" pitchFamily="34" charset="0"/>
              </a:rPr>
              <a:t>Vanishing and exploding gradient are issues</a:t>
            </a:r>
          </a:p>
          <a:p>
            <a:pPr marL="815708" indent="-453171">
              <a:lnSpc>
                <a:spcPct val="150000"/>
              </a:lnSpc>
              <a:buFont typeface="Wingdings" panose="05000000000000000000" pitchFamily="2" charset="2"/>
              <a:buChar char="Ø"/>
            </a:pPr>
            <a:r>
              <a:rPr lang="en-IN" sz="1903" dirty="0">
                <a:latin typeface="Calibri" panose="020F0502020204030204" pitchFamily="34" charset="0"/>
                <a:cs typeface="Calibri" panose="020F0502020204030204" pitchFamily="34" charset="0"/>
              </a:rPr>
              <a:t>LSTM is an extension for RNN , which basically extends the memory</a:t>
            </a:r>
          </a:p>
          <a:p>
            <a:pPr marL="815708" indent="-453171">
              <a:lnSpc>
                <a:spcPct val="150000"/>
              </a:lnSpc>
              <a:buFont typeface="Wingdings" panose="05000000000000000000" pitchFamily="2" charset="2"/>
              <a:buChar char="Ø"/>
            </a:pPr>
            <a:r>
              <a:rPr lang="en-IN" sz="1903" dirty="0">
                <a:latin typeface="Calibri" panose="020F0502020204030204" pitchFamily="34" charset="0"/>
                <a:cs typeface="Calibri" panose="020F0502020204030204" pitchFamily="34" charset="0"/>
              </a:rPr>
              <a:t>LSTM can read , write and delete information from its memory</a:t>
            </a:r>
          </a:p>
          <a:p>
            <a:pPr marL="815708" indent="-453171">
              <a:lnSpc>
                <a:spcPct val="150000"/>
              </a:lnSpc>
              <a:buFont typeface="Wingdings" panose="05000000000000000000" pitchFamily="2" charset="2"/>
              <a:buChar char="Ø"/>
            </a:pPr>
            <a:r>
              <a:rPr lang="en-IN" sz="1903" dirty="0">
                <a:latin typeface="Calibri" panose="020F0502020204030204" pitchFamily="34" charset="0"/>
                <a:cs typeface="Calibri" panose="020F0502020204030204" pitchFamily="34" charset="0"/>
              </a:rPr>
              <a:t>LSTN will have 3 gates </a:t>
            </a:r>
          </a:p>
          <a:p>
            <a:pPr marL="705437" indent="-342900">
              <a:lnSpc>
                <a:spcPct val="150000"/>
              </a:lnSpc>
              <a:buFont typeface="Courier New" panose="02070309020205020404" pitchFamily="49" charset="0"/>
              <a:buChar char="o"/>
            </a:pPr>
            <a:r>
              <a:rPr lang="en-IN" sz="1903" dirty="0">
                <a:latin typeface="Calibri" panose="020F0502020204030204" pitchFamily="34" charset="0"/>
                <a:cs typeface="Calibri" panose="020F0502020204030204" pitchFamily="34" charset="0"/>
              </a:rPr>
              <a:t>           i.e. input gate , forget gate and output gate</a:t>
            </a:r>
          </a:p>
        </p:txBody>
      </p:sp>
      <p:sp>
        <p:nvSpPr>
          <p:cNvPr id="3" name="Title 2"/>
          <p:cNvSpPr>
            <a:spLocks noGrp="1"/>
          </p:cNvSpPr>
          <p:nvPr>
            <p:ph type="title" idx="4294967295"/>
          </p:nvPr>
        </p:nvSpPr>
        <p:spPr>
          <a:xfrm>
            <a:off x="0" y="281361"/>
            <a:ext cx="7986712" cy="415925"/>
          </a:xfrm>
        </p:spPr>
        <p:txBody>
          <a:bodyPr>
            <a:noAutofit/>
          </a:bodyPr>
          <a:lstStyle/>
          <a:p>
            <a:r>
              <a:rPr lang="en-US" sz="2800" b="1" dirty="0">
                <a:solidFill>
                  <a:schemeClr val="bg1"/>
                </a:solidFill>
                <a:latin typeface="Calibri" panose="020F0502020204030204" pitchFamily="34" charset="0"/>
                <a:cs typeface="Calibri" panose="020F0502020204030204" pitchFamily="34" charset="0"/>
              </a:rPr>
              <a:t>Long Short Term Memory - LSTM</a:t>
            </a:r>
            <a:endParaRPr lang="en-IN" sz="2800" dirty="0">
              <a:solidFill>
                <a:schemeClr val="bg1"/>
              </a:solidFill>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2362A75-6572-43FF-98D1-6FF969675745}"/>
                  </a:ext>
                </a:extLst>
              </p14:cNvPr>
              <p14:cNvContentPartPr/>
              <p14:nvPr/>
            </p14:nvContentPartPr>
            <p14:xfrm>
              <a:off x="874800" y="2497680"/>
              <a:ext cx="7586640" cy="2588760"/>
            </p14:xfrm>
          </p:contentPart>
        </mc:Choice>
        <mc:Fallback>
          <p:pic>
            <p:nvPicPr>
              <p:cNvPr id="4" name="Ink 3">
                <a:extLst>
                  <a:ext uri="{FF2B5EF4-FFF2-40B4-BE49-F238E27FC236}">
                    <a16:creationId xmlns:a16="http://schemas.microsoft.com/office/drawing/2014/main" id="{72362A75-6572-43FF-98D1-6FF969675745}"/>
                  </a:ext>
                </a:extLst>
              </p:cNvPr>
              <p:cNvPicPr/>
              <p:nvPr/>
            </p:nvPicPr>
            <p:blipFill>
              <a:blip r:embed="rId3"/>
              <a:stretch>
                <a:fillRect/>
              </a:stretch>
            </p:blipFill>
            <p:spPr>
              <a:xfrm>
                <a:off x="865440" y="2488320"/>
                <a:ext cx="7605360" cy="2607480"/>
              </a:xfrm>
              <a:prstGeom prst="rect">
                <a:avLst/>
              </a:prstGeom>
            </p:spPr>
          </p:pic>
        </mc:Fallback>
      </mc:AlternateContent>
    </p:spTree>
    <p:extLst>
      <p:ext uri="{BB962C8B-B14F-4D97-AF65-F5344CB8AC3E}">
        <p14:creationId xmlns:p14="http://schemas.microsoft.com/office/powerpoint/2010/main" val="351724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374649" y="1009274"/>
            <a:ext cx="8007350" cy="3380477"/>
          </a:xfrm>
        </p:spPr>
        <p:txBody>
          <a:bodyPr/>
          <a:lstStyle/>
          <a:p>
            <a:pPr marL="271903" indent="-271903">
              <a:buFont typeface="Wingdings" panose="05000000000000000000" pitchFamily="2" charset="2"/>
              <a:buChar char="Ø"/>
            </a:pPr>
            <a:r>
              <a:rPr lang="en-US" sz="1903" dirty="0">
                <a:latin typeface="Calibri" panose="020F0502020204030204" pitchFamily="34" charset="0"/>
                <a:cs typeface="Calibri" panose="020F0502020204030204" pitchFamily="34" charset="0"/>
              </a:rPr>
              <a:t>Building block of an LSTM is a memory cell, which replaces the hidden </a:t>
            </a:r>
            <a:r>
              <a:rPr lang="en-IN" sz="1903" dirty="0">
                <a:latin typeface="Calibri" panose="020F0502020204030204" pitchFamily="34" charset="0"/>
                <a:cs typeface="Calibri" panose="020F0502020204030204" pitchFamily="34" charset="0"/>
              </a:rPr>
              <a:t>layer of standard RNNs</a:t>
            </a:r>
          </a:p>
          <a:p>
            <a:pPr marL="271903" indent="-271903">
              <a:buFont typeface="Wingdings" panose="05000000000000000000" pitchFamily="2" charset="2"/>
              <a:buChar char="Ø"/>
            </a:pPr>
            <a:r>
              <a:rPr lang="en-US" sz="1903" dirty="0">
                <a:latin typeface="Calibri" panose="020F0502020204030204" pitchFamily="34" charset="0"/>
                <a:cs typeface="Calibri" panose="020F0502020204030204" pitchFamily="34" charset="0"/>
              </a:rPr>
              <a:t>LSTM unit consists of</a:t>
            </a:r>
          </a:p>
          <a:p>
            <a:pPr marL="614790" lvl="1" indent="-271903">
              <a:buFont typeface="Courier New" panose="02070309020205020404" pitchFamily="49" charset="0"/>
              <a:buChar char="o"/>
            </a:pPr>
            <a:r>
              <a:rPr lang="en-US" sz="1903" dirty="0">
                <a:latin typeface="Calibri" panose="020F0502020204030204" pitchFamily="34" charset="0"/>
                <a:cs typeface="Calibri" panose="020F0502020204030204" pitchFamily="34" charset="0"/>
              </a:rPr>
              <a:t>Cell state (C</a:t>
            </a:r>
            <a:r>
              <a:rPr lang="en-US" sz="1903" baseline="-25000" dirty="0">
                <a:latin typeface="Calibri" panose="020F0502020204030204" pitchFamily="34" charset="0"/>
                <a:cs typeface="Calibri" panose="020F0502020204030204" pitchFamily="34" charset="0"/>
              </a:rPr>
              <a:t>t</a:t>
            </a:r>
            <a:r>
              <a:rPr lang="en-US" sz="1903" dirty="0">
                <a:latin typeface="Calibri" panose="020F0502020204030204" pitchFamily="34" charset="0"/>
                <a:cs typeface="Calibri" panose="020F0502020204030204" pitchFamily="34" charset="0"/>
              </a:rPr>
              <a:t>​) → Responsible for carrying long-term memory.</a:t>
            </a:r>
          </a:p>
          <a:p>
            <a:pPr marL="614790" lvl="1" indent="-271903">
              <a:buFont typeface="Courier New" panose="02070309020205020404" pitchFamily="49" charset="0"/>
              <a:buChar char="o"/>
            </a:pPr>
            <a:r>
              <a:rPr lang="en-US" sz="1903" dirty="0">
                <a:latin typeface="Calibri" panose="020F0502020204030204" pitchFamily="34" charset="0"/>
                <a:cs typeface="Calibri" panose="020F0502020204030204" pitchFamily="34" charset="0"/>
              </a:rPr>
              <a:t>Hidden state (</a:t>
            </a:r>
            <a:r>
              <a:rPr lang="en-US" sz="1903" dirty="0" err="1">
                <a:latin typeface="Calibri" panose="020F0502020204030204" pitchFamily="34" charset="0"/>
                <a:cs typeface="Calibri" panose="020F0502020204030204" pitchFamily="34" charset="0"/>
              </a:rPr>
              <a:t>h</a:t>
            </a:r>
            <a:r>
              <a:rPr lang="en-US" sz="1903" baseline="-25000" dirty="0" err="1">
                <a:latin typeface="Calibri" panose="020F0502020204030204" pitchFamily="34" charset="0"/>
                <a:cs typeface="Calibri" panose="020F0502020204030204" pitchFamily="34" charset="0"/>
              </a:rPr>
              <a:t>t</a:t>
            </a:r>
            <a:r>
              <a:rPr lang="en-US" sz="1903" dirty="0">
                <a:latin typeface="Calibri" panose="020F0502020204030204" pitchFamily="34" charset="0"/>
                <a:cs typeface="Calibri" panose="020F0502020204030204" pitchFamily="34" charset="0"/>
              </a:rPr>
              <a:t>​) → Represents the output at each time step.</a:t>
            </a:r>
          </a:p>
          <a:p>
            <a:pPr marL="614790" lvl="1" indent="-271903">
              <a:buFont typeface="Courier New" panose="02070309020205020404" pitchFamily="49" charset="0"/>
              <a:buChar char="o"/>
            </a:pPr>
            <a:r>
              <a:rPr lang="en-US" sz="1903" dirty="0">
                <a:latin typeface="Calibri" panose="020F0502020204030204" pitchFamily="34" charset="0"/>
                <a:cs typeface="Calibri" panose="020F0502020204030204" pitchFamily="34" charset="0"/>
              </a:rPr>
              <a:t>Three gates → Forget Gate, Input Gate, and Output Gate</a:t>
            </a:r>
          </a:p>
          <a:p>
            <a:pPr marL="600052" lvl="1" indent="-257165">
              <a:buFont typeface="Arial" panose="020B0604020202020204" pitchFamily="34" charset="0"/>
              <a:buChar char="•"/>
            </a:pPr>
            <a:endParaRPr lang="en-US" sz="1903" dirty="0">
              <a:latin typeface="Calibri" panose="020F0502020204030204" pitchFamily="34" charset="0"/>
              <a:cs typeface="Calibri" panose="020F0502020204030204" pitchFamily="34" charset="0"/>
            </a:endParaRPr>
          </a:p>
          <a:p>
            <a:pPr marL="271903" marR="9059" indent="-271903">
              <a:lnSpc>
                <a:spcPct val="102600"/>
              </a:lnSpc>
              <a:spcBef>
                <a:spcPts val="317"/>
              </a:spcBef>
              <a:buFont typeface="Wingdings" panose="05000000000000000000" pitchFamily="2" charset="2"/>
              <a:buChar char="Ø"/>
            </a:pPr>
            <a:r>
              <a:rPr lang="en-US" sz="1903" dirty="0">
                <a:latin typeface="Calibri" panose="020F0502020204030204" pitchFamily="34" charset="0"/>
                <a:cs typeface="Calibri" panose="020F0502020204030204" pitchFamily="34" charset="0"/>
              </a:rPr>
              <a:t>LSTM has many variants which include different number of gates and also different arrangement of gates</a:t>
            </a:r>
          </a:p>
          <a:p>
            <a:pPr marL="271903" marR="8053" indent="-271903">
              <a:lnSpc>
                <a:spcPct val="102600"/>
              </a:lnSpc>
              <a:spcBef>
                <a:spcPts val="476"/>
              </a:spcBef>
              <a:buFont typeface="Wingdings" panose="05000000000000000000" pitchFamily="2" charset="2"/>
              <a:buChar char="Ø"/>
            </a:pPr>
            <a:r>
              <a:rPr lang="en-US" sz="1903" dirty="0">
                <a:latin typeface="Calibri" panose="020F0502020204030204" pitchFamily="34" charset="0"/>
                <a:cs typeface="Calibri" panose="020F0502020204030204" pitchFamily="34" charset="0"/>
              </a:rPr>
              <a:t>Another equally popular variant of LSTM is Gated Recurrent Unit(GRU)</a:t>
            </a:r>
          </a:p>
          <a:p>
            <a:pPr marL="257165" indent="-257165">
              <a:buFont typeface="Arial" panose="020B0604020202020204" pitchFamily="34" charset="0"/>
              <a:buChar char="•"/>
            </a:pPr>
            <a:endParaRPr lang="en-US" dirty="0"/>
          </a:p>
          <a:p>
            <a:pPr marL="257165" indent="-257165">
              <a:buFont typeface="Arial" panose="020B0604020202020204" pitchFamily="34" charset="0"/>
              <a:buChar char="•"/>
            </a:pPr>
            <a:endParaRPr lang="en-IN" dirty="0"/>
          </a:p>
        </p:txBody>
      </p:sp>
      <p:sp>
        <p:nvSpPr>
          <p:cNvPr id="3" name="Title 2"/>
          <p:cNvSpPr>
            <a:spLocks noGrp="1"/>
          </p:cNvSpPr>
          <p:nvPr>
            <p:ph type="title" idx="4294967295"/>
          </p:nvPr>
        </p:nvSpPr>
        <p:spPr>
          <a:xfrm>
            <a:off x="0" y="333934"/>
            <a:ext cx="6518275" cy="415925"/>
          </a:xfrm>
        </p:spPr>
        <p:txBody>
          <a:bodyPr>
            <a:noAutofit/>
          </a:bodyPr>
          <a:lstStyle/>
          <a:p>
            <a:r>
              <a:rPr lang="en-US" sz="2400" b="1" dirty="0">
                <a:solidFill>
                  <a:schemeClr val="bg1"/>
                </a:solidFill>
                <a:latin typeface="Calibri" panose="020F0502020204030204" pitchFamily="34" charset="0"/>
                <a:cs typeface="Calibri" panose="020F0502020204030204" pitchFamily="34" charset="0"/>
              </a:rPr>
              <a:t>Long Short Term Memory - LSTM</a:t>
            </a:r>
            <a:endParaRPr lang="en-IN" sz="2400" b="1" dirty="0">
              <a:solidFill>
                <a:schemeClr val="bg1"/>
              </a:solidFill>
              <a:latin typeface="Calibri" panose="020F0502020204030204" pitchFamily="34" charset="0"/>
              <a:cs typeface="Calibri" panose="020F0502020204030204" pitchFamily="34"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C7677F1-1273-4153-B8C0-6942FD389DB0}"/>
                  </a:ext>
                </a:extLst>
              </p14:cNvPr>
              <p14:cNvContentPartPr/>
              <p14:nvPr/>
            </p14:nvContentPartPr>
            <p14:xfrm>
              <a:off x="505440" y="1854720"/>
              <a:ext cx="8143200" cy="3124080"/>
            </p14:xfrm>
          </p:contentPart>
        </mc:Choice>
        <mc:Fallback>
          <p:pic>
            <p:nvPicPr>
              <p:cNvPr id="4" name="Ink 3">
                <a:extLst>
                  <a:ext uri="{FF2B5EF4-FFF2-40B4-BE49-F238E27FC236}">
                    <a16:creationId xmlns:a16="http://schemas.microsoft.com/office/drawing/2014/main" id="{DC7677F1-1273-4153-B8C0-6942FD389DB0}"/>
                  </a:ext>
                </a:extLst>
              </p:cNvPr>
              <p:cNvPicPr/>
              <p:nvPr/>
            </p:nvPicPr>
            <p:blipFill>
              <a:blip r:embed="rId3"/>
              <a:stretch>
                <a:fillRect/>
              </a:stretch>
            </p:blipFill>
            <p:spPr>
              <a:xfrm>
                <a:off x="496080" y="1845360"/>
                <a:ext cx="8161920" cy="3142800"/>
              </a:xfrm>
              <a:prstGeom prst="rect">
                <a:avLst/>
              </a:prstGeom>
            </p:spPr>
          </p:pic>
        </mc:Fallback>
      </mc:AlternateContent>
    </p:spTree>
    <p:extLst>
      <p:ext uri="{BB962C8B-B14F-4D97-AF65-F5344CB8AC3E}">
        <p14:creationId xmlns:p14="http://schemas.microsoft.com/office/powerpoint/2010/main" val="3124238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76"/>
          <p:cNvSpPr txBox="1">
            <a:spLocks noGrp="1"/>
          </p:cNvSpPr>
          <p:nvPr>
            <p:ph type="title" idx="4294967295"/>
          </p:nvPr>
        </p:nvSpPr>
        <p:spPr>
          <a:xfrm>
            <a:off x="0" y="330292"/>
            <a:ext cx="5002213"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LSTM: A</a:t>
            </a:r>
            <a:r>
              <a:rPr lang="en-US" sz="2400" b="1" cap="small" dirty="0">
                <a:solidFill>
                  <a:schemeClr val="bg1"/>
                </a:solidFill>
              </a:rPr>
              <a:t>rchitecture</a:t>
            </a:r>
            <a:r>
              <a:rPr lang="en-US" sz="2400" b="1" dirty="0">
                <a:solidFill>
                  <a:schemeClr val="bg1"/>
                </a:solidFill>
              </a:rPr>
              <a:t> O</a:t>
            </a:r>
            <a:r>
              <a:rPr lang="en-US" sz="2400" b="1" cap="small" dirty="0">
                <a:solidFill>
                  <a:schemeClr val="bg1"/>
                </a:solidFill>
              </a:rPr>
              <a:t>verview</a:t>
            </a:r>
            <a:endParaRPr sz="2400" b="1" dirty="0">
              <a:solidFill>
                <a:schemeClr val="bg1"/>
              </a:solidFill>
            </a:endParaRPr>
          </a:p>
        </p:txBody>
      </p:sp>
      <p:pic>
        <p:nvPicPr>
          <p:cNvPr id="1286" name="Google Shape;1286;p76"/>
          <p:cNvPicPr preferRelativeResize="0"/>
          <p:nvPr/>
        </p:nvPicPr>
        <p:blipFill>
          <a:blip r:embed="rId3">
            <a:alphaModFix/>
          </a:blip>
          <a:stretch>
            <a:fillRect/>
          </a:stretch>
        </p:blipFill>
        <p:spPr>
          <a:xfrm>
            <a:off x="421341" y="930753"/>
            <a:ext cx="7897906" cy="2950966"/>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5A92DD4-7379-406C-A163-0A2DE922E877}"/>
                  </a:ext>
                </a:extLst>
              </p14:cNvPr>
              <p14:cNvContentPartPr/>
              <p14:nvPr/>
            </p14:nvContentPartPr>
            <p14:xfrm>
              <a:off x="4073400" y="1579680"/>
              <a:ext cx="3783960" cy="1527120"/>
            </p14:xfrm>
          </p:contentPart>
        </mc:Choice>
        <mc:Fallback>
          <p:pic>
            <p:nvPicPr>
              <p:cNvPr id="2" name="Ink 1">
                <a:extLst>
                  <a:ext uri="{FF2B5EF4-FFF2-40B4-BE49-F238E27FC236}">
                    <a16:creationId xmlns:a16="http://schemas.microsoft.com/office/drawing/2014/main" id="{E5A92DD4-7379-406C-A163-0A2DE922E877}"/>
                  </a:ext>
                </a:extLst>
              </p:cNvPr>
              <p:cNvPicPr/>
              <p:nvPr/>
            </p:nvPicPr>
            <p:blipFill>
              <a:blip r:embed="rId5"/>
              <a:stretch>
                <a:fillRect/>
              </a:stretch>
            </p:blipFill>
            <p:spPr>
              <a:xfrm>
                <a:off x="4064040" y="1570320"/>
                <a:ext cx="3802680" cy="1545840"/>
              </a:xfrm>
              <a:prstGeom prst="rect">
                <a:avLst/>
              </a:prstGeom>
            </p:spPr>
          </p:pic>
        </mc:Fallback>
      </mc:AlternateContent>
    </p:spTree>
    <p:extLst>
      <p:ext uri="{BB962C8B-B14F-4D97-AF65-F5344CB8AC3E}">
        <p14:creationId xmlns:p14="http://schemas.microsoft.com/office/powerpoint/2010/main" val="3841243083"/>
      </p:ext>
    </p:extLst>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p77"/>
          <p:cNvSpPr txBox="1">
            <a:spLocks noGrp="1"/>
          </p:cNvSpPr>
          <p:nvPr>
            <p:ph type="title" idx="4294967295"/>
          </p:nvPr>
        </p:nvSpPr>
        <p:spPr>
          <a:xfrm>
            <a:off x="0" y="267820"/>
            <a:ext cx="6030913"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LSTM: U</a:t>
            </a:r>
            <a:r>
              <a:rPr lang="en-US" sz="2400" b="1" cap="small" dirty="0">
                <a:solidFill>
                  <a:schemeClr val="bg1"/>
                </a:solidFill>
              </a:rPr>
              <a:t>nrolled</a:t>
            </a:r>
            <a:r>
              <a:rPr lang="en-US" sz="2400" b="1" dirty="0">
                <a:solidFill>
                  <a:schemeClr val="bg1"/>
                </a:solidFill>
              </a:rPr>
              <a:t> A</a:t>
            </a:r>
            <a:r>
              <a:rPr lang="en-US" sz="2400" b="1" cap="small" dirty="0">
                <a:solidFill>
                  <a:schemeClr val="bg1"/>
                </a:solidFill>
              </a:rPr>
              <a:t>rchitecture</a:t>
            </a:r>
            <a:r>
              <a:rPr lang="en-US" sz="2400" b="1" dirty="0">
                <a:solidFill>
                  <a:schemeClr val="bg1"/>
                </a:solidFill>
              </a:rPr>
              <a:t> A</a:t>
            </a:r>
            <a:r>
              <a:rPr lang="en-US" sz="2400" b="1" cap="small" dirty="0">
                <a:solidFill>
                  <a:schemeClr val="bg1"/>
                </a:solidFill>
              </a:rPr>
              <a:t>cross</a:t>
            </a:r>
            <a:r>
              <a:rPr lang="en-US" sz="2400" b="1" dirty="0">
                <a:solidFill>
                  <a:schemeClr val="bg1"/>
                </a:solidFill>
              </a:rPr>
              <a:t> T</a:t>
            </a:r>
            <a:r>
              <a:rPr lang="en-US" sz="2400" b="1" cap="small" dirty="0">
                <a:solidFill>
                  <a:schemeClr val="bg1"/>
                </a:solidFill>
              </a:rPr>
              <a:t>ime</a:t>
            </a:r>
            <a:endParaRPr sz="2400" b="1" dirty="0">
              <a:solidFill>
                <a:schemeClr val="bg1"/>
              </a:solidFill>
            </a:endParaRPr>
          </a:p>
        </p:txBody>
      </p:sp>
      <p:pic>
        <p:nvPicPr>
          <p:cNvPr id="1298" name="Google Shape;1298;p77"/>
          <p:cNvPicPr preferRelativeResize="0"/>
          <p:nvPr/>
        </p:nvPicPr>
        <p:blipFill>
          <a:blip r:embed="rId3">
            <a:alphaModFix/>
          </a:blip>
          <a:stretch>
            <a:fillRect/>
          </a:stretch>
        </p:blipFill>
        <p:spPr>
          <a:xfrm>
            <a:off x="492704" y="1065222"/>
            <a:ext cx="7141369" cy="3327484"/>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7891C60-8B8F-4B07-AB84-C1B81CF01427}"/>
                  </a:ext>
                </a:extLst>
              </p14:cNvPr>
              <p14:cNvContentPartPr/>
              <p14:nvPr/>
            </p14:nvContentPartPr>
            <p14:xfrm>
              <a:off x="691200" y="977760"/>
              <a:ext cx="5936040" cy="2895480"/>
            </p14:xfrm>
          </p:contentPart>
        </mc:Choice>
        <mc:Fallback>
          <p:pic>
            <p:nvPicPr>
              <p:cNvPr id="2" name="Ink 1">
                <a:extLst>
                  <a:ext uri="{FF2B5EF4-FFF2-40B4-BE49-F238E27FC236}">
                    <a16:creationId xmlns:a16="http://schemas.microsoft.com/office/drawing/2014/main" id="{A7891C60-8B8F-4B07-AB84-C1B81CF01427}"/>
                  </a:ext>
                </a:extLst>
              </p:cNvPr>
              <p:cNvPicPr/>
              <p:nvPr/>
            </p:nvPicPr>
            <p:blipFill>
              <a:blip r:embed="rId5"/>
              <a:stretch>
                <a:fillRect/>
              </a:stretch>
            </p:blipFill>
            <p:spPr>
              <a:xfrm>
                <a:off x="681840" y="968400"/>
                <a:ext cx="5954760" cy="2914200"/>
              </a:xfrm>
              <a:prstGeom prst="rect">
                <a:avLst/>
              </a:prstGeom>
            </p:spPr>
          </p:pic>
        </mc:Fallback>
      </mc:AlternateContent>
    </p:spTree>
    <p:extLst>
      <p:ext uri="{BB962C8B-B14F-4D97-AF65-F5344CB8AC3E}">
        <p14:creationId xmlns:p14="http://schemas.microsoft.com/office/powerpoint/2010/main" val="2502207998"/>
      </p:ext>
    </p:extLst>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243" y="855990"/>
            <a:ext cx="4817404" cy="1235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3243" y="2056729"/>
            <a:ext cx="4966428" cy="132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3244" y="3257466"/>
            <a:ext cx="5309496" cy="1430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6"/>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33552" y="855992"/>
            <a:ext cx="3109743" cy="17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TextBox 7"/>
          <p:cNvSpPr txBox="1">
            <a:spLocks noChangeArrowheads="1"/>
          </p:cNvSpPr>
          <p:nvPr/>
        </p:nvSpPr>
        <p:spPr bwMode="auto">
          <a:xfrm>
            <a:off x="5646470" y="2514154"/>
            <a:ext cx="2400016" cy="71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i</a:t>
            </a:r>
            <a:r>
              <a:rPr kumimoji="0" lang="en-US" altLang="en-US" sz="1351" b="0" i="0" u="none" strike="noStrike" kern="1200" cap="none" spc="0" normalizeH="0" baseline="-2500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t </a:t>
            </a: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decides what component </a:t>
            </a:r>
          </a:p>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is to be updated.</a:t>
            </a:r>
          </a:p>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C’</a:t>
            </a:r>
            <a:r>
              <a:rPr kumimoji="0" lang="en-US" altLang="ja-JP" sz="1351" b="0" i="0" u="none" strike="noStrike" kern="1200" cap="none" spc="0" normalizeH="0" baseline="-2500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t</a:t>
            </a:r>
            <a:r>
              <a:rPr kumimoji="0" lang="en-US" altLang="ja-JP"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 provides change contents</a:t>
            </a:r>
            <a:endPar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endParaRPr>
          </a:p>
        </p:txBody>
      </p:sp>
      <p:sp>
        <p:nvSpPr>
          <p:cNvPr id="24582" name="TextBox 8"/>
          <p:cNvSpPr txBox="1">
            <a:spLocks noChangeArrowheads="1"/>
          </p:cNvSpPr>
          <p:nvPr/>
        </p:nvSpPr>
        <p:spPr bwMode="auto">
          <a:xfrm>
            <a:off x="5658382" y="3943602"/>
            <a:ext cx="1896673"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Updating the cell state</a:t>
            </a:r>
          </a:p>
        </p:txBody>
      </p:sp>
      <p:pic>
        <p:nvPicPr>
          <p:cNvPr id="24583" name="Picture 10"/>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1552" y="4515383"/>
            <a:ext cx="5745354" cy="137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TextBox 11"/>
          <p:cNvSpPr txBox="1">
            <a:spLocks noChangeArrowheads="1"/>
          </p:cNvSpPr>
          <p:nvPr/>
        </p:nvSpPr>
        <p:spPr bwMode="auto">
          <a:xfrm>
            <a:off x="5784649" y="5029984"/>
            <a:ext cx="2271776" cy="5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Decide what part of the cell</a:t>
            </a:r>
          </a:p>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state to output</a:t>
            </a:r>
          </a:p>
        </p:txBody>
      </p:sp>
      <mc:AlternateContent xmlns:mc="http://schemas.openxmlformats.org/markup-compatibility/2006" xmlns:p14="http://schemas.microsoft.com/office/powerpoint/2010/main">
        <mc:Choice Requires="p14">
          <p:contentPart p14:bwMode="auto" r:id="rId7">
            <p14:nvContentPartPr>
              <p14:cNvPr id="2" name="Ink 1"/>
              <p14:cNvContentPartPr/>
              <p14:nvPr/>
            </p14:nvContentPartPr>
            <p14:xfrm>
              <a:off x="5784042" y="1059811"/>
              <a:ext cx="3235433" cy="1501533"/>
            </p14:xfrm>
          </p:contentPart>
        </mc:Choice>
        <mc:Fallback xmlns="">
          <p:pic>
            <p:nvPicPr>
              <p:cNvPr id="2" name="Ink 1"/>
              <p:cNvPicPr/>
              <p:nvPr/>
            </p:nvPicPr>
            <p:blipFill>
              <a:blip r:embed="rId8"/>
              <a:stretch>
                <a:fillRect/>
              </a:stretch>
            </p:blipFill>
            <p:spPr>
              <a:xfrm>
                <a:off x="5774682" y="1050449"/>
                <a:ext cx="3254154" cy="1520257"/>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 name="Ink 2">
                <a:extLst>
                  <a:ext uri="{FF2B5EF4-FFF2-40B4-BE49-F238E27FC236}">
                    <a16:creationId xmlns:a16="http://schemas.microsoft.com/office/drawing/2014/main" id="{4394D390-494D-45EA-998B-6A61F1860840}"/>
                  </a:ext>
                </a:extLst>
              </p14:cNvPr>
              <p14:cNvContentPartPr/>
              <p14:nvPr/>
            </p14:nvContentPartPr>
            <p14:xfrm>
              <a:off x="3153600" y="1888920"/>
              <a:ext cx="5576040" cy="4493880"/>
            </p14:xfrm>
          </p:contentPart>
        </mc:Choice>
        <mc:Fallback>
          <p:pic>
            <p:nvPicPr>
              <p:cNvPr id="3" name="Ink 2">
                <a:extLst>
                  <a:ext uri="{FF2B5EF4-FFF2-40B4-BE49-F238E27FC236}">
                    <a16:creationId xmlns:a16="http://schemas.microsoft.com/office/drawing/2014/main" id="{4394D390-494D-45EA-998B-6A61F1860840}"/>
                  </a:ext>
                </a:extLst>
              </p:cNvPr>
              <p:cNvPicPr/>
              <p:nvPr/>
            </p:nvPicPr>
            <p:blipFill>
              <a:blip r:embed="rId10"/>
              <a:stretch>
                <a:fillRect/>
              </a:stretch>
            </p:blipFill>
            <p:spPr>
              <a:xfrm>
                <a:off x="3144240" y="1879560"/>
                <a:ext cx="5594760" cy="4512600"/>
              </a:xfrm>
              <a:prstGeom prst="rect">
                <a:avLst/>
              </a:prstGeom>
            </p:spPr>
          </p:pic>
        </mc:Fallback>
      </mc:AlternateContent>
    </p:spTree>
    <p:extLst>
      <p:ext uri="{BB962C8B-B14F-4D97-AF65-F5344CB8AC3E}">
        <p14:creationId xmlns:p14="http://schemas.microsoft.com/office/powerpoint/2010/main" val="161413745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3243" y="855990"/>
            <a:ext cx="4817404" cy="1235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6"/>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33552" y="855992"/>
            <a:ext cx="3109743" cy="17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5784042" y="1059811"/>
              <a:ext cx="3235433" cy="1501533"/>
            </p14:xfrm>
          </p:contentPart>
        </mc:Choice>
        <mc:Fallback xmlns="">
          <p:pic>
            <p:nvPicPr>
              <p:cNvPr id="2" name="Ink 1"/>
              <p:cNvPicPr/>
              <p:nvPr/>
            </p:nvPicPr>
            <p:blipFill>
              <a:blip r:embed="rId6"/>
              <a:stretch>
                <a:fillRect/>
              </a:stretch>
            </p:blipFill>
            <p:spPr>
              <a:xfrm>
                <a:off x="5774682" y="1050449"/>
                <a:ext cx="3254154" cy="1520257"/>
              </a:xfrm>
              <a:prstGeom prst="rect">
                <a:avLst/>
              </a:prstGeom>
            </p:spPr>
          </p:pic>
        </mc:Fallback>
      </mc:AlternateContent>
    </p:spTree>
    <p:extLst>
      <p:ext uri="{BB962C8B-B14F-4D97-AF65-F5344CB8AC3E}">
        <p14:creationId xmlns:p14="http://schemas.microsoft.com/office/powerpoint/2010/main" val="17485773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243" y="2056729"/>
            <a:ext cx="4966428" cy="132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3552" y="855992"/>
            <a:ext cx="3109743" cy="17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TextBox 7"/>
          <p:cNvSpPr txBox="1">
            <a:spLocks noChangeArrowheads="1"/>
          </p:cNvSpPr>
          <p:nvPr/>
        </p:nvSpPr>
        <p:spPr bwMode="auto">
          <a:xfrm>
            <a:off x="5646470" y="2514154"/>
            <a:ext cx="2400016" cy="71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i</a:t>
            </a:r>
            <a:r>
              <a:rPr kumimoji="0" lang="en-US" altLang="en-US" sz="1351" b="0" i="0" u="none" strike="noStrike" kern="1200" cap="none" spc="0" normalizeH="0" baseline="-2500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t </a:t>
            </a: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decides what component </a:t>
            </a:r>
          </a:p>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is to be updated.</a:t>
            </a:r>
          </a:p>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C’</a:t>
            </a:r>
            <a:r>
              <a:rPr kumimoji="0" lang="en-US" altLang="ja-JP" sz="1351" b="0" i="0" u="none" strike="noStrike" kern="1200" cap="none" spc="0" normalizeH="0" baseline="-2500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t</a:t>
            </a:r>
            <a:r>
              <a:rPr kumimoji="0" lang="en-US" altLang="ja-JP"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 provides change contents</a:t>
            </a:r>
            <a:endPar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5784042" y="1059811"/>
              <a:ext cx="3235433" cy="1501533"/>
            </p14:xfrm>
          </p:contentPart>
        </mc:Choice>
        <mc:Fallback xmlns="">
          <p:pic>
            <p:nvPicPr>
              <p:cNvPr id="2" name="Ink 1"/>
              <p:cNvPicPr/>
              <p:nvPr/>
            </p:nvPicPr>
            <p:blipFill>
              <a:blip r:embed="rId5"/>
              <a:stretch>
                <a:fillRect/>
              </a:stretch>
            </p:blipFill>
            <p:spPr>
              <a:xfrm>
                <a:off x="5774682" y="1050449"/>
                <a:ext cx="3254154" cy="1520257"/>
              </a:xfrm>
              <a:prstGeom prst="rect">
                <a:avLst/>
              </a:prstGeom>
            </p:spPr>
          </p:pic>
        </mc:Fallback>
      </mc:AlternateContent>
    </p:spTree>
    <p:extLst>
      <p:ext uri="{BB962C8B-B14F-4D97-AF65-F5344CB8AC3E}">
        <p14:creationId xmlns:p14="http://schemas.microsoft.com/office/powerpoint/2010/main" val="1496701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244" y="3257466"/>
            <a:ext cx="5309496" cy="1430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3552" y="855992"/>
            <a:ext cx="3109743" cy="17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TextBox 8"/>
          <p:cNvSpPr txBox="1">
            <a:spLocks noChangeArrowheads="1"/>
          </p:cNvSpPr>
          <p:nvPr/>
        </p:nvSpPr>
        <p:spPr bwMode="auto">
          <a:xfrm>
            <a:off x="5658382" y="3943602"/>
            <a:ext cx="1896673"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Updating the cell state</a:t>
            </a:r>
          </a:p>
        </p:txBody>
      </p:sp>
      <p:pic>
        <p:nvPicPr>
          <p:cNvPr id="24583" name="Picture 1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1552" y="4515383"/>
            <a:ext cx="5745354" cy="137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TextBox 11"/>
          <p:cNvSpPr txBox="1">
            <a:spLocks noChangeArrowheads="1"/>
          </p:cNvSpPr>
          <p:nvPr/>
        </p:nvSpPr>
        <p:spPr bwMode="auto">
          <a:xfrm>
            <a:off x="5784649" y="5029984"/>
            <a:ext cx="2271776" cy="5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Decide what part of the cell</a:t>
            </a:r>
          </a:p>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state to output</a:t>
            </a:r>
          </a:p>
        </p:txBody>
      </p:sp>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5784042" y="1059811"/>
              <a:ext cx="3235433" cy="1501533"/>
            </p14:xfrm>
          </p:contentPart>
        </mc:Choice>
        <mc:Fallback xmlns="">
          <p:pic>
            <p:nvPicPr>
              <p:cNvPr id="2" name="Ink 1"/>
              <p:cNvPicPr/>
              <p:nvPr/>
            </p:nvPicPr>
            <p:blipFill>
              <a:blip r:embed="rId6"/>
              <a:stretch>
                <a:fillRect/>
              </a:stretch>
            </p:blipFill>
            <p:spPr>
              <a:xfrm>
                <a:off x="5774682" y="1050449"/>
                <a:ext cx="3254154" cy="1520257"/>
              </a:xfrm>
              <a:prstGeom prst="rect">
                <a:avLst/>
              </a:prstGeom>
            </p:spPr>
          </p:pic>
        </mc:Fallback>
      </mc:AlternateContent>
    </p:spTree>
    <p:extLst>
      <p:ext uri="{BB962C8B-B14F-4D97-AF65-F5344CB8AC3E}">
        <p14:creationId xmlns:p14="http://schemas.microsoft.com/office/powerpoint/2010/main" val="2751238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47"/>
        <p:cNvGrpSpPr/>
        <p:nvPr/>
      </p:nvGrpSpPr>
      <p:grpSpPr>
        <a:xfrm>
          <a:off x="0" y="0"/>
          <a:ext cx="0" cy="0"/>
          <a:chOff x="0" y="0"/>
          <a:chExt cx="0" cy="0"/>
        </a:xfrm>
      </p:grpSpPr>
      <p:sp>
        <p:nvSpPr>
          <p:cNvPr id="1348" name="Google Shape;1348;p83"/>
          <p:cNvSpPr txBox="1">
            <a:spLocks noGrp="1"/>
          </p:cNvSpPr>
          <p:nvPr>
            <p:ph type="title" idx="4294967295"/>
          </p:nvPr>
        </p:nvSpPr>
        <p:spPr>
          <a:xfrm>
            <a:off x="0" y="340471"/>
            <a:ext cx="5060950"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LSTM: P</a:t>
            </a:r>
            <a:r>
              <a:rPr lang="en-US" sz="2400" b="1" cap="small" dirty="0">
                <a:solidFill>
                  <a:schemeClr val="bg1"/>
                </a:solidFill>
              </a:rPr>
              <a:t>arameter</a:t>
            </a:r>
            <a:r>
              <a:rPr lang="en-US" sz="2400" b="1" dirty="0">
                <a:solidFill>
                  <a:schemeClr val="bg1"/>
                </a:solidFill>
              </a:rPr>
              <a:t> C</a:t>
            </a:r>
            <a:r>
              <a:rPr lang="en-US" sz="2400" b="1" cap="small" dirty="0">
                <a:solidFill>
                  <a:schemeClr val="bg1"/>
                </a:solidFill>
              </a:rPr>
              <a:t>ounting</a:t>
            </a:r>
            <a:endParaRPr sz="2400" b="1" dirty="0">
              <a:solidFill>
                <a:schemeClr val="bg1"/>
              </a:solidFill>
            </a:endParaRPr>
          </a:p>
        </p:txBody>
      </p:sp>
      <p:pic>
        <p:nvPicPr>
          <p:cNvPr id="1355" name="Google Shape;1355;p83"/>
          <p:cNvPicPr preferRelativeResize="0"/>
          <p:nvPr/>
        </p:nvPicPr>
        <p:blipFill>
          <a:blip r:embed="rId3">
            <a:alphaModFix/>
          </a:blip>
          <a:stretch>
            <a:fillRect/>
          </a:stretch>
        </p:blipFill>
        <p:spPr>
          <a:xfrm>
            <a:off x="241692" y="1728611"/>
            <a:ext cx="7897780" cy="3861733"/>
          </a:xfrm>
          <a:prstGeom prst="rect">
            <a:avLst/>
          </a:prstGeom>
          <a:noFill/>
          <a:ln>
            <a:noFill/>
          </a:ln>
        </p:spPr>
      </p:pic>
    </p:spTree>
    <p:extLst>
      <p:ext uri="{BB962C8B-B14F-4D97-AF65-F5344CB8AC3E}">
        <p14:creationId xmlns:p14="http://schemas.microsoft.com/office/powerpoint/2010/main" val="1754155857"/>
      </p:ext>
    </p:extLst>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r>
              <a:rPr lang="en-US" altLang="en-US" dirty="0">
                <a:ea typeface="ＭＳ Ｐゴシック" panose="020B0600070205080204" pitchFamily="34" charset="-128"/>
              </a:rPr>
              <a:t>GRU – gated recurrent unit </a:t>
            </a:r>
            <a:br>
              <a:rPr lang="en-US" altLang="en-US" dirty="0">
                <a:ea typeface="ＭＳ Ｐゴシック" panose="020B0600070205080204" pitchFamily="34" charset="-128"/>
              </a:rPr>
            </a:br>
            <a:r>
              <a:rPr lang="en-US" altLang="en-US" sz="1500" dirty="0">
                <a:solidFill>
                  <a:srgbClr val="FF0000"/>
                </a:solidFill>
                <a:ea typeface="ＭＳ Ｐゴシック" panose="020B0600070205080204" pitchFamily="34" charset="-128"/>
              </a:rPr>
              <a:t>(more compression)</a:t>
            </a:r>
            <a:endParaRPr lang="en-US" altLang="en-US" dirty="0">
              <a:solidFill>
                <a:srgbClr val="FF0000"/>
              </a:solidFill>
              <a:ea typeface="ＭＳ Ｐゴシック" panose="020B0600070205080204" pitchFamily="34" charset="-128"/>
            </a:endParaRPr>
          </a:p>
        </p:txBody>
      </p:sp>
      <p:pic>
        <p:nvPicPr>
          <p:cNvPr id="32770" name="Picture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1323" y="2361680"/>
            <a:ext cx="6861357" cy="211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Box 4"/>
          <p:cNvSpPr txBox="1">
            <a:spLocks noChangeArrowheads="1"/>
          </p:cNvSpPr>
          <p:nvPr/>
        </p:nvSpPr>
        <p:spPr bwMode="auto">
          <a:xfrm>
            <a:off x="704935" y="4665906"/>
            <a:ext cx="7854978" cy="97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71903" marR="0" lvl="0" indent="-271903" algn="just" defTabSz="1450147"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en-US" sz="1903"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It combines the </a:t>
            </a:r>
            <a:r>
              <a:rPr kumimoji="0" lang="en-US" altLang="en-US" sz="1903" b="0" i="0" u="none" strike="noStrike" kern="1200" cap="none" spc="0" normalizeH="0" baseline="0" noProof="0" dirty="0">
                <a:ln>
                  <a:noFill/>
                </a:ln>
                <a:solidFill>
                  <a:srgbClr val="FF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forget</a:t>
            </a:r>
            <a:r>
              <a:rPr kumimoji="0" lang="en-US" altLang="en-US" sz="1903"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 and </a:t>
            </a:r>
            <a:r>
              <a:rPr kumimoji="0" lang="en-US" altLang="en-US" sz="1903" b="0" i="0" u="none" strike="noStrike" kern="1200" cap="none" spc="0" normalizeH="0" baseline="0" noProof="0" dirty="0">
                <a:ln>
                  <a:noFill/>
                </a:ln>
                <a:solidFill>
                  <a:srgbClr val="FF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input</a:t>
            </a:r>
            <a:r>
              <a:rPr kumimoji="0" lang="en-US" altLang="en-US" sz="1903"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 into a single </a:t>
            </a:r>
            <a:r>
              <a:rPr kumimoji="0" lang="en-US" altLang="en-US" sz="1903" b="0" i="0" u="none" strike="noStrike" kern="1200" cap="none" spc="0" normalizeH="0" baseline="0" noProof="0" dirty="0">
                <a:ln>
                  <a:noFill/>
                </a:ln>
                <a:solidFill>
                  <a:srgbClr val="FF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update gate</a:t>
            </a:r>
            <a:r>
              <a:rPr kumimoji="0" lang="en-US" altLang="en-US" sz="1903"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a:t>
            </a:r>
          </a:p>
          <a:p>
            <a:pPr marL="271903" marR="0" lvl="0" indent="-271903" algn="just" defTabSz="1450147"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en-US" sz="1903"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It also merges the cell state and hidden state. </a:t>
            </a:r>
          </a:p>
          <a:p>
            <a:pPr marL="271903" marR="0" lvl="0" indent="-271903" algn="just" defTabSz="1450147"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en-US" sz="1903"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This is simpler than LSTM. There are many other variants too.</a:t>
            </a:r>
          </a:p>
        </p:txBody>
      </p:sp>
      <p:sp>
        <p:nvSpPr>
          <p:cNvPr id="32772" name="TextBox 1"/>
          <p:cNvSpPr txBox="1">
            <a:spLocks noChangeArrowheads="1"/>
          </p:cNvSpPr>
          <p:nvPr/>
        </p:nvSpPr>
        <p:spPr bwMode="auto">
          <a:xfrm>
            <a:off x="1598747" y="2171085"/>
            <a:ext cx="954107"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reset gate</a:t>
            </a:r>
          </a:p>
        </p:txBody>
      </p:sp>
      <p:cxnSp>
        <p:nvCxnSpPr>
          <p:cNvPr id="4" name="Straight Arrow Connector 3"/>
          <p:cNvCxnSpPr>
            <a:cxnSpLocks noChangeShapeType="1"/>
          </p:cNvCxnSpPr>
          <p:nvPr/>
        </p:nvCxnSpPr>
        <p:spPr bwMode="auto">
          <a:xfrm flipH="1">
            <a:off x="2113348" y="2456975"/>
            <a:ext cx="114356" cy="800491"/>
          </a:xfrm>
          <a:prstGeom prst="straightConnector1">
            <a:avLst/>
          </a:prstGeom>
          <a:noFill/>
          <a:ln w="2540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32774" name="TextBox 6"/>
          <p:cNvSpPr txBox="1">
            <a:spLocks noChangeArrowheads="1"/>
          </p:cNvSpPr>
          <p:nvPr/>
        </p:nvSpPr>
        <p:spPr bwMode="auto">
          <a:xfrm>
            <a:off x="6732701" y="5575182"/>
            <a:ext cx="2165978"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X,*: element-wise multiply</a:t>
            </a:r>
          </a:p>
        </p:txBody>
      </p:sp>
      <p:pic>
        <p:nvPicPr>
          <p:cNvPr id="32775" name="Picture 1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3082" y="934186"/>
            <a:ext cx="2059598" cy="1503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6" name="TextBox 13"/>
          <p:cNvSpPr txBox="1">
            <a:spLocks noChangeArrowheads="1"/>
          </p:cNvSpPr>
          <p:nvPr/>
        </p:nvSpPr>
        <p:spPr bwMode="auto">
          <a:xfrm>
            <a:off x="6230163" y="875051"/>
            <a:ext cx="646331"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LSTM</a:t>
            </a:r>
          </a:p>
        </p:txBody>
      </p:sp>
      <p:sp>
        <p:nvSpPr>
          <p:cNvPr id="32777" name="TextBox 14"/>
          <p:cNvSpPr txBox="1">
            <a:spLocks noChangeArrowheads="1"/>
          </p:cNvSpPr>
          <p:nvPr/>
        </p:nvSpPr>
        <p:spPr bwMode="auto">
          <a:xfrm>
            <a:off x="2570771" y="2171085"/>
            <a:ext cx="1127232"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Update gate</a:t>
            </a:r>
          </a:p>
        </p:txBody>
      </p:sp>
      <p:cxnSp>
        <p:nvCxnSpPr>
          <p:cNvPr id="18" name="Straight Arrow Connector 17"/>
          <p:cNvCxnSpPr>
            <a:cxnSpLocks noChangeShapeType="1"/>
          </p:cNvCxnSpPr>
          <p:nvPr/>
        </p:nvCxnSpPr>
        <p:spPr bwMode="auto">
          <a:xfrm flipH="1">
            <a:off x="2971016" y="2456974"/>
            <a:ext cx="228713" cy="1086382"/>
          </a:xfrm>
          <a:prstGeom prst="straightConnector1">
            <a:avLst/>
          </a:prstGeom>
          <a:noFill/>
          <a:ln w="2540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F5790A40-CB1C-409C-BA2D-084C4E85433F}"/>
                  </a:ext>
                </a:extLst>
              </p14:cNvPr>
              <p14:cNvContentPartPr/>
              <p14:nvPr/>
            </p14:nvContentPartPr>
            <p14:xfrm>
              <a:off x="1054080" y="5003280"/>
              <a:ext cx="6399360" cy="642600"/>
            </p14:xfrm>
          </p:contentPart>
        </mc:Choice>
        <mc:Fallback>
          <p:pic>
            <p:nvPicPr>
              <p:cNvPr id="2" name="Ink 1">
                <a:extLst>
                  <a:ext uri="{FF2B5EF4-FFF2-40B4-BE49-F238E27FC236}">
                    <a16:creationId xmlns:a16="http://schemas.microsoft.com/office/drawing/2014/main" id="{F5790A40-CB1C-409C-BA2D-084C4E85433F}"/>
                  </a:ext>
                </a:extLst>
              </p:cNvPr>
              <p:cNvPicPr/>
              <p:nvPr/>
            </p:nvPicPr>
            <p:blipFill>
              <a:blip r:embed="rId5"/>
              <a:stretch>
                <a:fillRect/>
              </a:stretch>
            </p:blipFill>
            <p:spPr>
              <a:xfrm>
                <a:off x="1044720" y="4993920"/>
                <a:ext cx="6418080" cy="661320"/>
              </a:xfrm>
              <a:prstGeom prst="rect">
                <a:avLst/>
              </a:prstGeom>
            </p:spPr>
          </p:pic>
        </mc:Fallback>
      </mc:AlternateContent>
    </p:spTree>
    <p:extLst>
      <p:ext uri="{BB962C8B-B14F-4D97-AF65-F5344CB8AC3E}">
        <p14:creationId xmlns:p14="http://schemas.microsoft.com/office/powerpoint/2010/main" val="40663329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4934" y="1999552"/>
            <a:ext cx="5196370" cy="350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996" y="2583079"/>
            <a:ext cx="2472948" cy="20543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909537" y="5099812"/>
            <a:ext cx="1371955" cy="385170"/>
          </a:xfrm>
          <a:prstGeom prst="rect">
            <a:avLst/>
          </a:prstGeom>
          <a:noFill/>
        </p:spPr>
        <p:txBody>
          <a:bodyPr wrap="square" rtlCol="0">
            <a:spAutoFit/>
          </a:bodyPr>
          <a:lstStyle/>
          <a:p>
            <a:pPr marL="0" marR="0" lvl="0" indent="0" algn="l" defTabSz="1450147" rtl="0" eaLnBrk="1" fontAlgn="auto" latinLnBrk="0" hangingPunct="1">
              <a:lnSpc>
                <a:spcPct val="100000"/>
              </a:lnSpc>
              <a:spcBef>
                <a:spcPts val="0"/>
              </a:spcBef>
              <a:spcAft>
                <a:spcPts val="0"/>
              </a:spcAft>
              <a:buClr>
                <a:srgbClr val="000000"/>
              </a:buClr>
              <a:buSzTx/>
              <a:buFontTx/>
              <a:buNone/>
              <a:tabLst/>
              <a:defRPr/>
            </a:pPr>
            <a:r>
              <a:rPr kumimoji="0" lang="en-US" sz="1903" b="0" i="0" u="none" strike="noStrike" kern="0" cap="none" spc="0" normalizeH="0" baseline="0" noProof="0" dirty="0">
                <a:ln>
                  <a:noFill/>
                </a:ln>
                <a:solidFill>
                  <a:srgbClr val="000000"/>
                </a:solidFill>
                <a:effectLst/>
                <a:uLnTx/>
                <a:uFillTx/>
                <a:latin typeface="Calibri"/>
                <a:ea typeface="Calibri"/>
                <a:cs typeface="Arial"/>
                <a:sym typeface="Arial"/>
              </a:rPr>
              <a:t>(c)GRU</a:t>
            </a:r>
            <a:endParaRPr kumimoji="0" lang="en-IN" sz="1903" b="0" i="0" u="none" strike="noStrike" kern="0" cap="none" spc="0" normalizeH="0" baseline="0" noProof="0" dirty="0">
              <a:ln>
                <a:noFill/>
              </a:ln>
              <a:solidFill>
                <a:srgbClr val="000000"/>
              </a:solidFill>
              <a:effectLst/>
              <a:uLnTx/>
              <a:uFillTx/>
              <a:latin typeface="Calibri"/>
              <a:ea typeface="Calibri"/>
              <a:cs typeface="Arial"/>
              <a:sym typeface="Arial"/>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8411B1CF-DADD-42BA-AB73-662A209DE466}"/>
                  </a:ext>
                </a:extLst>
              </p14:cNvPr>
              <p14:cNvContentPartPr/>
              <p14:nvPr/>
            </p14:nvContentPartPr>
            <p14:xfrm>
              <a:off x="1964160" y="942120"/>
              <a:ext cx="5680800" cy="5465520"/>
            </p14:xfrm>
          </p:contentPart>
        </mc:Choice>
        <mc:Fallback>
          <p:pic>
            <p:nvPicPr>
              <p:cNvPr id="2" name="Ink 1">
                <a:extLst>
                  <a:ext uri="{FF2B5EF4-FFF2-40B4-BE49-F238E27FC236}">
                    <a16:creationId xmlns:a16="http://schemas.microsoft.com/office/drawing/2014/main" id="{8411B1CF-DADD-42BA-AB73-662A209DE466}"/>
                  </a:ext>
                </a:extLst>
              </p:cNvPr>
              <p:cNvPicPr/>
              <p:nvPr/>
            </p:nvPicPr>
            <p:blipFill>
              <a:blip r:embed="rId5"/>
              <a:stretch>
                <a:fillRect/>
              </a:stretch>
            </p:blipFill>
            <p:spPr>
              <a:xfrm>
                <a:off x="1954800" y="932760"/>
                <a:ext cx="5699520" cy="5484240"/>
              </a:xfrm>
              <a:prstGeom prst="rect">
                <a:avLst/>
              </a:prstGeom>
            </p:spPr>
          </p:pic>
        </mc:Fallback>
      </mc:AlternateContent>
    </p:spTree>
    <p:extLst>
      <p:ext uri="{BB962C8B-B14F-4D97-AF65-F5344CB8AC3E}">
        <p14:creationId xmlns:p14="http://schemas.microsoft.com/office/powerpoint/2010/main" val="584318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012544" y="1827865"/>
            <a:ext cx="7297737" cy="3395663"/>
          </a:xfrm>
        </p:spPr>
        <p:txBody>
          <a:bodyPr>
            <a:normAutofit/>
          </a:bodyPr>
          <a:lstStyle/>
          <a:p>
            <a:pPr marL="271903" indent="-271903">
              <a:buFont typeface="Wingdings" panose="05000000000000000000" pitchFamily="2" charset="2"/>
              <a:buChar char="Ø"/>
            </a:pPr>
            <a:r>
              <a:rPr lang="en-IN" sz="1800" b="1" dirty="0">
                <a:ea typeface="Calibri" panose="020F0502020204030204" pitchFamily="34" charset="0"/>
                <a:cs typeface="Calibri" panose="020F0502020204030204" pitchFamily="34" charset="0"/>
              </a:rPr>
              <a:t>Reset Gate </a:t>
            </a:r>
            <a:r>
              <a:rPr lang="en-IN" sz="1800" b="1" dirty="0" err="1">
                <a:ea typeface="Calibri" panose="020F0502020204030204" pitchFamily="34" charset="0"/>
                <a:cs typeface="Calibri" panose="020F0502020204030204" pitchFamily="34" charset="0"/>
              </a:rPr>
              <a:t>r</a:t>
            </a:r>
            <a:r>
              <a:rPr lang="en-IN" sz="1800" b="1" baseline="-25000" dirty="0" err="1">
                <a:ea typeface="Calibri" panose="020F0502020204030204" pitchFamily="34" charset="0"/>
                <a:cs typeface="Calibri" panose="020F0502020204030204" pitchFamily="34" charset="0"/>
              </a:rPr>
              <a:t>t</a:t>
            </a:r>
            <a:endParaRPr lang="en-IN" sz="1800" b="1" baseline="-25000" dirty="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800" dirty="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800" dirty="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r>
              <a:rPr lang="en-IN" sz="1800" dirty="0" err="1">
                <a:ea typeface="Calibri" panose="020F0502020204030204" pitchFamily="34" charset="0"/>
                <a:cs typeface="Calibri" panose="020F0502020204030204" pitchFamily="34" charset="0"/>
              </a:rPr>
              <a:t>r</a:t>
            </a:r>
            <a:r>
              <a:rPr lang="en-IN" sz="1800" baseline="-25000" dirty="0" err="1">
                <a:ea typeface="Calibri" panose="020F0502020204030204" pitchFamily="34" charset="0"/>
                <a:cs typeface="Calibri" panose="020F0502020204030204" pitchFamily="34" charset="0"/>
              </a:rPr>
              <a:t>t</a:t>
            </a:r>
            <a:r>
              <a:rPr lang="en-IN" sz="1800" dirty="0">
                <a:ea typeface="Calibri" panose="020F0502020204030204" pitchFamily="34" charset="0"/>
                <a:cs typeface="Calibri" panose="020F0502020204030204" pitchFamily="34" charset="0"/>
              </a:rPr>
              <a:t> ≈ 0, forgets most of h</a:t>
            </a:r>
            <a:r>
              <a:rPr lang="en-IN" sz="1800" baseline="-25000" dirty="0">
                <a:ea typeface="Calibri" panose="020F0502020204030204" pitchFamily="34" charset="0"/>
                <a:cs typeface="Calibri" panose="020F0502020204030204" pitchFamily="34" charset="0"/>
              </a:rPr>
              <a:t>t−1</a:t>
            </a:r>
          </a:p>
          <a:p>
            <a:pPr marL="957677" lvl="2" indent="-271903">
              <a:buFont typeface="Wingdings" panose="05000000000000000000" pitchFamily="2" charset="2"/>
              <a:buChar char="Ø"/>
            </a:pPr>
            <a:r>
              <a:rPr lang="en-IN" sz="1800" dirty="0" err="1">
                <a:ea typeface="Calibri" panose="020F0502020204030204" pitchFamily="34" charset="0"/>
                <a:cs typeface="Calibri" panose="020F0502020204030204" pitchFamily="34" charset="0"/>
              </a:rPr>
              <a:t>r</a:t>
            </a:r>
            <a:r>
              <a:rPr lang="en-IN" sz="1800" baseline="-25000" dirty="0" err="1">
                <a:ea typeface="Calibri" panose="020F0502020204030204" pitchFamily="34" charset="0"/>
                <a:cs typeface="Calibri" panose="020F0502020204030204" pitchFamily="34" charset="0"/>
              </a:rPr>
              <a:t>t</a:t>
            </a:r>
            <a:r>
              <a:rPr lang="en-IN" sz="1800" dirty="0">
                <a:ea typeface="Calibri" panose="020F0502020204030204" pitchFamily="34" charset="0"/>
                <a:cs typeface="Calibri" panose="020F0502020204030204" pitchFamily="34" charset="0"/>
              </a:rPr>
              <a:t> ≈ 1, retains most of h</a:t>
            </a:r>
            <a:r>
              <a:rPr lang="en-IN" sz="1800" baseline="-25000" dirty="0">
                <a:ea typeface="Calibri" panose="020F0502020204030204" pitchFamily="34" charset="0"/>
                <a:cs typeface="Calibri" panose="020F0502020204030204" pitchFamily="34" charset="0"/>
              </a:rPr>
              <a:t>t−1</a:t>
            </a:r>
          </a:p>
          <a:p>
            <a:pPr marL="271903" indent="-271903">
              <a:buFont typeface="Wingdings" panose="05000000000000000000" pitchFamily="2" charset="2"/>
              <a:buChar char="Ø"/>
            </a:pPr>
            <a:endParaRPr lang="en-US" sz="1800" baseline="-25000" dirty="0">
              <a:ea typeface="Calibri" panose="020F0502020204030204" pitchFamily="34" charset="0"/>
              <a:cs typeface="Calibri" panose="020F0502020204030204" pitchFamily="34" charset="0"/>
            </a:endParaRPr>
          </a:p>
          <a:p>
            <a:pPr marL="271903" indent="-271903">
              <a:buFont typeface="Wingdings" panose="05000000000000000000" pitchFamily="2" charset="2"/>
              <a:buChar char="Ø"/>
            </a:pPr>
            <a:endParaRPr lang="en-US" sz="1800" baseline="-25000" dirty="0">
              <a:ea typeface="Calibri" panose="020F0502020204030204" pitchFamily="34" charset="0"/>
              <a:cs typeface="Calibri" panose="020F0502020204030204" pitchFamily="34" charset="0"/>
            </a:endParaRPr>
          </a:p>
          <a:p>
            <a:pPr marL="271903" indent="-271903">
              <a:buFont typeface="Wingdings" panose="05000000000000000000" pitchFamily="2" charset="2"/>
              <a:buChar char="Ø"/>
            </a:pPr>
            <a:r>
              <a:rPr lang="en-IN" sz="1800" b="1" dirty="0">
                <a:ea typeface="Calibri" panose="020F0502020204030204" pitchFamily="34" charset="0"/>
                <a:cs typeface="Calibri" panose="020F0502020204030204" pitchFamily="34" charset="0"/>
              </a:rPr>
              <a:t>Update Gate </a:t>
            </a:r>
            <a:r>
              <a:rPr lang="en-IN" sz="1800" b="1" dirty="0" err="1">
                <a:ea typeface="Calibri" panose="020F0502020204030204" pitchFamily="34" charset="0"/>
                <a:cs typeface="Calibri" panose="020F0502020204030204" pitchFamily="34" charset="0"/>
              </a:rPr>
              <a:t>z</a:t>
            </a:r>
            <a:r>
              <a:rPr lang="en-IN" sz="1800" b="1" baseline="-25000" dirty="0" err="1">
                <a:ea typeface="Calibri" panose="020F0502020204030204" pitchFamily="34" charset="0"/>
                <a:cs typeface="Calibri" panose="020F0502020204030204" pitchFamily="34" charset="0"/>
              </a:rPr>
              <a:t>t</a:t>
            </a:r>
            <a:endParaRPr lang="en-IN" sz="1800" b="1" baseline="-25000" dirty="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800" dirty="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800" dirty="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r>
              <a:rPr lang="en-IN" sz="1800" dirty="0" err="1">
                <a:ea typeface="Calibri" panose="020F0502020204030204" pitchFamily="34" charset="0"/>
                <a:cs typeface="Calibri" panose="020F0502020204030204" pitchFamily="34" charset="0"/>
              </a:rPr>
              <a:t>z</a:t>
            </a:r>
            <a:r>
              <a:rPr lang="en-IN" sz="1800" baseline="-25000" dirty="0" err="1">
                <a:ea typeface="Calibri" panose="020F0502020204030204" pitchFamily="34" charset="0"/>
                <a:cs typeface="Calibri" panose="020F0502020204030204" pitchFamily="34" charset="0"/>
              </a:rPr>
              <a:t>t</a:t>
            </a:r>
            <a:r>
              <a:rPr lang="en-IN" sz="1800" dirty="0">
                <a:ea typeface="Calibri" panose="020F0502020204030204" pitchFamily="34" charset="0"/>
                <a:cs typeface="Calibri" panose="020F0502020204030204" pitchFamily="34" charset="0"/>
              </a:rPr>
              <a:t>​ ≈ 0, </a:t>
            </a:r>
            <a:r>
              <a:rPr lang="en-IN" sz="1800" b="1" dirty="0">
                <a:ea typeface="Calibri" panose="020F0502020204030204" pitchFamily="34" charset="0"/>
                <a:cs typeface="Calibri" panose="020F0502020204030204" pitchFamily="34" charset="0"/>
              </a:rPr>
              <a:t>uses the new candidate</a:t>
            </a:r>
            <a:r>
              <a:rPr lang="en-IN" sz="1800" dirty="0">
                <a:ea typeface="Calibri" panose="020F0502020204030204" pitchFamily="34" charset="0"/>
                <a:cs typeface="Calibri" panose="020F0502020204030204" pitchFamily="34" charset="0"/>
              </a:rPr>
              <a:t> memory</a:t>
            </a:r>
          </a:p>
          <a:p>
            <a:pPr marL="957677" lvl="2" indent="-271903">
              <a:buFont typeface="Wingdings" panose="05000000000000000000" pitchFamily="2" charset="2"/>
              <a:buChar char="Ø"/>
            </a:pPr>
            <a:r>
              <a:rPr lang="en-IN" sz="1800" dirty="0" err="1">
                <a:ea typeface="Calibri" panose="020F0502020204030204" pitchFamily="34" charset="0"/>
                <a:cs typeface="Calibri" panose="020F0502020204030204" pitchFamily="34" charset="0"/>
              </a:rPr>
              <a:t>z</a:t>
            </a:r>
            <a:r>
              <a:rPr lang="en-IN" sz="1800" baseline="-25000" dirty="0" err="1">
                <a:ea typeface="Calibri" panose="020F0502020204030204" pitchFamily="34" charset="0"/>
                <a:cs typeface="Calibri" panose="020F0502020204030204" pitchFamily="34" charset="0"/>
              </a:rPr>
              <a:t>t</a:t>
            </a:r>
            <a:r>
              <a:rPr lang="en-IN" sz="1800" dirty="0">
                <a:ea typeface="Calibri" panose="020F0502020204030204" pitchFamily="34" charset="0"/>
                <a:cs typeface="Calibri" panose="020F0502020204030204" pitchFamily="34" charset="0"/>
              </a:rPr>
              <a:t>​ ≈ 1, </a:t>
            </a:r>
            <a:r>
              <a:rPr lang="en-IN" sz="1800" b="1" dirty="0">
                <a:ea typeface="Calibri" panose="020F0502020204030204" pitchFamily="34" charset="0"/>
                <a:cs typeface="Calibri" panose="020F0502020204030204" pitchFamily="34" charset="0"/>
              </a:rPr>
              <a:t>keeps the old hidden state</a:t>
            </a:r>
            <a:endParaRPr lang="en-IN" sz="1800" dirty="0">
              <a:ea typeface="Calibri" panose="020F0502020204030204" pitchFamily="34" charset="0"/>
              <a:cs typeface="Calibri" panose="020F0502020204030204" pitchFamily="34" charset="0"/>
            </a:endParaRPr>
          </a:p>
          <a:p>
            <a:pPr marL="271903" indent="-271903">
              <a:buFont typeface="Wingdings" panose="05000000000000000000" pitchFamily="2" charset="2"/>
              <a:buChar char="Ø"/>
            </a:pPr>
            <a:endParaRPr lang="en-IN" sz="1800" baseline="-25000" dirty="0">
              <a:ea typeface="Calibri" panose="020F0502020204030204" pitchFamily="34" charset="0"/>
              <a:cs typeface="Calibri" panose="020F0502020204030204" pitchFamily="34" charset="0"/>
            </a:endParaRPr>
          </a:p>
          <a:p>
            <a:pPr marL="257165" indent="-257165">
              <a:buFont typeface="Arial" panose="020B0604020202020204" pitchFamily="34" charset="0"/>
              <a:buChar char="•"/>
            </a:pPr>
            <a:endParaRPr lang="en-IN" dirty="0"/>
          </a:p>
        </p:txBody>
      </p:sp>
      <p:sp>
        <p:nvSpPr>
          <p:cNvPr id="3" name="Title 2"/>
          <p:cNvSpPr>
            <a:spLocks noGrp="1"/>
          </p:cNvSpPr>
          <p:nvPr>
            <p:ph type="title" idx="4294967295"/>
          </p:nvPr>
        </p:nvSpPr>
        <p:spPr>
          <a:xfrm>
            <a:off x="0" y="401638"/>
            <a:ext cx="8161338" cy="415925"/>
          </a:xfrm>
        </p:spPr>
        <p:txBody>
          <a:bodyPr>
            <a:normAutofit/>
          </a:bodyPr>
          <a:lstStyle/>
          <a:p>
            <a:r>
              <a:rPr lang="en-US" sz="2400" b="1" dirty="0">
                <a:solidFill>
                  <a:schemeClr val="bg1"/>
                </a:solidFill>
              </a:rPr>
              <a:t>Gated Recurrent Unit - GRU</a:t>
            </a:r>
            <a:endParaRPr lang="en-IN" sz="2400" b="1" dirty="0">
              <a:solidFill>
                <a:schemeClr val="bg1"/>
              </a:solidFill>
            </a:endParaRPr>
          </a:p>
        </p:txBody>
      </p:sp>
      <p:pic>
        <p:nvPicPr>
          <p:cNvPr id="4" name="Picture 3"/>
          <p:cNvPicPr>
            <a:picLocks noChangeAspect="1"/>
          </p:cNvPicPr>
          <p:nvPr/>
        </p:nvPicPr>
        <p:blipFill>
          <a:blip r:embed="rId2"/>
          <a:stretch>
            <a:fillRect/>
          </a:stretch>
        </p:blipFill>
        <p:spPr>
          <a:xfrm>
            <a:off x="2818664" y="2037142"/>
            <a:ext cx="3314330" cy="713043"/>
          </a:xfrm>
          <a:prstGeom prst="rect">
            <a:avLst/>
          </a:prstGeom>
        </p:spPr>
      </p:pic>
      <p:pic>
        <p:nvPicPr>
          <p:cNvPr id="5" name="Picture 4"/>
          <p:cNvPicPr>
            <a:picLocks noChangeAspect="1"/>
          </p:cNvPicPr>
          <p:nvPr/>
        </p:nvPicPr>
        <p:blipFill>
          <a:blip r:embed="rId3"/>
          <a:stretch>
            <a:fillRect/>
          </a:stretch>
        </p:blipFill>
        <p:spPr>
          <a:xfrm>
            <a:off x="3198725" y="3948747"/>
            <a:ext cx="2746549" cy="457758"/>
          </a:xfrm>
          <a:prstGeom prst="rect">
            <a:avLst/>
          </a:prstGeom>
        </p:spPr>
      </p:pic>
    </p:spTree>
    <p:extLst>
      <p:ext uri="{BB962C8B-B14F-4D97-AF65-F5344CB8AC3E}">
        <p14:creationId xmlns:p14="http://schemas.microsoft.com/office/powerpoint/2010/main" val="42442605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343024" y="1942445"/>
            <a:ext cx="7038975" cy="3394075"/>
          </a:xfrm>
        </p:spPr>
        <p:txBody>
          <a:bodyPr>
            <a:normAutofit lnSpcReduction="10000"/>
          </a:bodyPr>
          <a:lstStyle/>
          <a:p>
            <a:pPr marL="271903" indent="-271903">
              <a:buFont typeface="Wingdings" panose="05000000000000000000" pitchFamily="2" charset="2"/>
              <a:buChar char="Ø"/>
            </a:pPr>
            <a:r>
              <a:rPr lang="en-IN" sz="1903" dirty="0">
                <a:latin typeface="Calibri" panose="020F0502020204030204" pitchFamily="34" charset="0"/>
                <a:ea typeface="Calibri" panose="020F0502020204030204" pitchFamily="34" charset="0"/>
                <a:cs typeface="Calibri" panose="020F0502020204030204" pitchFamily="34" charset="0"/>
              </a:rPr>
              <a:t>Candidate Hidden State </a:t>
            </a:r>
            <a:r>
              <a:rPr lang="en-IN" sz="1903" dirty="0" err="1">
                <a:latin typeface="Calibri" panose="020F0502020204030204" pitchFamily="34" charset="0"/>
                <a:ea typeface="Calibri" panose="020F0502020204030204" pitchFamily="34" charset="0"/>
                <a:cs typeface="Calibri" panose="020F0502020204030204" pitchFamily="34" charset="0"/>
              </a:rPr>
              <a:t>h</a:t>
            </a:r>
            <a:r>
              <a:rPr lang="en-IN" sz="1903" baseline="-25000" dirty="0" err="1">
                <a:latin typeface="Calibri" panose="020F0502020204030204" pitchFamily="34" charset="0"/>
                <a:ea typeface="Calibri" panose="020F0502020204030204" pitchFamily="34" charset="0"/>
                <a:cs typeface="Calibri" panose="020F0502020204030204" pitchFamily="34" charset="0"/>
              </a:rPr>
              <a:t>t</a:t>
            </a:r>
            <a:r>
              <a:rPr lang="en-IN" sz="1903" dirty="0">
                <a:latin typeface="Calibri" panose="020F0502020204030204" pitchFamily="34" charset="0"/>
                <a:ea typeface="Calibri" panose="020F0502020204030204" pitchFamily="34" charset="0"/>
                <a:cs typeface="Calibri" panose="020F0502020204030204" pitchFamily="34" charset="0"/>
              </a:rPr>
              <a:t>​</a:t>
            </a:r>
            <a:r>
              <a:rPr lang="en-IN" sz="1903" baseline="30000" dirty="0">
                <a:latin typeface="Calibri" panose="020F0502020204030204" pitchFamily="34" charset="0"/>
                <a:ea typeface="Calibri" panose="020F0502020204030204" pitchFamily="34" charset="0"/>
                <a:cs typeface="Calibri" panose="020F0502020204030204" pitchFamily="34" charset="0"/>
              </a:rPr>
              <a:t>~</a:t>
            </a:r>
          </a:p>
          <a:p>
            <a:pPr marL="957677" lvl="2" indent="-271903">
              <a:buFont typeface="Wingdings" panose="05000000000000000000" pitchFamily="2" charset="2"/>
              <a:buChar char="Ø"/>
            </a:pPr>
            <a:endParaRPr lang="en-IN" sz="1903" dirty="0">
              <a:latin typeface="Calibri" panose="020F0502020204030204" pitchFamily="34" charset="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903" dirty="0">
              <a:latin typeface="Calibri" panose="020F0502020204030204" pitchFamily="34" charset="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903" dirty="0">
              <a:latin typeface="Calibri" panose="020F0502020204030204" pitchFamily="34" charset="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r>
              <a:rPr lang="en-IN" sz="1903" dirty="0">
                <a:latin typeface="Calibri" panose="020F0502020204030204" pitchFamily="34" charset="0"/>
                <a:ea typeface="Calibri" panose="020F0502020204030204" pitchFamily="34" charset="0"/>
                <a:cs typeface="Calibri" panose="020F0502020204030204" pitchFamily="34" charset="0"/>
              </a:rPr>
              <a:t>If </a:t>
            </a:r>
            <a:r>
              <a:rPr lang="en-IN" sz="1903" dirty="0" err="1">
                <a:latin typeface="Calibri" panose="020F0502020204030204" pitchFamily="34" charset="0"/>
                <a:ea typeface="Calibri" panose="020F0502020204030204" pitchFamily="34" charset="0"/>
                <a:cs typeface="Calibri" panose="020F0502020204030204" pitchFamily="34" charset="0"/>
              </a:rPr>
              <a:t>r</a:t>
            </a:r>
            <a:r>
              <a:rPr lang="en-IN" sz="1903" baseline="-25000" dirty="0" err="1">
                <a:latin typeface="Calibri" panose="020F0502020204030204" pitchFamily="34" charset="0"/>
                <a:ea typeface="Calibri" panose="020F0502020204030204" pitchFamily="34" charset="0"/>
                <a:cs typeface="Calibri" panose="020F0502020204030204" pitchFamily="34" charset="0"/>
              </a:rPr>
              <a:t>t</a:t>
            </a:r>
            <a:r>
              <a:rPr lang="en-IN" sz="1903" dirty="0">
                <a:latin typeface="Calibri" panose="020F0502020204030204" pitchFamily="34" charset="0"/>
                <a:ea typeface="Calibri" panose="020F0502020204030204" pitchFamily="34" charset="0"/>
                <a:cs typeface="Calibri" panose="020F0502020204030204" pitchFamily="34" charset="0"/>
              </a:rPr>
              <a:t> is low, resets the hidden state</a:t>
            </a:r>
          </a:p>
          <a:p>
            <a:pPr marL="957677" lvl="2" indent="-271903">
              <a:buFont typeface="Wingdings" panose="05000000000000000000" pitchFamily="2" charset="2"/>
              <a:buChar char="Ø"/>
            </a:pPr>
            <a:r>
              <a:rPr lang="en-IN" sz="1903" dirty="0">
                <a:latin typeface="Calibri" panose="020F0502020204030204" pitchFamily="34" charset="0"/>
                <a:ea typeface="Calibri" panose="020F0502020204030204" pitchFamily="34" charset="0"/>
                <a:cs typeface="Calibri" panose="020F0502020204030204" pitchFamily="34" charset="0"/>
              </a:rPr>
              <a:t>If </a:t>
            </a:r>
            <a:r>
              <a:rPr lang="en-IN" sz="1903" dirty="0" err="1">
                <a:latin typeface="Calibri" panose="020F0502020204030204" pitchFamily="34" charset="0"/>
                <a:ea typeface="Calibri" panose="020F0502020204030204" pitchFamily="34" charset="0"/>
                <a:cs typeface="Calibri" panose="020F0502020204030204" pitchFamily="34" charset="0"/>
              </a:rPr>
              <a:t>r</a:t>
            </a:r>
            <a:r>
              <a:rPr lang="en-IN" sz="1903" baseline="-25000" dirty="0" err="1">
                <a:latin typeface="Calibri" panose="020F0502020204030204" pitchFamily="34" charset="0"/>
                <a:ea typeface="Calibri" panose="020F0502020204030204" pitchFamily="34" charset="0"/>
                <a:cs typeface="Calibri" panose="020F0502020204030204" pitchFamily="34" charset="0"/>
              </a:rPr>
              <a:t>t</a:t>
            </a:r>
            <a:r>
              <a:rPr lang="en-IN" sz="1903" dirty="0">
                <a:latin typeface="Calibri" panose="020F0502020204030204" pitchFamily="34" charset="0"/>
                <a:ea typeface="Calibri" panose="020F0502020204030204" pitchFamily="34" charset="0"/>
                <a:cs typeface="Calibri" panose="020F0502020204030204" pitchFamily="34" charset="0"/>
              </a:rPr>
              <a:t> is high, retains past memory</a:t>
            </a:r>
          </a:p>
          <a:p>
            <a:pPr marL="957677" lvl="2" indent="-271903">
              <a:buFont typeface="Wingdings" panose="05000000000000000000" pitchFamily="2" charset="2"/>
              <a:buChar char="Ø"/>
            </a:pPr>
            <a:endParaRPr lang="en-US" sz="1903" dirty="0">
              <a:latin typeface="Calibri" panose="020F0502020204030204" pitchFamily="34" charset="0"/>
              <a:ea typeface="Calibri" panose="020F0502020204030204" pitchFamily="34" charset="0"/>
              <a:cs typeface="Calibri" panose="020F0502020204030204" pitchFamily="34" charset="0"/>
            </a:endParaRPr>
          </a:p>
          <a:p>
            <a:pPr marL="271903" indent="-271903">
              <a:buFont typeface="Wingdings" panose="05000000000000000000" pitchFamily="2" charset="2"/>
              <a:buChar char="Ø"/>
            </a:pPr>
            <a:r>
              <a:rPr lang="en-IN" sz="1903" dirty="0">
                <a:latin typeface="Calibri" panose="020F0502020204030204" pitchFamily="34" charset="0"/>
                <a:ea typeface="Calibri" panose="020F0502020204030204" pitchFamily="34" charset="0"/>
                <a:cs typeface="Calibri" panose="020F0502020204030204" pitchFamily="34" charset="0"/>
              </a:rPr>
              <a:t>Final Hidden State </a:t>
            </a:r>
            <a:r>
              <a:rPr lang="en-IN" sz="1903" dirty="0" err="1">
                <a:latin typeface="Calibri" panose="020F0502020204030204" pitchFamily="34" charset="0"/>
                <a:ea typeface="Calibri" panose="020F0502020204030204" pitchFamily="34" charset="0"/>
                <a:cs typeface="Calibri" panose="020F0502020204030204" pitchFamily="34" charset="0"/>
              </a:rPr>
              <a:t>h</a:t>
            </a:r>
            <a:r>
              <a:rPr lang="en-IN" sz="1903" baseline="-25000" dirty="0" err="1">
                <a:latin typeface="Calibri" panose="020F0502020204030204" pitchFamily="34" charset="0"/>
                <a:ea typeface="Calibri" panose="020F0502020204030204" pitchFamily="34" charset="0"/>
                <a:cs typeface="Calibri" panose="020F0502020204030204" pitchFamily="34" charset="0"/>
              </a:rPr>
              <a:t>t</a:t>
            </a:r>
            <a:endParaRPr lang="en-IN" sz="1903" baseline="-25000" dirty="0">
              <a:latin typeface="Calibri" panose="020F0502020204030204" pitchFamily="34" charset="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903" dirty="0">
              <a:latin typeface="Calibri" panose="020F0502020204030204" pitchFamily="34" charset="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903" dirty="0">
              <a:latin typeface="Calibri" panose="020F0502020204030204" pitchFamily="34" charset="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r>
              <a:rPr lang="en-IN" sz="1903" dirty="0">
                <a:latin typeface="Calibri" panose="020F0502020204030204" pitchFamily="34" charset="0"/>
                <a:ea typeface="Calibri" panose="020F0502020204030204" pitchFamily="34" charset="0"/>
                <a:cs typeface="Calibri" panose="020F0502020204030204" pitchFamily="34" charset="0"/>
              </a:rPr>
              <a:t>If </a:t>
            </a:r>
            <a:r>
              <a:rPr lang="en-IN" sz="1903" dirty="0" err="1">
                <a:latin typeface="Calibri" panose="020F0502020204030204" pitchFamily="34" charset="0"/>
                <a:ea typeface="Calibri" panose="020F0502020204030204" pitchFamily="34" charset="0"/>
                <a:cs typeface="Calibri" panose="020F0502020204030204" pitchFamily="34" charset="0"/>
              </a:rPr>
              <a:t>z</a:t>
            </a:r>
            <a:r>
              <a:rPr lang="en-IN" sz="1903" baseline="-25000" dirty="0" err="1">
                <a:latin typeface="Calibri" panose="020F0502020204030204" pitchFamily="34" charset="0"/>
                <a:ea typeface="Calibri" panose="020F0502020204030204" pitchFamily="34" charset="0"/>
                <a:cs typeface="Calibri" panose="020F0502020204030204" pitchFamily="34" charset="0"/>
              </a:rPr>
              <a:t>t</a:t>
            </a:r>
            <a:r>
              <a:rPr lang="en-IN" sz="1903" baseline="-25000" dirty="0">
                <a:latin typeface="Calibri" panose="020F0502020204030204" pitchFamily="34" charset="0"/>
                <a:ea typeface="Calibri" panose="020F0502020204030204" pitchFamily="34" charset="0"/>
                <a:cs typeface="Calibri" panose="020F0502020204030204" pitchFamily="34" charset="0"/>
              </a:rPr>
              <a:t> </a:t>
            </a:r>
            <a:r>
              <a:rPr lang="en-IN" sz="1903" dirty="0">
                <a:latin typeface="Calibri" panose="020F0502020204030204" pitchFamily="34" charset="0"/>
                <a:ea typeface="Calibri" panose="020F0502020204030204" pitchFamily="34" charset="0"/>
                <a:cs typeface="Calibri" panose="020F0502020204030204" pitchFamily="34" charset="0"/>
              </a:rPr>
              <a:t>​≈ 1, keeps the old state</a:t>
            </a:r>
          </a:p>
          <a:p>
            <a:pPr marL="957677" lvl="2" indent="-271903">
              <a:buFont typeface="Wingdings" panose="05000000000000000000" pitchFamily="2" charset="2"/>
              <a:buChar char="Ø"/>
            </a:pPr>
            <a:r>
              <a:rPr lang="en-IN" sz="1903" dirty="0">
                <a:latin typeface="Calibri" panose="020F0502020204030204" pitchFamily="34" charset="0"/>
                <a:ea typeface="Calibri" panose="020F0502020204030204" pitchFamily="34" charset="0"/>
                <a:cs typeface="Calibri" panose="020F0502020204030204" pitchFamily="34" charset="0"/>
              </a:rPr>
              <a:t>If </a:t>
            </a:r>
            <a:r>
              <a:rPr lang="en-IN" sz="1903" dirty="0" err="1">
                <a:latin typeface="Calibri" panose="020F0502020204030204" pitchFamily="34" charset="0"/>
                <a:ea typeface="Calibri" panose="020F0502020204030204" pitchFamily="34" charset="0"/>
                <a:cs typeface="Calibri" panose="020F0502020204030204" pitchFamily="34" charset="0"/>
              </a:rPr>
              <a:t>z</a:t>
            </a:r>
            <a:r>
              <a:rPr lang="en-IN" sz="1903" baseline="-25000" dirty="0" err="1">
                <a:latin typeface="Calibri" panose="020F0502020204030204" pitchFamily="34" charset="0"/>
                <a:ea typeface="Calibri" panose="020F0502020204030204" pitchFamily="34" charset="0"/>
                <a:cs typeface="Calibri" panose="020F0502020204030204" pitchFamily="34" charset="0"/>
              </a:rPr>
              <a:t>t</a:t>
            </a:r>
            <a:r>
              <a:rPr lang="en-IN" sz="1903" dirty="0">
                <a:latin typeface="Calibri" panose="020F0502020204030204" pitchFamily="34" charset="0"/>
                <a:ea typeface="Calibri" panose="020F0502020204030204" pitchFamily="34" charset="0"/>
                <a:cs typeface="Calibri" panose="020F0502020204030204" pitchFamily="34" charset="0"/>
              </a:rPr>
              <a:t>≈ 0, replaces it with new memory</a:t>
            </a:r>
          </a:p>
          <a:p>
            <a:pPr marL="257165" indent="-257165">
              <a:buFont typeface="Arial" panose="020B0604020202020204" pitchFamily="34" charset="0"/>
              <a:buChar char="•"/>
            </a:pPr>
            <a:endParaRPr lang="en-IN" dirty="0"/>
          </a:p>
        </p:txBody>
      </p:sp>
      <p:sp>
        <p:nvSpPr>
          <p:cNvPr id="3" name="Title 2"/>
          <p:cNvSpPr>
            <a:spLocks noGrp="1"/>
          </p:cNvSpPr>
          <p:nvPr>
            <p:ph type="title" idx="4294967295"/>
          </p:nvPr>
        </p:nvSpPr>
        <p:spPr>
          <a:xfrm>
            <a:off x="0" y="401638"/>
            <a:ext cx="5764306" cy="415925"/>
          </a:xfrm>
        </p:spPr>
        <p:txBody>
          <a:bodyPr>
            <a:normAutofit/>
          </a:bodyPr>
          <a:lstStyle/>
          <a:p>
            <a:r>
              <a:rPr lang="en-US" sz="2400" b="1" dirty="0">
                <a:solidFill>
                  <a:schemeClr val="bg1"/>
                </a:solidFill>
              </a:rPr>
              <a:t>Gated Recurrent Unit - GRU</a:t>
            </a:r>
            <a:endParaRPr lang="en-IN" sz="2400" b="1" dirty="0">
              <a:solidFill>
                <a:schemeClr val="bg1"/>
              </a:solidFill>
            </a:endParaRPr>
          </a:p>
        </p:txBody>
      </p:sp>
      <p:pic>
        <p:nvPicPr>
          <p:cNvPr id="4" name="Picture 3"/>
          <p:cNvPicPr>
            <a:picLocks noChangeAspect="1"/>
          </p:cNvPicPr>
          <p:nvPr/>
        </p:nvPicPr>
        <p:blipFill>
          <a:blip r:embed="rId2"/>
          <a:stretch>
            <a:fillRect/>
          </a:stretch>
        </p:blipFill>
        <p:spPr>
          <a:xfrm>
            <a:off x="3462473" y="2215502"/>
            <a:ext cx="4131333" cy="699149"/>
          </a:xfrm>
          <a:prstGeom prst="rect">
            <a:avLst/>
          </a:prstGeom>
        </p:spPr>
      </p:pic>
      <p:pic>
        <p:nvPicPr>
          <p:cNvPr id="5" name="Picture 4"/>
          <p:cNvPicPr>
            <a:picLocks noChangeAspect="1"/>
          </p:cNvPicPr>
          <p:nvPr/>
        </p:nvPicPr>
        <p:blipFill>
          <a:blip r:embed="rId3"/>
          <a:stretch>
            <a:fillRect/>
          </a:stretch>
        </p:blipFill>
        <p:spPr>
          <a:xfrm>
            <a:off x="4000356" y="3543509"/>
            <a:ext cx="3267666" cy="799682"/>
          </a:xfrm>
          <a:prstGeom prst="rect">
            <a:avLst/>
          </a:prstGeom>
        </p:spPr>
      </p:pic>
    </p:spTree>
    <p:extLst>
      <p:ext uri="{BB962C8B-B14F-4D97-AF65-F5344CB8AC3E}">
        <p14:creationId xmlns:p14="http://schemas.microsoft.com/office/powerpoint/2010/main" val="15687929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p68"/>
          <p:cNvSpPr txBox="1">
            <a:spLocks noGrp="1"/>
          </p:cNvSpPr>
          <p:nvPr>
            <p:ph type="title" idx="4294967295"/>
          </p:nvPr>
        </p:nvSpPr>
        <p:spPr>
          <a:xfrm>
            <a:off x="0" y="232521"/>
            <a:ext cx="5711825"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GRU: N</a:t>
            </a:r>
            <a:r>
              <a:rPr lang="en-US" sz="2400" b="1" cap="small" dirty="0">
                <a:solidFill>
                  <a:schemeClr val="bg1"/>
                </a:solidFill>
              </a:rPr>
              <a:t>umerical</a:t>
            </a:r>
            <a:r>
              <a:rPr lang="en-US" sz="2400" b="1" dirty="0">
                <a:solidFill>
                  <a:schemeClr val="bg1"/>
                </a:solidFill>
              </a:rPr>
              <a:t> E</a:t>
            </a:r>
            <a:r>
              <a:rPr lang="en-US" sz="2400" b="1" cap="small" dirty="0">
                <a:solidFill>
                  <a:schemeClr val="bg1"/>
                </a:solidFill>
              </a:rPr>
              <a:t>xample</a:t>
            </a:r>
            <a:r>
              <a:rPr lang="en-US" sz="2400" b="1" dirty="0">
                <a:solidFill>
                  <a:schemeClr val="bg1"/>
                </a:solidFill>
              </a:rPr>
              <a:t> - S</a:t>
            </a:r>
            <a:r>
              <a:rPr lang="en-US" sz="2400" b="1" cap="small" dirty="0">
                <a:solidFill>
                  <a:schemeClr val="bg1"/>
                </a:solidFill>
              </a:rPr>
              <a:t>etup</a:t>
            </a:r>
            <a:endParaRPr sz="2400" b="1" dirty="0">
              <a:solidFill>
                <a:schemeClr val="bg1"/>
              </a:solidFill>
            </a:endParaRPr>
          </a:p>
        </p:txBody>
      </p:sp>
      <p:pic>
        <p:nvPicPr>
          <p:cNvPr id="1179" name="Google Shape;1179;p68"/>
          <p:cNvPicPr preferRelativeResize="0"/>
          <p:nvPr/>
        </p:nvPicPr>
        <p:blipFill>
          <a:blip r:embed="rId3">
            <a:alphaModFix/>
          </a:blip>
          <a:stretch>
            <a:fillRect/>
          </a:stretch>
        </p:blipFill>
        <p:spPr>
          <a:xfrm>
            <a:off x="573386" y="1083138"/>
            <a:ext cx="7364260" cy="2861333"/>
          </a:xfrm>
          <a:prstGeom prst="rect">
            <a:avLst/>
          </a:prstGeom>
          <a:noFill/>
          <a:ln>
            <a:noFill/>
          </a:ln>
        </p:spPr>
      </p:pic>
    </p:spTree>
  </p:cSld>
  <p:clrMapOvr>
    <a:masterClrMapping/>
  </p:clrMapOvr>
  <p:transition>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83"/>
        <p:cNvGrpSpPr/>
        <p:nvPr/>
      </p:nvGrpSpPr>
      <p:grpSpPr>
        <a:xfrm>
          <a:off x="0" y="0"/>
          <a:ext cx="0" cy="0"/>
          <a:chOff x="0" y="0"/>
          <a:chExt cx="0" cy="0"/>
        </a:xfrm>
      </p:grpSpPr>
      <p:sp>
        <p:nvSpPr>
          <p:cNvPr id="1184" name="Google Shape;1184;p69"/>
          <p:cNvSpPr txBox="1">
            <a:spLocks noGrp="1"/>
          </p:cNvSpPr>
          <p:nvPr>
            <p:ph type="title" idx="4294967295"/>
          </p:nvPr>
        </p:nvSpPr>
        <p:spPr>
          <a:xfrm>
            <a:off x="0" y="357747"/>
            <a:ext cx="6365875" cy="396756"/>
          </a:xfrm>
          <a:prstGeom prst="rect">
            <a:avLst/>
          </a:prstGeom>
          <a:noFill/>
          <a:ln>
            <a:noFill/>
          </a:ln>
        </p:spPr>
        <p:txBody>
          <a:bodyPr spcFirstLastPara="1" wrap="square" lIns="0" tIns="27159" rIns="0" bIns="0" anchor="t" anchorCtr="0">
            <a:spAutoFit/>
          </a:bodyPr>
          <a:lstStyle/>
          <a:p>
            <a:pPr marL="20141"/>
            <a:r>
              <a:rPr lang="en-US" sz="2400" dirty="0">
                <a:solidFill>
                  <a:schemeClr val="bg1"/>
                </a:solidFill>
              </a:rPr>
              <a:t>GRU: N</a:t>
            </a:r>
            <a:r>
              <a:rPr lang="en-US" sz="2400" cap="small" dirty="0">
                <a:solidFill>
                  <a:schemeClr val="bg1"/>
                </a:solidFill>
              </a:rPr>
              <a:t>umerical</a:t>
            </a:r>
            <a:r>
              <a:rPr lang="en-US" sz="2400" dirty="0">
                <a:solidFill>
                  <a:schemeClr val="bg1"/>
                </a:solidFill>
              </a:rPr>
              <a:t> E</a:t>
            </a:r>
            <a:r>
              <a:rPr lang="en-US" sz="2400" cap="small" dirty="0">
                <a:solidFill>
                  <a:schemeClr val="bg1"/>
                </a:solidFill>
              </a:rPr>
              <a:t>xample</a:t>
            </a:r>
            <a:r>
              <a:rPr lang="en-US" sz="2400" dirty="0">
                <a:solidFill>
                  <a:schemeClr val="bg1"/>
                </a:solidFill>
              </a:rPr>
              <a:t> - G</a:t>
            </a:r>
            <a:r>
              <a:rPr lang="en-US" sz="2400" cap="small" dirty="0">
                <a:solidFill>
                  <a:schemeClr val="bg1"/>
                </a:solidFill>
              </a:rPr>
              <a:t>ates</a:t>
            </a:r>
            <a:r>
              <a:rPr lang="en-US" sz="2400" dirty="0">
                <a:solidFill>
                  <a:schemeClr val="bg1"/>
                </a:solidFill>
              </a:rPr>
              <a:t> C</a:t>
            </a:r>
            <a:r>
              <a:rPr lang="en-US" sz="2400" cap="small" dirty="0">
                <a:solidFill>
                  <a:schemeClr val="bg1"/>
                </a:solidFill>
              </a:rPr>
              <a:t>omputation</a:t>
            </a:r>
            <a:endParaRPr sz="2400" dirty="0">
              <a:solidFill>
                <a:schemeClr val="bg1"/>
              </a:solidFill>
            </a:endParaRPr>
          </a:p>
        </p:txBody>
      </p:sp>
      <p:pic>
        <p:nvPicPr>
          <p:cNvPr id="1191" name="Google Shape;1191;p69"/>
          <p:cNvPicPr preferRelativeResize="0"/>
          <p:nvPr/>
        </p:nvPicPr>
        <p:blipFill>
          <a:blip r:embed="rId3">
            <a:alphaModFix/>
          </a:blip>
          <a:stretch>
            <a:fillRect/>
          </a:stretch>
        </p:blipFill>
        <p:spPr>
          <a:xfrm>
            <a:off x="716821" y="966595"/>
            <a:ext cx="7199013" cy="4045282"/>
          </a:xfrm>
          <a:prstGeom prst="rect">
            <a:avLst/>
          </a:prstGeom>
          <a:noFill/>
          <a:ln>
            <a:noFill/>
          </a:ln>
        </p:spPr>
      </p:pic>
    </p:spTree>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p70"/>
          <p:cNvSpPr txBox="1">
            <a:spLocks noGrp="1"/>
          </p:cNvSpPr>
          <p:nvPr>
            <p:ph type="title" idx="4294967295"/>
          </p:nvPr>
        </p:nvSpPr>
        <p:spPr>
          <a:xfrm>
            <a:off x="0" y="187418"/>
            <a:ext cx="7064188" cy="396756"/>
          </a:xfrm>
          <a:prstGeom prst="rect">
            <a:avLst/>
          </a:prstGeom>
          <a:noFill/>
          <a:ln>
            <a:noFill/>
          </a:ln>
        </p:spPr>
        <p:txBody>
          <a:bodyPr spcFirstLastPara="1" wrap="square" lIns="0" tIns="27159" rIns="0" bIns="0" anchor="t" anchorCtr="0">
            <a:spAutoFit/>
          </a:bodyPr>
          <a:lstStyle/>
          <a:p>
            <a:pPr marL="20141"/>
            <a:r>
              <a:rPr lang="en-US" sz="2220" b="1" dirty="0">
                <a:solidFill>
                  <a:schemeClr val="bg1"/>
                </a:solidFill>
              </a:rPr>
              <a:t>GRU: </a:t>
            </a:r>
            <a:r>
              <a:rPr lang="en-US" sz="2400" b="1" dirty="0">
                <a:solidFill>
                  <a:schemeClr val="bg1"/>
                </a:solidFill>
              </a:rPr>
              <a:t>N</a:t>
            </a:r>
            <a:r>
              <a:rPr lang="en-US" sz="2400" b="1" cap="small" dirty="0">
                <a:solidFill>
                  <a:schemeClr val="bg1"/>
                </a:solidFill>
              </a:rPr>
              <a:t>umerical</a:t>
            </a:r>
            <a:r>
              <a:rPr lang="en-US" sz="2400" b="1" dirty="0">
                <a:solidFill>
                  <a:schemeClr val="bg1"/>
                </a:solidFill>
              </a:rPr>
              <a:t> E</a:t>
            </a:r>
            <a:r>
              <a:rPr lang="en-US" sz="2400" b="1" cap="small" dirty="0">
                <a:solidFill>
                  <a:schemeClr val="bg1"/>
                </a:solidFill>
              </a:rPr>
              <a:t>xample</a:t>
            </a:r>
            <a:r>
              <a:rPr lang="en-US" sz="2400" b="1" dirty="0">
                <a:solidFill>
                  <a:schemeClr val="bg1"/>
                </a:solidFill>
              </a:rPr>
              <a:t> - H</a:t>
            </a:r>
            <a:r>
              <a:rPr lang="en-US" sz="2400" b="1" cap="small" dirty="0">
                <a:solidFill>
                  <a:schemeClr val="bg1"/>
                </a:solidFill>
              </a:rPr>
              <a:t>idden</a:t>
            </a:r>
            <a:r>
              <a:rPr lang="en-US" sz="2400" b="1" dirty="0">
                <a:solidFill>
                  <a:schemeClr val="bg1"/>
                </a:solidFill>
              </a:rPr>
              <a:t> S</a:t>
            </a:r>
            <a:r>
              <a:rPr lang="en-US" sz="2400" b="1" cap="small" dirty="0">
                <a:solidFill>
                  <a:schemeClr val="bg1"/>
                </a:solidFill>
              </a:rPr>
              <a:t>tate</a:t>
            </a:r>
            <a:r>
              <a:rPr lang="en-US" sz="2400" b="1" dirty="0">
                <a:solidFill>
                  <a:schemeClr val="bg1"/>
                </a:solidFill>
              </a:rPr>
              <a:t> U</a:t>
            </a:r>
            <a:r>
              <a:rPr lang="en-US" sz="2400" b="1" cap="small" dirty="0">
                <a:solidFill>
                  <a:schemeClr val="bg1"/>
                </a:solidFill>
              </a:rPr>
              <a:t>pdate</a:t>
            </a:r>
            <a:endParaRPr sz="2400" b="1" dirty="0">
              <a:solidFill>
                <a:schemeClr val="bg1"/>
              </a:solidFill>
            </a:endParaRPr>
          </a:p>
        </p:txBody>
      </p:sp>
      <p:pic>
        <p:nvPicPr>
          <p:cNvPr id="1199" name="Google Shape;1199;p70"/>
          <p:cNvPicPr preferRelativeResize="0"/>
          <p:nvPr/>
        </p:nvPicPr>
        <p:blipFill>
          <a:blip r:embed="rId3">
            <a:alphaModFix/>
          </a:blip>
          <a:stretch>
            <a:fillRect/>
          </a:stretch>
        </p:blipFill>
        <p:spPr>
          <a:xfrm>
            <a:off x="674528" y="1132063"/>
            <a:ext cx="7335515" cy="3413044"/>
          </a:xfrm>
          <a:prstGeom prst="rect">
            <a:avLst/>
          </a:prstGeom>
          <a:noFill/>
          <a:ln>
            <a:noFill/>
          </a:ln>
        </p:spPr>
      </p:pic>
    </p:spTree>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03"/>
        <p:cNvGrpSpPr/>
        <p:nvPr/>
      </p:nvGrpSpPr>
      <p:grpSpPr>
        <a:xfrm>
          <a:off x="0" y="0"/>
          <a:ext cx="0" cy="0"/>
          <a:chOff x="0" y="0"/>
          <a:chExt cx="0" cy="0"/>
        </a:xfrm>
      </p:grpSpPr>
      <p:sp>
        <p:nvSpPr>
          <p:cNvPr id="1204" name="Google Shape;1204;p71"/>
          <p:cNvSpPr txBox="1">
            <a:spLocks noGrp="1"/>
          </p:cNvSpPr>
          <p:nvPr>
            <p:ph type="title" idx="4294967295"/>
          </p:nvPr>
        </p:nvSpPr>
        <p:spPr>
          <a:xfrm>
            <a:off x="0" y="367085"/>
            <a:ext cx="6113463" cy="396756"/>
          </a:xfrm>
          <a:prstGeom prst="rect">
            <a:avLst/>
          </a:prstGeom>
          <a:noFill/>
          <a:ln>
            <a:noFill/>
          </a:ln>
        </p:spPr>
        <p:txBody>
          <a:bodyPr spcFirstLastPara="1" wrap="square" lIns="0" tIns="27159" rIns="0" bIns="0" anchor="t" anchorCtr="0">
            <a:spAutoFit/>
          </a:bodyPr>
          <a:lstStyle/>
          <a:p>
            <a:pPr marL="20141"/>
            <a:r>
              <a:rPr lang="en-US" sz="2400" b="1" dirty="0">
                <a:solidFill>
                  <a:schemeClr val="bg1"/>
                </a:solidFill>
              </a:rPr>
              <a:t>GRU: N</a:t>
            </a:r>
            <a:r>
              <a:rPr lang="en-US" sz="2400" b="1" cap="small" dirty="0">
                <a:solidFill>
                  <a:schemeClr val="bg1"/>
                </a:solidFill>
              </a:rPr>
              <a:t>umerical</a:t>
            </a:r>
            <a:r>
              <a:rPr lang="en-US" sz="2400" b="1" dirty="0">
                <a:solidFill>
                  <a:schemeClr val="bg1"/>
                </a:solidFill>
              </a:rPr>
              <a:t> E</a:t>
            </a:r>
            <a:r>
              <a:rPr lang="en-US" sz="2400" b="1" cap="small" dirty="0">
                <a:solidFill>
                  <a:schemeClr val="bg1"/>
                </a:solidFill>
              </a:rPr>
              <a:t>xample</a:t>
            </a:r>
            <a:r>
              <a:rPr lang="en-US" sz="2400" b="1" dirty="0">
                <a:solidFill>
                  <a:schemeClr val="bg1"/>
                </a:solidFill>
              </a:rPr>
              <a:t> - F</a:t>
            </a:r>
            <a:r>
              <a:rPr lang="en-US" sz="2400" b="1" cap="small" dirty="0">
                <a:solidFill>
                  <a:schemeClr val="bg1"/>
                </a:solidFill>
              </a:rPr>
              <a:t>inal</a:t>
            </a:r>
            <a:r>
              <a:rPr lang="en-US" sz="2400" b="1" dirty="0">
                <a:solidFill>
                  <a:schemeClr val="bg1"/>
                </a:solidFill>
              </a:rPr>
              <a:t> H</a:t>
            </a:r>
            <a:r>
              <a:rPr lang="en-US" sz="2400" b="1" cap="small" dirty="0">
                <a:solidFill>
                  <a:schemeClr val="bg1"/>
                </a:solidFill>
              </a:rPr>
              <a:t>idden</a:t>
            </a:r>
            <a:r>
              <a:rPr lang="en-US" sz="2400" b="1" dirty="0">
                <a:solidFill>
                  <a:schemeClr val="bg1"/>
                </a:solidFill>
              </a:rPr>
              <a:t> S</a:t>
            </a:r>
            <a:r>
              <a:rPr lang="en-US" sz="2400" b="1" cap="small" dirty="0">
                <a:solidFill>
                  <a:schemeClr val="bg1"/>
                </a:solidFill>
              </a:rPr>
              <a:t>tate</a:t>
            </a:r>
            <a:endParaRPr sz="2400" b="1" dirty="0">
              <a:solidFill>
                <a:schemeClr val="bg1"/>
              </a:solidFill>
            </a:endParaRPr>
          </a:p>
        </p:txBody>
      </p:sp>
      <p:pic>
        <p:nvPicPr>
          <p:cNvPr id="1211" name="Google Shape;1211;p71"/>
          <p:cNvPicPr preferRelativeResize="0"/>
          <p:nvPr/>
        </p:nvPicPr>
        <p:blipFill>
          <a:blip r:embed="rId3">
            <a:alphaModFix/>
          </a:blip>
          <a:stretch>
            <a:fillRect/>
          </a:stretch>
        </p:blipFill>
        <p:spPr>
          <a:xfrm>
            <a:off x="627174" y="1011420"/>
            <a:ext cx="6985824" cy="3390251"/>
          </a:xfrm>
          <a:prstGeom prst="rect">
            <a:avLst/>
          </a:prstGeom>
          <a:noFill/>
          <a:ln>
            <a:noFill/>
          </a:ln>
        </p:spPr>
      </p:pic>
    </p:spTree>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71"/>
        <p:cNvGrpSpPr/>
        <p:nvPr/>
      </p:nvGrpSpPr>
      <p:grpSpPr>
        <a:xfrm>
          <a:off x="0" y="0"/>
          <a:ext cx="0" cy="0"/>
          <a:chOff x="0" y="0"/>
          <a:chExt cx="0" cy="0"/>
        </a:xfrm>
      </p:grpSpPr>
      <p:sp>
        <p:nvSpPr>
          <p:cNvPr id="1372" name="Google Shape;1372;p85"/>
          <p:cNvSpPr txBox="1">
            <a:spLocks noGrp="1"/>
          </p:cNvSpPr>
          <p:nvPr>
            <p:ph type="title" idx="4294967295"/>
          </p:nvPr>
        </p:nvSpPr>
        <p:spPr>
          <a:xfrm>
            <a:off x="0" y="232521"/>
            <a:ext cx="6257365"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LSTM </a:t>
            </a:r>
            <a:r>
              <a:rPr lang="en-US" sz="2400" b="1" cap="small" dirty="0">
                <a:solidFill>
                  <a:schemeClr val="bg1"/>
                </a:solidFill>
              </a:rPr>
              <a:t>vs</a:t>
            </a:r>
            <a:r>
              <a:rPr lang="en-US" sz="2400" b="1" dirty="0">
                <a:solidFill>
                  <a:schemeClr val="bg1"/>
                </a:solidFill>
              </a:rPr>
              <a:t> GRU: C</a:t>
            </a:r>
            <a:r>
              <a:rPr lang="en-US" sz="2400" b="1" cap="small" dirty="0">
                <a:solidFill>
                  <a:schemeClr val="bg1"/>
                </a:solidFill>
              </a:rPr>
              <a:t>omparison</a:t>
            </a:r>
            <a:endParaRPr sz="2400" b="1" dirty="0">
              <a:solidFill>
                <a:schemeClr val="bg1"/>
              </a:solidFill>
            </a:endParaRPr>
          </a:p>
        </p:txBody>
      </p:sp>
      <p:graphicFrame>
        <p:nvGraphicFramePr>
          <p:cNvPr id="1373" name="Google Shape;1373;p85"/>
          <p:cNvGraphicFramePr/>
          <p:nvPr/>
        </p:nvGraphicFramePr>
        <p:xfrm>
          <a:off x="1555245" y="1760240"/>
          <a:ext cx="6017114" cy="2799520"/>
        </p:xfrm>
        <a:graphic>
          <a:graphicData uri="http://schemas.openxmlformats.org/drawingml/2006/table">
            <a:tbl>
              <a:tblPr firstRow="1" bandRow="1">
                <a:noFill/>
              </a:tblPr>
              <a:tblGrid>
                <a:gridCol w="1710991">
                  <a:extLst>
                    <a:ext uri="{9D8B030D-6E8A-4147-A177-3AD203B41FA5}">
                      <a16:colId xmlns:a16="http://schemas.microsoft.com/office/drawing/2014/main" val="20000"/>
                    </a:ext>
                  </a:extLst>
                </a:gridCol>
                <a:gridCol w="2062427">
                  <a:extLst>
                    <a:ext uri="{9D8B030D-6E8A-4147-A177-3AD203B41FA5}">
                      <a16:colId xmlns:a16="http://schemas.microsoft.com/office/drawing/2014/main" val="20001"/>
                    </a:ext>
                  </a:extLst>
                </a:gridCol>
                <a:gridCol w="2243696">
                  <a:extLst>
                    <a:ext uri="{9D8B030D-6E8A-4147-A177-3AD203B41FA5}">
                      <a16:colId xmlns:a16="http://schemas.microsoft.com/office/drawing/2014/main" val="20002"/>
                    </a:ext>
                  </a:extLst>
                </a:gridCol>
              </a:tblGrid>
              <a:tr h="279952">
                <a:tc>
                  <a:txBody>
                    <a:bodyPr/>
                    <a:lstStyle/>
                    <a:p>
                      <a:pPr marL="78105" marR="0" lvl="0" indent="0" algn="l" rtl="0">
                        <a:lnSpc>
                          <a:spcPct val="100000"/>
                        </a:lnSpc>
                        <a:spcBef>
                          <a:spcPts val="0"/>
                        </a:spcBef>
                        <a:spcAft>
                          <a:spcPts val="0"/>
                        </a:spcAft>
                        <a:buNone/>
                      </a:pPr>
                      <a:r>
                        <a:rPr lang="en-US" sz="1500" b="1" u="none" strike="noStrike" cap="none">
                          <a:latin typeface="Arial"/>
                          <a:ea typeface="Arial"/>
                          <a:cs typeface="Arial"/>
                          <a:sym typeface="Arial"/>
                        </a:rPr>
                        <a:t>Property</a:t>
                      </a:r>
                      <a:endParaRPr sz="1500" u="none" strike="noStrike" cap="none">
                        <a:latin typeface="Arial"/>
                        <a:ea typeface="Arial"/>
                        <a:cs typeface="Arial"/>
                        <a:sym typeface="Arial"/>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b="1" u="none" strike="noStrike" cap="none">
                          <a:latin typeface="Arial"/>
                          <a:ea typeface="Arial"/>
                          <a:cs typeface="Arial"/>
                          <a:sym typeface="Arial"/>
                        </a:rPr>
                        <a:t>GRU</a:t>
                      </a:r>
                      <a:endParaRPr sz="1500" u="none" strike="noStrike" cap="none">
                        <a:latin typeface="Arial"/>
                        <a:ea typeface="Arial"/>
                        <a:cs typeface="Arial"/>
                        <a:sym typeface="Arial"/>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b="1" u="none" strike="noStrike" cap="none">
                          <a:latin typeface="Arial"/>
                          <a:ea typeface="Arial"/>
                          <a:cs typeface="Arial"/>
                          <a:sym typeface="Arial"/>
                        </a:rPr>
                        <a:t>LSTM</a:t>
                      </a:r>
                      <a:endParaRPr sz="1500" u="none" strike="noStrike" cap="none">
                        <a:latin typeface="Arial"/>
                        <a:ea typeface="Arial"/>
                        <a:cs typeface="Arial"/>
                        <a:sym typeface="Arial"/>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279952">
                <a:tc>
                  <a:txBody>
                    <a:bodyPr/>
                    <a:lstStyle/>
                    <a:p>
                      <a:pPr marL="78105" marR="0" lvl="0" indent="0" algn="l" rtl="0">
                        <a:lnSpc>
                          <a:spcPct val="100000"/>
                        </a:lnSpc>
                        <a:spcBef>
                          <a:spcPts val="0"/>
                        </a:spcBef>
                        <a:spcAft>
                          <a:spcPts val="0"/>
                        </a:spcAft>
                        <a:buNone/>
                      </a:pPr>
                      <a:r>
                        <a:rPr lang="en-US" sz="1500" u="none" strike="noStrike" cap="none" dirty="0">
                          <a:latin typeface="Tahoma"/>
                          <a:ea typeface="Tahoma"/>
                          <a:cs typeface="Tahoma"/>
                          <a:sym typeface="Tahoma"/>
                        </a:rPr>
                        <a:t>Number of gates</a:t>
                      </a:r>
                      <a:endParaRPr sz="1500" u="none" strike="noStrike" cap="none" dirty="0">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2 (reset, update)</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3 (forget, input, output)</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Memory types</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1 (hidden state)</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2 (cell + hidden)</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Parameters</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8181"/>
                        </a:lnSpc>
                        <a:spcBef>
                          <a:spcPts val="0"/>
                        </a:spcBef>
                        <a:spcAft>
                          <a:spcPts val="0"/>
                        </a:spcAft>
                        <a:buNone/>
                      </a:pPr>
                      <a:r>
                        <a:rPr lang="en-US" sz="1500" u="none" strike="noStrike" cap="none">
                          <a:latin typeface="Tahoma"/>
                          <a:ea typeface="Tahoma"/>
                          <a:cs typeface="Tahoma"/>
                          <a:sym typeface="Tahoma"/>
                        </a:rPr>
                        <a:t>3</a:t>
                      </a:r>
                      <a:r>
                        <a:rPr lang="en-US" sz="1700" u="none" strike="noStrike" cap="none">
                          <a:latin typeface="Tahoma"/>
                          <a:ea typeface="Tahoma"/>
                          <a:cs typeface="Tahoma"/>
                          <a:sym typeface="Tahoma"/>
                        </a:rPr>
                        <a:t>(</a:t>
                      </a:r>
                      <a:r>
                        <a:rPr lang="en-US" sz="1500" i="1" u="none" strike="noStrike" cap="none">
                          <a:latin typeface="Arial"/>
                          <a:ea typeface="Arial"/>
                          <a:cs typeface="Arial"/>
                          <a:sym typeface="Arial"/>
                        </a:rPr>
                        <a:t>hd </a:t>
                      </a:r>
                      <a:r>
                        <a:rPr lang="en-US" sz="1700" u="none" strike="noStrike" cap="none">
                          <a:latin typeface="Tahoma"/>
                          <a:ea typeface="Tahoma"/>
                          <a:cs typeface="Tahoma"/>
                          <a:sym typeface="Tahoma"/>
                        </a:rPr>
                        <a:t>+ </a:t>
                      </a:r>
                      <a:r>
                        <a:rPr lang="en-US" sz="1500" i="1" u="none" strike="noStrike" cap="none">
                          <a:latin typeface="Arial"/>
                          <a:ea typeface="Arial"/>
                          <a:cs typeface="Arial"/>
                          <a:sym typeface="Arial"/>
                        </a:rPr>
                        <a:t>h</a:t>
                      </a:r>
                      <a:r>
                        <a:rPr lang="en-US" sz="1700" u="none" strike="noStrike" cap="none" baseline="30000">
                          <a:latin typeface="Tahoma"/>
                          <a:ea typeface="Tahoma"/>
                          <a:cs typeface="Tahoma"/>
                          <a:sym typeface="Tahoma"/>
                        </a:rPr>
                        <a:t>2 </a:t>
                      </a:r>
                      <a:r>
                        <a:rPr lang="en-US" sz="1700" u="none" strike="noStrike" cap="none">
                          <a:latin typeface="Tahoma"/>
                          <a:ea typeface="Tahoma"/>
                          <a:cs typeface="Tahoma"/>
                          <a:sym typeface="Tahoma"/>
                        </a:rPr>
                        <a:t>+ </a:t>
                      </a:r>
                      <a:r>
                        <a:rPr lang="en-US" sz="1500" i="1" u="none" strike="noStrike" cap="none">
                          <a:latin typeface="Arial"/>
                          <a:ea typeface="Arial"/>
                          <a:cs typeface="Arial"/>
                          <a:sym typeface="Arial"/>
                        </a:rPr>
                        <a:t>h</a:t>
                      </a:r>
                      <a:r>
                        <a:rPr lang="en-US" sz="1700" u="none" strike="noStrike" cap="none">
                          <a:latin typeface="Tahoma"/>
                          <a:ea typeface="Tahoma"/>
                          <a:cs typeface="Tahoma"/>
                          <a:sym typeface="Tahoma"/>
                        </a:rPr>
                        <a:t>)</a:t>
                      </a:r>
                      <a:endParaRPr sz="1700" u="none" strike="noStrike" cap="none">
                        <a:latin typeface="Tahoma"/>
                        <a:ea typeface="Tahoma"/>
                        <a:cs typeface="Tahoma"/>
                        <a:sym typeface="Tahom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8181"/>
                        </a:lnSpc>
                        <a:spcBef>
                          <a:spcPts val="0"/>
                        </a:spcBef>
                        <a:spcAft>
                          <a:spcPts val="0"/>
                        </a:spcAft>
                        <a:buNone/>
                      </a:pPr>
                      <a:r>
                        <a:rPr lang="en-US" sz="1500" u="none" strike="noStrike" cap="none">
                          <a:latin typeface="Tahoma"/>
                          <a:ea typeface="Tahoma"/>
                          <a:cs typeface="Tahoma"/>
                          <a:sym typeface="Tahoma"/>
                        </a:rPr>
                        <a:t>4</a:t>
                      </a:r>
                      <a:r>
                        <a:rPr lang="en-US" sz="1700" u="none" strike="noStrike" cap="none">
                          <a:latin typeface="Tahoma"/>
                          <a:ea typeface="Tahoma"/>
                          <a:cs typeface="Tahoma"/>
                          <a:sym typeface="Tahoma"/>
                        </a:rPr>
                        <a:t>(</a:t>
                      </a:r>
                      <a:r>
                        <a:rPr lang="en-US" sz="1500" i="1" u="none" strike="noStrike" cap="none">
                          <a:latin typeface="Arial"/>
                          <a:ea typeface="Arial"/>
                          <a:cs typeface="Arial"/>
                          <a:sym typeface="Arial"/>
                        </a:rPr>
                        <a:t>hd </a:t>
                      </a:r>
                      <a:r>
                        <a:rPr lang="en-US" sz="1700" u="none" strike="noStrike" cap="none">
                          <a:latin typeface="Tahoma"/>
                          <a:ea typeface="Tahoma"/>
                          <a:cs typeface="Tahoma"/>
                          <a:sym typeface="Tahoma"/>
                        </a:rPr>
                        <a:t>+ </a:t>
                      </a:r>
                      <a:r>
                        <a:rPr lang="en-US" sz="1500" i="1" u="none" strike="noStrike" cap="none">
                          <a:latin typeface="Arial"/>
                          <a:ea typeface="Arial"/>
                          <a:cs typeface="Arial"/>
                          <a:sym typeface="Arial"/>
                        </a:rPr>
                        <a:t>h</a:t>
                      </a:r>
                      <a:r>
                        <a:rPr lang="en-US" sz="1700" u="none" strike="noStrike" cap="none" baseline="30000">
                          <a:latin typeface="Tahoma"/>
                          <a:ea typeface="Tahoma"/>
                          <a:cs typeface="Tahoma"/>
                          <a:sym typeface="Tahoma"/>
                        </a:rPr>
                        <a:t>2 </a:t>
                      </a:r>
                      <a:r>
                        <a:rPr lang="en-US" sz="1700" u="none" strike="noStrike" cap="none">
                          <a:latin typeface="Tahoma"/>
                          <a:ea typeface="Tahoma"/>
                          <a:cs typeface="Tahoma"/>
                          <a:sym typeface="Tahoma"/>
                        </a:rPr>
                        <a:t>+ </a:t>
                      </a:r>
                      <a:r>
                        <a:rPr lang="en-US" sz="1500" i="1" u="none" strike="noStrike" cap="none">
                          <a:latin typeface="Arial"/>
                          <a:ea typeface="Arial"/>
                          <a:cs typeface="Arial"/>
                          <a:sym typeface="Arial"/>
                        </a:rPr>
                        <a:t>h</a:t>
                      </a:r>
                      <a:r>
                        <a:rPr lang="en-US" sz="1700" u="none" strike="noStrike" cap="none">
                          <a:latin typeface="Tahoma"/>
                          <a:ea typeface="Tahoma"/>
                          <a:cs typeface="Tahoma"/>
                          <a:sym typeface="Tahoma"/>
                        </a:rPr>
                        <a:t>)</a:t>
                      </a:r>
                      <a:endParaRPr sz="1700" u="none" strike="noStrike" cap="none">
                        <a:latin typeface="Tahoma"/>
                        <a:ea typeface="Tahoma"/>
                        <a:cs typeface="Tahoma"/>
                        <a:sym typeface="Tahom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Relative params</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8181"/>
                        </a:lnSpc>
                        <a:spcBef>
                          <a:spcPts val="0"/>
                        </a:spcBef>
                        <a:spcAft>
                          <a:spcPts val="0"/>
                        </a:spcAft>
                        <a:buNone/>
                      </a:pPr>
                      <a:r>
                        <a:rPr lang="en-US" sz="1500" u="none" strike="noStrike" cap="none">
                          <a:latin typeface="Tahoma"/>
                          <a:ea typeface="Tahoma"/>
                          <a:cs typeface="Tahoma"/>
                          <a:sym typeface="Tahoma"/>
                        </a:rPr>
                        <a:t>Fewer (</a:t>
                      </a:r>
                      <a:r>
                        <a:rPr lang="en-US" sz="1700" u="none" strike="noStrike" cap="none">
                          <a:latin typeface="Lucida Sans"/>
                          <a:ea typeface="Lucida Sans"/>
                          <a:cs typeface="Lucida Sans"/>
                          <a:sym typeface="Lucida Sans"/>
                        </a:rPr>
                        <a:t>∼ </a:t>
                      </a:r>
                      <a:r>
                        <a:rPr lang="en-US" sz="1500" u="none" strike="noStrike" cap="none">
                          <a:latin typeface="Tahoma"/>
                          <a:ea typeface="Tahoma"/>
                          <a:cs typeface="Tahoma"/>
                          <a:sym typeface="Tahoma"/>
                        </a:rPr>
                        <a:t>25</a:t>
                      </a:r>
                      <a:r>
                        <a:rPr lang="en-US" sz="1700" u="none" strike="noStrike" cap="none">
                          <a:latin typeface="Tahoma"/>
                          <a:ea typeface="Tahoma"/>
                          <a:cs typeface="Tahoma"/>
                          <a:sym typeface="Tahoma"/>
                        </a:rPr>
                        <a:t>% </a:t>
                      </a:r>
                      <a:r>
                        <a:rPr lang="en-US" sz="1500" u="none" strike="noStrike" cap="none">
                          <a:latin typeface="Tahoma"/>
                          <a:ea typeface="Tahoma"/>
                          <a:cs typeface="Tahoma"/>
                          <a:sym typeface="Tahoma"/>
                        </a:rPr>
                        <a:t>less)</a:t>
                      </a:r>
                      <a:endParaRPr sz="1500" u="none" strike="noStrike" cap="none">
                        <a:latin typeface="Tahoma"/>
                        <a:ea typeface="Tahoma"/>
                        <a:cs typeface="Tahoma"/>
                        <a:sym typeface="Tahom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More</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Training speed</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Faster</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Slower</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Memory usage</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Lower</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Higher</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Gradient flow</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Good</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Excellent</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Long sequences</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Good (50-100 steps)</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Better (100+ steps)</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8"/>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Popularity</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Increasing</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dirty="0">
                          <a:latin typeface="Tahoma"/>
                          <a:ea typeface="Tahoma"/>
                          <a:cs typeface="Tahoma"/>
                          <a:sym typeface="Tahoma"/>
                        </a:rPr>
                        <a:t>Most widely used</a:t>
                      </a:r>
                      <a:endParaRPr sz="1500" u="none" strike="noStrike" cap="none" dirty="0">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9"/>
                  </a:ext>
                </a:extLst>
              </a:tr>
            </a:tbl>
          </a:graphicData>
        </a:graphic>
      </p:graphicFrame>
      <p:grpSp>
        <p:nvGrpSpPr>
          <p:cNvPr id="1374" name="Google Shape;1374;p85"/>
          <p:cNvGrpSpPr/>
          <p:nvPr/>
        </p:nvGrpSpPr>
        <p:grpSpPr>
          <a:xfrm>
            <a:off x="814684" y="4892060"/>
            <a:ext cx="109889" cy="456756"/>
            <a:chOff x="513702" y="2544965"/>
            <a:chExt cx="69291" cy="288010"/>
          </a:xfrm>
        </p:grpSpPr>
        <p:pic>
          <p:nvPicPr>
            <p:cNvPr id="1375" name="Google Shape;1375;p85"/>
            <p:cNvPicPr preferRelativeResize="0"/>
            <p:nvPr/>
          </p:nvPicPr>
          <p:blipFill rotWithShape="1">
            <a:blip r:embed="rId3">
              <a:alphaModFix/>
            </a:blip>
            <a:srcRect/>
            <a:stretch/>
          </p:blipFill>
          <p:spPr>
            <a:xfrm>
              <a:off x="513702" y="2544965"/>
              <a:ext cx="69291" cy="69291"/>
            </a:xfrm>
            <a:prstGeom prst="rect">
              <a:avLst/>
            </a:prstGeom>
            <a:noFill/>
            <a:ln>
              <a:noFill/>
            </a:ln>
          </p:spPr>
        </p:pic>
        <p:pic>
          <p:nvPicPr>
            <p:cNvPr id="1376" name="Google Shape;1376;p85"/>
            <p:cNvPicPr preferRelativeResize="0"/>
            <p:nvPr/>
          </p:nvPicPr>
          <p:blipFill rotWithShape="1">
            <a:blip r:embed="rId4">
              <a:alphaModFix/>
            </a:blip>
            <a:srcRect/>
            <a:stretch/>
          </p:blipFill>
          <p:spPr>
            <a:xfrm>
              <a:off x="513702" y="2763684"/>
              <a:ext cx="69291" cy="69291"/>
            </a:xfrm>
            <a:prstGeom prst="rect">
              <a:avLst/>
            </a:prstGeom>
            <a:noFill/>
            <a:ln>
              <a:noFill/>
            </a:ln>
          </p:spPr>
        </p:pic>
      </p:grpSp>
      <p:sp>
        <p:nvSpPr>
          <p:cNvPr id="1380" name="Google Shape;1380;p85"/>
          <p:cNvSpPr txBox="1"/>
          <p:nvPr/>
        </p:nvSpPr>
        <p:spPr>
          <a:xfrm>
            <a:off x="1022315" y="4682290"/>
            <a:ext cx="6854979" cy="1009642"/>
          </a:xfrm>
          <a:prstGeom prst="rect">
            <a:avLst/>
          </a:prstGeom>
          <a:noFill/>
          <a:ln>
            <a:noFill/>
          </a:ln>
        </p:spPr>
        <p:txBody>
          <a:bodyPr spcFirstLastPara="1" wrap="square" lIns="0" tIns="111767" rIns="0" bIns="0" anchor="t" anchorCtr="0">
            <a:spAutoFit/>
          </a:bodyPr>
          <a:lstStyle/>
          <a:p>
            <a:pPr marL="20141" marR="0" lvl="0" indent="0" algn="l" defTabSz="1450147" rtl="0" eaLnBrk="1" fontAlgn="auto" latinLnBrk="0" hangingPunct="1">
              <a:lnSpc>
                <a:spcPct val="100000"/>
              </a:lnSpc>
              <a:spcBef>
                <a:spcPts val="0"/>
              </a:spcBef>
              <a:spcAft>
                <a:spcPts val="0"/>
              </a:spcAft>
              <a:buClr>
                <a:srgbClr val="000000"/>
              </a:buClr>
              <a:buSzTx/>
              <a:buFontTx/>
              <a:buNone/>
              <a:tabLst/>
              <a:defRPr/>
            </a:pPr>
            <a:r>
              <a:rPr kumimoji="0" lang="en-US" sz="1665" b="0" i="0" u="none" strike="noStrike" kern="0" cap="none" spc="0" normalizeH="0" baseline="0" noProof="0">
                <a:ln>
                  <a:noFill/>
                </a:ln>
                <a:solidFill>
                  <a:srgbClr val="1B1472"/>
                </a:solidFill>
                <a:effectLst/>
                <a:uLnTx/>
                <a:uFillTx/>
                <a:latin typeface="Tahoma"/>
                <a:ea typeface="Tahoma"/>
                <a:cs typeface="Tahoma"/>
                <a:sym typeface="Tahoma"/>
              </a:rPr>
              <a:t>When to use GRU</a:t>
            </a:r>
            <a:r>
              <a:rPr kumimoji="0" lang="en-US" sz="1665" b="0" i="0" u="none" strike="noStrike" kern="0" cap="none" spc="0" normalizeH="0" baseline="0" noProof="0">
                <a:ln>
                  <a:noFill/>
                </a:ln>
                <a:solidFill>
                  <a:srgbClr val="000000"/>
                </a:solidFill>
                <a:effectLst/>
                <a:uLnTx/>
                <a:uFillTx/>
                <a:latin typeface="Tahoma"/>
                <a:ea typeface="Tahoma"/>
                <a:cs typeface="Tahoma"/>
                <a:sym typeface="Tahoma"/>
              </a:rPr>
              <a:t>: Smaller datasets, shorter sequences, faster training</a:t>
            </a:r>
            <a:endParaRPr kumimoji="0" sz="1665" b="0" i="0" u="none" strike="noStrike" kern="0" cap="none" spc="0" normalizeH="0" baseline="0" noProof="0">
              <a:ln>
                <a:noFill/>
              </a:ln>
              <a:solidFill>
                <a:srgbClr val="000000"/>
              </a:solidFill>
              <a:effectLst/>
              <a:uLnTx/>
              <a:uFillTx/>
              <a:latin typeface="Tahoma"/>
              <a:ea typeface="Tahoma"/>
              <a:cs typeface="Tahoma"/>
              <a:sym typeface="Tahoma"/>
            </a:endParaRPr>
          </a:p>
          <a:p>
            <a:pPr marL="20141" marR="15106" lvl="0" indent="0" algn="l" defTabSz="1450147" rtl="0" eaLnBrk="1" fontAlgn="auto" latinLnBrk="0" hangingPunct="1">
              <a:lnSpc>
                <a:spcPct val="114700"/>
              </a:lnSpc>
              <a:spcBef>
                <a:spcPts val="436"/>
              </a:spcBef>
              <a:spcAft>
                <a:spcPts val="0"/>
              </a:spcAft>
              <a:buClr>
                <a:srgbClr val="000000"/>
              </a:buClr>
              <a:buSzTx/>
              <a:buFontTx/>
              <a:buNone/>
              <a:tabLst/>
              <a:defRPr/>
            </a:pPr>
            <a:r>
              <a:rPr kumimoji="0" lang="en-US" sz="1665" b="0" i="0" u="none" strike="noStrike" kern="0" cap="none" spc="0" normalizeH="0" baseline="0" noProof="0">
                <a:ln>
                  <a:noFill/>
                </a:ln>
                <a:solidFill>
                  <a:srgbClr val="1B1472"/>
                </a:solidFill>
                <a:effectLst/>
                <a:uLnTx/>
                <a:uFillTx/>
                <a:latin typeface="Tahoma"/>
                <a:ea typeface="Tahoma"/>
                <a:cs typeface="Tahoma"/>
                <a:sym typeface="Tahoma"/>
              </a:rPr>
              <a:t>When to use LSTM</a:t>
            </a:r>
            <a:r>
              <a:rPr kumimoji="0" lang="en-US" sz="1665" b="0" i="0" u="none" strike="noStrike" kern="0" cap="none" spc="0" normalizeH="0" baseline="0" noProof="0">
                <a:ln>
                  <a:noFill/>
                </a:ln>
                <a:solidFill>
                  <a:srgbClr val="000000"/>
                </a:solidFill>
                <a:effectLst/>
                <a:uLnTx/>
                <a:uFillTx/>
                <a:latin typeface="Tahoma"/>
                <a:ea typeface="Tahoma"/>
                <a:cs typeface="Tahoma"/>
                <a:sym typeface="Tahoma"/>
              </a:rPr>
              <a:t>: Longer sequences, more data available, maximum performance needed</a:t>
            </a:r>
            <a:endParaRPr kumimoji="0" sz="1665" b="0" i="0" u="none" strike="noStrike" kern="0" cap="none" spc="0" normalizeH="0" baseline="0" noProof="0">
              <a:ln>
                <a:noFill/>
              </a:ln>
              <a:solidFill>
                <a:srgbClr val="000000"/>
              </a:solidFill>
              <a:effectLst/>
              <a:uLnTx/>
              <a:uFillTx/>
              <a:latin typeface="Tahoma"/>
              <a:ea typeface="Tahoma"/>
              <a:cs typeface="Tahoma"/>
              <a:sym typeface="Tahoma"/>
            </a:endParaRPr>
          </a:p>
        </p:txBody>
      </p:sp>
    </p:spTree>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4657" name="Ink 24656">
                <a:extLst>
                  <a:ext uri="{FF2B5EF4-FFF2-40B4-BE49-F238E27FC236}">
                    <a16:creationId xmlns:a16="http://schemas.microsoft.com/office/drawing/2014/main" id="{BD03F67F-35CF-A113-2CA8-8A1C04F5BC05}"/>
                  </a:ext>
                </a:extLst>
              </p14:cNvPr>
              <p14:cNvContentPartPr/>
              <p14:nvPr/>
            </p14:nvContentPartPr>
            <p14:xfrm>
              <a:off x="8592313" y="2326214"/>
              <a:ext cx="11985" cy="17691"/>
            </p14:xfrm>
          </p:contentPart>
        </mc:Choice>
        <mc:Fallback xmlns="">
          <p:pic>
            <p:nvPicPr>
              <p:cNvPr id="24657" name="Ink 24656">
                <a:extLst>
                  <a:ext uri="{FF2B5EF4-FFF2-40B4-BE49-F238E27FC236}">
                    <a16:creationId xmlns:a16="http://schemas.microsoft.com/office/drawing/2014/main" id="{BD03F67F-35CF-A113-2CA8-8A1C04F5BC05}"/>
                  </a:ext>
                </a:extLst>
              </p:cNvPr>
              <p:cNvPicPr/>
              <p:nvPr/>
            </p:nvPicPr>
            <p:blipFill>
              <a:blip r:embed="rId3"/>
              <a:stretch>
                <a:fillRect/>
              </a:stretch>
            </p:blipFill>
            <p:spPr>
              <a:xfrm>
                <a:off x="8584686" y="2318632"/>
                <a:ext cx="27239" cy="32494"/>
              </a:xfrm>
              <a:prstGeom prst="rect">
                <a:avLst/>
              </a:prstGeom>
            </p:spPr>
          </p:pic>
        </mc:Fallback>
      </mc:AlternateContent>
      <p:sp>
        <p:nvSpPr>
          <p:cNvPr id="2" name="Rectangle 1"/>
          <p:cNvSpPr/>
          <p:nvPr/>
        </p:nvSpPr>
        <p:spPr>
          <a:xfrm>
            <a:off x="447851" y="1171869"/>
            <a:ext cx="8358750" cy="2814617"/>
          </a:xfrm>
          <a:prstGeom prst="rect">
            <a:avLst/>
          </a:prstGeom>
        </p:spPr>
        <p:txBody>
          <a:bodyPr wrap="square">
            <a:spAutoFit/>
          </a:bodyPr>
          <a:lstStyle/>
          <a:p>
            <a:pPr marL="0" marR="0" lvl="0" indent="0" algn="l" defTabSz="914463" rtl="0" eaLnBrk="1" fontAlgn="base" latinLnBrk="0" hangingPunct="1">
              <a:lnSpc>
                <a:spcPct val="150000"/>
              </a:lnSpc>
              <a:spcBef>
                <a:spcPts val="0"/>
              </a:spcBef>
              <a:spcAft>
                <a:spcPts val="0"/>
              </a:spcAft>
              <a:buClr>
                <a:srgbClr val="000000"/>
              </a:buClr>
              <a:buSzTx/>
              <a:buFontTx/>
              <a:buNone/>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Consider the following snippet</a:t>
            </a:r>
          </a:p>
          <a:p>
            <a:pPr marL="0" marR="0" lvl="0" indent="0" algn="l" defTabSz="914463" rtl="0" eaLnBrk="1" fontAlgn="base" latinLnBrk="0" hangingPunct="1">
              <a:lnSpc>
                <a:spcPct val="150000"/>
              </a:lnSpc>
              <a:spcBef>
                <a:spcPts val="0"/>
              </a:spcBef>
              <a:spcAft>
                <a:spcPts val="0"/>
              </a:spcAft>
              <a:buClr>
                <a:srgbClr val="000000"/>
              </a:buClr>
              <a:buSzTx/>
              <a:buFontTx/>
              <a:buNone/>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Model = Sequential()</a:t>
            </a:r>
          </a:p>
          <a:p>
            <a:pPr marL="0" marR="0" lvl="0" indent="0" algn="l" defTabSz="914463" rtl="0" eaLnBrk="1" fontAlgn="base" latinLnBrk="0" hangingPunct="1">
              <a:lnSpc>
                <a:spcPct val="150000"/>
              </a:lnSpc>
              <a:spcBef>
                <a:spcPts val="0"/>
              </a:spcBef>
              <a:spcAft>
                <a:spcPts val="0"/>
              </a:spcAft>
              <a:buClr>
                <a:srgbClr val="000000"/>
              </a:buClr>
              <a:buSzTx/>
              <a:buFontTx/>
              <a:buNone/>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Model. add(</a:t>
            </a:r>
            <a:r>
              <a:rPr kumimoji="0" lang="en-IN" sz="20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SimpleRNN</a:t>
            </a:r>
            <a:r>
              <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(3, input _ shape= (4,5),activation=activation[0]))</a:t>
            </a:r>
          </a:p>
          <a:p>
            <a:pPr marL="0" marR="0" lvl="0" indent="0" algn="l" defTabSz="914463" rtl="0" eaLnBrk="1" fontAlgn="base" latinLnBrk="0" hangingPunct="1">
              <a:lnSpc>
                <a:spcPct val="150000"/>
              </a:lnSpc>
              <a:spcBef>
                <a:spcPts val="0"/>
              </a:spcBef>
              <a:spcAft>
                <a:spcPts val="0"/>
              </a:spcAft>
              <a:buClr>
                <a:srgbClr val="000000"/>
              </a:buClr>
              <a:buSzTx/>
              <a:buFontTx/>
              <a:buNone/>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Model . add(Dense(1,activation= “Sigmoid”)</a:t>
            </a:r>
          </a:p>
          <a:p>
            <a:pPr marL="457231" marR="0" lvl="0" indent="-457231" algn="l" defTabSz="914463" rtl="0" eaLnBrk="1" fontAlgn="base" latinLnBrk="0" hangingPunct="1">
              <a:lnSpc>
                <a:spcPct val="150000"/>
              </a:lnSpc>
              <a:spcBef>
                <a:spcPts val="0"/>
              </a:spcBef>
              <a:spcAft>
                <a:spcPts val="0"/>
              </a:spcAft>
              <a:buClr>
                <a:srgbClr val="000000"/>
              </a:buClr>
              <a:buSzTx/>
              <a:buFont typeface="Arial"/>
              <a:buAutoNum type="alphaLcParenR"/>
              <a:tabLst/>
              <a:defRPr/>
            </a:pPr>
            <a:r>
              <a:rPr kumimoji="0" lang="en-US"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Draw the architecture</a:t>
            </a:r>
          </a:p>
          <a:p>
            <a:pPr marL="457231" marR="0" lvl="0" indent="-457231" algn="l" defTabSz="914463" rtl="0" eaLnBrk="1" fontAlgn="base" latinLnBrk="0" hangingPunct="1">
              <a:lnSpc>
                <a:spcPct val="150000"/>
              </a:lnSpc>
              <a:spcBef>
                <a:spcPts val="0"/>
              </a:spcBef>
              <a:spcAft>
                <a:spcPts val="0"/>
              </a:spcAft>
              <a:buClr>
                <a:srgbClr val="000000"/>
              </a:buClr>
              <a:buSzTx/>
              <a:buFont typeface="Arial"/>
              <a:buAutoNum type="alphaLcParenR"/>
              <a:tabLst/>
              <a:defRPr/>
            </a:pPr>
            <a:r>
              <a:rPr kumimoji="0" lang="en-US"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Calculate total number of Parameters in this</a:t>
            </a:r>
            <a:endPar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3" name="Title 2"/>
          <p:cNvSpPr>
            <a:spLocks noGrp="1"/>
          </p:cNvSpPr>
          <p:nvPr>
            <p:ph type="title" idx="4294967295"/>
          </p:nvPr>
        </p:nvSpPr>
        <p:spPr>
          <a:xfrm>
            <a:off x="0" y="495300"/>
            <a:ext cx="4803775" cy="355600"/>
          </a:xfrm>
        </p:spPr>
        <p:txBody>
          <a:bodyPr>
            <a:noAutofit/>
          </a:bodyPr>
          <a:lstStyle/>
          <a:p>
            <a:r>
              <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rPr>
              <a:t>Numerical on RNN</a:t>
            </a:r>
            <a:endParaRPr lang="en-IN" sz="28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F042744C-E68B-4DAF-8F04-DD27FF00FC4D}"/>
                  </a:ext>
                </a:extLst>
              </p14:cNvPr>
              <p14:cNvContentPartPr/>
              <p14:nvPr/>
            </p14:nvContentPartPr>
            <p14:xfrm>
              <a:off x="132120" y="848520"/>
              <a:ext cx="8708400" cy="5786280"/>
            </p14:xfrm>
          </p:contentPart>
        </mc:Choice>
        <mc:Fallback>
          <p:pic>
            <p:nvPicPr>
              <p:cNvPr id="4" name="Ink 3">
                <a:extLst>
                  <a:ext uri="{FF2B5EF4-FFF2-40B4-BE49-F238E27FC236}">
                    <a16:creationId xmlns:a16="http://schemas.microsoft.com/office/drawing/2014/main" id="{F042744C-E68B-4DAF-8F04-DD27FF00FC4D}"/>
                  </a:ext>
                </a:extLst>
              </p:cNvPr>
              <p:cNvPicPr/>
              <p:nvPr/>
            </p:nvPicPr>
            <p:blipFill>
              <a:blip r:embed="rId5"/>
              <a:stretch>
                <a:fillRect/>
              </a:stretch>
            </p:blipFill>
            <p:spPr>
              <a:xfrm>
                <a:off x="122760" y="839160"/>
                <a:ext cx="8727120" cy="5805000"/>
              </a:xfrm>
              <a:prstGeom prst="rect">
                <a:avLst/>
              </a:prstGeom>
            </p:spPr>
          </p:pic>
        </mc:Fallback>
      </mc:AlternateContent>
    </p:spTree>
    <p:extLst>
      <p:ext uri="{BB962C8B-B14F-4D97-AF65-F5344CB8AC3E}">
        <p14:creationId xmlns:p14="http://schemas.microsoft.com/office/powerpoint/2010/main" val="35111349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8DC49F9D-B0F8-3219-73E1-FAFE20924AC5}"/>
                  </a:ext>
                </a:extLst>
              </p14:cNvPr>
              <p14:cNvContentPartPr/>
              <p14:nvPr/>
            </p14:nvContentPartPr>
            <p14:xfrm>
              <a:off x="1950685" y="5435663"/>
              <a:ext cx="124401" cy="152362"/>
            </p14:xfrm>
          </p:contentPart>
        </mc:Choice>
        <mc:Fallback xmlns="">
          <p:pic>
            <p:nvPicPr>
              <p:cNvPr id="6" name="Ink 5">
                <a:extLst>
                  <a:ext uri="{FF2B5EF4-FFF2-40B4-BE49-F238E27FC236}">
                    <a16:creationId xmlns:a16="http://schemas.microsoft.com/office/drawing/2014/main" id="{8DC49F9D-B0F8-3219-73E1-FAFE20924AC5}"/>
                  </a:ext>
                </a:extLst>
              </p:cNvPr>
              <p:cNvPicPr/>
              <p:nvPr/>
            </p:nvPicPr>
            <p:blipFill>
              <a:blip r:embed="rId3"/>
              <a:stretch>
                <a:fillRect/>
              </a:stretch>
            </p:blipFill>
            <p:spPr>
              <a:xfrm>
                <a:off x="1943113" y="5428099"/>
                <a:ext cx="139545" cy="16749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643AE90A-57EA-7E19-7CCE-4EA7A33BBFC2}"/>
                  </a:ext>
                </a:extLst>
              </p14:cNvPr>
              <p14:cNvContentPartPr/>
              <p14:nvPr/>
            </p14:nvContentPartPr>
            <p14:xfrm>
              <a:off x="3890880" y="4760590"/>
              <a:ext cx="134672" cy="146656"/>
            </p14:xfrm>
          </p:contentPart>
        </mc:Choice>
        <mc:Fallback xmlns="">
          <p:pic>
            <p:nvPicPr>
              <p:cNvPr id="9" name="Ink 8">
                <a:extLst>
                  <a:ext uri="{FF2B5EF4-FFF2-40B4-BE49-F238E27FC236}">
                    <a16:creationId xmlns:a16="http://schemas.microsoft.com/office/drawing/2014/main" id="{643AE90A-57EA-7E19-7CCE-4EA7A33BBFC2}"/>
                  </a:ext>
                </a:extLst>
              </p:cNvPr>
              <p:cNvPicPr/>
              <p:nvPr/>
            </p:nvPicPr>
            <p:blipFill>
              <a:blip r:embed="rId5"/>
              <a:stretch>
                <a:fillRect/>
              </a:stretch>
            </p:blipFill>
            <p:spPr>
              <a:xfrm>
                <a:off x="3883318" y="4753023"/>
                <a:ext cx="149796" cy="16179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B19EFA02-21B7-3642-F133-87FB0D37A04A}"/>
                  </a:ext>
                </a:extLst>
              </p14:cNvPr>
              <p14:cNvContentPartPr/>
              <p14:nvPr/>
            </p14:nvContentPartPr>
            <p14:xfrm>
              <a:off x="1872506" y="3209003"/>
              <a:ext cx="2047477" cy="680781"/>
            </p14:xfrm>
          </p:contentPart>
        </mc:Choice>
        <mc:Fallback xmlns="">
          <p:pic>
            <p:nvPicPr>
              <p:cNvPr id="11" name="Ink 10">
                <a:extLst>
                  <a:ext uri="{FF2B5EF4-FFF2-40B4-BE49-F238E27FC236}">
                    <a16:creationId xmlns:a16="http://schemas.microsoft.com/office/drawing/2014/main" id="{B19EFA02-21B7-3642-F133-87FB0D37A04A}"/>
                  </a:ext>
                </a:extLst>
              </p:cNvPr>
              <p:cNvPicPr/>
              <p:nvPr/>
            </p:nvPicPr>
            <p:blipFill>
              <a:blip r:embed="rId7"/>
              <a:stretch>
                <a:fillRect/>
              </a:stretch>
            </p:blipFill>
            <p:spPr>
              <a:xfrm>
                <a:off x="1864947" y="3201443"/>
                <a:ext cx="2062596" cy="69590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E4E61A8D-2602-6910-ECFF-8DFE712F9317}"/>
                  </a:ext>
                </a:extLst>
              </p14:cNvPr>
              <p14:cNvContentPartPr/>
              <p14:nvPr/>
            </p14:nvContentPartPr>
            <p14:xfrm>
              <a:off x="1962097" y="3804756"/>
              <a:ext cx="2092558" cy="630565"/>
            </p14:xfrm>
          </p:contentPart>
        </mc:Choice>
        <mc:Fallback xmlns="">
          <p:pic>
            <p:nvPicPr>
              <p:cNvPr id="17" name="Ink 16">
                <a:extLst>
                  <a:ext uri="{FF2B5EF4-FFF2-40B4-BE49-F238E27FC236}">
                    <a16:creationId xmlns:a16="http://schemas.microsoft.com/office/drawing/2014/main" id="{E4E61A8D-2602-6910-ECFF-8DFE712F9317}"/>
                  </a:ext>
                </a:extLst>
              </p:cNvPr>
              <p:cNvPicPr/>
              <p:nvPr/>
            </p:nvPicPr>
            <p:blipFill>
              <a:blip r:embed="rId9"/>
              <a:stretch>
                <a:fillRect/>
              </a:stretch>
            </p:blipFill>
            <p:spPr>
              <a:xfrm>
                <a:off x="1954537" y="3797198"/>
                <a:ext cx="2107677" cy="645681"/>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BA68F0AC-A16E-40B8-40A0-B2A3C98EFE8C}"/>
                  </a:ext>
                </a:extLst>
              </p14:cNvPr>
              <p14:cNvContentPartPr/>
              <p14:nvPr/>
            </p14:nvContentPartPr>
            <p14:xfrm>
              <a:off x="1922723" y="3816172"/>
              <a:ext cx="2075440" cy="1254280"/>
            </p14:xfrm>
          </p:contentPart>
        </mc:Choice>
        <mc:Fallback xmlns="">
          <p:pic>
            <p:nvPicPr>
              <p:cNvPr id="19" name="Ink 18">
                <a:extLst>
                  <a:ext uri="{FF2B5EF4-FFF2-40B4-BE49-F238E27FC236}">
                    <a16:creationId xmlns:a16="http://schemas.microsoft.com/office/drawing/2014/main" id="{BA68F0AC-A16E-40B8-40A0-B2A3C98EFE8C}"/>
                  </a:ext>
                </a:extLst>
              </p:cNvPr>
              <p:cNvPicPr/>
              <p:nvPr/>
            </p:nvPicPr>
            <p:blipFill>
              <a:blip r:embed="rId11"/>
              <a:stretch>
                <a:fillRect/>
              </a:stretch>
            </p:blipFill>
            <p:spPr>
              <a:xfrm>
                <a:off x="1915164" y="3808612"/>
                <a:ext cx="2090558" cy="1269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072E953A-E751-A912-38D4-24AB7092269A}"/>
                  </a:ext>
                </a:extLst>
              </p14:cNvPr>
              <p14:cNvContentPartPr/>
              <p14:nvPr/>
            </p14:nvContentPartPr>
            <p14:xfrm>
              <a:off x="1979218" y="3832720"/>
              <a:ext cx="3385641" cy="1750171"/>
            </p14:xfrm>
          </p:contentPart>
        </mc:Choice>
        <mc:Fallback xmlns="">
          <p:pic>
            <p:nvPicPr>
              <p:cNvPr id="22" name="Ink 21">
                <a:extLst>
                  <a:ext uri="{FF2B5EF4-FFF2-40B4-BE49-F238E27FC236}">
                    <a16:creationId xmlns:a16="http://schemas.microsoft.com/office/drawing/2014/main" id="{072E953A-E751-A912-38D4-24AB7092269A}"/>
                  </a:ext>
                </a:extLst>
              </p:cNvPr>
              <p:cNvPicPr/>
              <p:nvPr/>
            </p:nvPicPr>
            <p:blipFill>
              <a:blip r:embed="rId13"/>
              <a:stretch>
                <a:fillRect/>
              </a:stretch>
            </p:blipFill>
            <p:spPr>
              <a:xfrm>
                <a:off x="1971658" y="3825161"/>
                <a:ext cx="3400762" cy="176529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83366B76-A2B6-44DC-78B0-068F37B94DD7}"/>
                  </a:ext>
                </a:extLst>
              </p14:cNvPr>
              <p14:cNvContentPartPr/>
              <p14:nvPr/>
            </p14:nvContentPartPr>
            <p14:xfrm>
              <a:off x="5251870" y="4176248"/>
              <a:ext cx="298448" cy="236818"/>
            </p14:xfrm>
          </p:contentPart>
        </mc:Choice>
        <mc:Fallback xmlns="">
          <p:pic>
            <p:nvPicPr>
              <p:cNvPr id="23" name="Ink 22">
                <a:extLst>
                  <a:ext uri="{FF2B5EF4-FFF2-40B4-BE49-F238E27FC236}">
                    <a16:creationId xmlns:a16="http://schemas.microsoft.com/office/drawing/2014/main" id="{83366B76-A2B6-44DC-78B0-068F37B94DD7}"/>
                  </a:ext>
                </a:extLst>
              </p:cNvPr>
              <p:cNvPicPr/>
              <p:nvPr/>
            </p:nvPicPr>
            <p:blipFill>
              <a:blip r:embed="rId15"/>
              <a:stretch>
                <a:fillRect/>
              </a:stretch>
            </p:blipFill>
            <p:spPr>
              <a:xfrm>
                <a:off x="5244319" y="4168690"/>
                <a:ext cx="313550" cy="251574"/>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9" name="Ink 28">
                <a:extLst>
                  <a:ext uri="{FF2B5EF4-FFF2-40B4-BE49-F238E27FC236}">
                    <a16:creationId xmlns:a16="http://schemas.microsoft.com/office/drawing/2014/main" id="{79AB1ACF-E49F-14DF-5459-ADD1877B8166}"/>
                  </a:ext>
                </a:extLst>
              </p14:cNvPr>
              <p14:cNvContentPartPr/>
              <p14:nvPr/>
            </p14:nvContentPartPr>
            <p14:xfrm>
              <a:off x="3981042" y="4260134"/>
              <a:ext cx="1299361" cy="624857"/>
            </p14:xfrm>
          </p:contentPart>
        </mc:Choice>
        <mc:Fallback xmlns="">
          <p:pic>
            <p:nvPicPr>
              <p:cNvPr id="29" name="Ink 28">
                <a:extLst>
                  <a:ext uri="{FF2B5EF4-FFF2-40B4-BE49-F238E27FC236}">
                    <a16:creationId xmlns:a16="http://schemas.microsoft.com/office/drawing/2014/main" id="{79AB1ACF-E49F-14DF-5459-ADD1877B8166}"/>
                  </a:ext>
                </a:extLst>
              </p:cNvPr>
              <p:cNvPicPr/>
              <p:nvPr/>
            </p:nvPicPr>
            <p:blipFill>
              <a:blip r:embed="rId17"/>
              <a:stretch>
                <a:fillRect/>
              </a:stretch>
            </p:blipFill>
            <p:spPr>
              <a:xfrm>
                <a:off x="3973485" y="4252575"/>
                <a:ext cx="1314114" cy="639975"/>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2" name="Ink 41">
                <a:extLst>
                  <a:ext uri="{FF2B5EF4-FFF2-40B4-BE49-F238E27FC236}">
                    <a16:creationId xmlns:a16="http://schemas.microsoft.com/office/drawing/2014/main" id="{6B277304-FA56-F78A-5CA5-64AFFAD6DFD5}"/>
                  </a:ext>
                </a:extLst>
              </p14:cNvPr>
              <p14:cNvContentPartPr/>
              <p14:nvPr/>
            </p14:nvContentPartPr>
            <p14:xfrm>
              <a:off x="2524755" y="5401996"/>
              <a:ext cx="1152706" cy="315568"/>
            </p14:xfrm>
          </p:contentPart>
        </mc:Choice>
        <mc:Fallback xmlns="">
          <p:pic>
            <p:nvPicPr>
              <p:cNvPr id="42" name="Ink 41">
                <a:extLst>
                  <a:ext uri="{FF2B5EF4-FFF2-40B4-BE49-F238E27FC236}">
                    <a16:creationId xmlns:a16="http://schemas.microsoft.com/office/drawing/2014/main" id="{6B277304-FA56-F78A-5CA5-64AFFAD6DFD5}"/>
                  </a:ext>
                </a:extLst>
              </p:cNvPr>
              <p:cNvPicPr/>
              <p:nvPr/>
            </p:nvPicPr>
            <p:blipFill>
              <a:blip r:embed="rId19"/>
              <a:stretch>
                <a:fillRect/>
              </a:stretch>
            </p:blipFill>
            <p:spPr>
              <a:xfrm>
                <a:off x="2517193" y="5394431"/>
                <a:ext cx="1167831" cy="330698"/>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7" name="Ink 46">
                <a:extLst>
                  <a:ext uri="{FF2B5EF4-FFF2-40B4-BE49-F238E27FC236}">
                    <a16:creationId xmlns:a16="http://schemas.microsoft.com/office/drawing/2014/main" id="{E8D7E2F9-776F-95FA-73DD-70C56D5C8721}"/>
                  </a:ext>
                </a:extLst>
              </p14:cNvPr>
              <p14:cNvContentPartPr/>
              <p14:nvPr/>
            </p14:nvContentPartPr>
            <p14:xfrm>
              <a:off x="4099167" y="5238791"/>
              <a:ext cx="483908" cy="186031"/>
            </p14:xfrm>
          </p:contentPart>
        </mc:Choice>
        <mc:Fallback xmlns="">
          <p:pic>
            <p:nvPicPr>
              <p:cNvPr id="47" name="Ink 46">
                <a:extLst>
                  <a:ext uri="{FF2B5EF4-FFF2-40B4-BE49-F238E27FC236}">
                    <a16:creationId xmlns:a16="http://schemas.microsoft.com/office/drawing/2014/main" id="{E8D7E2F9-776F-95FA-73DD-70C56D5C8721}"/>
                  </a:ext>
                </a:extLst>
              </p:cNvPr>
              <p:cNvPicPr/>
              <p:nvPr/>
            </p:nvPicPr>
            <p:blipFill>
              <a:blip r:embed="rId21"/>
              <a:stretch>
                <a:fillRect/>
              </a:stretch>
            </p:blipFill>
            <p:spPr>
              <a:xfrm>
                <a:off x="4091606" y="5231220"/>
                <a:ext cx="499030" cy="201173"/>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0" name="Ink 49">
                <a:extLst>
                  <a:ext uri="{FF2B5EF4-FFF2-40B4-BE49-F238E27FC236}">
                    <a16:creationId xmlns:a16="http://schemas.microsoft.com/office/drawing/2014/main" id="{BF79D57A-27D2-4E44-92A9-0CF090090AED}"/>
                  </a:ext>
                </a:extLst>
              </p14:cNvPr>
              <p14:cNvContentPartPr/>
              <p14:nvPr/>
            </p14:nvContentPartPr>
            <p14:xfrm>
              <a:off x="4914619" y="4834204"/>
              <a:ext cx="130107" cy="202579"/>
            </p14:xfrm>
          </p:contentPart>
        </mc:Choice>
        <mc:Fallback xmlns="">
          <p:pic>
            <p:nvPicPr>
              <p:cNvPr id="50" name="Ink 49">
                <a:extLst>
                  <a:ext uri="{FF2B5EF4-FFF2-40B4-BE49-F238E27FC236}">
                    <a16:creationId xmlns:a16="http://schemas.microsoft.com/office/drawing/2014/main" id="{BF79D57A-27D2-4E44-92A9-0CF090090AED}"/>
                  </a:ext>
                </a:extLst>
              </p:cNvPr>
              <p:cNvPicPr/>
              <p:nvPr/>
            </p:nvPicPr>
            <p:blipFill>
              <a:blip r:embed="rId23"/>
              <a:stretch>
                <a:fillRect/>
              </a:stretch>
            </p:blipFill>
            <p:spPr>
              <a:xfrm>
                <a:off x="4907050" y="4826634"/>
                <a:ext cx="145244" cy="217718"/>
              </a:xfrm>
              <a:prstGeom prst="rect">
                <a:avLst/>
              </a:prstGeom>
            </p:spPr>
          </p:pic>
        </mc:Fallback>
      </mc:AlternateContent>
      <p:pic>
        <p:nvPicPr>
          <p:cNvPr id="2" name="Picture 1"/>
          <p:cNvPicPr>
            <a:picLocks noChangeAspect="1"/>
          </p:cNvPicPr>
          <p:nvPr/>
        </p:nvPicPr>
        <p:blipFill>
          <a:blip r:embed="rId24"/>
          <a:stretch>
            <a:fillRect/>
          </a:stretch>
        </p:blipFill>
        <p:spPr>
          <a:xfrm>
            <a:off x="352424" y="1418120"/>
            <a:ext cx="8425402" cy="1688738"/>
          </a:xfrm>
          <a:prstGeom prst="rect">
            <a:avLst/>
          </a:prstGeom>
        </p:spPr>
      </p:pic>
      <p:sp>
        <p:nvSpPr>
          <p:cNvPr id="20" name="Title 2"/>
          <p:cNvSpPr txBox="1">
            <a:spLocks/>
          </p:cNvSpPr>
          <p:nvPr/>
        </p:nvSpPr>
        <p:spPr>
          <a:xfrm>
            <a:off x="228600" y="1131095"/>
            <a:ext cx="8286750" cy="356538"/>
          </a:xfrm>
          <a:prstGeom prst="rect">
            <a:avLst/>
          </a:prstGeom>
          <a:noFill/>
          <a:ln>
            <a:noFill/>
          </a:ln>
        </p:spPr>
        <p:txBody>
          <a:bodyPr spcFirstLastPara="1" wrap="square" lIns="91426" tIns="45699" rIns="91426" bIns="45699" anchor="ctr" anchorCtr="0">
            <a:normAutofit fontScale="82500" lnSpcReduction="2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9pPr>
          </a:lstStyle>
          <a:p>
            <a:pPr marL="0" marR="0" lvl="0" indent="0" algn="l" defTabSz="914463" rtl="0" eaLnBrk="1" fontAlgn="auto" latinLnBrk="0" hangingPunct="1">
              <a:lnSpc>
                <a:spcPct val="90000"/>
              </a:lnSpc>
              <a:spcBef>
                <a:spcPts val="0"/>
              </a:spcBef>
              <a:spcAft>
                <a:spcPts val="0"/>
              </a:spcAft>
              <a:buClr>
                <a:srgbClr val="000000"/>
              </a:buClr>
              <a:buSzPts val="1800"/>
              <a:buFont typeface="Arial"/>
              <a:buNone/>
              <a:tabLst/>
              <a:defRPr/>
            </a:pPr>
            <a:r>
              <a:rPr kumimoji="0" lang="en-US" sz="2801"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Discussion 1 _Continued</a:t>
            </a:r>
            <a:endParaRPr kumimoji="0" lang="en-IN" sz="2801"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41961206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8521700" cy="763588"/>
          </a:xfrm>
        </p:spPr>
        <p:txBody>
          <a:bodyPr>
            <a:noAutofit/>
          </a:bodyPr>
          <a:lstStyle/>
          <a:p>
            <a:r>
              <a:rPr lang="en-US" sz="3172" b="1" dirty="0">
                <a:solidFill>
                  <a:schemeClr val="bg1"/>
                </a:solidFill>
                <a:latin typeface="Calibri" panose="020F0502020204030204" pitchFamily="34" charset="0"/>
                <a:ea typeface="Calibri" panose="020F0502020204030204" pitchFamily="34" charset="0"/>
                <a:cs typeface="Calibri" panose="020F0502020204030204" pitchFamily="34" charset="0"/>
              </a:rPr>
              <a:t>Numerical on RNN</a:t>
            </a:r>
            <a:endParaRPr lang="en-IN" sz="3172" b="1" dirty="0">
              <a:solidFill>
                <a:schemeClr val="bg1"/>
              </a:solidFill>
            </a:endParaRPr>
          </a:p>
        </p:txBody>
      </p:sp>
      <p:sp>
        <p:nvSpPr>
          <p:cNvPr id="3" name="Text Placeholder 2"/>
          <p:cNvSpPr>
            <a:spLocks noGrp="1"/>
          </p:cNvSpPr>
          <p:nvPr>
            <p:ph type="body" idx="4294967295"/>
          </p:nvPr>
        </p:nvSpPr>
        <p:spPr>
          <a:xfrm>
            <a:off x="376518" y="1571625"/>
            <a:ext cx="8145182" cy="2270125"/>
          </a:xfrm>
        </p:spPr>
        <p:txBody>
          <a:bodyPr>
            <a:normAutofit fontScale="92500" lnSpcReduction="20000"/>
          </a:bodyPr>
          <a:lstStyle/>
          <a:p>
            <a:pPr>
              <a:lnSpc>
                <a:spcPct val="150000"/>
              </a:lnSpc>
              <a:spcBef>
                <a:spcPts val="0"/>
              </a:spcBef>
              <a:buFont typeface="Wingdings" panose="05000000000000000000" pitchFamily="2" charset="2"/>
              <a:buChar char="Ø"/>
            </a:pPr>
            <a:r>
              <a:rPr lang="en-US" sz="1900" dirty="0">
                <a:solidFill>
                  <a:schemeClr val="tx1"/>
                </a:solidFill>
                <a:latin typeface="Calibri" panose="020F0502020204030204" pitchFamily="34" charset="0"/>
                <a:ea typeface="Calibri" panose="020F0502020204030204" pitchFamily="34" charset="0"/>
                <a:cs typeface="Calibri" panose="020F0502020204030204" pitchFamily="34" charset="0"/>
              </a:rPr>
              <a:t>Consider the following code snippet and draw the corresponding architecture. And also calculate number of parameters.   						</a:t>
            </a:r>
            <a:endParaRPr lang="en-IN" sz="19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fontAlgn="base">
              <a:lnSpc>
                <a:spcPct val="150000"/>
              </a:lnSpc>
              <a:spcBef>
                <a:spcPts val="0"/>
              </a:spcBef>
              <a:buFont typeface="Courier New" panose="02070309020205020404" pitchFamily="49" charset="0"/>
              <a:buChar char="o"/>
            </a:pPr>
            <a:r>
              <a:rPr lang="en-IN" sz="1900" dirty="0">
                <a:solidFill>
                  <a:schemeClr val="tx1"/>
                </a:solidFill>
                <a:latin typeface="Calibri" panose="020F0502020204030204" pitchFamily="34" charset="0"/>
                <a:ea typeface="Calibri" panose="020F0502020204030204" pitchFamily="34" charset="0"/>
                <a:cs typeface="Calibri" panose="020F0502020204030204" pitchFamily="34" charset="0"/>
              </a:rPr>
              <a:t>Model = Sequential()​</a:t>
            </a:r>
          </a:p>
          <a:p>
            <a:pPr fontAlgn="base">
              <a:lnSpc>
                <a:spcPct val="150000"/>
              </a:lnSpc>
              <a:spcBef>
                <a:spcPts val="0"/>
              </a:spcBef>
              <a:buFont typeface="Courier New" panose="02070309020205020404" pitchFamily="49" charset="0"/>
              <a:buChar char="o"/>
            </a:pPr>
            <a:r>
              <a:rPr lang="en-IN" sz="1900" dirty="0">
                <a:solidFill>
                  <a:schemeClr val="tx1"/>
                </a:solidFill>
                <a:latin typeface="Calibri" panose="020F0502020204030204" pitchFamily="34" charset="0"/>
                <a:ea typeface="Calibri" panose="020F0502020204030204" pitchFamily="34" charset="0"/>
                <a:cs typeface="Calibri" panose="020F0502020204030204" pitchFamily="34" charset="0"/>
              </a:rPr>
              <a:t>Model. add(</a:t>
            </a:r>
            <a:r>
              <a:rPr lang="en-IN" sz="1900" dirty="0" err="1">
                <a:solidFill>
                  <a:schemeClr val="tx1"/>
                </a:solidFill>
                <a:latin typeface="Calibri" panose="020F0502020204030204" pitchFamily="34" charset="0"/>
                <a:ea typeface="Calibri" panose="020F0502020204030204" pitchFamily="34" charset="0"/>
                <a:cs typeface="Calibri" panose="020F0502020204030204" pitchFamily="34" charset="0"/>
              </a:rPr>
              <a:t>SimpleRNN</a:t>
            </a:r>
            <a:r>
              <a:rPr lang="en-IN" sz="1900" dirty="0">
                <a:solidFill>
                  <a:schemeClr val="tx1"/>
                </a:solidFill>
                <a:latin typeface="Calibri" panose="020F0502020204030204" pitchFamily="34" charset="0"/>
                <a:ea typeface="Calibri" panose="020F0502020204030204" pitchFamily="34" charset="0"/>
                <a:cs typeface="Calibri" panose="020F0502020204030204" pitchFamily="34" charset="0"/>
              </a:rPr>
              <a:t>(4, input _ shape= (4,6),activation=activation[0]))​</a:t>
            </a:r>
          </a:p>
          <a:p>
            <a:pPr fontAlgn="base">
              <a:lnSpc>
                <a:spcPct val="150000"/>
              </a:lnSpc>
              <a:spcBef>
                <a:spcPts val="0"/>
              </a:spcBef>
              <a:buFont typeface="Courier New" panose="02070309020205020404" pitchFamily="49" charset="0"/>
              <a:buChar char="o"/>
            </a:pPr>
            <a:r>
              <a:rPr lang="en-IN" sz="1900" dirty="0">
                <a:solidFill>
                  <a:schemeClr val="tx1"/>
                </a:solidFill>
                <a:latin typeface="Calibri" panose="020F0502020204030204" pitchFamily="34" charset="0"/>
                <a:ea typeface="Calibri" panose="020F0502020204030204" pitchFamily="34" charset="0"/>
                <a:cs typeface="Calibri" panose="020F0502020204030204" pitchFamily="34" charset="0"/>
              </a:rPr>
              <a:t>Model . add(Dense(1,activation= “Sigmoid”)​</a:t>
            </a:r>
          </a:p>
          <a:p>
            <a:endParaRPr lang="en-IN" dirty="0"/>
          </a:p>
        </p:txBody>
      </p:sp>
    </p:spTree>
    <p:extLst>
      <p:ext uri="{BB962C8B-B14F-4D97-AF65-F5344CB8AC3E}">
        <p14:creationId xmlns:p14="http://schemas.microsoft.com/office/powerpoint/2010/main" val="37426309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533399" y="1362447"/>
            <a:ext cx="7391400" cy="3003550"/>
          </a:xfrm>
        </p:spPr>
        <p:txBody>
          <a:bodyPr/>
          <a:lstStyle/>
          <a:p>
            <a:pPr>
              <a:spcBef>
                <a:spcPts val="0"/>
              </a:spcBef>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rPr>
              <a:t>Total number of Parameters:</a:t>
            </a:r>
          </a:p>
          <a:p>
            <a:pPr>
              <a:spcBef>
                <a:spcPts val="0"/>
              </a:spcBef>
              <a:buFont typeface="Courier New" panose="02070309020205020404" pitchFamily="49" charset="0"/>
              <a:buChar char="o"/>
            </a:pPr>
            <a:endParaRPr lang="en-IN" sz="2000" dirty="0">
              <a:latin typeface="Calibri" panose="020F0502020204030204" pitchFamily="34" charset="0"/>
              <a:ea typeface="Calibri" panose="020F0502020204030204" pitchFamily="34" charset="0"/>
              <a:cs typeface="Calibri" panose="020F0502020204030204" pitchFamily="34" charset="0"/>
            </a:endParaRPr>
          </a:p>
          <a:p>
            <a:pPr>
              <a:spcBef>
                <a:spcPts val="0"/>
              </a:spcBef>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rPr>
              <a:t>RNN Layer: </a:t>
            </a:r>
            <a:r>
              <a:rPr lang="en-US" sz="2000" dirty="0" err="1">
                <a:latin typeface="Calibri" panose="020F0502020204030204" pitchFamily="34" charset="0"/>
                <a:ea typeface="Calibri" panose="020F0502020204030204" pitchFamily="34" charset="0"/>
                <a:cs typeface="Calibri" panose="020F0502020204030204" pitchFamily="34" charset="0"/>
              </a:rPr>
              <a:t>Wxh</a:t>
            </a:r>
            <a:r>
              <a:rPr lang="en-US" sz="2000" dirty="0">
                <a:latin typeface="Calibri" panose="020F0502020204030204" pitchFamily="34" charset="0"/>
                <a:ea typeface="Calibri" panose="020F0502020204030204" pitchFamily="34" charset="0"/>
                <a:cs typeface="Calibri" panose="020F0502020204030204" pitchFamily="34" charset="0"/>
              </a:rPr>
              <a:t> + </a:t>
            </a:r>
            <a:r>
              <a:rPr lang="en-US" sz="2000" dirty="0" err="1">
                <a:latin typeface="Calibri" panose="020F0502020204030204" pitchFamily="34" charset="0"/>
                <a:ea typeface="Calibri" panose="020F0502020204030204" pitchFamily="34" charset="0"/>
                <a:cs typeface="Calibri" panose="020F0502020204030204" pitchFamily="34" charset="0"/>
              </a:rPr>
              <a:t>Whh</a:t>
            </a:r>
            <a:r>
              <a:rPr lang="en-US" sz="2000" dirty="0">
                <a:latin typeface="Calibri" panose="020F0502020204030204" pitchFamily="34" charset="0"/>
                <a:ea typeface="Calibri" panose="020F0502020204030204" pitchFamily="34" charset="0"/>
                <a:cs typeface="Calibri" panose="020F0502020204030204" pitchFamily="34" charset="0"/>
              </a:rPr>
              <a:t> + </a:t>
            </a:r>
            <a:r>
              <a:rPr lang="en-US" sz="2000" dirty="0" err="1">
                <a:latin typeface="Calibri" panose="020F0502020204030204" pitchFamily="34" charset="0"/>
                <a:ea typeface="Calibri" panose="020F0502020204030204" pitchFamily="34" charset="0"/>
                <a:cs typeface="Calibri" panose="020F0502020204030204" pitchFamily="34" charset="0"/>
              </a:rPr>
              <a:t>bh</a:t>
            </a:r>
            <a:r>
              <a:rPr lang="en-US" sz="2000" dirty="0">
                <a:latin typeface="Calibri" panose="020F0502020204030204" pitchFamily="34" charset="0"/>
                <a:ea typeface="Calibri" panose="020F0502020204030204" pitchFamily="34" charset="0"/>
                <a:cs typeface="Calibri" panose="020F0502020204030204" pitchFamily="34" charset="0"/>
              </a:rPr>
              <a:t> = 4*6 + 4*4 + 4 = 44							             </a:t>
            </a:r>
            <a:endParaRPr lang="en-IN" sz="2000" dirty="0">
              <a:latin typeface="Calibri" panose="020F0502020204030204" pitchFamily="34" charset="0"/>
              <a:ea typeface="Calibri" panose="020F0502020204030204" pitchFamily="34" charset="0"/>
              <a:cs typeface="Calibri" panose="020F0502020204030204" pitchFamily="34" charset="0"/>
            </a:endParaRPr>
          </a:p>
          <a:p>
            <a:pPr>
              <a:spcBef>
                <a:spcPts val="0"/>
              </a:spcBef>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rPr>
              <a:t>Output Layer: Wo = 1*4 and </a:t>
            </a:r>
            <a:r>
              <a:rPr lang="en-US" sz="2000" dirty="0" err="1">
                <a:latin typeface="Calibri" panose="020F0502020204030204" pitchFamily="34" charset="0"/>
                <a:ea typeface="Calibri" panose="020F0502020204030204" pitchFamily="34" charset="0"/>
                <a:cs typeface="Calibri" panose="020F0502020204030204" pitchFamily="34" charset="0"/>
              </a:rPr>
              <a:t>bo</a:t>
            </a:r>
            <a:r>
              <a:rPr lang="en-US" sz="2000" dirty="0">
                <a:latin typeface="Calibri" panose="020F0502020204030204" pitchFamily="34" charset="0"/>
                <a:ea typeface="Calibri" panose="020F0502020204030204" pitchFamily="34" charset="0"/>
                <a:cs typeface="Calibri" panose="020F0502020204030204" pitchFamily="34" charset="0"/>
              </a:rPr>
              <a:t>: 1   1*4 + 1 = 5					</a:t>
            </a:r>
            <a:endParaRPr lang="en-IN" sz="2000" dirty="0">
              <a:latin typeface="Calibri" panose="020F0502020204030204" pitchFamily="34" charset="0"/>
              <a:ea typeface="Calibri" panose="020F0502020204030204" pitchFamily="34" charset="0"/>
              <a:cs typeface="Calibri" panose="020F0502020204030204" pitchFamily="34" charset="0"/>
            </a:endParaRPr>
          </a:p>
          <a:p>
            <a:pPr>
              <a:spcBef>
                <a:spcPts val="0"/>
              </a:spcBef>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rPr>
              <a:t>Total number of parameters: 44+5 = 49	</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991476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53171"/>
            <a:ext cx="8521700" cy="600075"/>
          </a:xfrm>
        </p:spPr>
        <p:txBody>
          <a:bodyPr>
            <a:noAutofit/>
          </a:bodyPr>
          <a:lstStyle/>
          <a:p>
            <a:r>
              <a:rPr lang="en-US" sz="3172" b="1" dirty="0">
                <a:solidFill>
                  <a:schemeClr val="bg1"/>
                </a:solidFill>
                <a:latin typeface="Calibri" panose="020F0502020204030204" pitchFamily="34" charset="0"/>
                <a:ea typeface="Calibri" panose="020F0502020204030204" pitchFamily="34" charset="0"/>
                <a:cs typeface="Calibri" panose="020F0502020204030204" pitchFamily="34" charset="0"/>
              </a:rPr>
              <a:t>Numerical on RNN</a:t>
            </a:r>
            <a:endParaRPr lang="en-IN" sz="3172" b="1" dirty="0">
              <a:solidFill>
                <a:schemeClr val="bg1"/>
              </a:solidFill>
            </a:endParaRP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311700" y="1957301"/>
            <a:ext cx="3040381" cy="2750054"/>
          </a:xfrm>
          <a:prstGeom prst="rect">
            <a:avLst/>
          </a:prstGeom>
          <a:noFill/>
          <a:ln>
            <a:noFill/>
          </a:ln>
        </p:spPr>
      </p:pic>
      <p:sp>
        <p:nvSpPr>
          <p:cNvPr id="6" name="Rectangle 5"/>
          <p:cNvSpPr/>
          <p:nvPr/>
        </p:nvSpPr>
        <p:spPr>
          <a:xfrm>
            <a:off x="3574473" y="1695158"/>
            <a:ext cx="4806381" cy="2321085"/>
          </a:xfrm>
          <a:prstGeom prst="rect">
            <a:avLst/>
          </a:prstGeom>
        </p:spPr>
        <p:txBody>
          <a:bodyPr wrap="square">
            <a:spAutoFit/>
          </a:bodyPr>
          <a:lstStyle/>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Compute the outputs in each </a:t>
            </a:r>
            <a:r>
              <a:rPr kumimoji="0" lang="en-IN" sz="14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timestep</a:t>
            </a: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and the state after </a:t>
            </a:r>
            <a:r>
              <a:rPr kumimoji="0" lang="en-IN" sz="14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timestep</a:t>
            </a: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 3 for the Vanilla RNN given below. Assume the biases as zeros.                                                                        </a:t>
            </a:r>
            <a:endParaRPr kumimoji="0" lang="en-IN" sz="12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endParaRPr>
          </a:p>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X = [ 1 1 0]</a:t>
            </a:r>
            <a:r>
              <a:rPr kumimoji="0" lang="en-IN" sz="1400"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p>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W = [ 0.2   0.3   0.8]</a:t>
            </a:r>
            <a:r>
              <a:rPr kumimoji="0" lang="en-IN" sz="1400"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        </a:t>
            </a:r>
          </a:p>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U = [ 0.5  0.6  0.2]</a:t>
            </a:r>
            <a:r>
              <a:rPr kumimoji="0" lang="en-IN" sz="1400"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            </a:t>
            </a:r>
          </a:p>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V = [0.4  0.2  0.1]</a:t>
            </a:r>
            <a:r>
              <a:rPr kumimoji="0" lang="en-IN" sz="1400"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endParaRPr kumimoji="0" lang="en-IN" sz="12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endParaRPr>
          </a:p>
        </p:txBody>
      </p:sp>
    </p:spTree>
    <p:extLst>
      <p:ext uri="{BB962C8B-B14F-4D97-AF65-F5344CB8AC3E}">
        <p14:creationId xmlns:p14="http://schemas.microsoft.com/office/powerpoint/2010/main" val="8816418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8521700" cy="763588"/>
          </a:xfrm>
        </p:spPr>
        <p:txBody>
          <a:bodyPr>
            <a:normAutofit/>
          </a:bodyPr>
          <a:lstStyle/>
          <a:p>
            <a:br>
              <a:rPr lang="en-US" sz="2400" b="1" dirty="0">
                <a:solidFill>
                  <a:schemeClr val="bg1"/>
                </a:solidFill>
              </a:rPr>
            </a:br>
            <a:r>
              <a:rPr lang="en-US" sz="2400" b="1" dirty="0">
                <a:solidFill>
                  <a:schemeClr val="bg1"/>
                </a:solidFill>
              </a:rPr>
              <a:t>Discussion 3</a:t>
            </a:r>
            <a:endParaRPr lang="en-IN" sz="2400" b="1" dirty="0">
              <a:solidFill>
                <a:schemeClr val="bg1"/>
              </a:solidFill>
            </a:endParaRP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311700" y="1957301"/>
            <a:ext cx="3040381" cy="1973580"/>
          </a:xfrm>
          <a:prstGeom prst="rect">
            <a:avLst/>
          </a:prstGeom>
          <a:noFill/>
          <a:ln>
            <a:noFill/>
          </a:ln>
        </p:spPr>
      </p:pic>
      <p:sp>
        <p:nvSpPr>
          <p:cNvPr id="6" name="Rectangle 5"/>
          <p:cNvSpPr/>
          <p:nvPr/>
        </p:nvSpPr>
        <p:spPr>
          <a:xfrm>
            <a:off x="415631" y="3925742"/>
            <a:ext cx="2320644" cy="1454694"/>
          </a:xfrm>
          <a:prstGeom prst="rect">
            <a:avLst/>
          </a:prstGeom>
        </p:spPr>
        <p:txBody>
          <a:bodyPr wrap="square">
            <a:spAutoFit/>
          </a:bodyPr>
          <a:lstStyle/>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Compute the outputs in each </a:t>
            </a:r>
            <a:r>
              <a:rPr kumimoji="0" lang="en-IN" sz="1001"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timestep</a:t>
            </a: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and the state after </a:t>
            </a:r>
            <a:r>
              <a:rPr kumimoji="0" lang="en-IN" sz="1001"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timestep</a:t>
            </a: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 3 for the Vanilla RNN given below. Assume the biases as zeros.                                                                        </a:t>
            </a:r>
            <a:endPar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endParaRPr>
          </a:p>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X = [ 1 1 0]</a:t>
            </a:r>
            <a:r>
              <a:rPr kumimoji="0" lang="en-IN" sz="1001"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W = [ 0.2   0.3   0.8]</a:t>
            </a:r>
            <a:r>
              <a:rPr kumimoji="0" lang="en-IN" sz="1001"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               </a:t>
            </a: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U = [ 0.5  0.6  0.2]</a:t>
            </a:r>
            <a:r>
              <a:rPr kumimoji="0" lang="en-IN" sz="1001"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              </a:t>
            </a: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V = [0.4  0.2  0.1]</a:t>
            </a:r>
            <a:r>
              <a:rPr kumimoji="0" lang="en-IN" sz="1001"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endPar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endParaRPr>
          </a:p>
        </p:txBody>
      </p:sp>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4500282" y="1335741"/>
            <a:ext cx="4491318" cy="4975411"/>
          </a:xfrm>
          <a:prstGeom prst="rect">
            <a:avLst/>
          </a:prstGeom>
          <a:noFill/>
          <a:ln>
            <a:noFill/>
          </a:ln>
        </p:spPr>
      </p:pic>
      <p:sp>
        <p:nvSpPr>
          <p:cNvPr id="3" name="Rectangle 2"/>
          <p:cNvSpPr/>
          <p:nvPr/>
        </p:nvSpPr>
        <p:spPr>
          <a:xfrm>
            <a:off x="2999507" y="3325519"/>
            <a:ext cx="1939639" cy="657744"/>
          </a:xfrm>
          <a:prstGeom prst="rect">
            <a:avLst/>
          </a:prstGeom>
        </p:spPr>
        <p:txBody>
          <a:bodyPr wrap="square">
            <a:spAutoFit/>
          </a:bodyPr>
          <a:lstStyle/>
          <a:p>
            <a:pPr marL="60396" marR="0" lvl="0" indent="0" algn="l" defTabSz="914463" rtl="0" eaLnBrk="1" fontAlgn="auto" latinLnBrk="0" hangingPunct="1">
              <a:lnSpc>
                <a:spcPct val="100000"/>
              </a:lnSpc>
              <a:spcBef>
                <a:spcPts val="642"/>
              </a:spcBef>
              <a:spcAft>
                <a:spcPts val="0"/>
              </a:spcAft>
              <a:buClrTx/>
              <a:buSzTx/>
              <a:buFontTx/>
              <a:buNone/>
              <a:tabLst/>
              <a:defRPr/>
            </a:pPr>
            <a:r>
              <a:rPr kumimoji="0" lang="en-US" sz="1101" b="0" i="1" u="none" strike="noStrike" kern="1200" cap="none" spc="1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s</a:t>
            </a:r>
            <a:r>
              <a:rPr kumimoji="0" lang="en-US" sz="1101" b="0" i="0" u="none" strike="noStrike" kern="1200" cap="none" spc="24"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0</a:t>
            </a:r>
            <a:r>
              <a:rPr kumimoji="0" lang="en-US" sz="1101" b="0" i="0" u="none" strike="noStrike" kern="1200" cap="none" spc="381"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5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119"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1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0</a:t>
            </a:r>
            <a:endParaRPr kumimoji="0" lang="en-US" sz="1101"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86568" marR="387543" lvl="0" indent="0" algn="l" defTabSz="914463" rtl="0" eaLnBrk="1" fontAlgn="auto" latinLnBrk="0" hangingPunct="1">
              <a:lnSpc>
                <a:spcPct val="121100"/>
              </a:lnSpc>
              <a:spcBef>
                <a:spcPts val="0"/>
              </a:spcBef>
              <a:spcAft>
                <a:spcPts val="0"/>
              </a:spcAft>
              <a:buClrTx/>
              <a:buSzTx/>
              <a:buFontTx/>
              <a:buNone/>
              <a:tabLst/>
              <a:defRPr/>
            </a:pPr>
            <a:r>
              <a:rPr kumimoji="0" lang="en-US" sz="1101" b="0" i="1" u="none" strike="noStrike" kern="1200" cap="none" spc="8"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s</a:t>
            </a:r>
            <a:r>
              <a:rPr kumimoji="0" lang="en-US" sz="1101" b="0" i="1" u="none" strike="noStrike" kern="1200" cap="none" spc="0" normalizeH="0" baseline="-15873"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US" sz="1101" b="0" i="1" u="none" strike="noStrike" kern="1200" cap="none" spc="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13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5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71"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87"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σ</a:t>
            </a:r>
            <a:r>
              <a:rPr kumimoji="0" lang="en-US" sz="1101" b="0" i="0" u="none" strike="noStrike" kern="1200" cap="none" spc="-1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1" u="none" strike="noStrike" kern="1200" cap="none" spc="24"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Ux</a:t>
            </a:r>
            <a:r>
              <a:rPr kumimoji="0" lang="en-US" sz="1101" b="0" i="1" u="none" strike="noStrike" kern="1200" cap="none" spc="0" normalizeH="0" baseline="-15873"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US" sz="1101" b="0" i="1" u="none" strike="noStrike" kern="1200" cap="none" spc="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24"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5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174"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24"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Ws</a:t>
            </a:r>
            <a:r>
              <a:rPr kumimoji="0" lang="en-US" sz="1101" b="0" i="1" u="none" strike="noStrike" kern="1200" cap="none" spc="141"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US" sz="1101" b="0" i="1" u="none" strike="noStrike" kern="1200" cap="none" spc="450" normalizeH="0" baseline="-13888"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11"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1</a:t>
            </a:r>
            <a:r>
              <a:rPr kumimoji="0" lang="en-US" sz="1101" b="0" i="0" u="none" strike="noStrike" kern="1200" cap="none" spc="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141"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5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174"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63"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b</a:t>
            </a:r>
            <a:r>
              <a:rPr kumimoji="0" lang="en-US" sz="1101" b="0" i="0" u="none" strike="noStrike" kern="1200" cap="none" spc="-8"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p>
          <a:p>
            <a:pPr marL="86568" marR="387543" lvl="0" indent="0" algn="l" defTabSz="914463" rtl="0" eaLnBrk="1" fontAlgn="auto" latinLnBrk="0" hangingPunct="1">
              <a:lnSpc>
                <a:spcPct val="121100"/>
              </a:lnSpc>
              <a:spcBef>
                <a:spcPts val="0"/>
              </a:spcBef>
              <a:spcAft>
                <a:spcPts val="0"/>
              </a:spcAft>
              <a:buClrTx/>
              <a:buSzTx/>
              <a:buFontTx/>
              <a:buNone/>
              <a:tabLst/>
              <a:defRPr/>
            </a:pPr>
            <a:r>
              <a:rPr kumimoji="0" lang="en-US" sz="1101" b="0" i="1" u="none" strike="noStrike" kern="1200" cap="none" spc="-793"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y</a:t>
            </a:r>
            <a:r>
              <a:rPr kumimoji="0" lang="en-US" sz="1101" b="0" i="0" u="none" strike="noStrike" kern="1200" cap="none" spc="-368" normalizeH="0" baseline="2314"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ˆ</a:t>
            </a:r>
            <a:r>
              <a:rPr kumimoji="0" lang="en-US" sz="1101" b="0" i="1" u="none" strike="noStrike" kern="1200" cap="none" spc="0" normalizeH="0" baseline="-15873"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US" sz="1101" b="0" i="1" u="none" strike="noStrike" kern="1200" cap="none" spc="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13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5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71"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103"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g</a:t>
            </a:r>
            <a:r>
              <a:rPr kumimoji="0" lang="en-US" sz="1101" b="0" i="0" u="none" strike="noStrike" kern="1200" cap="none" spc="-1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1" u="none" strike="noStrike" kern="1200" cap="none" spc="24"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Vs</a:t>
            </a:r>
            <a:r>
              <a:rPr kumimoji="0" lang="en-US" sz="1101" b="0" i="1" u="none" strike="noStrike" kern="1200" cap="none" spc="0" normalizeH="0" baseline="-15873"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US" sz="1101" b="0" i="1" u="none" strike="noStrike" kern="1200" cap="none" spc="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24"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5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174"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103"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c</a:t>
            </a:r>
            <a:r>
              <a:rPr kumimoji="0" lang="en-US" sz="1101" b="0" i="0" u="none" strike="noStrike" kern="1200" cap="none" spc="-1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endParaRPr kumimoji="0" lang="en-US" sz="1101"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3505E67C-D436-4015-8BD4-E8F68D65D1AD}"/>
                  </a:ext>
                </a:extLst>
              </p14:cNvPr>
              <p14:cNvContentPartPr/>
              <p14:nvPr/>
            </p14:nvContentPartPr>
            <p14:xfrm>
              <a:off x="6894000" y="2059920"/>
              <a:ext cx="1103400" cy="4338720"/>
            </p14:xfrm>
          </p:contentPart>
        </mc:Choice>
        <mc:Fallback>
          <p:pic>
            <p:nvPicPr>
              <p:cNvPr id="4" name="Ink 3">
                <a:extLst>
                  <a:ext uri="{FF2B5EF4-FFF2-40B4-BE49-F238E27FC236}">
                    <a16:creationId xmlns:a16="http://schemas.microsoft.com/office/drawing/2014/main" id="{3505E67C-D436-4015-8BD4-E8F68D65D1AD}"/>
                  </a:ext>
                </a:extLst>
              </p:cNvPr>
              <p:cNvPicPr/>
              <p:nvPr/>
            </p:nvPicPr>
            <p:blipFill>
              <a:blip r:embed="rId5"/>
              <a:stretch>
                <a:fillRect/>
              </a:stretch>
            </p:blipFill>
            <p:spPr>
              <a:xfrm>
                <a:off x="6884640" y="2050560"/>
                <a:ext cx="1122120" cy="4357440"/>
              </a:xfrm>
              <a:prstGeom prst="rect">
                <a:avLst/>
              </a:prstGeom>
            </p:spPr>
          </p:pic>
        </mc:Fallback>
      </mc:AlternateContent>
    </p:spTree>
    <p:extLst>
      <p:ext uri="{BB962C8B-B14F-4D97-AF65-F5344CB8AC3E}">
        <p14:creationId xmlns:p14="http://schemas.microsoft.com/office/powerpoint/2010/main" val="24032254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8521700" cy="763588"/>
          </a:xfrm>
        </p:spPr>
        <p:txBody>
          <a:bodyPr>
            <a:noAutofit/>
          </a:bodyPr>
          <a:lstStyle/>
          <a:p>
            <a:r>
              <a:rPr lang="en-US" sz="3172" b="1" dirty="0">
                <a:solidFill>
                  <a:schemeClr val="bg1"/>
                </a:solidFill>
                <a:latin typeface="Calibri" panose="020F0502020204030204" pitchFamily="34" charset="0"/>
                <a:ea typeface="Calibri" panose="020F0502020204030204" pitchFamily="34" charset="0"/>
                <a:cs typeface="Calibri" panose="020F0502020204030204" pitchFamily="34" charset="0"/>
              </a:rPr>
              <a:t>Numerical on RNN</a:t>
            </a:r>
            <a:endParaRPr lang="en-IN" sz="3172" b="1" dirty="0">
              <a:solidFill>
                <a:schemeClr val="bg1"/>
              </a:solidFill>
            </a:endParaRPr>
          </a:p>
        </p:txBody>
      </p:sp>
      <p:sp>
        <p:nvSpPr>
          <p:cNvPr id="6" name="Rectangle 5"/>
          <p:cNvSpPr/>
          <p:nvPr/>
        </p:nvSpPr>
        <p:spPr>
          <a:xfrm>
            <a:off x="618566" y="960402"/>
            <a:ext cx="8095128" cy="3788858"/>
          </a:xfrm>
          <a:prstGeom prst="rect">
            <a:avLst/>
          </a:prstGeom>
        </p:spPr>
        <p:txBody>
          <a:bodyPr wrap="square">
            <a:spAutoFit/>
          </a:bodyPr>
          <a:lstStyle/>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US"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A company is trying to automate generating reports from videos of ultrasound scans. The videos of a beating heart of fetus at a particular section or slice. The report to be generated describes the heart condition and its location and any abnormalities detected. The videos are of 36 frames each. Each frame is 360 x 240 grayscale image,                                              </a:t>
            </a:r>
            <a:r>
              <a:rPr kumimoji="0" lang="en-US"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endParaRPr kumimoji="0" lang="en-IN"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342924" marR="0" lvl="0" indent="-342924"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US"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Suggest suitable type of RNN to be used for this application and justify your selection.</a:t>
            </a:r>
          </a:p>
          <a:p>
            <a:pPr marL="342924" marR="0" lvl="0" indent="-342924"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US"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Compute the depth of the RNN suggested</a:t>
            </a:r>
          </a:p>
          <a:p>
            <a:pPr marL="342924" marR="0" lvl="0" indent="-342924"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US"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Should an LSTM or GRU or Bidirectional RNN should be used for this application. Justify your choice. </a:t>
            </a:r>
            <a:endParaRPr kumimoji="0" lang="en-IN"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9CBC6F75-01A3-4B45-BD0D-9CD9376051EB}"/>
                  </a:ext>
                </a:extLst>
              </p14:cNvPr>
              <p14:cNvContentPartPr/>
              <p14:nvPr/>
            </p14:nvContentPartPr>
            <p14:xfrm>
              <a:off x="181080" y="1095480"/>
              <a:ext cx="8668440" cy="5246280"/>
            </p14:xfrm>
          </p:contentPart>
        </mc:Choice>
        <mc:Fallback>
          <p:pic>
            <p:nvPicPr>
              <p:cNvPr id="3" name="Ink 2">
                <a:extLst>
                  <a:ext uri="{FF2B5EF4-FFF2-40B4-BE49-F238E27FC236}">
                    <a16:creationId xmlns:a16="http://schemas.microsoft.com/office/drawing/2014/main" id="{9CBC6F75-01A3-4B45-BD0D-9CD9376051EB}"/>
                  </a:ext>
                </a:extLst>
              </p:cNvPr>
              <p:cNvPicPr/>
              <p:nvPr/>
            </p:nvPicPr>
            <p:blipFill>
              <a:blip r:embed="rId3"/>
              <a:stretch>
                <a:fillRect/>
              </a:stretch>
            </p:blipFill>
            <p:spPr>
              <a:xfrm>
                <a:off x="171720" y="1086120"/>
                <a:ext cx="8687160" cy="5265000"/>
              </a:xfrm>
              <a:prstGeom prst="rect">
                <a:avLst/>
              </a:prstGeom>
            </p:spPr>
          </p:pic>
        </mc:Fallback>
      </mc:AlternateContent>
    </p:spTree>
    <p:extLst>
      <p:ext uri="{BB962C8B-B14F-4D97-AF65-F5344CB8AC3E}">
        <p14:creationId xmlns:p14="http://schemas.microsoft.com/office/powerpoint/2010/main" val="30294162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8521700" cy="763588"/>
          </a:xfrm>
        </p:spPr>
        <p:txBody>
          <a:bodyPr>
            <a:noAutofit/>
          </a:bodyPr>
          <a:lstStyle/>
          <a:p>
            <a:r>
              <a:rPr lang="en-US" sz="3172" b="1" dirty="0">
                <a:solidFill>
                  <a:schemeClr val="bg1"/>
                </a:solidFill>
                <a:latin typeface="Calibri" panose="020F0502020204030204" pitchFamily="34" charset="0"/>
                <a:ea typeface="Calibri" panose="020F0502020204030204" pitchFamily="34" charset="0"/>
                <a:cs typeface="Calibri" panose="020F0502020204030204" pitchFamily="34" charset="0"/>
              </a:rPr>
              <a:t>Numerical on RNN</a:t>
            </a:r>
            <a:endParaRPr lang="en-IN" sz="3172" b="1" dirty="0">
              <a:solidFill>
                <a:schemeClr val="bg1"/>
              </a:solidFill>
            </a:endParaRPr>
          </a:p>
        </p:txBody>
      </p:sp>
      <p:sp>
        <p:nvSpPr>
          <p:cNvPr id="6" name="Rectangle 5"/>
          <p:cNvSpPr/>
          <p:nvPr/>
        </p:nvSpPr>
        <p:spPr>
          <a:xfrm>
            <a:off x="367147" y="1085906"/>
            <a:ext cx="3990108" cy="4260077"/>
          </a:xfrm>
          <a:prstGeom prst="rect">
            <a:avLst/>
          </a:prstGeom>
        </p:spPr>
        <p:txBody>
          <a:bodyPr wrap="square">
            <a:spAutoFit/>
          </a:bodyPr>
          <a:lstStyle/>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US" sz="12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A </a:t>
            </a: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company is trying to automate generating reports from videos of ultrasound scans. The videos of a beating heart of fetus at a particular section or slice. The report to be generated describes the heart condition and its location and any abnormalities detected. The videos are of 36 frames each. Each frame is 360 x 240 grayscale image,                                              </a:t>
            </a:r>
            <a:r>
              <a:rPr kumimoji="0" lang="en-US" sz="1400"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endPar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342924" marR="0" lvl="0" indent="-342924"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Suggest suitable type of RNN to be used for this application and justify your selection.</a:t>
            </a:r>
          </a:p>
          <a:p>
            <a:pPr marL="342924" marR="0" lvl="0" indent="-342924"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Compute the depth of the RNN suggested</a:t>
            </a:r>
          </a:p>
          <a:p>
            <a:pPr marL="342924" marR="0" lvl="0" indent="-342924"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Should an LSTM or GRU or Bidirectional RNN should be used for this application. Justify your choice. </a:t>
            </a:r>
            <a:endPar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Rectangle 6"/>
          <p:cNvSpPr/>
          <p:nvPr/>
        </p:nvSpPr>
        <p:spPr>
          <a:xfrm>
            <a:off x="4741383" y="1876935"/>
            <a:ext cx="4035470" cy="1900777"/>
          </a:xfrm>
          <a:prstGeom prst="rect">
            <a:avLst/>
          </a:prstGeom>
        </p:spPr>
        <p:txBody>
          <a:bodyPr wrap="square">
            <a:spAutoFit/>
          </a:bodyPr>
          <a:lstStyle/>
          <a:p>
            <a:pPr marL="228615" marR="0" lvl="0" indent="-228615"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IN" sz="16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Many to Many RRN has to be used. For each frame ,the position of the </a:t>
            </a:r>
            <a:r>
              <a:rPr kumimoji="0" lang="en-IN" sz="16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fetus</a:t>
            </a:r>
            <a:r>
              <a:rPr kumimoji="0" lang="en-IN" sz="16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and the condition has to output</a:t>
            </a:r>
          </a:p>
          <a:p>
            <a:pPr marL="228615" marR="0" lvl="0" indent="-228615"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IN" sz="16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Depth = 36,the number of frames per video</a:t>
            </a:r>
          </a:p>
          <a:p>
            <a:pPr marL="228615" marR="0" lvl="0" indent="-228615"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IN" sz="16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LSTM is better</a:t>
            </a:r>
          </a:p>
        </p:txBody>
      </p:sp>
    </p:spTree>
    <p:extLst>
      <p:ext uri="{BB962C8B-B14F-4D97-AF65-F5344CB8AC3E}">
        <p14:creationId xmlns:p14="http://schemas.microsoft.com/office/powerpoint/2010/main" val="34438911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5B81B-A65F-4418-826F-74CE6FC00BDE}"/>
              </a:ext>
            </a:extLst>
          </p:cNvPr>
          <p:cNvSpPr>
            <a:spLocks noGrp="1"/>
          </p:cNvSpPr>
          <p:nvPr>
            <p:ph type="title"/>
          </p:nvPr>
        </p:nvSpPr>
        <p:spPr>
          <a:xfrm>
            <a:off x="151136" y="336897"/>
            <a:ext cx="8841724" cy="414857"/>
          </a:xfrm>
        </p:spPr>
        <p:txBody>
          <a:bodyPr/>
          <a:lstStyle/>
          <a:p>
            <a:r>
              <a:rPr lang="en-US" dirty="0"/>
              <a:t>Why</a:t>
            </a:r>
            <a:endParaRPr lang="en-IN" dirty="0"/>
          </a:p>
        </p:txBody>
      </p:sp>
      <p:sp>
        <p:nvSpPr>
          <p:cNvPr id="5" name="TextBox 4">
            <a:extLst>
              <a:ext uri="{FF2B5EF4-FFF2-40B4-BE49-F238E27FC236}">
                <a16:creationId xmlns:a16="http://schemas.microsoft.com/office/drawing/2014/main" id="{AFFA925E-7B94-4384-898B-A55AA2B74421}"/>
              </a:ext>
            </a:extLst>
          </p:cNvPr>
          <p:cNvSpPr txBox="1"/>
          <p:nvPr/>
        </p:nvSpPr>
        <p:spPr>
          <a:xfrm>
            <a:off x="268941" y="843678"/>
            <a:ext cx="8301318" cy="5632311"/>
          </a:xfrm>
          <a:prstGeom prst="rect">
            <a:avLst/>
          </a:prstGeom>
          <a:noFill/>
        </p:spPr>
        <p:txBody>
          <a:bodyPr wrap="square">
            <a:spAutoFit/>
          </a:bodyPr>
          <a:lstStyle/>
          <a:p>
            <a:pPr marL="0" marR="0" lvl="0" indent="0" algn="l" defTabSz="914400" rtl="0" eaLnBrk="1" fontAlgn="auto" latinLnBrk="0" hangingPunct="0">
              <a:lnSpc>
                <a:spcPct val="15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1C1573"/>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Many NLP tasks require variable-length sequence-to-sequence mapping:</a:t>
            </a:r>
          </a:p>
          <a:p>
            <a:pPr marL="342900" marR="0" lvl="0" indent="-342900" algn="l" defTabSz="914400" rtl="0" eaLnBrk="1" fontAlgn="auto" latinLnBrk="0" hangingPunct="0">
              <a:lnSpc>
                <a:spcPct val="150000"/>
              </a:lnSpc>
              <a:spcBef>
                <a:spcPts val="0"/>
              </a:spcBef>
              <a:spcAft>
                <a:spcPts val="0"/>
              </a:spcAft>
              <a:buClrTx/>
              <a:buSzTx/>
              <a:buFont typeface="Wingdings" panose="05000000000000000000" pitchFamily="2" charset="2"/>
              <a:buChar char="Ø"/>
              <a:tabLst/>
              <a:defRPr/>
            </a:pPr>
            <a:r>
              <a:rPr kumimoji="0" lang="en-IN" sz="2400" b="0" i="0" u="none" strike="noStrike" kern="0" cap="none" spc="0" normalizeH="0" baseline="0" noProof="0" dirty="0">
                <a:ln>
                  <a:noFill/>
                </a:ln>
                <a:solidFill>
                  <a:srgbClr val="1C1573"/>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Sentiment Analysis:</a:t>
            </a:r>
          </a:p>
          <a:p>
            <a:pPr marL="0" marR="0" lvl="0" indent="0" algn="l" defTabSz="914400" rtl="0" eaLnBrk="1" fontAlgn="auto" latinLnBrk="0" hangingPunct="0">
              <a:lnSpc>
                <a:spcPct val="15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Input: ”The phone battery lasts only 2 hours. Very disappointed.”</a:t>
            </a:r>
          </a:p>
          <a:p>
            <a:pPr marL="0" marR="0" lvl="0" indent="0" algn="l" defTabSz="914400" rtl="0" eaLnBrk="1" fontAlgn="auto" latinLnBrk="0" hangingPunct="0">
              <a:lnSpc>
                <a:spcPct val="150000"/>
              </a:lnSpc>
              <a:spcBef>
                <a:spcPts val="0"/>
              </a:spcBef>
              <a:spcAft>
                <a:spcPts val="0"/>
              </a:spcAft>
              <a:buClrTx/>
              <a:buSzTx/>
              <a:buFontTx/>
              <a:buNone/>
              <a:tabLst/>
              <a:defRPr/>
            </a:pPr>
            <a:r>
              <a:rPr kumimoji="0" lang="en-IN" sz="800" b="0" i="0" u="none" strike="noStrike" kern="0" cap="none" spc="0" normalizeH="0" baseline="0" noProof="0" dirty="0">
                <a:ln>
                  <a:noFill/>
                </a:ln>
                <a:solidFill>
                  <a:srgbClr val="3333B3"/>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 </a:t>
            </a:r>
            <a:r>
              <a:rPr kumimoji="0" lang="en-IN"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Output: ”Negative”</a:t>
            </a:r>
          </a:p>
          <a:p>
            <a:pPr marL="342900" marR="0" lvl="0" indent="-342900" algn="l" defTabSz="914400" rtl="0" eaLnBrk="1" fontAlgn="auto" latinLnBrk="0" hangingPunct="0">
              <a:lnSpc>
                <a:spcPct val="150000"/>
              </a:lnSpc>
              <a:spcBef>
                <a:spcPts val="0"/>
              </a:spcBef>
              <a:spcAft>
                <a:spcPts val="0"/>
              </a:spcAft>
              <a:buClrTx/>
              <a:buSzTx/>
              <a:buFont typeface="Wingdings" panose="05000000000000000000" pitchFamily="2" charset="2"/>
              <a:buChar char="Ø"/>
              <a:tabLst/>
              <a:defRPr/>
            </a:pPr>
            <a:r>
              <a:rPr kumimoji="0" lang="en-IN" sz="2400" b="0" i="0" u="none" strike="noStrike" kern="0" cap="none" spc="0" normalizeH="0" baseline="0" noProof="0" dirty="0">
                <a:ln>
                  <a:noFill/>
                </a:ln>
                <a:solidFill>
                  <a:srgbClr val="1C1573"/>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Question Answering:</a:t>
            </a:r>
          </a:p>
          <a:p>
            <a:pPr marL="0" marR="0" lvl="0" indent="0" algn="l" defTabSz="914400" rtl="0" eaLnBrk="1" fontAlgn="auto" latinLnBrk="0" hangingPunct="0">
              <a:lnSpc>
                <a:spcPct val="15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Input: Context + ”What is the capital of India?”</a:t>
            </a:r>
          </a:p>
          <a:p>
            <a:pPr marL="0" marR="0" lvl="0" indent="0" algn="l" defTabSz="914400" rtl="0" eaLnBrk="1" fontAlgn="auto" latinLnBrk="0" hangingPunct="0">
              <a:lnSpc>
                <a:spcPct val="150000"/>
              </a:lnSpc>
              <a:spcBef>
                <a:spcPts val="0"/>
              </a:spcBef>
              <a:spcAft>
                <a:spcPts val="0"/>
              </a:spcAft>
              <a:buClrTx/>
              <a:buSzTx/>
              <a:buFontTx/>
              <a:buNone/>
              <a:tabLst/>
              <a:defRPr/>
            </a:pPr>
            <a:r>
              <a:rPr kumimoji="0" lang="en-IN"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Output: ”New Delhi”</a:t>
            </a:r>
          </a:p>
          <a:p>
            <a:pPr marL="342900" marR="0" lvl="0" indent="-342900" algn="l" defTabSz="914400" rtl="0" eaLnBrk="1" fontAlgn="auto" latinLnBrk="0" hangingPunct="0">
              <a:lnSpc>
                <a:spcPct val="150000"/>
              </a:lnSpc>
              <a:spcBef>
                <a:spcPts val="0"/>
              </a:spcBef>
              <a:spcAft>
                <a:spcPts val="0"/>
              </a:spcAft>
              <a:buClrTx/>
              <a:buSzTx/>
              <a:buFont typeface="Wingdings" panose="05000000000000000000" pitchFamily="2" charset="2"/>
              <a:buChar char="Ø"/>
              <a:tabLst/>
              <a:defRPr/>
            </a:pPr>
            <a:r>
              <a:rPr kumimoji="0" lang="en-IN" sz="2400" b="0" i="0" u="none" strike="noStrike" kern="0" cap="none" spc="0" normalizeH="0" baseline="0" noProof="0" dirty="0">
                <a:ln>
                  <a:noFill/>
                </a:ln>
                <a:solidFill>
                  <a:srgbClr val="1C1573"/>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Text Summarization:</a:t>
            </a:r>
          </a:p>
          <a:p>
            <a:pPr marL="0" marR="0" lvl="0" indent="0" algn="l" defTabSz="914400" rtl="0" eaLnBrk="1" fontAlgn="auto" latinLnBrk="0" hangingPunct="0">
              <a:lnSpc>
                <a:spcPct val="150000"/>
              </a:lnSpc>
              <a:spcBef>
                <a:spcPts val="0"/>
              </a:spcBef>
              <a:spcAft>
                <a:spcPts val="0"/>
              </a:spcAft>
              <a:buClrTx/>
              <a:buSzTx/>
              <a:buFontTx/>
              <a:buNone/>
              <a:tabLst/>
              <a:defRPr/>
            </a:pPr>
            <a:r>
              <a:rPr kumimoji="0" lang="en-IN"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Input: 500-word article</a:t>
            </a:r>
          </a:p>
          <a:p>
            <a:pPr marL="0" marR="0" lvl="0" indent="0" algn="l" defTabSz="914400" rtl="0" eaLnBrk="1" fontAlgn="auto" latinLnBrk="0" hangingPunct="0">
              <a:lnSpc>
                <a:spcPct val="150000"/>
              </a:lnSpc>
              <a:spcBef>
                <a:spcPts val="0"/>
              </a:spcBef>
              <a:spcAft>
                <a:spcPts val="0"/>
              </a:spcAft>
              <a:buClrTx/>
              <a:buSzTx/>
              <a:buFontTx/>
              <a:buNone/>
              <a:tabLst/>
              <a:defRPr/>
            </a:pPr>
            <a:r>
              <a:rPr kumimoji="0" lang="en-IN"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Output: 50-word summary</a:t>
            </a:r>
          </a:p>
          <a:p>
            <a:pPr marL="342900" marR="0" lvl="0" indent="-342900" algn="l" defTabSz="914400" rtl="0" eaLnBrk="1" fontAlgn="auto" latinLnBrk="0" hangingPunct="0">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7611187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9AF5A2A-2B02-4FBF-B16F-51E12FB1B985}"/>
              </a:ext>
            </a:extLst>
          </p:cNvPr>
          <p:cNvPicPr>
            <a:picLocks noChangeAspect="1"/>
          </p:cNvPicPr>
          <p:nvPr/>
        </p:nvPicPr>
        <p:blipFill>
          <a:blip r:embed="rId2"/>
          <a:stretch>
            <a:fillRect/>
          </a:stretch>
        </p:blipFill>
        <p:spPr>
          <a:xfrm>
            <a:off x="443753" y="986118"/>
            <a:ext cx="8256494" cy="3962399"/>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50B6ABE-D4AC-41B5-A1B0-521384359833}"/>
                  </a:ext>
                </a:extLst>
              </p14:cNvPr>
              <p14:cNvContentPartPr/>
              <p14:nvPr/>
            </p14:nvContentPartPr>
            <p14:xfrm>
              <a:off x="1327680" y="992880"/>
              <a:ext cx="7648560" cy="3294000"/>
            </p14:xfrm>
          </p:contentPart>
        </mc:Choice>
        <mc:Fallback>
          <p:pic>
            <p:nvPicPr>
              <p:cNvPr id="2" name="Ink 1">
                <a:extLst>
                  <a:ext uri="{FF2B5EF4-FFF2-40B4-BE49-F238E27FC236}">
                    <a16:creationId xmlns:a16="http://schemas.microsoft.com/office/drawing/2014/main" id="{850B6ABE-D4AC-41B5-A1B0-521384359833}"/>
                  </a:ext>
                </a:extLst>
              </p:cNvPr>
              <p:cNvPicPr/>
              <p:nvPr/>
            </p:nvPicPr>
            <p:blipFill>
              <a:blip r:embed="rId4"/>
              <a:stretch>
                <a:fillRect/>
              </a:stretch>
            </p:blipFill>
            <p:spPr>
              <a:xfrm>
                <a:off x="1318320" y="983520"/>
                <a:ext cx="7667280" cy="3312720"/>
              </a:xfrm>
              <a:prstGeom prst="rect">
                <a:avLst/>
              </a:prstGeom>
            </p:spPr>
          </p:pic>
        </mc:Fallback>
      </mc:AlternateContent>
    </p:spTree>
    <p:extLst>
      <p:ext uri="{BB962C8B-B14F-4D97-AF65-F5344CB8AC3E}">
        <p14:creationId xmlns:p14="http://schemas.microsoft.com/office/powerpoint/2010/main" val="33772062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083E75-2384-4D8B-9366-6100EE8A4279}"/>
              </a:ext>
            </a:extLst>
          </p:cNvPr>
          <p:cNvPicPr>
            <a:picLocks noChangeAspect="1"/>
          </p:cNvPicPr>
          <p:nvPr/>
        </p:nvPicPr>
        <p:blipFill>
          <a:blip r:embed="rId2"/>
          <a:stretch>
            <a:fillRect/>
          </a:stretch>
        </p:blipFill>
        <p:spPr>
          <a:xfrm>
            <a:off x="151136" y="310004"/>
            <a:ext cx="7243482" cy="457200"/>
          </a:xfrm>
          <a:prstGeom prst="rect">
            <a:avLst/>
          </a:prstGeom>
        </p:spPr>
      </p:pic>
      <p:pic>
        <p:nvPicPr>
          <p:cNvPr id="7" name="Picture 6">
            <a:extLst>
              <a:ext uri="{FF2B5EF4-FFF2-40B4-BE49-F238E27FC236}">
                <a16:creationId xmlns:a16="http://schemas.microsoft.com/office/drawing/2014/main" id="{99B8677E-4557-43B7-9E37-D11397590D7C}"/>
              </a:ext>
            </a:extLst>
          </p:cNvPr>
          <p:cNvPicPr>
            <a:picLocks noChangeAspect="1"/>
          </p:cNvPicPr>
          <p:nvPr/>
        </p:nvPicPr>
        <p:blipFill>
          <a:blip r:embed="rId3"/>
          <a:stretch>
            <a:fillRect/>
          </a:stretch>
        </p:blipFill>
        <p:spPr>
          <a:xfrm>
            <a:off x="376518" y="1013012"/>
            <a:ext cx="8382000" cy="5378823"/>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0809D6A1-BDE5-4490-9D7E-5F8036F7F34F}"/>
                  </a:ext>
                </a:extLst>
              </p14:cNvPr>
              <p14:cNvContentPartPr/>
              <p14:nvPr/>
            </p14:nvContentPartPr>
            <p14:xfrm>
              <a:off x="1021680" y="677880"/>
              <a:ext cx="6460560" cy="4194000"/>
            </p14:xfrm>
          </p:contentPart>
        </mc:Choice>
        <mc:Fallback>
          <p:pic>
            <p:nvPicPr>
              <p:cNvPr id="2" name="Ink 1">
                <a:extLst>
                  <a:ext uri="{FF2B5EF4-FFF2-40B4-BE49-F238E27FC236}">
                    <a16:creationId xmlns:a16="http://schemas.microsoft.com/office/drawing/2014/main" id="{0809D6A1-BDE5-4490-9D7E-5F8036F7F34F}"/>
                  </a:ext>
                </a:extLst>
              </p:cNvPr>
              <p:cNvPicPr/>
              <p:nvPr/>
            </p:nvPicPr>
            <p:blipFill>
              <a:blip r:embed="rId5"/>
              <a:stretch>
                <a:fillRect/>
              </a:stretch>
            </p:blipFill>
            <p:spPr>
              <a:xfrm>
                <a:off x="1012320" y="668520"/>
                <a:ext cx="6479280" cy="4212720"/>
              </a:xfrm>
              <a:prstGeom prst="rect">
                <a:avLst/>
              </a:prstGeom>
            </p:spPr>
          </p:pic>
        </mc:Fallback>
      </mc:AlternateContent>
    </p:spTree>
    <p:extLst>
      <p:ext uri="{BB962C8B-B14F-4D97-AF65-F5344CB8AC3E}">
        <p14:creationId xmlns:p14="http://schemas.microsoft.com/office/powerpoint/2010/main" val="31649249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9208DA-A293-496E-ABA7-CF48CC24577A}"/>
              </a:ext>
            </a:extLst>
          </p:cNvPr>
          <p:cNvPicPr>
            <a:picLocks noChangeAspect="1"/>
          </p:cNvPicPr>
          <p:nvPr/>
        </p:nvPicPr>
        <p:blipFill>
          <a:blip r:embed="rId2"/>
          <a:stretch>
            <a:fillRect/>
          </a:stretch>
        </p:blipFill>
        <p:spPr>
          <a:xfrm>
            <a:off x="0" y="233812"/>
            <a:ext cx="6795247" cy="474459"/>
          </a:xfrm>
          <a:prstGeom prst="rect">
            <a:avLst/>
          </a:prstGeom>
        </p:spPr>
      </p:pic>
      <p:pic>
        <p:nvPicPr>
          <p:cNvPr id="7" name="Picture 6">
            <a:extLst>
              <a:ext uri="{FF2B5EF4-FFF2-40B4-BE49-F238E27FC236}">
                <a16:creationId xmlns:a16="http://schemas.microsoft.com/office/drawing/2014/main" id="{932E088F-37D1-4352-8962-4C292D35013D}"/>
              </a:ext>
            </a:extLst>
          </p:cNvPr>
          <p:cNvPicPr>
            <a:picLocks noChangeAspect="1"/>
          </p:cNvPicPr>
          <p:nvPr/>
        </p:nvPicPr>
        <p:blipFill>
          <a:blip r:embed="rId3"/>
          <a:stretch>
            <a:fillRect/>
          </a:stretch>
        </p:blipFill>
        <p:spPr>
          <a:xfrm>
            <a:off x="179293" y="1102716"/>
            <a:ext cx="8695765" cy="5047013"/>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785DD68-733F-4F9C-B2F7-360AFBA975BF}"/>
                  </a:ext>
                </a:extLst>
              </p14:cNvPr>
              <p14:cNvContentPartPr/>
              <p14:nvPr/>
            </p14:nvContentPartPr>
            <p14:xfrm>
              <a:off x="3372840" y="1977120"/>
              <a:ext cx="4653720" cy="3371040"/>
            </p14:xfrm>
          </p:contentPart>
        </mc:Choice>
        <mc:Fallback>
          <p:pic>
            <p:nvPicPr>
              <p:cNvPr id="2" name="Ink 1">
                <a:extLst>
                  <a:ext uri="{FF2B5EF4-FFF2-40B4-BE49-F238E27FC236}">
                    <a16:creationId xmlns:a16="http://schemas.microsoft.com/office/drawing/2014/main" id="{4785DD68-733F-4F9C-B2F7-360AFBA975BF}"/>
                  </a:ext>
                </a:extLst>
              </p:cNvPr>
              <p:cNvPicPr/>
              <p:nvPr/>
            </p:nvPicPr>
            <p:blipFill>
              <a:blip r:embed="rId5"/>
              <a:stretch>
                <a:fillRect/>
              </a:stretch>
            </p:blipFill>
            <p:spPr>
              <a:xfrm>
                <a:off x="3363480" y="1967760"/>
                <a:ext cx="4672440" cy="3389760"/>
              </a:xfrm>
              <a:prstGeom prst="rect">
                <a:avLst/>
              </a:prstGeom>
            </p:spPr>
          </p:pic>
        </mc:Fallback>
      </mc:AlternateContent>
    </p:spTree>
    <p:extLst>
      <p:ext uri="{BB962C8B-B14F-4D97-AF65-F5344CB8AC3E}">
        <p14:creationId xmlns:p14="http://schemas.microsoft.com/office/powerpoint/2010/main" val="1644892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4D7468-A4EA-4931-AE93-79FF56987266}"/>
              </a:ext>
            </a:extLst>
          </p:cNvPr>
          <p:cNvPicPr>
            <a:picLocks noChangeAspect="1"/>
          </p:cNvPicPr>
          <p:nvPr/>
        </p:nvPicPr>
        <p:blipFill>
          <a:blip r:embed="rId2"/>
          <a:stretch>
            <a:fillRect/>
          </a:stretch>
        </p:blipFill>
        <p:spPr>
          <a:xfrm>
            <a:off x="493059" y="1219200"/>
            <a:ext cx="8382000" cy="4787153"/>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7D01541-B204-433F-89BE-C7F3D092905C}"/>
                  </a:ext>
                </a:extLst>
              </p14:cNvPr>
              <p14:cNvContentPartPr/>
              <p14:nvPr/>
            </p14:nvContentPartPr>
            <p14:xfrm>
              <a:off x="701640" y="1624680"/>
              <a:ext cx="7478640" cy="4125600"/>
            </p14:xfrm>
          </p:contentPart>
        </mc:Choice>
        <mc:Fallback>
          <p:pic>
            <p:nvPicPr>
              <p:cNvPr id="2" name="Ink 1">
                <a:extLst>
                  <a:ext uri="{FF2B5EF4-FFF2-40B4-BE49-F238E27FC236}">
                    <a16:creationId xmlns:a16="http://schemas.microsoft.com/office/drawing/2014/main" id="{B7D01541-B204-433F-89BE-C7F3D092905C}"/>
                  </a:ext>
                </a:extLst>
              </p:cNvPr>
              <p:cNvPicPr/>
              <p:nvPr/>
            </p:nvPicPr>
            <p:blipFill>
              <a:blip r:embed="rId4"/>
              <a:stretch>
                <a:fillRect/>
              </a:stretch>
            </p:blipFill>
            <p:spPr>
              <a:xfrm>
                <a:off x="692280" y="1615320"/>
                <a:ext cx="7497360" cy="4144320"/>
              </a:xfrm>
              <a:prstGeom prst="rect">
                <a:avLst/>
              </a:prstGeom>
            </p:spPr>
          </p:pic>
        </mc:Fallback>
      </mc:AlternateContent>
    </p:spTree>
    <p:extLst>
      <p:ext uri="{BB962C8B-B14F-4D97-AF65-F5344CB8AC3E}">
        <p14:creationId xmlns:p14="http://schemas.microsoft.com/office/powerpoint/2010/main" val="16050879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61C45F-9B6C-4A80-B7DA-A6E582D44C8C}"/>
              </a:ext>
            </a:extLst>
          </p:cNvPr>
          <p:cNvPicPr>
            <a:picLocks noChangeAspect="1"/>
          </p:cNvPicPr>
          <p:nvPr/>
        </p:nvPicPr>
        <p:blipFill>
          <a:blip r:embed="rId2"/>
          <a:stretch>
            <a:fillRect/>
          </a:stretch>
        </p:blipFill>
        <p:spPr>
          <a:xfrm>
            <a:off x="302272" y="1400092"/>
            <a:ext cx="8690588" cy="4559840"/>
          </a:xfrm>
          <a:prstGeom prst="rect">
            <a:avLst/>
          </a:prstGeom>
        </p:spPr>
      </p:pic>
      <p:pic>
        <p:nvPicPr>
          <p:cNvPr id="7" name="Picture 6">
            <a:extLst>
              <a:ext uri="{FF2B5EF4-FFF2-40B4-BE49-F238E27FC236}">
                <a16:creationId xmlns:a16="http://schemas.microsoft.com/office/drawing/2014/main" id="{E09B92D9-370D-4273-A0D1-F894AC97608A}"/>
              </a:ext>
            </a:extLst>
          </p:cNvPr>
          <p:cNvPicPr>
            <a:picLocks noChangeAspect="1"/>
          </p:cNvPicPr>
          <p:nvPr/>
        </p:nvPicPr>
        <p:blipFill>
          <a:blip r:embed="rId3"/>
          <a:stretch>
            <a:fillRect/>
          </a:stretch>
        </p:blipFill>
        <p:spPr>
          <a:xfrm>
            <a:off x="71717" y="264458"/>
            <a:ext cx="6741459" cy="714292"/>
          </a:xfrm>
          <a:prstGeom prst="rect">
            <a:avLst/>
          </a:prstGeom>
        </p:spPr>
      </p:pic>
    </p:spTree>
    <p:extLst>
      <p:ext uri="{BB962C8B-B14F-4D97-AF65-F5344CB8AC3E}">
        <p14:creationId xmlns:p14="http://schemas.microsoft.com/office/powerpoint/2010/main" val="16216538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31C2AA-2374-4B2E-B094-FAA03E1B4621}"/>
              </a:ext>
            </a:extLst>
          </p:cNvPr>
          <p:cNvPicPr>
            <a:picLocks noChangeAspect="1"/>
          </p:cNvPicPr>
          <p:nvPr/>
        </p:nvPicPr>
        <p:blipFill>
          <a:blip r:embed="rId2"/>
          <a:stretch>
            <a:fillRect/>
          </a:stretch>
        </p:blipFill>
        <p:spPr>
          <a:xfrm>
            <a:off x="0" y="983758"/>
            <a:ext cx="9144000" cy="5811489"/>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D506B4A-443D-4D82-A184-5377663C34B0}"/>
                  </a:ext>
                </a:extLst>
              </p14:cNvPr>
              <p14:cNvContentPartPr/>
              <p14:nvPr/>
            </p14:nvContentPartPr>
            <p14:xfrm>
              <a:off x="813240" y="1248840"/>
              <a:ext cx="8082720" cy="4871880"/>
            </p14:xfrm>
          </p:contentPart>
        </mc:Choice>
        <mc:Fallback>
          <p:pic>
            <p:nvPicPr>
              <p:cNvPr id="2" name="Ink 1">
                <a:extLst>
                  <a:ext uri="{FF2B5EF4-FFF2-40B4-BE49-F238E27FC236}">
                    <a16:creationId xmlns:a16="http://schemas.microsoft.com/office/drawing/2014/main" id="{4D506B4A-443D-4D82-A184-5377663C34B0}"/>
                  </a:ext>
                </a:extLst>
              </p:cNvPr>
              <p:cNvPicPr/>
              <p:nvPr/>
            </p:nvPicPr>
            <p:blipFill>
              <a:blip r:embed="rId4"/>
              <a:stretch>
                <a:fillRect/>
              </a:stretch>
            </p:blipFill>
            <p:spPr>
              <a:xfrm>
                <a:off x="803880" y="1239480"/>
                <a:ext cx="8101440" cy="4890600"/>
              </a:xfrm>
              <a:prstGeom prst="rect">
                <a:avLst/>
              </a:prstGeom>
            </p:spPr>
          </p:pic>
        </mc:Fallback>
      </mc:AlternateContent>
    </p:spTree>
    <p:extLst>
      <p:ext uri="{BB962C8B-B14F-4D97-AF65-F5344CB8AC3E}">
        <p14:creationId xmlns:p14="http://schemas.microsoft.com/office/powerpoint/2010/main" val="9356396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29A2AA-2C59-4DA2-9354-06022B005C0E}"/>
              </a:ext>
            </a:extLst>
          </p:cNvPr>
          <p:cNvPicPr>
            <a:picLocks noChangeAspect="1"/>
          </p:cNvPicPr>
          <p:nvPr/>
        </p:nvPicPr>
        <p:blipFill>
          <a:blip r:embed="rId2"/>
          <a:stretch>
            <a:fillRect/>
          </a:stretch>
        </p:blipFill>
        <p:spPr>
          <a:xfrm>
            <a:off x="0" y="283088"/>
            <a:ext cx="7754471" cy="554412"/>
          </a:xfrm>
          <a:prstGeom prst="rect">
            <a:avLst/>
          </a:prstGeom>
        </p:spPr>
      </p:pic>
      <p:pic>
        <p:nvPicPr>
          <p:cNvPr id="7" name="Picture 6">
            <a:extLst>
              <a:ext uri="{FF2B5EF4-FFF2-40B4-BE49-F238E27FC236}">
                <a16:creationId xmlns:a16="http://schemas.microsoft.com/office/drawing/2014/main" id="{F4AB79DA-98A0-4080-850F-FC88D20FB343}"/>
              </a:ext>
            </a:extLst>
          </p:cNvPr>
          <p:cNvPicPr>
            <a:picLocks noChangeAspect="1"/>
          </p:cNvPicPr>
          <p:nvPr/>
        </p:nvPicPr>
        <p:blipFill>
          <a:blip r:embed="rId3"/>
          <a:stretch>
            <a:fillRect/>
          </a:stretch>
        </p:blipFill>
        <p:spPr>
          <a:xfrm>
            <a:off x="0" y="993161"/>
            <a:ext cx="9144000" cy="5192486"/>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07A74782-D8C0-4124-B4C7-D0A41C3483F1}"/>
                  </a:ext>
                </a:extLst>
              </p14:cNvPr>
              <p14:cNvContentPartPr/>
              <p14:nvPr/>
            </p14:nvContentPartPr>
            <p14:xfrm>
              <a:off x="298800" y="981000"/>
              <a:ext cx="7237080" cy="3970080"/>
            </p14:xfrm>
          </p:contentPart>
        </mc:Choice>
        <mc:Fallback>
          <p:pic>
            <p:nvPicPr>
              <p:cNvPr id="2" name="Ink 1">
                <a:extLst>
                  <a:ext uri="{FF2B5EF4-FFF2-40B4-BE49-F238E27FC236}">
                    <a16:creationId xmlns:a16="http://schemas.microsoft.com/office/drawing/2014/main" id="{07A74782-D8C0-4124-B4C7-D0A41C3483F1}"/>
                  </a:ext>
                </a:extLst>
              </p:cNvPr>
              <p:cNvPicPr/>
              <p:nvPr/>
            </p:nvPicPr>
            <p:blipFill>
              <a:blip r:embed="rId5"/>
              <a:stretch>
                <a:fillRect/>
              </a:stretch>
            </p:blipFill>
            <p:spPr>
              <a:xfrm>
                <a:off x="289440" y="971640"/>
                <a:ext cx="7255800" cy="3988800"/>
              </a:xfrm>
              <a:prstGeom prst="rect">
                <a:avLst/>
              </a:prstGeom>
            </p:spPr>
          </p:pic>
        </mc:Fallback>
      </mc:AlternateContent>
    </p:spTree>
    <p:extLst>
      <p:ext uri="{BB962C8B-B14F-4D97-AF65-F5344CB8AC3E}">
        <p14:creationId xmlns:p14="http://schemas.microsoft.com/office/powerpoint/2010/main" val="6921398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5DE0D6-B793-45F3-B4A9-4317D1D0ACD5}"/>
              </a:ext>
            </a:extLst>
          </p:cNvPr>
          <p:cNvPicPr>
            <a:picLocks noChangeAspect="1"/>
          </p:cNvPicPr>
          <p:nvPr/>
        </p:nvPicPr>
        <p:blipFill>
          <a:blip r:embed="rId2"/>
          <a:stretch>
            <a:fillRect/>
          </a:stretch>
        </p:blipFill>
        <p:spPr>
          <a:xfrm>
            <a:off x="197224" y="316312"/>
            <a:ext cx="6813176" cy="452106"/>
          </a:xfrm>
          <a:prstGeom prst="rect">
            <a:avLst/>
          </a:prstGeom>
        </p:spPr>
      </p:pic>
      <p:pic>
        <p:nvPicPr>
          <p:cNvPr id="7" name="Picture 6">
            <a:extLst>
              <a:ext uri="{FF2B5EF4-FFF2-40B4-BE49-F238E27FC236}">
                <a16:creationId xmlns:a16="http://schemas.microsoft.com/office/drawing/2014/main" id="{A8BB22EB-3DF0-4C58-85C3-0768603DE7FB}"/>
              </a:ext>
            </a:extLst>
          </p:cNvPr>
          <p:cNvPicPr>
            <a:picLocks noChangeAspect="1"/>
          </p:cNvPicPr>
          <p:nvPr/>
        </p:nvPicPr>
        <p:blipFill>
          <a:blip r:embed="rId3"/>
          <a:stretch>
            <a:fillRect/>
          </a:stretch>
        </p:blipFill>
        <p:spPr>
          <a:xfrm>
            <a:off x="286870" y="1169513"/>
            <a:ext cx="8355105" cy="4518974"/>
          </a:xfrm>
          <a:prstGeom prst="rect">
            <a:avLst/>
          </a:prstGeom>
        </p:spPr>
      </p:pic>
    </p:spTree>
    <p:extLst>
      <p:ext uri="{BB962C8B-B14F-4D97-AF65-F5344CB8AC3E}">
        <p14:creationId xmlns:p14="http://schemas.microsoft.com/office/powerpoint/2010/main" val="4968813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5B3190-397F-4AE8-8D92-9253EC3A93F5}"/>
              </a:ext>
            </a:extLst>
          </p:cNvPr>
          <p:cNvPicPr>
            <a:picLocks noChangeAspect="1"/>
          </p:cNvPicPr>
          <p:nvPr/>
        </p:nvPicPr>
        <p:blipFill>
          <a:blip r:embed="rId2"/>
          <a:stretch>
            <a:fillRect/>
          </a:stretch>
        </p:blipFill>
        <p:spPr>
          <a:xfrm>
            <a:off x="0" y="232723"/>
            <a:ext cx="7745506" cy="619284"/>
          </a:xfrm>
          <a:prstGeom prst="rect">
            <a:avLst/>
          </a:prstGeom>
        </p:spPr>
      </p:pic>
      <p:pic>
        <p:nvPicPr>
          <p:cNvPr id="7" name="Picture 6">
            <a:extLst>
              <a:ext uri="{FF2B5EF4-FFF2-40B4-BE49-F238E27FC236}">
                <a16:creationId xmlns:a16="http://schemas.microsoft.com/office/drawing/2014/main" id="{C615F7BC-EA70-42CE-A59C-386F3B40B5EF}"/>
              </a:ext>
            </a:extLst>
          </p:cNvPr>
          <p:cNvPicPr>
            <a:picLocks noChangeAspect="1"/>
          </p:cNvPicPr>
          <p:nvPr/>
        </p:nvPicPr>
        <p:blipFill>
          <a:blip r:embed="rId3"/>
          <a:stretch>
            <a:fillRect/>
          </a:stretch>
        </p:blipFill>
        <p:spPr>
          <a:xfrm>
            <a:off x="0" y="1105911"/>
            <a:ext cx="9000565" cy="4646177"/>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3C74A35-F088-475E-B92A-C3C954FE33F4}"/>
                  </a:ext>
                </a:extLst>
              </p14:cNvPr>
              <p14:cNvContentPartPr/>
              <p14:nvPr/>
            </p14:nvContentPartPr>
            <p14:xfrm>
              <a:off x="749160" y="331560"/>
              <a:ext cx="8102160" cy="5394240"/>
            </p14:xfrm>
          </p:contentPart>
        </mc:Choice>
        <mc:Fallback>
          <p:pic>
            <p:nvPicPr>
              <p:cNvPr id="2" name="Ink 1">
                <a:extLst>
                  <a:ext uri="{FF2B5EF4-FFF2-40B4-BE49-F238E27FC236}">
                    <a16:creationId xmlns:a16="http://schemas.microsoft.com/office/drawing/2014/main" id="{B3C74A35-F088-475E-B92A-C3C954FE33F4}"/>
                  </a:ext>
                </a:extLst>
              </p:cNvPr>
              <p:cNvPicPr/>
              <p:nvPr/>
            </p:nvPicPr>
            <p:blipFill>
              <a:blip r:embed="rId5"/>
              <a:stretch>
                <a:fillRect/>
              </a:stretch>
            </p:blipFill>
            <p:spPr>
              <a:xfrm>
                <a:off x="739800" y="322200"/>
                <a:ext cx="8120880" cy="5412960"/>
              </a:xfrm>
              <a:prstGeom prst="rect">
                <a:avLst/>
              </a:prstGeom>
            </p:spPr>
          </p:pic>
        </mc:Fallback>
      </mc:AlternateContent>
    </p:spTree>
    <p:extLst>
      <p:ext uri="{BB962C8B-B14F-4D97-AF65-F5344CB8AC3E}">
        <p14:creationId xmlns:p14="http://schemas.microsoft.com/office/powerpoint/2010/main" val="28378701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1B739-1852-40F8-A45E-1F6D3B0650E0}"/>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6FE89F86-3325-4A2F-8497-E21CF56A916C}"/>
              </a:ext>
            </a:extLst>
          </p:cNvPr>
          <p:cNvPicPr>
            <a:picLocks noChangeAspect="1"/>
          </p:cNvPicPr>
          <p:nvPr/>
        </p:nvPicPr>
        <p:blipFill>
          <a:blip r:embed="rId2"/>
          <a:stretch>
            <a:fillRect/>
          </a:stretch>
        </p:blipFill>
        <p:spPr>
          <a:xfrm>
            <a:off x="0" y="994410"/>
            <a:ext cx="9144000" cy="4869180"/>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DECE7C7C-79AB-4103-9E24-2D4B60F5C2AE}"/>
                  </a:ext>
                </a:extLst>
              </p14:cNvPr>
              <p14:cNvContentPartPr/>
              <p14:nvPr/>
            </p14:nvContentPartPr>
            <p14:xfrm>
              <a:off x="2458440" y="1492560"/>
              <a:ext cx="6078960" cy="3292200"/>
            </p14:xfrm>
          </p:contentPart>
        </mc:Choice>
        <mc:Fallback>
          <p:pic>
            <p:nvPicPr>
              <p:cNvPr id="3" name="Ink 2">
                <a:extLst>
                  <a:ext uri="{FF2B5EF4-FFF2-40B4-BE49-F238E27FC236}">
                    <a16:creationId xmlns:a16="http://schemas.microsoft.com/office/drawing/2014/main" id="{DECE7C7C-79AB-4103-9E24-2D4B60F5C2AE}"/>
                  </a:ext>
                </a:extLst>
              </p:cNvPr>
              <p:cNvPicPr/>
              <p:nvPr/>
            </p:nvPicPr>
            <p:blipFill>
              <a:blip r:embed="rId4"/>
              <a:stretch>
                <a:fillRect/>
              </a:stretch>
            </p:blipFill>
            <p:spPr>
              <a:xfrm>
                <a:off x="2449080" y="1483200"/>
                <a:ext cx="6097680" cy="3310920"/>
              </a:xfrm>
              <a:prstGeom prst="rect">
                <a:avLst/>
              </a:prstGeom>
            </p:spPr>
          </p:pic>
        </mc:Fallback>
      </mc:AlternateContent>
    </p:spTree>
    <p:extLst>
      <p:ext uri="{BB962C8B-B14F-4D97-AF65-F5344CB8AC3E}">
        <p14:creationId xmlns:p14="http://schemas.microsoft.com/office/powerpoint/2010/main" val="12412499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A735DD-3574-46B2-B1B7-34BDD489DA4D}"/>
              </a:ext>
            </a:extLst>
          </p:cNvPr>
          <p:cNvPicPr>
            <a:picLocks noChangeAspect="1"/>
          </p:cNvPicPr>
          <p:nvPr/>
        </p:nvPicPr>
        <p:blipFill>
          <a:blip r:embed="rId2"/>
          <a:stretch>
            <a:fillRect/>
          </a:stretch>
        </p:blipFill>
        <p:spPr>
          <a:xfrm>
            <a:off x="403412" y="1084729"/>
            <a:ext cx="8328212" cy="4787154"/>
          </a:xfrm>
          <a:prstGeom prst="rect">
            <a:avLst/>
          </a:prstGeom>
        </p:spPr>
      </p:pic>
      <p:pic>
        <p:nvPicPr>
          <p:cNvPr id="7" name="Picture 6">
            <a:extLst>
              <a:ext uri="{FF2B5EF4-FFF2-40B4-BE49-F238E27FC236}">
                <a16:creationId xmlns:a16="http://schemas.microsoft.com/office/drawing/2014/main" id="{C0E4F4F2-F3D9-4BD8-B130-20078DF6D27F}"/>
              </a:ext>
            </a:extLst>
          </p:cNvPr>
          <p:cNvPicPr>
            <a:picLocks noChangeAspect="1"/>
          </p:cNvPicPr>
          <p:nvPr/>
        </p:nvPicPr>
        <p:blipFill>
          <a:blip r:embed="rId3"/>
          <a:stretch>
            <a:fillRect/>
          </a:stretch>
        </p:blipFill>
        <p:spPr>
          <a:xfrm>
            <a:off x="-2" y="301086"/>
            <a:ext cx="7772402" cy="500485"/>
          </a:xfrm>
          <a:prstGeom prst="rect">
            <a:avLst/>
          </a:prstGeom>
        </p:spPr>
      </p:pic>
    </p:spTree>
    <p:extLst>
      <p:ext uri="{BB962C8B-B14F-4D97-AF65-F5344CB8AC3E}">
        <p14:creationId xmlns:p14="http://schemas.microsoft.com/office/powerpoint/2010/main" val="5127467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00475E-D608-4BFA-8B7A-FAEBFCD6C3D6}"/>
              </a:ext>
            </a:extLst>
          </p:cNvPr>
          <p:cNvPicPr>
            <a:picLocks noChangeAspect="1"/>
          </p:cNvPicPr>
          <p:nvPr/>
        </p:nvPicPr>
        <p:blipFill>
          <a:blip r:embed="rId2"/>
          <a:stretch>
            <a:fillRect/>
          </a:stretch>
        </p:blipFill>
        <p:spPr>
          <a:xfrm>
            <a:off x="134471" y="215152"/>
            <a:ext cx="2796988" cy="672353"/>
          </a:xfrm>
          <a:prstGeom prst="rect">
            <a:avLst/>
          </a:prstGeom>
        </p:spPr>
      </p:pic>
      <p:pic>
        <p:nvPicPr>
          <p:cNvPr id="7" name="Picture 6">
            <a:extLst>
              <a:ext uri="{FF2B5EF4-FFF2-40B4-BE49-F238E27FC236}">
                <a16:creationId xmlns:a16="http://schemas.microsoft.com/office/drawing/2014/main" id="{EC48E26F-8525-4E75-8069-A6FDCFC16CC0}"/>
              </a:ext>
            </a:extLst>
          </p:cNvPr>
          <p:cNvPicPr>
            <a:picLocks noChangeAspect="1"/>
          </p:cNvPicPr>
          <p:nvPr/>
        </p:nvPicPr>
        <p:blipFill>
          <a:blip r:embed="rId3"/>
          <a:stretch>
            <a:fillRect/>
          </a:stretch>
        </p:blipFill>
        <p:spPr>
          <a:xfrm>
            <a:off x="224118" y="1244818"/>
            <a:ext cx="8489576" cy="4878075"/>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C662D105-BD6A-4788-9DF9-44A44869FB3F}"/>
                  </a:ext>
                </a:extLst>
              </p14:cNvPr>
              <p14:cNvContentPartPr/>
              <p14:nvPr/>
            </p14:nvContentPartPr>
            <p14:xfrm>
              <a:off x="885240" y="3237120"/>
              <a:ext cx="7523640" cy="3130560"/>
            </p14:xfrm>
          </p:contentPart>
        </mc:Choice>
        <mc:Fallback>
          <p:pic>
            <p:nvPicPr>
              <p:cNvPr id="2" name="Ink 1">
                <a:extLst>
                  <a:ext uri="{FF2B5EF4-FFF2-40B4-BE49-F238E27FC236}">
                    <a16:creationId xmlns:a16="http://schemas.microsoft.com/office/drawing/2014/main" id="{C662D105-BD6A-4788-9DF9-44A44869FB3F}"/>
                  </a:ext>
                </a:extLst>
              </p:cNvPr>
              <p:cNvPicPr/>
              <p:nvPr/>
            </p:nvPicPr>
            <p:blipFill>
              <a:blip r:embed="rId5"/>
              <a:stretch>
                <a:fillRect/>
              </a:stretch>
            </p:blipFill>
            <p:spPr>
              <a:xfrm>
                <a:off x="875880" y="3227760"/>
                <a:ext cx="7542360" cy="3149280"/>
              </a:xfrm>
              <a:prstGeom prst="rect">
                <a:avLst/>
              </a:prstGeom>
            </p:spPr>
          </p:pic>
        </mc:Fallback>
      </mc:AlternateContent>
    </p:spTree>
    <p:extLst>
      <p:ext uri="{BB962C8B-B14F-4D97-AF65-F5344CB8AC3E}">
        <p14:creationId xmlns:p14="http://schemas.microsoft.com/office/powerpoint/2010/main" val="32143869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41484F-14AD-4D63-842F-416B2E9E132D}"/>
              </a:ext>
            </a:extLst>
          </p:cNvPr>
          <p:cNvPicPr>
            <a:picLocks noChangeAspect="1"/>
          </p:cNvPicPr>
          <p:nvPr/>
        </p:nvPicPr>
        <p:blipFill>
          <a:blip r:embed="rId2"/>
          <a:stretch>
            <a:fillRect/>
          </a:stretch>
        </p:blipFill>
        <p:spPr>
          <a:xfrm>
            <a:off x="62753" y="255236"/>
            <a:ext cx="7377953" cy="610115"/>
          </a:xfrm>
          <a:prstGeom prst="rect">
            <a:avLst/>
          </a:prstGeom>
        </p:spPr>
      </p:pic>
      <p:pic>
        <p:nvPicPr>
          <p:cNvPr id="7" name="Picture 6">
            <a:extLst>
              <a:ext uri="{FF2B5EF4-FFF2-40B4-BE49-F238E27FC236}">
                <a16:creationId xmlns:a16="http://schemas.microsoft.com/office/drawing/2014/main" id="{6B349C51-4D9D-4CA5-804F-9738A8F279CD}"/>
              </a:ext>
            </a:extLst>
          </p:cNvPr>
          <p:cNvPicPr>
            <a:picLocks noChangeAspect="1"/>
          </p:cNvPicPr>
          <p:nvPr/>
        </p:nvPicPr>
        <p:blipFill>
          <a:blip r:embed="rId3"/>
          <a:stretch>
            <a:fillRect/>
          </a:stretch>
        </p:blipFill>
        <p:spPr>
          <a:xfrm>
            <a:off x="251012" y="1066799"/>
            <a:ext cx="8633012" cy="5199530"/>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3BB00C0A-86F0-4C0B-9BDB-6BB9F76C63F3}"/>
                  </a:ext>
                </a:extLst>
              </p14:cNvPr>
              <p14:cNvContentPartPr/>
              <p14:nvPr/>
            </p14:nvContentPartPr>
            <p14:xfrm>
              <a:off x="1882080" y="964080"/>
              <a:ext cx="6808320" cy="4823280"/>
            </p14:xfrm>
          </p:contentPart>
        </mc:Choice>
        <mc:Fallback>
          <p:pic>
            <p:nvPicPr>
              <p:cNvPr id="2" name="Ink 1">
                <a:extLst>
                  <a:ext uri="{FF2B5EF4-FFF2-40B4-BE49-F238E27FC236}">
                    <a16:creationId xmlns:a16="http://schemas.microsoft.com/office/drawing/2014/main" id="{3BB00C0A-86F0-4C0B-9BDB-6BB9F76C63F3}"/>
                  </a:ext>
                </a:extLst>
              </p:cNvPr>
              <p:cNvPicPr/>
              <p:nvPr/>
            </p:nvPicPr>
            <p:blipFill>
              <a:blip r:embed="rId5"/>
              <a:stretch>
                <a:fillRect/>
              </a:stretch>
            </p:blipFill>
            <p:spPr>
              <a:xfrm>
                <a:off x="1872720" y="954720"/>
                <a:ext cx="6827040" cy="4842000"/>
              </a:xfrm>
              <a:prstGeom prst="rect">
                <a:avLst/>
              </a:prstGeom>
            </p:spPr>
          </p:pic>
        </mc:Fallback>
      </mc:AlternateContent>
    </p:spTree>
    <p:extLst>
      <p:ext uri="{BB962C8B-B14F-4D97-AF65-F5344CB8AC3E}">
        <p14:creationId xmlns:p14="http://schemas.microsoft.com/office/powerpoint/2010/main" val="12365709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31F4BE-0F9F-46DD-87BD-4D7457AD70D8}"/>
              </a:ext>
            </a:extLst>
          </p:cNvPr>
          <p:cNvPicPr>
            <a:picLocks noChangeAspect="1"/>
          </p:cNvPicPr>
          <p:nvPr/>
        </p:nvPicPr>
        <p:blipFill>
          <a:blip r:embed="rId2"/>
          <a:stretch>
            <a:fillRect/>
          </a:stretch>
        </p:blipFill>
        <p:spPr>
          <a:xfrm>
            <a:off x="0" y="145116"/>
            <a:ext cx="7790329" cy="722780"/>
          </a:xfrm>
          <a:prstGeom prst="rect">
            <a:avLst/>
          </a:prstGeom>
        </p:spPr>
      </p:pic>
      <p:pic>
        <p:nvPicPr>
          <p:cNvPr id="7" name="Picture 6">
            <a:extLst>
              <a:ext uri="{FF2B5EF4-FFF2-40B4-BE49-F238E27FC236}">
                <a16:creationId xmlns:a16="http://schemas.microsoft.com/office/drawing/2014/main" id="{EC343035-E017-4E78-9E8B-CE53069C1A28}"/>
              </a:ext>
            </a:extLst>
          </p:cNvPr>
          <p:cNvPicPr>
            <a:picLocks noChangeAspect="1"/>
          </p:cNvPicPr>
          <p:nvPr/>
        </p:nvPicPr>
        <p:blipFill>
          <a:blip r:embed="rId3"/>
          <a:stretch>
            <a:fillRect/>
          </a:stretch>
        </p:blipFill>
        <p:spPr>
          <a:xfrm>
            <a:off x="0" y="1253004"/>
            <a:ext cx="9144000" cy="4977466"/>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0EBFFA1-F306-49C8-A4B7-3303572FAB15}"/>
                  </a:ext>
                </a:extLst>
              </p14:cNvPr>
              <p14:cNvContentPartPr/>
              <p14:nvPr/>
            </p14:nvContentPartPr>
            <p14:xfrm>
              <a:off x="242280" y="1295640"/>
              <a:ext cx="7737480" cy="4964400"/>
            </p14:xfrm>
          </p:contentPart>
        </mc:Choice>
        <mc:Fallback>
          <p:pic>
            <p:nvPicPr>
              <p:cNvPr id="2" name="Ink 1">
                <a:extLst>
                  <a:ext uri="{FF2B5EF4-FFF2-40B4-BE49-F238E27FC236}">
                    <a16:creationId xmlns:a16="http://schemas.microsoft.com/office/drawing/2014/main" id="{B0EBFFA1-F306-49C8-A4B7-3303572FAB15}"/>
                  </a:ext>
                </a:extLst>
              </p:cNvPr>
              <p:cNvPicPr/>
              <p:nvPr/>
            </p:nvPicPr>
            <p:blipFill>
              <a:blip r:embed="rId5"/>
              <a:stretch>
                <a:fillRect/>
              </a:stretch>
            </p:blipFill>
            <p:spPr>
              <a:xfrm>
                <a:off x="232920" y="1286280"/>
                <a:ext cx="7756200" cy="4983120"/>
              </a:xfrm>
              <a:prstGeom prst="rect">
                <a:avLst/>
              </a:prstGeom>
            </p:spPr>
          </p:pic>
        </mc:Fallback>
      </mc:AlternateContent>
    </p:spTree>
    <p:extLst>
      <p:ext uri="{BB962C8B-B14F-4D97-AF65-F5344CB8AC3E}">
        <p14:creationId xmlns:p14="http://schemas.microsoft.com/office/powerpoint/2010/main" val="33904811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D33EBB-14BE-47A8-B76B-76DE1182A229}"/>
              </a:ext>
            </a:extLst>
          </p:cNvPr>
          <p:cNvPicPr>
            <a:picLocks noChangeAspect="1"/>
          </p:cNvPicPr>
          <p:nvPr/>
        </p:nvPicPr>
        <p:blipFill>
          <a:blip r:embed="rId2"/>
          <a:stretch>
            <a:fillRect/>
          </a:stretch>
        </p:blipFill>
        <p:spPr>
          <a:xfrm>
            <a:off x="0" y="255493"/>
            <a:ext cx="7862047" cy="699247"/>
          </a:xfrm>
          <a:prstGeom prst="rect">
            <a:avLst/>
          </a:prstGeom>
        </p:spPr>
      </p:pic>
      <p:pic>
        <p:nvPicPr>
          <p:cNvPr id="7" name="Picture 6">
            <a:extLst>
              <a:ext uri="{FF2B5EF4-FFF2-40B4-BE49-F238E27FC236}">
                <a16:creationId xmlns:a16="http://schemas.microsoft.com/office/drawing/2014/main" id="{219B7D71-FFC4-4C93-81E8-1B55BB893459}"/>
              </a:ext>
            </a:extLst>
          </p:cNvPr>
          <p:cNvPicPr>
            <a:picLocks noChangeAspect="1"/>
          </p:cNvPicPr>
          <p:nvPr/>
        </p:nvPicPr>
        <p:blipFill>
          <a:blip r:embed="rId3"/>
          <a:stretch>
            <a:fillRect/>
          </a:stretch>
        </p:blipFill>
        <p:spPr>
          <a:xfrm>
            <a:off x="340659" y="1210235"/>
            <a:ext cx="8408894" cy="4930589"/>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6F27F43D-C781-495F-B3AC-7D6A2C64C36D}"/>
                  </a:ext>
                </a:extLst>
              </p14:cNvPr>
              <p14:cNvContentPartPr/>
              <p14:nvPr/>
            </p14:nvContentPartPr>
            <p14:xfrm>
              <a:off x="1226520" y="3173400"/>
              <a:ext cx="5973840" cy="2393640"/>
            </p14:xfrm>
          </p:contentPart>
        </mc:Choice>
        <mc:Fallback>
          <p:pic>
            <p:nvPicPr>
              <p:cNvPr id="2" name="Ink 1">
                <a:extLst>
                  <a:ext uri="{FF2B5EF4-FFF2-40B4-BE49-F238E27FC236}">
                    <a16:creationId xmlns:a16="http://schemas.microsoft.com/office/drawing/2014/main" id="{6F27F43D-C781-495F-B3AC-7D6A2C64C36D}"/>
                  </a:ext>
                </a:extLst>
              </p:cNvPr>
              <p:cNvPicPr/>
              <p:nvPr/>
            </p:nvPicPr>
            <p:blipFill>
              <a:blip r:embed="rId5"/>
              <a:stretch>
                <a:fillRect/>
              </a:stretch>
            </p:blipFill>
            <p:spPr>
              <a:xfrm>
                <a:off x="1217160" y="3164040"/>
                <a:ext cx="5992560" cy="2412360"/>
              </a:xfrm>
              <a:prstGeom prst="rect">
                <a:avLst/>
              </a:prstGeom>
            </p:spPr>
          </p:pic>
        </mc:Fallback>
      </mc:AlternateContent>
    </p:spTree>
    <p:extLst>
      <p:ext uri="{BB962C8B-B14F-4D97-AF65-F5344CB8AC3E}">
        <p14:creationId xmlns:p14="http://schemas.microsoft.com/office/powerpoint/2010/main" val="21866476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B7636A-45C0-4444-AA80-0BEEF76D7A9D}"/>
              </a:ext>
            </a:extLst>
          </p:cNvPr>
          <p:cNvPicPr>
            <a:picLocks noChangeAspect="1"/>
          </p:cNvPicPr>
          <p:nvPr/>
        </p:nvPicPr>
        <p:blipFill>
          <a:blip r:embed="rId2"/>
          <a:stretch>
            <a:fillRect/>
          </a:stretch>
        </p:blipFill>
        <p:spPr>
          <a:xfrm>
            <a:off x="0" y="268941"/>
            <a:ext cx="7584141" cy="672353"/>
          </a:xfrm>
          <a:prstGeom prst="rect">
            <a:avLst/>
          </a:prstGeom>
        </p:spPr>
      </p:pic>
      <p:pic>
        <p:nvPicPr>
          <p:cNvPr id="7" name="Picture 6">
            <a:extLst>
              <a:ext uri="{FF2B5EF4-FFF2-40B4-BE49-F238E27FC236}">
                <a16:creationId xmlns:a16="http://schemas.microsoft.com/office/drawing/2014/main" id="{55454C20-9483-4FC5-8F2C-222CBFF6CAEB}"/>
              </a:ext>
            </a:extLst>
          </p:cNvPr>
          <p:cNvPicPr>
            <a:picLocks noChangeAspect="1"/>
          </p:cNvPicPr>
          <p:nvPr/>
        </p:nvPicPr>
        <p:blipFill>
          <a:blip r:embed="rId3"/>
          <a:stretch>
            <a:fillRect/>
          </a:stretch>
        </p:blipFill>
        <p:spPr>
          <a:xfrm>
            <a:off x="564776" y="1212483"/>
            <a:ext cx="8166848" cy="4937305"/>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3D7543F5-1958-458C-A2C1-716701D3A1A8}"/>
                  </a:ext>
                </a:extLst>
              </p14:cNvPr>
              <p14:cNvContentPartPr/>
              <p14:nvPr/>
            </p14:nvContentPartPr>
            <p14:xfrm>
              <a:off x="3374280" y="2462760"/>
              <a:ext cx="4821840" cy="3182040"/>
            </p14:xfrm>
          </p:contentPart>
        </mc:Choice>
        <mc:Fallback>
          <p:pic>
            <p:nvPicPr>
              <p:cNvPr id="2" name="Ink 1">
                <a:extLst>
                  <a:ext uri="{FF2B5EF4-FFF2-40B4-BE49-F238E27FC236}">
                    <a16:creationId xmlns:a16="http://schemas.microsoft.com/office/drawing/2014/main" id="{3D7543F5-1958-458C-A2C1-716701D3A1A8}"/>
                  </a:ext>
                </a:extLst>
              </p:cNvPr>
              <p:cNvPicPr/>
              <p:nvPr/>
            </p:nvPicPr>
            <p:blipFill>
              <a:blip r:embed="rId5"/>
              <a:stretch>
                <a:fillRect/>
              </a:stretch>
            </p:blipFill>
            <p:spPr>
              <a:xfrm>
                <a:off x="3364920" y="2453400"/>
                <a:ext cx="4840560" cy="3200760"/>
              </a:xfrm>
              <a:prstGeom prst="rect">
                <a:avLst/>
              </a:prstGeom>
            </p:spPr>
          </p:pic>
        </mc:Fallback>
      </mc:AlternateContent>
    </p:spTree>
    <p:extLst>
      <p:ext uri="{BB962C8B-B14F-4D97-AF65-F5344CB8AC3E}">
        <p14:creationId xmlns:p14="http://schemas.microsoft.com/office/powerpoint/2010/main" val="18861870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B94883-C15D-407D-83E2-384487960C6E}"/>
              </a:ext>
            </a:extLst>
          </p:cNvPr>
          <p:cNvPicPr>
            <a:picLocks noChangeAspect="1"/>
          </p:cNvPicPr>
          <p:nvPr/>
        </p:nvPicPr>
        <p:blipFill>
          <a:blip r:embed="rId2"/>
          <a:stretch>
            <a:fillRect/>
          </a:stretch>
        </p:blipFill>
        <p:spPr>
          <a:xfrm>
            <a:off x="0" y="1136093"/>
            <a:ext cx="9144000" cy="4585813"/>
          </a:xfrm>
          <a:prstGeom prst="rect">
            <a:avLst/>
          </a:prstGeom>
        </p:spPr>
      </p:pic>
    </p:spTree>
    <p:extLst>
      <p:ext uri="{BB962C8B-B14F-4D97-AF65-F5344CB8AC3E}">
        <p14:creationId xmlns:p14="http://schemas.microsoft.com/office/powerpoint/2010/main" val="20898889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B8AC51-28AD-4990-A7FD-7D741C646D75}"/>
              </a:ext>
            </a:extLst>
          </p:cNvPr>
          <p:cNvPicPr>
            <a:picLocks noChangeAspect="1"/>
          </p:cNvPicPr>
          <p:nvPr/>
        </p:nvPicPr>
        <p:blipFill>
          <a:blip r:embed="rId2"/>
          <a:stretch>
            <a:fillRect/>
          </a:stretch>
        </p:blipFill>
        <p:spPr>
          <a:xfrm>
            <a:off x="0" y="228103"/>
            <a:ext cx="7745506" cy="592666"/>
          </a:xfrm>
          <a:prstGeom prst="rect">
            <a:avLst/>
          </a:prstGeom>
        </p:spPr>
      </p:pic>
      <p:pic>
        <p:nvPicPr>
          <p:cNvPr id="7" name="Picture 6">
            <a:extLst>
              <a:ext uri="{FF2B5EF4-FFF2-40B4-BE49-F238E27FC236}">
                <a16:creationId xmlns:a16="http://schemas.microsoft.com/office/drawing/2014/main" id="{D62D3E7B-296D-4372-83D6-FE9C80353F11}"/>
              </a:ext>
            </a:extLst>
          </p:cNvPr>
          <p:cNvPicPr>
            <a:picLocks noChangeAspect="1"/>
          </p:cNvPicPr>
          <p:nvPr/>
        </p:nvPicPr>
        <p:blipFill>
          <a:blip r:embed="rId3"/>
          <a:stretch>
            <a:fillRect/>
          </a:stretch>
        </p:blipFill>
        <p:spPr>
          <a:xfrm>
            <a:off x="331694" y="1155699"/>
            <a:ext cx="8579224" cy="5012765"/>
          </a:xfrm>
          <a:prstGeom prst="rect">
            <a:avLst/>
          </a:prstGeom>
        </p:spPr>
      </p:pic>
    </p:spTree>
    <p:extLst>
      <p:ext uri="{BB962C8B-B14F-4D97-AF65-F5344CB8AC3E}">
        <p14:creationId xmlns:p14="http://schemas.microsoft.com/office/powerpoint/2010/main" val="31618929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C215D9-F394-4459-8D7C-4A86C221994D}"/>
              </a:ext>
            </a:extLst>
          </p:cNvPr>
          <p:cNvPicPr>
            <a:picLocks noChangeAspect="1"/>
          </p:cNvPicPr>
          <p:nvPr/>
        </p:nvPicPr>
        <p:blipFill>
          <a:blip r:embed="rId2"/>
          <a:stretch>
            <a:fillRect/>
          </a:stretch>
        </p:blipFill>
        <p:spPr>
          <a:xfrm>
            <a:off x="71717" y="266857"/>
            <a:ext cx="7664824" cy="515155"/>
          </a:xfrm>
          <a:prstGeom prst="rect">
            <a:avLst/>
          </a:prstGeom>
        </p:spPr>
      </p:pic>
      <p:pic>
        <p:nvPicPr>
          <p:cNvPr id="7" name="Picture 6">
            <a:extLst>
              <a:ext uri="{FF2B5EF4-FFF2-40B4-BE49-F238E27FC236}">
                <a16:creationId xmlns:a16="http://schemas.microsoft.com/office/drawing/2014/main" id="{6107ABBA-E66F-40D6-8349-E50D61AB80A8}"/>
              </a:ext>
            </a:extLst>
          </p:cNvPr>
          <p:cNvPicPr>
            <a:picLocks noChangeAspect="1"/>
          </p:cNvPicPr>
          <p:nvPr/>
        </p:nvPicPr>
        <p:blipFill>
          <a:blip r:embed="rId3"/>
          <a:stretch>
            <a:fillRect/>
          </a:stretch>
        </p:blipFill>
        <p:spPr>
          <a:xfrm>
            <a:off x="233082" y="1063094"/>
            <a:ext cx="8624047" cy="4853612"/>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238BED59-EF5C-4639-9799-58880A846F64}"/>
                  </a:ext>
                </a:extLst>
              </p14:cNvPr>
              <p14:cNvContentPartPr/>
              <p14:nvPr/>
            </p14:nvContentPartPr>
            <p14:xfrm>
              <a:off x="5284800" y="2599200"/>
              <a:ext cx="3336480" cy="4259160"/>
            </p14:xfrm>
          </p:contentPart>
        </mc:Choice>
        <mc:Fallback>
          <p:pic>
            <p:nvPicPr>
              <p:cNvPr id="2" name="Ink 1">
                <a:extLst>
                  <a:ext uri="{FF2B5EF4-FFF2-40B4-BE49-F238E27FC236}">
                    <a16:creationId xmlns:a16="http://schemas.microsoft.com/office/drawing/2014/main" id="{238BED59-EF5C-4639-9799-58880A846F64}"/>
                  </a:ext>
                </a:extLst>
              </p:cNvPr>
              <p:cNvPicPr/>
              <p:nvPr/>
            </p:nvPicPr>
            <p:blipFill>
              <a:blip r:embed="rId5"/>
              <a:stretch>
                <a:fillRect/>
              </a:stretch>
            </p:blipFill>
            <p:spPr>
              <a:xfrm>
                <a:off x="5275440" y="2589840"/>
                <a:ext cx="3355200" cy="4277880"/>
              </a:xfrm>
              <a:prstGeom prst="rect">
                <a:avLst/>
              </a:prstGeom>
            </p:spPr>
          </p:pic>
        </mc:Fallback>
      </mc:AlternateContent>
    </p:spTree>
    <p:extLst>
      <p:ext uri="{BB962C8B-B14F-4D97-AF65-F5344CB8AC3E}">
        <p14:creationId xmlns:p14="http://schemas.microsoft.com/office/powerpoint/2010/main" val="13396370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7C8E75-1E05-4DF7-8AE6-0AFDAFCEDE6B}"/>
              </a:ext>
            </a:extLst>
          </p:cNvPr>
          <p:cNvPicPr>
            <a:picLocks noChangeAspect="1"/>
          </p:cNvPicPr>
          <p:nvPr/>
        </p:nvPicPr>
        <p:blipFill>
          <a:blip r:embed="rId2"/>
          <a:stretch>
            <a:fillRect/>
          </a:stretch>
        </p:blipFill>
        <p:spPr>
          <a:xfrm>
            <a:off x="89647" y="173566"/>
            <a:ext cx="7512424" cy="719667"/>
          </a:xfrm>
          <a:prstGeom prst="rect">
            <a:avLst/>
          </a:prstGeom>
        </p:spPr>
      </p:pic>
      <p:pic>
        <p:nvPicPr>
          <p:cNvPr id="7" name="Picture 6">
            <a:extLst>
              <a:ext uri="{FF2B5EF4-FFF2-40B4-BE49-F238E27FC236}">
                <a16:creationId xmlns:a16="http://schemas.microsoft.com/office/drawing/2014/main" id="{EEE0D166-F3CD-419B-9A43-FACCCC3D4208}"/>
              </a:ext>
            </a:extLst>
          </p:cNvPr>
          <p:cNvPicPr>
            <a:picLocks noChangeAspect="1"/>
          </p:cNvPicPr>
          <p:nvPr/>
        </p:nvPicPr>
        <p:blipFill>
          <a:blip r:embed="rId3"/>
          <a:stretch>
            <a:fillRect/>
          </a:stretch>
        </p:blipFill>
        <p:spPr>
          <a:xfrm>
            <a:off x="345141" y="1232647"/>
            <a:ext cx="8453718" cy="4755777"/>
          </a:xfrm>
          <a:prstGeom prst="rect">
            <a:avLst/>
          </a:prstGeom>
        </p:spPr>
      </p:pic>
    </p:spTree>
    <p:extLst>
      <p:ext uri="{BB962C8B-B14F-4D97-AF65-F5344CB8AC3E}">
        <p14:creationId xmlns:p14="http://schemas.microsoft.com/office/powerpoint/2010/main" val="4905977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BC8E74-9AAE-4214-8CE9-AE3B7AE1EA23}"/>
              </a:ext>
            </a:extLst>
          </p:cNvPr>
          <p:cNvPicPr>
            <a:picLocks noChangeAspect="1"/>
          </p:cNvPicPr>
          <p:nvPr/>
        </p:nvPicPr>
        <p:blipFill>
          <a:blip r:embed="rId2"/>
          <a:stretch>
            <a:fillRect/>
          </a:stretch>
        </p:blipFill>
        <p:spPr>
          <a:xfrm>
            <a:off x="215153" y="215152"/>
            <a:ext cx="6131859" cy="645459"/>
          </a:xfrm>
          <a:prstGeom prst="rect">
            <a:avLst/>
          </a:prstGeom>
        </p:spPr>
      </p:pic>
      <p:pic>
        <p:nvPicPr>
          <p:cNvPr id="7" name="Picture 6">
            <a:extLst>
              <a:ext uri="{FF2B5EF4-FFF2-40B4-BE49-F238E27FC236}">
                <a16:creationId xmlns:a16="http://schemas.microsoft.com/office/drawing/2014/main" id="{998B56DF-C7DB-45F8-B1A2-8770EEA27D71}"/>
              </a:ext>
            </a:extLst>
          </p:cNvPr>
          <p:cNvPicPr>
            <a:picLocks noChangeAspect="1"/>
          </p:cNvPicPr>
          <p:nvPr/>
        </p:nvPicPr>
        <p:blipFill>
          <a:blip r:embed="rId3"/>
          <a:stretch>
            <a:fillRect/>
          </a:stretch>
        </p:blipFill>
        <p:spPr>
          <a:xfrm>
            <a:off x="439270" y="1192306"/>
            <a:ext cx="8319247" cy="4894270"/>
          </a:xfrm>
          <a:prstGeom prst="rect">
            <a:avLst/>
          </a:prstGeom>
        </p:spPr>
      </p:pic>
    </p:spTree>
    <p:extLst>
      <p:ext uri="{BB962C8B-B14F-4D97-AF65-F5344CB8AC3E}">
        <p14:creationId xmlns:p14="http://schemas.microsoft.com/office/powerpoint/2010/main" val="23497882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6C4463-5890-4D6C-B406-E657A7F5884E}"/>
              </a:ext>
            </a:extLst>
          </p:cNvPr>
          <p:cNvPicPr>
            <a:picLocks noChangeAspect="1"/>
          </p:cNvPicPr>
          <p:nvPr/>
        </p:nvPicPr>
        <p:blipFill>
          <a:blip r:embed="rId2"/>
          <a:stretch>
            <a:fillRect/>
          </a:stretch>
        </p:blipFill>
        <p:spPr>
          <a:xfrm>
            <a:off x="0" y="309283"/>
            <a:ext cx="7897906" cy="537882"/>
          </a:xfrm>
          <a:prstGeom prst="rect">
            <a:avLst/>
          </a:prstGeom>
        </p:spPr>
      </p:pic>
      <p:pic>
        <p:nvPicPr>
          <p:cNvPr id="7" name="Picture 6">
            <a:extLst>
              <a:ext uri="{FF2B5EF4-FFF2-40B4-BE49-F238E27FC236}">
                <a16:creationId xmlns:a16="http://schemas.microsoft.com/office/drawing/2014/main" id="{8D566A7D-D3B1-44BF-97D9-A1E6AF9D0504}"/>
              </a:ext>
            </a:extLst>
          </p:cNvPr>
          <p:cNvPicPr>
            <a:picLocks noChangeAspect="1"/>
          </p:cNvPicPr>
          <p:nvPr/>
        </p:nvPicPr>
        <p:blipFill>
          <a:blip r:embed="rId3"/>
          <a:stretch>
            <a:fillRect/>
          </a:stretch>
        </p:blipFill>
        <p:spPr>
          <a:xfrm>
            <a:off x="242047" y="1201270"/>
            <a:ext cx="8659906" cy="4285129"/>
          </a:xfrm>
          <a:prstGeom prst="rect">
            <a:avLst/>
          </a:prstGeom>
        </p:spPr>
      </p:pic>
    </p:spTree>
    <p:extLst>
      <p:ext uri="{BB962C8B-B14F-4D97-AF65-F5344CB8AC3E}">
        <p14:creationId xmlns:p14="http://schemas.microsoft.com/office/powerpoint/2010/main" val="25794521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ACCC23-E2BD-4F8E-881F-E9B1D9E2C04B}"/>
              </a:ext>
            </a:extLst>
          </p:cNvPr>
          <p:cNvPicPr>
            <a:picLocks noChangeAspect="1"/>
          </p:cNvPicPr>
          <p:nvPr/>
        </p:nvPicPr>
        <p:blipFill>
          <a:blip r:embed="rId2"/>
          <a:stretch>
            <a:fillRect/>
          </a:stretch>
        </p:blipFill>
        <p:spPr>
          <a:xfrm>
            <a:off x="134470" y="277905"/>
            <a:ext cx="6418729" cy="528918"/>
          </a:xfrm>
          <a:prstGeom prst="rect">
            <a:avLst/>
          </a:prstGeom>
        </p:spPr>
      </p:pic>
      <p:pic>
        <p:nvPicPr>
          <p:cNvPr id="7" name="Picture 6">
            <a:extLst>
              <a:ext uri="{FF2B5EF4-FFF2-40B4-BE49-F238E27FC236}">
                <a16:creationId xmlns:a16="http://schemas.microsoft.com/office/drawing/2014/main" id="{1CF3CF58-14E3-42A7-8490-B15BCBEC47AD}"/>
              </a:ext>
            </a:extLst>
          </p:cNvPr>
          <p:cNvPicPr>
            <a:picLocks noChangeAspect="1"/>
          </p:cNvPicPr>
          <p:nvPr/>
        </p:nvPicPr>
        <p:blipFill>
          <a:blip r:embed="rId3"/>
          <a:stretch>
            <a:fillRect/>
          </a:stretch>
        </p:blipFill>
        <p:spPr>
          <a:xfrm>
            <a:off x="385482" y="1400175"/>
            <a:ext cx="8489577" cy="3539378"/>
          </a:xfrm>
          <a:prstGeom prst="rect">
            <a:avLst/>
          </a:prstGeom>
        </p:spPr>
      </p:pic>
    </p:spTree>
    <p:extLst>
      <p:ext uri="{BB962C8B-B14F-4D97-AF65-F5344CB8AC3E}">
        <p14:creationId xmlns:p14="http://schemas.microsoft.com/office/powerpoint/2010/main" val="31289329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DA44F5-B497-4541-B62D-3116366294ED}"/>
              </a:ext>
            </a:extLst>
          </p:cNvPr>
          <p:cNvPicPr>
            <a:picLocks noChangeAspect="1"/>
          </p:cNvPicPr>
          <p:nvPr/>
        </p:nvPicPr>
        <p:blipFill>
          <a:blip r:embed="rId2"/>
          <a:stretch>
            <a:fillRect/>
          </a:stretch>
        </p:blipFill>
        <p:spPr>
          <a:xfrm>
            <a:off x="0" y="223179"/>
            <a:ext cx="7763435" cy="602512"/>
          </a:xfrm>
          <a:prstGeom prst="rect">
            <a:avLst/>
          </a:prstGeom>
        </p:spPr>
      </p:pic>
      <p:pic>
        <p:nvPicPr>
          <p:cNvPr id="7" name="Picture 6">
            <a:extLst>
              <a:ext uri="{FF2B5EF4-FFF2-40B4-BE49-F238E27FC236}">
                <a16:creationId xmlns:a16="http://schemas.microsoft.com/office/drawing/2014/main" id="{631675F1-DA08-4290-9FA4-2D96EDF47D75}"/>
              </a:ext>
            </a:extLst>
          </p:cNvPr>
          <p:cNvPicPr>
            <a:picLocks noChangeAspect="1"/>
          </p:cNvPicPr>
          <p:nvPr/>
        </p:nvPicPr>
        <p:blipFill>
          <a:blip r:embed="rId3"/>
          <a:stretch>
            <a:fillRect/>
          </a:stretch>
        </p:blipFill>
        <p:spPr>
          <a:xfrm>
            <a:off x="340659" y="967541"/>
            <a:ext cx="8633012" cy="4689835"/>
          </a:xfrm>
          <a:prstGeom prst="rect">
            <a:avLst/>
          </a:prstGeom>
        </p:spPr>
      </p:pic>
    </p:spTree>
    <p:extLst>
      <p:ext uri="{BB962C8B-B14F-4D97-AF65-F5344CB8AC3E}">
        <p14:creationId xmlns:p14="http://schemas.microsoft.com/office/powerpoint/2010/main" val="23682096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EE1F8A-7D74-41F4-A9BC-2ACD4D9BAD34}"/>
              </a:ext>
            </a:extLst>
          </p:cNvPr>
          <p:cNvPicPr>
            <a:picLocks noChangeAspect="1"/>
          </p:cNvPicPr>
          <p:nvPr/>
        </p:nvPicPr>
        <p:blipFill>
          <a:blip r:embed="rId2"/>
          <a:stretch>
            <a:fillRect/>
          </a:stretch>
        </p:blipFill>
        <p:spPr>
          <a:xfrm>
            <a:off x="0" y="291352"/>
            <a:ext cx="7853082" cy="452718"/>
          </a:xfrm>
          <a:prstGeom prst="rect">
            <a:avLst/>
          </a:prstGeom>
        </p:spPr>
      </p:pic>
      <p:pic>
        <p:nvPicPr>
          <p:cNvPr id="7" name="Picture 6">
            <a:extLst>
              <a:ext uri="{FF2B5EF4-FFF2-40B4-BE49-F238E27FC236}">
                <a16:creationId xmlns:a16="http://schemas.microsoft.com/office/drawing/2014/main" id="{B0A11095-2E02-4B7C-988A-0456CA8C20EE}"/>
              </a:ext>
            </a:extLst>
          </p:cNvPr>
          <p:cNvPicPr>
            <a:picLocks noChangeAspect="1"/>
          </p:cNvPicPr>
          <p:nvPr/>
        </p:nvPicPr>
        <p:blipFill>
          <a:blip r:embed="rId3"/>
          <a:stretch>
            <a:fillRect/>
          </a:stretch>
        </p:blipFill>
        <p:spPr>
          <a:xfrm>
            <a:off x="318247" y="1034952"/>
            <a:ext cx="8507506" cy="4501226"/>
          </a:xfrm>
          <a:prstGeom prst="rect">
            <a:avLst/>
          </a:prstGeom>
        </p:spPr>
      </p:pic>
    </p:spTree>
    <p:extLst>
      <p:ext uri="{BB962C8B-B14F-4D97-AF65-F5344CB8AC3E}">
        <p14:creationId xmlns:p14="http://schemas.microsoft.com/office/powerpoint/2010/main" val="10582714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D07765-C8FE-40A8-9F9D-78E082AF9615}"/>
              </a:ext>
            </a:extLst>
          </p:cNvPr>
          <p:cNvPicPr>
            <a:picLocks noChangeAspect="1"/>
          </p:cNvPicPr>
          <p:nvPr/>
        </p:nvPicPr>
        <p:blipFill>
          <a:blip r:embed="rId2"/>
          <a:stretch>
            <a:fillRect/>
          </a:stretch>
        </p:blipFill>
        <p:spPr>
          <a:xfrm>
            <a:off x="0" y="1331905"/>
            <a:ext cx="9144000" cy="4875508"/>
          </a:xfrm>
          <a:prstGeom prst="rect">
            <a:avLst/>
          </a:prstGeom>
        </p:spPr>
      </p:pic>
      <p:pic>
        <p:nvPicPr>
          <p:cNvPr id="7" name="Picture 6">
            <a:extLst>
              <a:ext uri="{FF2B5EF4-FFF2-40B4-BE49-F238E27FC236}">
                <a16:creationId xmlns:a16="http://schemas.microsoft.com/office/drawing/2014/main" id="{15D95767-E091-4FCC-850D-A28D35B4640A}"/>
              </a:ext>
            </a:extLst>
          </p:cNvPr>
          <p:cNvPicPr>
            <a:picLocks noChangeAspect="1"/>
          </p:cNvPicPr>
          <p:nvPr/>
        </p:nvPicPr>
        <p:blipFill>
          <a:blip r:embed="rId3"/>
          <a:stretch>
            <a:fillRect/>
          </a:stretch>
        </p:blipFill>
        <p:spPr>
          <a:xfrm>
            <a:off x="98612" y="306680"/>
            <a:ext cx="7915835" cy="507228"/>
          </a:xfrm>
          <a:prstGeom prst="rect">
            <a:avLst/>
          </a:prstGeom>
        </p:spPr>
      </p:pic>
    </p:spTree>
    <p:extLst>
      <p:ext uri="{BB962C8B-B14F-4D97-AF65-F5344CB8AC3E}">
        <p14:creationId xmlns:p14="http://schemas.microsoft.com/office/powerpoint/2010/main" val="15225883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59E281-BF43-4A99-A241-AA5C193C4FED}"/>
              </a:ext>
            </a:extLst>
          </p:cNvPr>
          <p:cNvPicPr>
            <a:picLocks noChangeAspect="1"/>
          </p:cNvPicPr>
          <p:nvPr/>
        </p:nvPicPr>
        <p:blipFill>
          <a:blip r:embed="rId2"/>
          <a:stretch>
            <a:fillRect/>
          </a:stretch>
        </p:blipFill>
        <p:spPr>
          <a:xfrm>
            <a:off x="0" y="286967"/>
            <a:ext cx="7906871" cy="546653"/>
          </a:xfrm>
          <a:prstGeom prst="rect">
            <a:avLst/>
          </a:prstGeom>
        </p:spPr>
      </p:pic>
      <p:pic>
        <p:nvPicPr>
          <p:cNvPr id="7" name="Picture 6">
            <a:extLst>
              <a:ext uri="{FF2B5EF4-FFF2-40B4-BE49-F238E27FC236}">
                <a16:creationId xmlns:a16="http://schemas.microsoft.com/office/drawing/2014/main" id="{8D4CA403-A486-4640-95B8-0EB59E2AC340}"/>
              </a:ext>
            </a:extLst>
          </p:cNvPr>
          <p:cNvPicPr>
            <a:picLocks noChangeAspect="1"/>
          </p:cNvPicPr>
          <p:nvPr/>
        </p:nvPicPr>
        <p:blipFill>
          <a:blip r:embed="rId3"/>
          <a:stretch>
            <a:fillRect/>
          </a:stretch>
        </p:blipFill>
        <p:spPr>
          <a:xfrm>
            <a:off x="349624" y="960692"/>
            <a:ext cx="8095129" cy="5259345"/>
          </a:xfrm>
          <a:prstGeom prst="rect">
            <a:avLst/>
          </a:prstGeom>
        </p:spPr>
      </p:pic>
    </p:spTree>
    <p:extLst>
      <p:ext uri="{BB962C8B-B14F-4D97-AF65-F5344CB8AC3E}">
        <p14:creationId xmlns:p14="http://schemas.microsoft.com/office/powerpoint/2010/main" val="19462929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94D6B7-4687-4BF8-A1E1-0E3833F243CD}"/>
              </a:ext>
            </a:extLst>
          </p:cNvPr>
          <p:cNvPicPr>
            <a:picLocks noChangeAspect="1"/>
          </p:cNvPicPr>
          <p:nvPr/>
        </p:nvPicPr>
        <p:blipFill>
          <a:blip r:embed="rId2"/>
          <a:stretch>
            <a:fillRect/>
          </a:stretch>
        </p:blipFill>
        <p:spPr>
          <a:xfrm>
            <a:off x="98612" y="314653"/>
            <a:ext cx="7637929" cy="580930"/>
          </a:xfrm>
          <a:prstGeom prst="rect">
            <a:avLst/>
          </a:prstGeom>
        </p:spPr>
      </p:pic>
      <p:pic>
        <p:nvPicPr>
          <p:cNvPr id="7" name="Picture 6">
            <a:extLst>
              <a:ext uri="{FF2B5EF4-FFF2-40B4-BE49-F238E27FC236}">
                <a16:creationId xmlns:a16="http://schemas.microsoft.com/office/drawing/2014/main" id="{38071250-DECD-4288-A3D2-F5499F680330}"/>
              </a:ext>
            </a:extLst>
          </p:cNvPr>
          <p:cNvPicPr>
            <a:picLocks noChangeAspect="1"/>
          </p:cNvPicPr>
          <p:nvPr/>
        </p:nvPicPr>
        <p:blipFill>
          <a:blip r:embed="rId3"/>
          <a:stretch>
            <a:fillRect/>
          </a:stretch>
        </p:blipFill>
        <p:spPr>
          <a:xfrm>
            <a:off x="179294" y="1166191"/>
            <a:ext cx="8552330" cy="4525617"/>
          </a:xfrm>
          <a:prstGeom prst="rect">
            <a:avLst/>
          </a:prstGeom>
        </p:spPr>
      </p:pic>
    </p:spTree>
    <p:extLst>
      <p:ext uri="{BB962C8B-B14F-4D97-AF65-F5344CB8AC3E}">
        <p14:creationId xmlns:p14="http://schemas.microsoft.com/office/powerpoint/2010/main" val="7753244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EACE27-E320-49CE-B25D-63EFE0E5D4AE}"/>
              </a:ext>
            </a:extLst>
          </p:cNvPr>
          <p:cNvPicPr>
            <a:picLocks noChangeAspect="1"/>
          </p:cNvPicPr>
          <p:nvPr/>
        </p:nvPicPr>
        <p:blipFill>
          <a:blip r:embed="rId2"/>
          <a:stretch>
            <a:fillRect/>
          </a:stretch>
        </p:blipFill>
        <p:spPr>
          <a:xfrm>
            <a:off x="0" y="1307081"/>
            <a:ext cx="9144000" cy="4512777"/>
          </a:xfrm>
          <a:prstGeom prst="rect">
            <a:avLst/>
          </a:prstGeom>
        </p:spPr>
      </p:pic>
      <p:pic>
        <p:nvPicPr>
          <p:cNvPr id="7" name="Picture 6">
            <a:extLst>
              <a:ext uri="{FF2B5EF4-FFF2-40B4-BE49-F238E27FC236}">
                <a16:creationId xmlns:a16="http://schemas.microsoft.com/office/drawing/2014/main" id="{CE56D4F1-7549-4D80-8E10-D9B3B3D894C4}"/>
              </a:ext>
            </a:extLst>
          </p:cNvPr>
          <p:cNvPicPr>
            <a:picLocks noChangeAspect="1"/>
          </p:cNvPicPr>
          <p:nvPr/>
        </p:nvPicPr>
        <p:blipFill>
          <a:blip r:embed="rId3"/>
          <a:stretch>
            <a:fillRect/>
          </a:stretch>
        </p:blipFill>
        <p:spPr>
          <a:xfrm>
            <a:off x="107577" y="233970"/>
            <a:ext cx="7700682" cy="580930"/>
          </a:xfrm>
          <a:prstGeom prst="rect">
            <a:avLst/>
          </a:prstGeom>
        </p:spPr>
      </p:pic>
    </p:spTree>
    <p:extLst>
      <p:ext uri="{BB962C8B-B14F-4D97-AF65-F5344CB8AC3E}">
        <p14:creationId xmlns:p14="http://schemas.microsoft.com/office/powerpoint/2010/main" val="423445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BE6777-77D8-4FDD-81BE-A6F6ED18A3CD}"/>
              </a:ext>
            </a:extLst>
          </p:cNvPr>
          <p:cNvPicPr>
            <a:picLocks noChangeAspect="1"/>
          </p:cNvPicPr>
          <p:nvPr/>
        </p:nvPicPr>
        <p:blipFill>
          <a:blip r:embed="rId2"/>
          <a:stretch>
            <a:fillRect/>
          </a:stretch>
        </p:blipFill>
        <p:spPr>
          <a:xfrm>
            <a:off x="0" y="179294"/>
            <a:ext cx="7808259" cy="654424"/>
          </a:xfrm>
          <a:prstGeom prst="rect">
            <a:avLst/>
          </a:prstGeom>
        </p:spPr>
      </p:pic>
      <p:pic>
        <p:nvPicPr>
          <p:cNvPr id="7" name="Picture 6">
            <a:extLst>
              <a:ext uri="{FF2B5EF4-FFF2-40B4-BE49-F238E27FC236}">
                <a16:creationId xmlns:a16="http://schemas.microsoft.com/office/drawing/2014/main" id="{F04B78D0-E96E-4E02-AD63-B3E8A8170CA7}"/>
              </a:ext>
            </a:extLst>
          </p:cNvPr>
          <p:cNvPicPr>
            <a:picLocks noChangeAspect="1"/>
          </p:cNvPicPr>
          <p:nvPr/>
        </p:nvPicPr>
        <p:blipFill>
          <a:blip r:embed="rId3"/>
          <a:stretch>
            <a:fillRect/>
          </a:stretch>
        </p:blipFill>
        <p:spPr>
          <a:xfrm>
            <a:off x="0" y="1056032"/>
            <a:ext cx="9144000" cy="4745935"/>
          </a:xfrm>
          <a:prstGeom prst="rect">
            <a:avLst/>
          </a:prstGeom>
        </p:spPr>
      </p:pic>
    </p:spTree>
    <p:extLst>
      <p:ext uri="{BB962C8B-B14F-4D97-AF65-F5344CB8AC3E}">
        <p14:creationId xmlns:p14="http://schemas.microsoft.com/office/powerpoint/2010/main" val="30062729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484517-4559-4BC7-9C52-0B2CD904010C}"/>
              </a:ext>
            </a:extLst>
          </p:cNvPr>
          <p:cNvPicPr>
            <a:picLocks noChangeAspect="1"/>
          </p:cNvPicPr>
          <p:nvPr/>
        </p:nvPicPr>
        <p:blipFill>
          <a:blip r:embed="rId2"/>
          <a:stretch>
            <a:fillRect/>
          </a:stretch>
        </p:blipFill>
        <p:spPr>
          <a:xfrm>
            <a:off x="0" y="315365"/>
            <a:ext cx="7888941" cy="489857"/>
          </a:xfrm>
          <a:prstGeom prst="rect">
            <a:avLst/>
          </a:prstGeom>
        </p:spPr>
      </p:pic>
      <p:pic>
        <p:nvPicPr>
          <p:cNvPr id="7" name="Picture 6">
            <a:extLst>
              <a:ext uri="{FF2B5EF4-FFF2-40B4-BE49-F238E27FC236}">
                <a16:creationId xmlns:a16="http://schemas.microsoft.com/office/drawing/2014/main" id="{04AD47B6-7E1A-4BBE-847A-6CE254AC9206}"/>
              </a:ext>
            </a:extLst>
          </p:cNvPr>
          <p:cNvPicPr>
            <a:picLocks noChangeAspect="1"/>
          </p:cNvPicPr>
          <p:nvPr/>
        </p:nvPicPr>
        <p:blipFill>
          <a:blip r:embed="rId3"/>
          <a:stretch>
            <a:fillRect/>
          </a:stretch>
        </p:blipFill>
        <p:spPr>
          <a:xfrm>
            <a:off x="0" y="1199321"/>
            <a:ext cx="9144000" cy="4459357"/>
          </a:xfrm>
          <a:prstGeom prst="rect">
            <a:avLst/>
          </a:prstGeom>
        </p:spPr>
      </p:pic>
    </p:spTree>
    <p:extLst>
      <p:ext uri="{BB962C8B-B14F-4D97-AF65-F5344CB8AC3E}">
        <p14:creationId xmlns:p14="http://schemas.microsoft.com/office/powerpoint/2010/main" val="733582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5491CE-0389-4AE1-91D8-0B4FF5FA1E70}"/>
              </a:ext>
            </a:extLst>
          </p:cNvPr>
          <p:cNvPicPr>
            <a:picLocks noChangeAspect="1"/>
          </p:cNvPicPr>
          <p:nvPr/>
        </p:nvPicPr>
        <p:blipFill>
          <a:blip r:embed="rId2"/>
          <a:stretch>
            <a:fillRect/>
          </a:stretch>
        </p:blipFill>
        <p:spPr>
          <a:xfrm>
            <a:off x="0" y="224118"/>
            <a:ext cx="7745506" cy="636494"/>
          </a:xfrm>
          <a:prstGeom prst="rect">
            <a:avLst/>
          </a:prstGeom>
        </p:spPr>
      </p:pic>
      <p:pic>
        <p:nvPicPr>
          <p:cNvPr id="7" name="Picture 6">
            <a:extLst>
              <a:ext uri="{FF2B5EF4-FFF2-40B4-BE49-F238E27FC236}">
                <a16:creationId xmlns:a16="http://schemas.microsoft.com/office/drawing/2014/main" id="{24D694A1-41F3-4E96-AEA8-5DDC4DB37941}"/>
              </a:ext>
            </a:extLst>
          </p:cNvPr>
          <p:cNvPicPr>
            <a:picLocks noChangeAspect="1"/>
          </p:cNvPicPr>
          <p:nvPr/>
        </p:nvPicPr>
        <p:blipFill>
          <a:blip r:embed="rId3"/>
          <a:stretch>
            <a:fillRect/>
          </a:stretch>
        </p:blipFill>
        <p:spPr>
          <a:xfrm>
            <a:off x="0" y="1379017"/>
            <a:ext cx="9144000" cy="4099965"/>
          </a:xfrm>
          <a:prstGeom prst="rect">
            <a:avLst/>
          </a:prstGeom>
        </p:spPr>
      </p:pic>
    </p:spTree>
    <p:extLst>
      <p:ext uri="{BB962C8B-B14F-4D97-AF65-F5344CB8AC3E}">
        <p14:creationId xmlns:p14="http://schemas.microsoft.com/office/powerpoint/2010/main" val="6680118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9E1DB4-7437-4D8A-8D0A-83333004C44A}"/>
              </a:ext>
            </a:extLst>
          </p:cNvPr>
          <p:cNvPicPr>
            <a:picLocks noChangeAspect="1"/>
          </p:cNvPicPr>
          <p:nvPr/>
        </p:nvPicPr>
        <p:blipFill>
          <a:blip r:embed="rId2"/>
          <a:stretch>
            <a:fillRect/>
          </a:stretch>
        </p:blipFill>
        <p:spPr>
          <a:xfrm>
            <a:off x="0" y="1484194"/>
            <a:ext cx="9144000" cy="3889612"/>
          </a:xfrm>
          <a:prstGeom prst="rect">
            <a:avLst/>
          </a:prstGeom>
        </p:spPr>
      </p:pic>
      <p:pic>
        <p:nvPicPr>
          <p:cNvPr id="7" name="Picture 6">
            <a:extLst>
              <a:ext uri="{FF2B5EF4-FFF2-40B4-BE49-F238E27FC236}">
                <a16:creationId xmlns:a16="http://schemas.microsoft.com/office/drawing/2014/main" id="{B8A1052E-7C4E-4984-9BF6-8E9B052424EA}"/>
              </a:ext>
            </a:extLst>
          </p:cNvPr>
          <p:cNvPicPr>
            <a:picLocks noChangeAspect="1"/>
          </p:cNvPicPr>
          <p:nvPr/>
        </p:nvPicPr>
        <p:blipFill>
          <a:blip r:embed="rId3"/>
          <a:stretch>
            <a:fillRect/>
          </a:stretch>
        </p:blipFill>
        <p:spPr>
          <a:xfrm>
            <a:off x="0" y="306571"/>
            <a:ext cx="7422776" cy="435729"/>
          </a:xfrm>
          <a:prstGeom prst="rect">
            <a:avLst/>
          </a:prstGeom>
        </p:spPr>
      </p:pic>
    </p:spTree>
    <p:extLst>
      <p:ext uri="{BB962C8B-B14F-4D97-AF65-F5344CB8AC3E}">
        <p14:creationId xmlns:p14="http://schemas.microsoft.com/office/powerpoint/2010/main" val="13105102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3C8334-697E-4AB0-B5C4-3F3787ABE1DE}"/>
              </a:ext>
            </a:extLst>
          </p:cNvPr>
          <p:cNvPicPr>
            <a:picLocks noChangeAspect="1"/>
          </p:cNvPicPr>
          <p:nvPr/>
        </p:nvPicPr>
        <p:blipFill>
          <a:blip r:embed="rId2"/>
          <a:stretch>
            <a:fillRect/>
          </a:stretch>
        </p:blipFill>
        <p:spPr>
          <a:xfrm>
            <a:off x="0" y="196477"/>
            <a:ext cx="7754471" cy="584200"/>
          </a:xfrm>
          <a:prstGeom prst="rect">
            <a:avLst/>
          </a:prstGeom>
        </p:spPr>
      </p:pic>
      <p:pic>
        <p:nvPicPr>
          <p:cNvPr id="7" name="Picture 6">
            <a:extLst>
              <a:ext uri="{FF2B5EF4-FFF2-40B4-BE49-F238E27FC236}">
                <a16:creationId xmlns:a16="http://schemas.microsoft.com/office/drawing/2014/main" id="{78E30CE5-3817-4D81-94A7-596FE95E477E}"/>
              </a:ext>
            </a:extLst>
          </p:cNvPr>
          <p:cNvPicPr>
            <a:picLocks noChangeAspect="1"/>
          </p:cNvPicPr>
          <p:nvPr/>
        </p:nvPicPr>
        <p:blipFill>
          <a:blip r:embed="rId3"/>
          <a:stretch>
            <a:fillRect/>
          </a:stretch>
        </p:blipFill>
        <p:spPr>
          <a:xfrm>
            <a:off x="0" y="1145241"/>
            <a:ext cx="9144000" cy="5087471"/>
          </a:xfrm>
          <a:prstGeom prst="rect">
            <a:avLst/>
          </a:prstGeom>
        </p:spPr>
      </p:pic>
    </p:spTree>
    <p:extLst>
      <p:ext uri="{BB962C8B-B14F-4D97-AF65-F5344CB8AC3E}">
        <p14:creationId xmlns:p14="http://schemas.microsoft.com/office/powerpoint/2010/main" val="33900784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B00E49-07F2-4C66-B97B-D01388100271}"/>
              </a:ext>
            </a:extLst>
          </p:cNvPr>
          <p:cNvPicPr>
            <a:picLocks noChangeAspect="1"/>
          </p:cNvPicPr>
          <p:nvPr/>
        </p:nvPicPr>
        <p:blipFill>
          <a:blip r:embed="rId2"/>
          <a:stretch>
            <a:fillRect/>
          </a:stretch>
        </p:blipFill>
        <p:spPr>
          <a:xfrm>
            <a:off x="0" y="192995"/>
            <a:ext cx="7575176" cy="698739"/>
          </a:xfrm>
          <a:prstGeom prst="rect">
            <a:avLst/>
          </a:prstGeom>
        </p:spPr>
      </p:pic>
      <p:pic>
        <p:nvPicPr>
          <p:cNvPr id="7" name="Picture 6">
            <a:extLst>
              <a:ext uri="{FF2B5EF4-FFF2-40B4-BE49-F238E27FC236}">
                <a16:creationId xmlns:a16="http://schemas.microsoft.com/office/drawing/2014/main" id="{D6A8F09B-7AC7-497D-879D-BF7CADDF6191}"/>
              </a:ext>
            </a:extLst>
          </p:cNvPr>
          <p:cNvPicPr>
            <a:picLocks noChangeAspect="1"/>
          </p:cNvPicPr>
          <p:nvPr/>
        </p:nvPicPr>
        <p:blipFill>
          <a:blip r:embed="rId3"/>
          <a:stretch>
            <a:fillRect/>
          </a:stretch>
        </p:blipFill>
        <p:spPr>
          <a:xfrm>
            <a:off x="322728" y="1108262"/>
            <a:ext cx="8364071" cy="4838700"/>
          </a:xfrm>
          <a:prstGeom prst="rect">
            <a:avLst/>
          </a:prstGeom>
        </p:spPr>
      </p:pic>
    </p:spTree>
    <p:extLst>
      <p:ext uri="{BB962C8B-B14F-4D97-AF65-F5344CB8AC3E}">
        <p14:creationId xmlns:p14="http://schemas.microsoft.com/office/powerpoint/2010/main" val="40670709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A12378-BDCE-474E-8BBC-A86458FA2126}"/>
              </a:ext>
            </a:extLst>
          </p:cNvPr>
          <p:cNvPicPr>
            <a:picLocks noChangeAspect="1"/>
          </p:cNvPicPr>
          <p:nvPr/>
        </p:nvPicPr>
        <p:blipFill>
          <a:blip r:embed="rId2"/>
          <a:stretch>
            <a:fillRect/>
          </a:stretch>
        </p:blipFill>
        <p:spPr>
          <a:xfrm>
            <a:off x="179294" y="327211"/>
            <a:ext cx="4625788" cy="573741"/>
          </a:xfrm>
          <a:prstGeom prst="rect">
            <a:avLst/>
          </a:prstGeom>
        </p:spPr>
      </p:pic>
      <p:pic>
        <p:nvPicPr>
          <p:cNvPr id="7" name="Picture 6">
            <a:extLst>
              <a:ext uri="{FF2B5EF4-FFF2-40B4-BE49-F238E27FC236}">
                <a16:creationId xmlns:a16="http://schemas.microsoft.com/office/drawing/2014/main" id="{16FEC878-D27D-4612-8E8B-3B03ED244494}"/>
              </a:ext>
            </a:extLst>
          </p:cNvPr>
          <p:cNvPicPr>
            <a:picLocks noChangeAspect="1"/>
          </p:cNvPicPr>
          <p:nvPr/>
        </p:nvPicPr>
        <p:blipFill>
          <a:blip r:embed="rId3"/>
          <a:stretch>
            <a:fillRect/>
          </a:stretch>
        </p:blipFill>
        <p:spPr>
          <a:xfrm>
            <a:off x="0" y="1189382"/>
            <a:ext cx="9144000" cy="4479235"/>
          </a:xfrm>
          <a:prstGeom prst="rect">
            <a:avLst/>
          </a:prstGeom>
        </p:spPr>
      </p:pic>
    </p:spTree>
    <p:extLst>
      <p:ext uri="{BB962C8B-B14F-4D97-AF65-F5344CB8AC3E}">
        <p14:creationId xmlns:p14="http://schemas.microsoft.com/office/powerpoint/2010/main" val="254100740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1ADACB-24DB-4F12-B893-1ED6C72B3804}"/>
              </a:ext>
            </a:extLst>
          </p:cNvPr>
          <p:cNvPicPr>
            <a:picLocks noChangeAspect="1"/>
          </p:cNvPicPr>
          <p:nvPr/>
        </p:nvPicPr>
        <p:blipFill>
          <a:blip r:embed="rId2"/>
          <a:stretch>
            <a:fillRect/>
          </a:stretch>
        </p:blipFill>
        <p:spPr>
          <a:xfrm>
            <a:off x="0" y="271384"/>
            <a:ext cx="7763435" cy="524033"/>
          </a:xfrm>
          <a:prstGeom prst="rect">
            <a:avLst/>
          </a:prstGeom>
        </p:spPr>
      </p:pic>
      <p:pic>
        <p:nvPicPr>
          <p:cNvPr id="7" name="Picture 6">
            <a:extLst>
              <a:ext uri="{FF2B5EF4-FFF2-40B4-BE49-F238E27FC236}">
                <a16:creationId xmlns:a16="http://schemas.microsoft.com/office/drawing/2014/main" id="{0DF39FF6-1F64-43B2-9B65-2D13A6D7683A}"/>
              </a:ext>
            </a:extLst>
          </p:cNvPr>
          <p:cNvPicPr>
            <a:picLocks noChangeAspect="1"/>
          </p:cNvPicPr>
          <p:nvPr/>
        </p:nvPicPr>
        <p:blipFill>
          <a:blip r:embed="rId3"/>
          <a:stretch>
            <a:fillRect/>
          </a:stretch>
        </p:blipFill>
        <p:spPr>
          <a:xfrm>
            <a:off x="0" y="1115623"/>
            <a:ext cx="9144000" cy="4626754"/>
          </a:xfrm>
          <a:prstGeom prst="rect">
            <a:avLst/>
          </a:prstGeom>
        </p:spPr>
      </p:pic>
    </p:spTree>
    <p:extLst>
      <p:ext uri="{BB962C8B-B14F-4D97-AF65-F5344CB8AC3E}">
        <p14:creationId xmlns:p14="http://schemas.microsoft.com/office/powerpoint/2010/main" val="2715948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AD9557-7195-4A61-90C4-3A40CDBADA87}"/>
              </a:ext>
            </a:extLst>
          </p:cNvPr>
          <p:cNvPicPr>
            <a:picLocks noChangeAspect="1"/>
          </p:cNvPicPr>
          <p:nvPr/>
        </p:nvPicPr>
        <p:blipFill>
          <a:blip r:embed="rId2"/>
          <a:stretch>
            <a:fillRect/>
          </a:stretch>
        </p:blipFill>
        <p:spPr>
          <a:xfrm>
            <a:off x="0" y="228600"/>
            <a:ext cx="7871012" cy="663388"/>
          </a:xfrm>
          <a:prstGeom prst="rect">
            <a:avLst/>
          </a:prstGeom>
        </p:spPr>
      </p:pic>
      <p:pic>
        <p:nvPicPr>
          <p:cNvPr id="7" name="Picture 6">
            <a:extLst>
              <a:ext uri="{FF2B5EF4-FFF2-40B4-BE49-F238E27FC236}">
                <a16:creationId xmlns:a16="http://schemas.microsoft.com/office/drawing/2014/main" id="{3D4F7855-B755-4D05-8DAE-07314CAA413B}"/>
              </a:ext>
            </a:extLst>
          </p:cNvPr>
          <p:cNvPicPr>
            <a:picLocks noChangeAspect="1"/>
          </p:cNvPicPr>
          <p:nvPr/>
        </p:nvPicPr>
        <p:blipFill>
          <a:blip r:embed="rId3"/>
          <a:stretch>
            <a:fillRect/>
          </a:stretch>
        </p:blipFill>
        <p:spPr>
          <a:xfrm>
            <a:off x="0" y="1716092"/>
            <a:ext cx="9144000" cy="3425816"/>
          </a:xfrm>
          <a:prstGeom prst="rect">
            <a:avLst/>
          </a:prstGeom>
        </p:spPr>
      </p:pic>
    </p:spTree>
    <p:extLst>
      <p:ext uri="{BB962C8B-B14F-4D97-AF65-F5344CB8AC3E}">
        <p14:creationId xmlns:p14="http://schemas.microsoft.com/office/powerpoint/2010/main" val="390911093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550508-A8D2-4364-9CF8-E015B5642951}"/>
              </a:ext>
            </a:extLst>
          </p:cNvPr>
          <p:cNvPicPr>
            <a:picLocks noChangeAspect="1"/>
          </p:cNvPicPr>
          <p:nvPr/>
        </p:nvPicPr>
        <p:blipFill>
          <a:blip r:embed="rId2"/>
          <a:stretch>
            <a:fillRect/>
          </a:stretch>
        </p:blipFill>
        <p:spPr>
          <a:xfrm>
            <a:off x="0" y="1598681"/>
            <a:ext cx="9144000" cy="3660638"/>
          </a:xfrm>
          <a:prstGeom prst="rect">
            <a:avLst/>
          </a:prstGeom>
        </p:spPr>
      </p:pic>
      <p:pic>
        <p:nvPicPr>
          <p:cNvPr id="7" name="Picture 6">
            <a:extLst>
              <a:ext uri="{FF2B5EF4-FFF2-40B4-BE49-F238E27FC236}">
                <a16:creationId xmlns:a16="http://schemas.microsoft.com/office/drawing/2014/main" id="{12CDE29D-5C85-4A54-BCFD-FA51864BFF0B}"/>
              </a:ext>
            </a:extLst>
          </p:cNvPr>
          <p:cNvPicPr>
            <a:picLocks noChangeAspect="1"/>
          </p:cNvPicPr>
          <p:nvPr/>
        </p:nvPicPr>
        <p:blipFill>
          <a:blip r:embed="rId3"/>
          <a:stretch>
            <a:fillRect/>
          </a:stretch>
        </p:blipFill>
        <p:spPr>
          <a:xfrm>
            <a:off x="1" y="246530"/>
            <a:ext cx="7646894" cy="609600"/>
          </a:xfrm>
          <a:prstGeom prst="rect">
            <a:avLst/>
          </a:prstGeom>
        </p:spPr>
      </p:pic>
    </p:spTree>
    <p:extLst>
      <p:ext uri="{BB962C8B-B14F-4D97-AF65-F5344CB8AC3E}">
        <p14:creationId xmlns:p14="http://schemas.microsoft.com/office/powerpoint/2010/main" val="2558264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36B74A-8A2B-40F3-8FDD-9C68B4274576}"/>
              </a:ext>
            </a:extLst>
          </p:cNvPr>
          <p:cNvPicPr>
            <a:picLocks noChangeAspect="1"/>
          </p:cNvPicPr>
          <p:nvPr/>
        </p:nvPicPr>
        <p:blipFill>
          <a:blip r:embed="rId2"/>
          <a:stretch>
            <a:fillRect/>
          </a:stretch>
        </p:blipFill>
        <p:spPr>
          <a:xfrm>
            <a:off x="0" y="234933"/>
            <a:ext cx="7826188" cy="489357"/>
          </a:xfrm>
          <a:prstGeom prst="rect">
            <a:avLst/>
          </a:prstGeom>
        </p:spPr>
      </p:pic>
      <p:pic>
        <p:nvPicPr>
          <p:cNvPr id="7" name="Picture 6">
            <a:extLst>
              <a:ext uri="{FF2B5EF4-FFF2-40B4-BE49-F238E27FC236}">
                <a16:creationId xmlns:a16="http://schemas.microsoft.com/office/drawing/2014/main" id="{AC8C25C2-C977-449B-A738-5C72F3A28F72}"/>
              </a:ext>
            </a:extLst>
          </p:cNvPr>
          <p:cNvPicPr>
            <a:picLocks noChangeAspect="1"/>
          </p:cNvPicPr>
          <p:nvPr/>
        </p:nvPicPr>
        <p:blipFill>
          <a:blip r:embed="rId3"/>
          <a:stretch>
            <a:fillRect/>
          </a:stretch>
        </p:blipFill>
        <p:spPr>
          <a:xfrm>
            <a:off x="0" y="998361"/>
            <a:ext cx="9144000" cy="4861277"/>
          </a:xfrm>
          <a:prstGeom prst="rect">
            <a:avLst/>
          </a:prstGeom>
        </p:spPr>
      </p:pic>
    </p:spTree>
    <p:extLst>
      <p:ext uri="{BB962C8B-B14F-4D97-AF65-F5344CB8AC3E}">
        <p14:creationId xmlns:p14="http://schemas.microsoft.com/office/powerpoint/2010/main" val="1096802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261890-61F6-4026-A50F-C8384BBD3696}"/>
              </a:ext>
            </a:extLst>
          </p:cNvPr>
          <p:cNvPicPr>
            <a:picLocks noChangeAspect="1"/>
          </p:cNvPicPr>
          <p:nvPr/>
        </p:nvPicPr>
        <p:blipFill>
          <a:blip r:embed="rId2"/>
          <a:stretch>
            <a:fillRect/>
          </a:stretch>
        </p:blipFill>
        <p:spPr>
          <a:xfrm>
            <a:off x="0" y="224118"/>
            <a:ext cx="5450541" cy="636494"/>
          </a:xfrm>
          <a:prstGeom prst="rect">
            <a:avLst/>
          </a:prstGeom>
        </p:spPr>
      </p:pic>
      <p:pic>
        <p:nvPicPr>
          <p:cNvPr id="7" name="Picture 6">
            <a:extLst>
              <a:ext uri="{FF2B5EF4-FFF2-40B4-BE49-F238E27FC236}">
                <a16:creationId xmlns:a16="http://schemas.microsoft.com/office/drawing/2014/main" id="{AFE7E2DC-18E4-4EA6-9DFF-D34BD93BD84A}"/>
              </a:ext>
            </a:extLst>
          </p:cNvPr>
          <p:cNvPicPr>
            <a:picLocks noChangeAspect="1"/>
          </p:cNvPicPr>
          <p:nvPr/>
        </p:nvPicPr>
        <p:blipFill>
          <a:blip r:embed="rId3"/>
          <a:stretch>
            <a:fillRect/>
          </a:stretch>
        </p:blipFill>
        <p:spPr>
          <a:xfrm>
            <a:off x="0" y="1624818"/>
            <a:ext cx="9144000" cy="3608363"/>
          </a:xfrm>
          <a:prstGeom prst="rect">
            <a:avLst/>
          </a:prstGeom>
        </p:spPr>
      </p:pic>
    </p:spTree>
    <p:extLst>
      <p:ext uri="{BB962C8B-B14F-4D97-AF65-F5344CB8AC3E}">
        <p14:creationId xmlns:p14="http://schemas.microsoft.com/office/powerpoint/2010/main" val="10946058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F8CC30-6150-4660-AECE-77042AA96F61}"/>
              </a:ext>
            </a:extLst>
          </p:cNvPr>
          <p:cNvPicPr>
            <a:picLocks noChangeAspect="1"/>
          </p:cNvPicPr>
          <p:nvPr/>
        </p:nvPicPr>
        <p:blipFill>
          <a:blip r:embed="rId2"/>
          <a:stretch>
            <a:fillRect/>
          </a:stretch>
        </p:blipFill>
        <p:spPr>
          <a:xfrm>
            <a:off x="80682" y="424264"/>
            <a:ext cx="7727577" cy="397566"/>
          </a:xfrm>
          <a:prstGeom prst="rect">
            <a:avLst/>
          </a:prstGeom>
        </p:spPr>
      </p:pic>
      <p:pic>
        <p:nvPicPr>
          <p:cNvPr id="7" name="Picture 6">
            <a:extLst>
              <a:ext uri="{FF2B5EF4-FFF2-40B4-BE49-F238E27FC236}">
                <a16:creationId xmlns:a16="http://schemas.microsoft.com/office/drawing/2014/main" id="{44FCFBE6-48DE-46B7-8F8C-C78E4266D07E}"/>
              </a:ext>
            </a:extLst>
          </p:cNvPr>
          <p:cNvPicPr>
            <a:picLocks noChangeAspect="1"/>
          </p:cNvPicPr>
          <p:nvPr/>
        </p:nvPicPr>
        <p:blipFill>
          <a:blip r:embed="rId3"/>
          <a:stretch>
            <a:fillRect/>
          </a:stretch>
        </p:blipFill>
        <p:spPr>
          <a:xfrm>
            <a:off x="0" y="1029410"/>
            <a:ext cx="9144000" cy="4799180"/>
          </a:xfrm>
          <a:prstGeom prst="rect">
            <a:avLst/>
          </a:prstGeom>
        </p:spPr>
      </p:pic>
    </p:spTree>
    <p:extLst>
      <p:ext uri="{BB962C8B-B14F-4D97-AF65-F5344CB8AC3E}">
        <p14:creationId xmlns:p14="http://schemas.microsoft.com/office/powerpoint/2010/main" val="25946949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9157C5-ED31-4567-9E8F-B7AC301F7E73}"/>
              </a:ext>
            </a:extLst>
          </p:cNvPr>
          <p:cNvPicPr>
            <a:picLocks noChangeAspect="1"/>
          </p:cNvPicPr>
          <p:nvPr/>
        </p:nvPicPr>
        <p:blipFill>
          <a:blip r:embed="rId2"/>
          <a:stretch>
            <a:fillRect/>
          </a:stretch>
        </p:blipFill>
        <p:spPr>
          <a:xfrm>
            <a:off x="125506" y="288766"/>
            <a:ext cx="7557247" cy="471340"/>
          </a:xfrm>
          <a:prstGeom prst="rect">
            <a:avLst/>
          </a:prstGeom>
        </p:spPr>
      </p:pic>
      <p:pic>
        <p:nvPicPr>
          <p:cNvPr id="7" name="Picture 6">
            <a:extLst>
              <a:ext uri="{FF2B5EF4-FFF2-40B4-BE49-F238E27FC236}">
                <a16:creationId xmlns:a16="http://schemas.microsoft.com/office/drawing/2014/main" id="{C7495162-9AF3-4FAD-872E-62345185462D}"/>
              </a:ext>
            </a:extLst>
          </p:cNvPr>
          <p:cNvPicPr>
            <a:picLocks noChangeAspect="1"/>
          </p:cNvPicPr>
          <p:nvPr/>
        </p:nvPicPr>
        <p:blipFill>
          <a:blip r:embed="rId3"/>
          <a:stretch>
            <a:fillRect/>
          </a:stretch>
        </p:blipFill>
        <p:spPr>
          <a:xfrm>
            <a:off x="493058" y="1204971"/>
            <a:ext cx="8157883" cy="4788716"/>
          </a:xfrm>
          <a:prstGeom prst="rect">
            <a:avLst/>
          </a:prstGeom>
        </p:spPr>
      </p:pic>
    </p:spTree>
    <p:extLst>
      <p:ext uri="{BB962C8B-B14F-4D97-AF65-F5344CB8AC3E}">
        <p14:creationId xmlns:p14="http://schemas.microsoft.com/office/powerpoint/2010/main" val="269194529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D9EB49-433A-40B7-A2A6-8235C124E756}"/>
              </a:ext>
            </a:extLst>
          </p:cNvPr>
          <p:cNvPicPr>
            <a:picLocks noChangeAspect="1"/>
          </p:cNvPicPr>
          <p:nvPr/>
        </p:nvPicPr>
        <p:blipFill>
          <a:blip r:embed="rId2"/>
          <a:stretch>
            <a:fillRect/>
          </a:stretch>
        </p:blipFill>
        <p:spPr>
          <a:xfrm>
            <a:off x="125507" y="268940"/>
            <a:ext cx="6015317" cy="546847"/>
          </a:xfrm>
          <a:prstGeom prst="rect">
            <a:avLst/>
          </a:prstGeom>
        </p:spPr>
      </p:pic>
      <p:pic>
        <p:nvPicPr>
          <p:cNvPr id="7" name="Picture 6">
            <a:extLst>
              <a:ext uri="{FF2B5EF4-FFF2-40B4-BE49-F238E27FC236}">
                <a16:creationId xmlns:a16="http://schemas.microsoft.com/office/drawing/2014/main" id="{CFC47814-008D-493F-AE09-A6C863C29CFA}"/>
              </a:ext>
            </a:extLst>
          </p:cNvPr>
          <p:cNvPicPr>
            <a:picLocks noChangeAspect="1"/>
          </p:cNvPicPr>
          <p:nvPr/>
        </p:nvPicPr>
        <p:blipFill>
          <a:blip r:embed="rId3"/>
          <a:stretch>
            <a:fillRect/>
          </a:stretch>
        </p:blipFill>
        <p:spPr>
          <a:xfrm>
            <a:off x="533400" y="1208342"/>
            <a:ext cx="8077200" cy="4728186"/>
          </a:xfrm>
          <a:prstGeom prst="rect">
            <a:avLst/>
          </a:prstGeom>
        </p:spPr>
      </p:pic>
    </p:spTree>
    <p:extLst>
      <p:ext uri="{BB962C8B-B14F-4D97-AF65-F5344CB8AC3E}">
        <p14:creationId xmlns:p14="http://schemas.microsoft.com/office/powerpoint/2010/main" val="391100196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DB06D4-79AB-4258-B9B7-AB4250BD3EA4}"/>
              </a:ext>
            </a:extLst>
          </p:cNvPr>
          <p:cNvPicPr>
            <a:picLocks noChangeAspect="1"/>
          </p:cNvPicPr>
          <p:nvPr/>
        </p:nvPicPr>
        <p:blipFill>
          <a:blip r:embed="rId2"/>
          <a:stretch>
            <a:fillRect/>
          </a:stretch>
        </p:blipFill>
        <p:spPr>
          <a:xfrm>
            <a:off x="125505" y="289690"/>
            <a:ext cx="7315201" cy="541208"/>
          </a:xfrm>
          <a:prstGeom prst="rect">
            <a:avLst/>
          </a:prstGeom>
        </p:spPr>
      </p:pic>
      <p:pic>
        <p:nvPicPr>
          <p:cNvPr id="7" name="Picture 6">
            <a:extLst>
              <a:ext uri="{FF2B5EF4-FFF2-40B4-BE49-F238E27FC236}">
                <a16:creationId xmlns:a16="http://schemas.microsoft.com/office/drawing/2014/main" id="{719F5CB3-74A2-44C8-B148-2E9AC54F511B}"/>
              </a:ext>
            </a:extLst>
          </p:cNvPr>
          <p:cNvPicPr>
            <a:picLocks noChangeAspect="1"/>
          </p:cNvPicPr>
          <p:nvPr/>
        </p:nvPicPr>
        <p:blipFill>
          <a:blip r:embed="rId3"/>
          <a:stretch>
            <a:fillRect/>
          </a:stretch>
        </p:blipFill>
        <p:spPr>
          <a:xfrm>
            <a:off x="295834" y="1218287"/>
            <a:ext cx="8444753" cy="4421425"/>
          </a:xfrm>
          <a:prstGeom prst="rect">
            <a:avLst/>
          </a:prstGeom>
        </p:spPr>
      </p:pic>
    </p:spTree>
    <p:extLst>
      <p:ext uri="{BB962C8B-B14F-4D97-AF65-F5344CB8AC3E}">
        <p14:creationId xmlns:p14="http://schemas.microsoft.com/office/powerpoint/2010/main" val="272556501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7C9A81-E8F4-41B8-8C38-BF0F53BC40AF}"/>
              </a:ext>
            </a:extLst>
          </p:cNvPr>
          <p:cNvPicPr>
            <a:picLocks noChangeAspect="1"/>
          </p:cNvPicPr>
          <p:nvPr/>
        </p:nvPicPr>
        <p:blipFill>
          <a:blip r:embed="rId2"/>
          <a:stretch>
            <a:fillRect/>
          </a:stretch>
        </p:blipFill>
        <p:spPr>
          <a:xfrm>
            <a:off x="107577" y="297387"/>
            <a:ext cx="7566211" cy="615461"/>
          </a:xfrm>
          <a:prstGeom prst="rect">
            <a:avLst/>
          </a:prstGeom>
        </p:spPr>
      </p:pic>
      <p:pic>
        <p:nvPicPr>
          <p:cNvPr id="7" name="Picture 6">
            <a:extLst>
              <a:ext uri="{FF2B5EF4-FFF2-40B4-BE49-F238E27FC236}">
                <a16:creationId xmlns:a16="http://schemas.microsoft.com/office/drawing/2014/main" id="{8737E1C3-B309-4BEE-B6AA-5088B6C4E085}"/>
              </a:ext>
            </a:extLst>
          </p:cNvPr>
          <p:cNvPicPr>
            <a:picLocks noChangeAspect="1"/>
          </p:cNvPicPr>
          <p:nvPr/>
        </p:nvPicPr>
        <p:blipFill>
          <a:blip r:embed="rId3"/>
          <a:stretch>
            <a:fillRect/>
          </a:stretch>
        </p:blipFill>
        <p:spPr>
          <a:xfrm>
            <a:off x="421340" y="1271503"/>
            <a:ext cx="8650941" cy="4314994"/>
          </a:xfrm>
          <a:prstGeom prst="rect">
            <a:avLst/>
          </a:prstGeom>
        </p:spPr>
      </p:pic>
    </p:spTree>
    <p:extLst>
      <p:ext uri="{BB962C8B-B14F-4D97-AF65-F5344CB8AC3E}">
        <p14:creationId xmlns:p14="http://schemas.microsoft.com/office/powerpoint/2010/main" val="6561864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0EC4B6-B8D6-4666-BF66-DB8F92BA17A5}"/>
              </a:ext>
            </a:extLst>
          </p:cNvPr>
          <p:cNvPicPr>
            <a:picLocks noChangeAspect="1"/>
          </p:cNvPicPr>
          <p:nvPr/>
        </p:nvPicPr>
        <p:blipFill>
          <a:blip r:embed="rId2"/>
          <a:stretch>
            <a:fillRect/>
          </a:stretch>
        </p:blipFill>
        <p:spPr>
          <a:xfrm>
            <a:off x="188259" y="347485"/>
            <a:ext cx="6956611" cy="459339"/>
          </a:xfrm>
          <a:prstGeom prst="rect">
            <a:avLst/>
          </a:prstGeom>
        </p:spPr>
      </p:pic>
      <p:pic>
        <p:nvPicPr>
          <p:cNvPr id="7" name="Picture 6">
            <a:extLst>
              <a:ext uri="{FF2B5EF4-FFF2-40B4-BE49-F238E27FC236}">
                <a16:creationId xmlns:a16="http://schemas.microsoft.com/office/drawing/2014/main" id="{41E0A70C-427B-4C0E-A70B-63334313DDBA}"/>
              </a:ext>
            </a:extLst>
          </p:cNvPr>
          <p:cNvPicPr>
            <a:picLocks noChangeAspect="1"/>
          </p:cNvPicPr>
          <p:nvPr/>
        </p:nvPicPr>
        <p:blipFill>
          <a:blip r:embed="rId3"/>
          <a:stretch>
            <a:fillRect/>
          </a:stretch>
        </p:blipFill>
        <p:spPr>
          <a:xfrm>
            <a:off x="394446" y="1194990"/>
            <a:ext cx="8641977" cy="4683173"/>
          </a:xfrm>
          <a:prstGeom prst="rect">
            <a:avLst/>
          </a:prstGeom>
        </p:spPr>
      </p:pic>
    </p:spTree>
    <p:extLst>
      <p:ext uri="{BB962C8B-B14F-4D97-AF65-F5344CB8AC3E}">
        <p14:creationId xmlns:p14="http://schemas.microsoft.com/office/powerpoint/2010/main" val="28264509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120114-BE0C-46B9-852C-20A5AE05D79B}"/>
              </a:ext>
            </a:extLst>
          </p:cNvPr>
          <p:cNvPicPr>
            <a:picLocks noChangeAspect="1"/>
          </p:cNvPicPr>
          <p:nvPr/>
        </p:nvPicPr>
        <p:blipFill>
          <a:blip r:embed="rId2"/>
          <a:stretch>
            <a:fillRect/>
          </a:stretch>
        </p:blipFill>
        <p:spPr>
          <a:xfrm>
            <a:off x="0" y="197458"/>
            <a:ext cx="7422776" cy="689811"/>
          </a:xfrm>
          <a:prstGeom prst="rect">
            <a:avLst/>
          </a:prstGeom>
        </p:spPr>
      </p:pic>
      <p:pic>
        <p:nvPicPr>
          <p:cNvPr id="7" name="Picture 6">
            <a:extLst>
              <a:ext uri="{FF2B5EF4-FFF2-40B4-BE49-F238E27FC236}">
                <a16:creationId xmlns:a16="http://schemas.microsoft.com/office/drawing/2014/main" id="{6195DDE5-7DE4-4A22-8464-60C542845833}"/>
              </a:ext>
            </a:extLst>
          </p:cNvPr>
          <p:cNvPicPr>
            <a:picLocks noChangeAspect="1"/>
          </p:cNvPicPr>
          <p:nvPr/>
        </p:nvPicPr>
        <p:blipFill>
          <a:blip r:embed="rId3"/>
          <a:stretch>
            <a:fillRect/>
          </a:stretch>
        </p:blipFill>
        <p:spPr>
          <a:xfrm>
            <a:off x="0" y="1366630"/>
            <a:ext cx="9144000" cy="4124739"/>
          </a:xfrm>
          <a:prstGeom prst="rect">
            <a:avLst/>
          </a:prstGeom>
        </p:spPr>
      </p:pic>
    </p:spTree>
    <p:extLst>
      <p:ext uri="{BB962C8B-B14F-4D97-AF65-F5344CB8AC3E}">
        <p14:creationId xmlns:p14="http://schemas.microsoft.com/office/powerpoint/2010/main" val="384092373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57B977-B0CD-4146-839F-EAFFCF0421D1}"/>
              </a:ext>
            </a:extLst>
          </p:cNvPr>
          <p:cNvPicPr>
            <a:picLocks noChangeAspect="1"/>
          </p:cNvPicPr>
          <p:nvPr/>
        </p:nvPicPr>
        <p:blipFill>
          <a:blip r:embed="rId2"/>
          <a:stretch>
            <a:fillRect/>
          </a:stretch>
        </p:blipFill>
        <p:spPr>
          <a:xfrm>
            <a:off x="71717" y="319015"/>
            <a:ext cx="7673789" cy="500485"/>
          </a:xfrm>
          <a:prstGeom prst="rect">
            <a:avLst/>
          </a:prstGeom>
        </p:spPr>
      </p:pic>
      <p:pic>
        <p:nvPicPr>
          <p:cNvPr id="7" name="Picture 6">
            <a:extLst>
              <a:ext uri="{FF2B5EF4-FFF2-40B4-BE49-F238E27FC236}">
                <a16:creationId xmlns:a16="http://schemas.microsoft.com/office/drawing/2014/main" id="{7E371D97-994E-4AF4-8271-80AFF88857F7}"/>
              </a:ext>
            </a:extLst>
          </p:cNvPr>
          <p:cNvPicPr>
            <a:picLocks noChangeAspect="1"/>
          </p:cNvPicPr>
          <p:nvPr/>
        </p:nvPicPr>
        <p:blipFill>
          <a:blip r:embed="rId3"/>
          <a:stretch>
            <a:fillRect/>
          </a:stretch>
        </p:blipFill>
        <p:spPr>
          <a:xfrm>
            <a:off x="0" y="1386579"/>
            <a:ext cx="9144000" cy="4299995"/>
          </a:xfrm>
          <a:prstGeom prst="rect">
            <a:avLst/>
          </a:prstGeom>
        </p:spPr>
      </p:pic>
    </p:spTree>
    <p:extLst>
      <p:ext uri="{BB962C8B-B14F-4D97-AF65-F5344CB8AC3E}">
        <p14:creationId xmlns:p14="http://schemas.microsoft.com/office/powerpoint/2010/main" val="31762486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B3F354-45DB-437C-9C55-956853DEED81}"/>
              </a:ext>
            </a:extLst>
          </p:cNvPr>
          <p:cNvPicPr>
            <a:picLocks noChangeAspect="1"/>
          </p:cNvPicPr>
          <p:nvPr/>
        </p:nvPicPr>
        <p:blipFill>
          <a:blip r:embed="rId2"/>
          <a:stretch>
            <a:fillRect/>
          </a:stretch>
        </p:blipFill>
        <p:spPr>
          <a:xfrm>
            <a:off x="0" y="304800"/>
            <a:ext cx="7673788" cy="528918"/>
          </a:xfrm>
          <a:prstGeom prst="rect">
            <a:avLst/>
          </a:prstGeom>
        </p:spPr>
      </p:pic>
      <p:pic>
        <p:nvPicPr>
          <p:cNvPr id="7" name="Picture 6">
            <a:extLst>
              <a:ext uri="{FF2B5EF4-FFF2-40B4-BE49-F238E27FC236}">
                <a16:creationId xmlns:a16="http://schemas.microsoft.com/office/drawing/2014/main" id="{2498F1EF-BC5C-46DB-AAD8-7B0F21101342}"/>
              </a:ext>
            </a:extLst>
          </p:cNvPr>
          <p:cNvPicPr>
            <a:picLocks noChangeAspect="1"/>
          </p:cNvPicPr>
          <p:nvPr/>
        </p:nvPicPr>
        <p:blipFill>
          <a:blip r:embed="rId3"/>
          <a:stretch>
            <a:fillRect/>
          </a:stretch>
        </p:blipFill>
        <p:spPr>
          <a:xfrm>
            <a:off x="170328" y="1111624"/>
            <a:ext cx="8615083" cy="5108784"/>
          </a:xfrm>
          <a:prstGeom prst="rect">
            <a:avLst/>
          </a:prstGeom>
        </p:spPr>
      </p:pic>
    </p:spTree>
    <p:extLst>
      <p:ext uri="{BB962C8B-B14F-4D97-AF65-F5344CB8AC3E}">
        <p14:creationId xmlns:p14="http://schemas.microsoft.com/office/powerpoint/2010/main" val="85323003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267932-0AE8-45A0-8E93-0B12D439CDFB}"/>
              </a:ext>
            </a:extLst>
          </p:cNvPr>
          <p:cNvPicPr>
            <a:picLocks noChangeAspect="1"/>
          </p:cNvPicPr>
          <p:nvPr/>
        </p:nvPicPr>
        <p:blipFill>
          <a:blip r:embed="rId2"/>
          <a:stretch>
            <a:fillRect/>
          </a:stretch>
        </p:blipFill>
        <p:spPr>
          <a:xfrm>
            <a:off x="0" y="286718"/>
            <a:ext cx="5988424" cy="565079"/>
          </a:xfrm>
          <a:prstGeom prst="rect">
            <a:avLst/>
          </a:prstGeom>
        </p:spPr>
      </p:pic>
      <p:pic>
        <p:nvPicPr>
          <p:cNvPr id="7" name="Picture 6">
            <a:extLst>
              <a:ext uri="{FF2B5EF4-FFF2-40B4-BE49-F238E27FC236}">
                <a16:creationId xmlns:a16="http://schemas.microsoft.com/office/drawing/2014/main" id="{712B224B-ADFE-4B0B-AA2C-BF7A4523C24F}"/>
              </a:ext>
            </a:extLst>
          </p:cNvPr>
          <p:cNvPicPr>
            <a:picLocks noChangeAspect="1"/>
          </p:cNvPicPr>
          <p:nvPr/>
        </p:nvPicPr>
        <p:blipFill>
          <a:blip r:embed="rId3"/>
          <a:stretch>
            <a:fillRect/>
          </a:stretch>
        </p:blipFill>
        <p:spPr>
          <a:xfrm>
            <a:off x="493059" y="1086218"/>
            <a:ext cx="8157882" cy="5026221"/>
          </a:xfrm>
          <a:prstGeom prst="rect">
            <a:avLst/>
          </a:prstGeom>
        </p:spPr>
      </p:pic>
    </p:spTree>
    <p:extLst>
      <p:ext uri="{BB962C8B-B14F-4D97-AF65-F5344CB8AC3E}">
        <p14:creationId xmlns:p14="http://schemas.microsoft.com/office/powerpoint/2010/main" val="57197847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A28BC1-2E8B-4C31-8317-86FBFB9E409D}"/>
              </a:ext>
            </a:extLst>
          </p:cNvPr>
          <p:cNvPicPr>
            <a:picLocks noChangeAspect="1"/>
          </p:cNvPicPr>
          <p:nvPr/>
        </p:nvPicPr>
        <p:blipFill>
          <a:blip r:embed="rId2"/>
          <a:stretch>
            <a:fillRect/>
          </a:stretch>
        </p:blipFill>
        <p:spPr>
          <a:xfrm>
            <a:off x="80682" y="338738"/>
            <a:ext cx="7611036" cy="478972"/>
          </a:xfrm>
          <a:prstGeom prst="rect">
            <a:avLst/>
          </a:prstGeom>
        </p:spPr>
      </p:pic>
      <p:pic>
        <p:nvPicPr>
          <p:cNvPr id="7" name="Picture 6">
            <a:extLst>
              <a:ext uri="{FF2B5EF4-FFF2-40B4-BE49-F238E27FC236}">
                <a16:creationId xmlns:a16="http://schemas.microsoft.com/office/drawing/2014/main" id="{237D200C-4864-4770-981E-896C8AA4E4C7}"/>
              </a:ext>
            </a:extLst>
          </p:cNvPr>
          <p:cNvPicPr>
            <a:picLocks noChangeAspect="1"/>
          </p:cNvPicPr>
          <p:nvPr/>
        </p:nvPicPr>
        <p:blipFill>
          <a:blip r:embed="rId3"/>
          <a:stretch>
            <a:fillRect/>
          </a:stretch>
        </p:blipFill>
        <p:spPr>
          <a:xfrm>
            <a:off x="403412" y="1335740"/>
            <a:ext cx="8355106" cy="4742331"/>
          </a:xfrm>
          <a:prstGeom prst="rect">
            <a:avLst/>
          </a:prstGeom>
        </p:spPr>
      </p:pic>
    </p:spTree>
    <p:extLst>
      <p:ext uri="{BB962C8B-B14F-4D97-AF65-F5344CB8AC3E}">
        <p14:creationId xmlns:p14="http://schemas.microsoft.com/office/powerpoint/2010/main" val="409939816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C0C7CD-2820-4A11-B25B-538411A19925}"/>
              </a:ext>
            </a:extLst>
          </p:cNvPr>
          <p:cNvPicPr>
            <a:picLocks noChangeAspect="1"/>
          </p:cNvPicPr>
          <p:nvPr/>
        </p:nvPicPr>
        <p:blipFill>
          <a:blip r:embed="rId2"/>
          <a:stretch>
            <a:fillRect/>
          </a:stretch>
        </p:blipFill>
        <p:spPr>
          <a:xfrm>
            <a:off x="143435" y="341349"/>
            <a:ext cx="7189694" cy="527538"/>
          </a:xfrm>
          <a:prstGeom prst="rect">
            <a:avLst/>
          </a:prstGeom>
        </p:spPr>
      </p:pic>
      <p:pic>
        <p:nvPicPr>
          <p:cNvPr id="7" name="Picture 6">
            <a:extLst>
              <a:ext uri="{FF2B5EF4-FFF2-40B4-BE49-F238E27FC236}">
                <a16:creationId xmlns:a16="http://schemas.microsoft.com/office/drawing/2014/main" id="{F40DA16A-7DAE-4093-8FA7-5A1B4A6BBA7A}"/>
              </a:ext>
            </a:extLst>
          </p:cNvPr>
          <p:cNvPicPr>
            <a:picLocks noChangeAspect="1"/>
          </p:cNvPicPr>
          <p:nvPr/>
        </p:nvPicPr>
        <p:blipFill>
          <a:blip r:embed="rId3"/>
          <a:stretch>
            <a:fillRect/>
          </a:stretch>
        </p:blipFill>
        <p:spPr>
          <a:xfrm>
            <a:off x="0" y="1136984"/>
            <a:ext cx="9144000" cy="4584032"/>
          </a:xfrm>
          <a:prstGeom prst="rect">
            <a:avLst/>
          </a:prstGeom>
        </p:spPr>
      </p:pic>
    </p:spTree>
    <p:extLst>
      <p:ext uri="{BB962C8B-B14F-4D97-AF65-F5344CB8AC3E}">
        <p14:creationId xmlns:p14="http://schemas.microsoft.com/office/powerpoint/2010/main" val="182777506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DAA909-1599-43F3-9468-DD3F56FAD421}"/>
              </a:ext>
            </a:extLst>
          </p:cNvPr>
          <p:cNvPicPr>
            <a:picLocks noChangeAspect="1"/>
          </p:cNvPicPr>
          <p:nvPr/>
        </p:nvPicPr>
        <p:blipFill>
          <a:blip r:embed="rId2"/>
          <a:stretch>
            <a:fillRect/>
          </a:stretch>
        </p:blipFill>
        <p:spPr>
          <a:xfrm>
            <a:off x="0" y="956506"/>
            <a:ext cx="9144000" cy="5536660"/>
          </a:xfrm>
          <a:prstGeom prst="rect">
            <a:avLst/>
          </a:prstGeom>
        </p:spPr>
      </p:pic>
      <p:pic>
        <p:nvPicPr>
          <p:cNvPr id="3" name="Picture 2">
            <a:extLst>
              <a:ext uri="{FF2B5EF4-FFF2-40B4-BE49-F238E27FC236}">
                <a16:creationId xmlns:a16="http://schemas.microsoft.com/office/drawing/2014/main" id="{E6A80F51-3BA8-40B4-9C9B-F0D5339E4326}"/>
              </a:ext>
            </a:extLst>
          </p:cNvPr>
          <p:cNvPicPr>
            <a:picLocks noChangeAspect="1"/>
          </p:cNvPicPr>
          <p:nvPr/>
        </p:nvPicPr>
        <p:blipFill>
          <a:blip r:embed="rId3"/>
          <a:stretch>
            <a:fillRect/>
          </a:stretch>
        </p:blipFill>
        <p:spPr>
          <a:xfrm>
            <a:off x="152400" y="262872"/>
            <a:ext cx="6051176" cy="558985"/>
          </a:xfrm>
          <a:prstGeom prst="rect">
            <a:avLst/>
          </a:prstGeom>
        </p:spPr>
      </p:pic>
    </p:spTree>
    <p:extLst>
      <p:ext uri="{BB962C8B-B14F-4D97-AF65-F5344CB8AC3E}">
        <p14:creationId xmlns:p14="http://schemas.microsoft.com/office/powerpoint/2010/main" val="93660838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2DA179-AC74-43F4-9A61-1476D2E47BEF}"/>
              </a:ext>
            </a:extLst>
          </p:cNvPr>
          <p:cNvPicPr>
            <a:picLocks noChangeAspect="1"/>
          </p:cNvPicPr>
          <p:nvPr/>
        </p:nvPicPr>
        <p:blipFill>
          <a:blip r:embed="rId2"/>
          <a:stretch>
            <a:fillRect/>
          </a:stretch>
        </p:blipFill>
        <p:spPr>
          <a:xfrm>
            <a:off x="89647" y="273423"/>
            <a:ext cx="5755341" cy="591671"/>
          </a:xfrm>
          <a:prstGeom prst="rect">
            <a:avLst/>
          </a:prstGeom>
        </p:spPr>
      </p:pic>
      <p:pic>
        <p:nvPicPr>
          <p:cNvPr id="7" name="Picture 6">
            <a:extLst>
              <a:ext uri="{FF2B5EF4-FFF2-40B4-BE49-F238E27FC236}">
                <a16:creationId xmlns:a16="http://schemas.microsoft.com/office/drawing/2014/main" id="{FDE571CF-3EC5-4210-B579-DDCD0D0DC6C8}"/>
              </a:ext>
            </a:extLst>
          </p:cNvPr>
          <p:cNvPicPr>
            <a:picLocks noChangeAspect="1"/>
          </p:cNvPicPr>
          <p:nvPr/>
        </p:nvPicPr>
        <p:blipFill>
          <a:blip r:embed="rId3"/>
          <a:stretch>
            <a:fillRect/>
          </a:stretch>
        </p:blipFill>
        <p:spPr>
          <a:xfrm>
            <a:off x="259976" y="1304463"/>
            <a:ext cx="8597153" cy="4822815"/>
          </a:xfrm>
          <a:prstGeom prst="rect">
            <a:avLst/>
          </a:prstGeom>
        </p:spPr>
      </p:pic>
    </p:spTree>
    <p:extLst>
      <p:ext uri="{BB962C8B-B14F-4D97-AF65-F5344CB8AC3E}">
        <p14:creationId xmlns:p14="http://schemas.microsoft.com/office/powerpoint/2010/main" val="113585130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pic>
        <p:nvPicPr>
          <p:cNvPr id="2064" name="Google Shape;2064;p106"/>
          <p:cNvPicPr preferRelativeResize="0"/>
          <p:nvPr/>
        </p:nvPicPr>
        <p:blipFill rotWithShape="1">
          <a:blip r:embed="rId3">
            <a:alphaModFix/>
          </a:blip>
          <a:srcRect/>
          <a:stretch/>
        </p:blipFill>
        <p:spPr>
          <a:xfrm>
            <a:off x="0" y="0"/>
            <a:ext cx="9134589" cy="6858000"/>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D265736-1B38-4166-828C-2D32F0770BE5}"/>
                  </a:ext>
                </a:extLst>
              </p14:cNvPr>
              <p14:cNvContentPartPr/>
              <p14:nvPr/>
            </p14:nvContentPartPr>
            <p14:xfrm>
              <a:off x="6098400" y="2239200"/>
              <a:ext cx="2180520" cy="922320"/>
            </p14:xfrm>
          </p:contentPart>
        </mc:Choice>
        <mc:Fallback>
          <p:pic>
            <p:nvPicPr>
              <p:cNvPr id="2" name="Ink 1">
                <a:extLst>
                  <a:ext uri="{FF2B5EF4-FFF2-40B4-BE49-F238E27FC236}">
                    <a16:creationId xmlns:a16="http://schemas.microsoft.com/office/drawing/2014/main" id="{AD265736-1B38-4166-828C-2D32F0770BE5}"/>
                  </a:ext>
                </a:extLst>
              </p:cNvPr>
              <p:cNvPicPr/>
              <p:nvPr/>
            </p:nvPicPr>
            <p:blipFill>
              <a:blip r:embed="rId5"/>
              <a:stretch>
                <a:fillRect/>
              </a:stretch>
            </p:blipFill>
            <p:spPr>
              <a:xfrm>
                <a:off x="6089040" y="2229840"/>
                <a:ext cx="2199240" cy="941040"/>
              </a:xfrm>
              <a:prstGeom prst="rect">
                <a:avLst/>
              </a:prstGeom>
            </p:spPr>
          </p:pic>
        </mc:Fallback>
      </mc:AlternateContent>
    </p:spTree>
    <p:extLst>
      <p:ext uri="{BB962C8B-B14F-4D97-AF65-F5344CB8AC3E}">
        <p14:creationId xmlns:p14="http://schemas.microsoft.com/office/powerpoint/2010/main" val="2637533673"/>
      </p:ext>
    </p:extLst>
  </p:cSld>
  <p:clrMapOvr>
    <a:masterClrMapping/>
  </p:clrMapOvr>
  <p:transition>
    <p:fade thruBlk="1"/>
  </p:transition>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Watermark">
  <a:themeElements>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fontScheme name="Waterma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tailEnd type="arrow"/>
        </a:ln>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clrMap bg1="lt1" tx1="dk1" bg2="lt2" tx2="dk2" accent1="accent1" accent2="accent2" accent3="accent3" accent4="accent4" accent5="accent5" accent6="accent6" hlink="hlink" folHlink="folHlink"/>
    </a:extraClrScheme>
    <a:extraClrScheme>
      <a:clrScheme name="Watermark 2">
        <a:dk1>
          <a:srgbClr val="000000"/>
        </a:dk1>
        <a:lt1>
          <a:srgbClr val="FFFFFF"/>
        </a:lt1>
        <a:dk2>
          <a:srgbClr val="666633"/>
        </a:dk2>
        <a:lt2>
          <a:srgbClr val="5F5F5F"/>
        </a:lt2>
        <a:accent1>
          <a:srgbClr val="FFCC00"/>
        </a:accent1>
        <a:accent2>
          <a:srgbClr val="EFF0B2"/>
        </a:accent2>
        <a:accent3>
          <a:srgbClr val="FFFFFF"/>
        </a:accent3>
        <a:accent4>
          <a:srgbClr val="000000"/>
        </a:accent4>
        <a:accent5>
          <a:srgbClr val="FFE2AA"/>
        </a:accent5>
        <a:accent6>
          <a:srgbClr val="D9D9A1"/>
        </a:accent6>
        <a:hlink>
          <a:srgbClr val="808000"/>
        </a:hlink>
        <a:folHlink>
          <a:srgbClr val="CCCC00"/>
        </a:folHlink>
      </a:clrScheme>
      <a:clrMap bg1="lt1" tx1="dk1" bg2="lt2" tx2="dk2" accent1="accent1" accent2="accent2" accent3="accent3" accent4="accent4" accent5="accent5" accent6="accent6" hlink="hlink" folHlink="folHlink"/>
    </a:extraClrScheme>
    <a:extraClrScheme>
      <a:clrScheme name="Watermark 3">
        <a:dk1>
          <a:srgbClr val="000000"/>
        </a:dk1>
        <a:lt1>
          <a:srgbClr val="FFFFFF"/>
        </a:lt1>
        <a:dk2>
          <a:srgbClr val="000000"/>
        </a:dk2>
        <a:lt2>
          <a:srgbClr val="666699"/>
        </a:lt2>
        <a:accent1>
          <a:srgbClr val="9BB0CB"/>
        </a:accent1>
        <a:accent2>
          <a:srgbClr val="D1E0CE"/>
        </a:accent2>
        <a:accent3>
          <a:srgbClr val="FFFFFF"/>
        </a:accent3>
        <a:accent4>
          <a:srgbClr val="000000"/>
        </a:accent4>
        <a:accent5>
          <a:srgbClr val="CBD4E2"/>
        </a:accent5>
        <a:accent6>
          <a:srgbClr val="BDCBBA"/>
        </a:accent6>
        <a:hlink>
          <a:srgbClr val="8EA642"/>
        </a:hlink>
        <a:folHlink>
          <a:srgbClr val="CCCC00"/>
        </a:folHlink>
      </a:clrScheme>
      <a:clrMap bg1="lt1" tx1="dk1" bg2="lt2" tx2="dk2" accent1="accent1" accent2="accent2" accent3="accent3" accent4="accent4" accent5="accent5" accent6="accent6" hlink="hlink" folHlink="folHlink"/>
    </a:extraClrScheme>
    <a:extraClrScheme>
      <a:clrScheme name="Watermark 4">
        <a:dk1>
          <a:srgbClr val="333300"/>
        </a:dk1>
        <a:lt1>
          <a:srgbClr val="FFFFCC"/>
        </a:lt1>
        <a:dk2>
          <a:srgbClr val="336600"/>
        </a:dk2>
        <a:lt2>
          <a:srgbClr val="FFFFCC"/>
        </a:lt2>
        <a:accent1>
          <a:srgbClr val="99CC00"/>
        </a:accent1>
        <a:accent2>
          <a:srgbClr val="669900"/>
        </a:accent2>
        <a:accent3>
          <a:srgbClr val="ADB8AA"/>
        </a:accent3>
        <a:accent4>
          <a:srgbClr val="DADAAE"/>
        </a:accent4>
        <a:accent5>
          <a:srgbClr val="CAE2AA"/>
        </a:accent5>
        <a:accent6>
          <a:srgbClr val="5C8A00"/>
        </a:accent6>
        <a:hlink>
          <a:srgbClr val="CC9900"/>
        </a:hlink>
        <a:folHlink>
          <a:srgbClr val="FFCC00"/>
        </a:folHlink>
      </a:clrScheme>
      <a:clrMap bg1="dk2" tx1="lt1" bg2="dk1" tx2="lt2" accent1="accent1" accent2="accent2" accent3="accent3" accent4="accent4" accent5="accent5" accent6="accent6" hlink="hlink" folHlink="folHlink"/>
    </a:extraClrScheme>
    <a:extraClrScheme>
      <a:clrScheme name="Watermark 5">
        <a:dk1>
          <a:srgbClr val="424458"/>
        </a:dk1>
        <a:lt1>
          <a:srgbClr val="FFFFFF"/>
        </a:lt1>
        <a:dk2>
          <a:srgbClr val="004A48"/>
        </a:dk2>
        <a:lt2>
          <a:srgbClr val="FFFFFF"/>
        </a:lt2>
        <a:accent1>
          <a:srgbClr val="83B200"/>
        </a:accent1>
        <a:accent2>
          <a:srgbClr val="006260"/>
        </a:accent2>
        <a:accent3>
          <a:srgbClr val="AAB1B1"/>
        </a:accent3>
        <a:accent4>
          <a:srgbClr val="DADADA"/>
        </a:accent4>
        <a:accent5>
          <a:srgbClr val="C1D5AA"/>
        </a:accent5>
        <a:accent6>
          <a:srgbClr val="005856"/>
        </a:accent6>
        <a:hlink>
          <a:srgbClr val="6666FF"/>
        </a:hlink>
        <a:folHlink>
          <a:srgbClr val="B2B2B2"/>
        </a:folHlink>
      </a:clrScheme>
      <a:clrMap bg1="dk2" tx1="lt1" bg2="dk1" tx2="lt2" accent1="accent1" accent2="accent2" accent3="accent3" accent4="accent4" accent5="accent5" accent6="accent6" hlink="hlink" folHlink="folHlink"/>
    </a:extraClrScheme>
    <a:extraClrScheme>
      <a:clrScheme name="Watermark 6">
        <a:dk1>
          <a:srgbClr val="000000"/>
        </a:dk1>
        <a:lt1>
          <a:srgbClr val="FFFFFF"/>
        </a:lt1>
        <a:dk2>
          <a:srgbClr val="1C2046"/>
        </a:dk2>
        <a:lt2>
          <a:srgbClr val="FFFFFF"/>
        </a:lt2>
        <a:accent1>
          <a:srgbClr val="00CCFF"/>
        </a:accent1>
        <a:accent2>
          <a:srgbClr val="2D226E"/>
        </a:accent2>
        <a:accent3>
          <a:srgbClr val="ABABB0"/>
        </a:accent3>
        <a:accent4>
          <a:srgbClr val="DADADA"/>
        </a:accent4>
        <a:accent5>
          <a:srgbClr val="AAE2FF"/>
        </a:accent5>
        <a:accent6>
          <a:srgbClr val="281E63"/>
        </a:accent6>
        <a:hlink>
          <a:srgbClr val="666699"/>
        </a:hlink>
        <a:folHlink>
          <a:srgbClr val="9999FF"/>
        </a:folHlink>
      </a:clrScheme>
      <a:clrMap bg1="dk2" tx1="lt1" bg2="dk1" tx2="lt2" accent1="accent1" accent2="accent2" accent3="accent3" accent4="accent4" accent5="accent5" accent6="accent6" hlink="hlink" folHlink="folHlink"/>
    </a:extraClrScheme>
    <a:extraClrScheme>
      <a:clrScheme name="Watermark 7">
        <a:dk1>
          <a:srgbClr val="424458"/>
        </a:dk1>
        <a:lt1>
          <a:srgbClr val="FFFFFF"/>
        </a:lt1>
        <a:dk2>
          <a:srgbClr val="000066"/>
        </a:dk2>
        <a:lt2>
          <a:srgbClr val="FFFFFF"/>
        </a:lt2>
        <a:accent1>
          <a:srgbClr val="6666FF"/>
        </a:accent1>
        <a:accent2>
          <a:srgbClr val="333399"/>
        </a:accent2>
        <a:accent3>
          <a:srgbClr val="AAAAB8"/>
        </a:accent3>
        <a:accent4>
          <a:srgbClr val="DADADA"/>
        </a:accent4>
        <a:accent5>
          <a:srgbClr val="B8B8FF"/>
        </a:accent5>
        <a:accent6>
          <a:srgbClr val="2D2D8A"/>
        </a:accent6>
        <a:hlink>
          <a:srgbClr val="FF9900"/>
        </a:hlink>
        <a:folHlink>
          <a:srgbClr val="CCCC00"/>
        </a:folHlink>
      </a:clrScheme>
      <a:clrMap bg1="dk2" tx1="lt1" bg2="dk1" tx2="lt2" accent1="accent1" accent2="accent2" accent3="accent3" accent4="accent4" accent5="accent5" accent6="accent6" hlink="hlink" folHlink="folHlink"/>
    </a:extraClrScheme>
    <a:extraClrScheme>
      <a:clrScheme name="Watermark 8">
        <a:dk1>
          <a:srgbClr val="1C1C1C"/>
        </a:dk1>
        <a:lt1>
          <a:srgbClr val="FFFFCC"/>
        </a:lt1>
        <a:dk2>
          <a:srgbClr val="390B20"/>
        </a:dk2>
        <a:lt2>
          <a:srgbClr val="FFFFCC"/>
        </a:lt2>
        <a:accent1>
          <a:srgbClr val="FF916F"/>
        </a:accent1>
        <a:accent2>
          <a:srgbClr val="561450"/>
        </a:accent2>
        <a:accent3>
          <a:srgbClr val="AEAAAB"/>
        </a:accent3>
        <a:accent4>
          <a:srgbClr val="DADAAE"/>
        </a:accent4>
        <a:accent5>
          <a:srgbClr val="FFC7BB"/>
        </a:accent5>
        <a:accent6>
          <a:srgbClr val="4D1148"/>
        </a:accent6>
        <a:hlink>
          <a:srgbClr val="637D95"/>
        </a:hlink>
        <a:folHlink>
          <a:srgbClr val="FFCC00"/>
        </a:folHlink>
      </a:clrScheme>
      <a:clrMap bg1="dk2" tx1="lt1" bg2="dk1" tx2="lt2" accent1="accent1" accent2="accent2" accent3="accent3" accent4="accent4" accent5="accent5" accent6="accent6" hlink="hlink" folHlink="folHlink"/>
    </a:extraClrScheme>
    <a:extraClrScheme>
      <a:clrScheme name="Watermark 9">
        <a:dk1>
          <a:srgbClr val="4C0000"/>
        </a:dk1>
        <a:lt1>
          <a:srgbClr val="FFFFFF"/>
        </a:lt1>
        <a:dk2>
          <a:srgbClr val="722104"/>
        </a:dk2>
        <a:lt2>
          <a:srgbClr val="FFFFFF"/>
        </a:lt2>
        <a:accent1>
          <a:srgbClr val="CC6600"/>
        </a:accent1>
        <a:accent2>
          <a:srgbClr val="8A2E00"/>
        </a:accent2>
        <a:accent3>
          <a:srgbClr val="BCABAA"/>
        </a:accent3>
        <a:accent4>
          <a:srgbClr val="DADADA"/>
        </a:accent4>
        <a:accent5>
          <a:srgbClr val="E2B8AA"/>
        </a:accent5>
        <a:accent6>
          <a:srgbClr val="7D2900"/>
        </a:accent6>
        <a:hlink>
          <a:srgbClr val="FFCC00"/>
        </a:hlink>
        <a:folHlink>
          <a:srgbClr val="FF990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3cc9eea3c93da11051d03eb207c3e8d9">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d17908732c7da64ac608df74847bd303" ns2:_="" ns3:_="">
    <xsd:import namespace="15d03a25-cda5-4943-9684-7d18d97bb3bc"/>
    <xsd:import namespace="1abdae7a-7178-4d1e-9626-01799792f2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NotebookType" ma:index="11" nillable="true" ma:displayName="Notebook Type" ma:internalName="NotebookType">
      <xsd:simpleType>
        <xsd:restriction base="dms:Text"/>
      </xsd:simpleType>
    </xsd:element>
    <xsd:element name="FolderType" ma:index="12" nillable="true" ma:displayName="Folder Type" ma:internalName="FolderType">
      <xsd:simpleType>
        <xsd:restriction base="dms:Text"/>
      </xsd:simpleType>
    </xsd:element>
    <xsd:element name="CultureName" ma:index="13" nillable="true" ma:displayName="Culture Name" ma:internalName="CultureName">
      <xsd:simpleType>
        <xsd:restriction base="dms:Text"/>
      </xsd:simpleType>
    </xsd:element>
    <xsd:element name="AppVersion" ma:index="14" nillable="true" ma:displayName="App Version" ma:internalName="AppVersion">
      <xsd:simpleType>
        <xsd:restriction base="dms:Text"/>
      </xsd:simpleType>
    </xsd:element>
    <xsd:element name="TeamsChannelId" ma:index="15" nillable="true" ma:displayName="Teams Channel Id" ma:internalName="TeamsChannelId">
      <xsd:simpleType>
        <xsd:restriction base="dms:Text"/>
      </xsd:simpleType>
    </xsd:element>
    <xsd:element name="Owner" ma:index="1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7" nillable="true" ma:displayName="Math Settings" ma:internalName="Math_Settings">
      <xsd:simpleType>
        <xsd:restriction base="dms:Text"/>
      </xsd:simpleType>
    </xsd:element>
    <xsd:element name="DefaultSectionNames" ma:index="18" nillable="true" ma:displayName="Default Section Names" ma:internalName="DefaultSectionNames">
      <xsd:simpleType>
        <xsd:restriction base="dms:Note">
          <xsd:maxLength value="255"/>
        </xsd:restriction>
      </xsd:simpleType>
    </xsd:element>
    <xsd:element name="Templates" ma:index="19" nillable="true" ma:displayName="Templates" ma:internalName="Templates">
      <xsd:simpleType>
        <xsd:restriction base="dms:Note">
          <xsd:maxLength value="255"/>
        </xsd:restriction>
      </xsd:simpleType>
    </xsd:element>
    <xsd:element name="Teachers" ma:index="2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3" nillable="true" ma:displayName="Distribution Groups" ma:internalName="Distribution_Groups">
      <xsd:simpleType>
        <xsd:restriction base="dms:Note">
          <xsd:maxLength value="255"/>
        </xsd:restriction>
      </xsd:simpleType>
    </xsd:element>
    <xsd:element name="LMS_Mappings" ma:index="24" nillable="true" ma:displayName="LMS Mappings" ma:internalName="LMS_Mappings">
      <xsd:simpleType>
        <xsd:restriction base="dms:Note">
          <xsd:maxLength value="255"/>
        </xsd:restriction>
      </xsd:simpleType>
    </xsd:element>
    <xsd:element name="Invited_Teachers" ma:index="25" nillable="true" ma:displayName="Invited Teachers" ma:internalName="Invited_Teachers">
      <xsd:simpleType>
        <xsd:restriction base="dms:Note">
          <xsd:maxLength value="255"/>
        </xsd:restriction>
      </xsd:simpleType>
    </xsd:element>
    <xsd:element name="Invited_Students" ma:index="26" nillable="true" ma:displayName="Invited Students" ma:internalName="Invited_Students">
      <xsd:simpleType>
        <xsd:restriction base="dms:Note">
          <xsd:maxLength value="255"/>
        </xsd:restriction>
      </xsd:simpleType>
    </xsd:element>
    <xsd:element name="Self_Registration_Enabled" ma:index="27" nillable="true" ma:displayName="Self Registration Enabled" ma:internalName="Self_Registration_Enabled">
      <xsd:simpleType>
        <xsd:restriction base="dms:Boolean"/>
      </xsd:simpleType>
    </xsd:element>
    <xsd:element name="Has_Teacher_Only_SectionGroup" ma:index="28" nillable="true" ma:displayName="Has Teacher Only SectionGroup" ma:internalName="Has_Teacher_Only_SectionGroup">
      <xsd:simpleType>
        <xsd:restriction base="dms:Boolean"/>
      </xsd:simpleType>
    </xsd:element>
    <xsd:element name="Is_Collaboration_Space_Locked" ma:index="29" nillable="true" ma:displayName="Is Collaboration Space Locked" ma:internalName="Is_Collaboration_Space_Locked">
      <xsd:simpleType>
        <xsd:restriction base="dms:Boolean"/>
      </xsd:simpleType>
    </xsd:element>
    <xsd:element name="IsNotebookLocked" ma:index="30" nillable="true" ma:displayName="Is Notebook Locked" ma:internalName="IsNotebookLocked">
      <xsd:simpleType>
        <xsd:restriction base="dms:Boolean"/>
      </xsd:simpleType>
    </xsd:element>
    <xsd:element name="Teams_Channel_Section_Location" ma:index="31" nillable="true" ma:displayName="Teams Channel Section Location" ma:internalName="Teams_Channel_Section_Location">
      <xsd:simpleType>
        <xsd:restriction base="dms:Text"/>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fbd1a042-5d1e-465b-a2c9-390947662074}"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MS_Mappings xmlns="15d03a25-cda5-4943-9684-7d18d97bb3bc" xsi:nil="true"/>
    <Owner xmlns="15d03a25-cda5-4943-9684-7d18d97bb3bc">
      <UserInfo>
        <DisplayName/>
        <AccountId xsi:nil="true"/>
        <AccountType/>
      </UserInfo>
    </Owner>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lcf76f155ced4ddcb4097134ff3c332f xmlns="15d03a25-cda5-4943-9684-7d18d97bb3bc">
      <Terms xmlns="http://schemas.microsoft.com/office/infopath/2007/PartnerControls"/>
    </lcf76f155ced4ddcb4097134ff3c332f>
    <TaxCatchAll xmlns="1abdae7a-7178-4d1e-9626-01799792f2d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D50812-F0CB-45C6-AC1F-867989376289}"/>
</file>

<file path=customXml/itemProps2.xml><?xml version="1.0" encoding="utf-8"?>
<ds:datastoreItem xmlns:ds="http://schemas.openxmlformats.org/officeDocument/2006/customXml" ds:itemID="{7DE45D8D-C19B-4BF2-9DEF-529E9F9F7BE1}">
  <ds:schemaRefs>
    <ds:schemaRef ds:uri="http://www.w3.org/XML/1998/namespace"/>
    <ds:schemaRef ds:uri="http://purl.org/dc/dcmitype/"/>
    <ds:schemaRef ds:uri="http://schemas.microsoft.com/office/2006/metadata/properties"/>
    <ds:schemaRef ds:uri="http://schemas.microsoft.com/office/2006/documentManagement/types"/>
    <ds:schemaRef ds:uri="http://schemas.openxmlformats.org/package/2006/metadata/core-properties"/>
    <ds:schemaRef ds:uri="http://purl.org/dc/terms/"/>
    <ds:schemaRef ds:uri="http://purl.org/dc/elements/1.1/"/>
    <ds:schemaRef ds:uri="http://schemas.microsoft.com/office/infopath/2007/PartnerControls"/>
    <ds:schemaRef ds:uri="e1b5d412-63f5-4184-9493-34a8c46e02de"/>
  </ds:schemaRefs>
</ds:datastoreItem>
</file>

<file path=customXml/itemProps3.xml><?xml version="1.0" encoding="utf-8"?>
<ds:datastoreItem xmlns:ds="http://schemas.openxmlformats.org/officeDocument/2006/customXml" ds:itemID="{1466A872-05C6-4E6F-A62C-99059FDF6D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6417</TotalTime>
  <Words>2078</Words>
  <Application>Microsoft Office PowerPoint</Application>
  <PresentationFormat>On-screen Show (4:3)</PresentationFormat>
  <Paragraphs>286</Paragraphs>
  <Slides>110</Slides>
  <Notes>34</Notes>
  <HiddenSlides>0</HiddenSlides>
  <MMClips>0</MMClips>
  <ScaleCrop>false</ScaleCrop>
  <HeadingPairs>
    <vt:vector size="6" baseType="variant">
      <vt:variant>
        <vt:lpstr>Fonts Used</vt:lpstr>
      </vt:variant>
      <vt:variant>
        <vt:i4>16</vt:i4>
      </vt:variant>
      <vt:variant>
        <vt:lpstr>Theme</vt:lpstr>
      </vt:variant>
      <vt:variant>
        <vt:i4>6</vt:i4>
      </vt:variant>
      <vt:variant>
        <vt:lpstr>Slide Titles</vt:lpstr>
      </vt:variant>
      <vt:variant>
        <vt:i4>110</vt:i4>
      </vt:variant>
    </vt:vector>
  </HeadingPairs>
  <TitlesOfParts>
    <vt:vector size="132" baseType="lpstr">
      <vt:lpstr>Arial</vt:lpstr>
      <vt:lpstr>Arial MT</vt:lpstr>
      <vt:lpstr>Calibri</vt:lpstr>
      <vt:lpstr>Calibri Light</vt:lpstr>
      <vt:lpstr>Cambria</vt:lpstr>
      <vt:lpstr>Comic Sans MS</vt:lpstr>
      <vt:lpstr>Courier New</vt:lpstr>
      <vt:lpstr>Helvetica</vt:lpstr>
      <vt:lpstr>Helvetica Light</vt:lpstr>
      <vt:lpstr>Helvetica Neue</vt:lpstr>
      <vt:lpstr>Lucida Sans</vt:lpstr>
      <vt:lpstr>Microsoft Sans Serif</vt:lpstr>
      <vt:lpstr>Tahoma</vt:lpstr>
      <vt:lpstr>Times New Roman</vt:lpstr>
      <vt:lpstr>Trebuchet MS</vt:lpstr>
      <vt:lpstr>Wingdings</vt:lpstr>
      <vt:lpstr>Office Theme</vt:lpstr>
      <vt:lpstr>2_Office Theme</vt:lpstr>
      <vt:lpstr>Watermark</vt:lpstr>
      <vt:lpstr>11_Office Theme</vt:lpstr>
      <vt:lpstr>3_Office Theme</vt:lpstr>
      <vt:lpstr>4_Office Theme</vt:lpstr>
      <vt:lpstr>Deep Neural Networks (AIML ZG511)</vt:lpstr>
      <vt:lpstr>PowerPoint Presentation</vt:lpstr>
      <vt:lpstr>Latent Variable Models: Example</vt:lpstr>
      <vt:lpstr>Numerical Example: Temperature Forecasting - Setup</vt:lpstr>
      <vt:lpstr>Temperature Forecasting - Autoregressive Prediction</vt:lpstr>
      <vt:lpstr>RNN Parameter Counting Example</vt:lpstr>
      <vt:lpstr>RNN Forward Pass: Simple Example</vt:lpstr>
      <vt:lpstr>RNN Forward Pass: Time Step t = 1</vt:lpstr>
      <vt:lpstr>RNN Forward Pass: Time Step t = 2</vt:lpstr>
      <vt:lpstr>Activation Functions in RNNs</vt:lpstr>
      <vt:lpstr>BPTT: Computational Graph</vt:lpstr>
      <vt:lpstr>BPTT: Key Gradient Equations</vt:lpstr>
      <vt:lpstr>BPTT: Numerical Example Setup</vt:lpstr>
      <vt:lpstr>BPTT: Forward Pass</vt:lpstr>
      <vt:lpstr>BPTT: Backward Pass</vt:lpstr>
      <vt:lpstr>BPTT: Parameter Gradients</vt:lpstr>
      <vt:lpstr>Vanishing Gradients: The Problem</vt:lpstr>
      <vt:lpstr>Vanishing Gradients: Numerical Example</vt:lpstr>
      <vt:lpstr>Why Vanishing Gradients are Problematic?</vt:lpstr>
      <vt:lpstr>Bidirectional RNNs: Motivation</vt:lpstr>
      <vt:lpstr>Bidirectional RNN Architecture</vt:lpstr>
      <vt:lpstr>Bidirectional RNN: Mathematical Formula</vt:lpstr>
      <vt:lpstr>When to Use Bidirectional RNNs</vt:lpstr>
      <vt:lpstr>Deep (Stacked) RNNs: Motivation</vt:lpstr>
      <vt:lpstr>Deep RNN: Gradient Flow Considerations</vt:lpstr>
      <vt:lpstr>PowerPoint Presentation</vt:lpstr>
      <vt:lpstr>Long term dependency example</vt:lpstr>
      <vt:lpstr>Long Short Term Memory - LSTM</vt:lpstr>
      <vt:lpstr>Long Short Term Memory - LSTM</vt:lpstr>
      <vt:lpstr>LSTM: Architecture Overview</vt:lpstr>
      <vt:lpstr>LSTM: Unrolled Architecture Across Time</vt:lpstr>
      <vt:lpstr>PowerPoint Presentation</vt:lpstr>
      <vt:lpstr>PowerPoint Presentation</vt:lpstr>
      <vt:lpstr>PowerPoint Presentation</vt:lpstr>
      <vt:lpstr>PowerPoint Presentation</vt:lpstr>
      <vt:lpstr>LSTM: Parameter Counting</vt:lpstr>
      <vt:lpstr>GRU – gated recurrent unit  (more compression)</vt:lpstr>
      <vt:lpstr>PowerPoint Presentation</vt:lpstr>
      <vt:lpstr>Gated Recurrent Unit - GRU</vt:lpstr>
      <vt:lpstr>Gated Recurrent Unit - GRU</vt:lpstr>
      <vt:lpstr>GRU: Numerical Example - Setup</vt:lpstr>
      <vt:lpstr>GRU: Numerical Example - Gates Computation</vt:lpstr>
      <vt:lpstr>GRU: Numerical Example - Hidden State Update</vt:lpstr>
      <vt:lpstr>GRU: Numerical Example - Final Hidden State</vt:lpstr>
      <vt:lpstr>LSTM vs GRU: Comparison</vt:lpstr>
      <vt:lpstr>Numerical on RNN</vt:lpstr>
      <vt:lpstr>PowerPoint Presentation</vt:lpstr>
      <vt:lpstr>Numerical on RNN</vt:lpstr>
      <vt:lpstr>PowerPoint Presentation</vt:lpstr>
      <vt:lpstr>Numerical on RNN</vt:lpstr>
      <vt:lpstr> Discussion 3</vt:lpstr>
      <vt:lpstr>Numerical on RNN</vt:lpstr>
      <vt:lpstr>Numerical on RNN</vt:lpstr>
      <vt:lpstr>Why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Rohit WILP</dc:creator>
  <cp:lastModifiedBy>BITS</cp:lastModifiedBy>
  <cp:revision>202</cp:revision>
  <dcterms:modified xsi:type="dcterms:W3CDTF">2026-07-19T06:52:26Z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