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.xml" ContentType="application/vnd.openxmlformats-officedocument.presentationml.notesSlide+xml"/>
  <Override PartName="/ppt/ink/ink24.xml" ContentType="application/inkml+xml"/>
  <Override PartName="/ppt/notesSlides/notesSlide3.xml" ContentType="application/vnd.openxmlformats-officedocument.presentationml.notesSlide+xml"/>
  <Override PartName="/ppt/ink/ink25.xml" ContentType="application/inkml+xml"/>
  <Override PartName="/ppt/notesSlides/notesSlide4.xml" ContentType="application/vnd.openxmlformats-officedocument.presentationml.notesSlide+xml"/>
  <Override PartName="/ppt/ink/ink26.xml" ContentType="application/inkml+xml"/>
  <Override PartName="/ppt/notesSlides/notesSlide5.xml" ContentType="application/vnd.openxmlformats-officedocument.presentationml.notesSlide+xml"/>
  <Override PartName="/ppt/ink/ink27.xml" ContentType="application/inkml+xml"/>
  <Override PartName="/ppt/notesSlides/notesSlide6.xml" ContentType="application/vnd.openxmlformats-officedocument.presentationml.notesSlide+xml"/>
  <Override PartName="/ppt/ink/ink28.xml" ContentType="application/inkml+xml"/>
  <Override PartName="/ppt/notesSlides/notesSlide7.xml" ContentType="application/vnd.openxmlformats-officedocument.presentationml.notesSlide+xml"/>
  <Override PartName="/ppt/ink/ink29.xml" ContentType="application/inkml+xml"/>
  <Override PartName="/ppt/notesSlides/notesSlide8.xml" ContentType="application/vnd.openxmlformats-officedocument.presentationml.notesSlide+xml"/>
  <Override PartName="/ppt/ink/ink30.xml" ContentType="application/inkml+xml"/>
  <Override PartName="/ppt/notesSlides/notesSlide9.xml" ContentType="application/vnd.openxmlformats-officedocument.presentationml.notesSlide+xml"/>
  <Override PartName="/ppt/ink/ink3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2.xml" ContentType="application/inkml+xml"/>
  <Override PartName="/ppt/notesSlides/notesSlide13.xml" ContentType="application/vnd.openxmlformats-officedocument.presentationml.notesSlide+xml"/>
  <Override PartName="/ppt/ink/ink33.xml" ContentType="application/inkml+xml"/>
  <Override PartName="/ppt/notesSlides/notesSlide14.xml" ContentType="application/vnd.openxmlformats-officedocument.presentationml.notesSlide+xml"/>
  <Override PartName="/ppt/ink/ink34.xml" ContentType="application/inkml+xml"/>
  <Override PartName="/ppt/notesSlides/notesSlide15.xml" ContentType="application/vnd.openxmlformats-officedocument.presentationml.notesSlide+xml"/>
  <Override PartName="/ppt/ink/ink35.xml" ContentType="application/inkml+xml"/>
  <Override PartName="/ppt/notesSlides/notesSlide16.xml" ContentType="application/vnd.openxmlformats-officedocument.presentationml.notesSlide+xml"/>
  <Override PartName="/ppt/ink/ink36.xml" ContentType="application/inkml+xml"/>
  <Override PartName="/ppt/notesSlides/notesSlide17.xml" ContentType="application/vnd.openxmlformats-officedocument.presentationml.notesSlide+xml"/>
  <Override PartName="/ppt/ink/ink37.xml" ContentType="application/inkml+xml"/>
  <Override PartName="/ppt/notesSlides/notesSlide18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19.xml" ContentType="application/vnd.openxmlformats-officedocument.presentationml.notesSlide+xml"/>
  <Override PartName="/ppt/ink/ink41.xml" ContentType="application/inkml+xml"/>
  <Override PartName="/ppt/notesSlides/notesSlide20.xml" ContentType="application/vnd.openxmlformats-officedocument.presentationml.notesSlide+xml"/>
  <Override PartName="/ppt/ink/ink42.xml" ContentType="application/inkml+xml"/>
  <Override PartName="/ppt/notesSlides/notesSlide21.xml" ContentType="application/vnd.openxmlformats-officedocument.presentationml.notesSlide+xml"/>
  <Override PartName="/ppt/ink/ink43.xml" ContentType="application/inkml+xml"/>
  <Override PartName="/ppt/notesSlides/notesSlide22.xml" ContentType="application/vnd.openxmlformats-officedocument.presentationml.notesSlide+xml"/>
  <Override PartName="/ppt/ink/ink44.xml" ContentType="application/inkml+xml"/>
  <Override PartName="/ppt/notesSlides/notesSlide23.xml" ContentType="application/vnd.openxmlformats-officedocument.presentationml.notesSlide+xml"/>
  <Override PartName="/ppt/ink/ink45.xml" ContentType="application/inkml+xml"/>
  <Override PartName="/ppt/notesSlides/notesSlide24.xml" ContentType="application/vnd.openxmlformats-officedocument.presentationml.notesSlide+xml"/>
  <Override PartName="/ppt/ink/ink46.xml" ContentType="application/inkml+xml"/>
  <Override PartName="/ppt/notesSlides/notesSlide25.xml" ContentType="application/vnd.openxmlformats-officedocument.presentationml.notesSlide+xml"/>
  <Override PartName="/ppt/ink/ink47.xml" ContentType="application/inkml+xml"/>
  <Override PartName="/ppt/notesSlides/notesSlide26.xml" ContentType="application/vnd.openxmlformats-officedocument.presentationml.notesSlide+xml"/>
  <Override PartName="/ppt/ink/ink48.xml" ContentType="application/inkml+xml"/>
  <Override PartName="/ppt/notesSlides/notesSlide27.xml" ContentType="application/vnd.openxmlformats-officedocument.presentationml.notesSlide+xml"/>
  <Override PartName="/ppt/ink/ink49.xml" ContentType="application/inkml+xml"/>
  <Override PartName="/ppt/notesSlides/notesSlide28.xml" ContentType="application/vnd.openxmlformats-officedocument.presentationml.notesSlide+xml"/>
  <Override PartName="/ppt/ink/ink50.xml" ContentType="application/inkml+xml"/>
  <Override PartName="/ppt/notesSlides/notesSlide29.xml" ContentType="application/vnd.openxmlformats-officedocument.presentationml.notesSlide+xml"/>
  <Override PartName="/ppt/ink/ink51.xml" ContentType="application/inkml+xml"/>
  <Override PartName="/ppt/notesSlides/notesSlide30.xml" ContentType="application/vnd.openxmlformats-officedocument.presentationml.notesSlide+xml"/>
  <Override PartName="/ppt/ink/ink52.xml" ContentType="application/inkml+xml"/>
  <Override PartName="/ppt/notesSlides/notesSlide31.xml" ContentType="application/vnd.openxmlformats-officedocument.presentationml.notesSlide+xml"/>
  <Override PartName="/ppt/ink/ink53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54.xml" ContentType="application/inkml+xml"/>
  <Override PartName="/ppt/notesSlides/notesSlide35.xml" ContentType="application/vnd.openxmlformats-officedocument.presentationml.notesSlide+xml"/>
  <Override PartName="/ppt/ink/ink55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56.xml" ContentType="application/inkml+xml"/>
  <Override PartName="/ppt/notesSlides/notesSlide38.xml" ContentType="application/vnd.openxmlformats-officedocument.presentationml.notesSlide+xml"/>
  <Override PartName="/ppt/charts/chart1.xml" ContentType="application/vnd.openxmlformats-officedocument.drawingml.chart+xml"/>
  <Override PartName="/ppt/notesSlides/notesSlide39.xml" ContentType="application/vnd.openxmlformats-officedocument.presentationml.notesSlide+xml"/>
  <Override PartName="/ppt/ink/ink57.xml" ContentType="application/inkml+xml"/>
  <Override PartName="/ppt/notesSlides/notesSlide40.xml" ContentType="application/vnd.openxmlformats-officedocument.presentationml.notesSlide+xml"/>
  <Override PartName="/ppt/ink/ink58.xml" ContentType="application/inkml+xml"/>
  <Override PartName="/ppt/notesSlides/notesSlide41.xml" ContentType="application/vnd.openxmlformats-officedocument.presentationml.notesSlide+xml"/>
  <Override PartName="/ppt/ink/ink59.xml" ContentType="application/inkml+xml"/>
  <Override PartName="/ppt/notesSlides/notesSlide42.xml" ContentType="application/vnd.openxmlformats-officedocument.presentationml.notesSlide+xml"/>
  <Override PartName="/ppt/ink/ink60.xml" ContentType="application/inkml+xml"/>
  <Override PartName="/ppt/notesSlides/notesSlide43.xml" ContentType="application/vnd.openxmlformats-officedocument.presentationml.notesSlide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1" r:id="rId4"/>
    <p:sldMasterId id="2147483829" r:id="rId5"/>
    <p:sldMasterId id="2147483841" r:id="rId6"/>
    <p:sldMasterId id="2147483849" r:id="rId7"/>
    <p:sldMasterId id="2147483864" r:id="rId8"/>
    <p:sldMasterId id="2147483870" r:id="rId9"/>
    <p:sldMasterId id="2147483877" r:id="rId10"/>
  </p:sldMasterIdLst>
  <p:notesMasterIdLst>
    <p:notesMasterId r:id="rId108"/>
  </p:notesMasterIdLst>
  <p:sldIdLst>
    <p:sldId id="880" r:id="rId11"/>
    <p:sldId id="347" r:id="rId12"/>
    <p:sldId id="891" r:id="rId13"/>
    <p:sldId id="897" r:id="rId14"/>
    <p:sldId id="898" r:id="rId15"/>
    <p:sldId id="899" r:id="rId16"/>
    <p:sldId id="903" r:id="rId17"/>
    <p:sldId id="904" r:id="rId18"/>
    <p:sldId id="909" r:id="rId19"/>
    <p:sldId id="910" r:id="rId20"/>
    <p:sldId id="911" r:id="rId21"/>
    <p:sldId id="912" r:id="rId22"/>
    <p:sldId id="913" r:id="rId23"/>
    <p:sldId id="915" r:id="rId24"/>
    <p:sldId id="917" r:id="rId25"/>
    <p:sldId id="918" r:id="rId26"/>
    <p:sldId id="919" r:id="rId27"/>
    <p:sldId id="386" r:id="rId28"/>
    <p:sldId id="936" r:id="rId29"/>
    <p:sldId id="403" r:id="rId30"/>
    <p:sldId id="921" r:id="rId31"/>
    <p:sldId id="922" r:id="rId32"/>
    <p:sldId id="952" r:id="rId33"/>
    <p:sldId id="1003" r:id="rId34"/>
    <p:sldId id="1004" r:id="rId35"/>
    <p:sldId id="924" r:id="rId36"/>
    <p:sldId id="939" r:id="rId37"/>
    <p:sldId id="940" r:id="rId38"/>
    <p:sldId id="941" r:id="rId39"/>
    <p:sldId id="942" r:id="rId40"/>
    <p:sldId id="943" r:id="rId41"/>
    <p:sldId id="1005" r:id="rId42"/>
    <p:sldId id="984" r:id="rId43"/>
    <p:sldId id="970" r:id="rId44"/>
    <p:sldId id="971" r:id="rId45"/>
    <p:sldId id="972" r:id="rId46"/>
    <p:sldId id="973" r:id="rId47"/>
    <p:sldId id="974" r:id="rId48"/>
    <p:sldId id="1002" r:id="rId49"/>
    <p:sldId id="986" r:id="rId50"/>
    <p:sldId id="963" r:id="rId51"/>
    <p:sldId id="964" r:id="rId52"/>
    <p:sldId id="965" r:id="rId53"/>
    <p:sldId id="966" r:id="rId54"/>
    <p:sldId id="967" r:id="rId55"/>
    <p:sldId id="968" r:id="rId56"/>
    <p:sldId id="987" r:id="rId57"/>
    <p:sldId id="257" r:id="rId58"/>
    <p:sldId id="258" r:id="rId59"/>
    <p:sldId id="259" r:id="rId60"/>
    <p:sldId id="260" r:id="rId61"/>
    <p:sldId id="261" r:id="rId62"/>
    <p:sldId id="262" r:id="rId63"/>
    <p:sldId id="988" r:id="rId64"/>
    <p:sldId id="985" r:id="rId65"/>
    <p:sldId id="977" r:id="rId66"/>
    <p:sldId id="978" r:id="rId67"/>
    <p:sldId id="979" r:id="rId68"/>
    <p:sldId id="980" r:id="rId69"/>
    <p:sldId id="981" r:id="rId70"/>
    <p:sldId id="982" r:id="rId71"/>
    <p:sldId id="983" r:id="rId72"/>
    <p:sldId id="989" r:id="rId73"/>
    <p:sldId id="954" r:id="rId74"/>
    <p:sldId id="955" r:id="rId75"/>
    <p:sldId id="956" r:id="rId76"/>
    <p:sldId id="957" r:id="rId77"/>
    <p:sldId id="958" r:id="rId78"/>
    <p:sldId id="959" r:id="rId79"/>
    <p:sldId id="960" r:id="rId80"/>
    <p:sldId id="990" r:id="rId81"/>
    <p:sldId id="1001" r:id="rId82"/>
    <p:sldId id="991" r:id="rId83"/>
    <p:sldId id="992" r:id="rId84"/>
    <p:sldId id="993" r:id="rId85"/>
    <p:sldId id="998" r:id="rId86"/>
    <p:sldId id="999" r:id="rId87"/>
    <p:sldId id="1000" r:id="rId88"/>
    <p:sldId id="994" r:id="rId89"/>
    <p:sldId id="995" r:id="rId90"/>
    <p:sldId id="996" r:id="rId91"/>
    <p:sldId id="997" r:id="rId92"/>
    <p:sldId id="264" r:id="rId93"/>
    <p:sldId id="945" r:id="rId94"/>
    <p:sldId id="477" r:id="rId95"/>
    <p:sldId id="423" r:id="rId96"/>
    <p:sldId id="424" r:id="rId97"/>
    <p:sldId id="476" r:id="rId98"/>
    <p:sldId id="425" r:id="rId99"/>
    <p:sldId id="864" r:id="rId100"/>
    <p:sldId id="865" r:id="rId101"/>
    <p:sldId id="947" r:id="rId102"/>
    <p:sldId id="948" r:id="rId103"/>
    <p:sldId id="949" r:id="rId104"/>
    <p:sldId id="950" r:id="rId105"/>
    <p:sldId id="951" r:id="rId106"/>
    <p:sldId id="573" r:id="rId10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7"/>
  </p:normalViewPr>
  <p:slideViewPr>
    <p:cSldViewPr snapToGrid="0">
      <p:cViewPr varScale="1">
        <p:scale>
          <a:sx n="107" d="100"/>
          <a:sy n="107" d="100"/>
        </p:scale>
        <p:origin x="18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12" Type="http://schemas.openxmlformats.org/officeDocument/2006/relationships/tableStyles" Target="tableStyles.xml"/><Relationship Id="rId16" Type="http://schemas.openxmlformats.org/officeDocument/2006/relationships/slide" Target="slides/slide6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0.xml"/><Relationship Id="rId95" Type="http://schemas.openxmlformats.org/officeDocument/2006/relationships/slide" Target="slides/slide85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44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91" Type="http://schemas.openxmlformats.org/officeDocument/2006/relationships/slide" Target="slides/slide81.xml"/><Relationship Id="rId96" Type="http://schemas.openxmlformats.org/officeDocument/2006/relationships/slide" Target="slides/slide8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109" Type="http://schemas.openxmlformats.org/officeDocument/2006/relationships/presProps" Target="presProps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2" Type="http://schemas.openxmlformats.org/officeDocument/2006/relationships/customXml" Target="../customXml/item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viewProps" Target="viewProps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3" Type="http://schemas.openxmlformats.org/officeDocument/2006/relationships/customXml" Target="../customXml/item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 0 (sin, fast)</c:v>
                </c:pt>
              </c:strCache>
            </c:strRef>
          </c:tx>
          <c:spPr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0.8414709848078965</c:v>
                </c:pt>
                <c:pt idx="2">
                  <c:v>0.90929742682568171</c:v>
                </c:pt>
                <c:pt idx="3">
                  <c:v>0.14112000805986721</c:v>
                </c:pt>
                <c:pt idx="4">
                  <c:v>-0.7568024953079282</c:v>
                </c:pt>
                <c:pt idx="5">
                  <c:v>-0.95892427466313845</c:v>
                </c:pt>
                <c:pt idx="6">
                  <c:v>-0.27941549819892586</c:v>
                </c:pt>
                <c:pt idx="7">
                  <c:v>0.65698659871878906</c:v>
                </c:pt>
                <c:pt idx="8">
                  <c:v>0.98935824662338179</c:v>
                </c:pt>
                <c:pt idx="9">
                  <c:v>0.41211848524175659</c:v>
                </c:pt>
                <c:pt idx="10">
                  <c:v>-0.54402111088936977</c:v>
                </c:pt>
                <c:pt idx="11">
                  <c:v>-0.99999020655070348</c:v>
                </c:pt>
                <c:pt idx="12">
                  <c:v>-0.53657291800043494</c:v>
                </c:pt>
                <c:pt idx="13">
                  <c:v>0.42016703682664092</c:v>
                </c:pt>
                <c:pt idx="14">
                  <c:v>0.99060735569487035</c:v>
                </c:pt>
                <c:pt idx="15">
                  <c:v>0.65028784015711683</c:v>
                </c:pt>
                <c:pt idx="16">
                  <c:v>-0.2879033166650653</c:v>
                </c:pt>
                <c:pt idx="17">
                  <c:v>-0.96139749187955681</c:v>
                </c:pt>
                <c:pt idx="18">
                  <c:v>-0.75098724677167616</c:v>
                </c:pt>
                <c:pt idx="19">
                  <c:v>0.14987720966295234</c:v>
                </c:pt>
                <c:pt idx="20">
                  <c:v>0.91294525072762767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1A-45F0-9B6A-B57EF3476D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 1 (cos, fast)</c:v>
                </c:pt>
              </c:strCache>
            </c:strRef>
          </c:tx>
          <c:spPr>
            <a:ln w="28575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</c:v>
                </c:pt>
                <c:pt idx="1">
                  <c:v>0.54030230586813977</c:v>
                </c:pt>
                <c:pt idx="2">
                  <c:v>-0.41614683654714241</c:v>
                </c:pt>
                <c:pt idx="3">
                  <c:v>-0.98999249660044542</c:v>
                </c:pt>
                <c:pt idx="4">
                  <c:v>-0.65364362086361194</c:v>
                </c:pt>
                <c:pt idx="5">
                  <c:v>0.28366218546322625</c:v>
                </c:pt>
                <c:pt idx="6">
                  <c:v>0.96017028665036608</c:v>
                </c:pt>
                <c:pt idx="7">
                  <c:v>0.7539022543433046</c:v>
                </c:pt>
                <c:pt idx="8">
                  <c:v>-0.14550003380861354</c:v>
                </c:pt>
                <c:pt idx="9">
                  <c:v>-0.91113026188467694</c:v>
                </c:pt>
                <c:pt idx="10">
                  <c:v>-0.83907152907645244</c:v>
                </c:pt>
                <c:pt idx="11">
                  <c:v>4.4256979880507854E-3</c:v>
                </c:pt>
                <c:pt idx="12">
                  <c:v>0.84385395873249214</c:v>
                </c:pt>
                <c:pt idx="13">
                  <c:v>0.90744678145019619</c:v>
                </c:pt>
                <c:pt idx="14">
                  <c:v>0.13673721820783361</c:v>
                </c:pt>
                <c:pt idx="15">
                  <c:v>-0.75968791285882131</c:v>
                </c:pt>
                <c:pt idx="16">
                  <c:v>-0.95765948032338466</c:v>
                </c:pt>
                <c:pt idx="17">
                  <c:v>-0.27516333805159693</c:v>
                </c:pt>
                <c:pt idx="18">
                  <c:v>0.66031670824408017</c:v>
                </c:pt>
                <c:pt idx="19">
                  <c:v>0.98870461818666922</c:v>
                </c:pt>
                <c:pt idx="20">
                  <c:v>0.40808206181339196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1A-45F0-9B6A-B57EF3476D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dim 2 (sin, slow)</c:v>
                </c:pt>
              </c:strCache>
            </c:strRef>
          </c:tx>
          <c:spPr>
            <a:ln w="28575" cap="flat">
              <a:solidFill>
                <a:srgbClr val="6FA8D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9.9998333341666645E-3</c:v>
                </c:pt>
                <c:pt idx="2">
                  <c:v>1.999866669333308E-2</c:v>
                </c:pt>
                <c:pt idx="3">
                  <c:v>2.999550020249566E-2</c:v>
                </c:pt>
                <c:pt idx="4">
                  <c:v>3.9989334186634161E-2</c:v>
                </c:pt>
                <c:pt idx="5">
                  <c:v>4.9979169270678331E-2</c:v>
                </c:pt>
                <c:pt idx="6">
                  <c:v>5.9964006479444595E-2</c:v>
                </c:pt>
                <c:pt idx="7">
                  <c:v>6.9942847337532768E-2</c:v>
                </c:pt>
                <c:pt idx="8">
                  <c:v>7.9914693969172695E-2</c:v>
                </c:pt>
                <c:pt idx="9">
                  <c:v>8.987854919801104E-2</c:v>
                </c:pt>
                <c:pt idx="10">
                  <c:v>9.9833416646828155E-2</c:v>
                </c:pt>
                <c:pt idx="11">
                  <c:v>0.10977830083717481</c:v>
                </c:pt>
                <c:pt idx="12">
                  <c:v>0.11971220728891936</c:v>
                </c:pt>
                <c:pt idx="13">
                  <c:v>0.12963414261969486</c:v>
                </c:pt>
                <c:pt idx="14">
                  <c:v>0.13954311464423649</c:v>
                </c:pt>
                <c:pt idx="15">
                  <c:v>0.14943813247359922</c:v>
                </c:pt>
                <c:pt idx="16">
                  <c:v>0.15931820661424598</c:v>
                </c:pt>
                <c:pt idx="17">
                  <c:v>0.16918234906699603</c:v>
                </c:pt>
                <c:pt idx="18">
                  <c:v>0.17902957342582418</c:v>
                </c:pt>
                <c:pt idx="19">
                  <c:v>0.18885889497650057</c:v>
                </c:pt>
                <c:pt idx="20">
                  <c:v>0.19866933079506122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1A-45F0-9B6A-B57EF3476D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dim 3 (cos, slow)</c:v>
                </c:pt>
              </c:strCache>
            </c:strRef>
          </c:tx>
          <c:spPr>
            <a:ln w="28575" cap="flat">
              <a:solidFill>
                <a:srgbClr val="C27BA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</c:v>
                </c:pt>
                <c:pt idx="1">
                  <c:v>0.99995000041666526</c:v>
                </c:pt>
                <c:pt idx="2">
                  <c:v>0.99980000666657776</c:v>
                </c:pt>
                <c:pt idx="3">
                  <c:v>0.99955003374898754</c:v>
                </c:pt>
                <c:pt idx="4">
                  <c:v>0.99920010666097792</c:v>
                </c:pt>
                <c:pt idx="5">
                  <c:v>0.99875026039496628</c:v>
                </c:pt>
                <c:pt idx="6">
                  <c:v>0.99820053993520419</c:v>
                </c:pt>
                <c:pt idx="7">
                  <c:v>0.99755100025327959</c:v>
                </c:pt>
                <c:pt idx="8">
                  <c:v>0.99680170630261944</c:v>
                </c:pt>
                <c:pt idx="9">
                  <c:v>0.99595273301199427</c:v>
                </c:pt>
                <c:pt idx="10">
                  <c:v>0.99500416527802571</c:v>
                </c:pt>
                <c:pt idx="11">
                  <c:v>0.99395609795669682</c:v>
                </c:pt>
                <c:pt idx="12">
                  <c:v>0.99280863585386625</c:v>
                </c:pt>
                <c:pt idx="13">
                  <c:v>0.99156189371478809</c:v>
                </c:pt>
                <c:pt idx="14">
                  <c:v>0.99021599621263712</c:v>
                </c:pt>
                <c:pt idx="15">
                  <c:v>0.98877107793604224</c:v>
                </c:pt>
                <c:pt idx="16">
                  <c:v>0.98722728337562693</c:v>
                </c:pt>
                <c:pt idx="17">
                  <c:v>0.98558476690956076</c:v>
                </c:pt>
                <c:pt idx="18">
                  <c:v>0.98384369278812145</c:v>
                </c:pt>
                <c:pt idx="19">
                  <c:v>0.98200423511727031</c:v>
                </c:pt>
                <c:pt idx="20">
                  <c:v>0.98006657784124163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1A-45F0-9B6A-B57EF3476D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2:18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12407 13387 50 0,'0'0'75'0,"0"0"-63"0,-3 0 25 0,2 0 2 0,0 0-15 0,0 0-13 0,1 0-7 0,0 0-5 0,0 0 0 0,0 0 0 15,0-3 1-15,0 3 0 16,0-4 0-16,0 4-1 16,0 0 1-16,0 0 0 15,0 0 1-15,0 0-2 16,0 0 2-16,0 0-1 0,0 0 0 15,1 0 0-15,4 0 0 16,-3 0 0-16,1 3 1 16,1-2-1-16,2 3 1 15,-2-1 3-15,2 1 3 16,2 1 0-16,-1 0-1 0,1 1 0 16,2 1-2-16,-1 0-1 15,0 0-1-15,3 0-1 16,0 0 1-16,2-1-2 15,-3 0 1-15,0-2 0 16,3 2 2-16,-3-3-2 16,3-2 3-16,-3 2-3 0,2-2 2 15,0-1-2-15,0 0 3 16,2 0 4-16,2-8 2 16,3-5-3-16,5-5 1 15,2-4-1-15,4-5 4 16,4-5 4-16,7-4 3 0,8-7-2 15,4-6-4-15,7-5 12 16,7-4-10-16,6-4-3 16,3-1-4-16,1 0-3 15,2 1-2-15,-6 3-1 0,0 2-1 16,-5 5 0 0,-8 4 0-16,-3 5 0 0,-6 6 1 15,-8 6-1-15,-6 6 0 16,-9 4-2-16,-5 8 2 15,-8 5-3-15,-3 7-12 16,-8 1-45-16,-5 7-14 16,-4 6-22-16,-13 1-109 0</inkml:trace>
  <inkml:trace contextRef="#ctx0" brushRef="#br0" timeOffset="4879.31">17338 16598 83 0,'-3'0'6'0,"-2"-3"13"0,2 0-5 0,-1-1 1 15,0 3-1-15,0-2 9 16,-1 0 1-16,3 0-1 16,-2 1-2-16,1 0-2 15,0 0-9-15,1 0-5 16,2 0-2-16,-1 2-2 0,1 0-1 15,0 0 0-15,0 0-5 16,3 0-6-16,5 0 9 16,2 0 1-16,3 2-3 15,1 0 0-15,3 2 2 16,1-2 1-16,4 1 1 0,1 0 0 16,3 1 0-16,2-2 0 15,3 0 0-15,2 0-1 16,2-1 2-16,3-1-1 15,4 0 0-15,4 0 0 0,4 0 0 16,2 0 1-16,2 0-1 16,2 3 0-16,-2-1 2 15,3 2 0-15,2-1 0 16,1 1-1-16,2 0 2 16,3 3-3-16,1-4 1 15,1 3-1-15,4-1 0 0,0 0 2 16,1-2-2-16,4 1 0 15,2-4 0-15,3 0 1 16,3 0 0-16,4 0 0 16,3-4 1-16,1-2-1 15,-2-1 0-15,-1 0 2 0,0 1 1 16,0 0 2-16,-3 2 4 16,3 1 0-16,-1 3-3 15,5 0 0-15,-3 0-4 16,4 0 0-16,4 4-2 15,1 1-1-15,3 0 0 0,-3 0 0 16,2 0 0-16,3-2 0 16,-5 2 1-16,2 0-1 15,1 1-1-15,-1-2 2 16,-2 3-2-16,0 0 0 16,-1-1 0-16,-6 0 1 0,-3-1 0 15,-3-2 0-15,-3-1 0 16,-5 0 1-16,-7-1-2 15,-4-1 1-15,-11 0 0 16,-5 0-14-16,-13 0-9 16,-7-6-4-16,-12-3-45 15,-11-2-49-15</inkml:trace>
  <inkml:trace contextRef="#ctx0" brushRef="#br0" timeOffset="5810.85">18576 15050 45 0,'2'1'43'0,"0"2"-42"0,5 1 5 0,-5 1-2 15,2 0-3-15,1 2 1 16,-3-1 4-16,1 1 1 16,-1-1 4-16,2 1 1 0,1-1-2 15,-2-2-5-15,3 1-1 16,3-3-2-16,1 0 2 15,2-2 5-15,3-2 6 16,5-12 6-16,6-6 3 16,9-7-3-16,7-8-8 15,10-5-5-15,8-6-4 0,9-4-2 16,6-9-2-16,7-2 1 16,5-3-2-16,1-6-9 15,1-5-47-15,0-7-90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2:41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5411 4587 52 0,'0'0'9'0,"0"-2"-4"0,0 1 1 0,0 1 0 16,0 0 1-16,0 0-1 15,0-2-1-15,0 2-2 16,0 0 1-16,0 0-3 0,0-1 1 15,0 1-4-15,0 0 0 16,0 0 1-16,0 0 0 16,2 0 3-16,1-1 0 15,1 1 0-15,0 0 0 16,-1 0-1-16,1 0 1 0,-1 0 0 16,1 0-2-16,-2 0 2 15,3 0-1-15,-3 0 0 16,0 2 1-16,1 2-1 15,1 0-1-15,-2-1 1 16,0 1 0-16,3-1 0 16,-3 1 0-16,1-1 1 0,1 1-1 15,-2-1 0-15,2 1 1 16,1 2 0-16,-3-2-1 16,3 0 0-16,2 1-1 15,-3-1 1-15,0 0-1 16,1-1 0-16,1-3 1 0,-3 1 0 15,4 0 0-15,-1 1 1 16,-1-2 4-16,3 0 1 16,2 0 2-16,-1-5-1 15,1-7-3-15,5-2 0 0,2-2 1 16,1-7-3-16,5 0 0 16,1-4 0-16,3 0 0 15,4-3-3-15,2-1 3 16,6-1 0-16,-2 1 1 15,4-4 0-15,0 2 0 16,3-3 1-16,-4 1-1 0,-1 0 0 16,1 2-1-16,-3 2 0 15,-1 2 0-15,-3 8-2 16,-4 1 0-16,0 4 1 16,-4 5 1-16,-9 2-6 15,-7 1-63-15,-9-5-107 0</inkml:trace>
  <inkml:trace contextRef="#ctx0" brushRef="#br0" timeOffset="4346.6">5922 8446 84 0,'0'0'13'0,"0"0"-8"0,0 0 8 0,0 0 2 0,0 0-5 16,0 0-4-16,0 0-4 16,0 0 0-16,0 0-3 15,0 0-6-15,0 0 4 16,0-13 4-16,0 20 0 0,1 3 2 15,4 4-3-15,-1 2 0 16,-2 1 1-16,3 1-1 16,1-1 0-16,1-1-1 15,0-3-2-15,0-5 2 16,1-2-1-16,3-2-2 16,-1-4 2-16,5 0 10 0,3-11 6 15,5-10 4-15,8-8-3 16,9-12-1-16,6-6 0 15,9-8 0-15,5-6 1 16,7-5-2-16,3 1-5 16,1 2-3-16,-2 1 0 0,0 8-3 15,-4 9 0-15,-7 10 1 16,-13 13 1-16,-18 13-46 16</inkml:trace>
  <inkml:trace contextRef="#ctx0" brushRef="#br0" timeOffset="5549.77">6410 12129 79 0,'-4'-1'17'0,"1"0"-14"0,1 0 5 0,0-2-3 15,0 2-2-15,2 0 1 16,0-1-4-16,0 2 0 16,0 0-2-16,0 0 0 15,0 0-1-15,2 3 0 16,1 5 2-16,5 2 7 0,-2 4-3 16,4 3 1-16,-1 0-2 15,0 0 0-15,2 0 1 16,-2-1 2-16,2-5 0 15,-1-2-1-15,2-6-2 16,-1-3 2-16,5-2 2 0,-1-11 14 16,4-8 1-16,4-7-7 15,1-8-8-15,0-1-2 16,3-4 0-16,-2-1-2 16,-2 0-1-16,1 4 0 15,-2 2 0-15,0 5 0 0,-3 3 1 16,-2 5-1-16,1 3 1 15,-3 8-2-15,-1 4-5 16,-5 3-23-16,-5 3-51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3:08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12347 7242 0 0,'-7'1'0'0</inkml:trace>
  <inkml:trace contextRef="#ctx0" brushRef="#br0" timeOffset="354.87">12210 7247 63 0,'0'0'20'15,"0"0"3"-15,0 0-8 16,0 0-8-16,0 0-1 16,0 0-4-16,0 0-1 0,-18-23 0 15,18 20-1-15,0 2 0 16,-2-2 0-16,2-1 2 16,0 1 4-16,-2 2-2 15,2-1-2-15,0 1-1 16,-2 1 0-16,2 0 3 15,0-3 1-15,0 3-1 0,0 0 3 16,0 0-2-16,0 0-2 16,0 0-3-16,0 0 0 15,0 0 0-15,0 0 0 16,0 0 0-16,0 0-2 16,0 0-13-16,0 0-10 0,2 0-7 15,0-4-54-15</inkml:trace>
  <inkml:trace contextRef="#ctx0" brushRef="#br0" timeOffset="1771.25">12215 7278 82 0,'0'0'20'0,"0"0"-15"0,0 0 2 0,0 0-2 15,0 0-2-15,0 0-2 16,0 0 0-16,0 0-1 16,0 0 0-16,0 0 0 0,0 0-1 15,0 0 1-15,-29-7-1 16,29 7-7-16,0 0-2 15,0 0 8-15,0 0 4 16,0-1 3-16,0-2-2 16,6 2 4-16,-1-2-3 0,3-1 3 15,2 1-1-15,-2 0-4 16,3 1 0-16,2-2-1 16,-1 4-1-16,2-1 1 15,-1-1-1-15,3 2 0 16,-2 0 2-16,2-1-2 15,1 1 0-15,3-1 0 0,-1-1 0 16,4-2-2-16,0 2 1 16,0-2 2-16,1 0-1 15,2-1 2-15,-1 1-1 16,0 0-1-16,0 1 1 0,-1 2 0 16,2-1 0-16,1 1-1 15,0 1 1-15,0 0-1 16,2 0 0-16,1 0 1 15,3 0 0-15,1 0 2 16,3-3 2-16,1 1-1 0,1 0 0 16,0-1 0-16,0 2-2 15,1-1 0-15,2 1-2 16,-4-1 2-16,5 2 0 16,-1 0 2-16,3 0 0 15,4 0-2-15,-1 0-1 16,2 2 0-16,-2 2-1 0,0 2 0 15,0-1 0-15,2 0 1 16,0 0-2-16,1-2 2 16,0 1-1-16,-1-1 0 15,0-1 0-15,0 2 0 16,2-3 0-16,-1 3 1 0,-1 1-1 16,3-1 0-16,1 3 0 15,-4-2 0-15,3 2 0 16,1-2 0-16,1 1 0 15,1-2 0-15,0 0 2 16,4 1-2-16,-1-2 1 0,0 2 1 16,4-1 0-16,-3 1-1 15,3-1 2-15,-2 0-2 16,1-1-1-16,0 0 0 16,1-3 1-16,-2 0-1 15,3 0 0-15,-2 0 2 0,2 0-1 16,-2-4 6-16,1-2 4 15,-4 2 0-15,0 0-2 16,-3 1-4-16,-4-1 0 16,-3 1-1-16,-2 0 1 15,-1-1-2-15,-2 2-2 16,-4-1 0-16,-1 3 0 0,-7-1-1 16,-3-1 0-16,-5 2 2 15,-4 0-2-15,-4 0 0 16,-4 0-2-16,-4 2 0 15,-6 4-21-15,-2-2-46 0,-15-3-60 16</inkml:trace>
  <inkml:trace contextRef="#ctx0" brushRef="#br0" timeOffset="3185.89">14261 6108 57 0,'3'0'15'0,"-3"0"-2"0,4 0 1 0,-4-1-6 16,0-1 5-16,1 1-3 15,-1 1-6-15,0 0-4 16,3 0 0-16,-2 4-1 16,0 3 1-16,3 0 1 0,-2 2 0 15,0-1-1-15,0-1 0 16,1-1 1-16,1 0 0 16,1-3 0-16,-1-2 0 15,5-1 2-15,0 0 13 16,7-3 6-16,2-11 0 0,9-4-3 15,10-11-8-15,11-6-3 16,11-8-3-16,10-4-3 16,13-1 0-16,4-7-4 15,1-5-24-15,1-7-129 16</inkml:trace>
  <inkml:trace contextRef="#ctx0" brushRef="#br0" timeOffset="6597.23">17588 7236 87 0,'-3'-2'7'0,"1"-1"10"0,-2 1-5 0,1 0-1 16,0 0 5-16,1 1-3 15,1-3 1-15,-4 2 1 0,3 1-3 16,1 0-4-16,0 0-5 15,1 1-3-15,0 0-2 16,0 0-5-16,0 0-16 16,0 0 11-16,0 0 8 15,0 0 3-15,0 2 0 0,0 1 1 16,2-1-3-16,5 0 3 16,0 1 4-16,2-1 2 15,5 0-3-15,1 1-2 16,5-1-2-16,0-2 3 15,6 2-1-15,-1 0-2 0,2-2 0 16,2 0 2-16,0 0-1 16,3 0-1-16,1 0 4 15,-1 0-2-15,3 0 1 16,1 0-2-16,3 0 1 16,2 0-1-16,1 0 1 15,4 0 0-15,3-2-1 0,-1 0 0 16,1 0 0-16,-1-2 1 15,0 1-1-15,2 1 1 16,-3-3 0-16,4 2 1 16,-1-1 1-16,3-2 2 0,1 2-4 15,3 0 1-15,4-2-1 16,2 3 0-16,6-1-1 16,-1 2 0-16,3 0 1 15,5-1-1-15,-4 0 1 16,0 1-1-16,-1-1 0 0,0 0 0 15,1-2 1-15,0 1 1 16,-1-2-1-16,2 1 3 16,2-2 5-16,-1 1-3 15,0 0-2-15,-2 2-1 16,-2 0-1-16,1-2-1 16,3 2 2-16,-3 2-1 0,1-1 2 15,4-1-1-15,-2 4 0 16,4-1-1-16,-4 1 0 15,-2 0-2-15,-5 0 1 16,-5 0-1-16,-4-2 1 16,-3 1-2-16,-3-2 4 0,-3 3 0 15,0-4 1-15,-3 4 0 16,0-3-1-16,-3 3-2 16,-1-2 0-16,-6 1-1 15,-1 1 0-15,-5-1 1 0,-2-1-1 16,-3 2 1-16,-4-1-1 15,-4 1 0 1,-1 0 0-16,-3 0 0 0,-5 0 0 16,0 0 0-16,-2 0 0 15,-1 0-1-15,-3 0 0 16,-1 0-4-16,0 0-5 0,0 0-13 16,-1 0-26-16,0-3-32 15</inkml:trace>
  <inkml:trace contextRef="#ctx0" brushRef="#br0" timeOffset="7336.63">21780 6641 112 0,'0'0'3'0,"0"1"-3"0,0 2 0 15,0-1 0-15,0 0 1 16,0 2-1-16,0 1 1 16,0-2 1-16,0 1-2 0,0 1 1 15,0 0-1-15,0-2 1 16,1 0 0-16,6-1 1 15,2-2 13-15,5 0 8 16,7-5 6-16,10-8-3 16,11-6-5-16,13-6-6 0,14-7-2 15,12-3-9-15,7-4-2 16,5-4-2-16,1-4-23 16,3-6-97-16</inkml:trace>
  <inkml:trace contextRef="#ctx0" brushRef="#br0" timeOffset="10632.51">15024 10065 21 0,'0'3'1'0,"0"-2"-2"0,0 2 0 15,0 0-9-15</inkml:trace>
  <inkml:trace contextRef="#ctx0" brushRef="#br0" timeOffset="11742.05">15094 10029 10 0,'0'0'17'0,"0"0"-2"0,0 0 0 0,0 0-6 16,0 0-4-16,0 0-1 15,0 0-1-15,0 0 0 16,0 0-3-16,0 0 0 0,0 0 0 15,42 40 4-15,-39-33-1 16,3-1-2-16,-2 0 0 16,1-1 0-16,1-2 0 15,-1 1-1-15,-1-1 2 16,3-3-1-16,-3 0 4 16,5 0 10-16,0-4 2 0,2-6-4 15,3-1-5-15,6-5 1 16,-1-4-1-16,7-4-2 15,0-2 1-15,4-5 3 16,8-6 6-16,2-1 0 0,4-2-4 16,3-1-5-16,3-2-2 15,1 2-3-15,-1 3 0 16,1 2-2-16,0 2 1 16,-2 2-1-16,-2 2 0 15,-2 3 1-15,-4 1-1 16,-4 4 0-16,-6 2 1 0,-6 1 0 15,-6 6 0-15,-6 2 6 16,-3 1 4-16,-4 4-2 16,-3 2 5-16,0 1-2 15,-3 3 0-15,0 0-9 16,0 0-3-16,0 0-2 0,0 0 1 16,0 0-1-16,0 3-10 15,0 4-15-15,0 0-14 16,-6-1-39-16</inkml:trace>
  <inkml:trace contextRef="#ctx0" brushRef="#br0" timeOffset="15682.79">9160 9923 26 0,'0'0'32'0,"0"-2"-31"0,0-2 0 16,0 2 0-16,0-2 5 15,0 0 13-15,-3 1-1 0,-1 1-5 16,1-1 2-16,-1 0-7 16,-1 1-4-16,1 1-1 15,0 1-2-15,-3 0-1 16,2 0 0-16,-1 0-1 16,1 0 2-16,-1 0-1 15,-2 0 0-15,2 2 1 0,-1 2 0 16,-2-1 0-16,0 1 0 15,-1 1 0-15,0 1 0 16,-1 1-1-16,-2 1 0 16,0 0 1-16,-3 0-1 15,1 2 2-15,-2 0-2 0,-1 2 2 16,1-2 1-16,-3 1 0 16,4 3-1-16,-2-1 2 15,0-1-2-15,1 3 0 16,3-1-1-16,-2 3 0 15,1 0-1-15,1 3 0 0,3-3 1 16,-3 1-1-16,4 2 0 16,1-5 0-16,1 2 0 15,0 1 0-15,1 0 0 16,1-1 1-16,-1 1-1 16,2 2 0-16,1-2 0 0,0 2 1 15,3 1-2-15,-1 2 2 16,2 1-1-16,-2-1 2 15,0 5-2-15,2 1 0 16,0 2 1-16,-2 0-2 16,2 1 2-16,0 0-1 0,0-2 1 15,0 1-1-15,0-4 1 16,0 2-1-16,0-1 1 16,4-2 0-16,1 1 0 15,1 0-1-15,3-1 1 16,0-1 1-16,2 0-2 0,3 4 2 15,-1-2 1-15,3 1-1 16,-1 0-2-16,3 1 0 16,0-1 1-16,4 1-1 15,-1-1 0-15,2-2 1 16,2-1 0-16,0-2 0 0,0-2 0 16,2-1 0-16,-3 0 0 15,2-3-1-15,1 0 3 16,1-1-2-16,3-1 0 15,0-2 0-15,2 1 1 16,3-1-2-16,-1-2 1 16,2-1 1-16,1 0-1 15,-2-2-1-15,1-2 1 0,2-1-1 16,-1-2 1-16,-1-2 1 16,3-1-2-16,0 0 0 15,-1-4 0-15,-1-5 1 16,-3-5-1-16,-1-2 0 0,-1-3 5 15,2-4-1-15,-1-1 1 16,1-3 0-16,-2-2-2 16,3-1 6-16,-2-2-8 15,-1 1 3-15,-2-1 0 0,-4 0 0 16,-2 2 0-16,-4-1 0 16,-2 1 0-16,-3 0-2 15,-3-3 1-15,1 1 0 16,-1 0-1-16,-2 0-1 15,-1-2 0-15,2 0-1 16,-3-2 1-16,-1 2-1 0,0-3 1 16,-2 0-2-16,-1-3 2 15,-1-2-2-15,-4 0 3 16,0 1-1-16,0 2-1 16,-10 1 3-16,1 3 7 15,-5-2-4-15,1 0 1 0,-5-2-3 16,1 0-1-16,-2 1 0 15,-1-2 0-15,0 2 0 16,-4 1-2-16,-1 3 0 16,3 1 1-16,-5 3-1 15,-2 3-1-15,0 0 3 0,-4 0-5 16,1 3 2-16,-1 2-2 16,-4 1 3-16,1 0 0 15,-5 4 1-15,-2 3-4 16,-2 4 2-16,-5 2 0 15,-2 5-1-15,-2 3-1 16,0 4 3-16,-4 13-5 0,-3 10-19 16,-2 4-14-16,-4 5-33 15,-2-1-136-15</inkml:trace>
  <inkml:trace contextRef="#ctx0" brushRef="#br0" timeOffset="18194.54">18175 15205 3 0</inkml:trace>
  <inkml:trace contextRef="#ctx0" brushRef="#br0" timeOffset="19012.23">18272 15037 69 0,'0'0'13'0,"0"0"17"16,0 0 0-16,0 0 0 0,0 0-2 16,0 0-12-16,0 0-8 15,0 0-6-15,0 0-2 16,0-6 0-16,1 6 1 16,2-1-1-16,0 1 0 15,-1 0 0-15,0 0-2 0,0 0-1 16,-1 4 6-16,1 2-3 15,0 1 1-15,0 0 0 16,2 0 0-16,-1 0 0 16,0 0 1-16,1 1-2 15,2-2 0-15,-3-1 0 16,1 2 1-16,2-3-1 0,-3 1 0 16,3-3 2-16,1 1-1 15,-3-2-1-15,3 1 0 16,-3-2 0-16,2 0-1 15,3 0-1-15,-1-4 2 16,2-5 2-16,3-2-1 0,4-6-1 16,1 0 1-16,1-4 2 15,3-3 0-15,4-2 2 16,-1 0 1-16,4-5 5 16,2 0-3-16,1-2 1 0,5-4 0 15,3-1-1-15,1-3 1 16,3 2 2-16,1 0-7 15,4 1-3-15,-6 3 0 16,1 6-1-16,-5 2 1 16,-4 5-1-16,-8 4 0 15,-5 2 1-15,-6 6-1 0,-5 2 0 16,-4 5 0-16,-5 0 0 16,0 3 4-16,-2 0-2 15,0 0-4-15,0 0 5 16,-4 4-18-16,-2 2-23 15,-1-2-20-15,-4-1-57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3:37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22745 4689 51 0,'0'0'8'0,"0"-1"8"0,0-2-1 0,0 3-3 15,0-3-7-15,0 2 2 16,0-1 5-16,0-2-1 16,2 4-2-16,0-2-3 0,0 1-1 15,2 1-4-15,-1 0-1 16,1 0 1-16,2 0-1 15,-2 0 0-15,0 0 0 16,-1 0 0-16,0 3 0 0,-1 3-2 16,0-2 0-16,-1 0 2 15,1 5 2-15,1-4-1 16,0 1 0-16,-1-1-1 16,1 1 0-16,0-3 1 15,-1 3-1-15,1-4 0 0,0-1 0 16,0 2 1-16,2-3-1 15,1 0 1-15,2 0 2 16,2 0 5-16,3-3-2 16,2-3 1-16,3-2-2 15,3-2 2-15,3-2-2 16,3-3 4-16,0-2 1 16,5-2-3-16,-1-3 3 0,4-1-2 15,-2-3-3-15,3-1 0 16,-1 2-1-16,-1-2-1 15,2 3-3-15,1 1 2 16,-2 3-1-16,-5 1 0 0,-1 3 1 16,-2 2 0-16,-6 2 0 15,-1 2-2-15,-7 3 0 16,-1 2 1-16,-3 3-1 16,0 2-1-16,-3 0-2 15,-1 0-17-15,-4 0-44 0,-1 0-63 16</inkml:trace>
  <inkml:trace contextRef="#ctx0" brushRef="#br0" timeOffset="2493.01">21340 6152 50 0,'0'0'7'0,"0"0"3"0,0 0 1 0,0 0-2 15,0 0 1-15,0 0-1 16,0 0 1-16,0 0 2 15,0 0-2-15,0 0-6 0,0 0-4 16,0 0 0-16,1 0 2 16,1 0-2-16,0 0-2 15,1 0 2-15,0 2-1 16,1 0 2-16,-1 3-1 16,1-1 0-16,1-1 0 0,0 1 0 15,1-1 0-15,-1 1 0 16,2 0 0-16,-2-1 0 15,-1 3 0-15,2-2 0 16,-4-1 0-16,2 1 0 16,-1-1 0-16,2 1 0 15,-1-1 2-15,1 0-4 0,3-3 1 16,-3 1 1-16,4-1-1 16,0 0 1-16,2 0-1 15,0 0 2-15,1-5-2 16,1-1 2-16,2-1 3 15,1-3-1-15,4 0 2 0,0-1 3 16,2-5-1-16,1-1 0 16,4-3 2-16,0 0-1 15,2-5 4-15,2-1-4 16,1-1 0-16,3 0 4 16,-1 0-3-16,3-1 0 15,0 2-4-15,-2 1 2 0,0 0-1 16,-1 4 2-16,-2-2-4 15,-3 1 0-15,-1 2-1 16,-2 4 0-16,-3 1-1 16,-3 2-1-16,-1 4-1 0,-5 0 0 15,-1 4 2-15,-6 2-3 16,-1 2 2-16,-3 1-2 16,-3 0-2-16,0 4-21 15,-3 3-47-15,-12 0-13 16</inkml:trace>
  <inkml:trace contextRef="#ctx0" brushRef="#br0" timeOffset="6186.94">7779 9281 116 0,'0'-3'-6'0,"0"-1"9"0,0 2 1 0,0 1 2 16,0 1-3-16,0 0-1 16,0 0 0-16,0 0 0 15,1 0-1-15,2 0-1 0,1 0 0 16,-1 3 0-16,3 2 0 16,0 1 0-16,2 3 0 15,0-1 0-15,-1 2 1 16,5 0-1-16,-4-1 0 15,1-1 0-15,0-1 1 0,3 0-1 16,1-4 1-16,2-3 0 16,3 0 8-16,2-6 2 15,3-6 0-15,4-5 1 16,4-5-1-16,1-3-2 16,7-5-1-16,1-3 1 15,3-2-3-15,2-2-3 0,2-3-1 16,0-1 1-16,0 5-3 15,-3 4 1-15,1 5-1 16,-7 8 0-16,-6 9 0 16,-5 9-4-16,-10 1-42 15,-8 16-39-15</inkml:trace>
  <inkml:trace contextRef="#ctx0" brushRef="#br0" timeOffset="6774.49">8035 10376 84 0,'0'0'-1'0,"0"0"3"0,0 0 0 16,0 0 0-16,0 0-1 0,0 0 1 15,0 0 3-15,0 37 1 16,9-29 2-16,0-3 3 15,5-3 0-15,4-2 3 16,3 0-2-16,6-15 2 0,2-4-1 16,7-6-1-16,-2-8 3 15,7-4-5-15,0-4-2 16,2 0 2-16,4-3-2 16,0 1-4-16,0 5-2 15,0 2 0-15,-5 8-1 16,0 8-1-16,-8 9-1 0,-7 7-46 15,-9 4-48 1</inkml:trace>
  <inkml:trace contextRef="#ctx0" brushRef="#br0" timeOffset="7439.75">8024 11636 103 0,'0'0'8'0,"0"0"-4"0,0 0 7 0,0 0-2 16,0 0 1-16,0 0 0 15,0 0-2-15,0 0-4 0,0 0-1 16,0 0-3-16,0 0 0 15,1 3 1-15,5 2-1 16,-2 2 1-16,2 3-2 16,1 0 1-16,-1 2 0 0,2 2 0 15,-3-1 0-15,5-1 0 16,0-2 0-16,-1 0 0 16,2-6 0-16,4-4 1 15,1 0-3-15,6-11 12 16,1-12 8-16,6-9 1 15,4-11-5-15,8-8-4 0,10-10-1 16,9-9-2-16,10-5 0 16,8-2-4-16,2-2-2 15,-1-4-31-15</inkml:trace>
  <inkml:trace contextRef="#ctx0" brushRef="#br0" timeOffset="8861.83">6277 14152 176 0,'0'0'-17'0,"0"0"16"0,0 0 2 15,0 0-2-15,42 3 2 16,-22 4 0-16,1 2 0 16,5 0-1-16,10 0 1 15,1 3 0-15,10-4 1 0,7 4-2 16,6-1 0-16,3 0 0 16,6 3-3-16,3-2-26 15,-1-2-34-15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3:58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9868 7724 40 0,'-5'0'17'0,"3"0"-8"0,-1 0 0 0,0 0-1 0,1 0-4 15,1 0-2-15,-1 0 0 16,0 0 1-16,0 0 2 15,-1 0 6-15,2 0 4 0,0 0 0 16,0 0-3-16,1-2-5 16,0 2-5-16,0-1-5 15,0 1-3-15,0 0 6 16,0 0 0-16,2 0 1 16,4 0-1-16,-2 0 0 0,0 0 1 15,5 3-2-15,-2-3 0 16,3 3-3-16,0-1-2 15,2-2 2-15,-1 0 2 16,3 0 1-16,-1 0 5 16,5 0 5-16,-1 0-3 0,0 0-1 15,4 0 2-15,-1 0 1 16,3 0-2-16,-4 0-3 16,4 0 0-16,0 0-2 15,-3 0 0-15,4 0 0 16,-1 0-1-16,2 0 0 15,0 0 0-15,-2 0 1 0,0 0-1 16,1 0 0-16,-1-2 3 16,-1 2 2-16,1-3-3 15,1 3 2-15,-3 0-2 16,0 0 1-16,2 0-1 0,-3 0-2 16,2 0 1-16,-2 0 0 15,5 3 0-15,-2 1-2 16,0-2 2-16,3 1-1 15,2-1 0-15,0 0 1 16,3 1-2-16,0-2 3 16,-2-1 1-16,1 0 1 0,0 0 0 15,0 0 0-15,1 0 2 16,-2 0-1-16,3 0 2 16,1 0-3-16,2 0 1 15,1 0-2-15,-3 0 0 16,3 0-3-16,-1 1 1 0,0 1-1 15,-2 2 0-15,1-1 0 16,2 0 1-16,2 0-1 16,4-2 1-16,1 2 0 15,6-1-1-15,-4-1 0 16,4 0 1-16,-3-1-1 16,2 0 1-16,-2 0 0 0,2 0 0 15,-2 0 3-15,1 0-1 16,-4 0 1-16,4 0-2 15,-5 0 1-15,1 0-1 0,-3-1-1 16,4 1 1-16,-1-3-1 16,-1 0 0-16,-2 2 1 15,3-2-1-15,-5 0 0 16,-4 0 1-16,1-1-1 16,-3 1-1-16,-3 1 1 15,-4 0 0-15,1-2-1 0,-8 4 1 16,0 0-5-16,-7 0-7 15,-1 0-14-15,-4 0-29 16,-6-2-13-16,0-1-26 16</inkml:trace>
  <inkml:trace contextRef="#ctx0" brushRef="#br0" timeOffset="811.38">10415 7853 31 0,'4'-2'4'0,"4"-1"8"0,-3 0 1 0,3 0-9 15,-1 0-2-15,4-1-2 16,-2 1 0-16,-1 2 1 15,4-1 2-15,-1 2-1 16,0 0 0-16,5 0 0 16,0 0 0-16,2 2 1 0,4 2 1 15,0 3 3-15,5-3 1 16,0 2-1-16,4 0 1 16,0-1 2-16,3 1-1 15,1-3 3-15,6 2-3 0,-1-1-3 16,3 0-2-16,3-3-2 15,5 2-2-15,1-3 1 16,0 0 1-16,2 0 0 16,2 0 1-16,-5 0 1 15,3 0 3-15,2-3 0 0,0 0-2 16,1-2 2-16,1-1 6 16,-2 0 1-16,2 1-3 15,-4-3 0-15,0 0-1 16,-3 1 0-16,-4 0-4 15,-5 0-2-15,-4 1 0 16,-5-1-2-16,-4 4-1 16,-3-1 0-16,-4 2-2 0,-4 1 2 15,-4-2 0-15,-2 3 0 16,-2 0-1-16,-2 0-3 16,-1 0-30-16,-5 0-72 15</inkml:trace>
  <inkml:trace contextRef="#ctx0" brushRef="#br0" timeOffset="5914.7">15346 7086 25 0,'0'0'3'0,"0"0"3"0,0 0-4 0,-1-1 1 16,1 0 4-16,-1-1 6 16,1 1 1-16,0-2 1 15,-1 2-2-15,1-1-6 0,0 1 4 16,0 1-8-16,0 0-3 16,0 0 0-16,0 0 0 15,0 0 0-15,0 0 0 16,0 4-1-16,1 0 3 15,1 0-1-15,3 1-1 16,-3 1 0-16,0-1 0 0,0 1 0 16,2-1 0-16,1 0 1 15,-1 2-1-15,1-3-1 16,2 1 1-16,-4-3 0 16,1 0-1-16,2-2 0 15,-1 0 0-15,3 0 4 0,0-2 3 16,4-9 3-16,4-2-1 15,4-4-2-15,5-4 3 16,2-6-3-16,6-3 3 16,3-1-1-16,-2-3 5 15,3-5 5-15,-1 0 1 0,0-1-6 16,-2-1-4-16,-1 2-1 16,-1 2-1-16,1 3-1 15,-4 4-5-15,0 4 2 16,-7 3-1-16,-2 3-1 15,-4 4 0-15,-5 5 1 16,-4 2-2-16,0 4 1 0,-5 3-1 16,-1 2 0-16,-1 0-17 15,0 9-30-15,-5 1-27 16,-9-3-44-16</inkml:trace>
  <inkml:trace contextRef="#ctx0" brushRef="#br0" timeOffset="14447.74">14396 5932 2 0,'-7'0'2'0,"0"-1"14"0,1-4-2 0,-3 1 4 16,2 0 5-16,-4-1-10 15,2 1-2-15,-2 0-3 0,4 1-3 16,-4 0 2-16,0-1-4 15,2 4-2-15,0-1 0 16,-4 1 0-16,2 0-2 16,-1 0 2-16,-2 0-1 15,2 0 0-15,-4 2 1 0,1 2 0 16,-4 1 1-16,0 1 1 16,-2 1-1-16,-5 0 1 15,1 3 0-15,0 0-2 16,1 0 2-16,-3 5-3 15,2-2 1-15,-2 4-1 16,0 0-1-16,-2 0 1 0,0 3 1 16,0 1-1-16,-3-1 0 15,1 3 0-15,-2 0 1 16,0-1-1-16,1 3 1 16,1-3-1-16,4 4 0 0,0-2 0 15,3 4 0-15,-1-1 0 16,3 0 0-16,1-1 0 15,2 3 0-15,-1-1 0 16,2 0 0-16,-2-1 0 16,0 2 0-16,4-2 0 15,-3 2 1-15,5-3-1 0,0 4 0 16,3 1 0-16,0 0-1 16,0 4 1-16,3 3 0 15,0 0 1-15,-1 0 0 16,4 1-1-16,-2 0 2 0,3 0 0 15,0 1 4-15,0-2-3 16,0 0 0-16,3 3-2 16,1-1 1-16,0-1 1 15,0 0 0-15,0-2 0 16,1-1 2-16,5-1-5 16,0 1 3-16,0-1-1 0,2 2 0 15,1 0 0-15,-1 0 0 16,1 1-3-16,0-2 5 15,1-2-2-15,1 0-2 16,-1-1 1-16,2-1-1 16,-3 0 0-16,4-4 1 0,-1 2 0 15,1-2 2-15,3-2 1 16,-3 1-1-16,1-3-1 16,0 0-2-16,1 1 1 15,-1-1-1-15,3-2 1 16,0 2-1-16,2-1 2 0,3 0 2 15,-3-3-1-15,4 1 0 16,-1 2 1-16,1-3-1 16,1 0-3-16,1-1 2 15,-1 1-1-15,1-4 0 16,0 0 0-16,-1-1-2 16,1-1 3-16,-3-1 0 0,0-3-1 15,-1 3 0-15,2-3 4 16,1-2-2-16,-5 0-1 15,4 1 1-15,-1-2-1 16,1-1 1-16,1 0 0 0,-2 0 0 16,3 0-2-16,1-1 2 15,-1 1-1-15,0-1-1 16,2 1 0-16,0 2 0 16,0-3-1-16,0-1 1 15,2-1 0-15,-2-1 0 16,1-1 1-16,3-1-1 0,0 0-1 15,4 0 1-15,-2 0 0 16,3-1-2-16,-3-3 2 16,3-1 0-16,-4 2-1 15,1-3 2-15,0 0-2 16,-1-2-2-16,1-1 2 0,-2-2 0 16,1 1-2-16,2-6 1 15,-3-1 2-15,-1 0-1 16,5-7 1-16,-2 0 0 15,3-3 2-15,0-4-3 0,3 0 2 16,4-5-1-16,-3-1 1 16,-1-1-2-16,-1-2 1 15,-6 1 1-15,-1-2-2 16,-6-1 1-16,0 2-2 16,-2-1 1-16,-1 1 0 15,0-1 0-15,0-3 1 0,0-1-1 16,2-4 0-16,-3-2 0 15,2-4 1-15,-4-2-1 16,-2 0 2-16,-3 2-1 16,-7 0 1-16,-1 3-1 15,-4 2 1-15,-2 2 2 0,0 3 0 16,-2 2-1-16,-4 3-2 16,1 1 0-16,-6-1 0 15,4 2 0-15,-2-1 0 16,-2 1-1-16,1-2 1 15,-2 2 1-15,-2 2-2 0,-1-1 4 16,-1 2-4-16,0-1 2 16,-2-1-2-16,-2 2 1 15,0-1 0-15,0 2-1 16,2 4 1-16,-2 0-1 16,-2 4 0-16,6 1 0 0,-6 4 0 15,3 0 0-15,-2 2 2 16,0 1-1-16,-1 1 2 15,2 1-2-15,-2 1 2 16,3-1-2-16,-1-1-1 16,2 0 1-16,-1 3-1 0,-1-2 1 15,1-2-2-15,0 2 1 16,0-1-2-16,-4 3-2 16,4-1 4-16,-5 3-3 15,-2-1 5-15,-1 2 2 16,-3 1-3-16,-2 1-1 0,-4 1-1 15,-1-2 1-15,-1 4 0 16,-3-3 0-16,-1 4 1 16,-1-1-1-16,-5 3-1 15,0 2 2-15,-3 1-2 16,-2 3-1-16,-1 8-3 0,0 8-14 16,2 5-10-16,-1 0-37 15,-1-2-54-15</inkml:trace>
  <inkml:trace contextRef="#ctx0" brushRef="#br0" timeOffset="28393">7941 9958 69 0,'0'0'19'0,"0"0"-12"0,0 0-3 0,0 0-4 16,0 0 0-16,0 0 0 15,2 2 0-15,1-2 0 0,1 1 0 16,1-1 0-16,4 2 0 16,-3-1 0-16,3 0 0 15,3 1 0-15,-3 1 0 16,4 1 0-16,0 0 0 15,1-1 0-15,1 1 0 16,1-1 1-16,4 1 0 0,-2-1 0 16,4 0 1-16,1 0 0 15,0 0-4-15,2 0 5 16,0-2-2-16,0 3 0 16,4-1 0-16,0 1 0 15,1-1-1-15,1 0 1 0,4 0 0 16,3-2 1-16,0-1 0 15,1 0 1-15,1 0-1 16,2 0-1-16,0 0 1 16,-1-1 0-16,3-6 1 15,3 3 0-15,-2-1-1 16,2 0 1-16,0-1-2 0,2 3 1 16,0-1 1-16,-2 0-2 15,2 1 0-15,1 0 0 16,-1 0 0-16,2-2 1 15,-2 0 2-15,2 1 1 0,-1-2 2 16,1 2-1-16,1-2-1 16,6 2-3-16,-2 1 1 15,0-1-2-15,3 4 0 16,1-1-1-16,3 1 0 16,1 0 1-16,0 0-1 15,3 5 0-15,2 2 0 0,-2 3 0 16,2-1 1-16,1-1-1 15,-1-1 1-15,1-5-1 16,4-2 1-16,-3 0 0 16,3-6 0-16,2-5 0 0,-1 1 0 15,2 0 0-15,-4 0 2 16,-3 6-1-16,-1-1 0 16,-2 2-1-16,0 3 0 15,-6 0 1-15,1 0 0 16,-3 0 2-16,-2 0 0 15,-2 0-2-15,-3 0-1 0,-2 0 0 16,-3 3 2-16,-2 0-3 16,-5-1-22-16,-5-2-77 15</inkml:trace>
  <inkml:trace contextRef="#ctx0" brushRef="#br0" timeOffset="29538.06">14114 9880 42 0,'-6'0'55'0,"2"0"-53"0,1 0 3 0,-3 0-1 15,4 0 1-15,-1 0-2 16,1 0 1-16,-4 0-1 16,3 0 2-16,1 0 3 15,1 0-3-15,-1 0-2 16,0 0-2-16,0 0-1 15,0 0-1-15,1 0-2 0,-1 0 2 16,1 0-1-16,0 0 0 16,1 3 0-16,0-1-4 15,0-1-11-15,0-1-17 16,0 0-43-16</inkml:trace>
  <inkml:trace contextRef="#ctx0" brushRef="#br0" timeOffset="31578.15">14007 9899 78 0,'0'0'6'0,"0"0"-6"0,0 0 1 0,0 0-1 16,0 0 1-16,0 0-1 15,0 0 0-15,0 0 1 0,0 0-1 16,0 0 1-16,6 0 5 15,-6 0 9-15,0 0 3 16,0 0-5-16,0-2-6 16,0 2-5-16,0 0-2 15,0 0-2-15,0 0 2 0,0 0-1 16,0 0 0-16,0 2 0 16,1-1 1-16,1 1 0 15,-2-1 0-15,0 0 0 16,2 1 0-16,-2-1 0 15,0-1 0-15,2 3 0 16,-2-2 0-16,2 1 1 0,-1 0-1 16,2 0 0-16,-1-2 0 15,0 2 0-15,0-1 0 16,-2 0 0-16,2 1 1 16,-2-1-1-16,0 1 0 0,2 3-1 15,-1-2 1-15,0 0 1 16,1 3-1-16,1-2 1 15,-1 2-1-15,0-2 0 16,0 0 0-16,0-2 0 16,-1 2 0-16,1-3 1 15,1 1 0-15,-3-1 1 0,0 2 5 16,2-2 0-16,-2 2 0 16,0 0-4-16,2 2-1 15,0-1-1-15,-1 0 0 16,2 1-1-16,2 0 1 15,-1-1 1-15,-1 2-1 0,1-1 0 16,3 1 0-16,-1 0 0 16,1 0 0-16,2-1-1 15,-1 2 0-15,0-1 0 16,1-3 0-16,0 4 0 16,2-3 0-16,0 0 1 0,-4 1-1 15,5-4 1-15,-2 3-1 16,1-2 1-16,0-1-1 15,1 2 0-15,3-3 1 16,0 0-1-16,4 0 0 16,-4 0 0-16,4 0 0 0,3 0-2 15,-4-4 1-15,4-2-1 16,-1-2 2-16,0-1-1 16,2-1 1-16,0 0 0 15,1 0 1-15,0 0 0 16,1 0-1-16,0 0 0 0,0 2 0 15,-1-1 0-15,-4 2 0 16,2 0 0-16,-3 1 1 16,0 2-1-16,-1 1 0 15,-2 2 0-15,2-1 0 16,-1 2 0-16,1 0-1 16,0 0 1-16,0 0 0 0,0 0 0 15,0 0 0-15,2 1 0 16,-1 1 0-16,-2 1 0 15,3-1 0-15,-3 2 0 16,1-3 0-16,1 2 0 16,-1 1 0-16,4-1 0 15,-3 1 0-15,0 1 0 0,1 0 0 16,-2 0 0-16,2 3 0 16,0-1-1-16,-4 2 1 15,4 1-1-15,-3-1 2 0,4 0-1 16,-1 3-1-16,-3-1 1 15,2 2 0-15,-2 1 1 16,1 0-2-16,-3 5 0 16,2 1 1-16,1 4-1 15,-3 1 1-15,3 2 1 16,-2 3-2-16,1 1 3 0,1 2 0 16,1 0 0-16,0 2-1 15,1 3 1-15,1-2-2 16,0 1 1-16,2-2 1 15,1-2-1-15,0 0 1 16,0-5-2-16,-4-2 0 0,2-4 0 16,-2-4 0-16,0-4 0 15,-1-6-3-15,3-2-3 16,0-6 2-16,3 0-1 16,2-4-1-16,2-9 0 15,2-3-2-15,0-1 0 0,1 0 6 16,0-4 2-16,0 2 1 15,-2 1 6-15,0-2 5 16,0 2 4-16,3 0-4 16,-4 4-5-16,3 0 0 15,3 4-2-15,-2 2 0 0,6 3-3 16,-1 1-1-16,-2 4-1 16,4 0 0-16,-1 0 0 15,0 6 0-15,-1 4 0 16,2 1 1-16,-1 3-1 15,2 1 0-15,0 3 1 0,2-1-2 16,-3 0 2-16,4 0-1 16,-3 0 0-16,1 0 0 15,-2-3 1-15,5-2-1 16,-3-4 0-16,1-2 1 16,-2 0-1-16,1-5 2 0,1-1-2 15,0 0 0-15,-2-3 0 16,3-5 1-16,-1-1-1 15,-2-1 0-15,-2 2 0 16,0-1 2-16,-4-1-2 0,-1 3 0 16,1 1-2-1,-2 2 4-15,0 3-1 0,-2 1-1 16,1 0 0-16,-1 0 0 16,2 7 1-16,-3 0 0 15,1-1-1-15,2 1 2 16,-1-2-2-16,1 0 1 0,2-4 0 15,1-1 0-15,-1 0 0 16,2 0 0-16,-4-7 2 16,-1-4 4-16,-1-3 4 15,-4-1-2-15,-5-2-1 16,3-4-1-16,0-5-4 16,1-7-1-16,1-5-3 0,-1-8-33 15,-5-9-86 1</inkml:trace>
  <inkml:trace contextRef="#ctx0" brushRef="#br0" timeOffset="35794.37">19143 8875 66 0,'-1'-6'4'0,"-2"0"11"0,-4 3-3 0,3-3-5 0,1 1-1 16,-4-1-3-16,3 1 3 15,0-2 0-15,-2 1 2 16,1 0-2-16,0-1 1 0,-1 1 1 15,1 1-3-15,-4 1-2 16,2 1-2-16,-2-1 1 16,-1 2-1-16,0-2 4 15,-1 1-2-15,0 0 2 16,-3 0 2-16,2 2-2 0,0-2 2 16,0 2-6-16,2 0 0 15,-4 1 0-15,1 0-1 16,-1 0 1-16,1 0-2 15,-3 0 1-15,1 2 0 16,1 2-2-16,0 2 4 0,-1 1-2 16,2-1-1-16,4 2 3 15,-5 2-2-15,3 0 0 16,1 3 0-16,-2 1 0 16,0 2 0-16,2 1 0 15,-2 1 1-15,1 4-1 16,-1 0 0-16,2 1 0 0,1 2 1 15,-2 0-1-15,0 2 0 16,2 1 0-16,-1 3 0 16,-1-1 0-16,-1 1 0 15,0-1 1-15,3 0-1 0,0-3 0 16,-2 3 0-16,6-3 0 16,-1 3 0-16,2-1 0 15,2 3 0-15,2 0 0 16,0 0 1-16,0-3-1 15,0 1 2-15,4-1-2 16,4-2 1-16,-2 0-1 0,4 0 1 16,1 3-1-16,-2-2 0 15,3 3 0-15,0 1 0 16,1-1-5-16,0-3 6 16,1 2-1-16,1-5 0 15,3-2 0-15,-1 0 0 0,4-2 0 16,0-1 2-16,1-1-1 15,2 0 0-15,2-3-1 16,1 4 1-16,1-6-1 16,-1 2 0-16,5-1 1 15,-1-2 0-15,1 0-1 0,-1-2 1 16,-2-4-2-16,5-1 1 16,-3-5 0-16,-1-1 0 15,5 0 4-15,-2 0 1 16,3-5 0-16,-2-2-3 15,1-2 0-15,-4 0-1 0,-2-2 1 16,-1-1 0-16,-4-3 4 16,-4 1 6-16,0-4 2 15,-3-1 3-15,2-4-1 16,-1-2-5-16,3-3-5 16,2-2-3-16,0-3-3 0,2-1 0 15,0 1 0-15,-2 2 0 16,-4 0-1-16,-3 4 1 15,-5 0 1-15,-3 4-1 16,-3-4 0-16,-2 2 1 16,-2-4 0-16,-1-1 0 15,0-1 6-15,0-4 0 0,-2-1 1 16,-5-1-3-16,-1-3 0 16,-2 3 0-16,-5 1-1 15,0 0-2-15,-6 2 1 16,-3 0-2-16,-3-2-1 0,-2 1 1 15,-1 1-1-15,-3-2-1 16,0 2 0-16,-5 4 0 16,-5-1-3-16,-4 6-10 15,-7 3-12-15,-7 2-20 16,-3 2-30-16,-9 0-66 16</inkml:trace>
  <inkml:trace contextRef="#ctx0" brushRef="#br0" timeOffset="37168.5">9667 10407 39 0,'0'0'13'0,"0"0"2"0,0 0-1 0,0-2-6 16,0 1 2-16,0 1-5 15,0 0-1-15,0 0-5 16,0 0 1-16,0 0-1 0,0 0 1 16,4 0-2-16,-2 6 2 15,-1-2 0-15,3 5 0 16,1-3 0-16,-1 2 0 16,-1 1 0-16,3-1 2 15,-2-1-1-15,1 0 0 0,1-4 0 16,2-2 2-16,2-1 4 15,3-4 8-15,5-13 5 16,9-10 1-16,11-10-7 16,14-14-5-16,13-11-3 15,16-15-4-15,19-8 0 16,14-12-4-16,12-11-42 0</inkml:trace>
  <inkml:trace contextRef="#ctx0" brushRef="#br0" timeOffset="47827.69">3313 15276 124 0,'0'0'42'0,"0"0"-36"0,0 0 8 16,0 0-10-16,0 0-5 15,0 0-3-15,0 0 4 16,0 0 0-16,0 0 0 16,0 0 0-16,0 0 0 0,0 0-1 15,0 0-3-15,29 42 2 16,-20-33 1-16,-3-2 0 15,3 2 1-15,1-2 0 16,2-3-1-16,2-1 0 0,0 0 3 16,6-2-1-16,-1-1 0 15,4 0 0-15,4 0 0 16,2 0 1-16,0 0-2 16,3 1 1-16,3 0 0 15,-1 1 0-15,3-1 0 16,-1 1-1-16,1-2 1 15,2 0 0-15,-1 0 0 0,5 0 1 16,1 0 0-16,1-6 1 16,2 2-1-16,3 0 1 15,-2 0-2-15,2-1 0 16,-1 1-1-16,4 1 0 16,-1-1 0-16,2 0 1 0,-1-3 0 15,1 0-1-15,2-1 0 16,0-1 1-16,-1-1-1 15,1 1 2-15,2-1-2 16,0 3 0-16,-2 0 0 0,1 1 1 16,1-1-1-16,-1 3 0 15,-1 1 0-15,2 0 0 16,1 3 1-16,1 0-2 16,-2 0 2-16,2 0-2 15,3 0 1-15,-2 4 1 0,5 1-1 16,-1-1 0-16,0 0 0 15,0 2 0-15,1-2 0 16,2 2 0-16,-1-2 1 16,0 0-1-16,-3 1 0 15,2-3 0-15,2 0 0 16,0 1 0-16,1-2 1 0,0 1-1 16,0 2 0-16,1 0 1 15,-1 1 0-15,-1 1 0 16,1 0 0-16,3 0-1 15,-1-1 1-15,2-3 0 0,2 2-1 16,0-4 0-16,2 0 1 16,0 0-1-16,-2 0 3 15,2 0-3-15,0 0 0 16,0 2 0-16,0-2 0 16,-3 1 1-16,4 1 2 15,-3 0 0-15,2 1 0 0,-4 1 1 16,-1 1-2-16,4-1-1 15,0-1 0-15,3 0-1 16,0-2 1-16,4-1-1 16,0 0 0-16,1 0 1 15,0-4 0-15,-1-2-1 16,0 2 1-16,0-2-1 0,3 1 0 16,-1-3 0-16,0 0 1 15,4-4-1-15,2 1 0 16,1-2 2-16,0-1-2 0,2 3 0 15,2-1-2-15,-2 4 2 16,0 1-2-16,2 0 2 16,-2 1-1-16,0 2 1 15,-1 1-1-15,2 0-3 16,0 3-4-16,-1 0 3 0,-2 0-2 16,-2 0 5-16,1 0 1 15,-4 0 1-15,-2 0 2 16,0-4 4-16,0 1 1 15,-2-3 4-15,-5 2-2 16,2-1 7-16,-4 0 2 16,-2 1 0-16,-4 1-4 0,-2 0-6 15,-3 2 0-15,-1 1-4 16,0 0-4-16,-4 0 1 16,3 0-2-16,-5 7-7 15,-4-3-36-15,-5-3-122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4:56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5085 9595 24 0,'9'0'9'0,"-2"1"3"0,4 1-1 0,-2-1-1 15,4-1-2-15,0 0 2 0,1 0 1 16,-1 0 0-16,3 0-1 16,2 0-4-16,0 0-3 15,2 0-1-15,6 0-2 16,1 0 2-16,2 0-1 16,3 0 2-16,4 0-1 0,4 0 1 15,3 0 3-15,6 1 0 16,-2 1-2-16,6-1 1 15,1 2-1-15,1-1-2 16,1 1-2-16,1-1 1 16,0 1 0-16,-1 0-1 15,-1 0 4-15,-2-3 0 0,-2 0 1 16,-1 3 0-16,-4-2-3 16,-2 1 2-16,-3-1 0 15,-3 2-1-15,-5-2-3 16,-3 5 0-16,-5-2 1 0,-1 0 0 15,-6 2-1-15,0 1-1 16,-9 0 0-16,-5 2-46 16,-4-2-2-16,-5-3-53 15</inkml:trace>
  <inkml:trace contextRef="#ctx0" brushRef="#br0" timeOffset="551.44">5203 9719 87 0,'0'0'8'0,"0"0"9"0,0 0-6 0,0 0 1 0,0 0-6 16,0 0 2-16,0 0-2 15,0 0-2-15,0 0-4 0,0 0 2 16,0 0-1 0,2-26-1-16,11 23 1 0,-1 2-2 15,3 1 1-15,2 0 0 16,3 0 0-16,4 0 0 16,3 1 1-16,6 2-2 15,6-2 0-15,3 2-1 16,5 0 2-16,2-2 3 0,7 2-3 15,0-3 1-15,2 0 1 16,-2 0-2-16,6 0 1 16,-4-3 3-16,-2-2-2 15,-2-1 1-15,-2 0-2 16,-6 3 0-16,-1 0 0 0,0 3-1 16,-5 0-1-16,-7 1-3 15,-6 6-68-15</inkml:trace>
  <inkml:trace contextRef="#ctx0" brushRef="#br0" timeOffset="9077.56">7829 8457 45 0,'12'0'0'0,"-4"-3"1"0,2-1 0 0,1 1-1 16,-2 2 1-16,0 1-1 15,0 0 0-15,-3 0 0 16,1 0 0-16,-2 0-6 15,1 0-13-15</inkml:trace>
  <inkml:trace contextRef="#ctx0" brushRef="#br0" timeOffset="9633.78">7883 8437 96 0,'0'0'1'0,"0"0"8"0,0 0 6 16,0 0-6-16,0 0-1 16,0 0-4-16,0 0 0 15,0 0-1-15,0 0-1 16,-11-7-1-16,11 7-1 0,0 0-1 16,0 0-3-16,0 0 4 15,2 0 1-15,5 0-1 16,0 0 0-16,5 0 0 15,0 2-1-15,4-1 1 16,1-1 0-16,6 0-1 0,2 0 1 16,2 0 0-16,5 0 0 15,3 0 0-15,1 0 0 16,4 0 0-16,3 0 0 16,3 0 1-16,2 0-2 15,2 0 0-15,4 0 2 16,0 0-1-16,-1 3 0 0,-1 1 1 15,-1 0-1-15,-4 2 0 16,-2 1 1-16,-5 0-2 16,-5 0-1-16,-1-1-6 15,-5-2-13-15,-7-2-19 16</inkml:trace>
  <inkml:trace contextRef="#ctx0" brushRef="#br0" timeOffset="10352.52">7731 9610 57 0,'0'0'5'0,"0"0"8"0,0 0-1 0,0 0-15 16,0 0 5-16,0 0 4 16,0 0 3-16,45-14-1 15,-23 8-6-15,7 1-2 16,5-1 2-16,7 1-2 0,9-1 0 16,6 0 1-16,7 0-1 15,4-3-1-15,7 1-2 16,2 0-1-16,5-1 0 15,1 4 10-15,-4-1-10 16,1 3-19-16,-10 3-42 16</inkml:trace>
  <inkml:trace contextRef="#ctx0" brushRef="#br0" timeOffset="10813.44">8114 10514 121 0,'0'0'7'0,"0"0"-5"0,55-39 4 0,-26 24-1 16,0-2-1-16,7 2-1 16,3 0-2-16,5 2 0 15,1 0-3-15,1 2-33 16,2 2-78-16</inkml:trace>
  <inkml:trace contextRef="#ctx0" brushRef="#br0" timeOffset="11703.96">7879 11737 91 0,'0'0'21'0,"0"0"-20"16,0 0 2-16,46 7 4 0,-21-7 3 15,4 0-4-15,7 0-1 16,7 0-3-16,-1 0-2 15,-2-2-44-15</inkml:trace>
  <inkml:trace contextRef="#ctx0" brushRef="#br0" timeOffset="12535.6">10136 7322 132 0,'0'0'-5'0,"0"0"0"0,0 0 7 16,0 0-5-16,0 0 5 0,45-11-1 15,-34 11 0-15,3 0-2 16,1 0 2-16,5 0 1 16,5 0-5-16,8 0 3 15,5 0 4-15,9 0-4 16,7 0 4-16,8 0-3 16,7 0-11-16,6 0-35 0</inkml:trace>
  <inkml:trace contextRef="#ctx0" brushRef="#br0" timeOffset="12920.93">12675 7432 38 0,'0'0'6'16,"0"0"20"-16,0 0 21 15,0 0 4-15,0 0-24 16,0 0-12-16,0 0 0 15,0 0-4-15,0 0-8 16,7 7-11-16,-2-3-2 0,5 2 5 16,4 2-19-16,1-1 2 15,8 3-1-15,6-4 6 16,4 0 1-16,8-2 6 16,8 0 5-16,7-2-2 15,5-2-19-15</inkml:trace>
  <inkml:trace contextRef="#ctx0" brushRef="#br0" timeOffset="13305.97">15314 7338 165 0,'0'0'12'0,"0"0"-7"0,0 0-4 0,41 4 0 0,-23-1 0 16,7-1-2-16,3 0-23 16,6-2-17-16,4 0 13 15,7 0-3-15,-3 0-15 16</inkml:trace>
  <inkml:trace contextRef="#ctx0" brushRef="#br0" timeOffset="13703.54">17458 7375 69 0,'0'0'5'0,"49"0"8"0,-22 3-6 16,2-3-2-16,4 1-4 15,4-1 1-15,3 0-2 16,4 0 0-16,5 0-7 15,4-4-48-15</inkml:trace>
  <inkml:trace contextRef="#ctx0" brushRef="#br0" timeOffset="14179.25">20425 7383 242 0,'0'0'6'0,"40"0"2"0,-16 0-6 0,5 0-1 15,3 0 1-15,3 0-6 16,3-1-12-16,-1 1-7 16,6-3-13-16,0 2-13 15,0-3-23-15</inkml:trace>
  <inkml:trace contextRef="#ctx0" brushRef="#br0" timeOffset="17913.29">9654 7889 14 0,'0'-3'22'0,"0"-4"-6"0,0 0-9 16,0 0-5-16,2-2-2 0,2 2-2 16,-3 0-29-16</inkml:trace>
  <inkml:trace contextRef="#ctx0" brushRef="#br0" timeOffset="18113.5">9652 7857 89 0,'0'0'3'0,"0"0"-1"15,0 0-11-15,0 0 13 16,0 0-6-16,0 0-23 16,0 0-17-16</inkml:trace>
  <inkml:trace contextRef="#ctx0" brushRef="#br0" timeOffset="21181.48">8268 7491 74 0,'0'0'11'0,"0"0"7"0,0 0 0 0,0 0-4 16,0 0-5-16,0 0-2 15,0 0-3-15,-38-35-1 0,33 29-1 16,-1 2-1-16,1 0 1 16,-3-2 0-16,0 3-2 15,-1-1 1-15,-3 2 0 16,0-1-2-16,1 1 2 16,-3 0 2-16,1 2-2 0,-4 0-2 15,1 0-2-15,-1 0 1 16,0 0-2-16,-4 2 5 15,2 3-1-15,-4 0-2 16,1-1 4-16,-3 5-2 16,3-1 1-16,-5 1-1 0,1 1 2 15,0 1-2-15,0 3 0 16,-3 3 0-16,1 0 0 16,-2 6 0-16,2 1 0 15,1 2-2-15,0 2 1 16,1 3-6-16,2 1 2 15,1 0 3-15,1 0 1 0,4 1 0 16,2-1 1-16,3-3 0 16,3 0-1-16,2-2 1 15,1 3 0-15,3-5 0 16,2 1 0-16,0-2-1 0,2 0 1 16,0-2 0-16,0 0-3 15,4-2 2-15,3 3 0 16,5 0 1-16,0 1-1 15,3 0 0-15,1 1-1 16,3 1 0-16,1-2 1 0,2 0-2 16,0 0 3-16,3-1-1 15,-1-4-1-15,3-2 0 16,2-2 0-16,1-2 0 16,0 0 3-16,2-3-3 15,-1-2 0-15,-1 2 5 16,3 0-3-16,0-1 0 0,0-1 0 15,4 2 1-15,-1 1 2 16,4 1-1-16,-5 0 0 16,3 1 0-16,1 2 1 15,-4-1-3-15,5 0 1 16,-2-3-1-16,5 1-1 0,0-4-4 16,6-1 2-16,-3-4 4 15,4 0-1-15,-3-3 3 16,0 0-3-16,-1-4 1 15,-5-7 1-15,1-4 0 16,-2-2-2-16,1-4 2 16,-5-2 1-16,1-4-1 0,1 0 2 15,-4-4-2-15,2 1-1 16,-3-4 2-16,1 0-2 16,-5-3 2-16,0 3-1 15,-5-2-1-15,-2 1 0 16,-1-1 1-16,-6 1 2 0,-3-5 7 15,-6-1 1-15,-1-3-1 16,-5 0 1-16,-3-4-1 16,-10 1 1-16,-5 0-2 15,-7 3 2-15,-5 3-4 16,-2 5-5-16,-5 3-1 0,-2 5-2 16,-2 4 3-16,-1 7-9 15,0 1-43-15,-1 4-49 16</inkml:trace>
  <inkml:trace contextRef="#ctx0" brushRef="#br0" timeOffset="22514.19">10366 6391 134 0,'-6'-8'4'0,"-5"-1"9"0,4 0 1 0,0 0-4 16,-4-2-2-16,2 4-5 16,-4 0-2-16,-1 1 1 0,-1 2-1 15,-5 0 1-15,1 1-3 16,0 0 1-16,0 3-1 16,0 0-2-16,-1 0 5 15,1 2-5-15,0 5 7 16,0 1-7-16,-4 2 5 0,4 2-2 15,-5 3 1-15,1-2-1 16,-2 1-1-16,1 5 1 16,-2-1 2-16,5 3-2 15,-2 2 1-15,0 1-1 16,2 3 0-16,0 2 0 16,4 0 0-16,-3 3-1 0,2 2 1 15,2 1-1-15,2 0 1 16,1 4-2-16,1-2 2 15,4 0-2-15,1-3 0 16,5 3 1-16,0-3-2 0,2-3 0 16,0 2 3-16,0-2-2 15,5-1 2-15,1 0-2 16,3 1 1-16,0-2 0 16,0-1 2-16,0-1-2 15,2-3-2-15,2-3 0 16,1-1-1-16,1-3 5 15,3-3 2-15,3-1-3 16,1 0 1-16,3-3-1 0,2 1 1 16,0-2-1-16,2 1 1 15,0-2 1-15,0-1-2 16,0-1 0-16,0 0 1 0,-1-2-1 16,3-1 4-16,-1 1-2 15,6-2 0-15,-2 2-1 16,3-1 1-16,1 2-2 15,0-1 0-15,0-1 0 16,0 2 1-16,-2-4-1 0,-2 2 1 16,1-3-1-16,-1 0 1 15,4 0 2-15,2 0 1 16,0-3 2-16,3-2-4 16,-3-3 1-16,2-1-1 15,1-2-1-15,-3 0 1 0,-2-2-1 16,-1 0 0-16,1-3 1 15,-3 0-1-15,-2-2 0 16,-3-4 1-16,1-1 1 16,-2-1 2-16,-6 0 2 15,2-4-3-15,-2 1 1 0,-5 1 0 16,-3-1-1-16,-1 3 2 16,-3-3 4-16,-6 2-1 15,1-1 2-15,-4 0-2 16,-2-5-2-16,0-1-4 15,0-1 0-15,0-4-2 0,0-1 1 16,-6-1-1-16,-1 3 0 16,-3 0 0-16,-2 2 1 15,-1 2-1-15,-3 4 3 16,0-2 0-16,-4 2 2 16,-5 1 6-16,0 0-8 0,-3-2-1 15,-6 1-4 1,0 0 1-16,-6-1 0 15,-1 1 1-15,-3 2-3 0,-2 1 1 16,-8 3-3-16,-6 5-13 16,-1 3 8-16,-8 6-9 15,-7 8-12-15,-6 0-30 0,-4 8-62 16</inkml:trace>
  <inkml:trace contextRef="#ctx0" brushRef="#br0" timeOffset="24093.58">9090 7785 66 0,'-2'0'5'0,"0"0"7"0,1 0-4 0,-1 0-4 16,2 0 2-16,-2 0 1 15,2 0-2-15,0 0 1 16,0 0-4-16,0 0-6 16,0 0 0-16,0 0 5 0,0 0-2 15,0 0 0-15,5 0-1 16,3-7-1-16,2 0 5 16,-1-4-1-16,6-3-1 15,3-3 1-15,2-3-1 16,5-3 0-16,1-4 0 0,5-3 0 15,4 0 1-15,-2-5 0 16,1-1-1-16,1 1 1 16,1 0-1-16,-1 2 0 15,3-1 1-15,-1 4-1 0,-3 0 0 16,1 0 1-16,-2 3-1 16,-6 2-1-16,-2 3 2 15,-5 2-1-15,-2 6 0 16,-5 3 0-16,-5 4 0 15,0 3-3-15,-4 3-15 0,-4 1-42 16</inkml:trace>
  <inkml:trace contextRef="#ctx0" brushRef="#br0" timeOffset="24433.46">9579 7115 74 0,'0'0'8'0,"0"0"7"0,0 0-6 16,0 0-5-16,0 0 2 0,0 0 0 15,0 0-5-15,0 0-1 16,0 0 1-16,0 0-1 16,32-13 0-16,-20 13 1 15,0 4-2-15,0 5 0 16,-1 7 1-16,-4 2-3 16,-3 8 0-16,-4 5 2 0,0 6 1 15,-19 4-15-15,-4 3-38 16</inkml:trace>
  <inkml:trace contextRef="#ctx0" brushRef="#br0" timeOffset="24897.52">9179 7572 73 0,'0'0'4'0,"0"0"-2"0,0 0-2 0,0 0 2 16,0 0-1-16,0 0 5 16,0 0 5-16,0 0 0 15,0 0 2-15,0 0-9 0,-25 13-3 16,21 0-4-16,-2 5 5 15,-1 5-2-15,1 3 6 16,0 1-2-16,5-2-2 16,1 1-2-16,9-5-1 15,10-2-2-15,15-8-4 16,9-11-13-16,11-13-88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5:36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4893 5104 19 0,'0'1'4'0,"2"2"0"0,0-1 5 0,0 1 0 0,0 1-5 16,0 0 1-16,1 0 1 15,0 1-2-15,1 0 1 16,-1 2-2-16,1 1-1 15,2-1 3-15,-1 0 0 0,4-1-1 16,0-3 0-16,4-2 3 16,3-1-4-16,3-1 4 15,8-11 7-15,3-5-2 16,7-6-1-16,4-7 0 16,1-5-2-16,2-4-2 15,0 1-4-15,2-6 1 16,-1 3-2-16,0 2 0 0,4 1 1 15,-4 5 0-15,-2 2 3 16,-4 4-27-16,-12 3-82 16</inkml:trace>
  <inkml:trace contextRef="#ctx0" brushRef="#br0" timeOffset="1501.47">5353 6610 4 0,'2'1'8'0,"3"-1"0"0,-3 1 0 16,4 1-2-16,0-1-3 0,0 2 0 15,-2 1 2-15,3-1-1 16,-1 1 3-16,2-2-1 15,-1-1 1-15,1 0-2 16,1-1 3-16,0 0 1 16,0 0 4-16,2-8 3 0,5-2 3 15,1-3-4-15,4-5-3 16,3-6-2-16,4-5 1 16,1-3-5-16,4-4 1 15,1-4-2-15,5-1 1 16,1-3-2-16,4 3-2 0,7-2 0 15,-4 5 1-15,2-2 0 16,-5 3-7-16,-10 2-92 16</inkml:trace>
  <inkml:trace contextRef="#ctx0" brushRef="#br0" timeOffset="3097.45">5820 8197 56 0,'0'-4'8'0,"2"1"4"0,-2 2-1 0,0-2-6 0,0 0-1 16,0 3-3-16,0-1 1 16,0-1-2-16,0 2 0 15,1 0 0-15,-1 0 0 16,0 0-3-16,2 0-1 0,0 3 0 16,0 3 3-16,3 2 14 15,-3 2-9-15,2 0 2 16,1 0 3-16,-1-1-3 15,0-2 2-15,1-3-2 16,-1 0 1-16,0-2-2 16,2-2 1-16,1-5 8 0,5-10 27 15,3-9-13-15,7-9-11 16,4-7-6-16,5-11-4 16,6-6-5-16,7-4-1 15,4-2 0-15,7-1 0 16,3-2-1-16,-2 4-54 0,-6 2-128 15</inkml:trace>
  <inkml:trace contextRef="#ctx0" brushRef="#br0" timeOffset="4229.29">4189 9990 27 0,'2'-4'7'0,"-2"-1"6"0,0 0 2 0,2 0-3 16,-2 1 0-16,0-2 1 15,0 3-5-15,0 2-1 16,0-1-1-16,0 2-3 0,0-1-2 16,0 1-2-16,0 0-1 15,2 0 0-15,-2 0-3 16,4 0 5-16,2 6 0 15,-2 1 0-15,2 2 3 16,3 3 2-16,1 0 1 16,1-1 0-16,-2 0-2 0,4-2 0 15,-2-5-1-15,0-4-3 16,5 0-3-16,1-20 14 16,10-14 8-16,10-23 23 15,9-18-18-15,19-23-15 16,16-20-5-16,13-15-2 0,8-14 1 15,6-10-47-15</inkml:trace>
  <inkml:trace contextRef="#ctx0" brushRef="#br0" timeOffset="14276.68">1313 5394 25 0,'-3'0'20'0,"1"0"-5"0,0 0-1 15,-1 0-4-15,3 0-5 16,-2 0-2-16,2 0-1 15,0 0-6-15,0 0 3 0,0 0 1 16,0 0 0-16,5 0-1 16,-3 0-1-16,0 0-1 15,1 0 2-15,-1 1 2 16,2-1 0-16,-2 1 0 16,0 1 0-16,0-1-1 0,1 0 1 15,1 1 1-15,-2-2-1 16,3 2-1-16,-2-1 0 15,-1 2 0-15,2-2-1 16,0 1-1-16,1-2-3 16,-1 1 5-16,1 0 1 0,4 1 0 15,-4-2 4-15,3 0-2 16,2 1-1-16,-2-1-1 16,3 0 0-16,-2 0-1 15,3 0 0-15,-1 2 1 16,2-2-1-16,0 2 2 0,0-2-2 15,1 1 0-15,-1 0 0 16,1-1 0-16,-3 1 0 16,3-1 0-16,-3 0 0 15,2 0 0-15,3 0 0 16,-3 0 0-16,5 0 1 0,-3 0-2 16,4 0 2-16,-1-2-2 15,1-1 1-15,0 1 1 16,0 1-1-16,2-2 1 15,-1 2-1-15,0-1 1 16,-2 2-1-16,-3 0 0 0,3 0 0 16,-2 0 0-16,-2 0 0 15,2 0 1-15,-1 0-1 16,1 0 0-16,-1 0 1 16,3 0-1-16,-2-1 0 15,4-2 0-15,-1 2 0 0,2-1 0 16,1-2 0-16,3 1 0 15,-1 0 0-15,1-1 0 16,2 1 2-16,0 0-2 16,-2 0 0-16,1 2 0 15,-2 0 0-15,-1-1 0 0,-3 2-2 16,3 0 2-16,-3 0 2 16,4 0-2-16,-1 0 0 15,2 0 0-15,0 0 1 16,1 0-1-16,2 0-1 15,-1 0 2-15,1 0-1 0,-2 0 0 16,1 0-1-16,-1 0 1 16,-1 0 1-16,2 0-1 15,-2 0 0-15,2 0 0 16,0 0 0-16,0 0 0 16,2 2-1-16,-1 2 1 0,-1 0 0 15,2 2 1-15,0-2-1 16,-2 3 0-16,2 0 1 15,-2-1-1-15,0 0 1 16,0-2-1-16,0 0 0 16,-1-1 0-16,1 1 1 15,2-1-1-15,2-3-1 0,0 3 2 16,3-3-2-16,-3 0 1 16,0 1 1-16,3 1-1 15,-5-1-1-15,2 2 2 16,0-2-1-16,1 2 0 15,2 0 0-15,-2 0 0 0,1 1 1 16,2-1-1-16,1 1 0 16,-2-1 0-16,1-1 0 15,-2 2 0-15,3-3 0 16,-2 1 0-16,4 0 0 0,-2 0 0 16,6-2 0-16,1 0 0 15,-1 0 0-15,1 2 1 16,0-2-1-16,-1 0 0 15,-3 0 0-15,0 0 0 16,-3 0 2-16,-5 0-1 16,-2-2 0-16,-4-2 0 0,-8 1-3 15,-7-3-18-15</inkml:trace>
  <inkml:trace contextRef="#ctx0" brushRef="#br0" timeOffset="15337.77">1460 5472 35 0,'0'0'0'0,"0"0"0"0,2 0-4 0,-1 1 2 15,0-1 4-15,2 0 0 16,-1 2 0-16,2-1 0 16,0 1-1-16,3-1 0 15,1 2-1-15,2 1 1 16,1-1 0-16,3 0 0 15,1 1 1-15,2-1-1 0,4 0 1 16,6 0-1-16,0 1-1 16,6-3 0-16,8 2 1 15,1 0-1-15,5-2 1 16,2 2-1-16,5-3 0 16,2 0 0-16,2 0 0 0,5 0 3 15,0 0 0-15,1 0 0 16,3 0-1-16,2 0 0 15,2 0 1-15,2 0-2 16,0 0 3-16,3 0-1 16,2 0 0-16,1 0-1 15,-3 0 1-15,2 0-2 0,-2 0 1 16,0-3 0-16,-4 0-1 16,-2 2 0-16,-2-3 0 15,1 1 0-15,-4-1 0 16,-5-1-1-16,-1 1 0 15,-6 0 0-15,-2-1 0 16,-5 1 0-16,-7 1 0 0,-3-1 0 16,-5 1 2-16,-6-1-1 15,0 1 1-15,-7 2 0 16,0 0 1-16,-6 1-2 16,1 0 0-16,-3 0 1 0,-1 0-1 15,-2 5 0-15,0 0-9 16,-5-1-29-16</inkml:trace>
  <inkml:trace contextRef="#ctx0" brushRef="#br0" timeOffset="19463.78">8588 3790 38 0,'-3'0'8'0,"1"0"2"0,0 0-3 0,-3 0-3 0,3 0 1 16,-1 1 0-16,1 1 0 15,0 1-2-15,2 0-4 16,0 2 0-16,0 2 0 15,0 1-2-15,8 0 2 0,2 1-3 16,5-4 2-16,6-3 5 16,3-2 5-16,8-5-3 15,10-13 4-15,7-9-2 16,10-7 1-16,8-6 0 16,13-7-2-16,9-4-4 0,8-1 0 15,6-1 1-15,6-4-8 16,1-1-34-16</inkml:trace>
  <inkml:trace contextRef="#ctx0" brushRef="#br0" timeOffset="20211.33">13093 3523 66 0,'0'0'5'0,"0"0"-1"0,0 0-3 16,0 0 1-16,0 0 2 0,0 0 3 15,0 0 3-15,0 0 0 16,0 0-6-16,0 0-3 16,0 0 2-16,0 0 8 15,34-7 5-15,-3-7-1 0,13-7-6 16,15-5-1-16,12-9-2 16,15-4-3-16,20-5 0 15,7-4-4-15,10-2-40 16,1-4-34-16</inkml:trace>
  <inkml:trace contextRef="#ctx0" brushRef="#br0" timeOffset="22597.6">6853 5479 15 0,'0'-1'14'0,"0"-2"-6"0,0 1 5 0,0-1 1 0,0 0 0 16,0 1-4-16,0 0-3 16,0 0-5-16,2 1 0 15,-2 0-1-15,1 1 0 16,3 0-1-16,0 0-1 0,-2 0 1 16,3 0-1-16,1 0-1 15,2 0 1-15,2 0 1 16,3 0 0-16,1 0 1 15,1 0-1-15,2 0 0 16,3 0 2-16,-3 0-2 16,2 0 0-16,0 0 0 15,-1 0 1-15,-4 0-1 0,3 0 0 16,-1 0 1-16,-2 0-1 16,-1 0 0-16,3 0 0 15,-1 0 0-15,3 0 0 16,-2 0 0-16,6 0 1 0,-2 0-1 15,3 0 0-15,-1 0 0 16,1-1 0-16,3-1 1 16,-1 1-1-16,-3-1 0 15,5 1 1-15,-4-2-2 16,3 3 1-16,-3-2 0 0,-2 1 1 16,4-2-1-16,0 2 2 15,2-2-2-15,2 2 0 16,0-1 1-16,1 1-1 15,5-2 1-15,-2 3-1 16,3 0 1-16,-1-1-1 0,1-1 0 16,3 1 1-16,-5-1-1 15,3 1 0-15,1 0 0 16,0 0 1-16,2 0-2 16,3 1 1-16,-3-1 0 15,3 1 0-15,-1-1 1 16,3-1-2-16,-3 0 2 0,2-1-1 15,4 1-1-15,1 0 2 16,0 2-1-16,0 0-1 16,2-1 1-16,-1 1 0 15,1 0 1-15,-2 0-1 16,3 0 0-16,-1 0 1 0,-2 0-1 16,-3 0 0-16,0 0 0 15,-3 0 0-15,-1 0 0 16,0 0 0-16,1 0 0 15,0 0 0-15,-2 0 0 0,0 0 0 16,-1-3 1-16,-2 0 0 16,-3 0 4-16,2-1-1 15,-3 1 1-15,-1 0 0 16,-1 1-3-16,-2 0 1 16,-3 1-1-16,-1 1-1 15,-5 0 2-15,-3 0-2 16,-5 0 0-16,-3 4-12 0,-8 0-17 15</inkml:trace>
  <inkml:trace contextRef="#ctx0" brushRef="#br0" timeOffset="23749.99">12134 5608 29 0,'29'-5'4'0,"-2"0"-3"0,3-2 1 0,1 4 3 16,0-1 1-16,-2 0 1 0,0 1 1 16,0 0 1-16,-2-1-1 15,2 1 1-15,-1 1 2 16,-1 0-6-16,3-1 0 15,1 0 0-15,2 3-2 16,-4-3 1-16,2 3-1 0,3 0 0 16,-5 0-1-16,3 0 1 15,2 0-2-15,-1 3 1 16,3 1 0-16,-1 0-1 16,5 1 1-16,2-1-1 15,0 0 0-15,7 2-1 16,-1-2 2-16,2 0-1 0,3 1-1 15,1-2 0-15,2-1 2 16,0-1 1-16,0 0 1 16,3-1 0-16,-2 1-1 15,5 1 1-15,-3-1-4 0,5 0 2 16,2 0-2-16,1-1 1 16,0 0 1-16,3 0-2 15,-1 0 1-15,1 0 0 16,0 0 0-16,-2 0-1 15,5 0 0-15,-4 0 0 16,0 0 1-16,0-1-1 0,-2-1 0 16,-1-1 3-16,-2 1 8 15,-1-2 6-15,-3-2-1 16,-7 2 0-16,1-2-4 16,-6 2 1-16,-2 0-3 15,-1 1-3-15,-3-1-4 0,0 4-1 16,-5-1-1-16,-5 1 0 15,-3 0-1-15,-8 0-9 16,-9 5-29-16,-10-2-42 16</inkml:trace>
  <inkml:trace contextRef="#ctx0" brushRef="#br0" timeOffset="25265.23">4890 5125 16 0,'-1'0'10'0,"0"0"11"0,-1 0-4 0,2 0 5 0,0 0-14 16,0 0-3-16,0 0-2 15,0 0-2-15,0 0-4 16,0 0 2-16,0 3-1 16,0 1-1-16,0 1 0 0,0 3 1 15,0-1 1-15,0 2 0 16,0 1-1-16,2-2 1 15,0 2 1-15,3 0 0 16,-1 0 0-16,-1 1 0 16,4-3 1-16,-1 0-1 0,1-4 1 15,4-1-10-15,1-3 8 16,3 0 4-16,5-4 6 16,0-9 3-16,7-5-4 15,6-5-1-15,4-5 1 16,4-5-1-16,4-9 1 15,6-3 0-15,4-3-3 0,7-5-1 16,5-1 1-16,6 0-3 16,6 1 3-16,-4-6-34 15</inkml:trace>
  <inkml:trace contextRef="#ctx0" brushRef="#br0" timeOffset="27412.54">1429 7143 3 0,'0'-4'1'0,"0"1"1"0,0 2 3 0,0-2 8 0,0 0-1 16,0 2-4-16,0 1-1 15,0-2 0-15,0 2-5 16,0-1-3-16,0 1 2 0,4 0-1 16,1 0 1-16,3 0-1 15,-1 0-1-15,4-1 1 16,0-1 0-16,2 2 1 16,1-1 1-16,1-2 1 15,2 0 0-15,3 2-1 0,0-1 0 16,4-1 0-16,3 0-1 15,2-1 0-15,3 1-1 16,3-1 2-16,1 0 1 16,2-1-2-16,-2 3 0 15,2-1 0-15,-4 0 1 0,3 0-1 16,1 3-1-16,3-1 1 16,1 1-1-16,2 0 0 15,1 0 0-15,0 0 1 16,0 0-1-16,1 1 0 15,2 2 0-15,0 0 0 0,4 0 1 16,2-2-1-16,0 0 0 16,1 1 1-16,-1-2-1 15,0 0 3-15,0 0-1 16,-4 0 1-16,4-2 1 16,-2 1-1-16,-3-2-1 0,4 1 1 15,-3 0-1-15,1 1-1 16,3-1 0-16,0 2 0 15,4 0 1-15,-2 0-1 16,-1 0-1-16,3 3 1 16,-4 3 0-16,4-2-1 15,-2 3 1-15,0-1-1 0,-1-1 1 16,-1-3-1-16,2-1 1 16,-1-1 0-16,0 0-1 15,0 0 1-15,-1-7 0 16,-2 2-1-16,-7-2 1 15,-1 2-1-15,-5 1 1 0,-2 3-1 16,-6-1 0-16,-2 2 2 16,-2 0-1-16,-2 0-1 15,-5 0 1-15,0 3-7 16,-5-3-18-16</inkml:trace>
  <inkml:trace contextRef="#ctx0" brushRef="#br0" timeOffset="31908.4">7145 7165 36 0,'0'0'33'0,"0"0"-28"0,0 0-3 0,2 0-2 16,5 0 0-16,-1-2 1 15,2 1-1-15,1 0 1 16,5 1-1-16,-1 0 0 16,5 0 0-16,3 0 0 0,5 0 0 15,5 0 1-15,0 1-1 16,3 2 0-16,3 2-1 16,2-3 2-16,1 2 4 15,0-1-1-15,7-3 2 16,0 0-1-16,7 0-2 0,4 0 1 15,4 0-1-15,1-5-1 16,2-1 1-16,0 1 0 16,1 3 0-16,0 0-1 15,-1 2-1-15,1 0 0 16,2 0-1-16,1 0 1 16,1 6-1-16,-1 1 1 0,-1-2-1 15,-1-2 1-15,-2 0 2 16,-4-3 3-16,-3 0 7 15,-4-3 3-15,-2-5-4 16,-4-2-3-16,0 0-3 0,-2-1-3 16,4 3 0-16,0-3-3 15,-5-2-37-15,-1-1-90 16</inkml:trace>
  <inkml:trace contextRef="#ctx0" brushRef="#br0" timeOffset="33026.23">12569 7142 47 0,'11'0'2'0,"0"0"5"0,1 3 0 16,-2-3-1-16,1 1-3 16,0 2-3-16,1 1 1 0,0-1-1 15,2 0 0-15,-1 1 1 16,0-2-1-16,3 1 0 15,-2 0 1-15,4 0-1 16,2-1 0-16,-2 1 0 16,4 0 0-16,3-1 1 0,-2 0-2 15,2 2 2-15,2-1 0 16,1 0 8-16,3 2-1 16,4 0-5-16,0 2-3 15,5 0 2-15,6-1-2 16,1-2 0-16,4 0 0 15,5-4 0-15,3 0 0 0,3 0 1 16,3 0 0-16,9-5 4 16,0-2-1-16,4-2-1 15,2 2-2-15,5-3-1 16,1 0 1-16,-4 1-1 0,0 0 0 16,-1 0 1-16,-6-1-1 15,2 2 0-15,-5 0 1 16,-1-3 3-16,-3 0 1 15,-2 1 1-15,-7-1-4 16,-4 2-1-16,-3 2-1 16,-7 0 0-16,-3 0-1 0,-7-1-19 15,-8 0-87-15</inkml:trace>
  <inkml:trace contextRef="#ctx0" brushRef="#br0" timeOffset="35296.61">8467 6406 14 0,'2'0'6'0,"2"0"-4"0,-2 0-1 0,0 0 0 15,-1 0-1-15,1 0 0 16,3 0-1-16,-5 0 2 16,2 3 0-16,-2 1 5 15,0-1 3-15,2 3 0 16,-2-2-2-16,2 3-2 0,0-4 0 16,3 2-1-16,-1-1 0 15,0-1 3-15,6-2 2 16,-1-1 1-16,1 0 1 15,5-9 6-15,4-5 2 16,8-6-1-16,2-7-1 0,7-4-6 16,9-3-3-16,4-3-4 15,7-2 0-15,4-1-1 16,-2-3-13-16,-2-3-81 16</inkml:trace>
  <inkml:trace contextRef="#ctx0" brushRef="#br0" timeOffset="37573.5">13612 6320 61 0,'0'-3'5'0,"0"-1"-2"0,0-1-2 0,0 1-1 15,0 3 1-15,1-2-1 16,0 0 1-16,1 3 1 16,-2-2 7-16,0 1 3 15,0 0-4-15,0-1-3 0,0 1-3 16,2 0-1-16,-2 1-1 15,2 0-1-15,0 0 0 16,-2 0-6-16,1 1-1 16,2 5 5-16,-2 1 2 15,0 3 1-15,3 0 2 0,-2 2 0 16,2-2 0-16,1 1 1 16,2-3-3-16,2-4 1 15,-2-1 2-15,4-3 1 16,4 0 3-16,1-9 4 15,4-6 5-15,3-4 2 0,6-5 0 16,2-3-5-16,5-4-1 16,3-3-2-16,6-3-5 15,5-3-1-15,5-1-2 16,-1 0-1-16,-3 1 0 16,3 0-3-16,-6 6-22 0,-6 3-37 15,-7 1-48-15</inkml:trace>
  <inkml:trace contextRef="#ctx0" brushRef="#br0" timeOffset="40301.31">1202 6063 22 0,'-2'-2'6'0,"-2"1"1"0,0-2-1 0,0 3 0 0,-1 0-5 15,0 0 1-15,3 0 1 16,-3 0 2-16,3 4-2 16,-2 2 2-16,2 1-5 15,-1 4 1-15,-1-1-1 0,-3 4-1 16,0 1 1-16,-1 2-2 15,-1 0 4-15,-3 1 1 16,1 2 3-16,0 2 1 16,-2 0 0-16,0 3-2 15,-1 1 0-15,0 4-5 0,-1 1 2 16,4 2 0-16,-6 0-1 16,4 2 3-16,0-3-1 15,2-1-1-15,4-3 2 16,1-1-1-16,3-3-2 15,2-1 0-15,1 0 0 16,0 1 0-16,8 0-1 0,-1 1 1 16,3 4 0-16,2 1-1 15,-1 4 0-15,1-1 1 16,-1-1-2-16,-1 4 1 16,-2-4 0-16,-1-2 0 15,-1 1 0-15,0-2 0 0,1-3 1 16,-2-2 0-16,2-3 0 15,3-4 2-15,1 1-1 16,3-5 0-16,2 0 1 16,6-3 0-16,3-3 3 15,4-3 0-15,2-3 2 0,7-1-8 16,0-6-30-16,0-13-36 16</inkml:trace>
  <inkml:trace contextRef="#ctx0" brushRef="#br0" timeOffset="41815.5">1413 6004 99 0,'0'0'1'0,"0"0"-2"0,0 0 1 0,0 0 1 16,0 0-1-16,0 0 0 15,44 1 1-15,-30-1-1 16,1-3 0-16,1-2 0 15,5 1 0-15,-2 1 1 16,4-1 0-16,4 0-1 16,0 1 0-16,4 0 0 0,2 0 1 15,1 3-1-15,4-1 0 16,2-1 0-16,3 2 0 16,-1-4 0-16,3-2 0 15,2-1 0-15,4 0 2 16,3-1-2-16,-1-1 0 15,3 0 0-15,2 0-2 0,0 0 4 16,3 1-2-16,1-1 0 16,-1 2 0-16,2 2 0 15,1 0 0-15,-1 2 0 16,-5 2 0-16,0-2 0 0,0 3 0 16,-3 0 0-16,1 0 1 15,-2 0-1-15,0 4 0 16,-3-1 1-16,5 2-1 15,-2 0-1-15,2 2 1 16,0 0 1-16,-1 0-1 0,1-1 0 16,2 0-1-16,3-1 2 15,-1 0-1-15,3-1 1 16,-3 0-1-16,3-1 1 16,1 0-1-16,-3 0 0 15,-1 0 0-15,-1 1 0 16,1-1-1-16,-2 1 2 0,-2 1-1 15,-3 1 0-15,3-1 0 16,-2 0 0-16,0 4 0 16,-5-2 0-16,4 3 0 15,-3 0 0-15,-1 1 1 0,2 3-2 16,-6-1 2-16,2 1-1 16,-3-2-1-16,-3 0 1 15,-3-2 0-15,-3 0 0 16,-1 0 0-16,-3 0 0 15,-2 1 0-15,0 1 0 0,-4-1 1 16,2 2-1-16,-6 0-1 16,2-2 1-16,0 2 0 15,-6-2 0-15,1 1 0 16,-1-1 0-16,0-1 0 16,-1 4 0-16,-1-1 0 15,-1 1 0-15,-1 0-1 0,-2 2 0 16,1 1-1-16,-4-1-1 15,1 2 3-15,1 2 0 16,-2 1 3-16,1 1-3 16,0 3 1-16,0 0-1 15,0 0-1-15,-3 0 1 0,-1-2-2 16,-3 4 5-16,1-3 0 16,-3 2 0-16,0 1 0 15,0 0-2-15,0-1 2 16,0-1-3-16,0-1 1 15,-3 2-1-15,-1-2 1 0,-1 0 1 16,-1 0 0-16,-1 2 0 16,-4-2-1-16,2 0 0 15,0-3 1-15,-5-2-1 16,3-1 0-16,-1-2-1 16,-2-2 1-16,2-1 1 0,-1-2 1 15,-4-2 2-15,2-1 0 16,-2 1 2-16,-1-2 1 15,-2-3 0-15,-4 3-5 16,-1 0 0-16,0 0-2 16,-4-1 1-16,2 1-1 0,0 0-1 15,-1 0-1-15,-1-1-1 16,2-2 2-16,-2-1 0 16,-3 0 0-16,-1-2 2 15,-4 0-2-15,-1-1 1 16,-1 0 0-16,-7 0 2 15,2 0 6-15,-2 0-1 16,-4 0-2-16,-2 0-4 0,-3 0-1 16,0 0 0-16,-6 0-1 15,-4 2 0-15,-7 1 0 16,-6 6-1-16,-5 2 0 16,-4 3-6-16,-11 0-32 0,-5 1-37 15</inkml:trace>
  <inkml:trace contextRef="#ctx0" brushRef="#br0" timeOffset="51532.81">1306 8670 8 0,'0'0'5'0,"0"0"-2"0,0 0 3 0,0 0-11 15,0 0 0-15,0 0 4 16,0 0 1-16,0 0 2 16,0 0 1-16,0 0-2 15,0 2 1-15,0-2-4 16,2 2 2-16,0 0 2 0,-2 1-2 15,1-2 1-15,3 2-1 16,0 1 0-16,0-2 1 16,1-1-2-16,-1 2-9 15,3-3 13-15,0 1 5 16,-1 0 0-16,3-1-4 16,-1 1 1-16,2-1-1 15,1 0-1-15,1 0-1 0,-1 0-1 16,0 0 0-16,1 0-1 15,0 0 1-15,0 0 0 16,1 0-1-16,0 0 2 16,-1 0-2-16,-1 0 1 0,0 0 2 15,0 0-1-15,2 0 0 16,1 0-1-16,-1 0-1 16,3 0 1-16,0 0-1 15,2 0 1-15,-3 0-1 16,3-1 0-16,-4-1 2 15,4 2-2-15,-3 0 0 0,1-1 0 16,1 1 0-16,-1 0 0 16,-2 0 0-16,4 0 0 15,-3 1 0-15,1 2 0 16,-1 0 0-16,1-1 0 0,0 1 0 16,-1-1 1-16,-2-1-1 15,2 2 0-15,2-2 0 16,-1 2 0-16,-1 0 0 15,3 0 0-15,0-1 0 16,2 2 0-16,3-3 0 16,-1 3 0-16,0-2 2 15,3-1-2-15,0 0 0 0,1-1 0 16,1 0 0-16,-2 0 0 16,-1 0 1-16,1 0-2 15,-2 0 1-15,1 0 0 0,-2 0 1 16,2 0-2-16,1 0 2 15,2-1-1-15,0-2 0 16,0 1 0-16,-3 0 2 16,5-1-1-16,-2 1 0 15,-2 1 1-15,4 0-2 16,-2 1 1-16,0-2-1 0,4 1 0 16,-2 1 1-16,1-3-1 15,3 2 0-15,-2-1 0 16,0 1 0-16,1-2 0 15,-3 0 1-15,0 2-1 0,0-2 0 16,-5 2 0-16,1-1 0 16,2 2 0-16,-1 0 2 15,1 0-2-15,0 0-2 16,0 0 2-16,-1 0 2 16,3 4-4-16,-2 1 4 15,2-1-2-15,1 0 0 0,1-1 0 16,2 0 0-16,1-2 0 15,2 2 0-15,0-1 0 16,0-1 0-16,1 3 1 16,-3-2-2-16,-1 0 2 15,-2 1-2-15,-1 1 2 16,-2-3-1-16,2 1 0 0,-3 0 0 16,2 1 0-16,0-3 0 15,0 1 1-15,2-1-1 16,3 0 0-16,1 0 0 15,1 0 0-15,2-1 1 16,1-2-1-16,0 0 2 0,-1 1-1 16,0 0 1-16,1 0-1 15,-1 2 0-15,-1 0-1 16,1 0 1-16,1 0-1 16,-2 0 2-16,-1 0-4 0,-1 0 4 15,1 0-2-15,1-3 1 16,-2 1-1-16,-1 0 0 15,1 2 0-15,1 0 0 16,2 0 0-16,-2 0 0 16,4 0 0-16,-2 0 0 0,-2 0 0 15,1 0 2-15,0-4 0 16,1 3 2-16,-2-1 0 16,3 2-2-16,4-2-2 15,-3 2 0-15,2 0 1 16,-1 0-1-16,-1 2 0 0,-4 3 0 15,-1 0 0-15,1 1 0 16,-4-1 1-16,4 0-1 16,-3-1 0-16,3 0 0 15,-3-1-1-15,-1 1 2 16,-3-1-2-16,-2 0 2 16,-2-3-1-16,-2 0 0 0,-4 0 0 15,-1 0 0-15,-1-4 1 16,1-3 0-16,-2-2 0 15,0 1-1-15,-1-1 1 16,1-1-1-16,-5 2 0 0,3-1 0 16,-6-1-1-16,1 0 1 15,-2-1 0-15,0 0 0 16,-2-1 0-16,3-2 1 16,-3-3-1-16,3 1 0 15,-1-2 0-15,0-2 1 16,-2-1-1-16,-1-2 0 0,0 0 1 15,-4-1 5-15,0 1 0 16,0-1 1-16,0-3 2 16,0 0-2-16,-2 0-2 15,0-1-3-15,2-3-2 16,0 1 0-16,0 1-1 0,0 1-2 16,0 1 3-16,-4 1-1 15,-1 2 1-15,-7 0 1 16,0 3-1-16,-2-2 4 15,0 3 0-15,-1 0-1 16,-1 3-2-16,3-1-1 16,-3 2-1-16,3 2 0 0,-3 0-9 15,-2 2 2-15,-2 0 2 16,-4 0 4-16,2 1 1 16,-7 1 1-16,0 0 0 15,-1 3 1-15,-1 0 0 16,2 1 0-16,0-1-1 0,-2 2 0 15,0 0 0-15,1-2 0 16,-3 1 0-16,-1 1 1 16,-2-1 2-16,-2-1 0 15,-4 4 2-15,-3-1-1 0,0 2-2 16,-4 0-2-16,0 2 0 16,2 0 0-16,-2 0 0 15,-4 0 0-15,5 0 0 16,-3 0 0-16,-1 0 0 15,1 0 0-15,4 0 0 16,-2 0 1-16,2-1-1 0,0-1 0 16,-2 0 1-16,0 2-1 15,-1-2-1-15,0 2 2 16,0 0-2-16,-6 0 1 16,3 0 0-16,-3 0 0 15,0 0 1-15,0-2-1 0,2-1 0 16,3 2 0-16,0-2 1 15,1 0-2-15,1 0 2 16,-2 2-1-16,4-2 0 16,-2-1 0-16,2 0 1 0,2 1-2 15,-2-2 1-15,0 1 0 16,-5 0 1-16,1 1-1 16,0-1 0-16,-3 0 2 15,1 1 0-15,-3 0 2 16,0-1 0-16,-2 2-2 15,-1 1 0-15,-1-1-1 0,-2 2-1 16,1 0 2-16,1 0-1 16,-1 0-1-16,3 0 1 15,1 0 0-15,-1 0-1 16,6 0 0-16,-2 0 1 16,0 0-1-16,3 0 0 15,-2 0 0-15,-1 0 0 0,5 4 0 16,-3-1 0-16,3 3 0 15,0-2 0-15,-3 2 1 16,4 1-1-16,0 0 0 16,-1 0 0-16,5 2 0 0,-1-1 1 15,2 2-1-15,1 1 0 16,4 0 1-16,-2 0-1 16,4 0 0-16,2 2 0 15,3 0-1-15,2-2 1 16,2 1 0-16,2 0-1 15,0 1 1-15,4-2 0 0,0 1 0 16,2-1 0-16,1 2 0 16,3-1 0-16,3 0 0 15,1-1-1-15,1-1 1 16,2 1 0-16,3 0-2 0,1-3 0 16,2 0 0-16,2 0 1 15,0-1-3-15,0-4-3 16,0 3 7-16,0-1-1 15,0 1 1-15,6 0 0 16,-1-1 1-16,1 2-1 16,2 0 0-16,-2 0 0 0,-1 1 0 15,1 0 0-15,-2-1 0 16,-1 0 0-16,2 2 0 16,-3-1 0-16,0 1 0 15,0 2 0-15,0 1-1 16,-1-1 2-16,1 3-1 15,0 3-1-15,-2-3 2 0,2 2-2 16,-2 4 1-16,0-2 0 16,0 4 0-16,0-1 0 15,0 3 0-15,0 0 0 16,-4 2 0-16,1 2 0 0,1-1 0 16,-2 4 0-16,2 2 0 15,0 1 0-15,2-1 1 16,0 1-1-16,6-1 0 15,7-3 2-15,7-4-2 16,7-2-2-16,7-6-1 0,12-6 0 16,8-4-1-16,9-7-6 15,4-1-12-15,5-10-35 16</inkml:trace>
  <inkml:trace contextRef="#ctx0" brushRef="#br0" timeOffset="52686.65">5756 8261 35 0,'2'0'2'0,"0"3"0"0,0-3 3 16,0 3 0-16,0-2 0 15,0 1 3-15,-1-1-1 16,-1-1 1-16,0 0 0 0,1 0-3 16,3 0 0-16,-2 0 0 15,2 0 2-15,3 0-3 16,1 0-2-16,2-2-1 15,3-6 0-15,0 0-1 16,5-5 2-16,3-6 2 16,2-6 3-16,6-8 3 0,6-8 1 15,5-12-6-15,6-9 0 16,8-9-3-16,9-6-2 16,4-11-4-16,5-8-52 15</inkml:trace>
  <inkml:trace contextRef="#ctx0" brushRef="#br0" timeOffset="62954.11">4915 5142 6 0,'0'0'16'0,"0"0"-2"0,0 0-1 0,0 0-3 0,0 0-7 15,1 0-1-15,0 6 0 16,2-2-1-16,-1 3-1 15,-2 2 2-15,2-1-1 0,0 1 0 16,1-2 0-16,1-2 0 16,-2 0 0-16,3-3 0 15,-1-1 1-15,3-1 4 16,2 0 3-16,2-6-2 16,3-5 0-16,4-3-2 15,3-5-8-15,4-1 12 0,2-5-7 16,5-4 0-16,5-5-1 15,-1-4 1-15,7-5 4 16,-3-2 4-16,4-1 0 16,1 1 0-16,-1 2 1 15,2 1 0-15,-2 3-4 0,-1 2-4 16,-3 5 0-16,-7 6-3 16,-1 6 0-16,-10 9 0 15,-8 5-11-15,-12 6-70 16</inkml:trace>
  <inkml:trace contextRef="#ctx0" brushRef="#br0" timeOffset="64519.17">5366 6591 2 0,'0'-3'6'0,"0"0"-5"0,0 2 1 0,0-2 8 0,0 3 2 16,0-3 0-16,0 3 0 15,0-1-2-15,0 1 2 16,0-2 0-16,0 2-3 0,0 0-1 16,0 0-6-16,0 0-1 15,0 0-1-15,0 0 0 16,0 0-1-16,0 0 1 16,2 0 1-16,1 0-1 0,2 5-1 15,1-1 1-15,-1 2 0 16,1 2-1-16,-1 0 3 15,2 1-1-15,-2 1-1 16,1-2 0-16,0 0 0 16,-2-1 0-16,1-3 1 15,2 0 0-15,-2-4 0 0,1 0 1 16,3 0 1-16,3-7 1 16,-1-6 1-16,7-1 0 15,1-4-1-15,2-5-2 16,3-2-1-16,3-5 2 15,1-4-3-15,3-2-3 0,2-4 8 16,-1-1-3-16,3 0 0 16,-1 1 1-16,3 0 7 15,-3 3 5-15,1-1-2 16,-5 4-1-16,-1 0-2 0,-2 4-4 16,-3 3-2-16,-7 6-1 15,-1 2-2-15,-4 5-1 16,1 4 0-16,-4 3 0 15,-4 3 0-15,1 3-1 16,-1 1-7-16,-1 0-7 16,-1 8-26-16,-3-1-1 0,0 0-78 15</inkml:trace>
  <inkml:trace contextRef="#ctx0" brushRef="#br0" timeOffset="65943.61">5803 8270 44 0,'-5'-3'12'0,"4"-3"4"0,0 2-10 0,1 0-3 0,0-2-3 15,0 2-4-15,0-1-2 16,0 1 2-16,0 3 4 16,-1-1 0-16,1-2 0 15,0 4 0-15,0-1 0 16,0-1-3-16,-2 2 3 0,2-3 0 16,0 2 0-16,0 0 2 15,-2-1 1-15,2-1 2 16,0-1 5-16,0 3 0 15,-2-1-5-15,2-1 0 16,0 2 3-16,0 1 0 16,0 0-3-16,0-1-5 0,0 1 1 15,0 0-1-15,2 0 0 16,2 0 0-16,-2 2-1 16,4 3 5-16,-4 3-4 15,0-1 1-15,0 2-2 16,0 0 2-16,1-3-1 0,1 2 2 15,0 0-2-15,1-3 0 16,-3 0 0-16,5-3 1 16,0-1 0-16,-1-1-1 15,1 0 1-15,3 0 0 16,2-9 8-16,2-8 11 0,6-3-5 16,0-8-5-16,5-5 0 15,3-9-2-15,2-5-1 16,6-7 1-16,4-6 1 15,2-1-2-15,5-1-1 16,0-1-2-16,0 2-3 16,-2 2 0-16,-2 6 0 0,-4 6-1 15,-7 7 0-15,-3 9 0 16,-5 8-1-16,-6 12-3 16,-4 4-26-16,-8 5-30 15,-6 2-50-15</inkml:trace>
  <inkml:trace contextRef="#ctx0" brushRef="#br0" timeOffset="71416.67">1559 9424 33 0,'-1'0'3'0,"-3"-2"1"0,2 0 3 15,-5-1 0-15,4-1 0 0,-1 1-1 16,-2-3 5-16,1 2-3 15,-2-1 0-15,0 2-3 16,1-2-2-16,-3 3-2 16,0-1 0-16,0 1-1 15,2 0 2-15,-4-1-2 16,0 0 1-16,0 0 0 0,-3 2 2 16,1-1 0-16,0 2-1 15,-3 0 2-15,1 0-1 16,1 0-1-16,-2 0-1 15,-2 3-1-15,0 4 1 16,0 2-1-16,0-1-1 0,-1 2 1 16,-4 3 1-16,3-1-1 15,-2-1-1-15,-1 1 1 16,-1 1 1-16,-1 1 0 16,-2 1 0-16,3 0 0 15,-1 2-1-15,-1 0 0 0,3 3 0 16,-2 0-1-16,3 1 2 15,0 1-1-15,1 3 0 16,0 3 0-16,0 1 0 16,3 1-1-16,1 1 2 0,0 0 1 15,2-1-2-15,1-1 0 16,3-1 1-16,5-2 0 16,-1-1-1-16,2 2 0 15,5 1 0-15,0-2 0 16,0 4 0-16,0 1 0 0,0 0 1 15,0 2-1-15,5 2 0 16,2-3 0-16,-2 1 0 16,5-3 1-16,2-2-1 15,1-3 1-15,2-1-1 16,3-2 0-16,3-4 1 16,-1 3-2-16,6-4 2 0,-1-1-1 15,2 1 0-15,2-2 1 16,0-3-1-16,1 0 0 15,5-1 0-15,-2-1 1 16,1-2-1-16,1 1 1 16,1-1-1-16,5-1 1 0,-3-2-2 15,6 2 2-15,1 0 1 16,0-1-2-16,2 1 1 16,1 1-1-16,0 1 1 15,1-1-1-15,0 1 0 0,3 0 0 16,2-1 0-16,-2 0 1 15,2-2-1 1,-2-1 1-16,-1-2 5 0,1-1 3 16,1-2-1-16,0 0-3 15,2 0 2-15,1-6-3 16,2-1 0-16,2-1 0 0,1-1-1 16,3 2-2-16,1 1 0 15,0-1 0-15,2 4 0 16,0 1-1-16,0 0 0 15,-2 2 0-15,2 0 0 16,0 0 1-16,-1 0-1 0,3 0 0 16,-1 0 0-16,-1 0 0 15,0-6 0-15,0-5 1 16,-2 1-1-16,0-4 2 16,-5 1-2-16,0 0 2 0,-2 0-1 15,1 0-1-15,-7-1 0 16,2-2 0-16,0-1 0 15,-4-2 1-15,-1-1-1 16,-4-4 0-16,0-1 0 16,-7-4-1-16,-3-2 1 15,-1-5 0-15,-3-1 1 16,-2-4-1-16,-6 0 1 0,-4-1-1 16,-2 2 0-16,-7 0 1 15,-3 0-1-15,-2 3 0 16,-3 0 1-16,-2-1-2 15,0 3 1-15,0 0 0 16,-2 4-1-16,-6 1 1 0,0 3 0 16,-3 4 0-16,-5 0-1 15,-1 3 1-15,-4 1 0 16,-3 1 2-16,-2 1-1 16,1-2 2-16,-6 4 2 0,1 1-2 15,1-2 0-15,-2 3 1 16,2 0-4-16,-3 0 0 15,1 2 1-15,0 0-2 16,0 2 1-16,-4-1 0 16,0 3 0-16,-1-3 0 0,0 3 0 15,-5 0 0-15,-1 2 0 16,1-3 1-16,0 3-2 16,-2 0 1-16,3-2 1 15,3 0-1-15,1 1 0 16,-1-2 0-16,2 1 0 0,-1-2 0 15,-4 1 2-15,-3-1-2 16,1 2 0-16,-2 0 0 16,-5 1 1-16,6 2-1 15,-4 1 0-15,0 0 0 16,-2 2 0-16,-3-1 1 16,-1 1-2-16,-1 0 1 0,-2-2 1 15,-2 0-1-15,0 1 0 16,-5 0 0-16,1 0 0 15,-3 2 0-15,-4 0-1 16,0 0 0-16,-7 11-2 0,2 4 3 16,-7 5 0-16,-4 7-4 15,-2 5-25-15,-2 4-20 16,0-1-14-16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7:08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7673 5885 38 0,'0'0'6'0,"0"0"3"0,-3 0 2 0,1 0-1 0,0 0-3 16,0 0-3-16,0 0 0 16,-2 0 2-16,1 0-2 15,1 0 5-15,0 0 3 16,-1 0-4-16,1 0-2 0,2 0-3 16,-2 0-2-16,2 0-1 15,0 0 0-15,0 0 0 16,0 0 0-16,0 0 0 15,0 0 0-15,4 0-2 16,2 0 4-16,2 0 1 16,-1 0 0-16,3 3 0 0,0-3 2 15,1 1 0-15,5-1-2 16,-1 0-1-16,3 0 1 16,2 0-1-16,2 0 1 15,1-4-1-15,2 1 0 16,-3-1 0-16,3-1-2 0,1 0 2 15,1 2-1-15,0-1-1 16,0 1 0-16,2 0 3 16,-3 0-3-16,3 1 1 15,0 0-2-15,1-1 3 16,1 2-3-16,2-2 4 0,2 0-3 16,2 1 3-16,1 1-2 15,2-2 0-15,5 2 0 16,2 1-1-16,0 0 1 15,2-1-1-15,0-1 2 0,3 2-4 16,-4-1 4 0,2-1-2-16,4 1 1 15,-3 0-1-15,2-1 0 0,1-1 0 16,0 1 0-16,2-3 2 16,2 2-1-16,0-1 0 15,2 0 1-15,-3 1 0 16,1-3-1-16,0 3 0 0,-5-4-1 15,-2 3 2-15,1-2-1 16,-3 1-1-16,-2-2 1 16,-5 0 1-16,-2 1 0 15,-1-2 1-15,-8 2-1 16,-1 1 3-16,-3 0-2 0,-6 3 1 16,-2-2 0-16,-2 3-1 15,-1-1-2-15,-1 2-1 16,-1 0 0-16,1 0 1 15,-1 0-2-15,-6 0-68 16</inkml:trace>
  <inkml:trace contextRef="#ctx0" brushRef="#br0" timeOffset="981.99">11734 5922 125 0,'-2'0'3'0,"-2"0"6"0,4 0-4 0,0 0 3 0,0 0-3 15,0 0-2-15,0 0-2 16,0-2-2-16,0 2 1 0,2-2 0 16,2 0-4-16,-2 1 9 15,1 1-5-15,4-2 0 16,1 1 0-16,3 1 0 16,3 0-1-16,2 0-12 15,4 0 0-15,-1 0 4 16,4 0 5-16,1 0 2 0,2 0 2 15,-1 0-2-15,1 0 2 16,3 0-1-16,1 0 4 16,4 0 4-16,5 0-3 15,3 0 2-15,5-1-6 16,-1-1 3-16,6 2-2 0,2 0 1 16,-1 0-2-16,3 0 1 15,-2 0-1-15,2 0 0 16,-3 0 0-16,3 2 0 15,-2-2 0-15,2 0 1 16,0 0-1-16,0 0-1 0,3 0 0 16,0 0 1-16,-3-3 6 15,-2-2 3-15,-5 1-1 16,-2 0 0-16,-7-2-3 16,-4 2 3-16,0 0-2 15,-3 1-4-15,-3 0-1 0,-5 0-3 16,0-4-65-16</inkml:trace>
  <inkml:trace contextRef="#ctx0" brushRef="#br0" timeOffset="1870.61">15916 5979 29 0,'0'0'4'0,"47"-6"3"0,-21 6 9 0,1-1-6 0,0 1-2 15,3 0 0-15,1 0-4 16,5 0 0-16,1 0-2 16,6 0 0-16,1 0-1 15,2 0 1-15,4 0 1 16,2 0 5-16,2 0 7 0,4 0-1 16,2 0-2-16,5 0-3 15,2 0-6-15,2 0-1 16,6 0 0-16,2 0-2 15,-3 0 1-15,4 0-1 16,-2 0 1-16,1 0 0 0,0 0 1 16,-5 0-1-16,-3-2 14 15,-4-2 8-15,-4 1-1 16,-5 0-4-16,-5-1-3 16,-8 1-7-16,-4 3 0 15,-7-1-4-15,-3 1-3 0,-5 0 0 16,-7 0-2-16,-7-3-23 15,-9-4-114-15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7:44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 1912 16 0,'0'0'9'0,"0"0"6"16,45 0-3-16,-24 0-6 0,-1 0-2 15,6 0 0-15,1 2-3 16,2 2 1-16,3 3-1 0,1-1-1 16,5 0 1-16,0 1-1 15,7-3 1-15,1 3-1 16,6-4 1-16,4 1-1 16,4-4 0-16,7 0 2 15,3 0 1-15,6-3 5 16,4-1 1-16,5-2-2 0,5 2 0 15,5 3-4-15,1-1 0 16,8 2-1-16,3 0 2 16,7 0-1-16,2 6 2 15,4 1 5-15,6 0-2 16,4 3 0-16,3 2-2 0,5-1-1 16,6-1 0-16,6-1 0 15,6 0-1-15,5-2-1 16,7-2-1-16,2-4 0 15,8-1 1-15,1 0-1 16,3 0 4-16,1-6 4 0,3-4 0 16,3 3-1-16,-1 2-5 15,0-1 0-15,1 3-1 16,-1 2-2-16,-5-1 0 16,0 2 0-16,-4 0 0 0,-2 0 0 15,-5 0 0-15,-8 2-1 16,-6 2 0-16,-6 1 0 15,-12 0 1-15,-5-1-1 16,-10 1-1-16,-11 0 1 16,-9-3 0-16,-13 0-2 15,-11 0-6-15,-15-1-24 0,-15-1-19 16,-14 0-19-16</inkml:trace>
  <inkml:trace contextRef="#ctx0" brushRef="#br0" timeOffset="569.15">2919 2367 119 0,'-110'-14'4'16,"1"-2"2"-16,4 5 4 0,4 0-2 0,1 2-4 15,4 2-2-15,3 1 3 16,5 0-3-16,5 1-1 16,3 3-1-16,4-2 0 0,7 3-3 15,8-1-8-15,1 2-7 16,8-1-1-16,8-1 8 15,4 1 8-15,6-2 2 16,7 1 2-16,7 0 0 16,9 0 4-16,8 2 10 0,3 0 3 15,18 0-34-15,14 2 18 16,13 2 1-16,14 3 0 16,16 0 3-16,16 0-1 15,16 2 2-15,18 1-4 16,19 1-1-16,18-1-2 0,20 2 1 15,15-3-1-15,8-5-27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7:52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11742 5608 102 0,'0'0'5'0,"0"0"1"0,0 0-4 0,0 0 0 16,0 0 2-16,38 0-4 15,-21 0 1-15,7 0-2 16,1 0 3-16,2 0 0 0,4 0-2 16,0 0 1-16,6 0-1 15,4 3 1-15,5 1-1 16,6-1 0-16,5 3 0 16,5-1 0-16,5 0 0 15,7-1 0-15,4 0 0 16,3-1-3-16,6-2 2 0,5-1 2 15,6 0 4-15,3 0 1 16,6 2 1-16,2-1-1 16,3 2-5-16,0 0 1 15,-2 4-1-15,4-1 2 16,2 0 2-16,-2-1 0 16,4 2-4-16,1-1 1 0,-1-2 0 15,3-1-2-15,-3-3 0 16,-2 0 1-16,1 0-1 15,-4 0 1-15,-5-6 0 16,-1-1 1-16,-6 0 2 0,-6-1 1 16,-7 2-2-16,-5-4 1 15,-8 4-2-15,-8-2 3 16,-10 1-3-16,-8 1 0 16,-9 0-1-16,-9 4 0 15,-9 0-1-15,-8 1 0 0,-8-1-6 16,-6 1-58-1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8:17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17162 6825 62 0,'-1'-4'2'0,"-1"1"0"0,1-1 2 0,-1 0-3 0,0 0 0 16,0-1-1-16,0 1 1 15,0 0 0-15,0 1 2 16,1-2-1-16,-1 1 0 16,2 2 2-16,-2 0 1 0,2-2 1 15,0 2 0-15,0-2 3 16,0 1-1-16,0 0-1 16,0-1 0-16,0 3-4 15,0-4 2-15,3 1 1 16,2 0 1-16,2-1 7 0,-2-2-2 15,4 2-4-15,2-1 0 16,-2 2-2-16,5 0-3 16,1 1-2-16,7 0-1 15,-3 3 0-15,2 0 0 16,0 0-1-16,3 0 1 16,-2 0 0-16,1 0 0 0,0 7-1 15,1 0 0-15,-2 2 2 16,1 1-2-16,2 2 1 15,-1 3 0-15,-5 2 0 16,4 2-1-16,-4 4 0 0,-4 1 1 16,0 2-2-16,-3 5 1 15,-2-2 1-15,-3 2 0 16,0 0 0-16,-3 6 0 16,-1 0 0-16,1 3 1 15,-2 5 0-15,-2 5-1 0,0 3 0 16,0 6 2-16,0 4 1 15,-5 5 1-15,2 1-1 16,-1 4-1-16,1 5 1 16,3 0-2-16,0-4 3 15,0-3-3-15,0-6 0 0,5-5 0 16,5-6 0-16,-1-6 1 16,2-4 1-16,1 0 0 15,3-1-1-15,0-1-1 16,2-2 0-16,1 0-2 15,0-3-2-15,0-4-6 0,-1-5 1 16,-1-6 4-16,-1-7 2 16,-2-3 1-16,-1-4 0 15,-4-1 2-15,-1-2-1 16,-3 1 1-16,-3 3-1 16,-1 2 0-16,0 5 1 15,-9 4 4-15,-2 4-1 16,-2 4 6-16,-3 3-2 0,1 5 2 15,-2-2 2-15,2 7-1 16,0 3-1-16,0 5-3 16,-1 3-1-16,3 5 0 15,0 1-1-15,2 0-2 0,3 1-1 16,-2-1-1-16,4-3 0 16,0 2 3-16,3-2-2 15,1 2-1-15,2-3 2 16,0-2 9-16,0-2-6 15,0-3 1-15,3-1-1 0,2-1 8 16,2 1 0-16,-3 2-4 16,4 0 1-16,-4 2 7 15,-1 0 3-15,1 2 11 16,0 2-15-16,-2-1-5 0,-2-2-2 16,2 0-6-16,-1 0-1 15,1 0-2-15,0-1 0 16,0-2 0-16,0 2 2 15,-2-2 6-15,0-1-3 16,0-2-3-16,0-2 0 16,0-2-1-16,0-3 0 15,-8 0 1-15,1-3 4 0,-2 1-5 16,-4-2 1-16,0 0-1 16,-2-4 2-16,-2-1 4 15,-2-3-2-15,0 0-1 16,-3-4 0-16,-3 1-2 0,-2-5 1 15,-4 1 1-15,-2-2-3 16,-4-1-2-16,-5-3-2 16,-7-4-8-16,-7-3-10 15,-9-6-20-15,-15-1-77 16,-12-19-30-16</inkml:trace>
  <inkml:trace contextRef="#ctx0" brushRef="#br0" timeOffset="4551.93">17777 4166 64 0,'0'0'20'0,"0"0"-16"0,0 0 4 16,0 0-1-16,0 0 4 0,0 0 3 15,0 0 5-15,0 0-4 16,0-2-11-16,0 2-2 15,0 0 0-15,0 0-2 16,0 0-2-16,1 0 1 16,5 0 1-16,2 0-1 15,2 0 2-15,4 2-3 0,2 1 2 16,4 0 0-16,1 0 0 16,4-1 0-16,2 0 2 15,4 1-1-15,1 0-1 16,6-1 2-16,5 2-1 0,7-3-2 15,4 2 3-15,5 1-3 16,8-1 1-16,8 0 1 16,6 0-2-16,4-2 2 15,8 1 0-15,6-2-1 16,6 0 0-16,0 0 0 0,3 0-1 16,1-6 4-16,2 0 7 15,-3-2 4-15,2-1 0 16,-1 2-1-16,1 0-7 15,-2-2-2-15,-2 3-2 16,-7 1 0-16,-4-1-2 16,-7 1 1-16,-5 0-1 0,-8 1 0 15,-5 0 0-15,-7 1 0 16,-7-4-1-16,-4 4 2 16,-4 0-1-16,-6 2 0 15,-6-1-2-15,-2 1-3 16,-4 1-36-16,-5-2-41 0</inkml:trace>
  <inkml:trace contextRef="#ctx0" brushRef="#br0" timeOffset="21612.81">16910 7692 2 0,'2'1'8'0,"2"-1"11"0,2 0 3 0,-2 0 0 0,3-4-1 15,2-7-1-15,5-6 12 16,5-8-7-16,8-3-4 15,7-9-4-15,6-4-8 16,4-3-4-16,6 0-4 0,-2 1-2 16,3 5-12-16,-8 2-44 15,-3 8-40-15</inkml:trace>
  <inkml:trace contextRef="#ctx0" brushRef="#br0" timeOffset="22403.16">16737 8608 23 0,'0'0'69'0,"0"0"-46"0,0 0 1 0,0 0-8 15,0 0-10-15,0 0-6 16,0 0-1-16,0 0-1 16,0 0 3-16,0 0-1 15,51-50 6-15,-20 14 8 16,10-9-8-16,10-10-4 0,6-4-2 16,4-5-41-16,-3 3-47 15</inkml:trace>
  <inkml:trace contextRef="#ctx0" brushRef="#br0" timeOffset="22972.52">17168 9488 87 0,'0'0'3'0,"0"0"-4"0,0 0 2 0,0 0 0 16,0 0 0-16,38-48 4 15,-21 21-3-15,8-8-1 0,6-5-2 16,1-4 1-16,5 1-7 16,0 3-75-16</inkml:trace>
  <inkml:trace contextRef="#ctx0" brushRef="#br0" timeOffset="23484.76">17576 10218 113 0,'0'0'4'0,"0"0"-5"0,0 0-2 15,0 0 5-15,37-47 0 0,-15 13 0 16,5-10-1-16,8-10 2 16,10-9-1-16,5-6 0 15,4-3-4-15</inkml:trace>
  <inkml:trace contextRef="#ctx0" brushRef="#br0" timeOffset="25705.28">9263 6979 51 0,'8'-9'5'0,"4"-1"-1"0,-3 0 2 16,2 0-5-16,3 0 1 0,-2 1-2 15,1 1 0-15,1-1 1 16,-1 1-1-16,3 0 1 15,-2 1 0-15,2 1 1 16,0 2-1-16,3 1-1 16,0 3 0-16,0 0 0 0,1 0 1 15,3 0-1-15,-3 7-1 16,4-1 2-16,-1 1-1 16,2-2 0-16,-1 1 0 15,2 1 0-15,-1-2 1 16,2 0 3-16,0-1 0 15,4-3 3-15,-1 0 0 0,5-1 2 16,2 0-2-16,3 0 3 16,3 0-7-16,0 0-1 15,0 0-2-15,-5 0 2 16,2 0-2-16,-1 4 0 16,1 0 0-16,-1 1 0 0,3-1 1 15,1 0-1-15,-1-2 0 16,1-1 1-16,4 0 1 15,0 1 1-15,0-2 0 16,2 0 0-16,4 1-2 0,-1 2 0 16,2 0-1-16,-3-2 1 15,3 2-1-15,0-1 0 16,3-1 1-16,2-1-1 16,1 3 0-16,0-2 1 15,3 2-1-15,2 1 0 16,-2-1 0-16,3 1 0 0,1 1 0 15,0-1 0-15,3-1 0 16,-1 0 1-16,0-2-1 16,0 2 0-16,3-2 1 15,-1 2 0-15,5 0 0 16,1 4 0-16,0 3 2 0,4 0-1 16,2 4-2-16,-1-1 0 15,3 1 1-15,2-4 0 16,5-4-1-16,2-6 1 15,4 0 1-15,0-3 0 16,6-10 14-16,-1-3 6 0,2-2-9 16,-4 1-3-16,3 0-2 15,-4 0-1-15,1 2-1 16,0 2-2-16,0 3-3 16,0 4 0-16,-5 2 0 15,-2 4 0-15,1 0-2 16,-3 7 1-16,-7 6-4 0,-3 4-16 15,-3 0-13-15,-10-2-20 16,-9-5-12-16</inkml:trace>
  <inkml:trace contextRef="#ctx0" brushRef="#br0" timeOffset="28465.78">9055 7971 2 0,'-3'1'1'0,"-1"1"-1"0,0 0 1 0,1-1-2 16,1-1 0-16,-3 2-1 16</inkml:trace>
  <inkml:trace contextRef="#ctx0" brushRef="#br0" timeOffset="29355.09">9055 7971 4 0,'-39'8'18'16,"37"-8"-3"-16,0 0-6 15,2 0-4-15,-2 0 0 0,2 0-3 16,-2 0 1-16,2 0 0 15,0 0-1-15,0 0-2 16,0 0 1-16,0 0 1 16,0 2 7-16,4 0 2 15,1 1-5-15,3-1-2 0,1 0 0 16,2 1 0-16,2-1-2 16,2 0 0-16,4-1 0 15,0 2-1-15,3-3 0 16,2 2 0-16,1-2-1 15,6 0 0-15,-2 0 1 0,2 0-1 16,-2 0 0-16,0 0 3 16,0 0-2-16,-3 0-1 15,2 0 2-15,0 0 0 16,1 1-1-16,2 3 0 16,0 2 0-16,2 0 0 0,3-2-1 15,-1-1 1-15,1 1-1 16,0 0 2-16,-3-3-1 15,2-1-1-15,0 0 1 16,-1 0-1-16,2 0 1 16,1 0 1-16,-1 0 0 15,0 0-1-15,0-2 1 0,-3-1-2 16,1 2 4-16,-1-2-1 16,-3 3 0-16,3 0-1 15,0 0 1-15,1 0-3 16,2 0 1-16,4 5-1 15,-2-1 1-15,0 0-1 16,1-1 0-16,2-1 1 0,-1-2-1 16,0 0 0-16,1 0 0 15,0 0 0-15,0 0 1 16,0 2-1-16,-1-2 0 16,0 1 0-16,1 2 0 0,1-3 0 15,0 3 0-15,3 0 0 16,2-2 1-16,2 2-1 15,0-3 0-15,5 3 0 16,-3-3 0-16,3 0 1 0,0 0-1 16,6 0 0-16,-4 0 2 15,0 0-2-15,2-2 0 16,-4 0 0-16,1-1 0 16,-1-2 1-16,-2 1 5 15,2 1 5-15,-2 0-2 16,1-1 0-16,2 0-5 0,-1 1 0 15,-1 2-2-15,3-1-2 16,-2 2 1-16,0 0 0 16,-1 0-1-16,-5 0 1 15,-2 0-1-15,-3 0 1 16,-3 0-2-16,-4 0 2 16,-1 0-1-16,-6-1 0 0,-2-5 1 15,-5 2 2-15,-1-2 2 16,-5-1-1-16,0 3 0 15,-2-2-2-15,-2 1-2 16,1 0 1-16,-2 4-1 0,-4 0-7 16,-2 0-68-16,-5-1-78 15</inkml:trace>
  <inkml:trace contextRef="#ctx0" brushRef="#br0" timeOffset="32949.93">9121 8883 58 0,'0'0'8'0,"0"0"0"0,0 0 0 0,0 0-6 0,-2 0-2 16,0 0 0-16,-3 0-1 16,3 0 1-16,-2 0 0 15,2 0 1-15,-3-1 1 16,2-2 8-16,1 0 4 0,0 2-2 15,0-2 1-15,0 3-4 16,2-1-4-16,0-1-4 16,0 2-5-16,0 0 5 15,2 0-2-15,4 0-1 16,2 0-4-16,-2 0 3 16,3 0 3-16,1 0 0 0,1 3 1 15,2-3-1-15,3 0 1 16,3 3-1-16,1-3 0 15,3 0 0-15,-1 0 0 16,2 0 1-16,1 0-1 16,-2-3 0-16,-2 3 0 0,2-1 0 15,-4-1 0-15,3 2 2 16,-5-1-1-16,4-1 2 16,-1 2 0-16,0 0-2 15,2-1 1-15,-1 1 1 16,-1 0-1-16,2 0 0 15,1 0 0-15,0 0-2 0,0 0 1 16,2 0-1-16,-3 0 0 16,0 0 0-16,-1 0 0 15,1 0 1-15,-1 1-1 16,0 2 0-16,0-3 0 16,1 2 1-16,0-1-1 0,1 2 0 15,1-2 1-15,1 2-1 16,2 1 2-16,-3-1-2 15,3 0 0-15,-2 0 0 16,0-2 0-16,1 2 0 0,1-3 0 16,-3 1 0-16,3-1 0 15,-2 0 1-15,1 0 0 16,1 0 0-16,3 0 2 16,-1-1-2-16,2-2 0 15,-1 0 0-15,2 1 0 0,0-1-1 16,-1 0 0-16,-1 0 1 15,1 0 0-15,0 2-1 16,2-2 0-16,1 3 0 16,0-3 0-16,3 3 0 15,-1 0 0-15,2-1 1 16,-2-1-1-16,-2 2 0 0,1 0 0 16,-2 0 0-16,1 0 0 15,1 0 0-15,4 0 0 16,-1 0 0-16,2 3 0 15,0 0 0-15,3 1 0 16,-1 2 0-16,3 0 0 0,-3-1 0 16,1-2 0-16,4 1 1 15,-1-1-1-15,1-3 0 16,0 0 0-16,0 0 0 16,1 0 0-16,-1-4 1 0,2-2-1 15,-2 3 0-15,4-2 0 16,-6-1 2-16,4 3 0 15,-2-1 2-15,2 1-2 16,1 2-1-16,2-1 0 16,2 1-1-16,0-1 1 15,0 2-1-15,-1 0 0 0,-3-3 0 16,-2 1 0-16,-1-2 2 16,1-1-2-16,-6-1 0 15,0-1 1-15,-1 2-1 16,-3 0 2-16,-3 4-4 15,-2 1-4-15,-3 0-39 16,-9 0-12-16</inkml:trace>
  <inkml:trace contextRef="#ctx0" brushRef="#br0" timeOffset="34965.1">9111 9667 62 0,'0'0'13'0,"0"0"1"0,0 0 1 0,0 0 2 16,0 0-2-16,0 0-4 16,0 0-3-16,0 0-4 0,3-2-4 15,6 0 0-15,1 2 0 16,3 0-1-16,3 0-3 15,-1 0-2-15,5 0 2 16,2 0 1-16,3 4 2 16,0 0 1-16,2-1 0 0,2 1 0 15,4-1 0-15,-1 0 0 16,3 0 1-16,5 3-1 16,1-2 0-16,4 4 0 15,2-2 0-15,1 2 0 16,-1 1 0-16,4-2 0 0,1 0 0 15,0 0 0-15,0-1 0 16,5 0 0-16,-1 1 1 16,0-1-1-16,2-1 0 15,0 1 0-15,3 1 0 0,-1-1 0 16,3-1 2-16,0 2-2 16,3-3 1-16,1 0 0 15,0-1-1-15,1-1 1 16,-3-2 1-16,2 0 3 15,0 0-1-15,-1 0 0 16,-1 0 0-16,-3 0 1 0,3-4 0 16,-2 3 2-16,2-2-2 15,-2 0-1-15,2 2 2 16,-1-2-4-16,1 2-1 16,0 0 1-16,-3-3 0 15,-1 1 1-15,-1-1 1 0,-2 1 0 16,-2-2 1-16,-3 0-2 15,-1 1-1-15,-4 0 0 16,0-2 1-16,-3 3-2 16,-3-1 1-16,-2 0-1 15,-4-2 1-15,-2 3-1 16,-7-1 0-16,-1 2 1 0,-3 0-1 16,-2-1-1-16,0 1 1 15,-3 1 0-15,0 0 0 16,0-1-1-16,0 2 0 15,-2 0 0-15,0 0-2 16,-1 0-16-16,-2 0-35 0,-6-3-48 16</inkml:trace>
  <inkml:trace contextRef="#ctx0" brushRef="#br0" timeOffset="36964.67">16790 7324 96 0,'-2'0'-14'0,"2"0"-2"0,-1 0-2 0</inkml:trace>
  <inkml:trace contextRef="#ctx0" brushRef="#br0" timeOffset="37689.83">16790 7324 20 0,'0'0'20'16,"0"0"9"-16,3-43-10 15,5 36-8-15,1-1-4 0,-1-1-4 16,5 3-1-16,-1-1 1 15,2 1 2-15,1 1 0 16,2 1-1-16,2 1-2 16,-3 2 0-16,1 1-1 15,1 0-1-15,0 2 0 0,-1 7 0 16,-2 5-1-16,0 0 1 16,-1 5 0-16,0 0-2 15,0 4 2-15,-2 1 3 16,-1 2-2-16,-2 2-1 15,-1 1 1-15,-2 3-1 0,-2 1 0 16,-3 3 0-16,-1 0 0 16,0 2 2-16,-1 1 0 15,-6 1 1-15,-2 4 0 16,-1 0-1-16,0 3-1 16,1 0 0-16,0 0 0 0,1-2-1 15,4-1 0-15,3-5 0 16,1-3 0-16,0-7-2 15,9-4 0-15,-1-5 1 16,5-3 0-16,-1-5-4 16,0-4 3-16,2-2 1 0,-2-2 0 15,-4 0-7-15,0 1 1 16,-3-1-1-16,-3 2 2 16,-2-1-1-16,0 1 4 15,-3 3 4-15,-5 2 1 16,-4 6 3-16,0 1 0 0,1 5-1 15,-3 5-1-15,3 2-2 16,-2 4-1-16,3 2 2 16,0 0-2-16,0 3-2 15,3 0 4-15,-1 3-2 16,3-2 0-16,-4 2 0 0,6 1 1 16,-4 1 1-16,2-1 3 15,2 4 3-15,-2-2-3 16,3 2 0-16,1 0 0 15,1-2-2-15,0 1-1 16,0-5 0-16,0 0 0 0,2-1 0 16,2-3-1-16,-4 1 2 15,0-1-3-15,0 0 1 16,-9 1 0-16,-3 1 3 16,-4-4-2-16,-6 1-1 15,-2-4-1-15,-6 0 0 0,-1-3-3 16,-4-3-13-16,-5-5-29 15,-3-4-28-15</inkml:trace>
  <inkml:trace contextRef="#ctx0" brushRef="#br0" timeOffset="40900.37">9412 7004 84 0,'-13'2'7'0,"1"-1"-4"0,0-1 2 0,0 2-3 16,-1-1 0-16,1 0-1 15,-1 2 1-15,-1-3 0 16,-1 3 0-16,-2-3-1 16,2 0 0-16,0 0 0 0,2 0-1 15,0 0 1-15,0-1 2 16,1-4 1-16,-3 1-2 16,2-2-1-16,-3 1 0 15,0-1 0-15,-3 0 1 16,-1 1 4-16,0-2 0 0,2-2 4 15,-2 2-2-15,2-3 1 16,3 0-3-16,1 0-2 16,-1 0-1-16,1 0 1 15,1 0-1-15,-1 0-2 16,-2-1 0-16,0 1-1 0,1 1 0 16,-1 1 0-16,-1-2 0 15,1-1-1-15,3-1-2 16,-1 1-2-16,5-3-5 15,-2-3-5-15,0 0 7 16,4 0 3-16,-2-2 4 16,1 2 1-16,-2-3 0 0,2 3 1 15,1 0-1-15,0-3 0 16,2 2 0-16,1-2-1 16,2 0 2-16,-1-1 1 15,2-2-2-15,0 2 0 0,-1 0 1 16,0 1 0-16,0-2 2 15,2 5 2-15,0-1 1 16,0-1-3-16,0 4-1 16,6 0-4-16,1 0 4 15,3 2-2-15,1 0 0 0,2 1 0 16,3 0 1-16,1 1-2 16,3-1 2-16,3 1 0 15,2 0 0-15,1-2 1 16,1 4-2-16,4-1 0 15,-2-2 1-15,-2 2 0 16,0 1-2-16,0-1 1 0,-4 2 1 16,2 1-1-16,2 0 0 15,-2 2 0-15,0 1 0 16,2 0 0-16,2-2 0 16,-2 3 1-16,4-1-2 0,-4 1 1 15,1 0 0-15,1-1 0 16,0 3 0-16,1-1 0 15,3 2 0-15,0-3 0 16,4 2 0-16,-1-1 1 16,1 0-1-16,1-1 0 0,-2 1 0 15,1-2 0-15,-2 1 0 16,0 1 0-16,1 0 0 16,2-1 0-16,3 0 0 15,-1 2 0-15,2-2 0 16,1 3 0-16,-1 0 1 15,-2 0-2-15,1 0 1 16,1 0 0-16,0 1 0 0,1 5 0 16,1 0-1-16,1-2 2 15,0 2-1-15,2-3 1 16,-2-1-1-16,4-2 0 16,-1 0 0-16,4 0 1 0,2-7-1 15,-1 0 0-15,1 3 0 16,-2-2 0-16,0 2 0 15,-2 4 1-15,0 0-1 16,-3 0-1-16,2 1 1 16,-3 7 0-16,1-1 0 0,4 0 1 15,1-2-1-15,5 0 0 16,5-4 0-16,3-1 2 16,5 0 3-16,3 0 1 15,1-6 0-15,1-3-2 16,-1 2-1-16,1-1 1 15,0 1 0-15,-1 0-4 0,2 1 1 16,-5 1 0-16,4-1-1 16,0 2 1-16,1 1-1 15,-2 0-1-15,-1 0 2 16,1 0-1-16,0-1 1 16,-3 1-2-16,3-1 2 0,0 1-2 15,0 0 2-15,0 2-1 16,2-2 0-16,-2 2 0 15,1-2 0-15,-3-1 2 16,0 1-1-16,4 0-1 0,-3 0 1 16,-3 0 0-16,1 2-1 15,3 0 2-15,-5 1-2 16,2 0 0-16,-3 0 0 16,-3 0 0-16,0 1 1 15,1 3-1-15,-1 0 0 0,-4 2 0 16,3 0 0-16,-3-2 0 15,1 3 0-15,0-3 0 16,1-1 1-16,-2 1-2 16,3-1 1-16,-5 0 0 15,-1 3 0-15,0 2 0 16,-2 4 0-16,-9-1 0 0,4 3 0 16,-7 1 0-16,1 2 0 15,-4-2-3-15,-1 4 3 16,-1-1 0-16,0 3-1 15,-1 1-1-15,-2-1-5 16,0 3-4-16,-4-2 3 0,-2 0-2 16,-5 1 1-16,-1-1 3 15,-4-1 4-15,-4-1 0 16,0 1 0-16,-7 0 1 16,2 0-2-16,-2 2 3 15,-4 0 0-15,1-2 0 0,-2 0-1 16,-4 2-1-16,0-1-1 15,0 0 1-15,-8 2-1 16,-5 2-1-16,-3-2-1 16,-3 4-1-16,-5-2 0 15,-4-1-1-15,-2 2 1 0,-5-1-2 16,-2 2-6-16,-6-3-2 16,-4 0 0-16,-6-1-15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9:08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20480 4804 53 0,'0'0'82'0,"0"0"-81"0,0 0-2 0,0 0-4 0,0 0 1 15,0 0-1-15,0 0-6 16,0 0 9-16,0 0 2 16,0 0 0-16,0 0 0 15,0 0 1-15,0 0 0 16,20 22 1-16,-20-21 0 0,3-1 3 16,5 0 4-16,6-10 40 15,6-13 0-15,17-11-19 16,14-13-15-16,17-14-5 15,15-10-5-15,19-5-1 16,11-10-4-16,5-3-4 0,-7-5-117 16</inkml:trace>
  <inkml:trace contextRef="#ctx0" brushRef="#br0" timeOffset="1788.82">15467 8927 99 0,'-1'3'0'0,"-3"-3"3"0,4 1 1 0,0 0-2 0,0 0-2 15,-2 2 0-15,2-2 1 16,0 2 0-16,0 2-1 16,0 0 2-16,0 2-1 15,0 0 0-15,2 3 0 16,2 0 0-16,-1 0 0 0,4 1 1 16,-3-3-1-16,1-1 1 15,3-2-1-15,-2 0 4 16,3-4 7-16,3-1 9 15,2-7 5-15,10-12-3 16,5-9-2-16,12-10-8 0,10-12-7 16,17-13-2-16,16-6-3 15,10-11 0-15,9-5-4 16,4-12-92-16</inkml:trace>
  <inkml:trace contextRef="#ctx0" brushRef="#br0" timeOffset="2826.46">19079 9049 78 0,'0'3'6'0,"-2"1"-1"0,2 0-2 0,0 0 2 15,0 1 0-15,0 0 2 0,4-2 3 16,-1-1 5-16,3-2 4 16,1 0 2-16,6-1 3 15,2-15 9-15,13-8-5 16,13-11-11-16,14-11-8 16,16-11-4-16,16-9-4 0,16-4 0 15,4-5-2-15,1-2-65 16</inkml:trace>
  <inkml:trace contextRef="#ctx0" brushRef="#br0" timeOffset="3572.9">22347 9008 75 0,'0'0'3'0,"0"0"3"0,0 0 1 0,0 0-1 0,0 0-4 16,0 0-1-16,0 0 1 16,0 0 2-16,0 0-3 15,0 0 0-15,0 0-1 0,-30-7-1 16,30 11 1-16,0 2 0 15,0 1 1-15,0-1 1 16,0 0 2-16,0-3 5 16,5-3 6-16,8 0 6 15,9-16 15-15,11-14-7 16,22-17-12-16,22-17-11 0,20-14-5 16,19-10-4-16,16-7-29 15,-1-5-16-15,-3 2-89 16</inkml:trace>
  <inkml:trace contextRef="#ctx0" brushRef="#br0" timeOffset="8946.99">15637 9862 16 0,'1'0'9'0,"-1"0"1"0,0 0 4 0,0-2-3 0,0 2 1 16,0 0-1-16,0 0 3 15,0 0-10-15,0 0-4 16,1 0 0-16,1 0 0 0,-2 0 0 15,2 1 0-15,-2 1 2 16,3 1-1-16,-1-2 1 16,4-1 0-16,0 0 4 15,4-5 19-15,6-11 2 16,11-9-7-16,13-8-11 0,15-11-6 16,16-4-3-16,13-11-2 15,11-6-48-15</inkml:trace>
  <inkml:trace contextRef="#ctx0" brushRef="#br0" timeOffset="9927.34">19067 9860 60 0,'0'3'1'0,"0"1"0"0,0 1 1 0,0-2 0 15,0 0 3-15,2-2 3 16,2-1 7-16,7 0 17 0,4-14 10 16,9-6-12-16,13-10-7 15,14-7-18-15,11-5-4 16,7-5-1-16,2-5-38 16,3-6-101-16</inkml:trace>
  <inkml:trace contextRef="#ctx0" brushRef="#br0" timeOffset="11356.49">19689 12161 20 0,'3'3'-20'0,"1"-2"20"0</inkml:trace>
  <inkml:trace contextRef="#ctx0" brushRef="#br0" timeOffset="11461.96">19689 12161 28 0,'0'0'32'0,"44"3"0"0,-35-11 4 16,1-2 2-16,7-3-9 16,2-3-14-16,6-4-2 15,6-4-12-15,9-3 0 16,6-7-12-16,5-4-64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09:38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3147 16879 63 0,'-6'-4'3'0,"1"3"5"0,1-1 0 0,-1 0-6 0,-2 2 0 16,1-1-1-16,1 1-1 16,-1 0 0-16,-3-1 1 15,0 1 7-15,2 0 0 16,-2 0 1-16,-2 0 1 15,2 1-6-15,0 4 1 0,-3 0-3 16,4 1-1-16,-3-1-2 16,-1 1 3-16,1 0-1 15,0 0-2-15,-3 1 0 16,1 0 3-16,-1 2 1 16,-1 0 2-16,-1 1-1 15,1 3 1-15,1 1 1 0,-1 2-5 16,2 1-1-16,-3 2 2 15,1 0 0-15,3 0-2 16,-1 1 0-16,-1 1-3 16,3 0 3-16,0 5 0 15,0 2-2-15,4 2 4 0,-1 4-4 16,3 4 3-16,2 1-3 16,3-1 5-16,0 1-3 15,0 0 3-15,3 1-3 16,3 3 1-16,3-1-1 15,2 2 0-15,5 2 1 0,-3-2-1 16,5 0 1-16,3-2 1 16,0 0-2-16,4-5 1 15,2-2 0-15,3-1-1 16,5-4-1-16,3-2 3 16,3-4-3-16,5-4 0 0,1-7 0 15,4-3-3-15,1-7 3 16,0-3 2-16,-6-1 5 15,-1-11-4-15,-3-5-1 16,-6-6-1-16,-3-4 2 16,-1-5-1-16,-3-5 0 0,-2-6 3 15,0-3 0-15,-3-7 1 16,-4-1 1-16,-4-9-1 16,-5-2 0-16,-4-3 1 15,-7-3-2-15,0 1 0 16,-11-1 8-16,-5 5-5 0,-8 7 3 15,-3 7-5-15,-4 6 5 16,1 8-2-16,-5 5-3 16,1 6-2-16,1 6-5 15,-3 3 1-15,0 6 2 16,0 8-7-16,0 4-21 0,-1 1-33 16,1 9-32-16</inkml:trace>
  <inkml:trace contextRef="#ctx0" brushRef="#br0" timeOffset="697.03">8024 17176 14 0,'1'-14'1'0,"-1"1"-1"0,1 5 0 16,-1 0-8-16</inkml:trace>
  <inkml:trace contextRef="#ctx0" brushRef="#br0" timeOffset="1303.75">7908 17037 150 0,'0'0'-29'0,"0"0"36"0,0 0 1 16,-40-36-4-16,30 29 0 15,-1 3 0-15,1 0 7 16,-7 2-2-16,1 2 5 15,-1 0-4-15,-1 2-4 16,-2 6-2-16,-2 2-1 0,2 3-2 16,0 3 1-16,-1-1-4 15,-1 4 5-15,3 1-2 16,2 2-1-16,2 6 1 16,3 4-6-16,2 7 10 15,5 5-5-15,5 8 0 16,0 3 2-16,0 4-1 15,9 0-1-15,5 1 1 16,5 1 0-16,4-3-1 0,6-1 0 16,5-3 1-16,5 1-2 15,4-4 1-15,0-4 0 0,6-4 0 16,-3-5 0-16,2-4 1 16,0-9-3-16,-2-8 2 15,2-9-1-15,-2-8-3 16,4-4 9-16,-2-17 1 15,3-8-5-15,0-9 1 16,-1-8 1-16,-2-6-1 0,-3-8 0 16,-5-5 2-16,-6-6-2 15,-7-2 16-15,-7-5-15 16,-7 0-2-16,-7 3 1 16,-5 2-1-16,-1 5 1 15,-9 6-2-15,-8 6 0 0,-10 5 0 16,-4 4-2-16,-5 4-18 15,-7 2-47-15,-6 0-21 16</inkml:trace>
  <inkml:trace contextRef="#ctx0" brushRef="#br0" timeOffset="2406.15">2850 15513 12 0,'-4'2'5'0,"1"-1"14"0,1-1-5 0,2 3-5 16,-2-3-4-16,2 1-3 15,0-1 1-15,0 3-6 0,0-3-4 16,0 0-29-16</inkml:trace>
  <inkml:trace contextRef="#ctx0" brushRef="#br0" timeOffset="3488.42">1132 14225 91 0,'0'0'0'0,"0"0"3"0,0 0 9 0,0 0 4 0,0 0-8 16,0 0 1-16,-38-30-1 15,38 30-3-15,0 0-3 16,0 0-3-16,6 0 1 15,5 0 0-15,10 0-1 16,7 0-7-16,8-9-8 0,10-12 5 16,11-10 3-16,10-8 3 15,11-12 3-15,7-7-6 16,7-9-12-16,2 0-54 16</inkml:trace>
  <inkml:trace contextRef="#ctx0" brushRef="#br0" timeOffset="4206.54">3530 13979 91 0,'0'0'3'0,"0"0"-2"0,0 0 0 16,0 0-1-16,0 0 0 16,0 0 0-16,0 0 0 15,0 0 1-15,0 0-6 0,0 0 9 16,0 0 0-16,46-17-1 15,-14-7 3-15,5-9-1 16,9-4-2-16,5-9 0 16,4-3-8-16,1-5-109 15</inkml:trace>
  <inkml:trace contextRef="#ctx0" brushRef="#br0" timeOffset="4853.18">4945 14053 34 0,'0'0'6'0,"0"0"3"0,0 0 1 0,0 0-2 0,0 0 0 16,0 0 1-16,0 0-4 15,0 0-2-15,0 0 4 0,0 0-5 16,0 0 0-16,26 18-1 15,-13-18-1-15,8-5 4 16,6-8-3-16,13-8 1 16,8-13 0-16,13-8 0 15,13-11 2-15,13-10-9 16,9-14-76-16</inkml:trace>
  <inkml:trace contextRef="#ctx0" brushRef="#br0" timeOffset="6234.93">1123 12762 38 0,'-6'0'33'0,"2"-3"-19"0,0 2 0 0,-3-3-3 15,3 1 1-15,-3 0-5 16,0 1 2-16,0 2-3 16,-3 0-3-16,3 4-4 15,-4 5-1-15,4 8 0 0,1 1 1 16,3 2-1-16,3-1 4 15,0-1-1-15,13-5-1 16,5-7 0-16,9-6-5 16,9-4 9-16,8-19 3 15,14-12 0-15,11-11-3 0,10-9-5 16,4-11-43-16</inkml:trace>
  <inkml:trace contextRef="#ctx0" brushRef="#br0" timeOffset="6853.08">3507 12817 108 0,'0'0'3'0,"0"0"-13"0,0 0 21 0,0 0-10 0,38-29 2 16,-9 6-2-16,9-7 2 15,7-1-2-15,7-9 0 16,3-4-12-16</inkml:trace>
  <inkml:trace contextRef="#ctx0" brushRef="#br0" timeOffset="7315.48">4997 12677 94 0,'0'0'1'0,"0"0"0"0,46-24 0 0,-22 8-1 0,4-4 0 16,7-1 2-16,0-3-1 15,5-5 1-15,8-3 2 16,3-7-3-16,5-3-6 16</inkml:trace>
  <inkml:trace contextRef="#ctx0" brushRef="#br0" timeOffset="8518.71">2300 9937 0 0,'-2'-4'0'0</inkml:trace>
  <inkml:trace contextRef="#ctx0" brushRef="#br0" timeOffset="8868.89">2228 9895 64 0,'0'0'5'0,"0"0"2"0,0 0-1 15,0 0-1-15,0 0 3 16,0 0-4-16,0 0-3 16,0 0 0-16,-13 5-1 15,13 5 0-15,-2 1 1 16,2 1 0-16,0-2 0 0,0-2 1 15,6-4-1-15,8-4 1 16,8-8 2-16,12-16 2 16,17-19 10-16,18-14-7 15,21-16-3-15,20-17-5 16,15-15 0-16,11-10-5 0,5-4-60 16</inkml:trace>
  <inkml:trace contextRef="#ctx0" brushRef="#br0" timeOffset="12690.36">2121 7531 36 0,'0'-3'4'16,"0"-1"0"-16,0 0-1 0,0-2 0 0,0 2 3 16,0 0 4-16,0-1 1 0,0 1 1 15,0 1-2-15,1 0-5 16,-1 2-1-16,0 1-4 16,0 0-2-16,0 0-1 15,1 0-1-15,0 6 4 16,1 2 0-16,0 1 0 0,-2-1 0 15,2 2-2-15,0 0 1 16,0 3 2-16,0-2 1 16,4-1-1-16,-4-3 0 15,4 2 0-15,-1-4 0 16,3-2 3-16,2-3 0 16,3 0 4-16,6-14 8 15,9-10 0-15,10-10 1 0,16-12-1 16,15-10-4-16,18-13-7 15,14-7-3-15,18-8-1 16,10-4 0-16,10-13-10 16</inkml:trace>
  <inkml:trace contextRef="#ctx0" brushRef="#br0" timeOffset="21250.18">14232 5470 44 0,'0'0'9'0,"0"-3"1"0,0 2-4 0,0-2-3 16,0-1 3-16,0 1 4 15,0 0 4-15,0-2-5 16,-1 0-3-16,1 1-1 0,-1 0-4 16,0 0 1-16,0-1-1 15,-3 2 5-15,-2 0-4 16,1-2-1-16,-3 1-1 16,0 1 1-16,-2-1-1 15,-4 0 0-15,0 2 0 16,-2-1 1-16,-3 0-1 0,-1-1 2 15,1 1 0-15,-2 2 1 16,0-2-1-16,-1 0 0 16,0 0 0-16,-1 2 0 15,1-1-1-15,-1 1 0 16,1 1 0-16,-2 0-1 0,0 0 0 16,0 0 0-16,0 0 0 15,-1 3-1-15,-2 1 1 16,-1 2-2-16,3-1 2 15,-1 2 1-15,3 1-1 16,-2 0 0-16,2 1 1 16,3-1-1-16,-1 2-1 0,4 0 1 15,0 3 0-15,1-2 0 16,1 2 0-16,-1 4 0 16,1 0 0-16,-1 1 1 0,0 1-1 15,-2 1 0-15,0 1 0 16,2 1 0-16,0 0 0 15,1 2 1-15,1-2-2 16,3 3 1-16,-2-2 0 16,2 1 0-16,4 0-1 15,-3-1 2-15,3 1-1 16,-1-1 0-16,-1 0 0 0,1-1 0 16,-1 1-1-16,2 1 2 15,1 0-1-15,-1 2 0 16,0 0 0-16,0 2 0 15,0 0 1-15,1-1-1 0,0 1 2 16,3-3-1-16,1-2-1 16,2-2 1-16,0-1-1 15,0-1 1-15,0 0 0 16,2 2-1-16,1 1 0 16,3-1 1-16,0 0-1 0,3 1 1 15,1-1-1-15,0 0 0 16,2-1 2-16,2-1-2 15,1 0 0-15,5 0 1 16,-2-1-1-16,4-2 2 16,1-3 1-16,2-2-1 0,1-1 0 15,-1-3-1-15,-1 0-1 16,1-2 1-16,2 0 0 16,2-1 0-16,2 2-1 15,4-3 1-15,3 4-1 16,3-1 2-16,1-1-2 15,0 1 1-15,2 0-1 0,2 1 0 16,-1 0 0-16,0 0 1 16,2 0-1-16,1 0 0 15,-2 0 1-15,0-4-1 16,0-1 0-16,-2-2 0 0,3 0 1 16,-5 0-1-16,3-3 1 15,-3-6-1-15,-1-2 0 16,-1-2 0-16,-2-4 2 15,-4 0 4-15,1-6 3 16,-4-2 0-16,-2-5-3 16,1-5-1-16,-2-4-2 0,-4 1-1 15,-4-4 0-15,-1 0-1 16,-6-1 1-16,-5 0-1 16,-4-3 0-16,-4-1 1 15,0-1-1-15,-9-3 1 16,-4 0 2-16,-6-1 3 0,-5 0 0 15,-3-1 0-15,-6-4-3 16,-2 1 2-16,-6 1-2 16,-2 0-1-16,-7 5-2 15,-4 6-1-15,-6 9-1 0,-7 12 0 16,-11 6-7-16,-11 9-48 16,-13 2-49-16</inkml:trace>
  <inkml:trace contextRef="#ctx0" brushRef="#br0" timeOffset="23526.88">19382 5538 11 0,'6'0'4'0,"4"1"-3"0,-1 0 0 0,5 0 3 0,0-1 3 16,3 0 2-16,0 0-2 16,3 0-3-16,3 0-1 15,1 0-1-15,5 2-1 16,1-1 1-16,8 1-2 0,-1-2 1 15,6 0 0-15,0 0-1 16,0 0 2-16,1-3 4 16,2-1 2-16,1-1 2 15,1 0-5-15,2 0 0 0,-3-2-2 16,2 3-1-16,-3 0-2 16,-1-2 1-16,-6 2-1 15,-2 2-1-15,-6 0-6 16,-4 0-23-16</inkml:trace>
  <inkml:trace contextRef="#ctx0" brushRef="#br0" timeOffset="24838.27">19583 5582 57 0,'0'0'-3'0,"0"0"6"0,0 0-3 0,0 0 1 0,0 0-1 15,0 0 1-15,0 0 0 16,-35 9-1-16,35-6 1 0,0 0-4 16,2 0 2-16,5-1 0 15,7 0 8-15,5 2-4 16,6-2 0-16,6-2-1 15,5 0 0-15,6 0 1 16,3 0 2-16,3 0 1 16,4-3 1-16,2-1-1 0,0-1-2 15,0 0 2-15,-1 0-3 16,-1-2 1-16,-2 0 3 16,0-2 1-16,-3-2-1 15,-2 0 0-15,2-2-2 16,-5 0-2-16,0-1-2 0,-3 0 1 15,-4-2-1-15,-3 2-1 16,-5-3 1-16,-6 0 1 16,-3 1 8-16,-6-2 8 15,-3-2-2-15,-5-1-4 16,-3 0-1-16,-1-2-4 16,0-1 2-16,-5-1-1 0,-4 0-3 15,2 2-1-15,-3 0-1 16,-2 1-3-16,3 2 1 15,-2 1 1-15,-1 1-2 16,0-1 0-16,-1 2-2 16,-1-1 4-16,-2 1-1 0,0-2 0 15,1-1 0-15,-2 2 0 16,1-2-1-16,1 0 1 16,-1-1-1-16,1 2 2 15,-2-1-4-15,-1-2 2 0,0 1 0 16,2-2 0-16,-2 0 2 15,1 0-2-15,0-1 0 16,2 1 0-16,-7 2 0 16,3 0-3-16,-2 1 1 15,0-1 1-15,-3 2 0 0,-2 3 1 16,-2-1-2-16,-2 3 1 16,-1 0-2-16,-4 5 3 15,1 0 0-15,-3 4 1 16,3 1-2-16,-4 4-1 15,-2 0 2-15,2 0-1 0,-2 4 4 16,0 5-5-16,-1 2 2 16,1 2-1-16,2 2 1 15,0 1 1-15,3 0-1 16,2 0-1-16,4 2 2 16,0-2-1-16,0 1 0 0,3 1 0 15,-3 3-1-15,2 1 2 16,-2 0-2-16,2 5 2 15,0 2-1-15,2 4 2 16,0 2-2-16,2 2 1 16,2 2-1-16,0 0 0 15,3-2-1-15,2-3-1 0,3-4 1 16,3-2 0-16,5-3 0 16,3 0-2-16,2-3-2 15,0 3 1-15,2-1 2 16,5 0 1-16,4 2 0 15,4 0-1-15,6-1 4 0,1 3-1 16,5-3-1-16,5 0 1 16,2-2-1-16,3-3 1 15,-1-2-2-15,1-4 0 16,2-4 1-16,-5-3 0 16,1-4-1-16,-2-1 2 0,1-2-1 15,-2 0 0-15,0 0 0 16,0 0 1-16,-2-2-1 15,0 1 0-15,-2-1 0 16,-1 1 0-16,-2 1 1 16,1 0-1-16,-8 0-16 0,-2-6-112 15</inkml:trace>
  <inkml:trace contextRef="#ctx0" brushRef="#br0" timeOffset="26913.97">20009 4776 39 0,'0'0'14'0,"0"0"21"0,0 0-1 16,0 0-2-16,0 0-4 0,50-41-9 15,-33 24-4-15,1-2-3 16,1-1-3-16,0 1-6 16,-2-4-2-16,3 0 0 15,1-2-1-15,3-3 0 16,6-3-3-16,7-6-26 0,3-7-47 15</inkml:trace>
  <inkml:trace contextRef="#ctx0" brushRef="#br0" timeOffset="31815.14">24447 3553 22 0,'5'-4'4'0,"1"-2"9"0,2 2-5 15,-1 2-2-15,-1-1-2 16,1 1-2-16,-3 0 0 0,3 2 0 15,-3 0 4-15,0-2 0 16,2 2 1-16,0 0-3 16,1 0-1-16,2 0 0 15,-2 2-1-15,1 2-2 16,0 2 1-16,2 3-1 0,-2 1 1 16,3-2-1-16,0 3 0 15,-1 2 1-15,1-1-1 16,0 2-1-16,-3-1 1 15,0-2-1-15,0 3 1 16,-3-1 2-16,-2 0 0 16,0 0-2-16,-2 0 0 0,-1 1 0 15,0 1 2-15,0 2-1 16,-2 2 0-16,-2 1-2 16,-2 1 1-16,-2 3 1 15,1-1-1-15,-1 1 1 0,0-3 1 16,-3 5-1-16,3-2 0 15,-1 0 0-15,2 0 0 16,1 3-1-16,2-1 2 16,3-1-1-16,1-1 1 15,0 0 0-15,0-1 1 0,6-3 0 16,4-1 0-16,0-3 1 16,1-1 2-16,3-3 0 15,-1-3 0-15,-2 0 0 16,-1-2-1-16,1-2-3 15,-3-1-1-15,-1-2 0 0,-3 1 1 16,-1-2-2-16,-1 0 0 16,-2 0-5-16,0 0 3 15,-4 1 1-15,-3-1 2 16,-6 3-1-16,-1 1-1 16,-1 0 2-16,1 1 0 15,0 5-1-15,-1-3 0 0,1 1 0 16,2 2 0-16,1 2 0 15,1-1 0-15,3 5-1 16,-1 0 1-16,3 2-1 16,-3 1 2-16,4 4-2 0,1 0 1 15,3 3 1-15,-1 1-1 16,1 1 0-16,0 2 1 16,5-3-1-16,4 2 0 15,0-3-1-15,4 2 2 16,1-1-1-16,1 0-1 15,3 1 2-15,-3 2-1 0,1 0 0 16,-2 1-1-16,0 0 1 16,-1 2 0-16,0 0 0 15,-5-2-1-15,-2-3 1 16,-2 1-2-16,-2-6 2 16,-2 0 0-16,0-2 0 0,-5-1 2 15,-6-3-1-15,-7 0 0 16,-6 0-1-16,-8 0 3 15,-16-1 0-15,-17 1 2 16,-18 0-1-16,-17-5-42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10:35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9334 7027 7 0,'-3'-1'-4'0</inkml:trace>
  <inkml:trace contextRef="#ctx0" brushRef="#br0" timeOffset="4286.55">9280 7017 24 0,'-7'1'13'0,"-1"-1"7"16,3 0-2-16,-2 0-4 15,2 0-3-15,3 0-2 0,-2 0-5 16,2 0-3-16,0 0 0 15,1 0 1-15,0 0 3 16,1 0-4-16,0 0-3 16,0 0-2-16,0 0 3 15,0 0 1-15,0 0 1 0,0 0-1 16,0 0 0-16,0 0 2 16,0 0 0-16,0 0 1 15,0 0 0-15,0 0-5 16,0 0 1-16,0 0 2 15,0 0 0-15,0 0-1 0,2 0 0 16,2 0 0-16,0 2 0 16,-1-2 2-16,4 0 0 15,-3 0 1-15,1 1-2 16,3-1 0-16,-4 0 0 16,4 3-1-16,-3-3 1 15,1 0-1-15,-2 0 1 0,-1 0-1 16,3 0 0-16,-1 0-1 15,0 0 1-15,1 0 0 16,1 0 0-16,3 0 0 16,0 0 1-16,1 0 0 15,-1 0-1-15,2-3 0 0,-1 2 0 16,1-2 0-16,-3 2 0 16,1-1-1-16,-3 1 1 15,2 1 1-15,-2 0-1 16,0 0 1-16,1 0-1 15,2 0 1-15,-3 0-1 0,3 0 0 16,0 0 1-16,-1 0-1 16,3 0 0-16,0 0 0 15,-1 0 0-15,3 0-1 16,-3-2 1-16,2 1 0 16,3 0 1-16,-3-1 1 0,3 2-2 15,-1-3 0-15,-1 3 0 16,1-1 1-16,-1-1-1 15,1 2 1-15,-1 0-2 16,-1 0 2-16,-2 0-1 16,3 0 0-16,-1 0 0 0,1-1 0 15,1 0 0-15,-1-1 1 16,1 2-1-16,0 0 0 16,1 0 0-16,3 0-1 15,-2 0 1-15,0-1 0 16,0 1 0-16,1 0 1 0,0-2-1 15,-1 2 0-15,2 0 0 16,-2 0 0-16,-1 0 0 16,1 0 0-16,2 0 0 15,-3 0 0-15,1 0 0 16,1 0 0-16,0 0 0 16,0 0 1-16,-2 0-2 0,2 0 2 15,2 0-1-15,-3 0-1 16,4 0 2-16,-2 0-1 15,2 0 0-15,2 0 1 16,1 0-1-16,0 0 0 0,0 0 1 16,0 0-1-16,2-1 0 15,-3-2 0-15,-1 2 2 16,2-2-2-16,-1 3 2 16,0-3-1-16,1 0 1 15,2 2-1-15,1-2 1 16,1 1-2-16,1 0 0 0,2 2 0 15,-2-2 1-15,0 2-2 16,-4 0 1-16,0 0 0 16,0 0 1-16,0 0-1 15,2 0 0-15,0 0 0 16,2 0 0-16,1 0 0 0,3 0 0 16,0 0 1-16,-1 0-1 15,3-2 1-15,-3 1 1 16,-1-1 0-16,2 0 1 15,-1 2-1-15,1 0-1 16,2 0 0-16,-2 0-1 0,4 0 1 16,1 0-1-16,0 0 0 15,-2 0 1-15,3 0-1 16,-2 0 0-16,1 0 0 16,-3 0 0-16,1 2 1 15,-2 0-1-15,6-2 0 0,-4 0 0 16,0 0 0-16,1 0 1 15,-4 0-2-15,1 0 2 16,0 0 3-16,0 0 1 16,-2 0 1-16,3-1-1 15,1 0-3-15,2 1-2 0,4 0 1 16,-1 0-1 0,1 0 1-16,-1 0-1 0,0 0 0 15,0 0 0-15,0 0 0 16,-2 0 0-16,1-3 1 15,0-2-1-15,1 1 0 16,-3 0 0-16,0-2 1 0,2 2-1 16,-4 0 1-16,2 1-1 15,0-3 1-15,3 3 1 16,1 1-2-16,1 1 0 16,3 1 0-16,-2 0 0 0,0 0 0 15,1 0 1-15,-1 0-2 16,-2 2 2-16,0 1-1 15,3 0 0-15,-5 1 0 16,2-3 0-16,-1 2 0 16,-1 1 0-16,0-1 0 0,1 1 0 15,-1 1 0-15,4 0 0 16,0 0 0-16,1-1 0 16,3-2 0-16,-2 2 0 15,2-2 0-15,-2-1 0 16,0 0 0-16,0 0 1 15,1-1-1-15,-2 2 0 0,2-2 0 16,-5 1 0-16,1-1 0 16,-3 0 0-16,0 0 0 15,1 0 0-15,1 0 1 16,2 0-1-16,3-1 1 16,0-1-1-16,1 1 0 0,1 0 0 15,-3 0 0-15,2 1 0 16,-2 0 1-16,0 0-1 15,2 0 0-15,-3 0 0 16,0 0 0-16,4 0 0 16,-2 0 0-16,2 0 0 0,2 0 0 15,3 0 0-15,2 0 0 16,0 0 0-16,0-2 0 16,-1 0 0-16,1-2 0 15,1 0 1-15,-1-1-1 16,0 1 1-16,-3-2-1 15,3 2 0-15,-2 1 1 16,1 1-1-16,2 0 0 0,-1 1 0 16,0-1 0-16,0 2 0 15,-1 0 0-15,-1 0 0 16,-1 0 0-16,1 0 0 16,-1 2 0-16,-1-2 0 0,-3 0 0 15,2 0 0-15,-2 0 0 16,2 0 1-16,3 0 0 15,1-2-1-15,0 1 0 16,2-1 0-16,-1 2 0 0,1 0 0 16,-1 0 0-16,-3 0 0 15,0 3 0-15,0 0 0 16,-2 2 1-16,-1 0-1 16,2-1 0-16,3 2 0 15,2-2 0-15,3-1 0 16,1 1 0-16,3-1 0 0,4 1 0 15,-4-3 2-15,1 1-1 16,0 1 2-16,-2 0-1 16,-1-2 0-16,-1 1 0 15,1 1 1-15,-1-2-2 16,1 3 1-16,0-1-2 0,2 0 1 16,0 0-1-16,-2 1 0 15,1-1 1-15,0 1-1 16,3-1 0-16,1 1 1 15,3 2-2-15,2 0 2 16,4-1-2-16,0 0 1 0,4-1 0 16,-2 0 1-16,-2-1-2 15,-2 0 2-15,-1-2-1 16,-2 1 0-16,0-1 1 16,-2 2-1-16,2-2 0 15,-3 2 1-15,-1 0 1 0,-4 0 1 16,-3-2-1-16,-4 2-1 15,-7 0 2-15,-3 0 3 16,-5-2 1-16,-2 2-1 16,-5-2 0-16,-1 1-3 15,0-2-1-15,0 3-1 0,-2-2 0 16,2-1-1-16,1 0 1 16,-2 0-1-16,-2 0 2 15,0 0-2-15,1 0 0 16,-4 0 0-16,-2-1 0 15,2-3 1-15,-2 0-1 16,1 0 0-16,1 0 0 0,0-3 1 16,-2 0-1-16,-1-1 0 15,-2-1 3-15,0-2 3 16,-3-1 5-16,0-1-3 16,-3-1-5-16,-1 1-2 15,0-4 0-15,-2 1 0 0,0-2-2 16,0 0 1-16,-2-1 0 15,0-2-1-15,-1 0 1 16,0-2 0-16,-1-2 1 16,1-1-1-16,0-1-1 15,2-3-2-15,-1 3 1 0,-2-4-2 16,1 1 2-16,-4-1 2 16,0-2-1-16,-3-2 2 15,-1-1-1-15,-1 1 0 16,-1-2 0-16,0 3 0 0,0 1-1 15,-6 0 0-15,-2 3-1 16,-4 3 0-16,-2-1 1 16,0 2 0-16,-4 1-1 15,1-1-1-15,-3 2 2 16,-1-3-2-16,-2 0 0 16,1 0 2-16,-3 0-6 0,-4 0 3 15,0 3-3-15,-2 1 0 16,-2 2 4-16,-1 4-2 15,-2 4 3-15,-3-1 1 16,-1 4 2-16,0 0-2 16,-3 0 1-16,1 2-1 0,-1 0 2 15,1 0 2-15,-2 2-3 16,-3-2 1-16,2 2-1 16,-2 0 0-16,-2 1-1 15,-2-1 3-15,-3 2-2 16,-1 1-2-16,-1 0 3 0,-2 0-1 15,-1 0-1-15,-3-1 1 16,1 2 1-16,-2 1-2 16,1 1 1-16,-2-1-1 15,3 1 3-15,-6 0-2 16,0 0 1-16,-2-1-1 0,0-1 0 16,-3 2 2-16,-4-3-2 15,2 2 0-15,-4 1 0 16,0 0 0-16,-1 0 0 15,-4 0-2-15,-1 0 1 16,-3 0-2-16,-3 0-1 16,-3 0 0-16,1 1 1 0,-2-1 2 15,-2 0 1-15,-2 0 0 16,-1 0 0-16,0 0-1 16,-4 2 1-16,0-2-1 15,3 1-1-15,-6-1-8 16,1 0 2-16,1 0-1 0,-4 0 3 15,-3 0 4-15,-3 0 0 16,-1 0 3-16,0 0-1 16,-4 0-1-16,-2 0 4 15,1-1-3-15,-3 1 4 16,0 0-3-16,0 0 0 0,-2 0-1 16,2 0 1-16,-2 0-1 15,0 0 2-15,-2 0-3 16,2 0 4-16,0 0-2 15,0 0 1-15,2 0 0 16,4-2-4-16,0 1 4 0,5-2-2 16,-2 0 1-16,5-1-1 15,0-2-1-15,0 2-2 16,-1-2 2-16,0-1 1 16,3-1 0-16,-3 1 1 15,5-2-1-15,-3 1 0 0,3-1 0 16,-1-1 3-16,4 3-3 15,-3 0 1-15,3-2-1 16,1 2 0-16,-4 0 0 16,3-1 0-16,-4-1 1 0,4 2 0 15,-3 2 0-15,3 0 1 16,-1 2 0-16,4 0 1 16,-3 2 1-16,3 1-2 15,2-1-1-15,3 1 1 16,2 0-1-16,1 0-1 15,3-1 1-15,-1 1-1 16,-1 0 2-16,2 0-2 0,-1 0 2 16,4 0-2-16,0 0 1 15,0 0-1-15,2 2 0 16,2 4 1-16,1-1 0 16,1 1-1-16,3 1 1 0,3 0-1 15,4 0 0-15,2-1 1 16,3 1-1-16,2-1 0 15,3-1 0-15,4 0 0 16,-1-1 1-16,2 3-1 16,2-1 0-16,2 1 0 15,-1 0 0-15,2 0 0 0,4 3 0 16,-2 0 0-16,3 1 0 16,5 2 0-16,0 0 0 15,1 2 0-15,0-3 0 16,2 5 0-16,2-2 0 15,-1 1 0-15,5 1 0 0,1-1-1 16,4 2 2-16,4-1-1 16,0 3 0-16,6 3-1 15,1 0 0-15,3 2 2 16,1 2-3-16,2 3 2 16,3 0 0-16,-2 1-1 0,4 0 1 15,-3 2 0-15,3 1 0 16,1-1-1-16,0 1 2 15,2 0-1-15,2 1-2 16,0 0 0-16,0 0 1 16,0 2 0-16,8 0 0 0,1-2 4 15,2 2-1-15,3-1-1 16,2 0-1-16,7 0-1 16,0-1-1-16,6 1 1 15,5 1 2-15,7-1 2 16,7-2-2-16,4 0 0 0,7-4 0 15,11-2 0-15,8-4 0 16,9-4-1-16,13-3 1 16,15-3-4-16,6-7-16 15,12-6-33-15,8-1-58 16</inkml:trace>
  <inkml:trace contextRef="#ctx0" brushRef="#br0" timeOffset="9025.39">10967 6088 71 0,'0'0'4'0,"0"0"8"0,-4-3-7 0,4-1-2 16,-2 1-3-16,-2 2 1 15,2-3 0-15,1 2-1 16,-3-1 2-16,2 0 0 0,-3 2 3 15,3-2-1-15,1 3-1 16,-3-1-2-16,2 1-1 16,-2 0 0-16,1 0 0 15,-1 0 0-15,0 0 1 16,-3-3 0-16,2 3 0 0,-3 0-1 16,-2 0 2-16,-1 0-1 15,0 0 0-15,-2 0-1 16,-1 3 1-16,-1 2-2 15,-1 1 2-15,-1 1-1 16,-2 0-2-16,1 2 3 16,-1-1-2-16,0 0 2 0,-3 0-2 15,4 2 1-15,-3 0 1 16,1 0-2-16,1 1 4 16,-2 1-3-16,-1 0 1 15,2 1-1-15,0 0-3 16,0 1 5-16,-3 2 1 0,3-2-2 15,0 3 1-15,0-1 3 16,0 1-3-16,1 1 0 16,0 2-1-16,-2 1-1 15,4 2 1-15,-3 1-1 16,0 0 0-16,2-1 0 0,0 0 1 16,5 1 0-16,-1-3-1 15,1-1 0-15,4 0 2 16,-1-3-1-16,6-1 0 15,0-2 1-15,2 0-2 16,2-1 1-16,0 1-1 16,0 0 1-16,0 1 0 0,0 1 0 15,4 1-1-15,1 2 0 16,4-1 0-16,-2 2 0 16,3 0 0-16,2 0 0 15,-1 0 0-15,2-2 0 0,1 1 1 16,-1-2-1-16,5-3 0 15,-3 0-1-15,2-2 0 16,2-1 2-16,1 0-2 16,3 1 1-16,-4-3 2 15,4 3-1-15,0-2-1 0,-1 1 3 16,0 1-3 0,3-1 0-16,4 1 0 0,0 0 0 15,2-2 0-15,3 0 1 16,2 0-1-16,4-3 0 15,-4-1 0-15,0-2 0 16,-1-1 0-16,-1 0 1 0,-1-2-1 16,0-1 0-16,1 0 0 15,0 0 0-15,-2 0 0 16,3 0 0-16,-1-5-1 16,1-3 3-16,-4-1 1 15,3-4 2-15,-1 0 0 16,-2-3-2-16,3-1-1 0,-1 0-1 15,1-1 0-15,0 2-1 16,-2-1 0-16,-3-1 0 16,-1-2 0-16,-4 0 2 15,1-3-2-15,-2 0 0 0,-2-4 1 16,2 1 1-16,0-3-1 16,-1 1 1-16,0-1-1 15,-5 2 1-15,-2 0 0 16,-1 2 1-16,-4-2 5 15,-4 0 1-15,0-3 2 0,-4-1-4 16,-2-2-1-16,0-1-1 16,0 0 0-16,-7-2-2 15,-2 2-1-15,-2-1 1 16,-3 1-1-16,-1-2-1 16,-3 2 0-16,-2 0 1 0,-6 1 1 15,-4-2-5-15,-3 2 2 16,-11 3-1-16,-1 0 2 15,-5 8-1-15,-8 5 0 16,-1 8-1-16,-9 9-3 16,-2 7-12-16,-8 15-23 0,-2 6-27 15</inkml:trace>
  <inkml:trace contextRef="#ctx0" brushRef="#br0" timeOffset="10898.82">17512 5989 24 0,'-9'-6'5'0,"1"1"15"0,-2-3-3 16,-4 1 0-16,1 0-3 0,-3-1 4 16,0-1-9-16,-1-1 2 15,1 1 2-15,0-2-4 16,1 1-1-16,-4 2 0 15,1-1-6-15,-4 1-1 16,1 1-1-16,-2 1 1 16,-2 2-2-16,-2 0 2 0,-2 0-2 15,-3 2 0-15,-2 0 0 16,-4 2 2-16,-3 0 1 16,1 0-1-16,-2 0 1 15,-1 0 5-15,1 4-5 16,-4 5-1-16,1 1-2 0,-1 4 3 15,0 3-1-15,-1 0-2 16,2 6 2-16,0 0-2 16,3 5 2-16,1 2-1 15,1 3 0-15,4 2 0 16,-2 2 0-16,5 0-1 0,-2 0 1 16,5 3 0-16,2-2 1 15,3 3-2-15,4 0 1 16,1-1 1-16,3 1-2 15,4 0 1-15,3-2 0 16,5-2 0-16,3-3 0 0,2 0-1 16,0-3 2-16,4 2-1 15,8-2 1-15,1 2-2 16,4-2 0-16,4 2 1 16,3-2 0-16,6-1-1 15,3 0 1-15,3-2 0 16,3-2 0-16,-1-2 2 0,1-1 0 15,1-2 3-15,-1-3-5 16,1-2 3-16,0 0 0 16,3-5 2-16,1 2-2 15,2-2-1-15,2-1 2 0,2 0-1 16,1-2-1-16,3 1-1 16,1-3 0-16,2-1-1 15,0-2 1-15,-3-1 0 16,-1-2-1-16,-3 0 0 15,-5-3 1-15,-2-6 0 16,-3-5-1-16,-1 0 2 0,-1-5-2 16,-2-2 1-16,2-3 6 15,-2-2 2-15,-2-5-5 16,3-2-2-16,-1-5-1 16,0 0 0-16,-2-4-1 15,-1 0 1-15,-3-1-1 0,-3-1 1 16,-1 5-1-16,-8 0 0 15,-1 2 0-15,-7 2 1 16,-4-1-1-16,-4 2 0 16,-2-3 2-16,-2-1-1 15,-9-3 1-15,-3 2 0 16,-1-3 2-16,-2-1-2 0,-1 1 1 16,-3-1-2-16,-2-1 0 15,-5-1-1-15,-4 1-1 16,-4 1 0-16,-6 2 0 15,-7 4 2-15,-5 5-6 0,-7 7 3 16,-5 4-13-16,-3 9-22 16,-5 2-26-16,-6 5-53 15</inkml:trace>
  <inkml:trace contextRef="#ctx0" brushRef="#br0" timeOffset="18729">9475 7152 90 0,'0'4'2'0,"0"-1"-3"0,-3 1 2 0,1 1-1 0,0 1 0 15,-1-4 0-15,3 1 0 16,0 0-1-16,0-2-1 16,0-1 0-16,0 0 2 0,0 0 3 15,4 0 6-15,0-4-1 16,2-4-4-16,-1-2-1 15,1 0-1-15,2-2-1 16,0-1 2-16,-3-1-3 16,3 1 2-16,-3 0-1 0,2 2 0 15,-3-1 0-15,-1 1 0 16,0 2-1-16,0 0 1 16,-1 3-1-16,-2 2 0 15,0 0 0-15,0 1 0 16,0 3 0-16,0-1-1 0,0-1-1 15,0 2-1-15,0 0-2 16,0 0 3-16,0 0 2 16,0 0-1-16,0 0 1 15,0 0 0-15,0 2 1 16,0 2-1-16,0 0 0 0,0 1 0 16,0 1 0-16,0 2 0 15,0 2 1-15,0 1-1 16,-2 0 0-16,-1 2 0 15,1 1 0-15,0-1 0 16,0 3 0-16,0-2 1 16,-4 0-1-16,3 1 1 0,0-1 1 15,1 0-1-15,-2-1-1 16,2 1 0-16,0-3 1 16,1 0-1-16,1 1 0 15,0-1 0-15,-2-2 0 16,2-1-1-16,-2 2-20 0,-2-4-50 15</inkml:trace>
  <inkml:trace contextRef="#ctx0" brushRef="#br0" timeOffset="19063.12">9437 7356 66 0,'0'0'3'0,"0"0"-1"0,0 0-1 16,0 0 0-16,0 0 0 16,0 0-1-16,0 0 0 15,0 0 1-15,0 0-1 0,44-24 0 16,-37 24-1-16,-1 0 2 15,4 0-1-15,-1 0 1 16,1 0 0-16,4 0 0 16,-3 0 3-16,1 0-3 15,-1 0 0-15,2 0-1 0,-1 0 0 16,-1 0 0-16,1 0-1 16,-4 0-47-16</inkml:trace>
  <inkml:trace contextRef="#ctx0" brushRef="#br0" timeOffset="19973.68">9604 6918 73 0,'0'0'3'0,"0"0"5"0,0 0 5 16,0 0-8-16,-39-32-3 15,31 25 14-15,-3 0-14 16,2 0 1-16,-2 1-2 16,0-1 1-16,0 0 0 0,-1 2 1 15,1 3 3-15,-1-2-5 16,-1 1-1-16,1 3 0 16,-2 0 0-16,1 0 0 15,2 0 1-15,-5 4-2 16,2 2 0-16,-1 5 2 0,-1 1-1 15,0-1 0-15,-2 5 0 16,-1-1-1-16,0 4 2 16,-2-1-2-16,2 3 2 15,-1 1-2-15,3 5 1 16,0 0 0-16,4 1 0 16,1 3 0-16,4 2 0 0,2 0 0 15,3 2 0-15,1-1 0 16,2 2 1-16,0-4-1 15,0 1 0-15,5-3 0 16,5-3 0-16,2 1 0 0,1-2 0 16,5-2 0-16,0-3 0 15,4 1-1-15,1-7 1 16,1 1-1-16,2-3 0 16,3-3 1-16,1-5 2 15,1-3-2-15,1-2 0 0,5-5 0 16,-3-10 0-16,2-8 3 15,0-5 5-15,-3-5 0 16,0-2 2-16,-7-2 2 16,-2-3-4-16,-8-1-1 15,-3-2-1-15,-9 2 2 0,-4-1-2 16,0 3 0-16,-6 2-2 16,-8 7-2-16,-1 4-3 15,-5 7 0-15,1 7-11 16,0 5-22-16,-4 3-39 15</inkml:trace>
  <inkml:trace contextRef="#ctx0" brushRef="#br0" timeOffset="20707.75">10849 7129 76 0,'0'0'0'0,"0"0"3"0,0 0 2 0,0 0 3 15,0 0 0-15,0 0 2 16,-38 13 3-16,36-13-1 16,-2 0 3-16,3 0-8 0,0 0-4 15,1 0-3-15,0 0 0 16,0-3-1-16,1-1 1 16,6-2 1-16,-1 1 0 15,4-1-2-15,1 0 2 16,-3 3-2-16,4 0 2 15,-3 3-1-15,2 0 0 16,-2 0 0-16,0 8-1 0,-4 3-1 16,1 3-3-16,-4 3 0 15,-2 4 4-15,0 1 0 16,-6 3 2-16,-5-2-1 16,-5 1 1-16,-1 0 0 0,0-2-1 15,0-4 2-15,3-2-1 16,1-5 0-16,3-1 0 15,2-4 0-15,4-2-1 16,3-1 0-16,1-3 0 0,0 0 6 16,0 0 1-16,7 0 1 15,5-3-2-15,5-3-3 16,2-2-2-16,5 1-1 16,2-2 0-16,1-1-6 15,0 3-26-15,0-3-19 0</inkml:trace>
  <inkml:trace contextRef="#ctx0" brushRef="#br0" timeOffset="21198.71">11063 7041 78 0,'0'0'-5'0,"-46"-30"10"0,21 19 4 0,-2 1 1 0,-2 3-8 0,0 1 0 16,0 4-1-16,-2 2 0 16,0 0-3-16,1 2 2 15,-1 7 2-15,-1 4-2 16,2 2 0-16,0 5 1 16,3 4 1-16,1 6-1 15,3 7-1-15,3 3 0 16,3 5 1-16,3 4 0 0,5 3 0 15,5 0 0-15,4 0 0 16,0-3 0-16,5-2 0 16,10-4-1-16,9-8 0 15,3-9 0-15,5-5-1 0,7-8 2 16,2-10 0-16,4-3 1 16,4-9 5-16,-1-12 1 15,5-6-1-15,0-7-1 16,-2-7-1-16,1-5 10 15,-5 0-7-15,-5-4-1 0,-8-3-1 16,-5-1-3-16,-8 3 0 16,-8 1 0-16,-5 5-3 15,-8 5 0-15,0 9-3 16,-11 7 3-16,-6 8-3 16,-10 9-16-16,-2 7-16 0,-5 0-26 15</inkml:trace>
  <inkml:trace contextRef="#ctx0" brushRef="#br0" timeOffset="22010.02">12841 7109 44 0,'0'0'2'0,"0"0"0"0,0 0 2 0,0 0 1 16,-38 0 5-16,35 0 14 16,2-3 0-16,1-4-6 15,0 0-13-15,6 0-2 16,3 0-3-16,5 0 1 0,2 1-1 16,3-1 0-16,-4 3 0 15,2 1 2-15,-3 3-2 16,1 0 0-16,-5 0 0 15,-5 9-2-15,1 3 1 16,-6 4-3-16,0 0 4 16,-4 2 0-16,-5-1 1 0,-2 0-1 15,-3-1 1-15,2-5-1 16,3-1 2-16,1-4-1 16,4-3 1-16,2 1-2 15,2-4-3-15,0 0 3 16,4 0 0-16,3 0 0 0,6 1 3 15,-1 1-2-15,4 1-1 16,-1 2 0-16,1 0 1 16,-1 2-1-16,-3 0 0 15,-1 4-1-15,-1-2 1 16,-4 1 0-16,-4-2-1 0,-2 1-1 16,-1-2 4-16,-10 1 0 15,-6 0-1-15,-3 0 3 16,-4-1-3-16,3 1 0 15,-6-2 0-15,4-1-1 16,1-4-2-16,2-1-21 0,2 0-43 16</inkml:trace>
  <inkml:trace contextRef="#ctx0" brushRef="#br0" timeOffset="22515.97">12765 6906 128 0,'0'0'-16'0,"0"0"21"0,-52-3-1 0,31 3-1 15,0 10-2-15,-4-1-1 16,-2 8 2-16,1 0-1 15,-1 2 0-15,4 6 0 0,1 3 2 16,1 5-3-16,2 7 0 16,6 1 1-16,4 5-1 15,3 0 0-15,6-2 0 16,0-1 1-16,8-3-1 16,7-3 0-16,6-3 0 15,4-4-1-15,5-6 1 0,6-3 3 16,2-4 0-16,4-8-1 15,3-7 1-15,5-2-2 16,0-4 1-16,4-13 1 16,1-7 4-16,-1-3 2 0,-2-7 10 15,-5-3-5 1,-4-1 2-16,-6-5 4 0,-8-1-6 16,-4-1-6-16,-8 0-1 15,-5 1-5-15,-9 2 1 16,-3 5-2-16,-3 4 0 15,-13 6-3-15,-5 7 0 16,-4 6-8-16,-6 10-19 0,-3 4-21 16,-4 1-17-16</inkml:trace>
  <inkml:trace contextRef="#ctx0" brushRef="#br0" timeOffset="23311.85">15249 7074 120 0,'0'0'1'0,"0"0"15"0,0 0 9 0,0 0-2 16,0 0-9-16,0 0-4 15,0 0-8-15,0 0-2 16,0 0-1-16,0 0-1 16,0 0 2-16,0 0-2 15,-31 51 4-15,29-28-4 0,2 1 4 16,0-3-2-16,0 3 0 16,3-3 0-16,6-2 0 15,-1-5 0-15,1-2 1 16,3-5-1-16,1-4 0 15,-2-3-4-15,5 0 4 16,-3-3 1-16,1-6 4 0,-3-4 0 16,-1-1-3-16,0 0-1 15,-4 1 2-15,-1-1-2 16,-1 2 1-16,-4 2 2 16,0 2 2-16,0 3-3 0,0 2-1 15,0 2 1-15,0 1-2 16,0 0-2-16,-2 2-2 15,-2 8 3-15,1 4 0 16,2 3 0-16,1 2 0 16,0 1 0-16,0 1 0 15,2-2 1-15,4 2-2 0,-1-3-10 16,4 3-26-16,-4-5-3 16,1-2-18-16</inkml:trace>
  <inkml:trace contextRef="#ctx0" brushRef="#br0" timeOffset="23767.48">15370 6932 116 0,'0'0'0'0,"-44"-19"5"0,17 15-2 0,0 4 1 16,-2 0 1-16,0 4-1 16,-3 8 1-16,2 9 0 0,1 5-2 15,2 9-2-15,3 11 0 16,5 7 1-16,3 6-1 16,7 1 1-16,7-1-1 15,2-3 0-15,5-5-2 16,11-9 2-16,4-5-5 15,7-6 0-15,5-11 2 0,4-5 1 16,7-10 2-16,-1-5 0 16,5-3 2-16,1-14 15 15,3-7-6-15,-1-6-8 16,0-5 0-16,-2-8 1 16,-4-5 0-16,-6-5 2 0,-5-2-2 15,-11-2 3-15,-3 2-2 16,-12 2-2-16,-5 9-1 15,-2 9-3-15,-4 9-3 16,-10 10-13-16,-6 10-22 16,-5 6 0-16,-4 0-38 0</inkml:trace>
  <inkml:trace contextRef="#ctx0" brushRef="#br0" timeOffset="24378.59">16908 7102 110 0,'0'0'4'0,"0"0"-2"0,0 0-3 15,0 0 1-15,0 0 1 0,0 0 2 16,0 0-1-16,0 0 1 16,0 0-2-16,0 0 0 15,7 43 0-15,0-32-1 16,-4-2 0-16,1 3 2 0,2-1-1 15,-1 0 5-15,3-1-3 16,-1 1 3-16,2-2-1 16,2 1 0-16,0 0-1 15,1 0-3-15,-1 1 0 16,1-3 0-16,-2 0 0 16,-4-1 1-16,-2 0-2 0,0-1 0 15,-4-1 0-15,0 1 0 16,-11-1 3-16,-1 1-1 15,-3-2-2-15,2-2-22 16,-2-2-17-16,1 0-46 16</inkml:trace>
  <inkml:trace contextRef="#ctx0" brushRef="#br0" timeOffset="24943.46">16962 7170 109 0,'0'0'2'0,"23"-37"16"15,-8 17 1-15,3 2-6 0,2-2-3 16,4 3-6-16,1 0-3 16,-4 3-2-16,0 0-1 15,-4 4-8-15,-4 0-8 16,-4 3-3-16,-5 1-1 0,-4 0 3 16,0-1-12-16,0 0 1 15,-2-2 14-15,-9 0 21 16,1 0 17-16,-3-2 3 15,-4 4 0-15,0 1-21 16,-4 3 1-16,0 3-2 16,-5 0-3-16,0 4-1 0,-2 8-3 15,1 5 8-15,-2 4-4 16,0 5 0-16,0 8 1 16,0 4 0-16,-1 6 0 15,3 5 1-15,5 0-2 16,5 1 1-16,3-3-1 0,6-3 1 15,7-4 0-15,1-8 0 16,9-5 0-16,7-4-1 16,3-6 6-16,7-6-4 15,5-2 0-15,5-6 1 16,6-3 2-16,1 0 1 0,8-12 1 16,-3-2 0-16,4-5 0 15,-2-4-2-15,-3-3 2 16,-1-4-1-16,-6-2 3 15,-3-4-1-15,-2-4 0 16,-4-1-2-16,-6-1-3 0,-9 0 1 16,-5 4 7-16,-7 5 2 15,-4 6 2-15,0 7-9 16,-8 6-8-16,-6 9-12 16,-1 3-28-16,-2 2-51 15</inkml:trace>
  <inkml:trace contextRef="#ctx0" brushRef="#br0" timeOffset="25489.69">18609 6993 101 0,'0'0'28'0,"0"0"-4"0,0 0-5 15,0 0-12-15,0 0-7 16,0 0-2-16,0 0 4 16,-38 18-1-16,25-3 1 15,1 4-2-15,1 4 1 0,1 3-1 16,2 2 1-16,2 2 0 16,4-3 0-16,2 0-1 15,0-4 1-15,4-5 0 16,6-6 0-16,0-4-1 0,3-4 2 15,1-4 5-15,-1 0 12 16,3-4 0-16,-2-6-8 16,0-3-6-16,-2-1-2 15,-5 1-1-15,-1-2 0 16,-6 2 0-16,0 3 1 16,-2 3-6-16,-9 3 6 0,-2 4-3 15,-5 0-5-15,-4 6-3 16,1 6-5-16,2 2-29 15,3-1-8-15,5-1-11 16</inkml:trace>
  <inkml:trace contextRef="#ctx0" brushRef="#br0" timeOffset="25923.86">18716 7024 115 0,'0'0'-6'0,"9"-64"0"15,-9 37 3-15,-2 2 2 16,-9 5 4-16,-7 4 12 16,-3 6-2-16,-4 4-3 15,-3 6-1-15,-3 0-6 16,-6 8-1-16,-2 7-2 16,-1 8 1-16,2 4 1 0,-1 7-1 15,5 4 0-15,6 4 0 16,6 1 0-16,6 4 0 15,8-1 2-15,6-1-3 16,2-5 1-16,4-2-1 0,10-5-1 16,7-7-2-16,6-8-2 15,3-5 5-15,9-6 0 16,4-7 3-16,4 0 2 16,2-4 6-16,2-12 1 15,-1-2 1-15,1-5 3 16,-4-7 1-16,-5-1-3 0,-4-6-7 15,-7 0 0-15,-6-3-3 16,-11 5 1-16,-6 1 0 16,-8 4-2-16,0 7-4 15,-12 9-5-15,-9 7-19 0,-3 5-29 16,-3 2-47-16</inkml:trace>
  <inkml:trace contextRef="#ctx0" brushRef="#br0" timeOffset="26428.96">19662 7029 88 0,'0'0'8'0,"0"0"6"0,0 0-9 16,0 0-1-16,0 0-1 15,0 0 0-15,0 0 4 0,0 0 9 16,0 0 7-16,43-25-2 16,-21 18-7-16,1 0-2 15,1 1-5-15,0 2-4 16,-6 1 0-16,-2 3-3 16,-2 2 0-16,-5 9-3 0,-5 6-3 15,-4 7 9-15,0 3 1 16,-3 6-1-16,-7 4 2 15,-2 1-1-15,3 2 2 16,-3-2-3-16,1-1-2 16,2-4 0-16,2-3-1 0,-1-6 0 15,4-1-8-15,-1-8-26 16,1-5-18-16,2-6-10 16</inkml:trace>
  <inkml:trace contextRef="#ctx0" brushRef="#br0" timeOffset="26607.13">19675 7297 142 0,'0'0'18'16,"0"0"31"-16,0 0-15 0,0 0-18 16,0 0-7-16,30-43-5 15,0 32-2-15,11-3-1 16,8-2 0-16,7-1-23 15,-1 0-74-15</inkml:trace>
  <inkml:trace contextRef="#ctx0" brushRef="#br0" timeOffset="32562.43">8779 7175 24 0,'0'0'2'0,"0"0"-1"0,0 0-1 16,0 0 0-16,0 0 0 15,0 0 4-15,0-1 13 0,0-1-1 16,-2 1-1-16,2 0 1 16,0-1-5-16,0 2-5 15,0 0-5-15,0 0-2 16,0 6-1-16,0 3 1 16,0 1 0-16,3 0 0 15,0 3 0-15,2-3 1 16,0-2 0-16,-2-2 1 0,3-2 0 15,-2-2 0-15,2-2 0 16,4 0 2-16,1-12 5 16,5-6 10-16,8-9 0 15,5-11 1-15,9-9-9 0,12-9-3 16,14-8-2-16,11-11-7 16,4-7-55-16</inkml:trace>
  <inkml:trace contextRef="#ctx0" brushRef="#br0" timeOffset="35435.51">14736 10098 141 0,'-5'3'17'0,"-1"-1"-31"0,1 1 0 0,-3 1-5 0,3-1 4 16,-3 1 13-16,2-3 3 16,-2-1 3-16,3 0 3 15,-5 0 10-15,2 0-4 16,-1 0-3-16,-2 0-7 16,-1 0-2-16,-1 1 0 0,-2 0-2 15,2 2-1-15,-2-1-1 16,2-1 2-16,1 1 1 15,-2-1 1-15,7 0-1 16,-5 1 1-16,5-2 0 16,1 1 1-16,4-1 0 0,-3 0 1 15,3 0 0-15,1 2 2 16,1 0 0-16,0 1-5 16,0 3 4-16,2 2 7 15,4 5-6-15,-1 4-4 16,1 4-1-16,-2 2 0 0,0 4 1 15,-2 3-1-15,-2 1 0 16,0 2 1-16,0 0-1 16,-3 2 1-16,-4-1-1 15,0 3 2-15,1-3 1 16,-3-1-1-16,2-3 0 0,1-2-1 16,3-4 1-16,-1-3-2 15,2-3 1-15,2-1-1 16,0-6 1-16,0 0-1 15,7-5 13-15,3 1-2 16,4-4-4-16,1 1-1 0,1-1-1 16,1 1-2-16,2-2-2 15,1 0-1-15,-4-1-12 16,4-1-28-16,-3 0-25 16,1 0-69-16</inkml:trace>
  <inkml:trace contextRef="#ctx0" brushRef="#br0" timeOffset="35741.08">14943 10356 214 0,'0'0'4'16,"0"0"9"-16,0 0-9 0,0 0-8 0,0 0-5 0,0 0 8 16,0 0 1-16,0 57 1 0,0-34 1 15,0 1-2-15,0-3 1 16,0-2 0-16,-2-4-11 15,0-4-47-15,-3-6-55 16</inkml:trace>
  <inkml:trace contextRef="#ctx0" brushRef="#br0" timeOffset="36386.86">14816 10333 256 0,'0'0'-2'0,"0"0"4"16,0 0-8-16,0 0 8 16,0 0-1-16,0 0-4 15,58-7-10-15,-35 9-6 16,0-1 0-16,2-1 10 0,0 0 4 16,-2 0 5-16,-1-1 0 15,0-6 0-15,-2-2-1 16,-1 0 4-16,-4 0-2 15,-1 0 2-15,-3-2 2 16,-3 0-2-16,-1 2 1 16,-2 1-3-16,-3 2 1 0,-1 1 0 15,-1 5 14-15,0 0-3 16,0 2-13-16,-2 8 2 16,-1 6-1-16,-2 3 0 15,1 4-1-15,2 1 0 0,2 2 1 16,-1-1-1-16,1 2 1 15,0-4-1-15,0-2 0 16,0-1 1-16,0-4-1 16,0-4 1-16,0 0-1 15,0-5 3-15,2-3-3 16,1-1 0-16,1-3-1 0,1 0 1 16,-2 0-5-16,3-3 1 15,-2-6-3-15,2-4 1 16,1-2 4-16,-1-2 2 15,3 0-1-15,-1 1 0 16,0 1 1-16,4 2 2 0,-1-1 3 16,1 4 1-16,-1 3-4 15,1 1 1-15,3 3-1 16,-2 1-1-16,1 2-1 16,-2 0 1-16,-2 5 0 15,1 4-1-15,-2 2 1 0,-2 3 1 16,2-1-2-16,-5 1 1 15,2-1-1-15,-1 1-12 16,1-2-22-16,2-4-29 16,-3-3-31-16</inkml:trace>
  <inkml:trace contextRef="#ctx0" brushRef="#br0" timeOffset="36808.79">15516 10446 167 0,'0'0'20'0,"0"0"6"0,0 0-18 0,0 0-6 0,38-22-2 16,-29 19 1-16,0-1-1 15,0-2 1-15,1 0-1 16,0 1 0-16,-4-1 0 16,1 1 1-16,0-2-1 0,0 0 1 15,-5 1 0-15,-1-1 0 16,-1 1-4-16,0 0-10 15,-1 2-5-15,-8 1 3 16,0 0 15-16,-4 3 0 16,-1 0 4-16,-2 0 2 0,-1 3 2 15,2 6-7-15,-2 4 0 16,2 1 0-16,1 3 0 16,3 0-2-16,-2 0 2 15,4 1-1-15,4-1 1 16,1-2 0-16,2-3 4 15,2-2 0-15,0 0 6 0,0-3-1 16,5 0-4-16,3-1 0 16,2-1-3-16,3 0-1 15,1-1 0-15,2-1 0 16,2-1-6-16,1-2-52 16,0 0-59-16</inkml:trace>
  <inkml:trace contextRef="#ctx0" brushRef="#br0" timeOffset="36971.85">15822 10562 50 0,'0'0'206'0,"0"0"-204"0,0 0-2 0,18 54 0 15,-18-33-10-15,0 5-35 16,-2-2-19-16,-8 3-75 0</inkml:trace>
  <inkml:trace contextRef="#ctx0" brushRef="#br0" timeOffset="38082.29">16224 10315 127 0,'0'0'14'0,"0"0"31"0,0 0-2 0,0 0-21 0,0 0-14 16,0 0-2-16,0 0-4 0,0 0-2 15,0 0 0-15,0 0 0 16,0 0 0-16,0 0-2 16,0-26 2-16,0 26 1 15,2 0-1-15,1 0 1 16,1 0 0-16,1 0 1 15,2-3 2-15,-2-2-1 0,1-2-1 16,2-2-1-16,-1-5-3 16,0 3 3-16,-1-4 1 15,1-2-2-15,-3 2 1 16,1 0-1-16,-3 0 1 16,1 4-1-16,-2 2 1 0,-1 3-1 15,0 2-1-15,0 4 0 16,0 0-2-16,0 10-5 15,0 7 5-15,0 6 4 16,0 4 1-16,0 1-1 16,0 3 1-16,0-1-2 0,0 0 1 15,0 1-1-15,2-4 1 16,-2 2-1-16,0-5-9 16,0 3-27-16,0-7-18 15,0-5 1-15,-2-3-9 16</inkml:trace>
  <inkml:trace contextRef="#ctx0" brushRef="#br0" timeOffset="38232">16276 10502 56 0,'0'0'45'0,"0"0"-10"15,0 0-1-15,0 0-9 16,-22-37-9-16,22 33-6 0,0 0-3 16,2 0-6-16,8-1-1 15,5 1 2-15,4 0-2 16,2 1-18-16,3-3-22 15,-1-1-22-15</inkml:trace>
  <inkml:trace contextRef="#ctx0" brushRef="#br0" timeOffset="38908.73">16462 9994 107 0,'0'0'21'0,"0"0"-5"16,0 0-2-16,0 0-2 16,0 0-4-16,0 0-2 0,41-26-3 15,-33 22-3-15,-1 1 1 16,2 0-1-16,-1 0 1 15,-1 1-2-15,4 0 2 16,-2 1-1-16,0 1-1 16,1 0 1-16,0 0-2 15,-3 0-6-15,1 7-5 0,-1 1 8 16,-2 5 4-16,-1 3 0 16,0 2 2-16,-1 5 1 15,-1 3 7-15,0 3-4 16,0 6-3-16,0 3-1 15,0 2 0-15,-1 1-1 16,4 0 0-16,-3-3 1 0,-2-1-1 16,2-4 2-16,-1-2-2 15,0-5 1-15,0-2-1 16,-1-4 1-16,0-2 3 16,0-4 3-16,0-1-2 0,0-4 3 15,-5-2 1-15,-4 0 5 16,-3-1 0-16,0-3-3 15,-4 1-6-15,1 0-2 16,-1-2-3-16,0 2 0 16,0-3 0-16,-2-1-15 15,5 0-39-15,2 0-51 0</inkml:trace>
  <inkml:trace contextRef="#ctx0" brushRef="#br0" timeOffset="39170.9">16995 10605 212 0,'0'0'1'0,"0"0"-5"0,0 0 4 0,1 44-19 0,-4-30-26 16,-7 3 2-16</inkml:trace>
  <inkml:trace contextRef="#ctx0" brushRef="#br0" timeOffset="39897.54">17454 10011 128 0,'0'0'6'0,"0"0"14"0,0 0 12 16,0 0-7-16,0 0-5 16,0 0-8-16,0 0-4 15,0 0-2-15,0 0-5 16,-36-27-1-16,23 24-2 15,-1 3-3-15,-2 0-5 0,-3 0 4 16,0 0 2-16,1 0 1 16,1 0 3-16,2 0 0 15,3 1 1-15,3 3-1 16,0-2-1-16,4 3 2 16,3-1-2-16,2 0 1 15,0 2-2-15,0 1 3 0,0 3-1 16,2 3 0-16,3 5 2 15,4 3 0-15,-2 6-2 16,1 6 0-16,-3 5 1 16,0 2 1-16,-3 3-2 0,-2-2 1 15,0-3 0-15,0-2-1 16,0-8 2-16,0 0 5 16,0-6 7-16,0-4-3 15,2-1-2-15,7-1-3 16,6-3-1-16,1-2-4 15,5-2-2-15,3-4 2 0,4-2-7 16,2-3-12-16,3 0-17 16,2-4-34-16,-2-9-13 15</inkml:trace>
  <inkml:trace contextRef="#ctx0" brushRef="#br0" timeOffset="40192.28">17866 10201 244 0,'0'0'-10'0,"0"0"7"0,0 0 1 16,-50-15-27-16,31 15-11 16,-1 0 24-16,1 1 12 15,-3 8 5-15,3 3 5 16,1 3 1-16,1 2 6 0,2 1 2 15,1 5-5-15,3-1-1 16,4 1-1-16,3 1-4 16,4-1-1-16,0-3-3 15,8-2-1-15,6-3-3 16,4-4-8-16,6-4-3 16,3-4-18-16,0-3-40 0</inkml:trace>
  <inkml:trace contextRef="#ctx0" brushRef="#br0" timeOffset="40787.08">18069 10306 225 0,'0'0'2'16,"0"0"24"-16,0 0-10 16,0 0-15-16,-48-14 3 15,28 14-4-15,0 2 1 0,0 6 0 16,3 2 0-16,1 3 0 15,4-2-1-15,2 2 0 16,2-2 1-16,6 1-1 16,0-4-3-16,2-1-8 15,2-1-6-15,8-5 8 0,2-1 1 16,2 0 6-16,3 0 0 16,-1-4 6-16,0-1-4 15,-1 0 4-15,-1 1 0 16,-3 1 4-16,-1 2-2 15,-1 1-4-15,1 0-1 16,-4 0 0-16,2 0-1 0,-2 0 1 16,1 1 0-16,-3 0 1 15,1-1-1-15,0 0 1 16,0 0-1-16,-1 0 6 16,3-4 0-16,-2-4-4 15,2-2-3-15,-1 0 1 0,0-4-1 16,-4 1 1-16,1-4-1 15,-1 0 1-15,0-4-1 16,-2 1 0-16,0-2 0 16,0 1 0-16,0 3-1 15,0 2 1-15,0 6 0 0,0 1 0 16,0 5 7-16,-2 3-5 16,0 1-4-16,1 0-1 15,-1 11-1-15,2 6 4 16,0 5 0-16,0 2 0 15,0 3 1-15,0 0-1 16,5-2 1-16,3-3 1 0,-2-1-5 16,2-3-8-16,-3-1-23 15,-1-4-24-15,0-3-30 16</inkml:trace>
  <inkml:trace contextRef="#ctx0" brushRef="#br0" timeOffset="40921.78">18162 10308 240 0,'0'0'18'0,"0"0"3"0,0 0-22 0,0 0-12 0,0 0-34 16,33-40-64-16</inkml:trace>
  <inkml:trace contextRef="#ctx0" brushRef="#br0" timeOffset="41077.85">18450 10430 235 0,'0'0'-3'0,"5"54"6"16,-3-28-3-16,-1 0 1 0,-1-4-29 15,0-2-52-15</inkml:trace>
  <inkml:trace contextRef="#ctx0" brushRef="#br0" timeOffset="41420">18712 10255 307 0,'0'0'-3'15,"0"0"8"-15,21-44-3 16,-10 34-2-16,-1 3 1 16,-1 6 0-16,-1 1-3 15,-2 0-11-15,-4 14-9 0,-2 7 5 16,0 2-1-16,-2 7 2 16,-7 1 4-16,-4-4 7 15,1-1 2-15,2-6 2 16,3-5 5-16,4-4 3 15,-1-5 4-15,4-2 2 0,0-2 1 16,7-2 7-16,6 0-4 16,5-2-7-16,6-6-9 15,3-1 0-15,2-5-19 16,3-3-59-16</inkml:trace>
  <inkml:trace contextRef="#ctx0" brushRef="#br0" timeOffset="41907.49">18995 10005 184 0,'0'0'-9'15,"0"0"12"-15,0 0-2 16,0 0-1-16,0 0 8 15,0 0 0-15,0 0-13 0,0 0 6 16,0 0 0-16,43-38 2 16,-22 32 2-16,3 3 1 15,-2 1 3-15,-1 0-5 16,-3 2-2-16,-4 0-2 16,-1 0 1-16,-4 7-2 0,-4 3-1 15,-3 6 4-15,-2 2-1 16,0 5 1-16,0 0-1 15,0 5 0-15,-3 1 0 16,1 3-1-16,2-1 1 16,0-1 0-16,0 0 1 0,0-3-2 15,2-1 1-15,4-2 1 16,-2-3 0-16,-1 0 0 16,1-2 0-16,-1-2-2 15,-3-3 2-15,0-1 3 16,-3 0 0-16,-6-3 2 0,-3 0 1 15,-3 0-3-15,-5-1-2 16,0 1-1-16,-4-1-2 16,2-1-5-16,0-3-36 15,5-5-82-15</inkml:trace>
  <inkml:trace contextRef="#ctx0" brushRef="#br0" timeOffset="42081.07">19488 10426 247 0,'0'0'-24'0,"0"0"24"0,35 46-1 0,-34-28-32 0,-1 2-28 15,0-4-67-15</inkml:trace>
  <inkml:trace contextRef="#ctx0" brushRef="#br0" timeOffset="42600.84">20109 9926 231 0,'0'0'-79'0,"0"0"78"16,0 0-9-16,0 0-41 16,-36-43 18-16,15 36 24 15,0 3 22-15,-4-1 10 0,1 3 4 16,0-1 4-16,0 2-2 15,2 1-13-15,2 0-13 16,-2 0-3-16,6 0 1 16,0 1-4-16,6 2 2 15,5 0 0-15,0 1 2 0,5 0-3 16,0 3 0-16,1 3 4 16,7 4 0-16,0 5-1 15,3 6 1-15,-3 6-3 16,-2 6 2-16,-1 6-2 15,-5 7-4-15,0 0-2 0,-2-1 6 16,-4-2 1-16,1-4 1 16,-3-8 1-16,4-6 9 15,4-7 12-15,0-2 1 16,0-6-4-16,1-1-6 16,10-3-6-16,4-1-3 15,2-2-1-15,7-4-3 0,4-3-7 16,0 0-62-16,3-9-144 15</inkml:trace>
  <inkml:trace contextRef="#ctx0" brushRef="#br0" timeOffset="43055.69">20261 10093 291 0,'0'0'-8'0,"0"0"8"16,0 0-3-16,0 0-6 0,-40 47 9 16,30-25 0-16,0 3 0 15,5-1 0-15,-1 2 0 16,3-5 0-16,3-1-1 16,0-6 0-16,0-3-7 0,9-3-12 15,-1-5-7-15,6-3-7 16,1 0 17-16,4-6 6 15,-2-3 10-15,2-1 12 16,-2 0 9-16,-1 2-3 16,-3 2 5-16,-1 5-5 0,-3 1-7 15,1 0-4-15,0 4-2 16,0 3 2-16,1 2-5 16,2-1 1-16,-2-1-1 15,1 0-1-15,-2-5 1 16,0 2 4-16,0-4 9 0,-1 0 2 15,-4-4 0-15,3-5-3 16,-4-2-1-16,2-3-1 16,-2-5-4-16,-2 1-6 15,-1-4-2-15,-1-3-12 16,2 2-14-16,0 0-27 0,2 2-88 16</inkml:trace>
  <inkml:trace contextRef="#ctx0" brushRef="#br0" timeOffset="43392.41">20698 10156 256 0,'0'0'-5'0,"0"0"-15"0,0 0-15 0,0 0 23 0,-39 42 12 16,20-29 1-16,2 4-1 15,-3-5 1-15,5 2 0 16,1-3 0-16,7-1 1 16,1-3-2-16,6-2 0 15,0-3-4-15,8-2-25 16,6 0 12-16,6 0 6 0,4-7 5 16,2 0 8-16,1 0 11 15,1 3 26-15,-2 0-4 16,-1 2-9-16,-3 2-13 15,1 0-10-15,-4 0-2 16,0 2-2-16,-3 3-25 0,-1-2-37 16,-4-3-16-16</inkml:trace>
  <inkml:trace contextRef="#ctx0" brushRef="#br0" timeOffset="43618.84">20946 9984 217 0,'0'0'19'0,"0"0"-15"0,0 0-2 16,0 0-2-16,-13 58 6 15,10-31-2-15,1 7-1 16,2 0-1-16,0 0 0 15,0-2-2-15,0-7-20 0,0-5-61 16</inkml:trace>
  <inkml:trace contextRef="#ctx0" brushRef="#br0" timeOffset="44565.09">20847 10170 248 0,'0'0'-27'16,"0"0"23"-16,0 0-27 16,0 0 17-16,0 0-11 15,44-6 7-15,-24 6 1 0,1 0 14 16,4-1 3-16,-2 1-1 16,4-1-3-16,-3-1-3 15,1-1-8-15,-2-1 2 16,-8 1 6-16,-4 0 8 0,-4 2 2 15,-6 1 17-15,-1 0 38 16,-4 0-37-16,-8 4-7 16,1 8-9-16,-3 4-3 15,3-1-1-15,1 2-1 16,2-1 2-16,5-2-1 0,3-3-1 16,0-1 1-16,1-2-1 15,9-3 2-15,4-4 3 16,5-1 1-16,3 0-7 15,5-4 1-15,1-9-10 16,0-1-16-16,1-5 13 16,-2-2 12-16,-1-4 1 0,-6-2 4 15,0-2-1-15,-4 2 7 16,-8-3 2-16,-2 6-7 16,-3 3 3-16,-3 5 2 15,0 6 9-15,-3 5-4 16,-6 5-14-16,-3 0 2 0,-1 11-2 15,-1 9-1-15,-1 3 1 16,6 2-1-16,-2 4 2 16,5-1-1-16,4 0 1 15,2-2-1-15,0-5 0 16,1-2-3-16,6-6-1 0,4-4-7 16,-3-4 1-16,4-5-4 15,2 0 3-15,-1-5 8 16,1-6 3-16,0-3 8 15,-1 0-3-15,-3 1 3 0,-2 3 0 16,-2 3 1-16,0 3 1 16,-4 2-2-16,1 2-7 15,1 0-1-15,1 4 0 16,2 3 0-16,0-1 2 16,2 0-3-16,-1 2 1 0,-1-2-1 15,4-2 1-15,-3-2-1 16,4-2 0-16,2 0-5 15,-1-2-11-15,3-6-3 16,-3-3 1-16,1-2 10 16,-3-3 3-16,-3 3 2 15,-3 2 3-15,-3 1 1 0,-1 3 6 16,-1 4 20-16,0 3-11 16,0 0-15-16,0 1-4 15,0 8 3-15,0 1 0 16,0 0 2-16,0 0-2 15,4-2 1-15,1 1 1 0,3-4 2 16,-1-2 7-16,4-1 6 16,-3-2-2-16,0 0-8 15,2 0-3-15,-2 0-3 16,-1-5-1-16,-1-2-7 16,0-1-38-16,-3 1-85 0</inkml:trace>
  <inkml:trace contextRef="#ctx0" brushRef="#br0" timeOffset="45042.59">22096 9961 227 0,'0'0'-22'0,"0"0"25"16,0 0 2-16,0 0-2 0,0 0 3 15,0 0-3-15,0 0-2 16,0 0 0-16,0 0 0 16,38-4-1-16,-36 11-3 0,-2 2-7 15,0 1-12-15,-7 1 11 16,-4 0 9-16,0-1 2 15,0 4 0-15,-2-4 0 16,4 0 3-16,4-3-2 16,3 1-1-16,2-1 1 0,0 1 4 15,7-1 8-15,5 1 3 16,3 1 2-16,0-2-5 16,1 3-6-16,-2 0 0 15,-2 0-2-15,-3-1 0 16,-3 0-3-16,-3 2-1 0,-3-2 0 15,0-1 0-15,-8-1 1 16,-8 0 1-16,-4-1 4 16,-3-1-5-16,-2 1-1 15,0-5-3-15,2-1-29 16,6-1-81-16</inkml:trace>
  <inkml:trace contextRef="#ctx0" brushRef="#br0" timeOffset="45512.81">22157 9805 103 0,'0'0'1'0,"0"0"1"0,0 0-2 16,38-4 1-16,-23 2 2 15,2-2 11-15,1 1 8 16,1 0 9-16,0-4-2 0,1 3 3 16,1-2-8-16,0 1-11 15,-1 2-6-15,0 0-4 16,-2 3-3-16,-2 0 0 15,-2 1 0-15,-4 9 0 16,-2 3-1-16,-2 8 1 0,-2 1 0 16,-1 6 0-16,0 2 1 15,-3 5 0-15,0 2 1 16,0 2-1-16,1 0-2 16,1 1-3-16,1-1 3 15,0-2 1-15,1-3 0 0,-4-3 1 16,0-4-1-16,-7-3-1 15,-13-2-6-15,-14 0 5 16,-14-2 3-16,-20-1-18 16,-18-1-94-16</inkml:trace>
  <inkml:trace contextRef="#ctx0" brushRef="#br0" timeOffset="47079.9">14935 10988 88 0,'0'0'18'0,"0"0"-4"0,0 0-10 0,6 0 0 16,6 0 8-16,3-1 5 0,6-1 6 15,7-2-5-15,9-2-7 16,7-1-2-16,9 0 0 16,6 0-2-16,8 1-4 15,7 1-2-15,2 0-1 16,4 4 1-16,0 1-1 0,1 0-1 15,-1 0 0-15,1 0 2 16,-3 3-1-16,-6-3 0 16,1 0 0-16,-10 0 2 15,-1-3-1-15,-8-1 5 16,-6-3-5-16,-7 5 0 16,-7-1-2-16,-9 3-19 15,-7 0-34-15,-13 0-32 0</inkml:trace>
  <inkml:trace contextRef="#ctx0" brushRef="#br0" timeOffset="47407.37">15320 10992 249 0,'0'0'2'0,"0"0"-2"0,0 0-3 15,36 2 4-15,-3-2-1 16,11 0 2-16,10 0 1 15,8 0-2-15,3 0 1 0,7 0-2 16,8 0-2-16,3 2-19 16,3-1-22-16,7-1-13 15,3 0-18-15</inkml:trace>
  <inkml:trace contextRef="#ctx0" brushRef="#br0" timeOffset="47578.03">17802 10693 51 0,'0'0'-10'15,"0"0"-4"-15</inkml:trace>
  <inkml:trace contextRef="#ctx0" brushRef="#br0" timeOffset="47933.04">17717 10693 119 0,'0'0'20'15,"0"0"-1"-15,0 0-14 16,0 0-3-16,0 0 0 16,0 0 9-16,43 3-5 15,-20-2-4-15,10 0-1 0,3-1 2 16,4 2-1-16,7-1-1 16,0-1 1-16,7 0 9 15,4 0 10-15,4 0 1 16,5 0-6-16,2 0-7 0,7-1-6 15,0-2-3-15,-1 0 1 16,0 2 0-16,-8-1-2 16,-3 2-1-16,-7 0-2 15,-6 0-1-15,-8 0-7 16,-8 0-12-16,-8 0-20 0,-9 2-20 16</inkml:trace>
  <inkml:trace contextRef="#ctx0" brushRef="#br0" timeOffset="48409.61">17821 10846 121 0,'0'0'14'0,"0"0"9"0,39-6 7 0,-22 2-4 16,4 1-5 0,1 0-7-16,4 2-7 0,7 0 2 15,2-1 0-15,7 2-4 16,8 0-3-16,2-1-1 16,4 1-1-16,1 0 0 15,3 0 0-15,3 0 0 0,5 0 1 16,-3 0-1-16,3-2 0 15,0 2 0-15,-1-2-1 16,-3 2 0-16,-4 0-3 16,-4 0-12-16,-5 0-18 15,-9 1-15-15,-7 2-17 16</inkml:trace>
  <inkml:trace contextRef="#ctx0" brushRef="#br0" timeOffset="49398.6">15537 11634 45 0,'0'0'126'0,"0"0"-109"0,0 0-4 15,0 0-6-15,0 0 3 16,0 0-3-16,0 0-1 0,0 0 4 16,23-49 3-16,-17 31 0 15,2-1-5-15,-2-1-2 16,3-3-2-16,1-1-1 15,-2 0-3-15,3-7 1 16,2-1-1-16,1-2-4 16,-3-4-4-16,1 1-1 0,-4-2 5 15,1 4 1-15,1 2-3 16,-5 2 2-16,3 7-8 16,-4 0-14-16,1 4-8 15,-2 5-3-15,-2 3 12 16,0 4 9-16,-1 3 12 0,0 2 6 15,0 3 5-15,-1 0 4 16,-3 0 12-16,1 0 2 16,1 0-6-16,-2 0-4 15,2 0 0-15,-2 0-3 16,1 2-6-16,-1 3-4 0,-3 4-2 16,-3 1 0-16,-2 4 0 15,-4 6 1-15,0-2-1 16,-4 4 1-16,-2 2-1 15,4-1 0-15,-3-1 1 16,3-2-2-16,4-3-7 0,2-4-16 16,3-3-7-16,3-9-22 15</inkml:trace>
  <inkml:trace contextRef="#ctx0" brushRef="#br0" timeOffset="49568.57">15579 11080 277 0,'0'0'7'0,"0"0"2"0,0 0-9 0,39-15 1 15,-14 12 0-15,6 2 1 16,8 0-4-16,4 1 1 16,3 0-37-16,1 0-108 15</inkml:trace>
  <inkml:trace contextRef="#ctx0" brushRef="#br0" timeOffset="50465.81">18596 11417 227 0,'0'0'1'0,"0"0"2"0,0 0-3 0,0 0 1 15,0 0 7-15,0 0 3 16,0 0-7-16,0 0-2 16,0 0 5-16,-7-43 0 15,7 25 2-15,0-5-4 16,2-1-1-16,0-4-3 0,-1-5-3 15,0 2-15-15,0-5-15 16,-1 1-6-16,0-3 22 16,0 2 10-16,0 1 6 15,0 2 0-15,-3 4 1 16,-1 3 8-16,-5 6 13 16,4 5 1-16,-2 5-8 0,1 6-9 15,2 1-3-15,-2 3-2 16,0 0-8-16,-2 7-11 15,1 6 5-15,-5 7 4 16,-1 1 0-16,-2 2 5 16,-1 1 4-16,-2-1-1 0,1-3 2 15,0-3-2-15,-4-3 3 16,3-3 4-16,2-2-4 16,-3-2-1-16,3-3 0 15,3-2-1-15,3-2 1 16,0 0 0-16,4-5 4 0,2-5 2 15,3-4 1-15,1-2-4 16,0-2-8-16,2 0 3 16,5-1 1-16,-1 6 0 15,4 1 4-15,-4 5 8 16,5 2-3-16,4 5-6 0,4 0-1 16,4 0-1-16,10 8 1 15,4 0-4-15,7-2-34 16,0-2-68-16</inkml:trace>
  <inkml:trace contextRef="#ctx0" brushRef="#br0" timeOffset="50900.08">20904 10749 130 0,'0'0'124'0,"0"0"-109"0,0 0 5 16,0 0-6-16,0 0-6 16,0 0-6-16,0 0 0 0,0 0-4 15,0 0 0-15,0 0 1 16,0 0 1-16,4 36 0 15,-1-15-1-15,2 2-10 16,-1 4-9-16,3-3-13 16,-1-1-12-16,1-5-17 0,-2-3-63 15</inkml:trace>
  <inkml:trace contextRef="#ctx0" brushRef="#br0" timeOffset="51064.68">21123 10752 291 0,'0'0'1'15,"0"0"-3"-15,0 0-6 0,0 0-15 16,-57 56-2 0,28-24-30-16,-3-2-82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11:40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14557 5767 54 0,'0'0'13'0,"0"-1"2"0,0-1-8 0,0 1 3 15,0-2-5-15,0 3 6 16,0-1-2-16,0-1 3 15,0 2-8-15,0 0 0 0,0 0-3 16,0 0-1-16,0 0-1 16,0 0-2-16,0 0 2 15,0 0 2-15,1 3-1 16,1 1 1-16,1-1-1 16,2 2 2-16,-1 0-2 0,-3 0 1 15,3 1-2-15,1-1 2 16,-3-1-1-16,0-2 1 15,0-1 0-15,1 2-1 16,1-2 0-16,0 2 0 16,-2 0 1-16,3-2-1 0,2 1 1 15,-3-1 0-15,3 0 0 16,-2-1-1-16,3 0 2 16,1 0 0-16,1-2 2 15,0-5 2-15,4-2 1 16,1-2-3-16,0-2-1 0,3-1-3 15,3-3 1-15,1-2 1 16,3-1-2-16,0-1 1 16,4-3 1-16,2-2 5 15,0 2 4-15,1-3 4 16,0 0-2-16,3 0-4 16,1 3-2-16,0-2-3 0,3 1 0 15,-1 2-1 1,-4-1 3-16,2 3-3 0,-7 1 5 15,-3 0-1-15,-3 4 0 16,-3 3-4-16,-4 2-2 16,1 5-1-16,2 4 0 0,-2 2-1 15,-2 0-6-15,-5 0-47 16,-6 0-123-16</inkml:trace>
  <inkml:trace contextRef="#ctx0" brushRef="#br0" timeOffset="1351.7">14712 7518 50 0,'0'0'2'0,"0"0"-1"0,0 0 0 0,0-1 1 0,0-2 1 16,0 3 8-16,0-1 4 16,0-1-1-16,-1 2-2 15,1-1-3-15,-1 1-6 16,1-1-3-16,0 1 0 0,0 0 0 16,0 0 0-16,0 0-1 15,0 0 0-15,0 0 1 16,0 0 0-16,2 0 1 15,4 0 0-15,-1 0-1 16,1 4 0-16,1-1 1 16,-1 1-1-16,1 0 0 0,-2 0 0 15,1 1 0-15,-1 0-1 16,-2 0 2-16,-1 0-1 16,4 0 0-16,-4-1 0 15,-1 0 1-15,1 0-1 16,2 0 0-16,0-2 0 0,-2 1 1 15,4-3 0-15,0 0 0 16,0 0 1-16,3 0 2 16,5-5 1-16,-1-6 2 15,5-6-3-15,2 0 0 16,3-6 1-16,2-4 1 0,4-6 6 16,4-2 4-16,3-3 4 15,3-2-1-15,5 0-3 16,2-1-10-16,-1 6-5 15,-3 2-1-15,-2 5 0 16,-5 5 0-16,-4 4-6 0,-8 7-21 16,-6 3-29-16,-10 2-63 15</inkml:trace>
  <inkml:trace contextRef="#ctx0" brushRef="#br0" timeOffset="2278.31">14656 5807 64 0,'0'-3'11'0,"0"-1"6"0,0-1-1 0,0 1-2 16,0 1-6-16,0-3-1 16,0 3-2-16,0 1-3 15,0 1-1-15,0 1-1 16,0 0-1-16,0 0-14 0,-1 0 8 15,-1 1 7-15,-2 4-1 16,0 1 2-16,2 0-1 16,0 0 1-16,2 4 0 15,0-3 0-15,0 0 0 16,0 1-1-16,3 1 1 0,4-3 0 16,0-3-1-16,4 0-1 15,2-3 3-15,2 0-2 16,3-6 5-16,4-7-1 15,3-6 3-15,4-5-2 16,4-4 0-16,4-6 3 0,-1-2 1 16,0-2 1-16,1 0-1 15,1 1 0-15,1 1-5 16,-1 5-3-16,3 4-1 16,-4 4-1-16,-3 7-24 15,-12 5-52-15</inkml:trace>
  <inkml:trace contextRef="#ctx0" brushRef="#br0" timeOffset="3116.85">14791 7517 12 0,'0'0'3'0,"0"0"-2"0,0 0 0 16,0 0 1-16,0 0 0 16,0 0 0-16,30 39 2 15,-25-34 2-15,-1-1-1 16,0 1 1-16,0-3-2 0,1 0-1 16,2-2 3-16,2 0 6 15,2-5 9-15,0-7 4 16,7-7 1-16,-2-6 1 15,8-8 0-15,5-7 2 16,5-5-11-16,9-8-5 16,8-5-7-16,9-2-5 0,3-8-1 15,1-3-35-15,-6-4-133 16</inkml:trace>
  <inkml:trace contextRef="#ctx0" brushRef="#br0" timeOffset="10204.33">14613 5797 48 0,'-2'0'2'0,"2"0"2"0,-3 0 2 0,3 0-3 0,-2-2 0 16,0 1 1-16,1 0 5 15,0-1-1-15,-1 0 1 16,2 1-3-16,0-1 2 15,-1 0-2-15,1 2-3 16,0 0-5-16,0 0-3 0,0 0-4 16,0 0 1-16,0 0 2 15,0 4 5-15,0-4 1 16,0 2 0-16,0-1 0 16,0-1 1-16,0 0 5 15,0 0 9-15,0 0-6 0,0 0-4 16,0 0 0-16,0 0-4 15,0 0 2-15,0 0-3 16,0 0 0-16,0 0 1 16,0 0 4-16,0 0 5 15,0 0 3-15,0 0-5 0,0 0-8 16,0 0-2-16,0 0 2 16,0 4 0-16,0 1-1 15,1-1 1-15,1 2 0 16,0-1-1-16,2 1 1 15,-1-3 0-15,-3 1 0 0,2 0 0 16,-1 0 1-16,1-2-1 16,0 0 1-16,4-1-1 15,-3 0 2-15,1 0-1 16,4-1 0-16,-2 0 0 16,3 0 1-16,1 0 2 0,0 0 1 15,2-3-4-15,0-2-2 16,2-2 4-16,1 0-3 15,3-1 3-15,-1-5 2 16,4 1-1-16,1-6 0 16,1-3-1-16,-2-5 0 0,4 0-2 15,0-5 2 1,2 0-1-16,0-4 2 0,2 0 1 16,0-1-1-16,3 0-1 15,3 2 0-15,1 0-2 16,1 4 0-16,-1 6-1 15,-2 3-1-15,-5 7-11 0,-9 6-48 16,-9 4-29-16</inkml:trace>
  <inkml:trace contextRef="#ctx0" brushRef="#br0" timeOffset="11699">14695 7554 67 0,'-2'0'3'0,"2"0"0"0,0 0 5 0,0 0 0 16,0 0-5-16,0 0 1 0,0 0 2 15,0 0-2-15,0 0-2 16,0 0-1-16,0-2 0 16,0 2-1-16,0 0 2 15,0 0 5-15,0 0 2 16,0 0-5-16,0 0-4 0,0 0 0 15,2 0 0-15,0 0 0 16,1 0 1-16,2 0-1 16,-1 0 0-16,0 0 0 15,1 0 0-15,-1 1 1 16,0 0-1-16,1 1 1 16,1-2 0-16,-2 1 1 0,2 0-1 15,-2 2 0-15,1-2-1 16,-1 2 0-16,1 1 0 15,-2-1 0-15,1-1 0 16,0 1 0-16,-2-2 1 0,1 0 0 16,1 1 3-16,2-2 2 15,1 0 2-15,3 0-2 16,1 0-2-16,2 0-2 16,0-6-1-16,3 2-1 15,-5-3 1-15,2 0-1 16,-1-2 0-16,-2-1 1 0,1 0 9 15,1-4 3-15,-1-1-5 16,3-4-1-16,2-4-2 16,3-2-2-16,5-5-1 15,2-4-1-15,6-3 3 16,5-6 6-16,1-3 0 0,4-1-2 16,1 1-2-16,-2 3-3 15,0 7-3-15,-2 6-1 16,-6 6-1-16,-4 7-17 15,-5 4-11-15,-3 4-20 0,-7 2-21 16</inkml:trace>
  <inkml:trace contextRef="#ctx0" brushRef="#br0" timeOffset="12794.75">14645 7504 78 0,'0'0'10'0,"0"-3"1"0,0-2-4 0,0 0-4 16,0 0-1-16,0 2 1 16,0-1-2-16,0 2 1 15,0-1 4-15,0 1 4 16,0 1-2-16,0 1 0 0,1 0-6 16,2 0-4-16,1 0 1 15,-1 1 1-15,5 4-1 16,-2 2 1-16,4 2-1 15,-3 1 1-15,2 1 0 16,2 0-1-16,-4 2 2 16,2-3-1-16,2 0 1 0,-3 1 0 15,2-2-1-15,3-3 0 16,-2-1 0-16,2-3 1 16,1-2-1-16,1 0 1 15,2 0 0-15,5-5 0 0,-2-4 0 16,2-4 0-16,3-4 4 15,0-3 1-15,2-3 6 16,5-4-1-16,0-4-3 16,6 0-3-16,2-2-1 15,0 0-1-15,-1-2-2 0,-1 2 0 16,-3-1-1-16,-2 5-1 16,-5 1 1-16,-2 6-5 15,-3 3-14-15,-8 6-21 16,-4 2-26-16</inkml:trace>
  <inkml:trace contextRef="#ctx0" brushRef="#br0" timeOffset="14966.45">14553 5818 77 0,'4'2'-2'0,"1"1"1"0,1-2-11 0</inkml:trace>
  <inkml:trace contextRef="#ctx0" brushRef="#br0" timeOffset="18059.3">10392 6236 41 0,'-1'0'11'0,"-2"0"-3"0,1 0-5 0,2 0 0 16,-2 0-3-16,-1 0 0 16,1 0 1-16,0 0 1 15,0 0 1-15,2 0-1 16,-2 0-2-16,-2 0 2 16,4 0-2-16,-3 0 1 0,2 2-1 15,1-1 1-15,-1 0-1 16,1 0 0-16,-1 0 0 15,1 0 0-15,0-1 1 16,0 0 2-16,0 0 1 0,0 0-1 16,0 0-1-16,2 0-1 15,2 1 1-15,3-1-2 16,1 0 1-16,0 0-1 16,2 0 1-16,3 0-1 15,-1-4 0-15,3-2 1 16,1-1 1-16,-2-2 0 0,5 0 3 15,1-1-1-15,0-1 0 16,4 1 1-16,0-2 1 16,0-1-2-16,3 2 0 15,-1-2-3-15,0 1 0 0,1 2 0 16,-2-2-1-16,-4 5 0 16,-1 0-1-16,-6 1 2 15,0 4-1-15,-2 0 0 16,-7 2 0-16,2 0-10 15,-7 0-24-15</inkml:trace>
  <inkml:trace contextRef="#ctx0" brushRef="#br0" timeOffset="18983.97">10376 6318 24 0,'0'0'1'16,"0"0"0"-16,0 0-1 0,0 0 1 0,0 0-1 0,0 0 1 15,0 0 6-15,0 0 2 16,0 0-1-16,0 0 6 16,0 0-2-16,0 0-2 15,0 0-7-15,-16 2-3 16,16-2 0-16,0 0 1 0,0 0-2 16,0 0 2-16,0 0-1 15,2 0 0-15,-2 0 0 16,1 0 0-16,-1-2 3 15,1 2-1-15,0-1 2 16,-1-1 1-16,2 1-2 16,0-2-2-16,2 2-1 0,-1-2 0 15,2 0 0-15,2 2 0 16,0-4 0-16,2 2 0 16,-2-1 1-16,2-1-1 15,2 0-1-15,0-3 3 16,1 2 0-16,1-2 1 0,0-1 0 15,3-1-2-15,-1 0 0 16,4-2 0-16,3-1 0 16,-2 1 0-16,5-2 0 15,1-2 2-15,1 2 1 0,-2-2 1 16,2 1-5-16,-3 1 6 16,-1 1-4-16,-3 0 0 15,-3 5-1-15,-3-1 0 16,-3 4-1-16,-4 2 0 15,2 0 1-15,-4 3-3 16,1 0 1-16,-4 0 1 0,0 0-13 16,-2 8-1-16,0 1-12 15,0-2-60-15</inkml:trace>
  <inkml:trace contextRef="#ctx0" brushRef="#br0" timeOffset="19524.09">10461 6273 57 0,'0'0'12'0,"0"0"3"0,0 0-11 0,0 0 2 15,0 0-1-15,0 0-3 16,0 0-1-16,0 0 0 0,0 0 2 15,0 0 1-15,0 0 2 16,0 0 3-16,48-44 4 16,-29 32-4-16,7-5 2 15,3 0 2-15,9-3-7 16,4-1-3-16,3 1-1 0,4 0-2 16,-1 0-10-16,-2-1-56 15</inkml:trace>
  <inkml:trace contextRef="#ctx0" brushRef="#br0" timeOffset="20556.63">10490 7997 45 0,'0'0'5'15,"0"0"19"-15,0 0-6 0,0 0-1 0,0 0-10 0,0 0-4 16,0 0-3-16,0 0 1 15,0 0-1-15,0 0 0 16,0 0 2-16,0 0 2 16,0 0 7-16,-19-9-4 15,19 5-6-15,1 1-1 0,7-2 1 16,-1 0-1-16,4-2 0 16,0 0 1-16,1 1-1 15,3-3-1-15,3-3 1 16,0 1 0-16,4-5-1 15,1 2 5-15,0-4-1 16,2 0 3-16,2 0-2 16,0 1 1-16,-2 1 1 0,0-1-3 15,-5 3-2-15,0 4-1 16,-4 2 1-16,-5 2-1 16,-2 2 0-16,0 1-1 15,-4 3-1-15,-1 0-10 0,-2 0-21 16,-2 3 4-16,0 1-30 15</inkml:trace>
  <inkml:trace contextRef="#ctx0" brushRef="#br0" timeOffset="21096.11">10496 8057 54 0,'0'0'4'0,"0"0"-2"0,0 0 1 16,0 0 0-16,0 0 6 15,0 0 3-15,0 0 4 0,0 0 6 16,0 0-13-16,0 0-8 16,0 0 1-16,6-6-2 15,6 0 1-15,-1-1-1 16,2-4 1-16,5 1-1 15,3-4 5-15,-1-3-3 0,4 0 2 16,3-1 1-16,0-3 3 16,2 0 1-16,0 1-3 15,0-1 2-15,-2 2-3 16,0 1-3-16,-3 2 0 16,-3 3-2-16,-4 1 0 0,1 3 1 15,-7 2-1-15,-1 0 0 16,-2 1 0-16,-2 3 0 15,1 2 2-15,-4-2-2 16,2 3-3-16,-1 0-1 16,-2 0-28-16,-2 0-24 0</inkml:trace>
  <inkml:trace contextRef="#ctx0" brushRef="#br0" timeOffset="26679.87">8959 6250 66 0,'-3'0'7'0,"-1"0"15"0,-1 0-5 16,3 0-4-16,-3 0-6 0,3 0-4 15,2 0-3-15,-2 0 0 16,1 0 0-16,0 0 1 16,1 0 0-16,0 0 6 15,0 0-5-15,0 0-2 16,0 0 1-16,8 0 0 16,0-1 1-16,3-4-2 0,3 1 1 15,2-3 1-15,3-3 2 16,-1 3-2-16,4-4 6 15,-1 1 3-15,2-2-1 16,2 1 0-16,-2 0-6 16,1-1-2-16,1 4-2 0,-3-1 1 15,-2 2-1-15,-5 0 0 16,0 4 0-16,-2-1-1 16,0 1 0-16,-6 2 1 15,-1 1-5-15,-3 0-17 16,-3 0-5-16,0 4-11 0,0 1-46 15</inkml:trace>
  <inkml:trace contextRef="#ctx0" brushRef="#br0" timeOffset="27250.33">8925 6323 34 0,'0'0'10'0,"0"0"-2"0,0 0 3 0,0 0-1 16,0 0 0-16,0 0 1 15,0 0 1-15,42-19 1 0,-30 12-4 16,-1 1 1-16,4 1-2 16,1-2-4-16,0 0 0 15,1-1 0-15,-1 1-1 16,0-1 1-16,4 0 1 16,-5 1-1-16,2 0 0 0,-2-2 0 15,0 3-3-15,-1-1 0 16,2 2-1-16,-4 0 1 15,1 0-1-15,-1 1 0 16,-1 3 0-16,-1-1 0 16,-3 2 0-16,-1 0-2 0,0 0-15 15,-3 0-8-15,-3 0-9 16,0 0-48-16</inkml:trace>
  <inkml:trace contextRef="#ctx0" brushRef="#br0" timeOffset="27868.63">8935 6283 14 0,'0'0'1'0,"0"0"0"0,0 0 16 0,0 0 3 16,0 0-4-16,0 0-3 0,0 0 2 16,0 0-2-16,0 0-1 15,0 0-9-15,0 0-2 16,14-10-1-16,-7 7 1 15,2 0-1-15,0 2 1 16,0-4-1-16,2 3 0 0,0-3 4 16,3 1-2-16,1 0 0 15,-1-2-1-15,1 0 1 16,1-1-1-16,-3 2 0 16,3-4 4-16,-3 3 2 0,1-1 1 15,-1 2-2-15,-1-1-1 16,1 0-2-16,-5 2-2 15,4 1-1-15,-5 0 0 16,-1 2 0-16,-3 1-1 16,-1 0-1-16,-2 0-13 0,0 4 1 15,-2 3-11-15,-7-1-38 16</inkml:trace>
  <inkml:trace contextRef="#ctx0" brushRef="#br0" timeOffset="28060.82">8963 6288 110 0,'0'0'1'0,"0"0"0"0,0 0-1 0,0 0 0 16,0 0 1-16,0 0-1 15,47-8-26-15</inkml:trace>
  <inkml:trace contextRef="#ctx0" brushRef="#br0" timeOffset="30367.33">8274 7940 95 0,'-1'0'9'0,"0"0"1"0,-1 0-9 16,0 2 0-16,0-1-3 15,-1 2-1-15,1-2 2 16,0 2 1-16,2-2 0 0,0-1 0 16,0 0 1-16,0 0 0 15,0 0-1-15,0 0 1 16,0 0 0-16,0 0 0 16,0 0 0-16,7 0 2 15,-1 0-2-15,1 0 0 16,4 0 0-16,3-1-1 0,1-3 0 15,3 1 1-15,0-1-1 16,4 0 1-16,3-1 2 16,2-1 3-16,2-2 0 15,2-2 2-15,3 0-4 16,1-1 2-16,3-2-2 0,-3-1 0 16,2 0 2-16,-3-2 0 15,1 0 4-15,-5 2-1 16,1-1-2-16,-4 3 0 15,0 0-5-15,-4 4-1 16,-2 0-1-16,-3 1 0 0,-3 5 0 16,-4 1-8-16,-3 1-26 15,-4 0-8-15,-4 3-2 16</inkml:trace>
  <inkml:trace contextRef="#ctx0" brushRef="#br0" timeOffset="30929.2">8263 8040 101 0,'0'0'5'0,"0"0"-4"0,0 0 0 15,0 0-2-15,0 0 1 16,0 0 1-16,0 0-1 16,0 0 1-16,47-5 2 15,-29-2 8-15,4 0 5 0,3-3-2 16,2 0-7-16,4-1-2 16,2-2-4-16,3 0 1 15,2 0 1-15,-1-2 0 16,2-1 0-16,-3 0-1 15,4 1 2-15,-4-2-2 0,2 3-1 16,-2 1-1-16,-2-1 1 16,-1 1-1-16,-2 2 0 15,-4-1 0-15,-2 5 1 16,-3-1-1-16,-6 2-1 16,0 3 0-16,-4 0-1 0,-3 3-12 15,-4 0-3-15,-3 0-10 16,-2 0-15-16,-3 6-7 15</inkml:trace>
  <inkml:trace contextRef="#ctx0" brushRef="#br0" timeOffset="31355.92">8504 7960 73 0,'0'0'2'0,"0"0"-1"0,0 0 1 15,0 0 7-15,36-4 10 16,-22-3 3-16,3-3 0 0,2-3 5 15,5 0-12-15,3-2-1 16,3 0-5-16,5 1-8 16,0 1-1-16,1-3-30 15,-3-3-83-15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12:30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16224 12289 248 0,'0'0'1'0,"0"0"4"0,0 0-3 16,0 0 0-16,0 0-1 15,0 0 1-15,0 0 1 16,0 0 1-16,0 0 6 15,0 0 4-15,0 0-4 0,0 0-8 16,0 0-2-16,0 0-2 16,-12 3 2-16,12 14 0 15,0 4 0-15,0 1 0 16,0 2 1-16,0-2-1 16,0-2 0-16,0 0 1 0,0 0-1 15,0-4 0-15,0-1 1 16,0-1-1-16,0-2-2 15,0-2-20-15,0-6-28 16,-4-3-61-16</inkml:trace>
  <inkml:trace contextRef="#ctx0" brushRef="#br0" timeOffset="433.87">16223 12277 171 0,'0'0'29'0,"0"0"-6"16,0 0-19-16,0 0-2 15,0 0 5-15,41 12-1 16,-26-1 0-16,0 5 1 15,5 4 2-15,-1 1-6 16,4 2-1-16,-2-2-1 0,1 3 0 16,-2-5-1-16,0 1 1 15,-3-6-1-15,0-3 2 16,-1-3 0-16,-3-2 4 16,0-5 2-16,-1-1 1 15,-2 0 1-15,-2-4 4 16,1-8 2-16,-1-4-6 0,-4-1-4 15,0-6-1-15,-1 1-2 16,-1-5-2-16,-2 1 0 16,0 4-2-16,0 2 1 15,0 3-1-15,0 5-5 0,0 5-10 16,0 4-12-16,2-1-48 16</inkml:trace>
  <inkml:trace contextRef="#ctx0" brushRef="#br0" timeOffset="1253.35">16812 12390 103 0,'0'0'32'0,"0"0"0"0,0 0-8 0,0 0-5 15,0 0-6-15,-39 18-7 0,34-10-4 16,-3 1-1-16,4 1 1 16,0-1-1-16,3 4-1 15,0-3 0-15,1-1 1 16,0 0-1-16,1-2 2 15,6-1 2-15,-2-1 6 0,4-2-6 16,-1-1 6-16,1-1 2 16,3-1-5-16,-1 0-2 15,0 0-2-15,0-3 1 16,-1-3 0-16,0-2 0 16,-2 0 4-16,-2-4 0 0,-1 2-4 15,-2-4 1-15,0 1-2 16,-3-1-1-16,0 1 1 15,0-1-1-15,-4 2-1 16,-2 0 7-16,-3 3-5 16,-3 2-2-16,-1 3-3 15,-3 4 1-15,1 0 0 0,0 0-1 16,3 2 4-16,3 3-1 16,0 2-3-16,4 0 1 15,5 0-5-15,0-2 0 16,0-2-3-16,0-2 1 15,5-1-3-15,6 0 10 0,-2 0 3 16,2-5-1-16,3-5 0 16,-1-1 0-16,1 0-1 15,-3-2 2-15,1 3 0 16,0 2-2-16,-2-1 1 0,0 2 0 16,3 4 0-16,-1-3 0 15,1 5 0-15,0 0-1 16,2 1 0-16,-2 0 0 15,1 2 0-15,0 7-1 16,-3 4 1-16,-4 0-3 16,2 2 3-16,-4 3 1 0,-1-1 1 15,0 0 0-15,-3-2-2 16,1 1 1-16,0-3 0 16,0-1-1-16,5 1 1 15,-3-3 0-15,3-3-1 0,2 2 1 16,3-4-3-16,1-1-4 15,3-4-22-15,-1 0-34 16,-1-3-49-16</inkml:trace>
  <inkml:trace contextRef="#ctx0" brushRef="#br0" timeOffset="1929.21">17202 12389 195 0,'0'0'19'0,"0"0"19"0,0 0-15 0,0 0-14 15,0 0-5-15,0 0-4 0,0 0 1 16,0 0-4-16,0 0 2 16,0 0 1-16,0 0 0 15,5 22 1-15,0-11-1 16,-2 2 0-16,1-1 0 16,0 0 2-16,-1-3-2 15,1-2 0-15,-2 0 0 0,-1-4 0 16,0 0 1-16,-1-2-2 15,0-1 1-15,0 0 1 16,0 0 1-16,0 0-1 16,0-7 1-16,0 0 1 15,0-3-3-15,0-1 4 0,3 0 1 16,1 1 0-16,-1-1 2 16,5 3-3-16,0-2-2 15,0 3 0-15,3 1-1 16,1 2 2-16,-1 0-3 15,4 3 0-15,1 1 0 0,-1 0 0 16,1 0 0-16,0 8 0 16,0 0 0-16,-1 5 0 15,0-1-3-15,-3 0 2 16,-2 1-1-16,0 0-1 16,-5-3 1-16,1-3-1 0,-4 0 0 15,-2-3 0-15,0-1 0 16,0-1 1-16,0-2 1 15,0 0 3-15,0 0 0 16,0-1-1-16,-2-7 1 16,2 1 0-16,0-3-3 0,0 0-1 15,0-4 1-15,8 5-1 16,3 1 2-16,3-2 0 16,0 3 1-16,2 0-1 15,4 2 1-15,-1 1-1 16,1 3 1-16,1 1-1 0,0 0 1 15,-2 0 3-15,-1 5-2 16,-3 4-2-16,-2 1 1 16,-2 3-1-16,-3 1-2 15,-3 3-8-15,-2-3-21 16,0-2-32-16,2-2-48 16</inkml:trace>
  <inkml:trace contextRef="#ctx0" brushRef="#br0" timeOffset="2889.15">17981 12433 214 0,'0'0'8'0,"0"0"6"0,0 0 2 0,0 0-9 16,0 0 1-16,0 0 1 15,2-37-7-15,-13 35-2 0,-3 2 1 16,2 0-3-16,-3 0 4 15,3 3 0-15,-1 3 0 16,0 2-1-16,5-1 0 16,-2 3-1-16,1 0 1 15,4 0 1-15,4 1-2 16,-1-2 1-16,2-2 0 0,0 0 0 16,3-4-1-16,7-3-3 15,0 0 9-15,2 0-3 16,3 0 4-16,-2-6-2 15,0-1-3-15,1 0-1 16,-3 0 2-16,0 1-2 0,-2 2-1 16,-2 3 0-16,1 1 0 15,0 0 1-15,1 0-1 16,-1 1 0-16,2 3 0 16,0 2 0-16,-1-3 0 15,0 0 0-15,1-2 1 0,0-1-1 16,-2 0 0-16,2 0 1 15,-1 0-1-15,-1-7 0 16,1-3 1-16,-3-3 0 16,2-1 0-16,-5-4-1 15,3-2 0-15,-6-3 1 16,2-4 0-16,-2 1-2 0,0-2 0 16,0 0 0-16,-2-1-1 15,-2 1 1-15,0 2-4 16,-1 2 1-16,-2 3 2 15,0 2 1-15,1 4 0 0,1 5 3 16,-1 1 0-16,4 4 0 16,-1 4-3-16,2 1 1 15,0 0-1-15,1 2 0 16,-2 9 0-16,2 2 2 16,0 7-2-16,0 0 1 0,0 4 1 15,0 4-1-15,4-1 0 16,1 3 1-16,2-2-1 15,-1 1 1-15,3-2 0 16,0-3-1-16,0 0 1 16,1-4-1-16,3 0 0 15,2-3 1-15,1-4-1 16,4-2 0-16,-2-1 0 0,6-3 3 16,-1-4-2-16,0-3 0 15,2 0-1-15,-4 0 1 16,0-7-1-16,-2-3 1 15,-1-4 0-15,-3 1-1 0,-1-3 1 16,-6 1-1-16,-1 2 0 16,-4 2 0-16,-1 2 1 15,-2 5-1-15,0 1 16 16,0 3-11-16,0 0-3 16,-3 0-3-16,1 7 1 0,0 2 0 15,2 1 0-15,0 1 1 16,0 2-1-16,0-3 1 15,5 1-1-15,4-1 0 16,-3-4-13-16,3 0-17 16,-2-6-56-16</inkml:trace>
  <inkml:trace contextRef="#ctx0" brushRef="#br0" timeOffset="3039.03">18515 12235 323 0,'0'0'21'0,"0"0"-18"0,0 0-1 0,0 0-4 0,0 0-13 15,0 0-49-15,0 0-81 16</inkml:trace>
  <inkml:trace contextRef="#ctx0" brushRef="#br0" timeOffset="3550.44">18632 12320 252 0,'0'0'0'16,"0"0"9"-16,0 0 2 15,0 0-1-15,0 0 5 0,0 0-4 16,0 0 1-16,0 0-8 15,30-15 3-15,-18 13-3 16,2 2 0-16,1 0-3 16,1 2 0-16,-3 8-2 15,2 2 1-15,-3 1-5 16,-3 2-10-16,-4 2 3 16,-4-2 8-16,-1 2 2 0,0-3 1 15,-4 0 1-15,-1-5 0 16,-2 1 0-16,1-1 0 15,4-4 1-15,0 1-1 0,2-2 1 16,0 1 0-16,2 0-1 16,4 1 0-16,3 1 1 15,-1 0 0-15,1 0-1 16,1 3 1-16,-3-3-2 16,0 2 1-16,-4-3 1 0,-2 3-2 15,-1-3 2-15,0-1-2 16,-8 1 1-16,-6 0 2 15,-3-2 1-15,-4 3 2 16,-4-1-3-16,-1 1-2 16,-1-3 1-16,5 1-1 15,2-3-1-15,8-2-6 0,4 0-32 16,8-5-83-16</inkml:trace>
  <inkml:trace contextRef="#ctx0" brushRef="#br0" timeOffset="3985.92">19179 12377 262 0,'0'0'-44'0,"0"0"44"0,0 0-5 0,0 0-22 0,0 0 16 16,-47-30 9-16,28 30 13 15,0 0 10-15,-5 0-2 16,3 0-7-16,1 5-3 16,-1 3-2-16,4 1 0 0,2 0 0 15,5 0-3-15,4 0-2 16,4-1 0-16,2-1-2 16,0-2 1-16,2-3 0 15,9 0-6-15,5-2 16 16,2 0-2-16,6-5-3 15,-2-3-2-15,0-2-1 0,1 0 3 16,-5 3 3-16,-1 1-1 16,-2 3 1-16,-3 2-4 15,0 1-4-15,-2 0 1 16,0 0-2-16,-3 6 0 16,2 1 0-16,-3 0-2 0,1 0 2 15,0 0 0-15,2 1-7 16,-5-3-12-16,3-4-18 15,-3-1-58-15</inkml:trace>
  <inkml:trace contextRef="#ctx0" brushRef="#br0" timeOffset="4248.87">19334 12114 141 0,'0'0'16'0,"0"0"-7"0,6-42 12 0,-4 35-5 0,-2 2-9 16,0 2-1-16,0 3 9 15,0 0-12-15,0 9-3 16,0 8 1-16,0 3 0 0,0 4 0 16,0 2 1-16,0 1-1 15,0 2 0-15,0-3-1 16,0 0 1-16,0-2-15 15,0-6-24-15,0-3-22 16,0-6-34-16</inkml:trace>
  <inkml:trace contextRef="#ctx0" brushRef="#br0" timeOffset="4553.89">19246 12228 255 0,'0'0'-10'0,"0"0"4"16,0 0 5-16,0 0 1 16,50-17 1-16,-29 13 0 15,4-1 1-15,-1 3 5 0,1-1 1 16,-1 0 2-16,-1 3-5 16,-2 0-2-16,-1 0-3 15,-5 4 1-15,-1 3-2 16,-4 2 1-16,-3 1-4 15,-4 0 5-15,0 0 1 16,-2 1 0-16,1-1-2 0,-2 1 1 16,2-1 0-16,-2-3 0 15,5 3 0-15,2-4-2 16,-2-3-28-16,5-3-77 16</inkml:trace>
  <inkml:trace contextRef="#ctx0" brushRef="#br0" timeOffset="4690.35">19619 12129 193 0,'0'0'55'15,"0"0"-39"-15,-24-39-8 0,19 35-6 16,-3 4-7-16,3 0-37 16,-3 0-51-16</inkml:trace>
  <inkml:trace contextRef="#ctx0" brushRef="#br0" timeOffset="5108.53">19828 12246 225 0,'0'0'-23'16,"0"0"25"-16,0 0-8 15,0 0-12-15,0 0 14 16,-36 5 4-16,18 3 6 16,2 4 7-16,0 0 2 0,5 1-7 15,-1 1-3-15,8 1-4 16,2-3 1-16,2 1-1 16,0-6-2-16,12 2-2 15,3-6 2-15,4-2 0 16,7-1 2-16,0 0 0 0,1-6 3 15,2-3 1-15,-2-2 5 16,-2-1 1-16,-3-1 1 16,-6-3-1-16,-3 3 3 15,-6-1 3-15,-7-1-4 16,0 3-3-16,-2 1-1 0,-12 2-7 16,-5 4-4-16,-2 3 2 15,-2 2 0-15,-1 0-2 16,2 3-16-16,2 4-23 15,6-1-54-15</inkml:trace>
  <inkml:trace contextRef="#ctx0" brushRef="#br0" timeOffset="5598.36">20073 12230 238 0,'0'0'-22'0,"0"0"29"0,0 0 5 0,0 0-9 15,0 0 9-15,0 0-8 0,0 0-4 16,0 0 1-16,0 0-1 16,7 25 3-16,-3-11 0 15,-2 0 0-15,2 1-3 16,0-1 1-16,0-3-1 15,0 1 0-15,-2-3 1 0,1-3-1 16,-1 0 0-16,0-2 1 16,-2-3-1-16,2 0 0 15,-2-1 1-15,0 0 5 16,0 0 11-16,0-6-14 16,0-3-2-16,0-1-1 0,0 0 0 15,2-5 0-15,3 1-2 16,4 1 2-16,0-1-1 15,3-1 3-15,1 5-2 16,4 0 7-16,-1 2-3 16,0 2 3-16,3 2 2 15,0 4-3-15,-1 0 1 0,3 3-5 16,-1 8-1-16,-1 6 0 16,-1 6-1-16,-3 3-1 15,-5 6-5-15,-6 2-12 16,-4-1-15-16,-11 0-61 0</inkml:trace>
  <inkml:trace contextRef="#ctx0" brushRef="#br0" timeOffset="6724.88">16324 12927 137 0,'0'0'3'0,"0"0"11"0,0 0-2 0,0 0-10 0,0 0 0 16,0 0 0-16,0 0-1 15,0 0 2-15,0 0 3 16,0 0-3-16,0 0-1 16,0 0-1-16,-18-12-1 15,18 12-1-15,0 0-6 16,0 0 1-16,1 0 3 0,8 0-1 16,0 0 2-16,5 2-1 15,3 1 3-15,1-2 0 16,5 1 0-16,-1 0 0 15,5-2 1-15,6 2-1 0,0-2 0 16,6 0 0-16,3 0 2 16,3 0-2-16,4 0 0 15,3-2 0-15,1-1 0 16,7-1 3-16,1 2-6 16,5 0 9-16,2-1-7 15,1-1-4-15,2 1-2 0,6-1-1 16,1 1 5-16,2-3 4 15,3 2 0-15,0 0 0 16,3-1 3-16,-2-2 9 16,-2 2 0-16,0 0-7 0,1 0-2 15,-2-1-1-15,1 0 2 16,-1 2-5-16,0-3 1 16,0 4 2-16,-1-1 3 15,-4 0 1-15,3 1 0 16,0 1-4-16,-2 1-2 15,1-1-1-15,2 2 0 0,0 0 0 16,-1 0-1-16,-1 0-1 16,0 0 2-16,-4 0 0 15,2 0 2-15,-2-2 9 16,0 0 5-16,1 1-1 16,-2-1-4-16,2 2-7 0,-3-1-2 15,0 0-1-15,-4 1-1 16,-2 0 0-16,-3 0 1 15,-2 0-1-15,-4 0 2 16,-1 0-2-16,-2 0 1 16,-1 0 0-16,-3 0-1 15,-5 0 0-15,-2 0 1 0,-5 0-1 16,-6-2 0-16,-6 2 0 16,-7-3 0-16,-2 1 0 15,-6-2 0-15,-2 0-2 16,-7-3-30-16,-2-4-92 0</inkml:trace>
  <inkml:trace contextRef="#ctx0" brushRef="#br0" timeOffset="7037.94">20668 12239 247 0,'0'0'6'0,"0"0"18"0,0 0-8 0,0 0-5 0,0 0-4 15,0 0-5-15,0 0 1 16,0 0-9-16,0 0-5 16,0 0-14-16,0 0-21 15,0 0-36-15,0 0-54 16</inkml:trace>
  <inkml:trace contextRef="#ctx0" brushRef="#br0" timeOffset="7181.22">20703 12443 242 0,'0'0'0'0,"0"0"-2"0,0 0 3 15,0 0-5-15,0 0-38 16,0 0-23-16,0 0-51 16</inkml:trace>
  <inkml:trace contextRef="#ctx0" brushRef="#br0" timeOffset="7343.48">20955 12373 315 0,'0'0'12'0,"0"0"-12"16,0 0-2-16,0 0 0 15,48 7-16-15,-34-7-55 16,-1 0-151-16</inkml:trace>
  <inkml:trace contextRef="#ctx0" brushRef="#br0" timeOffset="9507.2">20826 12144 136 0,'0'-4'0'0,"-1"0"3"0,-3 1-1 16,0-2 4-16,-3 1 1 15,1 1 9-15,-1-1 9 0,1 1 1 16,1 3-10-16,-3 0-9 16,1 0-4-16,-2 0-3 15,0 3-2-15,2 7 4 16,-4 0-2-16,6 0 0 15,2 0-2-15,2-1 4 0,1 0-2 16,0-4-4-16,6-1 4 16,2-3 0-16,3-1 10 15,0 0-1-15,3 0-5 16,-1-3-1-16,0-5-1 16,-2-2 2-16,-2 0-1 0,0 0 1 15,-4 2-2-15,-3-1-1 16,2 3 0-16,-4 1-1 15,0 3-5-15,-4 2-22 16,-3 0-42-16,-3 0-64 16</inkml:trace>
  <inkml:trace contextRef="#ctx0" brushRef="#br0" timeOffset="9926.94">20842 12494 94 0,'0'0'30'0,"0"0"-3"0,0 0-5 0,0 0 3 0,0 0-1 16,0 0-5-16,0 0-6 15,0 0-10-15,-45 3-2 16,37 5-1-16,-1 1 0 16,2-1 0-16,-1-1 1 0,4-1-1 15,4 1 2-15,0-3-2 16,0 0-2-16,0-2-2 16,6-1 6-16,4-1 5 15,1 0-7-15,-1 0 2 16,1 0-1-16,-2-6-1 0,-3 1 1 15,-2-1 0-15,-1 0 8 16,-3 1-3-16,0-1-1 16,-3 2-6-16,-6 0-3 15,0 2-5-15,1-1-23 16,-4 2-41-16,4-3-88 16</inkml:trace>
  <inkml:trace contextRef="#ctx0" brushRef="#br0" timeOffset="10119.67">20951 12412 150 0,'0'0'53'15,"0"0"-16"-15,0 0-15 0,45-21-10 16,-25 17-8-16,6 0-4 15,4-1-7-15,3-2-92 16</inkml:trace>
  <inkml:trace contextRef="#ctx0" brushRef="#br0" timeOffset="13379.07">16287 12859 82 0,'0'2'18'0,"0"-2"26"0,0 0 10 0,0 0-21 0,0 0-25 15,0 0-5-15,0 0-2 16,0 0-1-16,-3 0 0 16,0 0 0-16,1 0-1 15,1 0-1-15,-3 0-1 0,-3 0 2 16,2 0 1-16,-3 0 1 16,1-2-2-16,-4-4 2 15,2-3-1-15,0 1 1 16,-3-5-1-16,-1 0 0 15,2-1-21-15,-5-3-25 0,3-3-9 16,-1-4 1-16</inkml:trace>
  <inkml:trace contextRef="#ctx0" brushRef="#br0" timeOffset="14396.67">16077 12505 47 0,'0'0'7'0,"-5"-54"17"0,3 27 2 16,2 0-6-16,-2 3-4 15,2 1-1-15,0-1 2 16,0 0-10-16,2 1-2 16,5 0-4-16,3 1 0 0,3-1-2 15,0-1 2-15,4 1-1 16,1-1 0-16,0 0 0 16,1 1 1-16,2 0-1 15,0 4 1-15,2 1-1 16,3 1 0-16,-2 3 0 0,-1 3 1 15,4 2-1-15,-2-1 0 16,2 3-1-16,0 2 1 16,0 0 0-16,2 1 0 15,1 1 0-15,6-1 0 16,0 1 0-16,3 0 0 0,3 0 2 16,4 0 1-16,-2-3 3 15,2 3-1-15,2 0 2 16,0-1-3-16,0 2 0 15,2-1 2-15,0 0-4 0,4 1 0 16,0 0 0-16,2-1-1 16,4 0-1-16,3-1 2 15,4 1-4-15,4-2 4 16,3-1-1-16,5-1-1 16,3 0 0-16,1 0 0 15,1-2 1-15,2 2-1 16,3-3 0-16,0 3 0 0,3-1 0 15,0 0 1-15,4 1 1 16,-4 2 2-16,1 0 0 16,1 1-3-16,-2 1 0 15,1 0-1-15,0 2 1 16,0-2-1-16,-3 3 0 0,0-1 0 16,-3-1 1-16,-2 1-2 15,2 0 2-15,-5 1-2 16,-1 0 2-16,-2 0-1 15,-1 0-1-15,-3 0 2 0,-1 1-2 16,-5 3 2-16,-2-1-2 16,0 1 1-16,-3-1 0 15,1 1 0-15,-4-3 0 16,-3 1 0-16,-4-2-1 16,-6 2 2-16,-4-2-1 0,-8 0 0 15,-4 0 0-15,-6 1 0 16,-2 1 0-16,-6 0-1 15,-4 1 1-15,-1 1-1 16,-1 2-5-16,-2 1-2 16,-4 3-5-16,2 4 0 15,-5 3 8-15,-1 3 3 0,-2 4-1 16,0 4-3-16,0 1 1 16,-1 4 2-16,-3 1 6 15,-6-2-2-15,3-2-1 16,2 0 1-16,2 0-1 0,1-2 1 15,2 0-1-15,0 1 0 16,0 1 1-16,0 1 0 16,3 1-1-16,0 2 1 15,0 0-1-15,1 1 2 16,-4-3-2-16,0-1 0 16,0-3 1-16,-2-1-1 0,-7-5 0 15,-4-3 0-15,-1-2 0 16,-6-1-1-16,-4-6 2 15,-9 3 1-15,-4-5-1 16,-7 1-2-16,-8-1-10 16,-6-3-31-16,-2-3-27 0</inkml:trace>
  <inkml:trace contextRef="#ctx0" brushRef="#br0" timeOffset="63044.55">17701 13321 8 0,'-1'0'29'0,"0"0"-3"0,-1 0-7 16,1-1-14-16,1 0-3 16,0 1-1-16,-1 0-1 15,1-1-1-15,0 1 1 0,0 0 0 16,0 0 1-16,0-2 1 16,0 2 8-16,0 0-4 15,0 0-4-15,0-1-2 16,0 1 0-16,0-1 0 15,0 1-15-15,0 0 16 16,0 0 0-16,0 0 1 0,0 0 3 16,0 0-2-16,0 0-3 15,0 0 0-15,0 0 1 16,0 1-1-16,0 3 1 16,0 0-1-16,2 3 0 15,1 0 1-15,3 0 0 0,-4 2-1 16,2 2 1-16,-1 0 0 15,1 1 1-15,0 1 0 16,0 2 2-16,0 2-2 16,-2-1-1-16,0 5 0 0,-1-1 0 15,2 3 0-15,-1 0 0 16,0 1 1-16,1 1 4 16,-1 1-1-16,2 0 0 15,-1-1-3-15,2-1 0 16,-1 3-1-16,1-4 0 15,1 1 1-15,-1 0 1 0,2 0 0 16,-2-1 2-16,0 1-2 16,0 0 1-16,-2 1 0 15,0 1 2-15,-2 3-1 16,-1 1-2-16,0 2-1 16,0 3 1-16,-3 1-2 0,-3 3 1 15,0 1-1-15,3-1 2 16,-1 0 1-16,4-1 3 15,0-4-3-15,0-1 1 16,0-2 2-16,0-1-2 16,2-2-3-16,2 1 1 0,1 0-2 15,-1 2-1-15,0 1 1 16,-1-1-1-16,-1 3 1 16,1 2-1-16,-3-2 1 15,0 1-1-15,0-2 1 16,0-1-1-16,-4-3 0 0,1 2 0 15,0-2 1-15,-3-2-1 16,-1 0 0-16,3-2 0 16,-4-2-1-16,6-2-1 15,-2-4-27-15,4-8-33 16,0-8-31-16</inkml:trace>
  <inkml:trace contextRef="#ctx0" brushRef="#br0" timeOffset="63735.19">17679 13352 70 0,'0'-1'32'0,"-2"-3"1"0,2 1-2 0,0-1-15 0,0 1-10 16,0 0-4-16,2-1 0 15,4 3 1-15,4-1-2 0,1-2-1 16,2 4 2-16,4-2-2 16,5 0-3-16,2 1-5 15,2-3 3-15,4-1 0 16,3-1 4-16,-1 1 2 16,4-2-1-16,-2-1 0 0,4 0 0 15,1-1 1-15,2 1-1 16,-1 0-6-16,-2 1-39 15,-1-3-53-15</inkml:trace>
  <inkml:trace contextRef="#ctx0" brushRef="#br0" timeOffset="65678.24">18242 13255 20 0,'0'0'53'0,"0"0"-19"0,0 0-8 16,0 0-7-16,0 0-1 0,0 0-5 16,0 0-8-16,0 0-2 15,0 0-2-15,0 0-1 16,0 0-1-16,6 3 2 16,-4-2-1-16,2 1 0 15,0-1-1-15,0 2-1 0,3-2 2 16,-4-1-1-16,2 0 1 15,-1 0 1-15,0 0 0 16,-1 2 0-16,-2-1 0 16,1 0-1-16,0 2 0 15,1 1 0-15,-3 1-1 16,0 2 1-16,0 1 1 0,2 2 0 16,-2 4-1-16,0-1 2 15,0 3-2-15,0 3 0 16,0 0 0-16,0 4 1 15,0 1-1-15,0 3 0 0,0 2 0 16,0-1 0-16,0-1 0 16,0-2 0-16,0-1 0 15,0-1 0-15,0-3 0 16,0 3 2-16,0-2-2 16,0-1 0-16,0 3 0 0,0-2 1 15,-2 2 0 1,-1 1-1-16,1-1 3 0,-1 1-1 15,2 1-1-15,1 1 1 16,0 1-1-16,0 1-1 16,0-2 0-16,0 2 1 15,0-2-1-15,0 0 0 0,0-1 0 16,1 1 0-16,0 1 1 16,0 1-1-16,1 3 0 15,-2 1 0-15,4 0 0 16,-4 1 1-16,2 1-1 0,-2-3 0 15,1 4 0-15,0-3 0 16,0-2 0-16,-1 1 0 16,0-3 0-16,2-2 0 15,-1 0 0-15,1-2 1 16,2 0-1-16,-4 0 0 16,2 2 0-16,-2-1 1 0,0 2-1 15,0 0 1-15,0-1 0 16,0-2-1-16,0 1 1 15,0 0 0-15,0 0 0 16,0 0-1-16,0-2 0 16,0 0 2-16,0-3-2 0,0-1 1 15,0-1 0-15,0-3 7 16,0-3 5-16,0 4-5 16,0-3-4-16,0-1-2 15,0 1 1-15,0 1 0 0,0-2-3 16,0-1 0-16,0-2 0 15,-2 2 0-15,0-2 0 16,1-3 0-16,0 2 1 16,1-3-1-16,0-1 0 15,0 2 0-15,0-3 0 16,0-1 1-16,0 0-1 16,0 0 0-16,0-1 0 0,0 0 0 15,0 0 0-15,-3 0 1 16,1 0-1-16,-1 1 0 15,-1-1 0-15,-2 0 0 16,1 0 0-16,-3 1 0 16,0-2 1-16,0 0 0 0,0 2 2 15,-1-1 0-15,-1 1-2 16,0-1-1-16,-1 1 0 16,0 0-1-16,1 1 2 15,-2-2-1-15,1 0 0 0,2 0 0 16,-1-1 0-16,1 2 0 15,1-1 0-15,-1-1 0 16,-1 1 0-16,2-1-1 16,-3 2 0-16,-1-1 1 15,-1-1 0-15,-1 2 0 16,1-1 0-16,-1-1 0 0,0 1 0 16,1-1 0-16,0 0 0 15,1 0 0-15,2 0 1 16,-1 0-1-16,1 0 0 15,0 0 0-15,3-1 1 16,-1-2 0-16,3 3 4 0,-3-3 3 16,2 2 1-16,2 0 1 15,0-1-4-15,2 2-4 16,-1 0-1-16,-1 0-1 16,0 0-1-16,0 0 1 15,-2 0-1-15,-1 0 0 0,1 0-1 16,-2 0 0-16,-2 0 1 15,1 2 0-15,-2-1 1 16,1 0 0-16,4 1 0 16,-2-2 0-16,3 0 0 15,1 0 1-15,2 0 0 0,-1 0 0 16,2 0 0 0,1 0-2-16,0 0 2 0,-1 0-2 15,1 0-1-15,0 0 0 16,0 0 0-16,0 0 3 0,0-2 0 15,-1 0-1-15,1-1 1 16,0-2-1-16,0 0 0 16,-2-3-3-16,2-1 2 15,0-6-5-15,0-3-5 16,0-8-34-16,3-8-99 16</inkml:trace>
  <inkml:trace contextRef="#ctx0" brushRef="#br0" timeOffset="66148.16">17780 13315 71 0,'0'-1'26'0,"0"-1"10"0,0-1-2 0,0 1-12 0,0 1-8 16,0-2-6-16,0 3-7 15,0 0-1-15,0 0 0 0,0 0 0 16,0 0-1-16,0 0-2 15,0 6 1-15,0 6-1 16,0 4-7-16,0 8-6 16,0 3-23-16,0 10-47 15</inkml:trace>
  <inkml:trace contextRef="#ctx0" brushRef="#br0" timeOffset="67963.42">17806 13040 99 0,'-2'-5'5'0,"0"-1"30"0,0-1 4 0,-1 0-8 16,1 1-6-16,0 1-4 16,1 1-1-16,0-1-9 15,1-1 0-15,0 2-7 16,0 1-6-16,1 0 2 15,7-1-2-15,1 1 3 16,3 0 0-16,3 1-2 0,1 2 0 16,1 0 2-16,-1 0 0 15,-1 0 1-15,-3 8-2 16,-3 2 0-16,-2 1 0 16,-3 2-2-16,-2 0-2 0,0-2 3 15,-2-1 4-15,0-3-3 16,0 0 1-16,0-4-2 15,0 1 1-15,0-3 0 16,0-1 0-16,-2 0 0 16,0 0 1-16,1 0-1 0,0 0 3 15,1-5-1-15,0-2-3 16,0-3-2-16,1-1 1 16,7-5 2-16,-1 3 1 15,1-1-2-15,-2 0 1 16,2 3 0-16,-4 2 0 15,-1 2 0-15,-2 3 0 0,0 1 1 16,-1 3 2-16,0 0-3 16,0 0 3-16,0 4-4 15,0 5 1-15,0 1 1 16,0 1-1-16,0 3 0 16,4-2-1-16,3-1-4 0,3 2-11 15,2-5-25-15,-1-2-47 16</inkml:trace>
  <inkml:trace contextRef="#ctx0" brushRef="#br0" timeOffset="68120.45">18123 13012 279 0,'0'0'7'0,"0"0"-3"0,0 0-5 15,0 0 1-15,0 0 0 16,8 56 1-16,-4-30-10 0,1 1-29 15,1-1-25-15,3-5-35 16</inkml:trace>
  <inkml:trace contextRef="#ctx0" brushRef="#br0" timeOffset="68875.03">19027 12985 128 0,'0'0'4'0,"0"0"10"16,0 0 5-16,0 0 6 15,0 0-3-15,0 0-8 16,40-23-5-16,-31 23-4 0,-1 0-1 16,2 0-1-16,-5 0-1 15,4 6-2-15,-4 2 1 16,-1 1-2-16,0 2 1 16,0-1 4-16,-4 0-4 15,0 1 0-15,0-3 1 0,0 0-2 16,0-1 0-16,0-4 1 15,0 2 1-15,0-3-2 16,-2 0 2-16,2 0 0 16,-2-2 0-16,2 0 0 15,0 0 2-15,0-2 0 16,0-6-4-16,0 0 4 0,2-5-3 16,1-1 0-16,1-1 0 15,2 0 0-15,-2 0 0 16,-2 2 0-16,0 3 0 15,-1 1 1-15,0 4-1 0,-1 2 0 16,0 1 0 0,0 2 1-16,0 0-1 0,0 0-2 15,2 0-3-15,0 7 5 16,0 2 0-16,1 2 2 16,0 1-2-16,2-1 1 15,0 2-1-15,1-3-1 0,2 1-8 16,0 0-12-16,-1-3-15 15,4 0-20-15,-4-3 7 16,1-1-34-16</inkml:trace>
  <inkml:trace contextRef="#ctx0" brushRef="#br0" timeOffset="69124.34">19252 13053 67 0,'0'0'25'0,"0"0"12"0,0 0 0 0,0 0-5 0,0 0-7 15,0 0-13-15,0 0-9 16,46-37-2-16,-37 37-1 15,1 0 0-15,-2 0 1 0,-2 2-1 16,-1 7 0-16,-2 0-2 16,0 5 4-16,-3-2-2 15,0 1-2-15,0-2 2 16,0-1-3-16,0-3 4 16,0-3 2-16,0 0-2 0,0-1 1 15,2-3 4-15,13 0-2 16,3 0 1-16,7 0 0 15,4-3-3-15,2-5-37 16,1 1-106-16</inkml:trace>
  <inkml:trace contextRef="#ctx0" brushRef="#br0" timeOffset="69835.8">18862 13333 35 0,'0'0'2'0,"0"0"5"0,0 0 2 16,0 0 4-16,0 47 3 0,0-30-4 16,0 2-2-16,2 3 7 15,1 4-6-15,1 3-3 16,0 4-2-16,-2 4-2 15,-2 3-2-15,0 5-1 0,0 5 1 16,-2 2 2 0,-2 1 2-16,1 4 7 0,2-2-1 15,1-2-1-15,0 0 0 16,0 0 1-16,0 0-4 16,0 0-1-16,0 5-2 15,0 1 2-15,-2 5 0 0,-3 3 1 16,-4 2-3-16,-2 2 0 15,-3-2-1-15,1-4-3 16,2-7 1-16,1-7-1 16,2-8 1-16,3-9 0 15,3-4 0-15,0-3-1 0,1-6 0 16,1-1-1-16,0-6 0 16,0-5-2-16,3-5-19 15,2-4-36-15,1-9-20 16</inkml:trace>
  <inkml:trace contextRef="#ctx0" brushRef="#br0" timeOffset="70328.45">18965 13369 76 0,'0'0'2'0,"0"0"19"0,0 0 1 0,0 0-1 16,0 0 10-16,0 0-1 16,0 0-2-16,0 0-10 0,0 0-10 15,0 0-6-15,0 0 0 16,12-35 2-16,9 31-3 15,4 3 0-15,3-4-2 16,4 3 2-16,2-1 0 16,4-1-1-16,3 1 0 0,1-2-1 15,0 1-11-15,-3 1 13 16,1-1-2-16,-7 0-15 16,-2 1-24-16,-5-1-7 15,-6 2-5-15</inkml:trace>
  <inkml:trace contextRef="#ctx0" brushRef="#br0" timeOffset="71012.35">19474 13289 127 0,'0'0'17'0,"0"0"-11"0,0 0-5 15,0 0 1-15,0 0 2 16,0 0-1-16,5 50 4 15,-1-30 6-15,-3 5-2 16,1 5-4-16,0 4-2 0,-1 7-3 16,-1 5 1-16,0 4-3 15,0 3 1-15,-3 5-1 16,0-2 0-16,-4 1 1 16,3-2-1-16,2-1 0 15,1-4 0-15,-1-2 2 0,2 0 4 16,0 2 3-16,0 0-2 15,0 4-3-15,0 0-3 16,0 3-1-16,-2 2 1 16,-1 1-1-16,0 2 0 15,1-3 0-15,-1-3 0 0,1-5 0 16,-2-5 1-16,0-5-1 16,1-7 0-16,0-4 1 15,-1-2-1-15,2-2 10 16,-2-5 2-16,3-2-5 15,1-1-1-15,-2-2-2 0,2 0-2 16,-3-1-1-16,2-1-1 16,-1-1 0-16,0 1 0 15,0-2 0-15,0-1 1 16,0-4-1-16,0 0 0 16,1-1 0-16,-1-2 1 0,1-1-2 15,-1 1 1-15,-1-2 1 16,-2-1-1-16,-1 3 2 15,-1-2-1-15,-4 1 0 16,-1 0 0-16,-3 1 1 16,0 0-2-16,-5 0 0 15,-1 2 1-15,-5 1-1 0,-3-1 0 16,-4 1 0-16,-2 0 0 16,-5 1 0-16,-1-2 0 15,0 1-1-15,1 0 1 16,4-2 0-16,5-2 0 15,2-1-1-15,6-2-2 0,4 0-16 16,4 0-20-16,2-2-44 16</inkml:trace>
  <inkml:trace contextRef="#ctx0" brushRef="#br0" timeOffset="71901.48">18003 15242 96 0,'1'-1'4'0,"-1"-1"11"0,0 2-3 0,0 0-7 16,0 0-1-16,0 0 7 15,0 0-4-15,0 0-2 16,0 0-3-16,0 4 0 16,0 3-2-16,4 0 0 15,-2 2 0-15,-1 2-1 0,1-1-7 16,-2 4 3-16,1-1 5 16,-1 3 0-1,0-1 2-15,0 2 5 0,0 0 2 16,1 2-2-16,0 1-5 15,0 0-1-15,0 0-1 0,2-3 0 16,-3-2-7-16,0-1-22 16,0-3-3-16,0-3-11 15</inkml:trace>
  <inkml:trace contextRef="#ctx0" brushRef="#br0" timeOffset="72192.14">17919 15550 264 0,'0'0'5'0,"0"0"-5"0,0 0-4 16,0 0 1-16,0 0 2 16,0 0-13-16,0 0-14 15,0 0 13-15,38 11-10 16,-25-11-9-16,-2 0 2 15,0-1 3-15,-1-3 14 0,-4-1 13 16,-1 1 16-16,-3 3 37 16,-2-1 16-16,0 2 5 15,0 0-55-15,0 7-21 16,0 6-8-16,-1 4-12 16,-3 2-44-16,-2 1-41 0</inkml:trace>
  <inkml:trace contextRef="#ctx0" brushRef="#br0" timeOffset="72683.49">17520 16115 205 0,'0'0'26'0,"0"0"12"0,0 0-15 0,0 0-11 16,0 0-7-16,0 0-4 15,0 0-2-15,0 0 0 0,0 0 2 16,-6 40 2-16,11-13-3 15,3 1 1-15,-2 2-1 16,2-3 0-16,-5-3-2 16,1-6-8-16,0-2-10 15,-4-7 3-15,0-2-15 16,0-7-10-16,0 0-2 0,0 0 9 16</inkml:trace>
  <inkml:trace contextRef="#ctx0" brushRef="#br0" timeOffset="72968.66">17506 16138 45 0,'0'0'63'15,"0"0"-61"-15,0 0 7 16,48-2 6-16,-27 10 0 16,3 3-2-16,0 0-2 0,-1 4-1 15,4-1-1-15,-4-3 1 16,0 2-2-16,-4-3-5 15,-1-3-1-15,-5-3-2 16,-4-1 1-16,0-3 0 16,-7 0 6-16,0-3 22 15,-2-7 4-15,0-2-10 0,0-6-12 16,0-3-4-16,0-2-4 16,0-3-3-16,0-3-4 15,0 1-18-15,2 2-30 16,5 3-54-16</inkml:trace>
  <inkml:trace contextRef="#ctx0" brushRef="#br0" timeOffset="73658.28">17919 16108 128 0,'0'0'58'0,"0"0"-48"0,0 0 16 15,8 37-16-15,-8-26-5 16,1-2-4-16,0-1 0 15,0-2-1-15,1-1 1 16,2-3 0-16,-1 0-3 16,1-2 2-16,1 0 3 0,-1 0 0 15,1-7 0-15,-1-2 1 16,3-4-2-16,-5 2-1 16,-1-3 0-16,-1 2-1 15,0-3 0-15,0 3 1 16,-6 1-1-16,-3 3 2 15,-1 0 3-15,-2 5-8 0,-1 3 9 16,4 0-5-16,-2 0 0 16,6 2 0-16,2 3-2 15,3-2-6-15,0 0-11 16,7-3-2-16,7 0 5 0,-1 0 9 16,3-6 3-16,1-6-1 15,4-1 7-15,-2-3 10 16,2 1-2-16,-5 1 2 15,0 2 0-15,-2 4-1 16,-2 1-2-16,-5 5-5 16,1 2-3-16,-2 0-1 0,0 7 0 15,-3 6 3-15,0 3 4 16,2 4-7-16,-1 1 1 16,0-1-2-16,0 1 2 15,2-4-2-15,-2 0-2 0,3-4-4 16,-4-3-9-16,4-3-10 15,0-3-7-15,-1-4-6 16,0 0 4-16,0-1 17 16,2-8 13-16,-2-2 6 15,1-2 11-15,-4 0 13 16,1 2 7-16,1 1 11 0,-1 3-8 16,-4 1-9-16,3 3-8 15,0 3-8-15,2 0-7 16,0 0-3-16,3 0 0 15,1 6 0-15,-1 4 1 16,2 1 0-16,2 2-1 0,-1 0-2 16,0-3-9-16,0-4-35 15,-2-5-107-15</inkml:trace>
  <inkml:trace contextRef="#ctx0" brushRef="#br0" timeOffset="74682.13">17626 16902 154 0,'-3'0'18'0,"1"0"41"0,0 0-26 15,2 0-17-15,0 0-7 16,0 0-8-16,0 0 1 0,0-3-3 15,0 0 4-15,0 0-2 16,6-2-1-16,4-1 0 16,-1-1 0-16,4 4 0 15,1-1 0-15,1 1 2 16,-1 3-2-16,1 0 0 0,1 0 0 16,-7 7 0-16,1 7 0 15,-2-1 0-15,-4 6-2 16,-3 3 0-16,-1 1 1 15,0 1-2-15,-5 1-1 16,-3-1 0-16,-1-2 2 0,1 0 1 16,-2-4-1-16,4 2 0 15,-2-2 0-15,5-2 1 16,-2 0 1-16,4-2 1 16,1-3-2-16,0 0 2 15,0-3-1-15,4 0 2 0,2-4-1 16,3 1 2-16,0-1-1 15,4-3 1-15,0-1-2 16,0 0 1-16,2 0-2 16,-1 0 2-16,-1-5-2 15,1-2-13-15,-3-2-9 0,-3 1-21 16,-2-2-65 0</inkml:trace>
  <inkml:trace contextRef="#ctx0" brushRef="#br0" timeOffset="74953.64">17621 17125 188 0,'0'0'30'0,"0"0"3"0,0 0-26 0,0 0-6 16,0 0 8-16,0 0 2 15,0 0-4-15,0 0-3 0,0 0-3 16,50-16-1-16,-34 12 0 16,5-3-6-16,-2-3-26 15,2 0-80-15</inkml:trace>
  <inkml:trace contextRef="#ctx0" brushRef="#br0" timeOffset="75145.38">18011 17006 245 0,'0'0'17'0,"0"0"-15"16,0 0-10-16,0 0 9 15,0 0 3-15,0 0-3 16,0 0-1-16,39-2 2 16,-25-6-51-16,-1-2-83 0</inkml:trace>
  <inkml:trace contextRef="#ctx0" brushRef="#br0" timeOffset="75274.78">18079 17114 297 0,'0'0'1'16,"0"0"-11"-16,0 0-27 16,0 0 1-16,0 0-100 15</inkml:trace>
  <inkml:trace contextRef="#ctx0" brushRef="#br0" timeOffset="75907.14">18419 16722 236 0,'0'0'8'15,"0"0"-2"-15,0 0 1 0,0 0 0 16,38-27-5-16,-20 22 1 15,-2 3 2-15,-1 0 1 16,2 2-2-16,-1 0 2 16,0 7-3-16,0 2-1 15,-2 4 0-15,-4 2-1 0,-2 1 0 16,-2-1 3-16,-1 0-3 16,-5 0-2-16,0-1-3 15,-7-1 0-15,-6-1 1 16,-4-1-1-16,1-1 5 15,-1-2-2-15,0-2 2 16,3-3 3-16,5-3 0 0,1 0-3 16,5 0 4-16,3-6-5 15,0-2-2-15,1-4 3 16,9-2 0-16,-1 0-1 16,3 0 1-16,1-1-1 15,1 0-5-15,-1 4 8 0,-2-1-2 16,2-1-1-16,-2 2 1 15,-5 4-1-15,2-1 0 16,-3 2 0-16,-1-1 0 16,0 2 1-16,-1 1-2 0,-1 1 1 15,-2 0-3-15,0 3-1 16,0 0-1-16,0 0-2 16,0 3 3-16,0 7 2 15,0 3 2-15,0 4 1 16,0 3-1-16,2-1 1 15,4-1 1-15,2-1-1 0,2-3 0 16,3-1-1-16,1-6 1 16,0 0-2-16,4-7-16 15,2 0-100-15</inkml:trace>
  <inkml:trace contextRef="#ctx0" brushRef="#br0" timeOffset="76085.83">18837 16757 294 0,'0'0'5'0,"0"0"-5"0,0 0-6 0,0 0 6 16,0 0 4-16,0 0-6 16,55-17-15-16,-34 7 1 15,4 0-57-15,2 0-34 16</inkml:trace>
  <inkml:trace contextRef="#ctx0" brushRef="#br0" timeOffset="76661.95">19132 16831 253 0,'0'0'-1'16,"0"0"-14"-16,0 0 14 15,0 0 21-15,0 0 10 16,0 0-22-16,0 0-5 0,0 0-2 16,21-43 0-16,-16 25-1 15,0-2 2-15,3-3-2 16,0-2-2-16,-4 1 2 16,1-2 0-16,-1 1 2 15,-2 2-2-15,0 0 0 16,-2 7 0-16,1 3 0 0,-1 5 1 15,0 2-1-15,0 5-4 16,0 1 10-16,0 0-9 16,0 7-3-16,0 6 4 15,0 2 1-15,0 1 2 16,3 1-1-16,3 0 0 0,1-4 0 16,1-2 1-16,1-1-1 15,1-4 0-15,1-2 0 16,3-1 0-16,0-3 0 15,1 0-1-15,0-1-1 0,0-9-7 16,-2-2-1-16,-2-2 5 16,-1-1 4-16,-3-1 2 15,-1-1 0-15,-4 5 6 16,-1 0 2-16,-1 3 2 16,0 2 0-16,0 1 3 15,0 5-2-15,0 1-6 0,0 1-7 16,-1 9 0-16,1 6-2 15,-2 4 2-15,2 1 1 16,0 3-6-16,0 3-7 16,2-3-3-16,0 1-11 15,1-1-28-15,-2-4-36 0</inkml:trace>
  <inkml:trace contextRef="#ctx0" brushRef="#br0" timeOffset="77031.25">18623 17101 165 0,'0'0'5'0,"0"0"11"0,0 0-7 0,0 0-1 0,0 0-3 0,0 0 5 15,0 0 17-15,39-9-8 16,-10 0-14-16,6-2-2 16,7-3 0-16,4 0-3 15,7-3 1-15,3-1 2 16,1 1 6-16,3-2 0 15,0 2-2-15,-2 3-6 0,1-2 0 16,-3 5-1-16,-4-2-2 16,-4 3-22-16,-8 2-34 15,-9-1-52-15</inkml:trace>
  <inkml:trace contextRef="#ctx0" brushRef="#br0" timeOffset="77572.78">19224 17175 221 0,'0'0'29'0,"0"0"-13"16,0 0-8-16,0 0-3 16,0 0 5-16,0 0-2 15,0 0-1-15,0 0-8 16,0 0 1-16,-3 22 1 0,-3-13 0 16,0 2-1-16,-1-1-1 15,-1 0-1-15,-2-2-1 16,0-1 1-16,1-1-2 15,-3-1 1-15,1-1 2 0,-1-4 1 16,3 0 1-16,0 0 0 16,0 0 2-16,4-4 4 15,1-3-1-15,1 0-2 16,2-2-4-16,1-1 0 16,0 0 0-16,4 2-1 0,1-2 1 15,6 3 0-15,-3-1 0 16,3 1 0-16,4 1 0 15,0-1 0-15,6-1 0 16,1 1 0-16,2 0-1 16,5-2 1-16,4-2 0 15,-1-2 1-15,4 1-1 0,-2-3 0 16,3 0-13-16,-5 0-12 16,-2 0-36-16,-6-1-44 15</inkml:trace>
  <inkml:trace contextRef="#ctx0" brushRef="#br0" timeOffset="78610.16">17448 16568 178 0,'-15'-4'4'0,"0"1"19"0,-1-1 1 0,-2 2-13 0,1-1 0 0,-2 2 2 15,4 1-1-15,-4 0-3 16,3 0-3-16,0 0-2 16,2 4-4-16,-4 6 2 15,1 5-2-15,-3 7-2 0,-3 8 0 16,-3 10 1-16,-2 7 1 16,-2 11-1-16,0 9 1 15,1 4 0-15,2 7 0 16,6 4 0-16,8 5 0 15,7 2-2-15,6 1-3 0,11 1 1 16,12-6 4-16,11-4-1 16,11-11 1-16,10-12 11 15,9-14-6-15,9-6 1 16,8-14-4-16,5-8 1 16,5-9 2-16,1-7 2 0,0 0-4 15,-1-10-3-15,-3-9-9 16,0-9-11-16,-7-6-22 15,-7-7-68-15</inkml:trace>
  <inkml:trace contextRef="#ctx0" brushRef="#br0" timeOffset="79628.21">17286 16581 173 0,'0'0'-6'0,"0"0"11"0,0 0-4 0,0 0-3 16,0 0 5-16,0 0-3 15,41-20-1-15,-27 19 1 16,5 0 1-16,-1 1-1 16,8-2 1-16,1 2 0 15,3 0-1-15,7-2 0 16,1-2 0-16,5-4 0 0,3-1 1 16,6-2-1-16,2-3-2 15,4-2 3-15,0-4 9 16,4-1 3-16,1 2 2 15,4-2-1-15,1-1 3 16,4 1-7-16,5 1-1 0,-2-1-6 16,4 4-2-16,-1 0 0 15,-1 0 0-15,0 3-1 16,-1 1-1-16,1-1-4 16,-2 1-12-16,1-1 4 15,-2 3 6-15,0-1 7 16,-5 2 0-16,-4 3 0 0,-3 3 2 15,-5 1 11-15,-4 3-1 16,-7 0-7-16,-6 7 0 16,-3 7-4-16,-7 3 0 15,-2 5 0-15,-3 3-1 0,-5 5 2 16,-4 3-1-16,-3 5 0 16,-2 4 4-16,-2 4-3 15,-4 0-1-15,3 1-1 16,-2 0 1-16,0-1-1 15,-2-2-1-15,1-1 1 0,-1-1 1 16,-4 1 0-16,0 1-3 16,0 2 0-16,-7-4-1 15,-5 2-4-15,-6-1 1 16,-4-1 1-16,-4 0 3 16,-7-1 2-16,-1 1 0 15,-4 1 1-15,-6 1 0 0,-3-3 0 16,0-2-1-16,-6-1 0 15,1-7 0-15,-4 0 0 16,-2-4 5-16,-4-1 0 16,-2-2 2-16,-3 0 0 15,-2-2-2-15,-2-2-2 0,-5-1-2 16,0 0 2-16,-3-3 1 16,-3-1-3-16,-5-2-2 15,-7-2-2-15,-3-2 0 16,-1-2 0-16,4-2-1 0,1-3-4 15,9-2-18-15,11 0-45 16,9-16-23-16</inkml:trace>
  <inkml:trace contextRef="#ctx0" brushRef="#br0" timeOffset="80154.75">20041 16622 117 0,'9'0'97'0,"4"-7"-67"16,6-6-10-16,8-5-10 0,7-6-8 16,12-9-2-16,7-7 0 15,6-7-67-15</inkml:trace>
  <inkml:trace contextRef="#ctx0" brushRef="#br0" timeOffset="81228.94">17869 13314 0 0,'-13'2'20'0,"-3"0"-9"0,2 0-9 0,2 0-2 16,0-1-6-16,4-1-10 15</inkml:trace>
  <inkml:trace contextRef="#ctx0" brushRef="#br0" timeOffset="81941.53">17785 13319 25 0,'0'0'33'0,"0"0"-2"0,0 0-10 16,0 0-5-16,0 0-6 16,0 0-8-16,0 0-1 15,-2-5-1-15,2 5-4 16,-3 0 6-16,1 0-3 15,-1 0 0-15,-1 0-1 0,-1 0-1 16,1 2 1-16,-2 0 2 16,2-1 0-16,0 1 0 15,0-2-1-15,1 2-4 16,0-2-2-16,1 0 6 16,1 0 3-16,1 0 7 0,-2 0 23 15,2 0 9-15,0 0-21 16,0 0-19-16,0 0 4 15,0 0-2-15,0 0-2 16,0 0-3-16,0 0-2 16,0 4-5-16,-2 3 9 15,2 5 0-15,0 3 0 0,0 4 0 16,0 5 0-16,0 4 0 16,0 5 0-16,4-2 0 15,-1 5 0-15,-1 0 0 16,1-3 0-16,0 2 1 0,-1 1-2 15,-2 1 1-15,0 4 1 16,0 1-1-16,0 2 0 16,0 0 1-16,0 3-1 15,0-2 0-15,-2 1 0 16,2-1 0-16,0-1 0 0,-3 0 1 16,2 0-1-16,1 3 0 15,-2 0 0-15,0-3 0 16,-1 0 0-16,1-1 1 15,0-1-2-15,-2-2 2 16,0 0-1-16,3-1 0 0,1 1 1 16,0 1 0-16,0-2-1 15,0-4 2-15,0-1-1 16,3-2-1-16,0-3 1 16,2-2-1-16,0-1 1 15,-1-2 0-15,0 0 3 0,-1-1 2 16,1 1-2-16,-1-1-1 15,1-2-1-15,-2 2-1 16,0-3-1-16,-1-2 2 16,-1-1-2-16,0-3 0 15,0 0 1-15,0-1-2 0,-5-1 1 16,0-4-8-16,-2 0-26 16,1-7-35-16</inkml:trace>
  <inkml:trace contextRef="#ctx0" brushRef="#br0" timeOffset="83670.06">17771 13340 95 0,'0'0'14'0,"0"0"25"0,0 0-2 0,0 0-11 0,0 0-10 16,0 0-9-16,0 0-3 15,0 0-2-15,-7-37-1 16,16 32 0-16,1 3 0 16,2-1-13-16,2 1 3 0,1 1 2 15,1 1 5-15,2 0 2 16,1 0 1-16,0 0-1 16,1 0 0-16,-2-1-1 15,2-2 2-15,-1 0-1 16,-2 0-1-16,3-2-1 0,-1-1 5 15,0 2-3-15,0-3 0 16,-1 1 1-16,1 0-1 16,-4 2 0-16,1 1 1 15,-3-1-1-15,1 1 0 16,-1 3-1-16,-1-3 1 0,1 3-2 16,-2 0-10-16,1 0 1 15,-2 0 4-15,2 0 2 16,-5 0 4-16,0 0 1 15,-2 3 0-15,0-1-1 16,-2 3 1-16,1-1-1 16,-2 1-1-16,-1 1 0 0,0 1 2 15,-1 1-4-15,0 2 3 16,0-2 2-16,0 5-1 16,0-3 1-16,0 2-1 15,0 0 0-15,0 1 2 16,0 2-2-16,0 0 1 0,0-1-1 15,0 3 0-15,0-1 1 16,0 1-1-16,0 3 0 16,0-2 0-16,0 1 0 15,0 2 0-15,-1-3 1 0,-1 1-1 16,0-2 0-16,-1 0 1 16,2 1 0-16,1-1 1 15,-2-1-1-15,2 4-1 16,0-2 1-16,0 1-1 15,0-1 1-15,0 2-1 16,3 0 2-16,0 0-2 0,-1 0 0 16,-2 0 0-16,0 1 1 15,0 2 0-15,0 0 2 16,0 1-2-16,-1-2 0 16,-3 3 0-16,3 0-1 15,-3-2 0-15,0 1 1 16,2 0-1-16,-1 3 0 0,3-2 1 15,-2 1-2-15,2 1 2 16,0 0-1-16,-2-1 0 16,2-1 0-16,0 1 0 15,0-2 3-15,0 0 0 0,0-2 0 16,0-1-1-16,0 0 0 16,-2-1-2-16,1 3 1 15,-1-1-1-15,1 0 0 16,-2-1 0-16,0 3 2 15,3-2-2-15,0 0 0 0,0 0 0 16,0-1 0-16,0 0 1 16,0-1-1-16,0-1 1 15,3-1 0-15,0 0-1 16,-1-2 0-16,2 0 0 16,0-1 1-16,-3 0-1 0,1 0 1 15,0-1-1-15,-1 2 0 16,1 0 1-16,1-1 2 15,-1 2 1-15,0 2-3 16,1-1-1-16,0 2 1 16,1-2 0-16,-2 2-1 15,-1-4 0-15,-1 3 1 0,1-2-1 16,-1 0 4-16,0 1 3 16,0 1-5-16,0-1 0 15,0 1-2-15,0-2 1 16,-2-1-1-16,0 0 0 0,-2-2 0 15,2-2 0-15,0-1 0 16,0-1 1-16,1-4-1 16,0-1 0-16,-1-2 2 15,2 1 1-15,-3-2-1 16,2 1-1-16,-2-1 0 16,0 0 1-16,-2 1-1 0,-1 0 2 15,-2-2 2-15,0 3-3 16,-2-1-1-16,-2 0-1 15,0 1 1-15,-3 1-2 16,-1 0 2-16,-3-1-1 16,2 0-1-16,-2 0 1 0,1 0 0 15,-1-3-1-15,-1 3 1 16,2-3 0-16,-6 1 0 16,1 1 0-16,1 0 0 15,-4 0 0-15,1 1 0 16,1-1 0-16,2 1 0 0,3 0 0 15,1-2 0-15,3 1 0 16,3-2 0-16,3 1 0 16,2 0-5-16,3 1-6 15,-1-1-23-15,1-2-36 16,4 0-25-16</inkml:trace>
  <inkml:trace contextRef="#ctx0" brushRef="#br0" timeOffset="84659.5">17791 13377 63 0,'0'0'6'0,"0"0"14"0,0-2-6 0,0 2-4 16,0 0-1-16,-2 0-4 0,2 0 1 15,0 0-5-15,0 0 0 16,0 0-1-16,0 2 0 16,0 5 0-16,-2 6 0 15,2 1 0-15,-3 5-1 16,2 4 1-16,-2 6 0 0,0 4-1 15,1 2 1-15,0 5 0 16,-2 0 0-16,2 5 0 16,0-2 0-16,2 0 0 15,0-1 0-15,0 3 0 16,0 2 0-16,0-3 1 16,0 3-1-16,0 0 0 0,0 4 0 15,0 2 0-15,-2 2 0 16,-1 1 1-16,-2 3 0 15,3-1 3-15,1-3 1 16,1-2-1-16,0-5 1 16,0-3-1-16,2-1 5 0,2-6 9 15,0 0-8-15,0-6-3 16,-1-2 2-16,-2-2-4 16,0-2-2-16,1-2 1 15,-2 0-3-15,0 0 0 16,0 0 0-16,0 0-1 15,0 2 1-15,-4-2-1 0,0 1 1 16,2-2-1-16,1-3 3 16,-1-1 4-16,2-2 5 15,0-3-4-15,0 0-2 16,0-3-5-16,0 1 1 0,0-1 0 16,0 0-1-16,0 1 0 15,0-1 0-15,0 1-1 16,-3 0 0-16,2 1 2 15,-1 1-2-15,2-4 1 16,0 2 0-16,0-5-2 0,0-2 2 16,3-5-8-16,6 0-34 15,2-14-57-15</inkml:trace>
  <inkml:trace contextRef="#ctx0" brushRef="#br0" timeOffset="86118.98">17932 13303 108 0,'0'0'8'0,"0"0"3"0,0 0-4 16,0 0-3-16,0 0-2 15,0 0-1-15,42-8-1 0,-30 6 0 16,2 1-1-16,0-1 1 16,1 1 1-16,2-1-1 15,3 0 0-15,0-1 0 16,4 0 0-16,1-1 1 15,-2-1-1-15,-1 1 0 0,-2 3 0 16,-6-2 0-16,-1 3 0 16,-6 0 0-16,-1 0 0 15,1 0-1-15,-4 4 1 16,3 3-1-16,-4-1 0 16,1 0 1-16,0 2 0 0,2-1 0 15,-2-2 0-15,2 2 0 16,-1 1 0-16,0-1 0 15,-1 3 0-15,-1 0 1 16,0 3-2-16,2 2 2 16,-4 1 0-16,2 4-1 15,-2-1 1-15,1 4-1 0,-1 3 0 16,0 0 0-16,0-1 0 16,0 2 0-16,0-1 0 15,0 0 0-15,-3-1 0 16,-2 2 2-16,1-3-1 0,2 4 1 15,-3-2 0-15,3 1-1 16,0 1 0-16,-1 0-1 16,1 1 0-16,0-2 1 15,0 3 0-15,0-2 3 16,2-1 0-16,-1-1 2 16,1 0-1-16,0-1-3 15,0 1-1-15,0 1 1 0,-1 1 0 16,-1 1 1-16,0 1-1 15,-1 2-1-15,1-1 0 16,-1-1 0-16,0-1 0 16,2 0 0-16,-1-4 2 0,2-1 1 15,0-2-1-15,0 0 2 16,0-2 3-16,0 2-2 16,0-2 1-16,0 3-4 15,0 1-2-15,0 2 1 16,0-1-2-16,0 2 0 0,-3 1 1 15,1 2-1-15,0-1 0 16,0-2 0-16,-1-2 2 16,2-2-2-16,0 1-2 15,-1-3 4-15,0-1-2 0,0-3 0 16,0-1 0-16,1 1-3 16,0-1 3-16,-1-1 3 15,1 2-3-15,1-5 1 16,-2 5-1-16,2-3-1 15,0-4-1-15,0 3 1 0,-2-2-1 16,2-1 1 0,0-2 2-16,-4-2-2 0,4-1 2 15,-1-2-2-15,0 0 2 16,0 0-1-16,1 0 0 16,-2 0 0-16,0 1 0 15,1 1 0-15,-4-1 0 0,2 0 0 16,-2 2 0-16,1-2 0 15,-1 1 0-15,1 0 0 16,1-1 0-16,-3 2 0 16,2-2 0-16,-1 0 0 15,-1 0-1-15,0 1 1 0,0-1 1 16,-1 0-1-16,-1 1 0 16,-2-1 0-16,1 2 0 15,-1-1 0-15,-2 0 0 16,1 0 0-16,0 0 0 15,-1 0 0-15,-1-2 0 0,0 1 0 16,0-1 2-16,0-3-2 16,-1 0 4-16,2 0 3 15,-1 0 7-15,3 0-6 16,2 0-3-16,-3 0-3 16,2 0-1-16,2-3 1 0,-4 2-2 15,4 1-3-15,-4 0-4 16,1 0-8-16,0 0-6 15,3 2-14-15,-2 0-17 16</inkml:trace>
  <inkml:trace contextRef="#ctx0" brushRef="#br0" timeOffset="87113.29">16577 13665 187 0,'0'0'16'0,"0"0"18"0,0 0-10 16,0 0-18-16,0 0-8 15,4 0-12-15,0 3-1 16,4-3-10-16,-1 3-9 0,5-3-16 15,1 0-24-15</inkml:trace>
  <inkml:trace contextRef="#ctx0" brushRef="#br0" timeOffset="87264.42">16884 13641 103 0,'0'0'5'0,"0"0"-5"16,0 0 0-16,0 0-21 0,0 0-53 16</inkml:trace>
  <inkml:trace contextRef="#ctx0" brushRef="#br0" timeOffset="87429.37">17241 13611 145 0,'0'0'92'0,"0"0"-107"0,0 0 5 16,0 0-72-16</inkml:trace>
  <inkml:trace contextRef="#ctx0" brushRef="#br0" timeOffset="88101.92">16756 13573 189 0,'0'0'10'0,"0"0"23"0,0 0-7 16,0 0-10-16,0 0-11 16,0 0-7-16,0 0-5 15,0 0 8-15,0 0 0 16,0 48 1-16,-2-31-1 16,0 2-1-16,1-4 1 0,1-2-9 15,0 2-17-15,0-6-12 16,1-4-22-16,3-5-3 15</inkml:trace>
  <inkml:trace contextRef="#ctx0" brushRef="#br0" timeOffset="88479.25">16712 13471 136 0,'0'0'3'16,"0"0"9"-16,0 0-8 15,-43 24-2-15,30 0-2 0,0 7 0 16,1 2 1-16,3 4-1 16,1 0 0-16,6-3 1 15,2-3 0-15,0-2 1 16,10-7 1-16,4-2 2 15,4-7 0-15,4-5 3 16,-1-6 4-16,4-2 9 0,0-2-3 16,0-12-5-16,-3-3-6 15,-1-4 0-15,-5-5 1 16,-3 2-1-16,-5-4-3 16,-5 2-1-16,-2 0-2 15,-1 4-1-15,-1 5-2 0,-10 7-22 16,-4 7-29-16,-4 3-14 15</inkml:trace>
  <inkml:trace contextRef="#ctx0" brushRef="#br0" timeOffset="88843.11">16719 13993 275 0,'0'0'-4'0,"0"0"-13"16,0 0 21-16,0 0 2 16,0 0-6-16,0 0-10 15,0 0-5-15,0 0 11 16,45 7 5-16,-34-4-1 16,0 2 0-16,0 0 0 0,-5 2-1 15,-1 3-3-15,-3 0-12 16,-2 3 7-16,-3-2 6 15,-5 2 4-15,-3 0 0 16,1-3 3-16,4-1 2 16,-2 0 5-16,5-2-3 0,3-2-5 15,0-1-1-15,0 0-1 16,11-2-2-16,-2-1 2 16,2-1 3-16,7 0-1 15,-5 0-3-15,3-1-34 16,-3-7-40-16</inkml:trace>
  <inkml:trace contextRef="#ctx0" brushRef="#br0" timeOffset="89177.97">16758 13990 48 0,'0'0'3'16,"-49"33"-2"-16,27-10 1 15,0-1 3-15,6 3-2 16,3 0 1-16,8-2 2 16,2 0 0-16,3-3-1 0,8-3 0 15,9-4 1-15,6-5 3 16,-1-4 15-16,7-4-17 16,0-1-2-16,0-12 8 15,0-4 11-15,-2-4 1 16,-2-5 12-16,-5-1-8 0,-3-1-7 15,-5-4-4-15,-3 1-13 16,-7-1-1-16,-2 3-3 16,0 4-2-16,-6 4-12 15,-10 10-13-15,-4 10-15 16,-1 1-16-16,-3 14-18 0</inkml:trace>
  <inkml:trace contextRef="#ctx0" brushRef="#br0" timeOffset="89611.89">16718 14452 278 0,'0'0'-4'16,"0"0"2"-16,0 0 8 15,0 0-4-15,36-4 0 0,-28 1-2 16,2-1 0-16,-3 0 1 15,2 1-2-15,0 3 1 16,-1 0 0-16,1 0-1 16,-3 2-2-16,-1 6-22 15,-1 6-20-15,-4 1-9 16,0 2 33-16,0 2 12 0,-6-2 6 16,0-3 8-16,1-1 10 15,3-2 10-15,2-2-4 16,0-1-12-16,0 2-5 15,5 0 0-15,5 0 1 0,0-3 0 16,-1 2-1-16,1 0 0 16,-2-4-1-16,-2 2 7 15,-3-3-6-15,-2-1 0 16,-1 0 5-16,0 1 14 16,-6-1-16-16,-4 0-6 0,0 0 0 15,-1 1-1-15,1-4-10 16,0 0-30-16,3 0-29 15,1-10-27-15</inkml:trace>
  <inkml:trace contextRef="#ctx0" brushRef="#br0" timeOffset="89939.33">16802 14421 104 0,'0'0'12'15,"0"0"9"-15,-54-10-13 16,29 11-7-16,-2 11 0 15,2 5 0-15,-1 5 0 0,1 5-2 16,3 5 2-16,7 3-1 16,5 1 0-16,6-1 0 15,4 1-2-15,6-7-9 16,12-4 2-16,3-7 7 16,8-7 1-16,2-6 14 0,1-5 0 15,3 0 8-15,-1-10 3 16,-2-6 4-16,-2-2-3 15,-5-6-4-15,-4-2-4 16,-5-1 1-16,-5-4-4 16,-6-3-2-16,-4 1-8 0,-1 3-3 15,-3 2-1-15,-10 8-10 16,-4 7-18-16,-6 10-21 16,-4 3-50-16</inkml:trace>
  <inkml:trace contextRef="#ctx0" brushRef="#br0" timeOffset="90351.32">16756 15016 130 0,'0'0'136'0,"0"0"-128"0,0 0-1 0,0 0-7 15,0 0 0-15,0 0 0 16,7 47 0-16,0-34-2 16,-2-2 1-16,3-2-1 15,-1-1 0-15,5-5-2 16,1-2 2-16,2-1 1 0,1 0-5 15,2-3-2-15,-1-5-1 16,-3-1 3-16,-3 2 5 16,-5 2 1-16,-1 0 3 15,-2 4 32-15,-3 1-8 16,0 0-22-16,0 3-7 0,0 7-2 16,0 1-2-16,0 6-5 15,0-1-15-15,0 1-8 16,0-2-27-16,0 0-2 15</inkml:trace>
  <inkml:trace contextRef="#ctx0" brushRef="#br0" timeOffset="90813.25">16908 14966 39 0,'0'0'6'0,"0"0"7"16,-40-34-5-16,22 29-8 16,-2 5 1-16,-2 0-2 0,-1 2-1 15,-2 10 4-15,2 2 7 16,2 4 7-16,-1 6-4 16,5 5-3-16,0 3-4 15,4 4 0-15,2 4-3 16,6 1 0-16,3-3-2 15,2 3 1-15,6-6-1 0,10-3-7 16,4-5 4-16,1-3 2 16,5-9 1-16,2-5 7 15,1-6 0-15,2-4 7 16,2 0-4-16,0-6 6 16,3-7-4-16,-4-5-6 0,-1-5 1 15,-2-2 10-15,-5-4 3 16,-5-1-1-16,-7-2-1 15,-5-2-3-15,-7-2-2 16,0 1-7-16,-10-1-3 0,-8 2-1 16,0 3-4-16,-7 5-1 15,-4 6-3-15,0 10-11 16,-2 9-19-16,-2 1-8 16,3 7-55-16</inkml:trace>
  <inkml:trace contextRef="#ctx0" brushRef="#br0" timeOffset="93552.99">17642 13371 35 0,'0'-1'24'0,"2"-1"-7"0,-1 2-5 15,2 0-6-15,-1 0-4 0,2 0-1 16,-1 0 1-16,2 0 1 16,-1 1-1-16,-2 7 1 15,1 1-1-15,0 5 0 16,0 4 4-16,-1 6-3 15,0 6-3-15,-2 3 1 0,0 5 1 16,0 4-2-16,-2 3 1 16,-4 2 0-16,1 1-2 15,-1 0 1-15,-1 3 1 16,2 2-1-16,-1-1 0 16,1 1 1-16,3-3-1 0,-2 1 0 15,2 0 1-15,2 2-1 16,0 0 0-16,0 1 0 15,0 2 0-15,0-3 1 16,4 0-1-16,-2-2 0 16,1-2 0-16,-3-4 0 0,1-1 1 15,-1-3-1-15,0-4 0 16,0-3 1-16,0-1-1 16,0-3 2-16,-2 1-2 15,0-1 3-15,-3 1 2 16,1 2 1-16,-1 1-2 0,0-3 0 15,1 1 0-15,0-4-3 16,0 0 0-16,1-5-1 16,1-2 0-16,1-5 1 15,1-3-2-15,0-5-9 16,0-6-20-16,6-2-37 16</inkml:trace>
  <inkml:trace contextRef="#ctx0" brushRef="#br0" timeOffset="94526.99">17974 13293 66 0,'0'0'15'0,"0"0"12"0,52-20-8 0,-32 12-5 0,0-1-4 16,0 1-3-16,3-1-5 16,1 2-1-16,-1 3 0 15,-1 1-1-15,-3 0 0 0,-2 3 0 16,-4 0 0-16,-2 0-1 16,0 3 1-16,-4 2-2 15,0 4-2-15,-1-2-1 16,0 3-6-16,-1 2 6 15,0-1 4-15,-2 2 0 0,-1-2-3 16,-1 5 3-16,-1-1 2 16,0 2 0-16,0 2-1 15,0 1 3-15,0 2-2 16,0 3-1-16,0 3 1 16,0 2-1-16,-1 1 0 0,-2 0 1 15,1-1-1-15,0 1 0 16,-2-1 0-16,2 1 1 15,1 1-1-15,0 0 0 16,-2 3 0-16,2 1 1 16,-1 3-1-16,-4 1 0 15,2 1 0-15,-1-2 0 0,-1 3 1 16,0 0 0-16,0 1-1 16,1 2 1-16,1 1-1 15,-2 2 1-15,3-1-1 16,1-2 0-16,0 0 0 0,2-2 0 15,-3 0 0 1,2 0 3-16,-1-1 3 0,0 4-2 16,-1-2-1-16,2-2-2 15,-3-2 0-15,2-5-1 16,2-5 2-16,0-3 2 16,0-4 2-16,0-2 5 0,0-3-1 15,2 0-4-15,-2-4-3 16,0 0-1-16,0-1-1 15,-6-2 3-15,-3-3 4 16,-1 0 0-16,-3-1-6 16,1 2-1-16,-3-1-4 0,-1-2-59 15</inkml:trace>
  <inkml:trace contextRef="#ctx0" brushRef="#br0" timeOffset="95062.35">17968 15443 147 0,'0'0'7'0,"0"0"1"0,0 0 5 0,0 0-3 0,0 0-6 15,0 0-2-15,0 0 9 16,0 0 6-16,0 0-2 16,0 0-11-16,0 0-7 15,0 0 3-15,0 0-1 0,8 16 2 16,-7-2-1-16,1 0 1 16,-2-1 1-16,2 3-1 15,0 1 1-15,0-1-2 16,1 1 1-16,1-2-1 15,0 2 1-15,-2-2-1 16,0-1 0-16,0 0 0 0,0-3 0 16,2-1 0-16,-2-3 1 15,0 0-3-15,1-4-12 16,1 1-10-16,0-3-18 16,-4-1-13-16</inkml:trace>
  <inkml:trace contextRef="#ctx0" brushRef="#br0" timeOffset="95232.12">17934 15672 198 0,'0'0'38'16,"0"0"-7"-16,0 0-14 16,0 0-12-16,0 0-9 15,0 0 10-15,0 0-6 16,0 0-1-16,41 4-20 0,-20-4-50 15</inkml:trace>
  <inkml:trace contextRef="#ctx0" brushRef="#br0" timeOffset="95766.67">19046 15172 51 0,'0'0'48'0,"0"0"-41"16,0 0 6-16,0 0-2 0,0 0-2 16,0 0 9-16,0 0 12 15,0 0-4-15,30-36 4 16,-29 36-6-16,-1 0-17 15,0 0-9-15,0 4-2 16,0 7-2-16,-1 6 5 0,-3 3 5 16,3 5 0-16,-1 1-2 15,2 5-1-15,0-4 1 16,0 2-1-16,0-1 0 16,0-3-1-16,0-2 0 15,0 1 1-15,0-4-1 0,0 0 0 16,0-3 0-16,0 0-6 15,0-4-15-15,0 0-11 16,-2-3-6-16,0-3-7 16,-1-3 0-16</inkml:trace>
  <inkml:trace contextRef="#ctx0" brushRef="#br0" timeOffset="95979.41">18985 15539 86 0,'0'0'46'15,"0"0"-55"-15,0 0 10 16,0 0-1-16,0 0 0 16,0 0 1-16,0 0 10 0,0 0 4 15,0 0-3-15,35 27-7 16,-25-24-3-16,0-2-38 15</inkml:trace>
  <inkml:trace contextRef="#ctx0" brushRef="#br0" timeOffset="96114.52">19103 15541 145 0,'0'0'69'16,"0"0"-29"-16,0 0-26 15,0 0-11-15,0 0-2 16,0 0-1-16,0 0-5 15,-31 34-30-15,29-25-68 0</inkml:trace>
  <inkml:trace contextRef="#ctx0" brushRef="#br0" timeOffset="99531.72">21343 14165 189 0,'0'0'-9'0,"0"-4"14"0,0 1 3 0,1 0-2 0,-1 3-2 15,1-1 2-15,-1 0-2 16,1 1-2-16,0 0-4 16,-1 2 0-16,4 7-1 15,-4 4 0-15,2 2 2 16,-2 5 2-16,0 1 2 15,0 2-2-15,0 0-1 0,0-2-3 16,-2-3-2-16,-2-5-6 16,4-3-9-16,0-5-14 15,0-5-18-15</inkml:trace>
  <inkml:trace contextRef="#ctx0" brushRef="#br0" timeOffset="100059.39">21341 14136 34 0,'0'0'14'16,"0"0"5"-16,47-23-3 16,-27 17 5-16,2 0 5 15,3 2 6-15,0 0-2 0,-2 2-7 16,-3 2-11-16,-2 0-5 15,-2 0-6-15,-8 7-2 16,0 3-2-16,-8 0 0 16,0 2 0-16,0-1 0 15,-10 1-2-15,-3 0 5 0,-4 2 5 16,3-4-4-16,-4 2 1 16,5-4 0-16,1 2-2 15,4-4-2-15,4-2 1 16,4-1-8-16,0-1-10 15,8 0 21-15,4-2-2 16,2 3 3-16,3-1 0 16,0 0 3-16,2 3-2 0,-3 0-2 15,0 1-2-15,-4 1 0 16,-2 0 0-16,-2 0 0 16,-6 2 0-16,-2-4-3 15,0 3 5-15,-2-3-1 0,-8 2 9 16,-6-1-1-16,0 0-3 15,-8-1 0-15,-1 0-3 16,-1 0 0-16,1-2-1 16,4 1 0-16,1-1-1 15,7 0 0-15,6-1-1 0,6-2-14 16,1 0-61-16,14-5-16 16</inkml:trace>
  <inkml:trace contextRef="#ctx0" brushRef="#br0" timeOffset="100471.46">21805 14264 123 0,'0'0'3'0,"0"0"12"0,0 0 17 0,0 0-6 0,0 0-6 15,0 0-5-15,0 0-4 16,0 0-8-16,0 0 0 15,-39-28-5-15,24 28 3 16,3 7 3-16,-1 2-3 16,1 1 1-16,4 1-2 0,2-1 1 15,4-1 2-15,2-3-2 16,0 2-1-16,0-3-3 16,3-2 1-16,5-1 1 15,1-2-1-15,3 0 1 16,-1 0 2-16,0 0 0 15,2-7-1-15,-3 1 1 0,2 1-1 16,-3 1 1-16,0 3 1 16,-2-2 0-16,2 3-1 15,-4 0 1-15,1 0-2 16,-3 0 0-16,1 3 0 16,2 0 0-16,-1-2 0 0,0 2-6 15,1-3-27-15,-1 0-21 16,0 0-53-16</inkml:trace>
  <inkml:trace contextRef="#ctx0" brushRef="#br0" timeOffset="100741.79">21888 14097 111 0,'0'0'3'16,"0"0"9"-16,0 0 4 0,0 0-7 0,0 0 1 0,0 0-6 16,0 0 13-16,0 0 2 15,0 0-4-15,31 26-3 16,-26-8-5-16,1 2-2 0,-3 1 0 16,1 1 0-16,3 0 0 15,-5-3-1-15,0-1-4 16,-1-1-12-16,-1-3-14 15,0-1-11-15,0-6-27 16</inkml:trace>
  <inkml:trace contextRef="#ctx0" brushRef="#br0" timeOffset="100913.34">21845 14260 147 0,'0'0'56'15,"0"0"-55"-15,0 0 0 16,0 0-2-16,47-15-8 16,-27 13-10-16,1 2-10 15,3-2-9-15,-2 1-7 0</inkml:trace>
  <inkml:trace contextRef="#ctx0" brushRef="#br0" timeOffset="101170.41">22160 14208 171 0,'0'0'-4'15,"0"0"2"-15,0 0 4 16,-51 15 2-16,36-6-2 16,1 2 1-16,1-1 3 15,2 3 0-15,5-2-2 0,4 2 2 16,2-3-3-16,0-1-2 15,5 0 3-15,9-5-1 16,-1-2-1-16,6 0 3 16,2-2-5-16,4 0-5 15,2-6-19-15,-2-5-21 16,0-1-21-16</inkml:trace>
  <inkml:trace contextRef="#ctx0" brushRef="#br0" timeOffset="101582.11">22269 14128 46 0,'0'0'35'16,"0"0"0"-16,0 0-12 15,0 0-8-15,0 0-6 16,0 0-10-16,0 0 4 16,0 0-3-16,-21 13 2 0,21 3-1 15,0 1 2-15,0 1 0 16,0 1 1-16,2 0 2 15,1-1-2-15,3 2 3 16,-4-2-1-16,0-4-1 16,0-1 2-16,0-3-3 15,-1-2-2-15,0-3 0 0,0-1-2 16,-1-3 1-16,0-1 0 16,0 0 2-16,2 0 5 15,-2-8-6-15,0-2-1 16,2 0 2-16,1-3 2 15,3-1-2-15,0 1 6 0,2 2 0 16,3 1-1-16,3 4-3 16,-1 3-4-16,3 3 0 15,1 2-1-15,-3 10 0 16,1 4 1-16,-6 6 0 16,-2 6-20-16,-7 2-26 15,0 4-30-15,-9-1-38 0</inkml:trace>
  <inkml:trace contextRef="#ctx0" brushRef="#br0" timeOffset="101881.36">21725 14783 216 0,'0'0'10'0,"0"0"13"0,0 0 2 0,0 0-16 0,0 0-6 16,0 0-9-16,0 0 7 16,0 0-1-16,0 0 2 0,0 0-2 15,8 54 1-15,-2-33-7 16,-4-1-20-16,-1 0 10 15,-1-3-22-15,0-6-3 16,-2-1-14-16,-4-10-33 16</inkml:trace>
  <inkml:trace contextRef="#ctx0" brushRef="#br0" timeOffset="102188.04">21726 14759 79 0,'0'0'12'16,"42"18"0"-16,-16-5 8 15,2 3-7-15,1-1-5 16,0 2 0-16,-3-1-2 0,-2-4-6 16,-3-1 1-16,-6-2 0 15,-2-4 1-15,-5-2 2 16,-3-3 5-16,-4 0 6 15,-1 0 29-15,0-8-14 16,0-3-15-16,-6-3-1 0,-1 0-3 16,1-2-3-16,-2-1-5 15,6 0-3-15,1 2-8 16,1-1-5-16,0 4-30 16,4-3-53-16</inkml:trace>
  <inkml:trace contextRef="#ctx0" brushRef="#br0" timeOffset="102700.28">22087 14789 51 0,'0'0'62'0,"0"0"-45"0,0 0 12 16,4 44-15-16,-4-34-10 16,0 1 6-16,3-5 5 15,-1 0-8-15,-1-2-1 16,3-1 1-16,-1-2-5 15,2-1 2-15,-2 0 2 0,1-3-1 16,-2-4-1-16,2-3-2 16,-4-3 1-16,0-1-3 15,0 0-1-15,-2-2-2 16,-6 1 0-16,-2 2-6 16,-2 3-15-16,2 5 27 15,-3 1-5-15,1 4 2 0,2 0 0 16,1 5 3-16,2 4-2 15,4-1-1-15,3 1-1 16,0-3-6-16,0 0 0 16,6-4 10-16,4-2-1 15,1 0 3-15,3 0 3 0,-1-6-1 16,3-4-1-16,0-3 7 16,0 4 4-16,1-3-10 15,-1-1-1-15,-1 2-3 16,-1 3-2-16,-1 0-2 15,-1 5 0-15,1 2-1 0,-4 1 0 16,2 7 0-16,-3 6-2 16,2 4-1-16,-1 4 8 15,0 0-1-15,0 0-7 16,-1-2-5-16,1-1-18 16,-2-2-8-16,-2-6-24 0,1-4-56 15</inkml:trace>
  <inkml:trace contextRef="#ctx0" brushRef="#br0" timeOffset="103125.53">22387 14816 201 0,'0'0'2'0,"0"0"10"0,0 0 4 0,0 0-13 16,0 0-3-16,0 0 0 15,0 0-2-15,0 0 1 16,0 0 1-16,0 0 0 0,39-2 0 15,-35 14 1-15,2-1 2 16,-1-1-3-16,1-2 0 16,-2 0-3-16,-2-3-4 15,0-2-1-15,-1 0 4 16,-1-3 1-16,0 0 8 0,0 0 4 16,0-4-6-16,0-5 5 15,0 2 0-15,0-6-1 16,0 2-4-16,4-1-4 15,7 0-9-15,2 0-4 16,2 2 1-16,2 3 11 0,1 2 1 16,-1 3 2-16,2 2 3 15,-1 0 4-15,0 3 2 16,0 6-3-16,-2 2-1 16,1 0-1-16,-2 3-1 15,-5-1-4-15,-2 0-9 0,-3-3-14 16,-1 0 1-16,-4-4-10 15,2-1-5-15,-2-2 14 16,1-1-13-16</inkml:trace>
  <inkml:trace contextRef="#ctx0" brushRef="#br0" timeOffset="103298.81">22782 14816 66 0,'0'0'26'0,"0"0"8"0,0 0-8 0,0 0-13 16,0 0-2-16,0 0-7 16,0 0-2-16,0 0-2 15,0 0-3-15,0 0-18 16,15-9-25-16</inkml:trace>
  <inkml:trace contextRef="#ctx0" brushRef="#br0" timeOffset="103609.98">22782 14816 36 0,'-58'31'112'15,"54"-31"-107"-15,0-6 9 16,3-1-11-16,-1 0-3 15,2 1 0-15,0-1 1 0,0 0 5 16,3 0 8-16,6-1-7 16,3-1-7-16,2 3-2 15,0 2-1-15,3 1 2 16,-4 3 2-16,3 0-1 16,-1 0 2-16,0 6-1 0,-2 4 1 15,1 4-1-15,-4 0 3 16,-3 1-19-16,-1-1-47 15,-4-2-48-15</inkml:trace>
  <inkml:trace contextRef="#ctx0" brushRef="#br0" timeOffset="103939.49">23020 14804 198 0,'0'0'0'0,"0"0"7"15,0 0 2-15,2-40-7 16,-11 35 0-16,-1 3 11 16,-3 2-5-16,-3 0-6 15,0 1 1-15,1 7 2 16,1 3-3-16,2 1 1 16,4-1-1-16,3 0 1 0,2-2 2 15,3-2-4-15,0 0 1 16,6-2-1-16,1-3 5 15,5-2 0-15,2 0 2 16,3 0-2-16,2 0-3 16,1-1-2-16,0-2 0 0,-1 0-1 15,-1 2-13-15,-1-1-7 16,-1-2-11-16,-5 1-17 16,-2-3-77-16</inkml:trace>
  <inkml:trace contextRef="#ctx0" brushRef="#br0" timeOffset="104357.68">23047 14550 66 0,'0'0'48'0,"0"0"-36"15,0 0 7-15,0 0-17 16,0 0-2-16,0 0 0 15,0 0 1-15,0 0 2 0,14 60 5 16,-9-31-1-16,4 3-2 16,2-1-1-16,-3-1-2 15,2-3-1-15,2-5 0 16,0-3 0-16,2-6 1 16,-1-5-1-16,4-2-1 0,-2-2 3 15,3-4-1-15,1 0 0 16,-1 0 0-16,-3-10 2 15,0-1-2-15,-4-2-1 16,-3-1 5-16,-1 1 4 16,-4 2-2-16,-1 2 4 15,-2 2 6-15,0 3-3 0,0 4-2 16,0 0-9-16,0 0 2 16,0 9-4-16,0 2 0 15,0 0-2-15,5 1-14 16,2-1-14-16,0-3-14 15,3-5-34-15</inkml:trace>
  <inkml:trace contextRef="#ctx0" brushRef="#br0" timeOffset="104494.48">23323 14686 249 0,'0'0'0'0,"0"0"10"0,-14-41 3 16,13 34-9-16,1 2-6 15,0 3-33-15,0-1-50 16</inkml:trace>
  <inkml:trace contextRef="#ctx0" brushRef="#br0" timeOffset="104918.19">23446 14689 254 0,'0'0'4'0,"0"0"4"16,0 0-2-16,0 0 0 16,0 0-4-16,41 12-1 15,-35-7 0-15,1 4-2 16,-4 2-3-16,-1-1-5 16,-2 4-4-16,0 0-1 0,-4 1 5 15,-6-1 3-15,-1 0 4 16,-1 0 1-16,3-1 1 15,-4-1 1-15,6-3 3 16,2 1 3-16,3-2-2 16,2 1 0-16,0 0 0 0,3-2-1 15,5 2 4-15,4-2-4 16,-1 0 0-16,1 1 1 16,0 0-2-16,-2-2-1 15,-5-1-2-15,-4 2 1 16,-1-3-1-16,0 0-2 0,-9-2 15 15,-6-1-6-15,-3 2-1 16,-1-1-5-16,-2 0-2 16,0 1-25-16,2-3-15 15,5 0-13-15,6 0-102 0</inkml:trace>
  <inkml:trace contextRef="#ctx0" brushRef="#br0" timeOffset="105291.93">23721 14739 188 0,'0'0'2'0,"0"0"26"0,0 0-2 16,0 0-20-16,-38-14-5 15,21 21 1-15,-3 4-1 0,1 3 0 16,4-1-2-16,2 0-3 15,5 0-4-15,3-2-3 16,5-4-4-16,0-1 1 16,3-2 2-16,7-4 6 15,5 0 2-15,1 0 6 0,3-4-1 16,2-3 7-16,-2 0 6 16,0-1-1-16,1 4-2 15,-3 0 2-15,-1 3-2 16,-6 1-3-16,0 0-5 15,0 0-1-15,-6 0 0 0,2 3 0 16,-3 0-1-16,-1 2-2 16,-2-3-15-16,0 0-21 15,0-2-7-15,0 0-38 16</inkml:trace>
  <inkml:trace contextRef="#ctx0" brushRef="#br0" timeOffset="105503.34">23837 14587 195 0,'0'0'-28'0,"0"0"66"0,0 0-18 15,0 0-16-15,0 0-2 16,0 0-2-16,0 0 0 16,0 0 4-16,0 0 3 15,22 51 0-15,-22-24-2 16,0-1-1-16,1 1-1 15,2-6-13-15,0-1-22 0,1-6-4 16,-3-3-45-16</inkml:trace>
  <inkml:trace contextRef="#ctx0" brushRef="#br0" timeOffset="105717.69">23848 14693 170 0,'0'0'-8'15,"0"0"21"-15,0 0 4 16,45-39-10-16,-25 36-2 16,-2 3 0-16,1 0-2 0,-1 3 0 15,-1 8-1-15,-3 6-1 16,-3-1-3-16,-5 2-12 16,-2-1-13-16,-4-3 2 15,0-2-12-15,0-5 15 16,-4-3-23-16</inkml:trace>
  <inkml:trace contextRef="#ctx0" brushRef="#br0" timeOffset="105937.3">24133 14669 227 0,'0'0'10'0,"0"0"2"15,0 0-12-15,0 0-2 16,0 0-7-16,-39 7 0 0,26 4 9 16,0 3-1-16,1 0 1 15,5 0-3-15,-1 0-12 16,4-1-18-16,3-3-21 16,1-1-3-16</inkml:trace>
  <inkml:trace contextRef="#ctx0" brushRef="#br0" timeOffset="106265.33">24077 14786 22 0,'0'0'47'0,"0"0"-4"16,0 0-7-16,46-30-4 16,-34 21-4-16,-1 1-9 15,-1 1-9-15,1 4-6 0,1 3-3 16,-1 0 0-16,0 0-2 16,-1 10 3-16,1 1-1 15,-2 3 1-15,1 2 0 16,-5 0 1-16,2 1-1 15,-2-3-2-15,-2-1 0 0,-2-3-3 16,0-3 2-16,-1-3 0 16,0-1-4-16,0-3 16 15,0 0 28-15,0 0-1 16,0-1-16-16,3-4-6 16,1-2-7-16,5 0-5 0,3 3-8 15,2 1-3-15,2 2 5 16,1 1-5-16,-1 0-22 15,-4 11-8-15,-7 3-2 16,-3 6 5-16,-2 1-2 16,-5 2-44-16</inkml:trace>
  <inkml:trace contextRef="#ctx0" brushRef="#br0" timeOffset="106734.75">22566 15287 132 0,'0'0'0'0,"-44"-8"5"0,29 3-4 0,2 3-1 16,1-1-2-16,2 0 0 0,5 3 3 16,-1-1 16-16,5 1 10 15,1 0-5-15,0 0-12 16,0 0-16-16,7 0 7 16,2 0 1-16,4 0-2 15,7 0 0-15,1 0-2 0,6 0 2 16,8 0 0-16,5 0 6 15,7 0 1-15,9-2 1 16,7-1 3-16,11-2 1 16,6 0 2-16,5 0-3 15,7-1-5-15,1 3-4 16,-1-1-2-16,-1 2 1 0,-3 1 1 16,-4 0-2-16,-6 1 0 15,-7 0 0-15,-12 0-7 16,-9 0-18-16,-14 0-12 15,-13 0-36-15</inkml:trace>
  <inkml:trace contextRef="#ctx0" brushRef="#br0" timeOffset="107098.13">23053 15375 66 0,'62'-5'21'0,"6"-3"16"16,6 0-6-16,6 1-4 0,3 1-6 16,-1 1 1-16,1 2-3 15,-3 1 4-15,-10 2 1 16,-3 0-10-16,-5 0-8 16,-2 2-2-16,-10 3-3 0,-2 0-1 15,-8 0 0-15,-5-3-37 16,-11-2-60-16</inkml:trace>
  <inkml:trace contextRef="#ctx0" brushRef="#br0" timeOffset="110600.56">8165 13340 69 0,'2'-4'-5'0,"0"1"-39"0</inkml:trace>
  <inkml:trace contextRef="#ctx0" brushRef="#br0" timeOffset="111183.17">8165 13340 85 0,'18'-35'5'0,"-18"30"2"0,0 2 0 16,0-1-1-16,0 1-2 15,0-1 2-15,-2 1-1 16,2 2 5-16,-3-2 4 15,2 1 4-15,0 1 4 16,1 0-6-16,-2 1-3 16,2 0-4-16,0 0-5 0,0 0-4 15,0 0 0-15,0 0-2 16,0 5 2-16,0 2 0 16,2 3 0-16,1 1 2 15,1 2-4-15,0-1 4 16,-2 2-2-16,0 1 0 0,1 0 0 15,-3-1-2-15,2 0 2 16,-2-1-1-16,0 1 2 16,0-1 1-16,0 0-2 15,0 0 0-15,0 0 1 16,0-1-1-16,0 3 2 0,0-3-4 16,0 0 1-16,-2-2 1 15,2-2 0-15,-2-2 0 16,2-1 0-16,0-1 0 15,0-3 0-15,0 1 0 16,0-1 0-16,0 0-2 0,0-1 1 16,2 0 0-16,0 0 1 15,4 0 2-15,2 0 0 16,-1 0-2-16,3 0 0 16,2-2 0-16,1 0 1 15,1 1-1-15,1-1 0 16,-2 0 2-16,3 1-2 0,-3-2 0 15,1 0 0-15,-1 2 0 16,-1-2 1-16,-3 2 1 16,1-1 1-16,0 0-1 15,-4 2-1-15,3 0-1 0,-3 0 0 16,2 0-9-16,-5 2-84 16</inkml:trace>
  <inkml:trace contextRef="#ctx0" brushRef="#br0" timeOffset="111810.24">8684 13432 100 0,'0'0'3'0,"0"0"2"0,0 0-3 0,0 0-1 16,0 0 0-16,-39-18 2 15,31 18 2-15,0 0 4 16,0 0 7-16,-1 0-6 15,-3 6 1-15,2 1-7 0,1 4-2 16,-3 2-2-16,3 1 1 16,-1 3-1-16,3-1 1 15,2 1-1-15,0-3-1 16,5-1 1-16,0-3 0 16,0-2 0-16,5 0 2 0,4-4-4 15,2-3 3-15,2 0 3 16,3-1 0-16,-2 0-2 15,2-1 0-15,-1-6-1 16,-1-2 2-16,0-2 6 16,0-2 0-16,-2-1-2 0,-1 1 2 15,-2-2-4-15,-2 1-3 16,1 2-1-16,-4 0-1 16,-3 5 2-16,2 2-1 15,-3 2-1-15,0 3 0 16,0 0-3-16,0 0-3 0,0 4 6 15,0 5 0-15,0 2 0 16,0-1 2-16,0 0-2 16,2-1 0-16,4 0 1 15,-2-1 1-15,5-4-2 16,1 3-5-16,1-7-29 0,1 0-30 16</inkml:trace>
  <inkml:trace contextRef="#ctx0" brushRef="#br0" timeOffset="112415.31">8902 13391 134 0,'0'0'15'0,"0"0"11"0,0 0-9 15,0 0-7-15,0 0-10 0,0 0-3 16,0 0 2-16,0 0 1 15,0 0-2-15,-31 41 4 16,31-29-2-16,2-1 0 16,4-2 0-16,4-1 1 15,-1-2-2-15,2-2 1 16,2-2 2-16,1-1 0 0,2-1 0 16,-3 0 2-16,1-3-3 15,-3-5-1-15,1-1 1 16,1-3-1-16,-1 1 1 15,-2-1-2-15,-2 0 1 0,-1 2 0 16,-2-1 0-16,-1 2-2 16,-2 1-2-16,0 5 2 15,-2-1 2-15,0 4-2 16,0 0-2-16,0 0-3 16,0 4 4-16,0 3 2 15,0 2 0-15,-2 2 1 0,2 3 0 16,0 0 1-16,0 2 1 15,0 5 0-15,5-1-1 16,0 3 0-16,1 2 0 16,-2 0 0-16,1-3 1 15,-1 2 1-15,-2-4-3 0,0 0 0 16,-2 0 0-16,0-6 0 16,0 0 4-16,-6-1 7 15,-3-3 1-15,-2 0-3 16,-3-4-3-16,1-2 3 15,-1-1-3-15,0-3 6 16,2 0-3-16,3-6-4 0,0-4-1 16,3-2-6-16,3-4-15 15,2-4-24-15,1-1-49 16</inkml:trace>
  <inkml:trace contextRef="#ctx0" brushRef="#br0" timeOffset="113304.45">9160 13506 38 0,'0'0'19'0,"0"0"1"0,0 0-2 0,0 0-2 0,0 0-3 16,44-10-4-16,-35 3-3 16,-1 0-1-16,2 0-2 15,-3 0 2-15,1-2 2 16,-5 1 1-16,4 1 7 16,-5-2-1-16,-2 1 0 0,0 1-3 15,0-1-4-15,0 1-1 16,0 0-3-16,-4 2-1 15,-1 0-4-15,0 1 1 16,1 3 0-16,-1 1 0 16,-1 0-2-16,0 0 0 0,0 0 2 15,2 4 0-15,-3 4 3 16,3 0-2-16,0 3 0 16,2 0 0-16,1 2 1 15,1 0-1-15,0 0 0 16,0 0 0-16,5-1 2 0,1 1-2 15,1-3 0-15,1 0 0 16,2-3 1-16,1-1-1 16,0-1-1-16,2-2 2 15,4-1 2-15,-2-2-2 16,-2 0 1-16,3 0-2 16,-3-3 1-16,1-4-1 0,-3-2 1 15,-1 1 0-15,0-2 1 16,-3-2 2-16,-1-1-2 15,-3 1-1-15,4 0 0 16,-5-1-1-16,0 1 1 0,0 1-1 16,-1 0 0-16,3 2 0 15,-2 1 0-15,0 3-1 16,0-1 1-16,0 2-1 16,3 4 0-16,0 0 1 15,1 0-1-15,1 0 0 0,-2 4-2 16,3 6 3-16,-2-1 0 15,4 3-1-15,-3 1 1 16,2 0 1-16,4-1-1 16,-2 0 0-16,3-1 1 15,-1-2-1-15,1-3 2 0,1-2-2 16,-2-3 1-16,1-1-1 16,1 0 0-16,-1 0 1 15,-3-7 0-15,-4 0 3 16,2-4 9-16,-4-1 4 15,-1-1 1-15,-4-1-4 16,0 0-5-16,0-1-4 0,0 2-2 16,-2 0-3-16,-2 4 0 15,3 2-2-15,-1 0-27 16,-2 4-31-16,0 2-105 16</inkml:trace>
  <inkml:trace contextRef="#ctx0" brushRef="#br0" timeOffset="113660.55">10067 13405 191 0,'0'0'7'0,"0"0"24"0,0 0-28 0,0 0-4 0,0 0-3 15,0 0 5-15,2 37 2 16,-2-18-2-16,0-1-2 16,2 3-27-16,-2-2-10 0,0-2-4 15,0-5-9-15</inkml:trace>
  <inkml:trace contextRef="#ctx0" brushRef="#br0" timeOffset="114065.91">10067 13395 130 0,'0'0'11'16,"0"0"-6"-16,0 0-2 0,44-5-1 16,-25 5-1-16,1 3 1 15,-3 5 3-15,3 3-2 16,1 2 0-16,-3 1-1 15,2 0-1-15,-3 4 2 16,-1-4-1-16,0 3 0 16,-1-1-1-16,-1-1 1 0,1-2-1 15,-3-3 0-15,0-2 1 16,0-3-1-16,-7-1-1 16,1-4 3-16,0 0 14 15,-4 0 9-15,-1-2 12 0,-1-7-19 16,0-3-10-16,0-5-5 15,-1 0 0-15,-5-1-2 16,0-1-1-16,1-2 0 16,1-2-1-16,2 3 0 15,0-1 0-15,2 2 0 16,0 3-1-16,4 3-15 0,3 1-35 16,1 4-92-16</inkml:trace>
  <inkml:trace contextRef="#ctx0" brushRef="#br0" timeOffset="114755.15">10494 13421 95 0,'0'0'12'0,"0"0"-10"0,0 0-1 0,0 0 0 16,0 0 0-16,0 0 1 15,0 0-2-15,0 0 1 16,-6 44 3-16,5-32 1 16,1 0 0-16,0-1 1 0,0-2-2 15,1-2 2-15,7-1 0 16,-3-2-2-16,5-4 6 16,0 0 1-16,-2 0 8 15,3-3-6-15,-1-4-4 16,-2-1 0-16,1-4-4 0,-4-1-1 15,2-1-1 1,-7-2 0-16,0 0-2 0,0 1 1 16,0-2-2-16,-10 3-1 15,2 0 0-15,-1 5-1 16,-1 1 4-16,2 1-3 16,2 5-3-16,1 2-2 0,3 0 1 15,-2 0 2-15,4 5-4 16,0 3 2-16,0-1-1 15,0 0 2-15,8-1 1 16,1 0 1-16,0-5-1 16,3-1 3-16,0 0 5 0,0-1 0 15,-3-9 9-15,0 1-4 16,2-2-6-16,-4-2-1 16,1 2-1-16,-1-1-1 15,-1 3-1-15,2-1 0 16,-2 3 1-16,-2 2-1 0,3 1 0 15,-2 2-1-15,2 2 1 16,-3 0-2-16,1 4-1 16,1 5 2-16,-2 5-2 15,-1 1 4-15,4 0 1 16,-3 2 1-16,-1-1 0 0,3 1-1 16,-1-1 0-16,1-1-1 15,2-1 1-15,0-1 1 16,1 0-2-16,3-4-2 15,0-3-7-15,1-1-15 16,1-5-33-16,-1 0-47 0</inkml:trace>
  <inkml:trace contextRef="#ctx0" brushRef="#br0" timeOffset="115388.37">10878 13375 74 0,'0'0'64'0,"0"0"-51"0,0 0 7 0,0 0-9 15,0 0-6-15,0 0-3 16,0 0-1-16,0 0-2 16,0 0 2-16,0 0-1 15,0 0 0-15,7 0 1 0,-4 12 0 16,3 1 0-16,-2-1-1 16,-1 1 2-16,1-3-1 15,0-1-1-15,-2-2 2 16,0-3-2-16,1 0 0 15,-2-2 1-15,3-2-2 0,-4 0 2 16,4 0 4-16,-2-6-3 16,-1-1 0-16,3-3-2 15,0-1 0-15,0 0-2 16,2 0 2-16,0 1-1 16,1 1 0-16,1 1-2 0,2 3 1 15,1 2 2-15,-2 1-1 16,3 2 1-16,0 0 1 15,1 0-2-15,-1 3 2 16,1 3-1-16,-1 4 0 16,-2 1 0-16,-1 2 1 0,1-2 0 15,-4-1 0-15,-3 0-1 16,1 0 0-16,-2-3 1 16,-2-1-2-16,0-2 1 15,0-1-2-15,0-3 2 16,0 0 4-16,0 0 2 15,0-6-4-15,0-2-1 0,2-5 0 16,1 0-1-16,3-1 0 16,1-1-1-16,0 3-2 15,-1-1 1-15,3 5-1 16,-3 0 1-16,2 3 2 16,-1 4 0-16,1 1 1 0,-2 0-2 15,2 3 1-15,-1 7 0 16,1 1 1-16,2 6 3 15,-4 0-3-15,1 1-12 16,0-2-28-16,1 1-8 0,2-3-31 16</inkml:trace>
  <inkml:trace contextRef="#ctx0" brushRef="#br0" timeOffset="115744.19">11466 13411 150 0,'0'0'15'0,"0"0"23"0,0 0-26 0,0 0-10 16,0 0-2-16,0 0-2 15,-36-28 4-15,27 28-2 16,-1 3-1-16,2 2 3 0,2 4-2 16,3-1 0-16,-1 0 0 15,4 1 0-15,0-2 0 16,0 0 1-16,0-1-2 15,4-3-1-15,5-1 0 16,0-2 4-16,1 0 0 0,2 0-1 16,2 0 1-16,-3-4-1 15,1 2 0-15,1 0 1 16,0 2-2-16,-3 0 1 16,1 0-1-16,2 0 0 15,-2 0 0-15,0 4 1 16,1-2-1-16,-1 1 0 0,-1-2-6 15,0-1-31-15,-2 0-20 16</inkml:trace>
  <inkml:trace contextRef="#ctx0" brushRef="#br0" timeOffset="116307.77">11643 12996 127 0,'0'0'27'0,"0"0"-16"0,0 0 3 15,0 0-15-15,0 0-2 0,0 0 4 16,0 0 7-16,0 54-4 15,0-27 0-15,-1 3 2 16,-3 1-4-16,4 1 1 16,-2-2-1-16,2-1 1 15,0-3-2-15,0-1 1 0,4-5 0 16,3 1-1-16,2-5 1 16,0 0-1-16,2-1 0 15,3-5-1-15,-2 0 1 16,3-3-1-16,0-4 3 15,1-1-1-15,-3-2 2 0,0 0 0 16,-2-5 1-16,0-2-2 16,-2-4-1-16,1 2-2 15,-4-5 1-15,1 3 0 16,-3-2-1-16,-4 4 0 16,2 0 0-16,-2 3 0 15,0 3 1-15,0 0 1 0,0 3 0 16,0 0-1-16,0 0-1 15,0 7 0-15,0 1 0 16,0 0 0-16,5 1 2 16,2-1-2-16,-1-1 0 15,3 0 0-15,3-1-2 0,-1-4-7 16,-2-2-21-16,3 0-44 16</inkml:trace>
  <inkml:trace contextRef="#ctx0" brushRef="#br0" timeOffset="116450.15">11888 13189 189 0,'0'0'2'0,"0"0"3"0,0 0-3 0,0 0-20 16,0 0-34-16,0 0-5 15</inkml:trace>
  <inkml:trace contextRef="#ctx0" brushRef="#br0" timeOffset="116998.4">12036 13296 112 0,'0'0'24'0,"0"0"-1"15,0 0 5-15,0 0 1 16,0 0-6-16,0 0-11 16,0 0-6-16,0 0-5 15,7-23-1-15,1 23 0 16,0 0 0-16,1 0 0 0,1 0 0 16,-5 3 0-16,4 4-1 15,-5 2-1-15,-2 2-3 16,-2 1-9-16,0 2 0 15,0 0 6-15,-6 0 7 16,-4 0-1-16,2-1 0 0,2 0 3 16,1 0 1-16,1-1-1 15,3 0 0-15,1 0 0 16,0 0 1-16,3-1-1 16,4 0-1-16,3 1 1 15,0 1 1-15,0 1 0 0,1 0 0 16,-1 3-1-16,-3-1 0 15,1-2-1-15,-6 2 1 16,-1-3 0-16,-1-1 1 16,0-3 2-16,-5-1 5 15,-8 1 8-15,-3-5-8 0,-5 3-2 16,0-4-3-16,-2 1-1 16,1-1-1-16,4-1 0 15,-2-1-1-15,6-1 0 16,3 0-1-16,3 0-8 15,5 0-19-15,3 0-37 16,0-7-45-16</inkml:trace>
  <inkml:trace contextRef="#ctx0" brushRef="#br0" timeOffset="117446.77">12336 13384 103 0,'0'0'14'0,"0"0"31"0,0 0-9 0,0 0-15 0,0 0-3 16,-46-24-12-16,34 24-5 16,0 0 2-16,1 6-3 15,2 1 0-15,2 0 0 16,1 3 1-16,5 0-1 0,1-2 0 15,0-1 2-15,1-1-3 16,10-2 0-16,0-2 3 16,2-2-1-16,-2 0 0 15,1 0 0-15,0-4 0 16,-2-1-1-16,-1-2 1 0,-2 3 0 16,2 0 0-16,-3 2 3 15,1 2-4-15,0 0 1 16,2 0-1-16,-4 2 0 15,3 6 0-15,-2-1 0 16,2 3 0-16,-4 0 0 16,1-1 0-16,1-1 0 0,-2 1 2 15,3-2-2-15,-2-3-5 16,4-3-11-16,-2-1-15 16,3 0-10-16,2-7-11 15</inkml:trace>
  <inkml:trace contextRef="#ctx0" brushRef="#br0" timeOffset="117716.94">12548 13123 122 0,'0'0'15'16,"0"0"21"-16,0 0-3 15,2-39-11-15,-2 38-3 16,0 1-12-16,-2 3-7 15,-1 8 1-15,-2 8 0 16,2 5-1-16,-2 4 0 0,0 2 1 16,0 0-1-16,0 0 0 15,0-3 1-15,1-2-1 16,1-2 1-16,-1-5-1 16,0 0-4-16,2-4-16 15,1-2-15-15,-1-6-13 0,0-2-5 16</inkml:trace>
  <inkml:trace contextRef="#ctx0" brushRef="#br0" timeOffset="118049.89">12407 13280 110 0,'0'0'5'0,"0"0"5"15,0 0-2-15,36-8 5 0,-18 5 0 16,-1 0 4-16,2 2 0 16,1-5 0-16,-1 5-1 15,2 1-5-15,-4 0-6 16,0 0-3-16,-1 0-2 16,-2 0 0-16,-2 4 0 0,-3 3 0 15,-3 1 0-15,-1 0 0 16,-5 2-2-16,0-2 1 15,0 5 2-15,0-2 1 16,-7-1 2-16,3 0-2 16,2 2-2-16,-1-3 1 0,3 0-8 15,0-6-31-15,5 1-21 16,1-4 0-16</inkml:trace>
  <inkml:trace contextRef="#ctx0" brushRef="#br0" timeOffset="118178.33">12702 13269 120 0,'0'0'38'0,"-7"-37"2"16,2 20-20-16,2 2-19 15,0 5-2-15,1 4-9 16,-2 4-36-16,3 2-33 0</inkml:trace>
  <inkml:trace contextRef="#ctx0" brushRef="#br0" timeOffset="118914.45">12811 13293 82 0,'0'0'6'16,"0"0"14"-16,0 0 7 15,0 0 6-15,0 0 0 0,0 0-12 16,0 0-11-16,0 0-5 15,-25-31-3-15,17 31-3 16,-1 4 3-16,0 6-2 16,4-1 0-16,-2 2 1 15,4 0-1-15,1 1-1 16,2-1 1-16,0-2 0 0,0-1-1 16,0-2 0-16,2-2-6 15,6 1 5-15,-2-3 0 16,4-2 3-16,-1 0-1 15,0 0 0-15,2 0 1 16,-2-5-1-16,-2-2 0 0,1-1 2 16,2 1-2-16,-4-1 0 15,0-1 0-15,1 1 0 16,1-1 0-16,-1 1 0 16,1 2-3-16,-1 0 3 15,4 3 1-15,-2 1 1 0,1 2-1 16,1 0 1-16,1 0-2 15,-3 2-2-15,2 5 2 16,-2 2 0-16,0 2 0 16,-2 1 0-16,0-1 0 15,-2 0-1-15,1 1 2 0,-2-1-1 16,-2-4-1-16,-2-1 1 16,1 0 0-16,-1-3 0 15,0-2-5-15,0-1 4 16,0 0 7-16,0-3-5 15,0-4 2-15,-1-1 0 0,-1-1 1 16,2-1-4 0,0-1 0-16,0 1-1 0,2-1 1 15,6 1-2-15,3 2 1 16,0 1 0-16,5 3 0 16,1 0 1-16,3 2 1 15,0 2 0-15,0 0 0 0,3 2-1 16,-3 6 2-16,0 2 0 15,-2 6-1-15,-3 2 0 16,-9 6 1-16,-6 5-2 16,-8 6-7-16,-23 4-21 15,-14 2-30-15,-13 0-63 0</inkml:trace>
  <inkml:trace contextRef="#ctx0" brushRef="#br0" timeOffset="119957.43">8178 13880 99 0,'0'0'29'0,"-1"0"-8"0,1 0-16 0,0 0-4 0,0 0-3 16,0 0 1-16,0 4 1 15,4-1 0-15,2 0 1 16,1 1 0-16,-1 0 0 16,6 3 1-16,1 0-1 15,3 0 0-15,3 1 0 0,6 1-1 16,2-3-1-16,7-1 2 15,1-1 0-15,7-1-1 16,6-2 2-16,0-1-2 16,4 0 2-16,6 0 3 15,1 0 0-15,5 0-1 0,1-3 0 16,5 2-2-16,1-2-1 16,2 1 0-16,6 1-1 15,2-2 0-15,-1 2 1 16,7-1-1-16,-1 0 0 15,3 1 0-15,-1-1 0 16,2 2 1-16,5-2-1 16,-3 0 0-16,3 0 4 0,2-1 9 15,3 1-1-15,0-2-5 16,-4 3-4-16,5-3 0 16,-4 1-3-16,1 3 3 15,-1-1 2-15,2 1 1 0,0 0 3 16,-3 0-1-16,2 0-5 15,0 2-2-15,2 1-1 16,4-3 0-16,-1 0 1 16,3 0 0-16,0 0-1 15,-2-4 0-15,2-6 4 0,-3 0 5 16,-3-1 0-16,1-1-1 16,-4-2 0-16,-4 1-4 15,-5-1-1-15,-5 3 0 16,-3-2-3-16,-3 3 2 15,-5 2-2-15,-3-1 0 16,-4 3 1-16,-5 2-1 0,-5 1 0 16,-5 1 1-16,-7 0-2 15,-7 2 2-15,-3 0-1 16,-6 0-1-16,-2 0-2 16,-6 4-16-16,-2-2-7 0,-4-2-23 15,0 0-50-15</inkml:trace>
  <inkml:trace contextRef="#ctx0" brushRef="#br0" timeOffset="120200.01">13538 13350 162 0,'0'0'28'0,"0"0"27"0,0 0-20 15,0 0-11-15,0 0-16 16,0 0-5-16,0 0-5 0,0 0-28 16,0 0-8-16,0 0-73 15</inkml:trace>
  <inkml:trace contextRef="#ctx0" brushRef="#br0" timeOffset="120314.2">13627 13375 212 0,'0'0'-3'0,"0"0"-71"16,0 0-37-16</inkml:trace>
  <inkml:trace contextRef="#ctx0" brushRef="#br0" timeOffset="123991.84">7921 13262 178 0,'0'0'0'0,"0"0"-4"0,-11-43-11 0,9 28-8 15,2 1 2-15,-2 2 19 16,2-1 2-16,0-1 1 15,0 3-1-15,0-5-58 16</inkml:trace>
  <inkml:trace contextRef="#ctx0" brushRef="#br0" timeOffset="124475.65">7915 12941 34 0,'0'0'11'15,"0"0"18"-15,0 0-14 16,0 0-5-16,0 0-3 16,4 44-4-16,0-26-1 15,-2 6-1-15,1 2 0 16,0 6 0-16,1 4 0 0,0 4 0 15,-1 6 2-15,0 5-1 16,2 5-1-16,-3 7 0 16,1 6 0-16,0 4-1 15,-2 1 1-15,-1-2 0 16,0-1-1-16,0-7 1 0,0-7 0 16,-4-7 0-16,-1-9-1 15,-3-6 1-15,1-9-1 16,0-9-1-16,0-10-49 15</inkml:trace>
  <inkml:trace contextRef="#ctx0" brushRef="#br0" timeOffset="125857.55">7962 12922 127 0,'0'0'2'0,"0"0"-3"0,0 0-4 0,0 0 2 0,0 0-1 15,0 0 2-15,46-18 2 16,-32 15 0-16,2-1 1 15,4 2 6-15,1-2 4 16,2 3-3-16,4-2-2 16,2 3-4-16,2 0-1 15,3-1 0-15,2-1-1 0,5 2 1 16,5-1-1-16,1-2 1 16,6 0-2-16,1-1 1 15,4-2 0-15,1 0 1 16,5-1-1-16,1-1 0 0,-2-1 0 15,4-1 1-15,2 0-1 16,1 2 0-16,1-1 1 16,5-1-1-16,-2 2 0 15,4 1-1-15,2 0 2 16,1 1-1-16,-5 3 0 16,4-1 0-16,3 2 0 15,-1 0 0-15,3-1 0 0,-1 1 0 16,3-1 0-16,1-1 0 15,-2 0 0-15,-1 1 0 16,-2 1 0-16,-1 0 0 0,-1 0 2 16,1 2-2-16,-2 0 0 15,1 0 1-15,-1 0 1 16,1 4-1-16,-1 0 1 16,0 0 1-16,1 0-1 15,2 0 4-15,-1 0-3 0,1-3 0 16,1 1 0-16,0-1-3 15,3-1 1-15,-6 0 0 16,2 0-1-16,-3 0 0 16,3-1 1-16,-1-1-1 15,1-1 0-15,2-1 0 0,0 2 1 16,-3-3-2-16,-1 0 2 16,-5 2-1-16,0-1 0 15,-7 0 0-15,-2 0 0 16,-4 1 0-16,-1 0 0 15,-2-1 0-15,-4 2 0 16,-1-1 0-16,-2-1 0 16,-6 0 0-16,2 4 1 0,-6-3-1 15,-1 0 0-15,-6 0 0 16,-5 2 0-16,-1 1 0 16,-7 0 0-16,-1 0 0 15,-1 0 0-15,-3 0 0 0,-1 0-2 16,0 5-10-16,-4 3-2 15,0 0 7-15,-4 1 4 16,0-1 1-16,-3 2 2 16,1 1 0-16,-4 1 0 15,2 2 0-15,-1 2-1 0,-2 2 2 16,0 1 0-16,-1 2 0 16,-1 0 0-16,0 2 2 15,0 0 3-15,0 1-1 16,0 3 0-16,0 1-2 15,-1 2-1-15,-3 4 0 16,0 0-2-16,2 4 0 0,-1 1 1 16,0 1-1-16,-1-1 1 15,0 0-1-15,-1 0 0 16,1 0 1-16,-3 1-1 16,0 2 0-16,-1 1 0 0,3 2 0 15,-1-2 0-15,1-5 2 16,0-2-4-16,2-8 4 15,2-5-2-15,-1-6 0 16,2-3 1-16,-1-4-1 16,-1-1 0-16,-4-2 1 0,1-1-2 15,-6-2-8-15,0-1-12 16,-2-2 1-16,-5-1-4 16,2 0 5-16,-6-1 10 15,-1-4 0-15,-6-1 4 16,-2 1 5-16,-1 1 0 15,-5 2-6-15</inkml:trace>
  <inkml:trace contextRef="#ctx0" brushRef="#br0" timeOffset="127408.84">10736 12859 144 0,'0'0'4'0,"0"0"16"0,0 0-15 16,0 0-5-16,0 2 1 16,2-1-3-16,4 3 3 15,1 1-1-15,4 1 0 0,-2-1 0 16,4 0 0-16,1-2 0 16,1-3-2-16,3 0 2 15,7-10 1-15,4-9 14 16,9-12 9-16,8-6-4 15,11-10-7-15,8-5-6 16,11-8-5-16,6-2-1 0,5-4-1 16,5-2-4-16,1-1-44 15,2-4-112-15</inkml:trace>
  <inkml:trace contextRef="#ctx0" brushRef="#br0" timeOffset="142410.28">10704 12895 29 0,'0'-2'27'0,"0"0"-4"0,0 1-2 0,0-2-11 0,0 0-5 15,2 2-4-15,-2 0 2 16,0-2-3-16,1 2 0 15,-1 0 1-15,0 1 0 0,0-1 6 16,0 1 3-16,0 0 3 16,0 0-6-16,0 0-7 15,2 0-4-15,2 0 4 16,-2 2 0-16,2 4 0 16,-2 0-1-16,1 1-1 0,1 0 3 15,1-1-1-15,-2 0 0 16,3 0 1-16,-2-1-1 15,-1 0 0-15,3 0 1 16,1-1-1-16,-4 1 0 16,5 0 1-16,-4-2-1 0,3-2 2 15,-2 1-2-15,4-2 1 16,-3 0 0-16,3 0 1 16,-2-3 3-16,3-4 3 15,2-1-3-15,4-3-4 16,-1-1 2-16,6-1-3 15,0-3 0-15,4 0 0 16,2-2 1-16,2-5-1 0,2 1 1 16,3-3-1-16,0-3 1 15,4-2 5-15,0-1 4 16,0-2-1-16,2 0 2 16,1-2-4-16,1 1 1 0,0-4 3 15,3 2-5-15,-3 2-2 16,-3 4-3-16,-5 3 2 15,-4 6-3-15,-6 5 0 16,-3 6 0-16,-5 6-1 0,-5 4-7 16,-5 0-36-16,-6 7-23 15,0 4-28-15</inkml:trace>
  <inkml:trace contextRef="#ctx0" brushRef="#br0" timeOffset="143321.91">10737 12925 58 0,'-1'-3'14'0,"-1"-1"5"0,2 1 1 0,0-1-5 15,0 1-5-15,0 0-7 0,1-1 0 16,3 1 0-16,3 0-2 16,-3 1 0-16,1 0-1 15,2 2 0-15,-4 0 0 16,3 0 0-16,-4 0 0 15,1 0-1-15,0 2 1 0,0 3-2 16,1 1 2-16,-1 2 2 16,4 1-3-16,-3 2 2 15,1-3-1-15,1 0 1 16,-2-1-2-16,4 0 2 16,-1 0-1-16,1-4 2 0,1 0-1 15,4-3 0-15,2 0 1 16,6-3 5-16,6-10 5 15,4-2-2-15,9-7-4 16,4-5 1-16,8-7-2 16,5-4 6-16,7-2 2 15,3-4-1-15,8-1-4 0,6 1-5 16,2 0-2-16,4-2-2 16,-1-3-25-16,-8-3-87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3:31:40.6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1500 2956 122 0,'-4'-2'26'0,"2"-4"-19"0,-4 0 11 0,4 2 1 0,0 1-3 0,0 0 2 0,2 1-3 0,-2-1-3 16,2 0-4-1,0 0 0-15,-2 1 2 0,1 1 0 16,0 0-2-16,1 0-1 16,0 1-2-16,-1 0-1 0,1 0-2 15,0 0-5 1,0 0 3-16,0 4 0 0,0 3 1 15,0 1 1 1,0 1-2-16,0 2 0 16,1 0-2-16,1 1 1 15,0 3 0-15,-2 0 1 0,2 2 1 16,0 2-2-16,0 1 2 0,0 3-2 16,-1 0 2-1,2-2 0-15,-1 3 10 0,2-2-8 0,-4-1 0 31,4 0-1-31,-2-1 0 0,1 0-1 0,1-1 1 16,-2-1-1 0,0-1 0-16,0-3 0 0,1-1 0 15,-3-3 0-15,0-1 2 0,0-4-3 32,0 0 1-32,3-3 1 0,-3 0-1 15,0-1 2-15,0-1 2 16,0 0-1-16,0 0 0 15,0 0-1-15,0 0-2 16,0 0 1-16,2-3-1 0,0 0-2 16,0 1 2-1,0-1 5-15,3 1-4 0,1-2 2 0,-2 3-2 16,4 0 1 0,1 0-2-16,-1 1-1 15,1 0 1-15,3 0-1 16,-3 0 0-16,4 0 0 0,-2 0-5 0,0 0-22 15,3 0-20-15,-3 0-22 16,-2 0-65-16</inkml:trace>
  <inkml:trace contextRef="#ctx0" brushRef="#br0" timeOffset="565.48">1867 3272 187 0,'0'0'11'0,"0"0"-11"0,0 0 5 31,0 0 8-31,0 0-1 16,0 0-1-16,0 0-5 0,0 0 1 15,38 5-1-15,-30-4 0 16,4-1-1-16,-3 0 1 16,2 0-3-16,2 0 0 15,-2-2 0-15,0-1-1 0,1-1 1 16,-6 1-1-16,1-4-1 16,-3 4 1-16,-4-2 2 15,0 2-3-15,0-2-2 16,-2 1-7-16,-5 0 11 0,-1 3 1 15,-2-1 0 1,-1 2-2-16,1 0 4 0,-2 0-3 16,-1 0-4-16,2 7 10 15,-1 0-7-15,2 0-2 16,3 3-1-16,3 0-2 16,0 1 1-16,2 1-2 15,2-1 2-15,0 2 0 0,0-1 1 16,6 0 0-16,0-1 1 15,3 1 0-15,0-2 9 0,2-3-4 16,0 0-3-16,2-2 1 16,1-1 3-16,1-3-2 15,4-1-1 1,3 0 0-16,-2 0 1 0,4-3-9 16,-1-4-27-16,-2-3-25 0,0-3-29 15</inkml:trace>
  <inkml:trace contextRef="#ctx0" brushRef="#br0" timeOffset="924.59">2263 3057 185 0,'0'0'13'0,"0"0"15"0,0 0-9 0,0 0 1 31,0 0-7-31,0 0-17 0,0 0 2 0,0 0-1 16,0 0 5 0,0 46-1-16,0-25-1 0,0 0 5 0,4 1-1 31,0-1-1-31,-1-3 1 0,3 0-1 15,0-1 1-15,0-2 0 16,0-1 0-16,-2 0-2 0,1-3 1 0,1 0-2 31,-4 0-1-31,3-2 0 0,-2-1-20 0,-1-5-38 32,-2-3-49-32</inkml:trace>
  <inkml:trace contextRef="#ctx0" brushRef="#br0" timeOffset="1100.95">2255 3256 299 0,'0'0'10'16,"0"0"-9"-16,0 0-1 15,0 0 2-15,0 0 4 0,0 0-4 16,0 0-3-16,50-1-21 15,-26-3-38-15,1-1-163 16</inkml:trace>
  <inkml:trace contextRef="#ctx0" brushRef="#br0" timeOffset="1708.34">3007 3134 223 0,'0'0'12'0,"0"0"-9"0,0 0-1 16,0 0 3 0,0 0 5-16,38-24-1 15,-26 21-1-15,2 1 2 16,-1 2-2-16,2 0-4 16,-1 0-1-16,-2 2-2 0,-1 5-2 0,0 3 1 15,-3 0-3 1,-2 2 1-16,0 0 1 15,-3 1-2-15,-1 0 1 16,-2-1 2-16,0 1 0 16,-2-1 3-16,-5-2 2 15,-5-2-2-15,-1 2-3 0,0-3 4 16,-3 0 3-16,1-1-6 16,-1-2-12-16,5-1-10 15,1-2-16-15,4-1-5 16,4 0-36-16</inkml:trace>
  <inkml:trace contextRef="#ctx0" brushRef="#br0" timeOffset="2106.73">3268 3110 99 0,'0'0'72'0,"0"0"-61"16,0 0 6 0,0 0-7-16,0 0 3 0,0 0-1 15,0 0-4-15,0 0-3 0,0 0 2 16,-25-20 0 0,19 20-4-16,-1 6-2 15,0 2-1-15,-1 2 0 16,0 3 1-16,2 1 2 0,-1 0 0 0,1 2 2 15,4-2 0-15,-3 1 2 16,5-2-5 0,0 0 1-16,0-1-2 0,5-1 2 15,1-2 3 1,3-1 8-16,1-1-8 0,3-3 1 0,0 1-2 16,2-2 0-1,1-1-1-15,2 0-2 16,-1-2-1-16,2 0-8 0,3 0-49 15,-4-2-75-15</inkml:trace>
  <inkml:trace contextRef="#ctx0" brushRef="#br0" timeOffset="2474.48">3746 3114 175 0,'0'0'10'0,"0"0"10"0,0 0 24 0,0 0-9 0,0 0-14 16,0 0-14-16,0 0-2 0,0 0-3 16,40-5 1-1,-31 3-2-15,3 2-2 0,-1 0 1 16,-1 0 0-16,0 0-15 15,-5 3-41-15,-3 0-63 16</inkml:trace>
  <inkml:trace contextRef="#ctx0" brushRef="#br0" timeOffset="2634.16">3757 3239 289 0,'0'0'22'15,"0"0"-23"-15,54-1 2 0,-27-5 1 16,2-1 0-16,1 1-2 16,1-4-26-16,-2-1-153 0</inkml:trace>
  <inkml:trace contextRef="#ctx0" brushRef="#br0" timeOffset="3619.25">4506 2793 102 0,'0'0'32'0,"0"0"5"0,0 0-7 0,0 0-10 0,0 0-1 16,0 0-3-16,0 0-1 15,0 0-1-15,0 0-2 16,0 0-7-16,-44-27 3 16,33 27-5-16,-1-2 3 0,-1 2-3 15,-1 0-1 1,1 0-2-16,-3 0 0 0,-1 5-2 16,0-1 0-16,2 0 3 15,-1 1 0-15,3 1 0 0,2-1-3 16,1 0 3-16,4 0-2 15,0-1-1 1,3 2 0-16,1 0-5 0,2-1 4 16,0 2 0-16,0 1 1 15,0 1 1-15,0 0 3 0,0 4-3 16,0 0 2-16,3 2 2 16,-1 1-4-16,2 3 2 15,0 2-2-15,-2 0 0 16,-1 3 2-16,3 0-3 0,-2 2 2 15,0-1-1-15,1 1 0 16,-1 0-1-16,-2-2 1 16,3 0 4-1,1-3-1-15,-4 1 0 0,2-3-1 0,0 0 0 16,0-2 2 0,-1-1-2-16,-1-1 3 15,1 1-3-15,-1-1-5 0,0-3 8 16,0 2-3-16,0-4 2 0,0-2-2 31,1 1 0-31,1-5 0 0,-2 3 1 0,2-4 4 16,0 1 0-1,0-1-1-15,0 1 2 16,2-2 4-16,2 1 13 16,-1-2-5-16,5 0-6 0,4 0-3 0,3 0-3 0,2-1-4 31,4 0-1-31,2 0-1 15,2 0-1-15,0 0-22 16,2-2-83-16,-2-6-80 16</inkml:trace>
  <inkml:trace contextRef="#ctx0" brushRef="#br0" timeOffset="4127.07">4810 3100 165 0,'0'0'14'0,"0"0"5"0,0 0-3 0,0 0 4 16,0 0-7-16,0 0-5 15,0 0-5-15,41-30 3 16,-26 29-6-16,3 1 3 15,-1 0-2-15,2 0 0 0,-4 0 2 0,1 4-1 32,-3 3 0-32,-1 2 0 15,-4 1 0-15,-1 1-1 16,-3 2 1-16,-2-2-1 0,-2 1 0 16,0 0-1-16,-6-2 3 0,-5 0 2 0,-3-1-1 31,-3-2 3-31,1-1-10 15,-1-1-3-15,3-1-7 16,5-1-15-16,2-3-12 0,3 0-28 16</inkml:trace>
  <inkml:trace contextRef="#ctx0" brushRef="#br0" timeOffset="4544.47">5147 3050 150 0,'0'0'2'0,"0"0"7"16,0 0 5-16,0 0-15 16,0 0 2-16,-40-7 6 15,32 7-1-15,-2 0 2 0,2 1-1 16,1 4 3-16,1 2 1 15,1 0 1-15,0 3-4 16,-1 0-3-16,3 3-2 16,-1-2 1-16,2 3-2 0,2-2 1 15,0 0 0-15,0-2 1 16,0-1-4-16,0-1 3 16,4 0 12-16,1-3-4 15,3 1-2-15,0-2 1 0,2-1-2 16,1 0 0-16,1-3-1 15,1 3-2-15,1-3 0 16,-3 0-3 0,1 0 0-16,1 0-3 0,-1 0 3 15,-2 0-3-15,-1 0-22 0,-1 0-37 16,-1 0-28 0</inkml:trace>
  <inkml:trace contextRef="#ctx0" brushRef="#br0" timeOffset="4836.35">5357 3184 210 0,'0'0'30'0,"0"0"-15"0,0 0 21 15,0 0-7 1,0 0-13 0,0 0-8-16,0 0-5 15,0 0 7-15,0 0 0 0,0 0-3 16,15 40-5-16,-13-30 2 16,0 1-1-16,0-1-2 15,0 1-1-15,0-1 2 16,0 1-2-16,1-3-10 0,1-3-109 15</inkml:trace>
  <inkml:trace contextRef="#ctx0" brushRef="#br0" timeOffset="5192.31">5726 3201 126 0,'0'0'163'0,"0"0"-155"16,0 0-13-1,0 0 8-15,0 0-4 0,0 0 1 0,0 0 0 16,0 0-1 0,7 45 0-16,-9-35-13 0,-5 0-59 15,3-4-113 1</inkml:trace>
  <inkml:trace contextRef="#ctx0" brushRef="#br0" timeOffset="5619.21">5983 3053 136 0,'0'0'9'0,"0"0"-6"16,45-4 22-16,-29 4-5 15,4 0-2-15,0 0-4 16,-4 0-1-16,2 0-3 16,-5 1-3-16,-3 5-5 0,-2 1-2 15,-4 3-2-15,-4-1 3 16,0 2 1-16,0-1 2 16,-8 1-1-16,-4 2 1 15,1-3 1-15,-5-3 3 16,5 0-6-16,0-1 3 0,0-1-8 15,6-3-6-15,1 0-25 16,4-2-33 0,0 0-71-16</inkml:trace>
  <inkml:trace contextRef="#ctx0" brushRef="#br0" timeOffset="5946.21">6354 2999 163 0,'0'0'2'0,"0"0"8"0,0 0-6 16,-40-1 5-16,27 1 4 16,1 7 1-16,0 1-5 15,3 2 2-15,-1 2-3 16,2-1 0-1,1 3-1-15,3-1 0 0,1 1 0 0,1-3-1 16,2 1 1-16,0-1-3 16,0-1 0-16,7 0 0 15,1-3 5-15,3 0-5 0,5-1 1 32,0-3 1-32,4 1-9 15,0-2-48-15,0-1-32 16</inkml:trace>
  <inkml:trace contextRef="#ctx0" brushRef="#br0" timeOffset="6472.11">6414 3158 186 0,'0'0'5'16,"0"0"9"-16,0 0-4 15,0 0 7-15,0 0-1 0,0 0-5 16,39-21 2-16,-30 21-5 16,-3 0-5-16,3 0-2 15,-2 1 0-15,-2 5-2 16,-1 0-1-16,0-1 1 0,-4 4-3 16,0-2 1-16,0 3 0 15,-2-3 4-15,-4 0-2 16,-6 0 2-16,1 0 2 15,0 1-6-15,-3-3 7 0,3 1-6 16,1-2 8 0,0-1-8-16,2 1 6 0,5-4-3 15,-1 3 0-15,2-2-1 16,2-1-1-16,0 0-2 0,0 0 1 16,0 0-1-16,4 0 13 15,1 0-5-15,3 0 0 16,0 0-2-16,2 0 0 15,1 0-1-15,1-1 0 16,-1 0-1-16,2 1 2 16,3 0-2-16,-3 0 2 15,3 0 0-15,-1 0-3 0,1 0 3 16,-2 0 1 0,1 0-2-16,-2 0 0 0,-1 0-2 15,-3 0-1-15,0 0 2 16,-1 0-1-16,-4 1-17 15,-2 0-69-15</inkml:trace>
  <inkml:trace contextRef="#ctx0" brushRef="#br0" timeOffset="8054.87">7005 3103 149 0,'0'0'17'0,"0"0"10"0,0 0 11 16,0 0-8-16,0 0-7 15,0 0-8-15,0 0-8 16,0 0-5-16,0 0-15 16,0 0-32-16,0 0-28 0,38-7-43 15</inkml:trace>
  <inkml:trace contextRef="#ctx0" brushRef="#br0" timeOffset="8232.95">7360 3073 198 0,'0'0'2'0,"0"0"7"15,0 0 7-15,0 0-12 16,0 0-4-16,0 0 2 0,36 4-18 15,-30-3-59-15</inkml:trace>
  <inkml:trace contextRef="#ctx0" brushRef="#br0" timeOffset="8416.95">7763 3094 215 0,'0'0'1'0,"0"0"0"16,0 0 1-16,39 2-2 0,-29 0 2 0,-4 0-4 31,3-1-25-31,1-1-42 16</inkml:trace>
  <inkml:trace contextRef="#ctx0" brushRef="#br0" timeOffset="8552.85">8127 3096 242 0,'0'0'5'0,"0"0"-10"16,0 0 2-16,0 0-47 15</inkml:trace>
  <inkml:trace contextRef="#ctx0" brushRef="#br0" timeOffset="9209.5">8493 2974 153 0,'0'0'5'0,"0"0"-1"0,0 0 8 0,0 0 4 31,0 0-1-31,40-12 1 16,-26 9 3-16,0 1-2 0,2 0 1 15,-1 2-7-15,3 0-3 16,-5 0-3-16,1 0-2 16,-3 0-1-16,-1 4-2 15,2 3 1-15,-3 0-1 16,-2 2 1-16,-1 1-2 0,0-1 1 15,-3 2-1-15,0-3-1 16,-3 2-2-16,0-1 1 16,0-2 3-16,-10 0 2 0,0 0-1 15,-3-1 2 1,-2 1 4-16,2-3-11 0,-3-1 5 16,5 0-13-16,3 1-6 15,0-1-17-15,6-2-16 16,2-1-27-16</inkml:trace>
  <inkml:trace contextRef="#ctx0" brushRef="#br0" timeOffset="9708.51">8875 2925 92 0,'0'0'7'0,"0"0"0"0,0 0 4 0,0 0-4 15,0 0 4 1,0 0 2-16,0 0-1 16,0 0 8-16,0 0-11 0,-39-7 5 15,29 10-5-15,-3 3-8 16,2 2-1-16,-3 2 3 0,3 0-2 31,0 2-1-31,-1 2 0 0,6-2 1 0,1 0 0 16,2-1 5-16,3-1-3 0,0 0 1 15,0-3 0-15,0 0 8 32,6-1-2-32,0-2 4 15,4 0 5-15,1-1-4 0,-2 0-6 16,4 0-5-16,0-1-1 16,-1-1-2-16,1 0-1 15,0-1 0-15,3 1-3 0,-3-1-23 16,3 0-47-16,-3 0-53 15</inkml:trace>
  <inkml:trace contextRef="#ctx0" brushRef="#br0" timeOffset="10622.38">9042 3167 59 0,'0'0'35'0,"0"0"-28"0,0 0 2 15,0 0-3-15,0 0 23 0,0 0-3 16,0 0-6-16,0 0-5 15,0 0 0 1,0 0 4-16,-28-10-6 16,28 6-9-16,0-1 1 0,0 1 4 0,0-2-1 31,0-1-5-31,7 2-2 16,-3-1-1-16,1 0 0 0,4 3-1 15,-4-1 3-15,3 1-2 16,1 3 1-16,-2 0-1 0,2 0 0 0,-3 0-1 15,1 0 1 1,-1 5-2 0,0 0 0-16,0 5 1 0,-3-3-1 15,1 2 1-15,0-1 0 16,0-1 0-16,-3 1-1 0,1-1 0 16,0-2 2-1,1 1 0-15,-3-2 0 16,0-1 0-16,2 0 0 0,-2-2 1 0,0 0-1 15,0 0-1-15,0-1 1 0,0 0-1 32,0 0 6-32,0 0 3 15,0 0 5-15,0 0-11 16,-2-3-1-16,2-3-1 16,-2 2-1-16,1-2 2 0,1 0-1 15,0-1-7-15,0-1-3 16,0-1-6-16,0 2 12 15,3 0 0-15,1 0-1 16,0 0 6-16,1 1 0 0,1 2 0 16,-3 0-1-16,4 1 0 15,-1-1 1-15,-1 2-1 16,1-1-1-16,-1 2 2 16,4 0-1-16,-2-1 0 0,1 2 0 15,-1 0 0-15,-1 0 0 16,2 0 1-16,0 0-1 15,-3 0 1-15,3 2-2 16,0 2 2-16,-2-1 2 16,1 4-2-16,-1 0 2 0,-2 0-1 15,2 0-1-15,-2 2 0 16,-3-1 0-16,1-1 0 16,0 2 0-16,0-2 1 15,0 0 0-15,-2 0-2 0,2 0 1 16,-2-1-1-16,0-1-2 15,0 0 4-15,0 0-7 16,0-3-51-16,0-2-76 16</inkml:trace>
  <inkml:trace contextRef="#ctx0" brushRef="#br0" timeOffset="11917.2">9428 2793 81 0,'2'0'10'0,"2"0"-2"0,1 0 6 0,-1 0-7 0,1 0 1 16,-1 0 6-16,1 0-2 16,1-3-1-16,-1 2-1 15,0 1 3-15,1 0 2 0,0-1 1 16,3 0-6-16,-1 0-2 15,0 0-3 1,-1 1 0-16,2 0-2 0,2 0 1 16,-4 0 0-16,0-2 0 0,2 2 1 15,-3 0 0 1,-1 0 2-16,-1-1-1 16,-1 1 0-16,-1 0-4 0,2 0 0 0,-4 0 0 15,0 0-2-15,2 0-2 16,-2 0 0-16,2 0 1 15,-2 1 0-15,3 5-1 16,-1 0 2-16,-2 1-3 16,1 1 5-16,0 1-2 0,0-1 1 15,1 4 0-15,0-1-1 16,0-1 0 0,0 4 0-16,0-1 0 15,2 0 0-15,-1 1 0 16,1 0 1-16,-2 3-1 0,1-3 0 15,-1 5 1-15,1-2-1 0,-1 0-1 16,0-1 0-16,-2 0 0 16,0 0 4-16,2 0-5 15,-2-3 3-15,0 1 2 0,0-3-2 16,0 2-1-16,0-2 2 16,0-1-2-1,0 0-5-15,0 0 5 16,0-3 0-16,0 2 1 15,0-1 3-15,0-1-2 16,0 1 1-16,0 1-2 16,0-3-1-16,0 0 0 0,0 1 0 15,1-1 1-15,0-1-1 0,0 0 2 0,-1 0-2 32,0-2 0-32,0 4 1 15,1-4-1-15,0 1 0 16,-1 0 0-16,0-1 1 0,2 1-1 15,-2 0 0-15,0-2 0 16,0 1 0-16,0 0 0 16,0 0 0-16,0-2 0 15,0 2-1-15,0 0 1 16,0-2-6-16,0 1 3 16,-2 0 3-16,0 0 1 0,0-2-2 15,-1 1 5-15,1 1 2 16,-4-1-5-16,2-1-2 15,0 2-1-15,-3-2 4 0,3 1-2 16,-5 0 1 0,2-1-1-16,-4 2-1 0,-1-1 1 15,0 0-10-15,-2 1-10 0,0-2-33 16,1 0-45 0</inkml:trace>
  <inkml:trace contextRef="#ctx0" brushRef="#br0" timeOffset="15725.77">10740 3073 107 0,'-6'0'25'0,"0"0"-28"0,0 0 11 32,1 0-4-32,1 0 0 0,-3 0 5 0,5 0 4 15,0 0 5 1,2 0-1-16,0 0-9 16,0 0-8-16,0 0-1 0,4 1 10 0,5 0 1 15,2 1 1-15,5-2-1 16,4 0-1-1,-2 0-6-15,5 0 4 0,1 0-3 0,-4 0 2 32,4 0-1-32,-1-1 0 15,0-1-1-15,-2 1-3 0,2 1 0 16,-3-3 0 0,-2 3 1-16,2 0-2 0,-5-1 0 15,1-1 0-15,-3 2 0 16,1 0-3-16,-5 0-14 15,-2 0-28-15,0 0-33 0,-5-1-61 16</inkml:trace>
  <inkml:trace contextRef="#ctx0" brushRef="#br0" timeOffset="16011.98">11088 3003 171 0,'0'0'3'0,"0"0"6"0,0 0 21 0,0 0-9 0,45 0-5 16,-34 0-1-16,2 3-2 15,-1 7-6 1,-4-1-4-16,1 2-3 0,-5 2-4 15,-1 1 0 1,-3 0 3-16,0 3-1 0,-6-1-1 0,-7-2-18 16,-4-1-67-1</inkml:trace>
  <inkml:trace contextRef="#ctx0" brushRef="#br0" timeOffset="17312.77">11643 3249 176 0,'0'0'35'0,"0"0"-28"0,0 0-4 0,0 0 3 15,0 0 11-15,0 0-6 16,0 0 1-16,0 0-4 0,0 0-7 0,0 0 3 15,4 4 1-15,0-4 1 16,1 0 4-16,2 0 1 16,-1 0-2-1,3-1-4-15,3-5-1 0,-3-2-3 16,2-2 1 0,2 0 1-16,-4-3-1 0,-2 0 0 15,2-1-1-15,-4-2-1 0,1-1 1 16,-4-4-2-16,2 0 2 15,-3-2-2-15,1-4 0 0,2 4-2 16,-2-1-1-16,1 3-2 16,-1 4 2-1,-2 4 3-15,0 3 0 16,0 3 1-16,0 3-3 0,0 1-2 0,0 3-3 31,0 0 5-31,0 0 4 16,0 0-5-16,0 0 2 0,0 0 2 0,-2 4 0 15,-1 2-2-15,1 1 2 0,2 0-1 16,-2 4 0-16,1 1 1 16,1 2 0-16,-1 0-1 15,1 1 1 1,0 1 0-16,0 0-1 16,0 0 0-16,1-2 1 15,7-1 0-15,-3 0 1 0,3-2-1 0,-2-1 6 31,3-3-2-31,3-1-3 16,-4-3 3-16,2-1-2 0,3-2 5 16,-2 0 0-16,1 0-3 15,-3-3 2-15,1-4-4 16,2-1-1-16,-3-4 1 0,-3 1-1 16,1-2 0-16,-3 0 0 15,1-2-1-15,0 1-1 16,-3-1 1-16,0 1-3 15,-2 3-1-15,2 0 2 16,-2 3 2-16,0 3-5 16,0-1 2-16,0 5 0 0,0-2 3 0,0 1 2 31,0 1-1-31,0-1-2 0,0 1 0 0,0 0-2 16,0 1-2-16,0-2 3 15,0 2 2-15,0 0 0 0,0 0 1 16,0 0-1-1,0 0-2-15,0 0-3 0,0 0-4 16,0 6 2 0,-2 1 5-16,0 3 6 15,2-1-2-15,-2 2-1 16,2-2 0-16,0 2 0 0,0 0 2 0,0-1 0 16,0 0 0-1,4 0 2-15,-1 0-3 0,3-2 4 0,-2-1 0 31,3 0 15-31,0-1-13 0,1-3 1 0,2 3 0 32,1-2 0-32,-2-2-5 0,4-1-1 15,-2 2-2-15,1-3 2 0,2 1-3 0,1-1-3 32,3 0-35-32,-3 0-10 15,1 0-68-15</inkml:trace>
  <inkml:trace contextRef="#ctx0" brushRef="#br0" timeOffset="17520.82">12334 3151 277 0,'8'4'9'0,"1"0"-6"0,-1 1 5 0,2 2 4 15,-3-1-8-15,-1 2-2 16,-4 0-5-16,-1 1-2 16,-1 2 5-16,0 1-8 0,-7-2-40 15,-2 0-89-15</inkml:trace>
  <inkml:trace contextRef="#ctx0" brushRef="#br0" timeOffset="18438.63">12702 3036 100 0,'0'0'9'0,"0"0"7"0,0 0 5 16,0 0-5 0,0 0-3-1,0 0 5-15,0 0-7 16,0 0-1-16,1 41-2 0,-5-35 1 16,0 2 0-16,-2-3-4 0,1 2 0 0,-3-3-1 15,0 0-3-15,-3-1-3 31,0 0 5-31,-2-3-1 0,2 1-2 0,2-1-6 0,1 0-8 32,4 0 7-32,-1-2 10 15,2-3-6-15,2-3-2 16,1-1 4-16,0-2-2 16,0 1-6-16,0-2 9 0,0 0 0 15,1 2-3-15,2-1-9 16,2 2 4-16,-3 2 8 15,1 0-2-15,4 1-1 0,-3 3 2 16,-1 0 6-16,3-1-5 16,-2 3 1-16,1-2-1 15,2 3 1-15,-1-1-1 16,1-1 0-16,0 2 0 16,2 0 1-16,-2 0-1 0,1 0 0 15,-1 0 3 1,3 0 0-16,0 0 3 15,1-1 3-15,1 1 1 0,1 0-2 16,3-3-1-16,-3 3-3 0,3 0-3 16,-3 0 0-1,0 0 2-15,1 0-1 16,-1 0 2-16,-1 0 0 0,-1 0 0 0,2 0 0 16,1 0 3-16,0 0-1 15,0 0-1 1,-1 0-2-16,2 0 1 15,-2 0-2-15,1 0 1 16,-1 0 0-16,-1 0 0 16,0 0-1-16,-3 0 2 15,-2-2-2-15,0 1 0 0,-5 1 2 16,0 0-4-16,-1 0 1 16,-1 0-1-16,0 0-6 15,0 0-19-15,0 0-58 16</inkml:trace>
  <inkml:trace contextRef="#ctx0" brushRef="#br0" timeOffset="22589.19">2584 4231 134 0,'0'-5'31'0,"-2"0"14"0,0 0-7 0,2 1-10 16,-3 0-6-16,3 1-2 15,0 0 0-15,0 3-3 0,0-3-1 16,0 3-7-16,0 0-7 16,-2 4-10-16,2 9 2 15,0 2 4-15,0 4 2 0,0 4 1 16,5 0-1-16,-1 4 0 16,-2-4-2-16,0 1 0 15,-2-2-15-15,0 0-11 16,0-4-8-16,0-2-34 0,0-5-57 15</inkml:trace>
  <inkml:trace contextRef="#ctx0" brushRef="#br0" timeOffset="22904.02">2492 4377 259 0,'0'0'8'0,"0"0"2"0,0 0-11 32,0 0 0-32,0 0-4 0,0 0 2 0,0 0 6 15,0 0 4-15,48 3-5 16,-26-3 0-1,4 0-1-15,-1 0 1 16,4 0-2-16,-2-3-13 16,0 0-23-16,-5-3-14 0,0 2 0 15,-3-3 3-15,-8 2-32 16</inkml:trace>
  <inkml:trace contextRef="#ctx0" brushRef="#br0" timeOffset="23386.05">2740 4277 137 0,'0'0'18'31,"0"0"13"-31,0 0 9 16,0 0-9-16,0 0-14 15,0 0-12-15,0 0-9 16,0 0 0-16,-17-3 13 0,21 15-6 16,1 2-1-16,1 3 1 15,-2 2-2-15,3 0 1 16,0 0-1-16,-2 0-1 15,-1-1 1-15,0 0-1 0,-2-5 1 16,1 1-1-16,-1-1 0 16,0-2 1-16,0-2-2 15,-2-3 2-15,2-1-1 16,-2-2-2-16,0 0-1 16,0-3-1-16,0 0 8 15,0-1-3-15,0-6-6 0,0-3 0 16,0-1-6-16,3-2-7 0,2 1 23 15,1-1-3-15,3 3-2 16,1-1 0 0,-1 1 3-16,3 1 1 0,0 3 1 15,3 0 0 1,-1 3 0-16,2 0 0 0,2 3-3 16,-1 0 1-16,1 0-2 0,-3 3 0 15,0 4-1 1,-3 1 2-16,0 2-2 15,-5-1 0-15,-1 2 2 0,-2-1-2 0,-4 3 0 16,0-2-7 0,0-1-26-16,0-3-65 15</inkml:trace>
  <inkml:trace contextRef="#ctx0" brushRef="#br0" timeOffset="23799.55">3103 4439 270 0,'0'0'-1'0,"0"0"2"0,0 0-1 0,0 0 0 31,37 2 0-31,-28-2 2 0,3 0-2 0,-1 0 0 31,-2-2 2-31,0-2-1 0,0 0 1 0,-5-2 3 16,2 2 3 0,-4-3-1-16,2 2 0 0,-4 0-5 0,0-1-2 31,0 2 0-31,0 1-9 16,-8 0 9-16,0 2 0 15,-1 1 1-15,-1 0 3 0,0 1-4 16,3 6 3-16,-1 0-3 15,4 3-1-15,2 0 0 16,2 0 0-16,0 3 0 16,0-2-1-16,5-1 1 0,2-3 0 15,2 2 1-15,2-2 0 16,2-3 7-16,0 2-6 16,3-3-29-16,-2-3-64 15,1 0-58-15</inkml:trace>
  <inkml:trace contextRef="#ctx0" brushRef="#br0" timeOffset="24311.12">3382 4396 234 0,'0'0'37'15,"0"0"-24"-15,0 0-5 16,0 0-7-16,0 0 0 0,0 0-2 15,0 0 1-15,0 0 0 16,0 0 0 0,23 22 0-16,-19-11 0 0,-2-1 0 0,-2 3 2 15,2-2 0 1,0-1 0-16,-1-1 0 16,0-1-1-16,2 0-1 15,-3-3 0-15,0-1 0 0,0-1 1 16,0-3 0-16,0 0-1 15,0 0 3-15,0 0 0 0,0-7 0 16,2-3 0-16,0 1-3 16,0-2 0-16,0-1 1 15,2 0 0 1,0 2-1-16,0 0-1 0,3 2 1 0,-1 1 0 16,1 0 0-1,0 2 2-15,2 1-1 0,-1 4 1 0,4 0-3 31,-1 0 2-31,2 0 0 0,3 0-1 16,-1 6 2-16,-1 1 0 0,-1 3 1 16,1 0-2-16,-3 1-1 0,-6 2-1 31,1 0 1-31,-3-1 0 0,-3 0-11 16,0-4-46-16,0-2-167 0</inkml:trace>
  <inkml:trace contextRef="#ctx0" brushRef="#br0" timeOffset="24922.6">4380 4418 160 0,'0'0'13'0,"0"0"17"0,0 0-12 0,0 0-2 16,0 0 2-1,0 0-5-15,0 0-2 0,0 0 0 16,0 0-4 0,0 0-3-16,48-31-1 0,-35 31-1 0,3 0 0 15,1 0-1 1,2 0-1-16,1 7 0 16,-3 1 0-16,-2 1-1 0,-2 3-1 0,0 0 1 15,-6 1-1-15,-3 1-3 31,-2 0 2-31,-2-1-1 16,-2 1 4-16,-9-1-2 16,-3-2 1-16,-3-2-4 0,-4 1 5 15,1-2-4-15,-3-2-4 16,4-2-28-16,1-4 1 16,3 0-30-16</inkml:trace>
  <inkml:trace contextRef="#ctx0" brushRef="#br0" timeOffset="25308.52">4682 4368 216 0,'0'0'12'0,"0"0"16"16,0 0-10-16,0 0-16 16,0 0 0-16,0 0-1 0,0 0 1 15,0 0 1 1,0 0 1-16,-37-4-4 0,26 14 2 16,-1 1-1-1,3 2 1-15,-1 1 2 16,2 2-3-16,4-2 0 0,-2 0 2 0,5-1-3 15,1-2 1 1,0-1 1-16,0 0-1 0,2-1 2 0,7-4 0 31,3 0 0-31,3-1 5 0,3-2-4 0,2-1-1 16,1-1-18 0,1 0-56-16,-2-4-173 15</inkml:trace>
  <inkml:trace contextRef="#ctx0" brushRef="#br0" timeOffset="25868.5">4794 4706 130 0,'0'0'14'0,"0"0"-7"0,0 0 9 0,0 0-1 0,0 0 4 16,0 0-4-16,0 0 4 15,0 0-1-15,0 0-4 16,0 0-3-16,7 36 2 16,-5-36 0-16,2 0 0 0,1 0-4 15,0-7-3 1,0 1-2-16,1-3 1 0,-1 1-1 16,1-2-2-16,-2 0 0 15,-2 0 0-15,1 3-2 16,0 0 1-16,-3 0 0 0,0 3-1 15,0 2 0 1,0-1-1-16,0 3 3 0,0 0-3 16,0 0-5-16,0 0 7 0,0 6-1 15,0 0 0-15,0 2-1 16,4 1 1-16,0-1-1 16,1-1 0-16,1 0 2 15,-2-1-2-15,4-1 1 0,-2 1 1 16,-1-4-1-16,1-1-1 15,1-1-13 1,0 0-19-16,-3 0-55 0,1-5-96 16</inkml:trace>
  <inkml:trace contextRef="#ctx0" brushRef="#br0" timeOffset="26032.72">4849 4580 319 0,'0'0'5'0,"0"0"-6"0,0 0-24 0,0 0-36 0,0 0 2 31,0 0-45-31</inkml:trace>
  <inkml:trace contextRef="#ctx0" brushRef="#br0" timeOffset="26794.8">4480 4229 180 0,'0'0'32'0,"0"0"-22"0,0 0 8 16,0 0 10-16,0 0-7 15,0 0-6-15,0 0-1 16,0 0-8-16,0 0 0 16,0 0-5-16,2-11 1 0,0 5 0 15,0-1 0-15,0-3 1 16,1 0 3-16,1 0-2 0,-2-1-2 15,0-1 2 1,1 1-4-16,1 1 1 0,1 0-1 16,-1 3 2-16,-3 0-2 15,1 3 0-15,2 0 0 16,-4 1 0-16,2 1 0 0,0 1 0 16,-2 1-2-16,2-2 2 15,-2 2-2 1,2 0 0-16,0 0-1 0,3 0 1 15,0 5-1-15,-2 3-1 0,3 1 3 16,0 2 5-16,3 3-2 16,1 1 1-1,-1 0-1-15,5 2-2 0,5-3 0 16,1-2-20-16,0-4-62 0</inkml:trace>
  <inkml:trace contextRef="#ctx0" brushRef="#br0" timeOffset="27505.5">5251 4424 133 0,'0'0'4'0,"0"0"14"0,0 0 7 0,0 0-6 15,0 0-4 1,44 4 0-16,-33-3-6 0,1-1 5 0,-1 2-2 16,2-1-4-1,-2 2-3-15,0-1-3 0,-1 0-2 16,-2 1 1-1,-1-1-1-15,-1 0-1 16,-3 1-29-16,-1 0-32 16,1 0-12-16,-3-2-39 0</inkml:trace>
  <inkml:trace contextRef="#ctx0" brushRef="#br0" timeOffset="27854.4">5299 4542 191 0,'0'0'34'0,"0"0"-16"0,0 0 3 16,0 0 0-16,0 0-5 16,0 0-14-16,0 0 1 15,0 0-1-15,0 0 1 16,9 5 3-16,-3-4-1 16,2 1 0-16,-1-2 1 0,1 0-3 15,2 2-2-15,-2-1 0 16,1-1-1-16,1 1-8 15,0-1-46-15,-1 0-83 16</inkml:trace>
  <inkml:trace contextRef="#ctx0" brushRef="#br0" timeOffset="29580.22">6598 4095 159 0,'0'0'32'0,"0"0"-5"0,0 0 0 0,0 0-8 0,0 0-8 0,0 0-8 15,0 0 1 1,47-22-1-16,-32 18 4 16,-1 2 4-16,1 2-5 15,0 0 1-15,-2 0-3 16,1 6-3-16,-2 2-1 0,-3 1-1 0,0 1 0 15,-2 2 0-15,-5 0-1 16,-2 1 1 0,0-2-2-16,0 2 3 0,-4-2 1 15,-8-1 1 1,-1 0 0-16,-2-3 0 16,-1 2-4-16,0-4-8 0,3 1-6 15,2-3-11-15,3-2-42 0,4-1-45 0</inkml:trace>
  <inkml:trace contextRef="#ctx0" brushRef="#br0" timeOffset="29911.68">6898 4046 221 0,'0'0'27'0,"0"0"-26"16,0 0 3-16,0 0 2 15,0 0-4-15,-40-5 3 0,33 5-1 16,-3 5 3-16,2 1-2 16,1 3 1-16,-2 3-1 15,2-1 0-15,-2 5-1 16,3-2-1-16,2 3-1 0,-2-3-1 15,6 2 1-15,0-3-1 16,0-2 0-16,0-2-2 16,6-1 2-16,2-1 0 15,5 0 5-15,3-2-2 16,4-1-2-16,0-3-28 16,1-1-60-16</inkml:trace>
  <inkml:trace contextRef="#ctx0" brushRef="#br0" timeOffset="30426.51">6987 4337 180 0,'0'0'5'0,"0"0"14"15,0 0 8-15,0 0-1 16,0 0-4 0,0 0-8-16,0 0 1 0,0 0-5 15,0 0-2 1,31 23 1-16,-27-23-4 0,1 0 1 16,-1 0-1-16,2 0-1 0,0-3 4 15,-2-2-3-15,-2-3-2 16,3 1 0-1,-1 0-1-15,-1-3-1 16,-1 1-1-16,3-2 1 0,-3 4-1 0,0 0 0 16,-2 1 0-1,0 2 0 1,0 1 0-16,0 3 0 0,0 0-2 16,0 0-3-16,0 0-3 15,0 3-2-15,0 5 8 16,2 1 2-16,-1 4 2 15,3-2-3-15,0 2 0 0,0-2 2 16,3 0-1-16,-2-2 0 16,0-2 1-16,3 0 0 15,-2-1-1-15,1-3 0 16,0-2-3-16,0-1-24 16,0 0-22-16,-1-4-84 0</inkml:trace>
  <inkml:trace contextRef="#ctx0" brushRef="#br0" timeOffset="30619.33">7021 4150 316 0,'0'0'24'0,"0"0"-23"0,0 0 0 0,0 0-2 0,0 0-4 15,0 0-33-15,0 0-4 16,0 0-78 0</inkml:trace>
  <inkml:trace contextRef="#ctx0" brushRef="#br0" timeOffset="31011.75">7302 4124 88 0,'0'0'133'0,"0"0"-115"0,0 0 7 16,0 0-3 0,0 0 5-16,0 0-18 0,0 0-1 15,0 0-5-15,0 0 2 16,50 0-2-16,-31 0 1 0,3 0-2 15,3 0-1 1,-2 0-1-16,2 0 0 0,-4 0-23 16,2 0-47-16,-4 0-108 15</inkml:trace>
  <inkml:trace contextRef="#ctx0" brushRef="#br0" timeOffset="31945.75">7756 4245 135 0,'0'0'2'0,"0"0"27"0,0 0 3 16,0 0-9-16,0 0 5 15,0 0-10 1,0 0-7-16,0 0-4 16,0 0-1-16,33 3 0 15,-24-5-1-15,-1-2 1 0,2-2 1 16,-1-1-1-16,1-1 0 15,-2-2 4-15,-3 1 4 16,3-5-2-16,-4 0-5 0,4-3 0 16,-4 0-2-1,-2-2 3-15,3-2-2 16,-3 1-3-16,-2-3-2 0,0 3 1 16,0 0-4-16,0 3 2 15,0 3-1-15,0 3 3 16,0 2 3-16,0 2-5 15,-2 3 1-15,2 1 1 0,-2 0 1 16,1 2-4-16,1 1-2 16,0 0-9-16,0 0-24 15,0 1 24-15,0 7 9 16,0 1 2-16,0 4 1 0,0 0-3 16,0 1 2-16,0 3 2 15,1-1-1-15,3-1 1 16,0 1-2-16,1-2 1 15,4-2-1-15,-2-1 1 0,1-4-2 16,1 2 3-16,0-4 1 16,0-2-1-1,0-3 2-15,0 0 0 0,0 0 3 16,0 0-1-16,3-7-1 16,-4-3 0-16,1 3-1 15,0-4-1-15,0-1 2 0,0 1-3 16,-1-3 0-16,2 1 0 15,-3 1 0-15,0-3-1 16,-1 3 0-16,-2 1 1 16,0 1-1-16,-2 3 0 0,0-3 0 15,-2 5-1 1,0 2 2-16,0-1 1 16,0 2-1-16,0-1-2 0,0 0 2 15,0 3 0-15,0-1 0 16,0 1 3-16,0 0-4 15,-1 0-8-15,0 1 4 16,-1 7 0-16,2 1 1 0,0 4 2 16,0-1 0-16,0 2 1 0,0 0 1 15,6 1 0-15,3-3 2 16,1 3-2 0,2-2-1-16,1 0 1 0,3-4-26 15,-1-2-54-15</inkml:trace>
  <inkml:trace contextRef="#ctx0" brushRef="#br0" timeOffset="33218.04">6274 4539 87 0,'0'0'2'0,"2"0"1"0,-2 0 1 0,1 0 2 15,0 0 2 1,4 0-1-16,-3-2 4 16,2 1 10-16,-1 1-5 0,2-2-2 0,-1 2-5 31,0-2 1-31,1 1-7 0,-1 0 4 15,1 1-1-15,4 0 1 0,0 0-4 16,-1-1-2 0,6-1 2-16,-1 2 0 0,0-1 4 15,4 0-1-15,1-1 2 16,-1 2-3 0,-1-1-1-16,0-1-1 15,4 1-2-15,-3 1 0 0,1 0 1 16,-3 0-2-16,4-1 1 15,-1 1-1-15,0-1 1 16,2 1 1-16,0-1 3 16,2 1-2-16,-1-3-2 0,3 3 2 15,-4-1-3-15,3-1 1 16,1 2-1-16,-1 0 1 16,0 0-1-16,4 0 0 15,-2 0 2-15,2 0-2 0,0-1 0 16,0 1 1-16,2-2-1 15,0 1 0-15,-3-2 0 16,4 2 1-16,0-2 0 0,0 1 0 16,1-2 1-16,2 3 1 15,2-2 1-15,-2 0-2 16,1 3-1 0,-1-2-1-16,1-1 1 0,-1 1-1 15,0-1 1-15,-1 0-1 0,1-1-1 16,0 3 2-1,1-1-1-15,-1-1 0 0,4-1 0 16,-3 3 1-16,1-1-1 16,1 1 1-16,-1-2-1 15,-1 0 1-15,1 2 0 0,0-1 0 16,-2 0 0 0,-1 0 3-16,1-1 0 0,-2 1 0 0,1 0-2 15,-1-1 2 1,2 2-3-16,-4-1 0 15,-2 0 1-15,0 0 3 0,-1-1 1 0,-1 0 1 32,-3 1 0-32,3-1 1 0,-3 1-3 0,1 1 0 15,-1 0-2 1,-1 0-1-16,-4 1-1 0,-1 0-2 0,-3 0 2 31,-2 0-2-31,-3 0 0 16,-2 0-3-16,-6 0-43 15,0 0-98-15</inkml:trace>
  <inkml:trace contextRef="#ctx0" brushRef="#br0" timeOffset="34973.53">6283 5155 190 0,'2'3'3'0,"2"0"7"0,2 2 8 0,-2 2-5 31,2-1 0-31,1 4-1 16,-3-1-3-16,1 2-2 16,2 0-2-16,-2-2-3 0,1 1-1 15,0-2-1-15,-1 0 1 16,-1-3 0-16,1 2 0 16,-3-4 2-16,1 0 0 15,-1-2-2-15,0-1 1 16,0 0-4-16,-2 0 3 0,2 0 6 15,-1-1 4-15,1-6-3 16,0-2-5-16,0-1-1 16,-2-5 3-16,2 0-3 15,-2-3 0-15,0-2-1 16,0-2-1-16,2-1 2 0,-2-3-2 16,2-1 1-16,-2-1-2 15,1 0 1-15,-1 0-1 16,2 3 2-16,-1 2 0 15,0 2 0-15,2 2 1 0,-1 3-2 16,0 1 1-16,0 1-1 16,0 2 0-16,1 1 0 15,1 1-2-15,0 2 3 16,-2-1-3-16,4 1 2 16,-4 1 0-16,0 1-1 0,2 0 2 15,-3 0-1-15,3 2 0 16,-2 0 0-16,2-1-2 15,-1 1 0-15,1 0 1 16,3 1-2-16,-4 1-2 0,1-1 4 16,0-2 0-1,0 3 1-15,-3-1-1 16,0-1 2-16,1 2-1 0,1-2 0 0,-3 4 0 16,2 0 1-16,1-2-1 15,-1 2-2-15,0-1 2 16,3 1 0-1,-1-2-2-15,1 1 1 0,1 1 2 0,2-1-1 16,0 1 0-16,-2-2-1 16,3 2 2-1,1 0-3-15,0-1 1 0,2-1-5 0,2 0 6 32,1 0 1-32,3 0-1 0,-1 0-3 15,1 0 6-15,1 1-4 16,0-2 2-16,1 2 2 0,1-2-3 0,-1 3 1 15,2-3-1-15,1 0 0 16,1 2 0-16,1-2 0 16,1 0-1-16,-1 2 2 15,2-1-2-15,0 1 1 16,0 1 0 0,-1-1-4-16,1-1 5 15,2 2 1-15,-2-1-4 16,0-1 5-16,2 2-3 15,-2-1 0-15,2 0 1 16,-2-1-1-16,2 2-1 0,-3 0 2 16,1-1-2-16,0 0 2 15,2 0-1-15,-2 1 0 16,2-1 0-16,-2 1 0 16,0-2 0-16,2 1 0 0,-3 0 0 15,1-2 0-15,0 3-1 16,0-3 1-16,0 2 0 15,0-1 1-15,0-1-2 16,0 3 2-16,2-3-1 0,-1 3 0 16,1-3 0-16,0 2 0 15,0-2 0-15,-2 2 0 16,0-1 0-16,2-1 0 16,-4 2 1-16,2-2 0 15,-3 3 0-15,0-1 1 0,-1-2-3 16,0 3 1-1,-2-2 2-15,2 1-1 0,-4 0 2 16,0 1 2-16,2-2-3 0,-1 2-1 16,-3-1 1-16,0 1 0 15,0 0-1-15,1-1 1 16,-5-1 0-16,1 2 0 16,-1 0-2-16,-3 0 0 15,0 0 1-15,-1 0-1 0,-5 0 0 16,0 0-2-16,-3 3-19 15,-1-3-58-15</inkml:trace>
  <inkml:trace contextRef="#ctx0" brushRef="#br0" timeOffset="36222.4">6868 5080 119 0,'0'1'65'0,"1"-1"-53"0,1 0-10 0,0 3 1 0,-2 0 4 16,0 1 2-16,0 0-3 15,0 3 0-15,0-2-1 16,-4 1 0-16,3 1 0 15,-1-2 1-15,0 2-2 0,0-2-1 16,-3 0-1-16,3 1 0 16,-2-2-5-16,-1-2 3 15,-2-1-1 1,3 3 9-16,-2-4-6 16,-1 0 3-16,-2 0-1 0,4 0-3 0,-3 0 0 15,3 0 1-15,-2 0-1 16,2-2 1-1,-1-1-2-15,1-2 1 0,1 1 0 16,-3-2-1-16,3 1 0 0,-1-4 0 16,0 4-6-16,2-4-1 15,2 2 2-15,-1 0 3 0,2 0-2 32,0 1-1-32,0 0-1 0,0 1 5 0,0-1 4 31,4 2-4-31,3 0-1 0,2-1 6 0,2 1-3 15,-2 2-2-15,5 0 2 0,-3-1 1 16,3 1 1-16,-1 0 2 31,-3-1 0-31,3 1 1 16,-1 2-1-16,-3-2-1 16,3 2 0-16,-2-1-1 0,3 0 1 15,-1 1-1-15,1 0 1 16,1 0 2-16,0-1-1 15,0 1-1-15,-1 0-1 16,0-2 0-16,-2 2 0 16,-2-1 1-16,0-1-1 0,-2 1-1 15,-1 1 0-15,-1-3-2 16,-1 3 2-16,-2 0-1 16,-2-3 1-16,2 3 0 0,-2 0-1 15,0-1-1-15,1-1-5 16,0 1-22-16,0-2-47 15,1-2-94-15</inkml:trace>
  <inkml:trace contextRef="#ctx0" brushRef="#br0" timeOffset="36847.58">7184 4894 106 0,'0'0'14'0,"0"0"12"0,0 0 12 0,0 0 0 16,0 0-20-16,0 0-13 0,0 0-1 15,0 0 1 1,0 0 3-16,0 0 1 15,0 0 1-15,0 0 2 16,-9-23-6-16,9 19-4 16,0-2-4-16,0 2 1 0,4-1 5 0,1 1 0 15,4 0-4-15,-2 1 0 16,3 2-1 0,0 0 1-16,-1 1-1 15,1 0 1-15,-1 0-1 16,-1 1 1-16,0 6-2 15,-6 1-1-15,0 1 0 0,-1 2-2 16,-1 1-1-16,0 1 5 16,0 1 1-16,-2-3 1 15,-1 3-2-15,-3-4 2 16,2-1-4-16,1-3 5 16,-2 0-5-16,1-3 6 0,3 0-3 15,0-2 2-15,1-1 2 16,0 0 2-16,0 0 3 15,0 0-2-15,2 0 2 16,4-1-5-16,0-2-1 16,0 0 0-16,0 1-2 0,3 0 0 15,0-1 0-15,0 2 0 16,0-1 2-16,3 1-1 16,-3 1 0-16,1 0 2 0,0 0-4 15,-4 0 0-15,3 0-1 16,-4 0-1-16,1 0-9 15,-1 0-42-15,-1 0-112 16</inkml:trace>
  <inkml:trace contextRef="#ctx0" brushRef="#br0" timeOffset="37352.26">7620 5064 142 0,'0'0'34'0,"0"0"-9"0,0 0 6 0,0 0-5 0,0 0-7 16,0 0-4-16,40 0-4 15,-29 0-3-15,1 0-3 16,1 0 2-16,1 0 1 0,3 0-1 16,-1 0-1-16,1 0 1 15,0 0-3-15,-1 0-2 16,1 0-2-16,-2 0 0 16,-3 0 2-16,-2 0-2 15,-1 0 0-15,-2 0-2 0,0 0-2 16,-4 0-12-16,-1 0-8 15,-2-1-17-15,0-3-77 16</inkml:trace>
  <inkml:trace contextRef="#ctx0" brushRef="#br0" timeOffset="37701.29">7758 4968 109 0,'0'0'38'16,"0"0"-33"-16,0 0 1 15,0 0 16-15,0 0 7 16,0 0-6-16,0 0-1 0,0 38-7 15,0-24-5-15,0-2 0 16,2 3-5 0,0-2 0-16,0 4 1 15,0-3-3-15,1-1-1 0,-1-3-1 16,1 4 0-16,-1-5 0 0,-1-1 1 16,1-1-1-1,2-2 0-15,-2-1-3 0,2-4-33 0,-1 0-113 31</inkml:trace>
  <inkml:trace contextRef="#ctx0" brushRef="#br0" timeOffset="38406.08">8290 4898 150 0,'0'0'16'0,"0"0"7"0,0 0 7 0,0 0-7 15,0 0-1-15,0 0-9 16,0 0-1-16,0 0-4 0,0 0 0 16,16-31-2-16,-18 28-5 15,-2 3-2-15,-2 0 2 16,0 0 4-16,-1 0-9 0,-2 0 7 15,-2 0 2 1,2 0-6-16,-2 4 2 16,0 2-1-16,1 1 0 0,2 0 0 15,-4 3 0-15,2 1-1 16,1 1 1-16,-1 2-1 16,0-1 1-16,5 0-1 15,-1-1-1-15,4 1 1 0,1 0-3 16,1-2 4-16,0 1-2 15,0-2 2-15,0 1-3 16,1-1 4-16,7-3 1 0,-3 1-2 16,3 1 6-1,0-5 0-15,0 2-3 0,1-2 4 16,0-2 1-16,2 0 0 16,0 0 5-16,-3-1-6 0,3-1-2 15,-1 0-1-15,-1 0-2 16,0 0-1-1,-2 0 0-15,-1 0-1 16,-2 0 1-16,4 0-1 0,-5 0 0 0,1 0-1 16,0 0-11-1,-2 0-23-15,0-5-19 0,-2-1-92 16</inkml:trace>
  <inkml:trace contextRef="#ctx0" brushRef="#br0" timeOffset="38642.78">8189 4996 267 0,'0'0'7'0,"0"0"-10"0,0 0 8 16,0 0-2-16,0 0 4 15,0 0-2-15,38 0-2 0,-24 0 0 16,3 0-3-16,0 0 1 16,2 0-7-16,-3 0-64 0,0 0-94 0</inkml:trace>
  <inkml:trace contextRef="#ctx0" brushRef="#br0" timeOffset="39389.68">8452 5213 177 0,'0'0'16'0,"0"0"-22"0,0 0 10 16,0 0 24-16,0 0 12 16,0 0-20-16,0 0-5 15,0 0-2-15,0 0 1 0,0 3-2 16,0-3-8 0,4 0-1-16,-2 0-1 15,0-4 1-15,0 0 1 0,2-1 0 0,-1 0 0 16,1-2-1-1,-2 0 0-15,0-2-2 0,-1 2 0 16,0-3-1 0,2 1 1-16,0 2-1 0,-3-1-2 0,2 2 1 31,-2 2-3-31,0 1 2 0,0 0-1 16,0 2 2-16,0-2-1 0,0 3 1 0,0 0-1 31,0 0 2-31,0 0-2 15,0 0-6-15,0 0 6 16,0 7 2-16,0-1-2 16,0 1 1-16,0 0 1 0,2 1-1 0,1 1 0 0,3-1 0 31,-2-1 2-31,0-1 0 16,4 1 2-16,-3-1 0 15,1-2 1-15,0-1 0 16,1 1-2-16,0-3 0 0,-1 0 0 15,1-1 0-15,-2 0 0 16,1 0-1-16,-1 0-1 16,2 0-19-16,-1-2-7 15,-3-5-32-15,1-2-90 16</inkml:trace>
  <inkml:trace contextRef="#ctx0" brushRef="#br0" timeOffset="39774.26">8505 4993 199 0,'0'0'42'0,"0"0"-11"0,0 0-5 0,0 0 7 15,0 0-4-15,0 0-8 16,0 0-6-16,0 0-12 0,0 0-4 16,0 0-7-1,0 0-45-15,0 0-53 0</inkml:trace>
  <inkml:trace contextRef="#ctx0" brushRef="#br0" timeOffset="45969.04">10440 4125 128 0,'0'0'27'0,"0"0"-11"0,0 2-16 16,0-1-3-16,-5 2 22 0,1 0-8 0,-2 0-6 15,-4 0 2 1,1-1-2-16,1 1 7 0,-2-3 4 0,1 0-5 31,1 0-7-31,0 0 2 16,2 0-6-16,1 0 2 0,4 0-1 15,0-5 0-15,1-3-2 16,0 1 1-16,3 0 1 0,6 0-2 0,0-1 12 31,2 0-10-31,1 0 1 16,-1 5-2-16,1-4 1 16,-2 0 0-16,-1 4-1 0,-1 2 1 15,-1-1-1-15,0 2 0 16,-3 0 0-16,1 2-1 15,-3 5 1-15,1 2-2 16,-3 2 1-16,1 0 0 0,-1-1 1 16,0 5 0-16,1-3 2 15,0-1-2-15,2-1 0 16,4-1-1-16,-2-2 1 16,5-1 2-16,1-2 5 15,3-1-3-15,2-2 0 0,6-1-2 16,-2 0 1-16,0 0-1 15,1 0-1-15,3 0-1 0,-6-7 1 16,2 1 1-16,-4-1-1 16,-3-3 1-16,-2 0 2 15,-3-1-1-15,0 0 0 16,-6-2 0-16,0 0-2 16,-2 0 0-16,0 3 0 15,0-1 2-15,0 4-3 16,-2 1 0-16,0 2 0 0,-2 1 0 15,1 2 1-15,1 1 1 16,2 0-2-16,-2 0 0 16,-1 0 0-16,3 0-1 0,-2 3-1 15,2 2 2-15,0 2-4 16,0 3 3 0,0 0 0-16,0-1-1 0,0 2 2 0,0 2 0 15,2 1 0 1,3 0 0-16,-2-1 0 0,1 1 0 15,0-1 0-15,-2 1 0 0,0 1-1 32,-1 0 1-32,-1 1 1 0,0-1-2 15,0 2 1-15,0-3-1 16,0 1 2-16,-3-2-1 0,-3-1 0 16,2-2 0-1,-1-1-1-15,-2 1 1 0,2-3-1 0,-3 0 2 16,-1-3 0-16,-1-1 3 15,-2-2 2-15,-2-1 1 16,0 0 3 0,0 0-1-16,0-1 2 15,2-3-3-15,0-2-2 0,4-1-3 0,-1 0 1 16,3 0-2 0,-2 1-2-16,4-1 1 15,-2 4-12-15,4-3-10 0,2 4-12 0,0 0-22 31,0 1-132-31</inkml:trace>
  <inkml:trace contextRef="#ctx0" brushRef="#br0" timeOffset="46751.13">10840 4573 167 0,'0'1'19'0,"2"2"-19"0,0-3 10 0,-2 1 9 32,1 1 0-32,1-2 3 0,0 1-3 0,0-1-8 15,3 0 4-15,-3 0-3 16,2 0 1 0,1 0 1-16,-1 0-3 15,3-1-6-15,-3-5 5 16,2 1 1-16,0-1-2 15,-2-1 1-15,-1-2-5 16,1-1 1-16,-2 3-3 0,0-4-1 16,0 4-1-16,-2-2 0 15,1 1-1-15,-1 2-1 16,0 1-2-16,0 1 1 16,0 3 0-16,0-2-2 15,0 3-1-15,0 0-3 0,0 0-3 16,0 0 0-16,0 0 11 15,0 6 0-15,0 1-1 16,3 1 0-16,-2 1 2 0,1 1-2 16,3 0 1-16,-3 0-2 15,2 0 2-15,1 0-2 16,1-2 2-16,-2-1-1 16,4-1 0-16,-3 1 2 15,3-4-1-15,-3 3 0 16,4-5 1-16,-3 3 1 0,1-4-2 15,0 0-3-15,2 0-17 16,-5 0-15-16,3-5-29 16,-3-4-89-16</inkml:trace>
  <inkml:trace contextRef="#ctx0" brushRef="#br0" timeOffset="47146.55">10905 4391 284 0,'0'0'19'0,"0"0"4"0,0 0 14 0,0 0-7 15,0 0-13 1,0 0-9-16,0 0-3 0,0 0-5 16,0 0 0-16,0 0-20 15,0 0-53-15,0 0-56 16</inkml:trace>
  <inkml:trace contextRef="#ctx0" brushRef="#br0" timeOffset="49952.67">11357 4145 63 0,'0'1'15'0,"0"-1"-11"0,0 0 8 16,0 0 11-16,0 0 4 16,0 0-8-16,0 0 5 15,0 0 5-15,4 0-7 16,-2 0-15-16,2 0 0 15,-1 0-2-15,4 0 2 0,-1 0-3 16,1 0-1-16,0 0 0 16,4 2-1-16,-2-2-2 0,2 2 0 15,0 0 0-15,2-2-1 16,1 1 0-16,2 0-3 16,-1 0 2-16,-1-1-12 15,-2 2-11-15,0-1-25 16,-1-1-18-16</inkml:trace>
  <inkml:trace contextRef="#ctx0" brushRef="#br0" timeOffset="50414.49">11412 4287 124 0,'0'0'9'0,"0"0"8"0,0 0 9 0,0 0-2 32,0 0-3-32,0 0-3 15,0 0-3-15,0 0-1 16,0 0-4-16,39 0-3 0,-29 0 0 15,0 0-1-15,0 0 2 16,1 2-3-16,2-2 1 16,-1 2-4-16,2 0-2 15,-3 1 1-15,2 0-1 16,1-2-3-16,-7-1-26 0,-1 0-86 16</inkml:trace>
  <inkml:trace contextRef="#ctx0" brushRef="#br0" timeOffset="52883.13">11891 4086 111 0,'3'0'4'0,"3"-2"4"0,-1 0 13 16,3 0-3-16,-4 0 4 15,3 1-8-15,0 1 2 16,2-3-3-16,-2 3 0 15,3 0 0-15,2 0-2 0,-1 0-6 16,0 0-3-16,0 0 1 16,0 3-1-16,1 2-1 15,-1 2 0-15,-2 0-1 16,3 4 3-16,-1 0-4 0,-1 5 1 16,-1-2-1-16,0 2 2 15,0 5-2-15,-5-4 0 16,-1 3 1-16,2-3 1 15,-5 1-1-15,0-1 0 16,0-1 2-16,0-3-2 16,0 1-1-16,0-4 1 0,-3-1 1 15,1-2 0-15,1-2-2 16,0-1-1-16,1-2 4 0,-1-1-1 16,1-1 0-16,0 1 0 15,0-1 0-15,0 0 0 16,0 0 2-16,0 0 0 15,0 0 7-15,0-3-7 16,0-2-1-16,0-2 0 0,0-3-1 16,0 0 0-16,0-2-1 15,0-1 1-15,1-3-1 16,2-1 1-16,3-1-2 0,-4-2 2 16,1 1 2-16,0-2-4 15,2 2 2-15,-1 1 0 16,0-2 0-16,1-1 1 15,1 4 1 1,0-3 1-16,0 3 1 16,-3 1 1-16,3-2 2 0,-1 4-5 15,-1-2-1-15,1 3-2 0,-1 0 1 16,-1 2-1-16,1 1 1 16,0 0 1-16,-2 3-1 15,0 0 2-15,-2 1 1 0,1 2-4 16,-1-1 1-16,0 0 0 15,2 1-1 1,-1 0 0-16,-1-1 1 16,1 1-1-16,0 1 0 0,1 0 0 15,-2 1 1-15,0 0-3 0,0 2 2 16,0-1-1 0,0 0 1-16,0 1 0 15,0 0 1-15,0 0 0 0,0 0-3 0,0 0 2 31,0 0 0-31,0 0-1 0,0 0-2 0,0 0 0 16,0 0 3 0,0 2-2-16,0 4 0 15,0 1 2-15,2 0-1 16,-2 3 2-16,2 0-1 16,0 0-1-16,0 1 1 15,1 2 1-15,1-2-1 0,0-1-1 16,0 3 3-16,2-3-2 15,-4 3 0-15,1-2 0 16,1 2 1-16,0-2-1 16,0 2-1-16,-1-2-22 0,3-3-49 15</inkml:trace>
  <inkml:trace contextRef="#ctx0" brushRef="#br0" timeOffset="53527.79">12632 4129 132 0,'5'0'58'0,"2"-2"-49"0,-2-1 11 0,3 0 4 16,1 0-3-1,1 2-7-15,0-2-3 0,1 3 2 16,1 0-3-1,-3 0-1-15,1 0-5 0,-2 6-4 0,-2 1 0 16,-1 1-2 0,1 2 3-16,-4 0-2 0,-1 3 1 0,-1-2-1 31,0 2 1-31,0-2 0 16,0 2 2-16,-5-4-5 0,-3 0 4 0,1-1-1 15,-3-2 1 1,0-1 0-16,-1-2 5 15,1 1-9-15,-1-1 6 0,0 0-2 0,1-2-6 32,2 1-12-32,2-2-2 15,1 0-10-15,3 0-26 16,2 0-37-16</inkml:trace>
  <inkml:trace contextRef="#ctx0" brushRef="#br0" timeOffset="53996.02">12912 4121 113 0,'0'0'4'0,"0"0"36"0,0 0-11 0,0 0-12 0,0 0-2 16,0 0-5 0,0 0-2-16,0 0 0 0,0 0-5 15,-18-15-3-15,12 15 2 16,-2 0 0-16,-1 5 0 0,3 1 1 16,-4 1 0-16,2 3-1 15,-1 0 1-15,1 1-3 16,-2-2 1-1,3 6 1-15,3-5-1 0,0 0-1 16,0 2 4-16,2-4-5 0,2 3 4 16,0-3-1-16,0 0 2 15,0-2 1-15,6-2 3 16,1 1 7-16,1 0 1 16,4-2-3-16,-3 0-3 0,2-2-4 15,2 2 0 1,0-2-2-16,-1 2-4 15,-1-1 0-15,0 0 0 0,1 0-17 16,-1-1-28 0,-1-1-47-16,-2 0-109 15</inkml:trace>
  <inkml:trace contextRef="#ctx0" brushRef="#br0" timeOffset="54579.7">13022 4449 137 0,'0'0'12'0,"0"0"-2"16,0 0 24-16,0 0-2 0,0 0 0 15,0 0-9-15,0 0-6 16,0 0-1-16,40-21-2 16,-31 12-3-16,-4 1-1 15,3-1-1-15,-4 2-1 0,1-3-4 16,-1 2-2-16,0-1 1 15,-2 2-2-15,0-1 0 16,-1 1-1-16,0 2 1 0,-1 1 0 16,0 1-1-1,0 0-1-15,0 3 1 0,0 0-1 16,0 0-4-16,0 0 0 16,-1 0 6-16,0 3 0 15,0 4-2-15,0 0 0 16,1 2-1-16,0 1 1 15,0-2 1-15,0 1-2 16,0-1 1-16,6-1-2 16,-2 1 3-16,-1-4 0 0,5 1 0 0,-4 0 4 15,4-3-2 1,-3 0 0-16,3 1-2 0,-1-2 1 16,2-1-4-1,-2 0-19-15,3 0-7 16,-5 0-19-16,2-6-62 0</inkml:trace>
  <inkml:trace contextRef="#ctx0" brushRef="#br0" timeOffset="54794.57">13113 4272 227 0,'0'0'23'0,"0"0"-3"0,0 0-4 0,0 0-13 0,0 0-8 16,0 0-11-16,0 0-50 16,0 0-124-16</inkml:trace>
  <inkml:trace contextRef="#ctx0" brushRef="#br0" timeOffset="55442.45">12788 3953 214 0,'0'0'36'0,"0"0"-19"16,0 0 8-16,0 0 0 16,0 0-10-16,0 0-5 0,0 0 0 15,0 0-3 1,0 0-1-16,15-8 0 15,-11 4-2-15,-2-2-2 0,0-1 1 16,-1 0 0-16,2-2 1 0,0-2-1 16,-1 0-1-1,0-2-1-15,1 2 0 16,0-1-1-16,-1 2 2 16,0 0-2-16,0 3 0 0,0 0 0 0,-2 3 0 15,2 1 0-15,-1 1 1 0,0 0-2 31,0 0 1-31,-1 2 0 16,2 0 0-16,0 0-2 16,2 0 1-16,-1 0 0 15,2 6-2-15,3 2-2 0,-1 5 3 16,1-1 4-16,4 3-2 16,-1 1 1-16,5 1-1 15,-3-3-33-15,3-4-36 0</inkml:trace>
  <inkml:trace contextRef="#ctx0" brushRef="#br0" timeOffset="56028.41">13417 4191 202 0,'0'0'29'0,"0"0"4"0,0 0-18 0,0 0-2 16,0 0-6-16,0 0 1 0,0 0-2 0,38-2 0 0,-29 2 1 15,4 0-1-15,0 0 2 32,2 0 1-32,0 0-4 15,1 0 0-15,-3 0-1 16,1 0-3-16,-3 0 1 0,0 0-1 15,0 0 0-15,-2 0-1 16,-5 0 1-16,0 0 0 16,-1 0-5-16,-1 0-17 15,-2 0-17-15,0 0-46 16,0 0-83-16</inkml:trace>
  <inkml:trace contextRef="#ctx0" brushRef="#br0" timeOffset="56387.87">13509 4141 174 0,'0'0'50'0,"0"0"-30"0,0 0 3 16,0 0-2-16,0 0-15 15,0 0 3 1,0 0 0-16,0 0-1 0,7 38-1 0,-1-25 0 15,-2 1-5 1,0-1-1-16,2 3 0 16,-2-2 0-16,-1 0-2 0,-1-3-24 0,-1-3-66 31</inkml:trace>
  <inkml:trace contextRef="#ctx0" brushRef="#br0" timeOffset="56935.79">13842 4010 200 0,'0'0'26'0,"0"0"13"16,0 0-23-16,0 0 2 0,0 0-13 15,0 0-6-15,0 0 3 0,0 0 1 16,4 44-2-16,-2-21 2 16,-1 4 2-16,1 6-1 15,0 1-1-15,-2 4-2 16,2 1 0-16,-2-1 0 15,0-1-1-15,0-5 0 0,1-2 0 16,1-1 0 0,-1-7 3-16,0 0-3 0,0-5-3 15,0-2 6-15,-1-2-3 0,0-3 0 16,0-1-3-16,0-4-19 16,0-5-47-16,0 0-97 15</inkml:trace>
  <inkml:trace contextRef="#ctx0" brushRef="#br0" timeOffset="57924.63">13895 4027 106 0,'0'0'14'0,"0"0"7"0,0 0 1 0,0 0-5 31,0 0 6-31,0 0 1 16,0 0-7-16,0 0-2 16,0 0-3-16,0 0 0 15,29-21-1-15,-15 18-1 0,-1 3-3 16,1-1 2-16,2 1 2 15,0 0-2-15,-1 0-2 16,0 0-3-16,-2 0-2 16,-3 1-1-16,-1 3-2 0,-3 2 0 15,-2 0-1-15,-1 2 0 16,-3 1 1-16,0-2-1 16,0 3-2-16,-4 0-1 15,-3 0 5-15,-5-2 1 0,2 0-1 16,-3-1 1-16,3-1-1 15,-1-1 0-15,1-1 1 16,2-1 0-16,2-3 0 16,3 3-2-16,1-2-3 0,2-1 3 15,0 0 0 1,0 0-1-16,0 0-4 0,0 0 2 0,2 0 3 16,4 0 1-1,4 0 0-15,-1 0-1 0,1 0 2 16,0 0-1-16,4 0 0 15,-2 2 1-15,2 1-1 16,-3-1 1 0,0 1 2-16,-1 0 1 0,-1 3-3 15,-1-2 0-15,0 3 1 16,-4-2-1-16,0 3-1 16,0-1 0-16,-2 0 0 0,-1 0 1 0,0 2 0 15,-1-2-1-15,0 0 0 0,0 0-2 31,0 0 2-31,-4 0-3 16,-2-1 4-16,-4 1 2 16,-1-3-2-16,-1 1 2 15,0-1-3-15,0-3 2 16,2 1-3-16,-4-2 5 0,3 1-2 16,-1-1 4-16,2 0-5 15,1 0 1-15,0 0-1 16,1 0 1-16,2 0-1 15,2 0 0-15,-2 0-1 0,4 0 0 16,1 0 0-16,1 0-1 16,0 0 1-16,0 0-1 15,0 0-3-15,0 0-1 16,0 0-12-16,0 3-11 0,5-2-25 16,1-1-99-16</inkml:trace>
  <inkml:trace contextRef="#ctx0" brushRef="#br0" timeOffset="62999.9">1927 6118 92 0,'-2'0'8'0,"0"0"9"0,2-1 0 16,0-1-7-16,0-2-5 16,0 2 4-16,0-2 3 0,0 1 2 15,0 0 12-15,0-1 1 16,0 3-8-16,0-2-4 15,0 3-5-15,0 0 0 16,0 0-4-16,0 0-1 16,0 0-5-16,-3 0-1 0,3 4 2 15,0 6 2-15,-2 2 3 16,2 3-2-16,0 2-1 16,0 2-2-16,0 1-1 15,0-1-3-15,0 3 6 0,0-2-2 16,0 1-1-16,0-3 0 15,0 0 0-15,0 0 1 16,-2-4-11-16,1-2-22 16,-3-1-57-16</inkml:trace>
  <inkml:trace contextRef="#ctx0" brushRef="#br0" timeOffset="63324.99">1902 6110 237 0,'0'0'8'0,"0"0"4"0,0 0 6 0,0 0-5 31,0 0 3-31,0 0-2 0,0 0-8 15,0 0 1-15,0 0 1 16,28-26-1-16,-15 20-3 16,5 2 0-16,-1 0 2 0,3-1-3 0,-1 1-2 31,-2 3 0-31,1-2-1 0,-3 3-1 0,-1 0-15 16,-3 0-12-1,-2 0-10-15,-5 0-57 0,-1 4-41 0</inkml:trace>
  <inkml:trace contextRef="#ctx0" brushRef="#br0" timeOffset="63512.7">1982 6198 206 0,'0'0'61'0,"0"0"-70"16,0 0 8-16,0 0 9 15,0 0 5-15,0 0-9 16,43 7 0-16,-25-7-2 16,0 0-21-16,2-2-68 15,0-1-81-15</inkml:trace>
  <inkml:trace contextRef="#ctx0" brushRef="#br0" timeOffset="63900.92">2261 6163 213 0,'0'0'5'0,"0"0"-5"0,0 0 0 15,0 0 3-15,-30 47 0 16,30-32 1-16,0-1-1 16,0 0 4-16,0 0 3 15,9-4 1-15,2 1-2 0,-1-5-2 16,4-2 6-16,0-2-4 15,4-2-4-15,-2 0 4 16,-1 0-3-16,1-3 1 16,-1-5-4-16,-4-1 3 15,1 0 0-15,-6-2 4 16,-1 0-2-16,-1-2 1 16,-4 2 2-16,0-2-1 0,0 0-5 15,-4 2-4 1,-5 2-1-16,-1 1 4 0,0 2-4 0,-3 3-3 15,1 2 6-15,1 1-4 16,2 0-8 0,0 2-7-16,4 3-10 15,3 2-11-15,2 0-15 16,0-3-60-16</inkml:trace>
  <inkml:trace contextRef="#ctx0" brushRef="#br0" timeOffset="64320.75">2492 6186 288 0,'0'0'19'0,"0"0"-20"0,0 0 0 0,0 0 3 15,0 0 2 1,0 0 1-16,40-7-4 0,-28 7 2 15,-3 0-1-15,0 0 3 0,4 6-2 16,-2 1-1 0,0 0-3-16,-1 3 4 0,0-1-3 15,-3 0 0-15,0 0 1 16,0 1-2 0,-5-3 1-16,0-1 0 0,-2-1-2 15,0-2-4-15,0 0 1 16,0-3 7-16,0 0-1 15,0 0 9-15,0 0 0 16,-2-3 6-16,0-4 4 0,2-1-6 16,0-3 3-16,0 0-4 15,0-2-4-15,2-1 2 16,3 1-5-16,3 1-2 16,2 0-8-16,3 1-1 0,3 2-49 15,-1 1-20-15,1-2-95 16</inkml:trace>
  <inkml:trace contextRef="#ctx0" brushRef="#br0" timeOffset="64939.77">3349 6193 248 0,'0'0'8'0,"0"0"-10"0,0 0 10 0,0 0-1 16,0 0 3-16,0 0-3 16,0 0 0-1,39 3-2-15,-34-3 2 0,-1-4-1 0,2 0 3 31,-2-1 1-31,0-2-5 0,-2 1-1 0,-2-1-1 16,0 0 1-16,0 3-2 0,0-2-1 31,-4 2-3-31,-3 3-3 0,-2-1 9 0,0 2-11 16,-2 0 12 0,-2 0-7-16,1 3 5 15,-2 4-2-15,4 3 0 0,-1-1-1 0,1 4-1 31,6-1-1-31,2 1-2 16,2 1 2-16,0 0 1 16,0-2-2-16,8-1 0 0,4 2 3 15,-1-4 3-15,3 0-4 16,1-3 2-16,3-3 0 16,0 0 1-16,2-3 0 0,1 0-21 15,-2 0-33 1,1-3-83-16</inkml:trace>
  <inkml:trace contextRef="#ctx0" brushRef="#br0" timeOffset="65202.75">3578 6149 281 0,'0'0'25'0,"0"0"-10"0,0 0-15 0,0 0 3 15,0 0 8-15,41 6 1 0,-28 4-2 16,3-3-1-16,-1 3-1 16,0-3-5-16,0 3-1 15,-3-3 0 1,1 0-1-16,-3 0-1 0,2 0 0 0,-5-1-8 16,1-3-17-16,-2 1-8 15,-1-3-39-15,0-1-112 16</inkml:trace>
  <inkml:trace contextRef="#ctx0" brushRef="#br0" timeOffset="65403.74">3735 6135 245 0,'0'0'88'0,"0"0"-85"15,0 0-7-15,0 0 2 0,0 0 3 16,-24 37-2-16,14-23 3 16,2 2-2-16,1 0 1 15,-2 0-1-15,2 0 0 16,2 0-18-16,3-5-79 16</inkml:trace>
  <inkml:trace contextRef="#ctx0" brushRef="#br0" timeOffset="66070.34">4104 6196 178 0,'0'0'31'0,"0"0"2"0,0 0-13 16,0 0-4-16,0 0-5 15,0 0-3 1,0 0-10-16,-9-37 5 0,2 33 0 15,1 3-1 1,-4 1-6-16,1 0 9 16,1 0-2-16,-2 0-6 0,-1 7 7 0,1 0-2 15,0 4-2 1,3-1 0-16,1 3-1 0,0-2 1 0,5 1-1 31,1-1 0-31,0-1 0 16,0 0-1-16,7-1 2 0,1-1 1 0,6-3 1 15,-2-2-1-15,6 0 0 16,-1-3 1 0,-1 0-2-16,1 0 4 0,0-7-3 0,-2 0-1 31,-1-3 1-31,-4 0 0 0,-1-1 0 16,1-1 0-16,-6 1 0 0,0-2 1 0,-3 3-2 31,-1 0 1-31,0 5 5 15,0-1 2-15,0 4 3 0,0 2 3 16,0 0-13-16,0 0-1 16,0 5 2-16,0 3-3 15,0 4 1-15,0-1-2 16,1 1-1-16,6 0-5 0,0-2-6 16,2 0-3-16,-2-3-10 15,2-1-50-15,2-4-61 16</inkml:trace>
  <inkml:trace contextRef="#ctx0" brushRef="#br0" timeOffset="66753.52">4374 6152 266 0,'0'0'0'0,"0"0"-1"0,0 0 0 0,0 0 1 15,0 0 1-15,38 0 3 16,-31 7 3-16,-2 2-2 16,-1 2-2-16,1-1-1 0,-2 0 0 15,0 0 0 1,-1-1-2-16,0-1 0 0,-2-2 2 0,0-2-1 16,0-1-2-16,0-2 0 15,0-1-2-15,0 0 5 16,0 0 9-1,0 0-5-15,0-5-5 0,0-3-3 16,0-2 4-16,6-2-3 0,0 2 2 16,0-2-1-16,5 1-2 15,-1 0 4-15,3 2-1 16,-2 2-1 0,3 1 2-16,-1 2 0 0,1 3 1 0,-2 1 0 31,1 0 1-31,-1 0-1 15,-1 5 1-15,-1 3-4 0,-2 1 0 16,-1 3 0-16,-3 1 0 16,-2-2 0-16,-1 0-3 15,-1 2 0-15,0-3-2 16,0-1 1-16,-5-1 0 0,-3-2 0 16,3-2-5-16,-1-1 3 15,-2-3 4-15,4 0 9 16,2 0-2-16,-1-6-2 15,3-3-4-15,0-2-2 16,0-1 8-16,7-3-5 16,5 1 1-16,-2 0-1 0,3 0-1 15,2 2 1-15,2 1-2 16,-3 2 0-16,3 3 5 0,-1 1-1 16,-1 5 1-16,0 0-1 15,0 0 1-15,1 6-1 16,-4 3 0-16,1 2-2 15,-3 0 1-15,-3 4-1 16,0 0 0-16,-5-1-2 0,-2 3-12 16,0-4-19-16,0-2-73 15</inkml:trace>
  <inkml:trace contextRef="#ctx0" brushRef="#br0" timeOffset="67109.52">4982 6153 227 0,'0'0'7'0,"0"0"-7"0,0 0-9 0,0 0 10 0,0 0-3 16,0 0 7-16,0 0 11 0,0 39-6 16,0-22 1-16,0 1-5 31,2 4 0-31,0 0-3 0,1-2-1 16,1 4-1-16,0-4 0 15,-1-1-1-15,2-1 0 0,-3-2-4 16,2-4-3-16,-3 1-10 0,1-5-22 15,0-3-40-15,0-4-60 16</inkml:trace>
  <inkml:trace contextRef="#ctx0" brushRef="#br0" timeOffset="67451.46">5032 6183 253 0,'0'0'38'15,"0"0"-43"-15,48-24 5 0,-25 19 0 16,0 1 3-16,-2 1-4 16,0 1 2-16,-1 2 0 15,-5 0 2-15,0 0 1 16,-3 5 2-16,-3 4-1 0,-2 0-2 15,-2 4-4-15,-5-2 2 16,0 0-4-16,0-1-1 16,-10 0 8-16,-3 0-4 15,-3-3-2-15,-5-1 2 16,2-2 3-16,-6 0 0 16,4-1-2-16,-2-3-1 0,1 2 2 15,6-2-10-15,2 0-10 16,3 0-28-16,5-9-67 15</inkml:trace>
  <inkml:trace contextRef="#ctx0" brushRef="#br0" timeOffset="67806.42">5266 5973 293 0,'0'0'8'0,"0"0"-8"16,0 0-2-16,0 0 4 0,0 0-4 16,0 0 2-1,0 0 0-15,0 0 0 0,0 0 3 16,18 48 0-1,-15-28-1-15,3-1 3 16,0 1 1-16,1-3-2 0,0 0-1 16,2-3-2-16,-3 0 0 0,1-4 2 15,0 1-3-15,0-2 0 16,-1-2-7 0,-1 0-18-16,-1-4-54 15,1 0-79-15</inkml:trace>
  <inkml:trace contextRef="#ctx0" brushRef="#br0" timeOffset="68259.74">5434 6161 46 0,'0'0'264'0,"0"0"-268"15,0 0 1 1,0 0 6-16,45 2-2 15,-33-2 0-15,-2 0-2 0,1 0 3 16,-3-4-2-16,2-1 1 16,-1 0-1-16,-3 1 3 15,1-2 3-15,-2-1-3 16,-3 0 0-16,-2 0-2 16,0-2 0-16,0 2-5 0,0 0 0 15,-2 0-2-15,-7 1 5 16,4 2 0-16,-4 3-3 15,3-1 3-15,-4 2 3 0,0 0 5 16,3 0-7-16,-3 6 1 16,2 1-1-16,1 2 0 15,1 1-1-15,1 1 1 16,-2-1-2-16,5 1 1 16,0-1 1-16,2 2 4 0,0-2 2 15,0-2-2 1,4 2 2-16,3-3-1 0,2-1 2 15,2-1-3-15,5-2 0 0,1 3-2 16,1-6 1 0,5 0-28-16,-4 0-65 0</inkml:trace>
  <inkml:trace contextRef="#ctx0" brushRef="#br0" timeOffset="69763.87">2240 6584 90 0,'0'0'5'0,"0"0"-1"0,0 0 1 0,0 0 1 16,44 0 3-16,-30 0 10 15,-3 0-5-15,5 0-3 16,-3 0-1-16,3 0 0 0,-3-2-3 0,4 1 2 16,0 1-2-16,1-1 1 15,-1-1-3 1,1 2 2-16,2 0-2 16,0 0 1-16,3 0-1 15,2 0 1-15,-1 0-4 0,3 0 1 16,-1 0-1-1,4 0 0-15,-1-1-1 16,0-1 2-16,2 1-2 0,1-2 1 16,1 3 1-16,2-3 0 15,-1 2-1-15,1-1 0 16,2 2 1-16,-5-1-1 16,3 0 0-16,-1-1 2 15,-1 1-3-15,0-1 6 0,1 1-3 16,1-2 2-16,0 2-4 15,0-2-1-15,3 3 1 16,-2-3 0-16,1 2-2 0,2 0 1 16,-3 0 0-16,-1 0 0 15,-1 1-1 1,2-2 2-16,-1 2-1 0,3-1 0 16,-1 1 1-16,0-1 0 0,1 1-1 15,0-1 0 1,1 1-1-16,-2 0 1 0,3-2 0 15,-2 2-1-15,1 0 0 16,-1 0 1-16,1 0-1 16,-3 0 0-16,5 0 0 0,-5 0 1 15,1 0-1-15,1 0 0 16,0 0 0 0,3 0 0-16,-5 0 3 0,3 0-3 15,-1 0-3-15,3 0 6 16,-5 0-3-16,3 0 0 0,-1 0 1 15,3 0 0 1,-1 0 0-16,0 0 0 0,1 0-1 0,-1 0 0 31,2-2 1-31,-3 2-2 0,-1-3 2 16,1 3-1-16,1-3 0 16,-3 2 0-16,3-2 0 15,-5 0 1-15,1 0 1 0,-2 1 1 16,2 0 1-16,-4-2 1 15,-1 3-3-15,0-1 3 0,-3 1 1 16,-1-2-5 0,2 2 2-16,-2-1-1 15,-4 2 0-15,1-3-1 0,-4 3 4 0,1 0-1 32,-3 0 0-32,-1 0 1 0,-3-1-1 0,1 1-2 15,-4 0-2-15,-2 0 1 16,0-2 0-1,-4 2-1-15,-1 0 1 0,-2 0-1 16,-2 0 0 0,2-1-16-16,-2 1-18 0,0-3-5 0,0-1-46 15</inkml:trace>
  <inkml:trace contextRef="#ctx0" brushRef="#br0" timeOffset="70169.6">5797 6138 212 0,'0'0'25'0,"1"0"0"0,4-3-13 0,-5 2 0 15,2-1 0-15,0 1-4 0,0-2-3 16,-2 3-3 0,2-1 1-16,1-1-2 15,-3 2-1-15,2 0 0 0,2 0-8 16,-2 0-11-16,1 0-30 0,1 3-68 16</inkml:trace>
  <inkml:trace contextRef="#ctx0" brushRef="#br0" timeOffset="70413.61">5822 6257 271 0,'0'0'13'0,"0"0"-17"0,0 0 5 15,0 0 3-15,0 0 2 16,0 0 4-1,0 0 4-15,0 0-10 16,0 11-1-16,0-11-2 16,0 0-2-16,0 0 0 0,0 2-9 0,0-2 7 15,3 0-22 1,1 0-44-16,1 0-60 0</inkml:trace>
  <inkml:trace contextRef="#ctx0" brushRef="#br0" timeOffset="70599.31">5943 6205 62 0,'0'0'236'0,"0"0"-229"16,0 0-3-16,0 0 6 15,0 0 2-15,38 1-5 16,-31-1-5-16,2 0-1 15,-4 0-7-15,1 0-23 16,-2 0-62-16</inkml:trace>
  <inkml:trace contextRef="#ctx0" brushRef="#br0" timeOffset="73275.31">7108 6045 167 0,'-2'-2'13'0,"0"0"21"0,2-1-3 16,-1 3-12-16,1-4-5 16,0 3 3-1,0-1-3-15,0 0-3 16,0 1 0-16,0 0-1 15,0 1-1-15,0 0-7 0,0 0-5 0,0 9 2 16,0 1 0 0,0 5 1-16,0 2 1 15,1 0 0-15,3 3 0 0,-2-1-2 0,0-1 1 32,-2-2-1-32,0-1 0 15,0 0 1-15,0-3-1 0,0-2 1 0,-4 0-1 16,-1-4-2-1,-1 0 2-15,-3-4 6 0,4 0-5 0,-3-1-2 32,5-1 0-32,-1 0-2 0,-1 0 1 0,5 0-2 15,0-4-4 1,0 0-7-16,5-1 12 16,3 1 1-16,3 1 4 0,3-1-2 0,-1 1 2 31,3 1 5-31,-2 1-2 15,3 0 0-15,-1 1 0 0,2 0-2 16,-3 0-2-16,2 0 1 16,-1 0-1-16,1 0-7 15,-4 0-14-15,1 0-70 16,-5 0-40-16</inkml:trace>
  <inkml:trace contextRef="#ctx0" brushRef="#br0" timeOffset="73739.35">7445 6182 289 0,'0'0'-3'0,"0"0"-15"0,0 0 21 0,0 0-4 16,0 0 0-1,0 0 6-15,38 4-4 0,-29-4-1 16,0-3 1-16,-2-2-1 16,0-2 0-16,-1 1 2 0,-2-3 0 15,0 2 1-15,-3 2-2 16,-1-1 1-16,0 1 0 16,0 1-8-16,-5 2 2 15,-3 0 9-15,1 2-4 16,-1 0-2-16,3 0 4 0,-4 6-1 15,2 4-4 1,1 1 4-16,3 0-4 0,-1 4 4 16,-2-1-2-16,5 0 0 0,1 0 1 15,0-1 1 1,0-3 4-16,2 0 1 0,7 1 2 16,-2-4 0-1,3-1 3-15,5-2-6 0,2-2 0 0,1-1-4 16,1-1 0-16,4 0-4 15,0 0-30 1,-3-4-17-16,2-5-83 16</inkml:trace>
  <inkml:trace contextRef="#ctx0" brushRef="#br0" timeOffset="74043.89">7798 6027 258 0,'0'0'8'0,"0"0"-12"0,0 0-2 0,0 0 5 0,0 0 2 31,2 51 1-31,-2-34 1 0,2 3 0 16,0 0 1-16,0-1 2 15,0-1 1-15,2-2 0 16,-2-1-1-16,2-1-3 16,-3-2-2-16,3-1-1 0,-2-2 1 15,0-2 1-15,-2-3-10 16,0-1-23-16,0-3-59 16,0 0-54-16</inkml:trace>
  <inkml:trace contextRef="#ctx0" brushRef="#br0" timeOffset="74171.67">7792 6163 289 0,'0'0'19'16,"0"0"-23"-16,0 0 8 0,0 0-3 16,51-4-15-16,-33 4-45 15,6-4-70-15</inkml:trace>
  <inkml:trace contextRef="#ctx0" brushRef="#br0" timeOffset="74767.25">8466 6150 137 0,'0'0'43'16,"0"0"12"-16,0 0-19 16,0 0-10-16,0 0-7 0,0 0-2 15,0 0-3-15,0 0-6 16,0 0-2-16,32-33-4 15,-16 31 2-15,-3-2 1 16,5 4 1-16,-1 0-4 0,2 0 0 16,0 0-1-16,0 7-1 15,-1 3 0-15,-5 0 0 16,0 0-1-16,-5 1 0 16,-4 2 0-16,-2-2-3 0,-2 2-2 15,-5-2 1 1,-8 0 4-16,-2 0-3 0,-2-1-1 15,-2-3 1-15,-2 0 4 16,3-3-14-16,1 0-8 16,3-1 4-16,5-2-10 15,2-1-54-15,4 0-55 16</inkml:trace>
  <inkml:trace contextRef="#ctx0" brushRef="#br0" timeOffset="75135.03">8748 6088 120 0,'0'0'83'0,"0"0"-82"0,0 0-1 0,0 0 0 31,0 0 0-31,0 0 2 0,-40-3 6 0,32 4 9 16,5 6-8-16,-4 2 1 0,2 0-2 31,3 3 1-31,0 0 0 0,2 1-2 0,0-2 1 16,0 2-1-16,2-2-2 16,5-1 2-1,0 0 3-15,4-1 0 16,0-1-1-16,3 1-2 15,1-3-3-15,3-1-1 16,2-1 1-16,0-1-2 16,3-1-29-16,-1-2-40 15,0 0-172-15</inkml:trace>
  <inkml:trace contextRef="#ctx0" brushRef="#br0" timeOffset="75489.89">9248 6107 245 0,'0'0'24'0,"0"0"-17"0,0 0 12 0,0 0-3 16,41 0 3 0,-30-2-3-16,0 1-3 0,3 0-8 15,1 1-3 1,-1 0-1-16,1 0-1 0,-3 0-1 15,-1 0-11-15,-4 0-9 16,0 0-10-16,-5 4-35 0,-2-1-67 0</inkml:trace>
  <inkml:trace contextRef="#ctx0" brushRef="#br0" timeOffset="75667.17">9331 6196 195 0,'0'0'97'0,"0"0"-107"0,0 0 29 16,0 0-4-16,0 0-1 15,0 0-8-15,50 10-4 16,-35-10-6-16,1 0-46 16,0 0-123-16</inkml:trace>
  <inkml:trace contextRef="#ctx0" brushRef="#br0" timeOffset="76913.39">10111 5665 21 0,'0'0'178'0,"0"0"-165"0,0 0-9 0,0 0-11 31,0 0 4-31,0 0 10 16,0 0-3-16,0 0 1 0,-37 0-4 15,27 1 0-15,0 1 1 0,-4 1-1 0,3-1 0 31,0 0-1-31,0 1 3 16,2-2-3-16,-1 2 0 16,0 1 0-16,3-1 0 0,-2 1 1 15,0-1-2-15,4 0 1 16,-1 0 0-16,2-2 0 16,2 2-2-16,1 1 0 15,-1-1-1-15,0 0 5 16,2 1-3-16,-2-1 0 15,2 2 0-15,-3-1 0 0,1 2 3 16,2-1-1-16,-2 2-2 16,2 0 1-16,0 0 2 15,-1 0-1-15,1 1 3 16,0 1-4-16,0 0 4 16,0 0-2-16,0 0 0 0,0 0 1 15,0 2-1-15,0-1 2 16,0 3-2-16,0 0-1 15,0 1-1-15,0 0 0 16,0 0 1-16,0 2 0 0,1 0 3 16,1-1 0-16,0 1 0 15,3 0 0-15,-5-1 1 16,2 1-3-16,0-1-1 0,-1 0 1 16,1-1 0-16,-2 1 0 15,2-2-1-15,0 0-1 16,-2 0 0-16,2-2 1 15,-2-1-1-15,2-3 1 0,-2 2-1 16,0-2 2-16,0-1-1 16,2-1 1-1,-2 0 0-15,2-1 2 0,-1 0-2 16,1 2 2-16,-2-2-3 16,1 2-1-16,0-1 1 15,1 1 0-15,-2-2 0 0,0 3-1 16,3-2 1-1,-1-1-1-15,0 3-1 0,1-1 2 0,3-1-8 16,-2 1 8-16,0 1 2 16,3-1 2-1,-3-1-5-15,2 1 3 0,0-2-1 16,-3 1-2 0,3-2 1-16,-2-1-4 0,-1 3 2 0,4-4 7 15,-3 2-4-15,2-2 0 16,1-1 0-16,1 3 4 15,0-3-3 1,1 0 2-16,0 0-1 16,3 0 2-16,0 0-2 15,1 0-1-15,1 0-3 0,-1 0 1 16,1 0-9-16,-3 0-32 16,3 0-73-16</inkml:trace>
  <inkml:trace contextRef="#ctx0" brushRef="#br0" timeOffset="77680.95">10511 5989 177 0,'0'0'33'0,"0"-3"-11"0,0 2 0 15,0-1-10 1,0 1-8-16,0-1 1 0,-2 1-5 0,-3 1 0 16,1 0 8-16,-2 0-5 15,0 0-1 1,-2 0-2-16,0 3 0 15,1 1 1-15,0 3-1 0,-3 0 0 0,4 3-1 16,0 0 1 0,1 3-3-1,1-2 3-15,2 1-1 0,2-1-1 16,0 0 1-16,0 1 5 16,2-3 0-16,4 0 2 0,3-2 2 0,3 2-1 15,-1-4-1-15,2 1 1 16,3-2-5-1,-1-2 4-15,1-1-6 16,0-1 3-16,0 0 0 16,-2 0 0-16,1 0-1 0,-3 0 2 0,0-3-3 31,-3-3 1-31,-2-2 2 0,-1 1 4 0,-2-3-1 16,-2-1-3-16,-1 0 0 15,-1-2-2-15,0 1-2 0,0 0 0 31,-3 1-2-31,-3 1 4 0,-3 2-2 0,-1-1-1 16,-2 4-4 0,0-1 9-16,-3 3-3 0,0 1-6 0,-1 0-1 31,0 2-8-31,2 0 4 16,1 0-2-16,2 0-12 15,0 0-15-15,4 3-68 16</inkml:trace>
  <inkml:trace contextRef="#ctx0" brushRef="#br0" timeOffset="77907.16">10811 6027 374 0,'0'0'22'0,"0"0"-37"0,0 0 20 0,0 0-2 16,0 0-1-16,0 0-17 15,0 0-6-15,0 0-11 16,0 0-43-16,0 0-57 16</inkml:trace>
  <inkml:trace contextRef="#ctx0" brushRef="#br0" timeOffset="78697.07">11131 5989 189 0,'0'0'28'0,"0"0"-21"0,0 0 11 0,0 0 6 31,0 0-9-31,0 0-3 16,0 0 1-16,0 0-8 0,13-24 2 15,-13 20 0-15,0 2 1 16,0-2-2-16,0 1-4 15,0 0 2-15,-7 0-7 16,-2 3 0-16,-2-1 3 16,-2 1 2-16,-3 0-1 0,1 0 1 15,-4 0-2-15,4 4 2 16,0 0-2-16,4 4 1 16,3-1-3-16,1 1-1 15,4 1-1-15,2-1 1 16,1-1 0-16,0 0-3 0,1 2 1 15,7-5 5-15,1 2 2 16,2-3-2-16,0-1 0 16,3 0 2-16,-1-2 0 15,1 0-2-15,-3 0 3 0,-1 0-3 16,0 0 0-16,-3-6 1 16,-1-1 1-16,1 1 2 15,-2-1-1-15,-1 3-2 16,-1-2 2-16,1 2-2 0,-4 0 0 15,2 1 2 1,-2 0 1-16,0 3-2 0,0-1-1 16,0-1 0-16,0 2 3 0,0 0-1 15,0 0-6 1,0 0 1-16,0 3-1 16,0 3 3-16,0 2-1 0,0 0 1 0,0 3-2 15,0 0 2 1,0-2 2-16,0 2 0 15,0-1 1-15,0 0-2 0,2 0 1 16,-2-1-2-16,1 0 2 0,-1 0-2 16,1-2 0-16,0 0 0 15,3 0 0-15,-2 0 0 16,0-1-1 0,0-2 1-16,0 0 0 15,2-1-14-15,0 0-5 16,2-2-14-16,3-1-75 15</inkml:trace>
  <inkml:trace contextRef="#ctx0" brushRef="#br0" timeOffset="79415.98">11419 5997 178 0,'0'0'9'0,"0"0"0"0,0 0-1 0,0 0-3 0,0 0 13 15,0 0 6-15,0 0-8 16,0 0-7-16,0 0-7 15,0 0 0-15,-40-14-2 16,31 14 1-16,2 3 0 16,-1 1-2-16,1 3 3 0,-2 2-1 15,4-1 0 1,-3 2-2-16,5 2 2 0,-3-1-3 16,2-1 4-16,2 3-2 15,2-2 3-15,0-1-1 0,0-2 2 16,0 1-1-1,0-1 3-15,0 0-3 0,6-1 2 16,0-2 0-16,-2 1 0 16,3-2 0-16,0-1 0 0,2 1 1 15,2-2 2-15,-2 1-3 16,3-2 4-16,1-1-2 16,0 0-2-16,0 0-1 15,-2 0 0 1,1 0-2-16,-2 0 0 0,0-4-1 15,1 1 1-15,-4-4 1 16,1 3-1-16,-3-4 0 0,2 0 1 16,-3 1-2-16,1-1 3 15,-1 0 3 1,-2 0 0-16,-2 0 1 0,0 0-2 16,0 1-3-16,0 1-1 0,0-2 2 15,0 1 0-15,-2 2 0 16,-2 1-3-16,-2-3-4 0,1 3 0 15,-5-2 1-15,1 2 0 16,-1 0 1-16,-2 1-6 16,-1 0-5-16,-1 3-8 15,1 0-6 1,-1 0-8-16,1 0-14 16,2 0-104-16</inkml:trace>
  <inkml:trace contextRef="#ctx0" brushRef="#br0" timeOffset="82143.47">12957 5902 209 0,'0'0'13'0,"0"0"-10"0,0 0 8 16,0 0 0-16,-2 0-10 0,-1 0 2 15,0 0-1-15,-3 0-4 0,0 0 3 32,1 0-1-32,-3 0 0 15,3 3-1-15,-6 3 1 0,4-1 1 16,0 1-1-16,-3 3 0 0,4-1 0 16,0 1 0-16,1-1 0 0,3 1-1 15,0-1 0-15,2 2 1 31,0-3 3-31,0 2 5 0,0-1 2 16,2 1 2-16,3 1-2 16,3 0-1-16,0-2-2 15,1 2-1-15,3 0-1 16,0-3-1-16,1 0-1 16,3 0 1-16,-2-4 0 15,0 0-1-15,2-1-1 0,-1-2-1 16,0 0 2-16,-4 0-3 15,0 0 2-15,-2-2 2 16,-2-4 5-16,-1-1 1 0,-4-3-1 16,1 2 0-1,-3-2-3-15,0-1-3 0,0-1 0 0,0 1 0 16,-3-2 2 0,-1 1-1-16,-1 0-1 0,-1 0-1 15,-2 1-2 1,0 1 0-16,-1-1-2 15,-2 2 0-15,-3 1-3 0,-3 2 9 16,1 2-5-16,0 1-8 16,1 3-8-16,3 0-12 15,4 0-13-15,1 0-35 0,4 4-96 0</inkml:trace>
  <inkml:trace contextRef="#ctx0" brushRef="#br0" timeOffset="82369.64">13286 5978 399 0,'0'0'9'0,"0"0"-10"0,0 0 3 0,0 0-13 0,0 0 4 0,0 0-14 31,0 0-4-31,0 0-25 16,0 0-42-16,0 0-66 15</inkml:trace>
  <inkml:trace contextRef="#ctx0" brushRef="#br0" timeOffset="83166.53">13585 5942 206 0,'0'0'15'0,"0"0"6"0,0 0-4 15,0 0-2 1,0 0-3-16,0 0 3 0,0 0-3 16,0 0-2-16,4-37-1 15,-4 34-3-15,-4 0 0 16,0-1-5-16,1 1-5 16,-4 0 0-16,1 2 6 0,-5-2 0 15,1 3-1-15,-1 0 2 16,-2 0-6-1,2 0 7-15,-1 0-4 0,2 4 0 0,3 2-1 16,1-2 0-16,3 2-3 16,-2 2 0-16,5-1-2 15,0 1 2 1,0-1 0-16,0-3 0 16,2 3 1-16,4-3 5 15,2 1 0-15,1-1 0 0,2 0 1 0,1-1-1 16,0 1 2-16,2-2-3 15,-3 1-1-15,1 1 1 16,-3 0-1 0,0-1 0-16,1 1 2 15,-3 2-1-15,0 0 0 0,-3-1-1 16,-1 2 0-16,-2 0 0 16,2 1 0-16,-3-1-1 0,0 0 0 0,0 0 1 31,-3 0 0-31,-3-1-2 0,-2-1 0 15,-2 0 2-15,-1-1 2 16,-2-3-1-16,-1 1-1 0,1-2 4 16,-1 0-4-16,3 0 0 0,-2 0 1 15,6 0 0-15,0-2 1 32,3-1-1-32,2-2 2 15,-1 0-1-15,2-3 2 0,1 1 8 16,0 0-4-16,0-2-1 15,2 1 1-15,4-2-4 16,1 0 0-16,1 1-2 16,2 1-1-16,-3 1-1 15,1-2 2-15,1 6-1 0,0-1-10 16,0 1-22-16,3 0-14 16,-3 0-45-16</inkml:trace>
  <inkml:trace contextRef="#ctx0" brushRef="#br0" timeOffset="83713.41">13842 5898 275 0,'0'0'17'0,"0"0"-16"0,0 0 1 16,0 0-5-16,0 0-4 16,0 0 13-16,0 0 0 0,0 0-6 15,0 0 1-15,-45 11-2 16,36-2 3 0,3 2-2-16,-2-1 0 15,4 3-1-15,2-2 0 16,0-1 1-16,2 2 0 0,0-1 1 15,0-1-2-15,0 0 1 0,6-2 0 16,-1 2 0 0,4-3 2-16,2-1 2 0,-2 0-2 15,4-2 2-15,0-1-1 0,2-2 0 16,-2-1 0 0,1 0-1-16,-2 0 0 15,0-1 3-15,1-6 7 16,-4 0 3-16,0-1 0 15,0-3-1-15,-2 0-1 0,-3-2-9 16,0 0 2-16,-4 0-4 0,0-1-1 16,0 1-2-16,0 2 3 0,-6 0 2 31,-1 3-4-31,-3 3 1 16,0 1 0-16,-1 2-1 0,-3 2 0 15,1 0-13-15,-3 0-14 0,-1 3-19 16,1 3-33-16,4-2-126 0</inkml:trace>
  <inkml:trace contextRef="#ctx0" brushRef="#br0" timeOffset="84589.94">15015 5827 186 0,'0'0'20'0,"0"0"-18"0,0 0 1 0,0 0 1 15,0 0 2-15,-41 0 1 16,33 0 0-1,0 0-2-15,-1 0 0 0,-1 1 2 16,-1 5-5 0,1 0 0-16,-2 1-2 0,3 1 1 15,1 1-1-15,2 0-2 0,0 2 1 0,3-1-1 32,3-1-1-32,0 0 1 15,0 0 4-15,0-1 0 0,3-1 1 16,5 2 4-16,4-2-2 15,-3-3-2-15,4 2 3 0,0-2-3 0,1 0-2 32,2-2 4-32,-2-1-3 15,3-1 1-15,-4 0-1 0,3 0 2 16,-5 0 4-16,1-3 1 16,-3-1 4-16,-1-3-1 15,-3 0-2-15,0-2-2 16,-1-2 0-16,-4 1-5 15,0 0-2-15,0 0 0 16,0-1 8-16,-6-2-3 0,0 3 0 16,-1 0-5-16,-1 1 0 15,-2 1 0-15,0-1 1 16,-2 4 0-16,1-1 1 16,2 5-2-16,-1-1-4 0,5 2-7 15,-3 0-13-15,5 0-11 16,2 3-2-16,1 3-41 15,0-2-44-15</inkml:trace>
  <inkml:trace contextRef="#ctx0" brushRef="#br0" timeOffset="84782.43">15203 5850 281 0,'0'0'79'0,"0"0"-80"0,0 0-5 0,0 0 8 16,0 0-22-16,0 0-33 16,0 0-126-16</inkml:trace>
  <inkml:trace contextRef="#ctx0" brushRef="#br0" timeOffset="85344.16">15375 5810 255 0,'0'0'11'0,"0"0"-11"0,0 0-4 0,0 0 8 32,0 0-4-32,0 0 0 15,0 0 0-15,0 0 1 16,28 0-2-16,-17 0 5 0,0 0 0 16,1 0-3-16,2 0 3 0,-1 0-3 0,1 0 3 31,-3 0 2-31,-1 0 1 15,1 0-1-15,-3-3-1 16,-2 3 0-16,1-3 2 16,-3 3-1-16,-1-1-2 0,-1-2-2 15,1 3 0-15,-3 0 1 16,0 0-2-16,0 0 0 16,0 0-1-16,0 0-1 15,0 0 0-15,0 0-2 16,0 3 3-16,0 1 1 0,-3 4 0 15,-2-2-3-15,1 3 4 16,-2-1-3-16,2 2 3 16,1 0 1-16,-2 0-2 0,1 0-2 15,2 1 1-15,0-1 0 16,-1 0-1-16,0 1 2 16,3-3 0-16,-1 2-1 15,1-2 0-15,0-1 1 16,-1-1-1-16,1 0-17 15,0-3-31-15,0-1-119 0</inkml:trace>
  <inkml:trace contextRef="#ctx0" brushRef="#br0" timeOffset="85921.24">15785 5852 186 0,'0'0'80'0,"0"0"-80"0,0 0 2 15,0 0-2-15,0 0-9 0,0 0 12 0,0 0 5 16,0 0 2-1,0 0-7-15,0 0-1 0,-27-17-1 16,22 17-1 0,-6 0 2-16,4 3-1 15,-2 4-1-15,0 0 1 16,2 0-1-16,-1 2 0 16,3 0 0-16,-1-1-1 0,1 2 0 15,4-3-2-15,-1 2 3 16,2-4 0-16,0 1 1 15,0 1-1-15,0-1 0 16,2-2 2-16,4 0 7 0,3 1-1 16,4-1-2-16,2-3-4 15,-1 2 1-15,4 0-3 16,1-3 0-16,0 0 1 16,-1 0-1-16,-1 0 2 0,-1 0 3 15,-5-4 2-15,-2-2 4 16,0-2 4-16,-5-1 4 15,-3-3-8-15,-1 1-7 16,0-2-3-16,-1 2 1 16,-7-2-3-16,-4 2-5 0,1 2 6 15,-5 2-11 1,-1 2-8-16,-2-1-12 16,2 0-34-16,-1-1-177 0</inkml:trace>
  <inkml:trace contextRef="#ctx0" brushRef="#br0" timeOffset="86851.66">16810 5767 50 0,'0'0'13'0,"0"0"-4"0,0 0 11 0,0 0 20 15,0 0 12 1,0 0-24-16,0 0-1 15,0 0-5-15,0 0-9 0,0 0-2 0,0 0-4 16,0 0-2 0,0 0-3-16,-38-10 0 0,25 10-1 15,0 0-1-15,-1 3 1 16,0 4-1-16,2 3 1 0,0 1-2 16,2 1 2-1,3-1-1-15,1 2-1 16,2 1 0-16,2-2 0 15,2-1 1-15,0 0-2 0,2-1 4 16,8 0-1 0,2 0 3-16,4-3-1 0,0 0 0 0,6-3 0 15,-3 0 0 1,4-2-1-16,-3-2 1 0,0 0 0 16,-1 0 2-1,-4 0 0-15,-3-2 1 0,0-6 2 0,-5 1 3 16,0-4 5-1,-4-2-2-15,-1 0-12 0,-2-1-2 16,0 0-2 0,0-2 4-16,-7 4-3 15,-3-1-4-15,0 3 9 0,-2-1-2 0,-1 2-1 32,0 3 1-32,-1 3-1 0,-1-1 0 15,1 3-2-15,3 1-9 0,1 0-11 0,1 0-5 31,5 0-5-31,3 1-17 16,1 3-62-16</inkml:trace>
  <inkml:trace contextRef="#ctx0" brushRef="#br0" timeOffset="87056.79">17165 5791 355 0,'0'0'11'0,"0"0"-32"0,0 0 6 16,0 0-24-16,0 0-65 15,0 0-83-15</inkml:trace>
  <inkml:trace contextRef="#ctx0" brushRef="#br0" timeOffset="87714.81">17463 5661 165 0,'0'0'15'0,"0"0"3"0,0 0-3 31,0 0-9-31,-37-3 0 0,27 3 1 0,-2 7 1 16,0 0 4 0,0 2-3-16,0 3-2 15,2 0 0-15,0 3-3 0,0-3-2 0,3 5 0 32,1-3-2-32,0 0-1 0,3-1 2 15,3-3 4 1,0 1 0-16,0-1-1 0,1-3 1 15,5 3 1-15,4-3 1 16,-3-2-3-16,5 0 1 16,0 0 1-16,1 0-1 15,1-3-2-15,0-1 0 0,2 1-3 16,-4-2 4-16,2 0 0 16,-3 0 1-16,0 0 2 15,-3-3 0-15,2-3 2 16,-4 0-2-16,1-2-2 15,-4 1-2-15,2-2 1 0,-4 1-4 16,-1 0 0-16,0 0 0 16,0 1 1-16,-3 1-2 15,-7 2 1-15,-1 0 4 16,-3 0-1-16,-1 4-3 0,1 0 3 16,-1 0-2-16,2 0-1 15,1 2-3-15,2 4-4 16,1 1-15-16,3 0-18 15,2 0-5-15,2-1-58 16</inkml:trace>
  <inkml:trace contextRef="#ctx0" brushRef="#br0" timeOffset="88210.6">17736 5722 168 0,'0'0'51'0,"0"0"-44"0,0 0 11 0,0 0-19 15,0 0 1 1,0 0 12-16,0 0-6 15,0 0-2-15,0 0 1 0,0 0 2 16,-36 3-4-16,29 7-2 0,0 2 0 16,2 1-2-16,3 0 0 15,0 2 4 1,2-6-3-16,0 1 0 16,0-2 0-16,0-2 1 15,7 0 1-15,2-2 4 0,2-1-1 16,-2-2-1-16,5-1-1 0,0 0-1 15,1 0 0-15,-2-3 3 16,1-5 6 0,-2 0 6-16,-2-4-2 15,-1-1 0-15,-3-4-4 16,-2 3-6-16,-4-3-2 0,0 3-2 16,-4 1 1-16,-9 2-11 0,-3 3 7 0,-5 0-9 31,-1 5-6-31,-1 2-3 15,4-2-21-15,4 2-70 16</inkml:trace>
  <inkml:trace contextRef="#ctx0" brushRef="#br0" timeOffset="89271.9">17814 5497 127 0,'0'0'25'0,"0"0"-6"0,0 0-13 16,0 0 9-16,0 0 1 16,0 0 1-16,0 0-2 15,0 0-6-15,0 0-4 0,44-11-1 16,-36 11 0-1,3 0-1-15,-1-2 1 0,1 0-2 0,1 2 2 32,0 0-3-32,0-2 3 0,0 1 0 15,0 1 0-15,0 0-1 0,-1 0 0 0,-3 0 1 16,1 0-1-16,-3 0-2 31,0 0 1-31,-4 0-2 16,2 0 1-16,-1 0-1 0,1 1 1 15,-3 1-1-15,2 2 0 16,1 2 1-16,-2-1-1 16,0 0 0-16,0 0 0 15,-2 2 0-15,0 2-1 16,0-1 1-16,0 1 1 16,0 1 0-16,0 3-1 0,0-2 2 15,0 1-2-15,0 2 1 16,-2 1-1-16,2 1 0 0,0 1 0 15,0-2 1-15,0 1-1 16,0 4 1-16,-2-3-1 16,2-1 0-16,-1 2 2 15,1-1-1-15,-1-2-1 16,0 0 1-16,-2-2-1 0,0-2 0 16,2 0-1-1,-3-1 1-15,1 0 0 16,0-1 1-16,1-2 1 0,-1 0 1 0,1 2-1 15,0-2-1-15,1 0 0 16,0-1-1 0,1 1 1-16,0 0-1 15,0 0 0-15,0 0 3 16,0 2-3-16,0-2 0 16,0 0 0-16,0 0 0 0,0 1 1 15,0-2-1-15,2 1 1 16,-1-1-1-16,2 0 1 0,-3-1-1 15,0 0 1-15,0 0-1 0,0-1 1 16,0-1 0 0,0 0 0-16,0-1 1 15,0 0-1-15,0 1 0 0,0-2 0 16,0 1 1-16,0 1-1 0,0-2-1 31,0 1 1-31,-2 0 0 16,0-1-1-16,-1 1 0 0,0 0-3 0,-5-1 5 15,1 1 3 1,-4-1 0-16,-4-1-4 0,-1 0 2 0,-5 2-2 16,-3-2-3-1,-5 0-25-15,-1 0-60 0</inkml:trace>
  <inkml:trace contextRef="#ctx0" brushRef="#br0" timeOffset="91885.37">8574 7325 63 0,'0'3'105'0,"1"0"-107"0,0-3 1 0,2 1 11 15,1 0 8-15,0 0 7 16,-1-1 0-16,5 0-9 0,-3 0 0 16,4 0-6-1,0 0 0-15,-1-1 0 0,4-4 0 16,-3 1-3-16,0-2-2 16,3-4 3-16,0 0-3 0,-1-2 1 31,1-3-1-31,-1-2-2 0,0-3 2 15,0-1-3-15,-2-2-2 16,-3-1 2-16,2-1-1 0,-2-1-2 16,-3 1 1-1,1 2-3-15,-4 1 2 0,0 3 2 0,0 3-1 32,0 3 0-32,-2 2-3 0,-2 4 3 0,2 0 4 15,1 2-4 1,-3 1 2-16,4 1-1 15,-2 2-1-15,2-1 0 16,0 2 0-16,0 0-1 16,0 0-6-16,0 6 1 15,0 5 3-15,0 1 2 0,2 5 1 16,2 0 1-16,-1 3-1 16,3-1-1-16,-1 0 1 15,3 0 0-15,-1-4-1 16,2 2 1-16,-2-4-3 0,2-2 2 15,0-1-1-15,0-1 2 16,4-4 0-16,-2-3-1 16,2 2 1-16,3-4 1 15,-2 0-1-15,1 0 2 0,-1-4-2 16,0-1 1 0,-2-6 1-16,-1 1-1 0,-1-4 4 15,-2 0 0-15,1 0-1 16,-4-3-3-16,2 0 2 0,-5 0-1 15,-2 2-1-15,0-1-1 16,0 1-1 0,0 4 1-16,0 0-1 0,0 2 3 15,0 0-1-15,-2 1-1 16,0 2-1-16,2 2 1 0,-3-1 0 16,1 3 1-1,1-1-2-15,0 2 0 16,1-1 0-16,-1 2 0 0,1 0-3 15,0 0 1-15,-2 0 2 0,0 7 1 16,0 0 1-16,2 3-1 0,-2 2 0 31,2-2-1-31,0 2 0 16,0 0-1-16,2-1 1 0,2 1 0 16,1-1 3-16,4-1 2 15,-2 0 3-15,1-2 0 0,-1 1 0 0,2-3-1 31,0-1 2-31,-3 1-3 16,4-1-5-16,-1-2 1 16,0 0-1-16,3 0 1 0,1-1-28 15,0-2-29-15,2 0-134 16</inkml:trace>
  <inkml:trace contextRef="#ctx0" brushRef="#br0" timeOffset="92334.28">9455 7027 133 0,'0'0'41'0,"0"0"-2"0,0 0-2 0,0 0-9 16,1 0-9 0,1 0-14-16,1 0 2 15,1 0 3-15,2 0 4 16,4 0-5-16,-1 0-3 0,3 0-4 16,-2 0-1-16,1 0 0 15,3 0-2-15,-5 0-2 0,0 0-5 0,0 0-11 16,-2 0-21-16,-5 0-66 15</inkml:trace>
  <inkml:trace contextRef="#ctx0" brushRef="#br0" timeOffset="92540.35">9490 7132 280 0,'0'0'-4'0,"0"0"19"16,0 0-2-16,0 0 1 16,47 6-7-16,-34-6-2 15,2 0-4-15,0 0 1 16,2 0-18-16,-1 0-50 16,-2-5-144-16</inkml:trace>
  <inkml:trace contextRef="#ctx0" brushRef="#br0" timeOffset="93221.67">10083 6990 221 0,'0'0'31'31,"0"0"-22"-31,0 0 7 16,0 0 0-16,0 0-2 0,0 0 0 15,0 0-1-15,0 0-6 0,0 0-2 0,9-23-4 32,-11 23-3-32,-3 0 5 0,-4 0 0 0,4 0 1 15,-4 7-3-15,3 3-2 32,-4-1 1-32,6 2-1 0,2 2-1 15,-2-1-1-15,4 0 1 16,0-1 0-16,0 0 1 15,4-2-3-15,3 0 1 16,6-1 2-16,-2-2 4 16,3 1-1-16,1-3 2 0,4-1-3 15,0 0 3-15,-1-3-3 16,3 0 0-16,-4 0 0 16,2 0-1-16,-3-3 1 0,-1-4 4 15,-4 0 1 1,-3-3 4-16,-1 0 2 0,-2-1 0 15,-5-1-2-15,0 0-3 16,0-1-4-16,0-1-3 0,0 1 4 16,-6-1-1-16,0 4 0 15,-2 0-3 1,1 3 0-16,-4 1-2 0,-1 2 4 0,0 1-1 16,-2 2 0-1,1 1 0-15,-2 0-4 0,3 0-18 16,-1 1-2-16,5 6-7 15,0 2-10 1,5-3-13-16,1 0-89 0</inkml:trace>
  <inkml:trace contextRef="#ctx0" brushRef="#br0" timeOffset="93430.83">10395 7004 375 0,'0'0'41'0,"0"0"-53"0,0 0 11 0,0 0 5 16,0 0-26 0,0 0-31-16,0 0-15 0,0 0-129 15</inkml:trace>
  <inkml:trace contextRef="#ctx0" brushRef="#br0" timeOffset="94071.12">10530 6927 202 0,'0'0'37'0,"0"0"-24"15,0 0-1-15,0 0 6 16,0 0-5-16,0 0-7 16,0 0-5-16,0 0 2 15,39 1-1-15,-25-1 3 16,0 0 2-16,4-1 1 0,1 1-2 0,-2 0-3 16,1-1-1-16,1 1 1 15,-1 0 0-15,-3 0-2 16,0 0 0-1,-2 0 0-15,0 0-1 0,-4-1 0 0,-2 1 2 32,-1 0-2-32,-2 0 0 0,-3 0 1 15,0 0 0-15,-1 0-1 0,0 0-1 0,0 0 0 32,-1 0 2-32,-2 1-2 15,-3 5 6-15,-1-2-3 0,1 3-2 16,-2 0 3-16,0 2-5 15,1-1 4-15,-1 4-2 16,0-1 0-16,0 0 0 16,3 1 0-16,-3-1 0 0,5 1 0 15,3-1-2 1,0-1 0-16,0-2 1 0,0 2 1 16,0-3-2-16,5 0 0 15,3-1-11-15,1-2-20 0,-1-4-68 16</inkml:trace>
  <inkml:trace contextRef="#ctx0" brushRef="#br0" timeOffset="94684.09">10952 6939 307 0,'0'0'12'0,"0"0"-11"0,0 0-1 0,0 0 3 0,0 0-2 0,0 0-2 15,0 0 0 1,0 0 0-16,0 0 4 16,0 0-5-16,0 3 3 15,-2 4 0-15,0 0-1 16,0 0 1-16,0 0-2 0,2 2 2 15,0-4-2 1,0 0 1-16,0-1-1 0,0-1 1 16,0-2-3-16,0 1 1 15,4-1 5-15,0-1 2 0,1 0 4 0,3 0 2 32,-1 0-4-32,3 0-4 15,0-3 0-15,1 0 1 16,-1 1 1-16,1 0 1 0,1 1-2 15,2-2 3-15,-3 3-2 16,1 0 2-16,-3 0-4 16,0 0 1-16,0 0-2 15,-2 0-1-15,1 3 0 0,-3 2-1 16,1 2 0-16,-1 2-1 16,-1-2 1-16,1 4-3 15,-3-3 2-15,-2 3-1 16,0-2 1-16,0-1 3 0,0 2-2 15,0-3 0-15,-6 0 0 16,1-3-2-16,-5 1 4 16,2-1 2-16,-3-1-2 0,-1-1 1 15,-1-2 0-15,-3 0-3 16,3 0-11 0,-1 0-18-16,3 0-10 0,2-2 3 15,3-3-11-15,1-3-83 16</inkml:trace>
  <inkml:trace contextRef="#ctx0" brushRef="#br0" timeOffset="95102.99">10977 6899 135 0,'0'0'36'0,"0"0"-20"0,0 0 2 0,0 0 5 15,0 0-7 1,0 0-5-16,0 0-2 0,0 0-1 0,0 0 1 15,38-11 2-15,-27 9-5 32,2 2 5-32,1-1 0 0,-1 0 1 15,3 0 1-15,-3-1-5 0,1 0 0 0,-4 1-1 32,2-2 0-32,-3 3-3 15,-3 0-1-15,-2 0-1 16,1 0-1-16,-3 0-1 15,2 0-3-15,-2 0-19 0,-1 0-14 16,0 0-19-16,1 1-125 16</inkml:trace>
  <inkml:trace contextRef="#ctx0" brushRef="#br0" timeOffset="97291.88">11750 7056 198 0,'0'0'23'16,"0"0"10"-16,2 0-6 0,-2 0-3 0,0 0-12 15,0 0-7-15,0 0-5 16,0 3-1 0,0 3 0-16,0 4 2 15,0 0 0-15,0 4 0 0,-4 2-2 0,-5 1-8 16,-2-3-33-16,-5-1-80 16</inkml:trace>
  <inkml:trace contextRef="#ctx0" brushRef="#br0" timeOffset="98139.54">12404 6936 254 0,'0'0'10'0,"0"0"-18"0,0 0 9 0,0 0-6 15,0 0 6-15,0 0-1 16,0 0 1-16,0 0 2 16,-4 39-1-1,0-33 7-15,-1-1-5 0,1 1-4 0,-1-1 5 16,1 1-2-1,-3-3 0-15,1 1 0 0,-2-3 1 16,-2 2 0 0,1-3-1-16,-1 0-1 15,-1 0 2-15,1 0-3 0,2 0 0 0,-1 0 0 16,3-3 2 0,-2-4-3-16,3 2 2 0,-2-1-2 15,2-3 1-15,3 2-1 0,-2 0 1 16,2 0-1-16,2 1-2 15,0-1-1 1,0 0 0-16,1 3 6 0,6-2-2 16,-2 1 0-16,4-1-1 0,0 2 0 31,-1-1 0-31,4 1 1 16,-1 1-2-16,0-2 1 0,0 0 0 15,0 2 1 1,1 1-1-16,1 0 1 0,-2-1 2 15,3 2-6-15,-1-1 7 16,0-2-3-16,1 3 0 0,-1-1 1 16,1 1-1-16,-1 1 2 15,-2-3 3-15,0 3-1 16,-1-1 5-16,3 1-4 0,-4 0-2 16,-1-3 2-1,4 3 0-15,-3 0-3 16,-3 0-1-16,3 0 4 15,-3-1-3-15,0-1-1 0,-2 2-2 16,-1 0 1-16,-1 0-2 0,4 0-16 16,-3 0-15-16,0 0-27 15,3 0-194 1</inkml:trace>
  <inkml:trace contextRef="#ctx0" brushRef="#br0" timeOffset="98714.41">12927 6895 87 0,'0'0'34'0,"0"0"-5"0,0 0-2 0,0 0-2 15,0 0 7-15,0 0-10 0,0 0-6 16,0 0-3-16,0 0-1 15,0 0-7-15,0 0 1 16,0 0 1-16,0 0-4 16,18 0 0-16,-10 0 1 15,0 0 1-15,-1 0 1 0,1-3-2 16,2 2-2-16,3 1 0 16,-5-2-2-16,2 2 0 15,-1 0-4-15,-4 0-6 16,0 0-9-16,1 0-4 15,-6 0-50-15,0 0-32 0</inkml:trace>
  <inkml:trace contextRef="#ctx0" brushRef="#br0" timeOffset="98982.68">12957 6984 216 0,'0'0'46'0,"0"0"-53"16,0 0 27-1,0 0 2-15,0 0-7 0,0 0-2 16,0 0 1-16,0 0-6 0,42 2-2 16,-32-2-3-1,0 0-2-15,1 0 1 0,1 0-2 16,-1 3-2-16,-2-2-10 15,3 2-15-15,-2-3-9 16,-1 0-109-16</inkml:trace>
  <inkml:trace contextRef="#ctx0" brushRef="#br0" timeOffset="100414.6">13444 6838 21 0,'0'0'25'0,"0"0"1"0,0 0-4 0,0 0 3 16,0 0-2-16,0 0 2 15,0 0 1-15,0 0-1 16,0 0 2-16,0 0-7 16,0 0-7-16,0 0-3 0,0 0-1 15,9-17-1-15,-9 17-2 16,0-1-2-16,0 1-2 0,0-2-1 16,0 2-3-16,0 0-2 15,0 0 1-15,-2 0 2 16,0 0 0-16,0 0 1 15,-1 0-1-15,-4 0 3 16,2 0 1-16,1 0-2 16,-4 0 3-16,1 0-4 0,0 3 1 15,2 0-1-15,-2 1 0 16,2 3-1-16,2-1 0 16,-1 2-1-16,1-1 0 0,-1 2 2 15,4-2-2 1,-1 4 3-16,1-3-1 0,0 0-1 15,0 2 0-15,0-3 0 0,0 0-2 16,6 0 4-16,2-1 1 16,1-1 6-16,0 0-4 15,5-1 3-15,-2-1-2 16,3 0-3-16,-2 0-1 0,3-2 0 31,-1 1 1-31,3-2-1 0,-3 0 1 0,1 0 2 16,-1 0-1-1,0 0 2-15,-2 0 2 16,0-5-3-16,-2 1-1 0,-4-3 2 0,-1 1 2 16,0-1 0-1,-2-3 4-15,-2 2-5 16,-2-1-2-16,0-2-1 0,0 1 0 0,0-3 1 31,0 3 0-31,-5 0-4 16,0-1 1-16,1 2 1 15,-3 2-2-15,1 0-7 16,-3 3 4-16,-3 1 3 0,0 3-4 16,-2 0-1-16,1 0-7 15,-2 0-3-15,0 0-3 16,0 7-14-16,1-1-7 0,2 1-83 16</inkml:trace>
  <inkml:trace contextRef="#ctx0" brushRef="#br0" timeOffset="100696.11">13764 6885 297 0,'0'0'33'0,"0"0"-33"0,0 0 6 16,0 0-4-16,0 0-2 0,0 0-6 0,0 0-19 15,0 0-64-15,0 0-113 0</inkml:trace>
  <inkml:trace contextRef="#ctx0" brushRef="#br0" timeOffset="101436.19">13997 6797 119 0,'0'0'35'0,"0"0"23"0,0 0-15 0,0 0-21 0,0 0-5 16,0 0 1-16,0 0-6 15,0 0-4 1,0 0 2-16,0 0 3 0,0 0-5 16,15-33-4-1,-14 33-4-15,0 0-4 0,1 8 4 16,0 1 2-16,-2 3-2 0,2 2 0 15,-2 0 0 1,1 3 2-16,0-3 2 16,0 1 0-16,2 1-3 0,-2-3-1 0,2 0 1 15,-1-1 0 1,-2 0-1-16,2-2-6 16,-2-1-20-16,0-1-12 15,0-3-35-15,0-3-81 16</inkml:trace>
  <inkml:trace contextRef="#ctx0" brushRef="#br0" timeOffset="101949.08">14200 6774 203 0,'0'0'16'0,"0"0"23"0,0 0-17 0,0 0-10 0,0 0 3 16,0 0-3 0,0 0-4-16,0 0 1 0,0 0-7 15,0 0-3-15,3-1 2 16,-3 9 2-16,0 4 0 0,0-1-3 16,1 2 2-16,0 2-1 15,2 0 1-15,-3 0 0 16,3-1 1-1,-1 2 0-15,0-2 3 16,-2-2-4-16,1 0-1 0,1-1 1 16,2-1 1-16,-4-2 0 15,2-1-2-15,0-3 0 16,0 1 0-16,-2-1 0 16,0-3 0-16,1 2 0 0,-1-3-5 0,0 0-19 31,0 0-25-31,0 0-82 15</inkml:trace>
  <inkml:trace contextRef="#ctx0" brushRef="#br0" timeOffset="103196.07">14546 6796 202 0,'0'0'27'0,"0"0"-9"0,0 0 2 16,0 0-9-16,0 0 1 0,0 0-3 15,0 0-5 1,0 0 2-16,0 0 2 0,0-40-3 15,0 35-2 1,0 0 2-16,-2-1-3 0,-3 2-4 16,-1 2-4-16,-1-2 13 0,-3 3-5 15,-2 1 0-15,1 0-2 16,-3 0 0-16,2 0 1 16,-1 0 0-1,2 6-2-15,-2-1 1 0,3 4-1 16,-1-1 0-16,3-1-1 0,0 2 1 15,2-1 0-15,2 1-3 0,1-2 2 16,2 0 0-16,0 0 1 16,1 0-1-1,0-2 0-15,0 0 0 0,1 1-2 16,3-2 6 0,0-1 1-16,2 0-4 15,-1-2 2-15,2 2-1 16,-1-2 1-16,3 1 0 15,-3-1 1-15,2-1-1 0,1 2 0 16,-3-2 0-16,4 0 0 16,-1 2 0-16,0-2 0 15,2 0 3-15,-2 1-1 16,0 0-2-16,1 0 2 16,0 1 0-16,-1 1 1 0,0-2-2 15,0 2-1-15,-3-3-1 16,1 4 0-16,-1 0 0 15,-3 1 1-15,2-1-1 0,-3 0 0 16,0 2-1-16,-2-2 0 16,0 3-1-16,0-4 4 15,0 3-3-15,0-1 1 16,0 0 1-16,0-1-2 0,0 0 0 16,-8 1-2-16,4-1 2 15,-4 0 0 1,1-1 1-16,-4-1 2 0,4 0-1 15,-2-2-1-15,-3 3 5 0,2-3-5 16,1 0 2 0,0 0-2-16,-1 0 1 15,2 0-1-15,-2 0 1 0,0 0 0 16,3 0-1 0,-3-3 1-16,2 0-1 0,1 0 1 0,3-1-1 15,-1 1 0-15,3-1 0 16,1 0-1-16,1-3-1 15,0 2 4-15,0-2-3 16,0 2-1 0,0-1-1-16,4-1 7 0,2 1-4 15,-3 0-1-15,3-2 1 0,1 1 0 16,-2 4 0 0,1-3 0-16,-2 1 0 0,4 0 0 0,-4 1 1 31,2-2-1-31,1 2 0 0,-2-1 1 0,1 0-1 15,0 0 0-15,2 0 1 16,-3 1-1 0,1-1 0-16,0 0 1 0,-1-1-1 0,0 1 0 15,-3-1 1-15,1 3-1 16,-2 0 0-16,0 1 0 16,-1 0-3-1,0 2-12-15,0-1-32 0,0-1-157 0</inkml:trace>
  <inkml:trace contextRef="#ctx0" brushRef="#br0" timeOffset="112429.24">11319 7422 11 0,'0'-2'15'0,"0"0"4"0,0 0 0 16,0 1-4 0,0-1-5-16,0 1-3 15,0-2-1-15,0 3 6 16,0 0 3-16,0 0 0 15,0-1-10-15,0 1-2 0,0 0-1 16,0 0-2-16,2 0 3 16,-2 0 6-16,0 0 1 15,0-2-3-15,0 2 2 0,0 0 3 16,0 0 0-16,0-2-2 16,0 1 2-16,0 0 0 15,0 1 0-15,0-3 0 16,0 3-3-16,0 0-1 15,0-3-4-15,0 3 0 0,0 0 1 16,0-1 1-16,0 1-1 16,0 0 1-16,0 0-2 15,0 0 1-15,0 0-4 16,0 0 0-16,0 0-3 0,0 0 2 16,0 3 0-16,0 2 0 15,0 1 0 1,0 3 1-16,0 1-1 0,0 1 1 15,0-1 0-15,2 4-1 16,-2-1 1-16,2 0-1 0,-2 1 0 16,1 1 1-1,-1-2-1-15,1 1 0 0,-1-1 1 16,0 1 0-16,0-2 1 0,1-1-1 16,-1 0 0-16,0-4 3 15,2 2-1 1,0-3-1-16,-2 1 1 15,2-3-1-15,-2 2-1 0,0-3 3 16,2-1-3-16,-2 1 1 16,2-3 0-16,-2 1-1 15,0 1 0-15,0-2-1 16,0 2 1-16,0-2 0 16,0 1-1-16,0-1-6 0,0 2-22 15,0-1-26-15,-2 0-75 16</inkml:trace>
  <inkml:trace contextRef="#ctx0" brushRef="#br0" timeOffset="112830.72">11278 7666 109 0,'0'0'40'0,"0"0"-1"0,0 0 2 15,0 0-9-15,0 0-15 0,0 0-3 0,0 0 1 32,0 0-1-32,0 0-3 0,43 10-3 0,-39-7-4 15,3 1-3 1,-1-1 0-16,-2 4-1 16,4-3 1-16,-5 2-2 15,3-2-6-15,-2 1-8 16,0-1-12-16,-1-3-44 0,1-1-82 0</inkml:trace>
  <inkml:trace contextRef="#ctx0" brushRef="#br0" timeOffset="113215.11">11438 7636 90 0,'0'0'58'0,"0"0"-46"0,0 0 11 15,0 0 0 1,0 0 7-16,0 0-9 0,0 0-4 16,0 0-7-16,-41 38-1 0,36-32-5 15,-3 4-2-15,5 0 0 16,-4 0-2-16,3-1-3 15,1-4-34-15,1-2-167 16</inkml:trace>
  <inkml:trace contextRef="#ctx0" brushRef="#br0" timeOffset="115239.16">10192 8282 48 0,'0'0'31'0,"0"0"-3"0,0 0 6 0,0-1-7 15,0 1-5-15,0-1-7 16,0-2 3-16,0 3-6 0,0 0-4 15,-2-1 2-15,0 0-8 16,0 0 0-16,1 1-1 16,0 0 2-16,0 0-3 15,-3 0-2-15,2 0 7 0,-3 0-14 16,0 0 18-16,-3 0-9 16,3 0 0-1,-4 2 0-15,0 0 1 0,-2 3 1 16,1 0-1-16,0-1-2 15,1 1 2-15,1-1 0 0,0 3-1 16,1 0 1-16,1-1-2 16,1 0 2-16,3-1-1 15,-2 2 0-15,2-1 2 16,2 1 0-16,0 0-1 0,0 0-2 16,0-1 4-16,0 1 2 15,4-1 2 1,0-1-2-16,3 1-2 0,-3 0 1 15,3 0-2-15,0-1 1 0,-3 1-1 16,3-3 0 0,-2 1-1-16,-1 0 0 15,3-1 2-15,2 3 0 0,-3-5 0 16,1 2-1-16,0 0-2 16,2 0 3-16,2-2-3 15,-4-1 4-15,6 2-4 0,-4-2 0 16,2 0 1-1,0 0-2-15,0 0 2 16,-2 0-1-16,3 0 2 16,-5-2-2-16,3-2 1 15,0-2 0-15,-3 3 0 16,1-2 0-16,0-1-1 0,2 0 1 16,-5 1-1-16,3-1-1 15,-5 0 0-15,3-1-1 0,-3 0 1 0,-1 1 2 31,0-2-1-31,-2-1 1 0,0 1-1 0,0-1 2 16,0-1-2 0,0 0 0-16,-4 2 0 15,-3-1 0-15,2 1 0 16,1 1-1-16,-3 0 4 0,1 2 0 0,-2 1-1 16,2 0-1-16,0 2-2 15,1 1 4-15,-2 1-3 0,2 0 0 16,1 0-13-16,-2 0-14 31,1 0-13-31,3 2-56 16,-3 2-64-16</inkml:trace>
  <inkml:trace contextRef="#ctx0" brushRef="#br0" timeOffset="115536.38">10444 8319 127 0,'0'0'92'0,"0"0"-80"0,0 0-5 0,0 0 19 16,0 0-9 0,0 0-13-16,0 0-3 0,0 0-1 15,0 0 0-15,0 0-2 16,0 0-11-16,0 0-19 16,0 0-53-16</inkml:trace>
  <inkml:trace contextRef="#ctx0" brushRef="#br0" timeOffset="116520.08">10693 8285 148 0,'0'0'13'0,"0"0"-11"15,0 0 8 1,0 0 25-16,0 0-6 16,0 0-5-16,0 0-7 0,0 0-3 0,0 0-4 15,4-11-4-15,-4 7-3 16,0 1 1-16,0 0-2 0,0-1-3 31,0 1 1-31,-1-1-1 16,-1-1 5-16,0 2 0 0,-2 0-6 15,-2-1 1-15,3-1 2 16,-3 2-1-16,-2 0-1 16,-1 2 2-16,1-1-2 15,-1 2 1-15,0 0-1 16,0 0 4-16,-1 0-2 0,2 6-1 15,1 0 0-15,1 0-1 16,0 0 0-16,3 0 0 16,1 1-1-16,0 0 0 0,2 0-2 15,0-2 1 1,0 0 1-16,0 0 4 0,2 0-4 16,2-1 3-16,-1 1 0 15,3-1-1-15,-2 0 0 16,-1-1 0-16,3 1 0 15,-1-4-1-15,-3 2 0 0,3-2 1 16,-1 0-1 0,1 0 3-16,1 0 3 0,-2-2 1 15,2-2-3-15,0 0-1 0,-2-3-1 16,-1 4 0 0,1-3 0-16,0 1-1 0,-2 0 3 15,2-2-3 1,0 3 0-16,-2 0 0 15,0 1 0-15,0-3-3 0,-2 4 2 16,2 0 1-16,0-1-1 16,1 0-1-16,-3 2 1 0,2-1 0 15,0 1 0 1,-2 0 1-16,0 0 0 0,2 0 0 0,-2 1-1 16,0 0 0-1,0 0-1-15,0 0-4 16,0 0-2-16,0 0 3 0,1 0 3 0,-1 0 2 31,0 4 0-31,2 2-1 16,-2 0 1-16,1 2 1 0,-1 1-1 0,1-1 2 15,-1 2 0-15,0-1-2 0,0 4 4 32,0-3 0-32,0 1-1 15,3-1 0-15,-3 0 0 16,2-2-2-16,-2 1 0 15,2-1 0-15,-2-2 0 0,2 1-1 16,-2-3 1-16,1-1-1 16,0 2 0-16,2-4 1 15,1 2-7-15,-2-3-13 16,0 0-40-16,0-2-89 0</inkml:trace>
  <inkml:trace contextRef="#ctx0" brushRef="#br0" timeOffset="117046.37">10867 8240 117 0,'0'0'29'0,"0"0"26"0,0 0-21 16,0 0-13-16,0 0-11 0,0 0-7 16,0 0-2-16,0 0 3 15,0 0 1 1,0 0-2-16,0 0 1 0,-13 47 2 16,10-36-1-16,1 2 0 0,1-2-2 15,0 2 2-15,1-2-3 16,0-3 3-16,0 2-4 15,0-3 1-15,1-2-1 16,5 0 3-16,-2-3 1 16,-1 1-1-16,3-3 1 0,-2 0 2 15,3 0-3-15,0 0 3 16,0 0-1 0,-1-4-2-16,1-3 0 15,-1 0 2-15,0-2-3 0,0-2 0 16,-1 1-1-16,-2-3 0 0,0 3 0 15,-1-1 1 1,-2 1 2-16,0 1 4 0,0 1-5 16,0 1-2-1,-4 1-1-15,-1 0-3 0,-3 4 2 0,0 0-10 16,-2 2-10-16,3 0-14 16,-2 0-23-16,2 0-113 15</inkml:trace>
  <inkml:trace contextRef="#ctx0" brushRef="#br0" timeOffset="117558.85">11117 8292 103 0,'0'0'4'0,"0"0"1"0,0 0 13 0,0 0 19 16,0 0 7-16,0 0-3 15,0 0-19 1,0 0-14-16,0 0 3 0,0 0 1 16,0 0-6-16,0 0-2 15,29 0 0-15,-16-2-3 0,1 0 0 16,0 2 0-16,2-1-6 16,-1-1-20-1,1 0-63-15,-3 0-90 0</inkml:trace>
  <inkml:trace contextRef="#ctx0" brushRef="#br0" timeOffset="118170.06">11394 8221 198 0,'0'0'13'0,"0"0"-6"32,0 0 0-32,0 0-3 15,0 0-2-15,0 0-1 16,0 0 6-16,0 0-2 0,0 0 5 15,-29 15 1-15,25-7-5 16,0 1 0-16,1-1-2 16,1 2-2-16,0 0 3 15,2 1-3-15,0-2 1 16,0-2-3-16,0 4 2 0,0-5 1 16,3 0 3-16,5-3-1 15,-2 1-1-15,4-3 3 16,-1-1-3-16,2 0-1 15,0 0 0-15,0 0-3 0,0 0 2 16,-2-1-1-16,0-5 1 16,0 1 2-16,-3-3 2 15,2 1-2-15,-2-1-1 16,-3 1-1-16,1-2 1 0,-2 2 1 16,0 0-2-1,0-3 1-15,-2 2-1 0,0 0-1 0,0 2 0 16,0-2 3-16,-4 1-4 15,-2 4 0-15,-1-1 2 16,-3 0 2 0,2 1-7-16,-1 0 6 0,1 2-5 15,-2-1 4-15,3 2-12 16,1 0-9-16,-1 0-15 16,2 0-15-16,3 3-47 0</inkml:trace>
  <inkml:trace contextRef="#ctx0" brushRef="#br0" timeOffset="118420.1">11640 8209 100 0,'0'0'226'0,"0"0"-210"0,0 0-2 0,0 0 10 16,0 0-2-1,0 0-16-15,0 0-7 0,0 0 0 16,0 0-16-16,0 0-25 16,3 0-4-16,-3 0-29 15</inkml:trace>
  <inkml:trace contextRef="#ctx0" brushRef="#br0" timeOffset="119082.78">11723 8146 178 0,'0'0'28'16,"0"0"-30"-16,0 0-2 0,0 0 13 15,0 0 4 1,0 0 9-16,0 0-1 0,0 0-8 16,0 0-3-16,32 3 0 0,-21-3-4 15,2 0-3-15,-2 0-2 16,2 0 0-1,1 0 0-15,-1 0-1 0,1-3 0 0,-5 3 1 32,0 0-1-32,2-1 1 0,-7 1-1 15,0 0 0-15,-1 0 3 0,-1 0-2 0,-2 0-1 32,0 0 0-32,0 0 0 15,0 3-3-15,0 1 5 16,0 0 4-16,-2 3-4 15,0 0 0-15,0-1 3 0,1 1-2 16,0 2 4-16,1-1 1 16,-1 1-2-16,1-1-3 15,-1 2 1-15,1-1-2 16,0 1-1-16,0-2-1 0,0 3 0 16,0-2 1-16,0-1-1 15,0-2-5-15,4 1-13 16,2-5-6-16,0-2-19 15,4 0-104-15</inkml:trace>
  <inkml:trace contextRef="#ctx0" brushRef="#br0" timeOffset="119648.83">12045 8154 290 0,'0'0'3'0,"0"0"-10"0,0 0-8 0,0 0 3 16,0 0 14-16,0 0 1 15,0 0-2 1,0 0-1-16,0 0 2 0,0 0 3 16,-13 16 1-16,11-10 1 0,0 0-3 15,1 1-3-15,1-2 1 16,0 1-2-1,0 1 0-15,0-3 0 0,0 1-1 0,0-1 1 16,0-3 1 0,2 2 5-16,3-3 5 0,1 0 1 15,-1 0-1 1,1 0-4-16,1 0 1 0,2 0-4 0,-4 0 1 16,3 0 0-1,2 0 0-15,-3 0-1 0,3 0 0 16,-3 0-2-1,2 0-1-15,0 2-1 0,0 1 1 16,1 2-1 0,0 1 0-16,-3 1 0 15,2 0 1-15,-4 0-2 0,1 2 1 0,-4-2-2 16,0 1 3 0,-1-1-2-16,-1 0-1 15,0-2 0-15,0 3 1 16,-3-1 2-16,-5-4 3 15,0 2 1-15,-3-1-4 0,0-3 2 0,-2 2-1 16,4-3-2 0,-2 1-8-16,2-1-11 0,4 0-10 15,-1 0-11-15,4-1-58 0,1-7-68 16</inkml:trace>
  <inkml:trace contextRef="#ctx0" brushRef="#br0" timeOffset="119893.89">12090 8146 241 0,'0'0'35'0,"0"0"-29"0,0 0 9 0,47-10-7 0,-32 9-7 16,-1-1 0-16,-1 1-3 15,-2-3-48-15,0-2-205 16</inkml:trace>
  <inkml:trace contextRef="#ctx0" brushRef="#br0" timeOffset="121627.04">10027 8681 124 0,'0'0'9'0,"0"0"-5"0,0 0 3 0,0 0 2 15,0 0-1-15,0 0 3 0,0 0 7 16,0 0-4 0,0 0-4-16,0 0-2 0,0 0-5 0,19 0-1 15,-11 0-1 1,-1 0-1-16,3-1 1 16,-1 1-1-16,1-1 2 15,3-2-2-15,1 3 0 16,1-2 0-16,3 0 3 0,1 0 1 15,2 1-1-15,2-1-2 16,1 0 0-16,0 1 0 16,-1 0-1-16,3 1 0 15,-1 0 0-15,2-1 1 0,-3 1-1 16,-1 0 0-16,0 0 0 0,-1 0 0 16,-4-2 2-1,0 2-2-15,-1 0 0 16,1 0 1-16,-3 0-2 15,2 0 1-15,-2 0 0 16,5-2 0-16,-4 1 1 16,2 1-2-16,4-1 2 0,-5-1-2 0,4 1 1 15,0 0 0-15,0-1 1 0,0 2-1 32,1-1-1-32,-3-1 2 15,2 1-2-15,0 0 2 16,-2 1-1-16,1-2 0 15,-1 1 0-15,0-1 1 0,0 1 2 16,1 1-2-16,-1-1-1 16,0 0 1-16,0 0-1 0,-1 0 0 15,3-1 0-15,-2 2 1 16,1-1-2-16,1-2 3 16,-1 3 3-16,2-3 2 15,-1 3-1-15,-2-1 1 16,0-2-2-16,3 3 1 0,-4-1-1 15,4 0-4 1,-2 0 2-16,2-2-2 0,1 2 1 16,-2 0-1-16,3-1 1 0,0 0 1 15,-1 0 3 1,2 0-3-16,1 0-1 16,-1 1-1-16,-2-1-1 15,1 0 2-15,0 0-2 16,1 0 0-16,-4 0 3 0,4 1 2 15,-2 1-2-15,-2-3 1 0,0 2-3 16,1-2 1 0,-1 0 0-16,-3 2-1 0,2-2 1 0,-3 0-1 31,1 0 0-31,1 2 1 0,-4-2-1 16,1 0 2-16,-1 0-1 0,1 1 2 0,-3 0-2 31,2-2-2-31,-2 4 2 15,1-3 0-15,0 2 0 16,0-1-2-16,0 1 1 0,-1-1 0 0,2 2 0 16,-2-1 2-1,2-1-2-15,-2 2 1 0,0 0 1 0,0-2-2 16,0 1 1 0,-3 0-1-1,1 1-1-15,-3-1 1 16,2 1 2-16,-3-2-5 0,1 2 4 15,-3 0 0-15,1 0 3 16,0-1 3-16,0 0-2 16,0 0-2-16,-1 1 0 15,1-1 1-15,0 1-2 0,2 0 0 16,-3 0 2-16,1 0 3 16,0 0-1-16,0 0-2 15,-2 0-1-15,-1 0 0 16,-1 0-4-16,0 0 1 15,0 0-1-15,-2 0-1 0,2 0-1 16,-2 0-5-16,0 0-25 16,0 0-36-16,0-3-69 15</inkml:trace>
  <inkml:trace contextRef="#ctx0" brushRef="#br0" timeOffset="133776.06">14931 6926 165 0,'1'2'71'0,"0"-1"-53"0,-1-1 2 0,0 3 0 0,0-2-10 15,0 2-10 1,0 4 2-16,0-1 3 0,0 2-1 16,0 2-3-1,0 0-4-15,0-1 6 16,-3 4 0-16,-6-2-9 0,0-1-43 0,-2-3-109 16</inkml:trace>
  <inkml:trace contextRef="#ctx0" brushRef="#br0" timeOffset="134447.07">15337 6806 134 0,'0'0'36'0,"0"0"-33"0,0 0-4 0,0 0 4 31,0 0 6-31,0 0 5 16,0 0-6-16,0 0 0 15,0 0-3-15,-9 35-1 0,3-27-3 0,0-1 4 0,2-2-3 32,-2-1-2-32,-1-1 0 15,-1 1 9-15,0-1-6 16,-2-3-1-16,0 0 3 0,1 0-5 16,1 0 1-16,3 0-1 15,-2-4 1-15,5-2 0 16,0-1 1-16,2-2-2 15,0 0 2-15,0-1-4 16,0 0 0-16,3 1 5 0,3-1 0 16,0 2 2-16,-1 0-5 15,4 2 1-15,-4 0-1 16,3 0 1-16,-1 3 1 16,4-1 0-16,0 1 3 0,0 0-2 15,1 2 0 1,1-1-1-16,1 1 1 15,1 0 0-15,1-1 2 0,-1 2 7 16,1 0-1-16,1 0-1 0,2-1-1 16,-2-2 1-1,0 3-1-15,-1-1 1 0,-1-1 0 16,-4 1-6-16,-1 0-2 16,-2 1-2-16,-4 0 1 15,-1 0-1-15,-1 0-3 0,-1 0-26 16,-1 0-31-16,0-2-76 15</inkml:trace>
  <inkml:trace contextRef="#ctx0" brushRef="#br0" timeOffset="135046.92">15603 6618 187 0,'0'0'4'0,"0"0"-19"0,0 0 16 31,0 0-7-31,0 0 18 0,0 0-5 16,0 0 4-16,0 0 10 15,0 0-12-15,0 0 0 16,0 0 3-16,-24-6-5 15,24 4-1-15,0-2 3 16,0 0-2-16,3 1-2 16,4-1 0-16,-2 0-3 0,4 2 2 15,0 1-4-15,0-2 0 16,2 3 0-16,-2 0 1 16,0 0-2-16,1 0 1 15,-2 3 0-15,-1 0 0 0,-3 5-3 16,0-1 1-16,-2 1 0 15,-2 0-2-15,0 1 0 16,0-1 3-16,0 2-1 16,-2-3 3-16,-4 1 1 15,1-2-4-15,-2 0 5 0,2-1-3 16,-1-1 0-16,2 0 1 16,2-2 0-16,2 0-3 15,0-2 0-15,0 2-5 0,0-2 14 16,6 0 2-16,0 0 6 15,2 0-3-15,1 0 1 16,0-2-5-16,2-2 3 16,0 1-1-16,-2 3 1 15,2-3-2-15,-2 3-7 16,-2-1-2-16,2 1 0 16,-3 0-10-16,-1 0-30 0,-1 0-74 15</inkml:trace>
  <inkml:trace contextRef="#ctx0" brushRef="#br0" timeOffset="135523.91">15856 6821 128 0,'0'0'46'0,"0"0"-9"0,0 0-7 0,0 0-9 0,0 0 0 16,0 0-3-16,0 0-4 15,0 0-3-15,0 0 0 16,0 0-1-16,42-3-1 0,-31 2-2 15,0 1-4-15,-2 0-2 16,3 0 1-16,-1 0-3 16,0 0 1-16,1 0 0 15,-4 0-5-15,-1 4-19 0,2 0-18 16,-7 2-19 0,0-2-50-16</inkml:trace>
  <inkml:trace contextRef="#ctx0" brushRef="#br0" timeOffset="135707.73">15961 6910 249 0,'0'0'44'15,"0"0"-24"-15,0 0-3 16,0 0 6 0,0 0-6-16,0 0-11 15,0 0-6-15,0 0 0 16,43-1-5-16,-33 1-32 0,-1 0-56 0,1-3-95 15</inkml:trace>
  <inkml:trace contextRef="#ctx0" brushRef="#br0" timeOffset="136532.62">16443 6774 102 0,'0'0'21'16,"0"0"1"-16,0 0-1 15,0 0 2-15,0 0 4 16,0 0-7-16,0 0-5 15,0 0-7-15,0 0 1 0,4-21 2 16,-4 19-1-16,0 2-4 16,-1 0-4-16,-2 0 3 15,-1 0 0-15,-2 0-6 16,1 0 3-16,-2 5-1 0,1-1-1 16,1 2 0-16,-3 1-2 15,3 0 1-15,-2 1 0 16,2 1 0-16,1 0 0 15,0 0 1-15,2 1-1 0,1 0-2 16,-1 0 1-16,2-1 0 16,0-2 1-1,0 0-2-15,0 0 1 0,2 1 1 16,2-3 5-16,3-2 1 16,-2 1-3-16,4 0 2 0,-2-1-1 15,3-2-2 1,2 2 1-16,-1-3-1 0,0 2 1 15,1-2-1-15,-1 0-2 0,-1 0 4 16,2 0-2 0,-5 0 1-16,1-5 0 15,-2 1 1-15,2-2 1 16,-3 1 2-16,1-4-2 0,-4 1-1 0,1-2 1 16,-1 1-1-1,0-2 1-15,-2 1 0 16,0 0 4-16,0 0-5 0,0 3 1 0,0 0 1 31,-4 3-4-31,-1 1-3 0,-3 1-2 0,-2-1 0 16,1 3-7-16,-2 0-11 15,-2 0-7-15,2 3-14 0,0 3-14 16,3-2-31-16</inkml:trace>
  <inkml:trace contextRef="#ctx0" brushRef="#br0" timeOffset="136798.51">16752 6810 302 0,'0'0'17'0,"0"0"-6"0,0 0-1 0,0 0 1 0,0 0-9 16,0 0-2-16,0 0-13 16,0 0-49-16,0 0-58 15</inkml:trace>
  <inkml:trace contextRef="#ctx0" brushRef="#br0" timeOffset="137509.96">16994 6713 178 0,'0'0'26'0,"0"0"6"0,0 0-21 0,0 0-3 15,0 0-6-15,0 0 5 0,0 0-5 16,0 0 1-16,-42 5 0 16,33 4 2-16,3 0-3 15,0 2 0-15,1-1-1 0,3 0 0 16,0 1-1 0,2-1-1-16,0-1 4 0,0-2 2 15,3 0-3-15,5 0 3 16,0-3 3-16,3 1 4 0,2-4-4 15,1 1-3 1,0-2-3-16,-1 0 0 0,1 0 0 16,-1 0 1-1,-1-5 2-15,-5-2 2 0,3 0 3 0,-4-2 0 16,2-2 1 0,-6 1-2-16,0-3-6 15,-1 2 2-15,-1-2-3 0,0 3-1 16,0-1 1-16,-7 5 0 0,-3-1-5 15,-2 3-3 1,-2 1-7-16,1 2-8 0,-3 1-1 16,3 0 5-1,0 0-26-15,3 1-23 16,5 2-52-16</inkml:trace>
  <inkml:trace contextRef="#ctx0" brushRef="#br0" timeOffset="137879.91">17239 6679 205 0,'0'0'30'0,"0"0"-21"0,0 0 8 15,0 0 6-15,0 0 0 16,0 0-18-16,0 0-6 16,0 0-3-16,0 0 2 0,0 0 4 15,2 36 0-15,-1-24 0 16,-1-1-1-16,2 0 0 15,-1 0 2-15,1-1-2 16,1-1-2-16,-1 0 2 0,-2 0-1 16,2-2 0-16,-2-1-11 15,1-2-58-15,0-3-80 16</inkml:trace>
  <inkml:trace contextRef="#ctx0" brushRef="#br0" timeOffset="138458.7">17410 6703 158 0,'0'0'8'0,"0"0"-3"16,0 0 10-1,0 0-1-15,0 0 14 0,0 0-11 0,0 0-9 16,42-20 3-16,-33 19-4 16,3-2 5-1,3 3-1-15,-3 0-2 0,0 0-3 16,-5 0-3 0,1 0-3-16,-2 0 0 15,-3 6-3-15,0 1-1 16,-3 0 1-16,0 3-4 0,0-1 5 0,-5 2 2 15,0 0 1 1,-2-1-2-16,1 0 2 16,-2 0-1-16,0-3-3 15,-2 0 4-15,1 0-7 0,1-1 0 16,0 0 7-16,3-1 0 16,1-2 1-16,1 0-2 0,2 0-3 0,1-2 1 31,0-1-2-31,0 0-1 15,0 0 19-15,4 0-3 0,0 0-2 0,3 0-5 32,1 0-2-32,4 0 4 0,-4-3 1 15,3 2 2-15,0-2 0 16,2 2 2-16,0-1-2 16,0 1-3-16,1 1-2 15,-3-1-3-15,-3-1-1 0,2 2 0 16,-1 0-7-16,-4-2-26 15,1-2-55-15,0 1-135 16</inkml:trace>
  <inkml:trace contextRef="#ctx0" brushRef="#br0" timeOffset="138997.21">17749 6672 202 0,'0'0'6'0,"0"0"-4"0,0 0-4 0,0 0-15 15,0 0 28 1,0 0-10-16,0 0 0 0,0 0 6 16,0 0-1-16,0 0 0 15,-18 23-1-15,16-16-2 16,2-3-3-16,0 0 5 0,0-1-2 15,0 1 1-15,0-1 2 16,6-3 2-16,-1 2 7 16,1-1-1-16,2-1-1 15,0 0-4-15,-1 0-2 0,2 2-3 16,2 0 0 0,-4-2-1-16,1 2 1 0,2 2-2 15,-3-1 0-15,3 0 1 16,-4 1 1-16,3 3-3 15,-3-1 1-15,0-1-2 16,0 2 1-16,-1 1-1 0,-1 0-3 16,0 1 3-16,-2-1 0 15,-1-1-1 1,-1 2 0-16,0-2-2 16,0 0-1-16,-1 0 4 15,-7-4 3-15,0 3-2 0,1-2 0 16,-4-3-3-16,0 1 13 15,0 0-13-15,2-2 7 16,-1 0-11-16,2 0-12 0,1 0-1 16,2 0-23-16,0-5-49 15</inkml:trace>
  <inkml:trace contextRef="#ctx0" brushRef="#br0" timeOffset="139212.28">17797 6700 228 0,'0'0'16'0,"0"0"6"0,41-11 2 15,-21 8-7 1,0 0-12-16,0 1-5 15,-1-3-30-15,-2 1-153 0</inkml:trace>
  <inkml:trace contextRef="#ctx0" brushRef="#br0" timeOffset="142008.98">9736 9363 182 0,'0'-1'39'0,"2"-1"-12"0,0 0-16 0,-2 2 1 16,2 0-6-16,-2 0-5 16,0 0-1-16,2 0 0 0,0 0-2 0,0 2 2 15,0 4 0-15,2 0 2 16,-2 2 0-1,3 2 2-15,1 0-3 0,-1 3-1 16,6-2 1 0,-4-1-1-16,1 1 0 0,2 0 2 15,-4-1-2-15,1-2 1 16,-1-1-1-16,1-1 0 16,-2-3 1-16,-2 1-1 0,1 0 2 15,-2-2-1 1,0-1 0-16,-2-1 2 15,2 0-2-15,-2 0 7 0,0 0 12 0,0-4-10 16,0-3-8-16,0-2-1 16,0-1 0-1,0-4 0-15,0 0 0 16,0-1-1-16,-2-3 0 16,2 0 0-16,0-2 0 0,0 1 0 0,-2 1 2 15,2-2-2 1,0 3 0-16,0 0 0 0,0 0 1 0,0 0-1 31,0 0 0-31,0 0 1 16,0-2-1-16,0 2-1 15,0 0 1-15,0 0 1 0,0-1-1 16,0 1 0-16,0 1 0 16,0-1 0-16,0 0 1 15,0 3 0-15,0 1-2 16,0 0 1-16,0 3 0 15,0 2 1-15,-2 0-1 0,2 1-1 0,0 3 2 16,0-3-2 0,0 4 1-16,0-1-1 15,0 1 1-15,2 0-1 16,0-1 1-16,0 1 0 0,1 0 0 0,-1 2 0 16,-1-2-1-1,2 0 2-15,-3-1-1 0,0 3 0 0,0-2 0 16,0 0-3-1,0 0 1 1,0 0-1-16,0 0 2 0,0 1 4 0,0 0-1 16,0-1-2-1,0 2 0-15,0-1 0 16,0 1 0-16,0 0-1 16,0-1 1-16,0 2-1 15,0-2 2-15,0 1-1 16,0 0 0-16,4 1 0 0,-1-2 0 15,-1 2 0-15,3-1 0 16,-3 1 0-16,3 0 0 16,1 0 0-16,0-1 0 15,-2-1 0-15,4 2 0 0,-3 0 0 16,3-1 0-16,-3 1 0 16,6 0 0-16,-2-2 0 15,0 1 0-15,3 1 0 16,0 0 0-16,2-1 0 0,-1 1 0 15,0 0 0 1,3 0-1-16,-2 0 1 0,0 0 1 16,-1 0-2-16,1 0 1 15,-2 0 1-15,2 0-2 16,-1 0 1-16,-2 0 0 16,1 0 0-16,-3 0 1 15,1 0-2-15,0 0 1 0,1 0 1 16,-2 0-1-16,4 0 0 15,0 0 0-15,1 0 0 16,-3 0-1-16,2-2 2 0,-1 2-1 16,1 0-1-1,-2 0 2-15,0 0-2 0,0 0 1 16,3 0 0-16,-1-1 0 16,1 1 1-16,0 0-2 15,2-2 2-15,-1 1-2 0,5 1 2 0,-3-1-2 31,2 0 1-31,0 0 1 0,0 0-1 0,3-1-1 16,-2 1 1 0,2-2 1-16,0 3-1 0,2-3 0 15,-1 2 0 1,2-2 0-16,-2 2 0 0,2-1 0 0,2-1-1 16,-2 0 1-1,0 1 1-15,0-1-1 0,-2 1 0 16,1-1 0-16,-2 1 0 0,1 0 0 31,1 1 0-31,-1-2 0 16,1 3 0-16,1-2 0 0,-1 1 0 0,3 1-1 15,-2-3 2 1,-3 3-1-16,2-1 0 16,1-1 0-16,2 1 0 15,-4-2 0-15,2 3 1 16,1-1-1-16,-1-2 1 15,1 1-2-15,1 1 1 0,-2-2 1 16,-2 2-1-16,3-1 0 16,0 1 0-16,0-2 0 15,2 3 0-15,0-1 0 16,0-1 0-16,0 1 0 0,0 0 0 16,-1-1 0-16,2 2 2 15,0-2-2-15,-1 0 0 16,2 2 1-16,-1-2-1 15,0 1 0-15,0 1 1 16,-2-1-1-16,0 0 1 16,0-1-1-16,-5 0 0 0,2 1 0 15,1-1 3-15,-2 2 0 16,-2-3 0-16,2 2 0 16,-4-2 1-16,0 2-1 0,1-1 1 15,-6 1 0 1,2 0 1-16,-3-2 0 15,1 2 2-15,-3 0-2 0,-3 1-3 0,0 0 0 16,-2 0-2 0,-2 0-1-16,-4 0-2 0,0 0-28 15,0 0-44 1</inkml:trace>
  <inkml:trace contextRef="#ctx0" brushRef="#br0" timeOffset="143433.49">10246 9210 91 0,'0'0'29'0,"0"0"-3"0,0 0-6 0,0-3 6 0,0 3-3 16,-2-1-3-16,0 0-4 15,0 0-2 1,1 0-2-16,-1-1 2 0,-1 2-4 0,1-1-4 31,-1 1-4-31,0 0-6 16,0 0 3-16,-1 0 3 0,-3 0 0 15,1 0-3-15,-3 0 2 16,2 0 1-16,-2 0-2 16,1 3 0-16,2-2 1 15,-2 2 0-15,3 1 0 0,-2 2-1 16,2-2 0-16,-1 2-2 15,2 2 1-15,1 0 0 16,1 0-1-16,0-1 1 16,0 3 0-16,2-3 0 0,0 2 0 15,0-3 0-15,0 3 0 16,0-2 2-16,0 0-1 16,0 1-1-16,2-1 1 15,2 0 1-15,-1-3-4 16,1 2 10-16,2-2-5 0,-1 0 0 15,2-1 5-15,0-3 1 16,1 2-1-16,2-2-3 16,-1 0-1-16,0 0-2 0,4 0 1 15,-4-3-2 1,0-3 2-16,0 0 0 16,0-1 0-16,-3 0 1 15,1-1 0-15,-3-1 0 0,-2 1 3 16,-1-2-3-16,1 1 10 0,-2-1-9 15,0 0-2 1,0 0 2-16,0 1-1 0,0 0-1 16,-3-1 0-1,1 4-2-15,-2-1 0 0,-3 3-2 0,1 1 0 16,-3 1-5-16,-2 2-14 16,2 0-19-16,0 0 2 15,-3 0-35-15,6 2-43 0</inkml:trace>
  <inkml:trace contextRef="#ctx0" brushRef="#br0" timeOffset="143721.26">10400 9275 248 0,'0'0'43'0,"0"0"-37"0,0 0-1 0,0 0 1 16,0 0-2-16,0 0 1 0,0 0-4 15,0 0-1-15,0 0-6 16,0 0-34-16,0 0-107 16</inkml:trace>
  <inkml:trace contextRef="#ctx0" brushRef="#br0" timeOffset="144415.65">10686 9200 74 0,'0'0'30'0,"0"0"-19"16,0 0 6 0,0 0 12-16,0 0 5 15,0 0-4-15,0 0-13 16,0 0-5-16,0 0 1 0,-33-7-1 0,26 7-1 16,-1 0-4-1,0 0-5-15,-1 0 0 0,0 4-2 0,0 0 1 31,0 5-2-31,1-1 1 0,3 1-3 16,1 2 0 0,-1 2 0-16,4-3 1 0,1 3 1 0,0-3 0 15,0 0-2 1,6-2 2-16,-2 0 0 16,2 0 9-16,3-2 0 15,-2-1-3-15,3-1-2 16,0 1 2-16,1-4 1 0,3-1 0 15,-3 0 0-15,3 0-1 16,-5 0-2-16,2 0 0 16,0-3 2-16,0-1-1 0,-5-2 1 15,1 1 4-15,-1-4 10 16,-2 2-10-16,2-3-3 16,-4 2 0-16,0-1-2 0,-2-2-3 15,0-1 0 1,0 1 0-16,0 2-2 0,0 0 0 15,-4 1-2 1,-4 1-3-16,3 2 6 0,-6 2-13 16,2 0 16-16,-2 3-13 0,-1 0-5 15,1 0-5 1,-1 0-8-16,2 0-11 0,3 0-29 16,-1 3-50-1</inkml:trace>
  <inkml:trace contextRef="#ctx0" brushRef="#br0" timeOffset="144864.31">10871 9147 123 0,'0'0'35'0,"0"0"-3"0,0 0-9 0,0 0 13 16,0 0-5-16,0 0-8 15,0 0-9-15,0 0-7 16,0 0-5-16,0 0-2 0,0 0 1 16,0 8 2-16,0 1 0 15,0 2-1-15,0 1 3 16,0 0-4-16,1 0 13 16,2 1-12-16,0 1 1 15,-1-2 0-15,3-1-3 0,-4 2 1 16,3-4-2-16,0 0 2 15,-2 0-1-15,0-2-10 16,1-3-14-16,1-4-45 16,0 0-130-16</inkml:trace>
  <inkml:trace contextRef="#ctx0" brushRef="#br0" timeOffset="145525.98">11086 9164 127 0,'0'0'8'0,"0"0"-3"16,0 0 2 0,0 0 12-16,0 0 14 0,0 0-20 0,0 0 2 15,0 0 5 1,0 0 2-16,4-1-5 0,-4-2-8 15,2-1-3-15,1-2 2 16,4 2-7 0,0 0-1-16,1 0 1 15,1-1-2-15,1 4 2 0,0-2-2 0,-1 3 2 16,1 0 0-16,-2 0-1 16,-2 0-1-16,1 7 0 15,-1 0-1 1,0 2 0-16,-4 1 0 15,0 0 1-15,-1 1 0 16,-1-1-3-16,0 0 0 0,0-2-4 0,0 1-2 0,-3-2-4 31,-5-1 5-31,2-1 11 16,-2 1 4-16,3-2-6 16,-1-1 0-16,0 1 3 15,2-1-2-15,0 0-2 0,0 1-2 16,1 1-3-16,1-1 2 0,2 0 1 15,-2-1 0 1,2-1 0-16,0 0 1 16,0 0 2-16,0-1 2 0,0 0 7 15,0-1 16-15,4 0-11 0,1 0-1 16,1 0-7 0,1 0 2-16,0 0-4 0,-1 0-1 15,3 0 3 1,1 0-2-16,-2 0 2 0,3 0 3 15,1 0-4-15,-3 0-3 0,0 0-1 16,2 0 1-16,-2 0-2 16,-2 0 1-1,1 0-5-15,-2 0-19 16,0-2-61-16,0-4-143 0</inkml:trace>
  <inkml:trace contextRef="#ctx0" brushRef="#br0" timeOffset="146163.51">11461 9113 115 0,'0'0'17'0,"0"0"-12"0,0 0-5 0,0 0 2 15,0 0 1-15,0 0 3 16,0 0-3-16,0 0 0 15,-25 43 1-15,23-35 1 16,2-1-1-16,-2 1 0 16,2-4 0-16,0 2-2 0,0-2 3 15,0-3 11-15,3 1-4 16,2-1 9-16,1-1 0 16,1 0-3-16,1 0-7 0,2 0-3 15,-2 0-2-15,3 0 2 16,-1 0-2-16,1 0-2 15,-2 0 1-15,2 0-3 16,-2 3-1-16,0 0-1 0,1 0 1 16,-4 1-1-16,0 0-1 15,-3 0 0 1,1 0 0-16,-2 1-1 0,0 1 2 16,-2-1-1-16,0 1-2 15,0 0 0-15,0-1 2 0,0 1 1 16,-2 1 2-16,-5-3 4 15,1 2-2-15,-4-3 0 16,0-1 1 0,3 0-3-16,-2 0 0 0,0-1-1 0,2-1 0 15,-2 0-2 1,3 0-9-16,-3 0-11 0,2 0-17 16,0-6-63-16</inkml:trace>
  <inkml:trace contextRef="#ctx0" brushRef="#br0" timeOffset="146377.54">11475 9105 236 0,'0'0'28'0,"0"0"-12"0,0 0-6 0,38-13-3 16,-29 13-7 0,2 0-2-16,0 0-45 0,0-3-117 15</inkml:trace>
  <inkml:trace contextRef="#ctx0" brushRef="#br0" timeOffset="146889.06">11819 9164 120 0,'0'0'17'16,"0"0"8"-16,0 0-3 15,0 0 2-15,0 0-11 16,0 0 1-16,36 1 4 0,-27-1-2 16,3 0-1-16,0 0-2 15,2 0-6-15,-3 0-2 16,2 0-3-16,-3 0 0 15,-1 0-2-15,1 0 2 0,-2 0-2 16,0 0 0 0,-5 0 0-16,1 0-5 15,-2 0-22-15,-2-1-38 0,0-3-89 0</inkml:trace>
  <inkml:trace contextRef="#ctx0" brushRef="#br0" timeOffset="147238.35">11873 9076 152 0,'0'0'39'0,"0"0"-31"15,0 0 17-15,0 0-6 32,0 0-5-32,3 39-1 0,-1-28-3 0,0 2-4 15,2-2 0 1,-2 2 1-16,0 0 1 16,-1 0-2-16,1-2-1 15,0 2-3-15,2-4-1 16,-1 0 1-16,-1 0-2 15,0-3 1-15,0-1-2 16,1-1-4-16,1-2-25 0,0-2-44 16,-1 0-140-16</inkml:trace>
  <inkml:trace contextRef="#ctx0" brushRef="#br0" timeOffset="148520.01">12196 9062 102 0,'0'0'37'0,"0"0"-8"0,0 0 4 15,0 0-7 1,0 0-5-16,0 0-11 0,0 0-4 0,0 0-2 15,0 0-2 1,0 0 4-16,0 0-2 16,0 0-3-16,3-4 2 15,-3 3 1-15,0 1-3 0,-2-1 4 16,-1 1 3-16,1 0-1 0,0 0-1 16,0 0-4-1,0 0 1-15,-1 0-2 0,0 2-2 16,0 4 1-1,0 1 0-15,-1 0-1 0,0 1 1 0,1-1 0 16,1 2 0 0,0 0 0-16,-1-1-1 15,2 2 1-15,0 0-1 16,1-2 1-16,0 1 0 16,0-1 0-16,0 0-1 0,0 1 0 0,2-3-2 15,3 0 8-15,-2-2 8 16,2-1-7-1,0 1 2-15,1-1-1 16,0 0 10-16,0-3-11 0,-2 1-2 16,3-1-1-1,0 0 1-15,0 0 1 0,0 0-2 0,1 0 0 0,2 0-2 32,-3 0 2-32,1 0-2 0,-1 0 0 0,2-1 0 31,-3-2-1-31,1 0 1 15,-2 0 1-15,1 1-1 0,-1-2 0 16,-3-1 1-16,1 2 1 16,1-1 0-16,-2 0 0 15,-2-3 1-15,2 2-2 16,-2-2 0-16,0 2 1 16,0-3-2-16,0 0 0 0,0-1 2 15,0 1-1-15,0-3-1 16,0 1-1-16,0 1 1 15,0-1 1-15,-2 3-1 16,-2 0-1-16,-2 1-1 0,0 1 1 16,-1 3-2-16,1-1-4 15,-3 2-20-15,-3 1-11 16,2 0-11-16,1 0-70 16</inkml:trace>
  <inkml:trace contextRef="#ctx0" brushRef="#br0" timeOffset="153960.48">13710 7271 39 0,'0'0'71'0,"0"-1"-42"0,0-2 6 0,0 0 0 32,0 3-10-32,0-3 2 0,0 1-6 15,0 2-1-15,0 0-5 16,0-2-5-16,0 2-6 0,0 0-4 0,0 0-1 31,0 0-2-31,0 7 3 0,0 0-1 16,0 2 2-16,0 1-1 15,4 1 3-15,-1-1-2 16,-1 3 2-16,0-2 0 16,1 2-1-16,-1 1-2 15,2-1 1-15,-2 1-1 16,0-1 1-16,0 1-1 15,1-1 1-15,1-1 2 0,-1 1 0 16,0-2 1-16,1 0 10 16,0-1-12-16,-2-3 0 15,0 1-1-15,1-2 0 16,-3 0 1-16,4-1-1 0,-2-2 0 16,-2 0 0-16,0 1 0 15,2-1-1-15,-2 0 0 16,0-1-24-16,0 0-13 15,0 0-37-15,-6-2-67 16</inkml:trace>
  <inkml:trace contextRef="#ctx0" brushRef="#br0" timeOffset="154212.57">13705 7520 140 0,'0'0'52'0,"0"0"-31"16,0 0 4-16,0 0 3 0,0 0-10 16,0 0-5-1,0 0-4-15,45 5-5 0,-35-2-3 16,2 0-1-1,0 1 1-15,1-1-3 16,-4-3-27-16,3 0-77 0</inkml:trace>
  <inkml:trace contextRef="#ctx0" brushRef="#br0" timeOffset="154387.68">13866 7490 294 0,'0'0'16'0,"0"0"-11"0,0 0 1 32,0 0-4-32,0 0-2 15,-32 41-1-15,24-27-14 0,-2 1-69 0</inkml:trace>
  <inkml:trace contextRef="#ctx0" brushRef="#br0" timeOffset="155476.41">13462 8165 191 0,'0'0'17'0,"0"0"-2"0,0 0-11 0,0 0-3 31,0 0 0-31,0 0 2 15,0 0 9-15,0 0-2 16,0 0 2-16,0 0-3 0,0 0-10 16,-30-12 4-16,24 15-2 0,-3 0 1 15,3 4-2-15,-4 1 0 16,3 1 0 0,1 0 0-16,2 1 0 0,0 1 1 15,2 0-1-15,2 1 2 0,0-1-2 16,0-1 0-1,0 2 0-15,2-3 0 16,4 1-1-16,1-1 8 16,1-2-6-16,4 1 0 15,-1-2 2-15,-1-2 0 0,1-1-2 16,1-1 2-16,-1-2 0 16,-1 0 0-16,-1 0-1 0,-1 0 2 15,2-5 0 1,-2 0-2-16,-4-4 1 15,1 2 1-15,-1-2 0 0,-2-2 1 16,-1 0-3-16,0-1 0 16,1 0-2-16,-2 0 1 0,0 2-1 15,0-3 1-15,0 4-1 16,-3 0 1-16,0 2 3 16,-1 3-4-16,-2-2 1 15,1 4-2-15,-4 0-5 0,2 2 0 16,-2 0-11-1,1 0 2-15,1 0-17 0,2 0-32 16,0 3-40-16</inkml:trace>
  <inkml:trace contextRef="#ctx0" brushRef="#br0" timeOffset="155699.79">13678 8190 280 0,'0'0'17'0,"0"0"-2"0,0 0-6 0,0 0-7 0,0 0-2 16,0 0-11-1,0 0-19-15,0 0-28 0,0 0-29 0,0 0-31 31</inkml:trace>
  <inkml:trace contextRef="#ctx0" brushRef="#br0" timeOffset="156501.26">13889 8133 137 0,'0'0'39'16,"0"0"7"-16,0 0-28 0,0 0-2 16,0 0-3-16,0 0-4 15,0 0-4-15,0 0-2 16,-2-27-3-16,-3 27 0 15,1 0-1-15,-6 0 0 0,0 0 3 16,-1 0-3 0,-3 2 5-16,1 4-2 0,4 2-2 15,-3-1 0-15,1 3-2 16,5-1-2-16,-1-1 1 0,6 1-2 16,-1 0-1-1,2-3 2-15,0 0 1 0,2 1-2 16,6-1 8-16,-2-1 4 15,1-2-4-15,2 1 2 0,2-1 0 16,0 0-1 0,3-1 2-16,-1-1-1 15,-2 0 0-15,1 2-1 0,-2-3 0 16,1 3-2-16,-3 1-1 0,-1-1 1 16,1 3-2-16,-4-1-3 15,-1 1 2 1,-1 1-1-16,0 0-1 0,1 2 1 0,-3-2 2 31,0 0-1-31,0 2 2 0,0-2-2 16,-9-3-1-16,4 3-1 0,-4-3 2 15,1-1-1 1,-2 0 4-16,1-3-4 0,0 0 5 16,2 0 3-16,1 0-4 0,0 0-1 15,5 0 1 1,-3-3-1-16,2 0-1 0,0-4-1 15,0-1-1 1,2 2 0-16,-2-2 3 16,2-1-1-16,0-1-2 15,0 0 1-15,0-1 1 0,0 0 4 0,0-1 4 16,0 2-5-16,3-1 1 0,2 2-1 31,-3-2 2-31,2 5-1 16,0 0 0-16,3-1-1 15,-3 0 1-15,2 3-1 0,0 1-2 16,-1 1-1-16,1 1-1 16,-4 0-5-16,3 1-15 15,0 0-36-15,-3 0-69 16</inkml:trace>
  <inkml:trace contextRef="#ctx0" brushRef="#br0" timeOffset="157084.19">14094 8115 171 0,'0'0'34'0,"0"0"-5"0,0 0-23 0,0 0-5 16,0 0 0 0,0 0 4-16,0 0 1 0,0 0-4 15,-37 7 4-15,29-1-1 16,2 2-2 0,0 1-1-16,1 2 1 0,-1 2-3 0,1-2 2 15,2 2-1-15,3-2-1 16,0 2 1-1,0-1-3-15,0-1 3 16,2-1 0-16,4-2 5 0,2 2-4 0,-1-3 0 16,1-1-1-16,4-2 2 15,-1 1 2-15,-1-3-3 16,1-2 3 0,2 0-1-16,-3 0 3 0,2 0-5 0,-5-2 2 31,-1-7 5-31,2 2-2 0,-4-6 1 0,0 2-1 0,-1-3 0 31,-2 0-2-31,0-1-2 16,-1 0 4-16,0 2 8 15,0-1-14-15,-2 5 5 16,-3-1-3-16,0 6 0 0,-2 0-4 16,-2 2-4-16,1 2-7 15,-4 0-22-15,1 0 10 16,-2 3-5-16,2 3-15 15,4-1-49-15,2-2-67 0</inkml:trace>
  <inkml:trace contextRef="#ctx0" brushRef="#br0" timeOffset="157561.7">14347 8182 20 0,'0'0'89'0,"0"0"-56"0,0 0 5 0,0 0-8 15,0 0-9-15,0 0-7 16,0 0-4 0,0 0-3-16,0 0-4 15,0 0 0-15,0 0-1 0,5 0 2 0,-2 0 4 16,2 0 7-1,1 0 1-15,2 0-5 16,0 0-4-16,5 0-1 16,-1 0 1-16,3 0 1 15,4-2 0-15,-1 1-2 0,-2-2-2 16,0 3-4-16,-1-1 1 0,-3 1 0 0,-2 0-2 31,-3 0-2-31,-3 0-25 16,-4 0-60-16</inkml:trace>
  <inkml:trace contextRef="#ctx0" brushRef="#br0" timeOffset="158642.94">14753 8131 126 0,'0'2'152'0,"0"0"-140"0,1 1-10 0,1 1-1 15,-1 2-1 1,2-1 1-16,-1 2-2 0,-2 3 1 16,3-1-1-16,-2-2-8 0,2 0-19 15,-1-1-28 1,3-5-29-16</inkml:trace>
  <inkml:trace contextRef="#ctx0" brushRef="#br0" timeOffset="158778.92">14806 8150 305 0,'0'0'33'0,"0"0"-33"15,0 0 0 1,0 0 0-16,0 0-14 0,0 0-69 0</inkml:trace>
  <inkml:trace contextRef="#ctx0" brushRef="#br0" timeOffset="159860.31">13372 8672 107 0,'0'0'20'0,"0"0"-1"0,0 0-4 15,0 0 6-15,0 0-7 0,0 0-8 16,43-8-4-16,-32 7-1 0,0 1 2 31,1 0 0-31,1 0 3 16,5-1 2-16,-1 1-2 0,2-2 0 15,5 2-1-15,-1 0-2 16,3-3 0-16,1 0-2 16,2 1-1-16,2-1 1 15,0-1-1-15,3-1 2 16,-3 2 4-16,1 1 6 0,1-1-2 16,1 0-2-16,-6 2-5 15,3-1-2-15,-1-2 0 16,-3 4 0-16,2-2 0 15,-2 1-1-15,-2-3 0 0,2 2 2 16,-1 0-2-16,-2-1 0 16,1 1 1-16,0 0-1 15,-4-1 0-15,2 1 0 16,-1-1 1-16,2 0-1 0,2 2 0 16,-1-2 0-16,-1 0 2 15,3 2 1-15,-4-2 1 16,4 3 0-16,-2-1 1 15,1-2-1-15,-5 0-1 0,3 2-1 16,0-2 2-16,-4 1-4 16,2-2 2-16,-2 3-1 15,0-2 0-15,-1 0 0 16,-2-1 1-16,1 2-1 0,-1 0 0 16,-2-1 0-1,-1 1-1-15,-1 2 1 0,1 0-1 16,-2 0 0-16,-3 0-1 15,-1 0 0-15,0 2-8 0,-5 3-23 16,-2 1-37-16,-1-2-93 16</inkml:trace>
  <inkml:trace contextRef="#ctx0" brushRef="#br0" timeOffset="161540.63">13503 9184 222 0,'0'0'17'0,"-3"0"2"0,3 0-2 0,0 0-3 16,0 0-2-1,0 0-3-15,0 0 1 0,0 0-9 16,0 0-3-16,0 3 0 0,0 2 3 31,0 0 2-31,3 5-1 0,1-1-1 16,0 1-1-16,1 1 0 16,1 0 0-16,-1 1 0 15,2 0 0-15,-1-1 0 16,-1 0 0-16,3-3 0 15,-4 2 0-15,4-3 0 0,-4-1 0 0,3-2-2 16,-3-1 1-16,-1 0-1 0,1-2-4 31,0-1 1-31,1 0 2 16,-4 0 2-16,1 0 1 16,2-4 5-16,-2-4-3 0,-2-2-1 15,2-2 2-15,-2-1-3 16,2-2 1-16,-2-4-1 15,0-1 0-15,1-2-5 16,1-1-5-16,0 0-6 0,0-2 11 16,0 0 3-16,0 1 3 15,0 2 1-15,-1 0 0 16,1 1-1-16,-1 3 1 16,0 2 1-16,0 1-2 15,1 0-1-15,0 1 0 0,0 3 0 16,1-1-1-16,-1 2 1 15,4 0 0-15,-2-1 0 16,-1 4 0-16,2-3-1 16,-1 3 1-16,-1 0 0 15,1 2-2-15,0 1 0 16,0-1-3-16,-2 2-4 0,1-1 7 16,2 2 1-16,-1-1 1 15,-1 0-2-15,3-1 3 0,-2 3-1 16,1-2 0-16,4 0 0 15,-2 2 0-15,1-2-1 16,1 1 2-16,0-2 0 16,0 3 0-16,0-3 1 0,-1 1 3 15,4 0-2 1,-3 0-2-16,-1 1 0 16,3 0-1-16,1 0 0 0,-3 1 1 15,5-1-2 1,-5 2 1-16,5-2 0 15,-1 0 0-15,3-1 2 0,-1 1 1 16,3-1 3-16,0 0-2 0,1 0-2 16,-1-1 0-1,2 1 0-15,1 1-2 16,-1-2 0-16,2 3 0 0,-1-2 0 0,3 0 2 16,0 0-2-16,-2 0 0 15,2 0 2-15,0 0-2 16,0-1 0-1,-1 3 1-15,2-2 1 16,2 2-1-16,0-1 1 0,1 2-2 0,0 0 0 16,0-1 1-16,1 0-1 15,-1-1 1-15,-2 1 1 16,1-1-1 0,-2 0 3-16,-3 1-1 15,-2-2-2-15,2 2 1 0,-5 0 2 16,-3-1-3-16,1 1 2 15,-1 1 0-15,-3-2 10 16,-4 2-10-16,2 0-1 16,-4 0-2-16,1 0 1 15,-4 0-1-15,0 0-2 16,-1 0-2-16,-1 0-13 0,0 3-5 16,0 0-13-16,-3 1-70 15</inkml:trace>
  <inkml:trace contextRef="#ctx0" brushRef="#br0" timeOffset="161938.62">14234 9015 144 0,'0'0'33'0,"0"-2"3"0,0 0 3 15,0-1-2-15,0 3-9 0,0 0-14 16,0 0-12 0,3 0-1-16,-1 3-1 15,2 4-1-15,-2 0 3 16,-1 2 2-16,1-1-10 16,-1-1 6-16,1-1-6 0,-2 0-12 15,0-2-15-15,2-1-48 16,-2-3-50-16</inkml:trace>
  <inkml:trace contextRef="#ctx0" brushRef="#br0" timeOffset="162087.1">14297 9015 304 0,'0'0'26'0,"0"0"-39"16,0 0 16-16,0 0-7 15,0 0-32-15,12 39-89 0</inkml:trace>
  <inkml:trace contextRef="#ctx0" brushRef="#br0" timeOffset="163488.23">12865 8639 219 0,'0'0'40'0,"0"0"-10"0,0 0-11 0,0 0-8 16,0 0 0-16,4 0-6 16,1 0-2-1,-1 6-2-15,0 2-1 0,2 2 0 0,-2 3 0 16,-4 4-1-1,0 1 0-15,0 1 2 0,-2 1-3 16,-8-1-18 0,-7 0-47-16</inkml:trace>
  <inkml:trace contextRef="#ctx0" brushRef="#br0" timeOffset="164059.64">15422 8510 79 0,'0'0'86'0,"0"0"-60"0,0 0-6 16,0 0 18-16,0 0-12 15,0 0-12-15,0 0-4 16,0 0 2-16,11 48-7 16,-9-34-4-16,-2 3-1 15,0 2-7-15,-8-2-39 0,-6-4-108 0</inkml:trace>
  <inkml:trace contextRef="#ctx0" brushRef="#br0" timeOffset="164958.41">15898 8031 36 0,'0'0'30'0,"0"0"-20"0,0 0 10 0,0 0-4 0,0 0 0 16,-34 43 4-16,30-33-5 0,-2 1 6 15,3 0-6 1,1 2-1-16,2-1 2 16,0 0 4-16,0-1-12 0,0 0-4 0,0 0-1 15,5-1-1-15,3-2 8 16,4 1-7-16,-1-3-1 31,1-1 1-31,2-2 2 0,0 0 0 0,0-2 0 0,-2-1 0 31,1 0-2-31,-2 0 1 16,1-1 2-16,-5-5 2 16,3-1 1-16,-2 0-2 0,-3 0 5 15,-1-3-2-15,3 3-4 16,-5-2 0-16,-2-1-2 15,0 2-1-15,0-2 1 0,0 0 2 16,0 2 0-16,0-2 4 16,-2 0-11-16,-5 1 4 15,3-1-5-15,-4 0 2 16,0 2-2-16,-2-2-1 16,-2 4-4-16,-1 0-5 0,-6 2-8 15,1 2-8 1,-1 2 1-16,0 0-8 0,2 0-18 15,1 2-39-15</inkml:trace>
  <inkml:trace contextRef="#ctx0" brushRef="#br0" timeOffset="165206.24">16204 8125 244 0,'0'0'32'0,"0"0"-20"0,0 0-6 0,0 0-3 0,0 0-9 15,0 0-14-15,0 0-28 31,0 0-26-31,0 0-2 0</inkml:trace>
  <inkml:trace contextRef="#ctx0" brushRef="#br0" timeOffset="165812.09">16370 8074 119 0,'0'0'10'16,"0"0"23"-16,0 0 14 16,0 0-14-16,0 0-11 15,0 0-14-15,0 0-8 0,0 0 2 16,-7 0 7-16,11 0-9 15,3 0 1-15,-2 0 1 16,6 0 2-16,1 0-2 16,0 0 0-16,3 0-1 0,1 0 1 15,1 0 2 1,2 0-1-16,-3-2 0 0,0-1-1 16,0 2-2-16,-4-2 1 15,1 2 0-15,-5-1 0 0,-1 1 3 16,-3 0-3-1,0 1 1-15,-2-2-1 0,-2 2 0 16,0 0-2-16,0 0 1 16,0 0 1-16,0 0-1 0,0 0 1 15,0 0 0-15,0 0-2 16,0 0 1-16,0 0 1 16,-4 0-2-16,-1 6 1 15,-1 1 2-15,0 1 0 0,-1 2-1 16,-1-1 2-1,4 1-3-15,-2 1 0 16,2-1-3-16,1 0 2 0,1 1 2 16,-2-2-1-16,1 2 0 15,1-1 0-15,0 0 0 16,2 0 0-16,-1 0 0 0,1 0-1 16,0-3-10-16,0 2-15 15,0-5-42-15,3-1-54 16</inkml:trace>
  <inkml:trace contextRef="#ctx0" brushRef="#br0" timeOffset="166287.96">16772 8092 204 0,'0'0'55'0,"0"0"-53"0,0 0-1 31,0 0-1-31,0 0 2 0,0 0-5 0,0 0-3 16,0 0 5 0,0 0 1-16,0 0 10 15,0 0-10-15,-4-7 1 16,-5 14 1-16,4 2-3 15,-1 1 0-15,1 1 0 0,1 0-1 16,2 2-1-16,2-3 1 16,0 3-2-16,0-5 2 0,4 1-1 15,3-2 2-15,3-1 15 16,2-1-5-16,1-2 1 16,1-1-4-16,1-1 2 15,-2-1 1-15,3 0-1 16,-2 0 5-16,-1-6 3 0,-2-2 5 15,-1-2-1 1,-2 0 8-16,-5-1-12 16,-1-1-5-16,0-2-5 0,-2 3-5 15,0-2-7-15,-4 4-2 0,-7 2-1 16,-4 3-13 0,-4 3-27-16,-5-1-8 0,-8 2-83 15</inkml:trace>
  <inkml:trace contextRef="#ctx0" brushRef="#br0" timeOffset="167335.46">15806 8538 99 0,'0'0'18'0,"0"0"-13"0,0 0-3 0,0 0-1 16,0 0 2-16,0 0 1 15,0 0-3 1,34 0 0-16,-21 0 2 0,-2 0 5 16,4 0 5-16,0 0 2 15,1 0 1-15,3 0 1 16,-1-3-5-16,2 2-4 15,1-2 3-15,3 2 0 16,-2-2-2-16,2 1-1 0,1 1-2 0,2-2-1 16,-2 3-3-1,-2-3 0-15,3 2-2 16,-2-1 1-16,3 1-1 16,-2-2 0-16,-2 3 1 15,4-1-1-15,-5-2 1 0,4 0-1 16,-5 2 1-16,2-2 0 15,-4 1 4-15,1 1 2 0,-1-1-2 16,0 0 0 0,-1 1-1-16,-2-1 0 0,2 1-3 15,2 0 0-15,-4-2 0 16,2 2-1-16,1 0 1 16,-1-1 1-16,3 0 2 15,-2 0 3-15,2-1 0 16,2 0 1-16,0 1-2 15,0 0 12-15,1-1-12 0,1-1-2 16,2 3 0-16,-1-1 2 16,1-1 0-16,0 1 3 15,0 0-1-15,0-1 1 16,-3 2-2-16,-2-2-2 16,-1 3-3-16,-3-3-2 0,-5 3 1 15,-2 0-1-15,-1 0-1 16,-2 0-2-16,-4-1-27 15,1-2-44-15,-5-3-139 16</inkml:trace>
  <inkml:trace contextRef="#ctx0" brushRef="#br0" timeOffset="167876.09">17085 8114 102 0,'0'0'21'0,"0"0"-15"0,0 0 16 0,0 0-6 15,0 0 7-15,0 0 3 0,0 0-1 16,0 0-10-16,0 0-2 16,0 0 1-16,0 0-3 15,0 0 1-15,0 0-3 16,29-1-3-16,-16-1 0 15,1 2-3-15,-1-2-1 0,1 2-2 16,-1 0 1-16,0 0-4 16,-3 0-20-16,1-3-45 15,-1 0-92-15</inkml:trace>
  <inkml:trace contextRef="#ctx0" brushRef="#br0" timeOffset="168372.07">17421 8015 125 0,'0'0'30'0,"0"0"13"0,0 0 3 0,0 0-15 0,0 0-9 16,0 0-9-16,0 0-6 0,0 0 2 15,0 0-2-15,0 0 1 16,19-6-1-16,-10 6-4 16,2 0-3-16,-2 2 0 0,-1 5 0 31,2 2-1-31,-3-1 0 15,-1 1 0-15,-1-2 0 0,-4 3-2 16,-1-2-7-16,0 0-13 0,-4-1-13 0,-6-2-30 31,-1-2-67-31</inkml:trace>
  <inkml:trace contextRef="#ctx0" brushRef="#br0" timeOffset="168695.06">17563 7994 162 0,'0'0'36'0,"0"0"-6"16,0 0 1-16,0 0-4 15,0 0-7-15,43-4-6 16,-34 7-8 0,1 4 1-16,0 0-4 0,-5 4-2 0,1 2-1 15,-2 1-2-15,-4 1-1 16,0 0-16-16,-11-1-55 15</inkml:trace>
  <inkml:trace contextRef="#ctx0" brushRef="#br0" timeOffset="170424.13">15925 9081 212 0,'0'0'19'0,"0"0"-11"0,0 0-10 0,0 0 5 16,0 0 4-1,0 0-4-15,0 0-2 0,20 37 0 16,-16-26 0-16,3 2 0 16,0-2-1-16,2 1 1 0,-4 0-2 15,3-2 1-15,-2 0 0 16,2-2-1-16,-3 0-1 15,-1-3 1-15,2-1 3 16,-3-2-6-16,-1-1 0 0,0-1 3 16,0 0 5-16,0 0 7 15,-2-4 1 1,3-3-6-16,-3-3-2 0,0-1 4 16,2-2-4-16,-2-4-1 15,0-3-1-15,0-1-1 0,0-6-2 16,0 1 1-16,1-1-2 15,1-1-2 1,-1 2 1-16,0 2 0 0,3 4 3 16,-2 1 0-16,-2 4 3 15,2 0-3-15,1 3 0 0,-2 1 0 16,0 2 0-16,1 2-2 16,0 0 2-1,0 2 2-15,0 0-4 0,3 1-3 16,0 0-6-16,-1 1-7 15,1 0-13-15,3 0 8 0,-2 0 14 16,2 1 8-16,-2-1 2 16,1 1 0-16,2-2 4 0,-1 3 4 31,4-2-1-31,0 3-2 0,1-3-2 16,0 2-3-16,1-1 0 0,-1-1 2 15,3 2 6 1,-1-1 5-16,0-2 1 15,2 1-4-15,1 1-5 0,2 0-4 0,-2-1-1 16,4 2-1 0,-3 0 0-16,4 0 1 15,0 0-2-15,2 1 2 16,0 0-1-16,1-2 0 16,1 2 2-16,1-1-2 15,2 1 1-15,0 0 1 0,2-1 1 0,0 0 1 16,3 0 4-1,-2 0 2-15,2-1-3 16,-1 1-3-16,1-2 0 16,-1 2 1-16,1-2-2 15,0 0 0-15,1 0 3 16,-3 0 0-16,4 0 8 0,-5 0-8 16,1-1 0-16,-4-1-2 15,-2 2-3-15,-5-1 1 16,0 0-3-16,-2 2 1 15,-4-1 3-15,-2 0-3 0,-2 3 0 16,-2 0 2-16,1-1-4 16,-6 1 4-16,1 0-3 15,-3 0 0-15,-1 0-5 16,-1 0-9-16,-1 4-4 0,0 0-6 16,0 2-9-16,-4 0-24 15,-8 1-62-15</inkml:trace>
  <inkml:trace contextRef="#ctx0" brushRef="#br0" timeOffset="170787.42">16825 8971 267 0,'0'0'27'0,"0"1"-19"0,0 1-8 0,0 1 1 16,0 1-3 0,0 2 0-16,3 1 2 0,-3 0-1 15,0 0 0 1,0 3-5-16,0 0-18 0,0-3-16 0,0 0-43 31</inkml:trace>
  <inkml:trace contextRef="#ctx0" brushRef="#br0" timeOffset="170972.45">16898 9013 146 0,'0'0'133'0,"0"0"-117"0,0 0-5 16,0 0-5-16,0 0-5 15,0 0-4-15,0 0-6 16,0 0-16-16,29 34-53 0,-36-30-46 16</inkml:trace>
  <inkml:trace contextRef="#ctx0" brushRef="#br0" timeOffset="171769.08">17076 8492 40 0,'0'0'30'0,"0"0"-29"0,0 0 1 0,0 0-3 16,0 0-5-16,0 0 3 15,0 0 6-15,0 0-3 0,0 0 7 16,0 0 8-16,0-11 1 16,0 11-1-16,0 0 0 15,0 0 1-15,0-2-4 16,0 0-3-16,2 1 0 0,1-1 0 16,1 2 4-16,0-2-4 15,1 1-1-15,3 1 4 16,2-1-2-16,1 1-1 15,3 0-3-15,3 0-1 16,-1-1-2-16,2 1-3 16,4-2 1-16,-1 2 3 0,2-3 6 15,2 2 3-15,-2-2-3 16,2 0-6-16,-1 2-1 16,-2-3-1-16,0 1 2 15,-1 0 0-15,-4 0 2 0,-2 0 1 16,-2 0-1-16,-1-1 3 15,-3 2-1-15,0 0 0 16,0 0-3-16,-2 1-3 0,-2 1-1 16,0 0-2-16,1 0 0 15,0 0-7-15,-5 0-17 16,3 0-40 0</inkml:trace>
  <inkml:trace contextRef="#ctx0" brushRef="#br0" timeOffset="172233.11">17970 8561 242 0,'0'0'36'0,"0"0"-15"0,0 0 4 0,0 0 1 0,0 0-11 16,36 17-13-16,-34-9-3 15,-2 5-2-15,0-2-3 16,-4 4-2-16,-11-1-21 16,-3-1-38-16,-5-3-173 0</inkml:trace>
  <inkml:trace contextRef="#ctx0" brushRef="#br0" timeOffset="173322.22">18643 8034 112 0,'0'0'4'0,"0"0"2"0,0 0 0 0,0 0 12 16,0 0 6-16,0 0-8 16,-39 13-7-16,31-8 0 0,-1 4-3 15,-1-1-1-15,1 0 2 16,2 1 2-16,2 1 0 16,1 0-5-1,0 0 0-15,4 1-3 0,0-2 0 16,0 1 0-16,7-3 7 15,1 0-2-15,4 2-1 0,0-4 0 16,-1 0-2-16,-2-1 0 16,5-1 0-1,-3 1-1-15,0-4 0 0,2 2 3 16,-2-2 1-16,-1 0 0 0,-2 0 0 16,-2 0 1-16,1-2-1 15,-2-2 2-15,0-3 1 16,-1 0 1-16,-1-3-2 15,0 0-1-15,-2 0 1 0,1-1-1 16,-2-1 1-16,0-1 7 16,0 3-9-16,0-1-5 15,-4 1-1 1,-3 0 0-16,-2 3-3 0,2 0-7 0,-2 3-1 31,-4 2-4-31,0 2-21 16,3 0 10-16,-1 0-15 0,3 3-57 0</inkml:trace>
  <inkml:trace contextRef="#ctx0" brushRef="#br0" timeOffset="173534.18">18880 8101 323 0,'0'0'18'0,"0"0"4"0,0 0-9 0,0 0-4 15,0 0-3-15,0 0-6 16,0 0-6-16,0 0-13 16,0 0-49-16,0 0-45 15</inkml:trace>
  <inkml:trace contextRef="#ctx0" brushRef="#br0" timeOffset="174156.44">19197 7986 158 0,'0'0'46'0,"0"0"-18"16,0 0 1-16,0 0-6 16,0 0-10-16,0 0-11 15,0 0-3-15,0 0 5 16,-18-23-4-16,9 23 3 15,-1 0-4-15,0 3 6 16,-1 5-4-16,-2-1-2 0,3 2 2 16,-2 4-2-16,4-2 2 15,-3 2-2-15,4 0-1 16,0 1 1-16,3-1-1 16,2-1 0-16,0 1 1 0,2-3-2 15,0 1 0 1,1 0 0-16,7-3-1 0,3-1 14 15,0 0-7-15,0-2 2 16,2 0-2-16,0-2 0 16,2 0 0-16,-1-2-1 0,-1-1-1 15,-1 0 1-15,-2 0 0 16,-1 0 1-16,-4 0 5 16,-2-6 3-16,-1 0-1 15,-2-2 1-15,0 1-6 16,0-2-4-16,0 1 13 0,-6 1-12 15,-2 1-2-15,-2 1-1 16,-1 1-9 0,-3 2 11-16,1 2-1 0,-3 0 1 15,3 0-9-15,2 0-11 16,-3 4 7-16,6 5-10 16,4-2-24-16,2 0-74 0</inkml:trace>
  <inkml:trace contextRef="#ctx0" brushRef="#br0" timeOffset="174653.02">19369 8045 245 0,'0'0'7'0,"0"0"10"0,0 0-17 16,0 0 7-16,0 0 2 0,0 0-4 15,0 0-4 1,0 0 0-16,0 0-2 0,0 0 1 16,-40 20 0-1,34-10 0-15,2 3 0 0,2-2-1 16,2 1 1-16,0-1-2 15,0 0 0-15,3-1 0 16,6-2 10-16,-1-2-6 16,2 0 3-16,1-4-1 0,0 2 1 15,0-4-1-15,1 0 4 0,-1 0-2 16,2 0 0-16,-2-7 0 16,0-2 4-16,-6 1 5 15,4-2 0 1,-7-1-2-16,-1-2-3 0,-1 1-4 15,0-2-4-15,0 4-1 0,-7-1 5 16,-1 1-7 0,-5 3-5-16,-1 2-12 0,-4 1 2 15,-1 4-4 1,-1 0-4-16,-2 0-17 0,5 0-64 0</inkml:trace>
  <inkml:trace contextRef="#ctx0" brushRef="#br0" timeOffset="175119.59">19649 8084 107 0,'0'0'33'0,"0"0"19"0,0 0-8 0,0 0-21 15,0 0 1-15,0 0 0 16,0 0-1-16,0 0 4 16,0 0-16-16,0 0-1 15,0 0 6-15,-5-10 2 16,11 10-12-16,3-2-5 0,1 2 0 15,0 0-1-15,3 0 1 0,0 0-4 16,0 0-29-16,1 0-17 16,-1 0-36-16</inkml:trace>
  <inkml:trace contextRef="#ctx0" brushRef="#br0" timeOffset="175694.66">20000 7815 224 0,'0'0'29'0,"0"0"-8"0,0 0-3 16,0 0-4-16,0 0-2 16,0 0-5-16,0 0-2 0,0 0-3 15,0 0 0-15,0 0-2 16,15-4 1-16,-15 4 0 15,0 0 2-15,0 0 7 0,0-1 4 16,-6-1-14 0,1-2-2-16,-3 1 2 0,2-3-6 0,-2 3 6 15,4-4-3 1,1 3-1-16,1-2-2 0,2 2-1 16,0-1-5-1,2 0 1-15,5 0 5 0,4 0-24 0,3 0-6 31,1-1-60-31</inkml:trace>
  <inkml:trace contextRef="#ctx0" brushRef="#br0" timeOffset="176039.82">20102 7803 29 0,'0'0'97'0,"0"0"-58"0,0 0 13 0,0 0-24 0,0 0-2 16,0 0-7-16,0 0-3 16,0 0-3-16,0 0-5 15,0 0-4-15,-24-29-4 16,24 25-5-16,4 0-4 16,4-1-16-16,4 1-29 0,1-2-105 15</inkml:trace>
  <inkml:trace contextRef="#ctx0" brushRef="#br0" timeOffset="176511.87">20610 7802 148 0,'0'0'17'0,"0"0"-3"0,0 0 3 16,0 0 8 0,0 0-2-16,0 0-3 15,0 0-8-15,-41-12 1 0,33 6-5 0,3 0-2 16,-2-1-3-16,3 2-1 0,2-2-1 31,2 1 0-31,0 0-4 16,0-1-6-16,6 3 5 0,5-1-21 15,0 0-28-15,4-1-33 16,-1 3-8-16</inkml:trace>
  <inkml:trace contextRef="#ctx0" brushRef="#br0" timeOffset="176752.85">20717 7783 196 0,'0'0'33'0,"0"0"-6"16,0 0-2-16,0 0 6 0,0 0-10 15,0 0 2 1,0 0-18-16,0 0-3 0,0 0-1 16,-16-33-1-16,16 27-10 15,0-2-38-15,4 3-43 16</inkml:trace>
  <inkml:trace contextRef="#ctx0" brushRef="#br0" timeOffset="177534.52">20305 8032 284 0,'0'0'29'0,"0"0"-5"0,0 0-8 16,0 0-8-16,0 0-6 0,0 0-1 16,0 0-2-16,0 0 1 15,0 0-6-15,0 0 3 16,11 39-14-16,-11-33-23 16,0-1-28-16,0-2-77 15</inkml:trace>
  <inkml:trace contextRef="#ctx0" brushRef="#br0" timeOffset="177666.27">20354 8042 324 0,'0'0'25'0,"0"0"-11"0,0 0-14 16,0 0 0 0,0 0-2-16,0 0 1 15,40 35-22-15,-32-24-101 0</inkml:trace>
  <inkml:trace contextRef="#ctx0" brushRef="#br0" timeOffset="179115.43">18694 8571 183 0,'0'0'18'0,"0"0"2"0,0 0-7 16,36-9-6-16,-23 9-5 0,0 0-2 16,0 0 1-16,1 0-1 15,0 0 0-15,3 0 1 0,2 0-1 16,0 0 0-1,4 0 0-15,0 2 0 0,4-2 2 0,-2 0-2 16,3 0 0 0,-1 0 0-16,2 0 1 15,-1 0-1-15,-1 0 0 16,0 0 1-16,-1 0-1 16,-2 0 0-16,2 0-1 15,-4 0 2-15,1 0-1 0,-1 0 0 0,-3-2 0 16,-1 1 1-1,1 0 4-15,-3-2 5 0,-3 0 1 16,3 0-4-16,-3 1 1 16,2-2 2-16,-2 1-2 0,3 0 3 15,1 1-4-15,1-1-3 16,0 0 0 0,2 0 0-16,1 1-2 0,2 0 1 0,-2 0-3 15,3 1 0-15,-1 0 0 31,0-1 1-31,1 1-2 0,3-1 2 0,-1 1 0 16,1 0-1 0,-2-1 0-16,-1-1 0 0,2 2 0 0,-2-2 0 31,3 2 1-31,0-2-2 0,-1 0 1 16,-2 3 1-1,3-2 0-15,-2 1-1 0,1-1 0 16,-1 2 0-16,-1-3 0 15,1 2 0-15,-2-2 0 16,2 2 2-16,0 0-1 16,3-1 0-16,-2-2 0 0,1 3-1 15,0-3 0-15,0 1 0 16,0-2 0-16,-4 1 0 16,-1 1 2-16,2-4 3 15,-3 4 10-15,1-1-7 16,-2 0 0-16,2 1 1 0,-2 0 0 15,0 0-6-15,-3 3-1 16,0 0-2-16,-3 0-2 16,-3 0-21-16,-5 2-46 0,-4 2-149 15</inkml:trace>
  <inkml:trace contextRef="#ctx0" brushRef="#br0" timeOffset="180354.35">18871 9125 170 0,'6'1'3'0,"-3"3"13"0,2 2 6 15,2 1-14-15,-2 0 2 16,2 3 1-16,0 2 0 16,2 0 2-16,2 1-5 15,-3 0 0-15,2 1-6 16,1-3 0-16,0 1-1 0,-4-2 0 16,3-2-1-16,0-1 2 15,-5-4-1-15,3 0 1 16,-3-2 4-16,-2-1 10 15,0 0 3-15,0-1-5 16,-1-7 6-16,0-4-12 0,-2 0-3 16,1-3 0-16,-1-2 2 15,0-3-4-15,0 0-1 16,0-4 0-16,0-1-4 0,0-1-5 16,0-1 14-16,0 2-7 15,0-1 0-15,-1 5 0 16,-1 0 0-16,0 2 0 15,2 3 3-15,0 2-1 0,0 1-2 16,0 2 0-16,0 0-2 16,2 3 1-1,2-3 1-15,3 4 1 0,-3 1-1 16,2 1 0-16,0-1-1 0,-1 0 1 16,0 2-2-16,1 0 2 15,0-2-3 1,1 2 0-16,-1 0-1 0,2-1 2 0,-2 1-1 31,1 1 0-31,0 1 2 0,1-1 0 16,-1 0 0-16,1 1 3 0,0 0-3 15,1 0 1-15,0-1 0 0,4 2 1 32,0-1-2-32,1 2 1 0,1-3 0 15,3 2 1-15,0-2-1 16,1 2-1-16,1-1 2 15,1 0-1-15,-2-1 1 0,4 1 0 0,0 1 1 32,1-2-1-32,4 1 0 0,1 0-1 0,2-1 0 15,1-1 0 1,1 1 0-16,1-1 0 0,4-1 0 0,-1 2 0 31,3-2 1-31,-1-1 0 0,4 2 4 0,0-2-1 16,1 2 0-1,0-2 1-15,-1 2 3 0,1 0-1 0,-2-1 1 32,-2 1-1-32,1 0-1 15,-3 1 1-15,-4 0-2 16,-1 0-1-16,-2 2 1 16,-3 0 0-16,-2 0-3 0,-6 1 1 15,-4 0-2-15,-2 0-1 16,-6 0 0-16,-3 0 0 15,-5 0-4-15,0 0-21 16,0 0-35-16,-9 0-31 0,-9 0-114 16</inkml:trace>
  <inkml:trace contextRef="#ctx0" brushRef="#br0" timeOffset="180787.98">19550 9032 275 0,'2'2'60'0,"-1"-1"-51"0,0 2-11 15,-1 1-1-15,0 3-5 0,0 1-1 16,0 0-10-16,0 2-1 16,-1-1-15-16,-2-4-37 0,1 0-16 15</inkml:trace>
  <inkml:trace contextRef="#ctx0" brushRef="#br0" timeOffset="180921.4">19604 9060 256 0,'0'0'59'0,"0"0"-51"16,0 0-13-16,0 0-4 0,0 0-46 15,0 0-135-15</inkml:trace>
  <inkml:trace contextRef="#ctx0" brushRef="#br0" timeOffset="183249.93">14149 9084 91 0,'0'0'99'0,"0"0"-83"0,0-2-1 16,0-2-12-1,0 0-4-15,0-1 1 16,-4 1-5-16,0 0-17 0,-3 1 18 0,1 0 8 16,-1 3-2-16,0 0 3 15,-3 0 2-15,-1 0-7 0,1 0 2 32,1 3-2-32,1 3 1 15,3 1-1-15,-2 1 0 16,4 2 0-16,2-1 5 0,1-1-2 15,0-1 0-15,1-1 1 16,7 1 8-16,0-1 3 16,2-1-5-16,4 1 1 15,1 0-7-15,0 0-2 16,1-1-1-16,-2 2-1 16,-1-2 0-16,-4 2 1 0,0-3-2 15,-5 0 1-15,-3-1-1 16,-1 1-1-16,0-1 1 0,-3 3 2 15,-8-3-2-15,-1 1 6 16,-3 0-11-16,1 0-11 16,-2-1-26-16,1 0-20 15,4-3-6-15</inkml:trace>
  <inkml:trace contextRef="#ctx0" brushRef="#br0" timeOffset="183521.73">14157 9126 204 0,'0'0'8'0,"0"0"-6"0,0 0-1 15,0 0 2-15,-41 19 3 16,28-11 1-16,0-1 0 0,-1 4-1 31,1-1 1-31,-1 1 0 0,2 0-4 16,-2 2-3-16,4-2 1 0,2 0-2 15,0-1-23 1,5-1-51-16,3-5-17 0</inkml:trace>
  <inkml:trace contextRef="#ctx0" brushRef="#br0" timeOffset="184359.45">14376 9152 112 0,'0'0'54'0,"0"0"-41"0,0 0 10 16,0 0-1-16,0 0-8 16,0 0-3-16,11-40 1 0,-11 33-1 15,0 1 2-15,0-1 3 16,0 3-1-16,-7 0-8 16,-1 1-4-16,-2 1-5 15,-5 2 2-15,2 0 2 0,-5 0 3 16,2 6-5-1,2 2 2-15,2 2-2 0,2 0-1 16,2 2-1-16,3-1 2 0,2-2-5 16,3-1 3-16,0 2-1 15,0-3-1-15,7 0 0 16,2-2 2 0,3 0 7-16,-1-2-1 0,2-3-3 15,1 0 1 1,-1 0-2-16,1 0 0 0,-1 0-1 15,-1-6 1-15,-2 1-2 16,-3-3 0-16,-1 0 2 0,-4-2 1 0,0 3 0 31,-2 0 1-31,0 1-1 0,0 1 3 16,-4 2 0-16,2 0 7 0,-1 3-1 16,2 0-8-1,0 0-3-15,1 4-1 16,0 3-1-16,0 2 2 15,3-1-3-15,3 2-1 0,1 0-15 16,2-3-8-16,-3-1-39 16,2-2-27-16</inkml:trace>
  <inkml:trace contextRef="#ctx0" brushRef="#br0" timeOffset="185032.35">14472 9089 89 0,'0'0'181'0,"0"0"-167"0,0 0-14 0,0 0-1 0,0 0 0 16,0 0 0-16,0 0 0 16,0 0 2-16,0 0-1 15,22 40 0-15,-17-31-1 0,-3-1 1 0,0-1 1 16,-1 0-1-16,0-2 0 15,0-1 0-15,-1-3-2 16,0 0 0 0,0-1 0-16,0 0 4 15,0 0 9-15,0 0-7 0,0-2-3 16,0-4-1-16,-2 0 1 16,-1-1 0-16,3 0 1 0,0 1-6 15,0-2 8 1,0 0-2-16,3 0-4 15,5 1 2-15,-1 2-2 0,4 0 1 16,0 4 2 0,1-1-1-16,-2 2 2 0,2 0-1 0,-1 0 2 15,0 1-2 1,-5 6-1-16,4 2 0 0,-6-1-4 16,-1 3 3-1,-1-2-3-15,-2-2 4 16,0 1-4-16,0-1 3 15,0-3 1-15,0-1 0 0,-6-1 0 16,3-1-3-16,-2-1 7 16,1 0 1-16,0 0-2 15,3 0-3-15,-1-6-2 16,2-1-2-16,0-1-2 0,0-2 6 16,0-1 0-16,2-2 7 15,5 3-4-15,1-3-4 16,0 3 2-16,1 3-1 15,1 0 2-15,0 3-1 16,-1 2-1-16,3 2 3 0,1 0-1 16,-1 0-1-16,0 7-1 15,1 3 0-15,-4 0-1 16,0 2 0-16,-2-1-6 0,0-1-29 16,-1 0-43-16,-1-3-17 15</inkml:trace>
  <inkml:trace contextRef="#ctx0" brushRef="#br0" timeOffset="185384.3">14848 9103 251 0,'0'0'19'0,"0"0"-14"0,0 0 0 0,0 0-1 0,0 0 1 0,0 0-2 15,0 0-1-15,40-21 2 16,-31 16 2 0,-2 0-3-16,1 0 0 0,-2 0-1 15,-2 0 2 1,-2 0-1-16,-2 1-2 16,0 1-3-16,-5 2-7 0,-7 1-1 0,2 0 17 15,-4 0-4 1,1 8-2-16,0 2 1 0,3 3 1 15,4 1 0-15,1 0 0 0,5 0-3 32,0 1-1-32,9-1 0 15,10 0 0-15,5-3-10 16,6-3-41-16,10-5-120 0</inkml:trace>
  <inkml:trace contextRef="#ctx0" brushRef="#br0" timeOffset="186054.04">16697 9065 86 0,'0'0'43'0,"0"0"4"0,0 0-4 16,0 0-4-16,0 0-14 16,0 0-11-16,0 0-6 0,12-37-4 15,-12 30-8-15,-3 3 8 16,-5-2-14-16,-1 3 5 15,-3 0 8-15,-2 2 2 16,1 1-8-16,-2 0 6 0,2 0-3 16,3 3 1-16,2 3-2 15,2 2-3 1,6 2-2-16,0-2 0 0,0 2 0 16,10-1 12-1,5 2-3-15,1-1 1 0,3 0 0 0,2 0 2 16,-2 1-2-1,1-3 0-15,-5 0-3 16,-2 1-1-16,-5-2 0 0,-4-3-1 16,-3 3-2-16,-1-4-1 0,-3 1 3 31,-8-1 0-31,-3-2 1 0,-3 1 0 0,-1-1-14 16,1-1-24-16,2 0-62 15,4 0-50 1</inkml:trace>
  <inkml:trace contextRef="#ctx0" brushRef="#br0" timeOffset="186265.3">16741 9057 251 0,'0'0'20'15,"0"0"-19"-15,0 0 1 16,0 0 6-16,-41 5-8 15,25 4 0-15,-2-1 1 16,1 2-1-16,1 0 1 16,1 2 0-16,1-1-1 15,3 0 0-15,3-1-1 0,4-3-17 16,4 0-86-16</inkml:trace>
  <inkml:trace contextRef="#ctx0" brushRef="#br0" timeOffset="187781.3">16945 9069 238 0,'0'0'21'0,"0"0"-10"0,0 0-10 15,0 0 6 1,0 0-10-16,0 0 11 16,0 0-8-16,-37-31 0 15,27 31 3-15,1 0 1 0,1 4-4 16,1 3 2-16,2 2-3 16,2 1 0-16,-1 1 0 0,3 2 0 0,1-3-1 15,0 0-1-15,0 0 1 16,3-2-1-16,3-1 9 31,3-1-4-31,-2-3-2 0,5-2 4 0,-2-1-3 0,2 0 1 31,-3 0 0-31,0-2 0 16,-1-4-2-16,0-3 0 0,-4 1 0 0,0-3-2 16,-2 1 2-16,-2-2 2 15,0 2-4 1,0 3 2-16,0 0 0 0,0 3 4 15,0 1 2-15,0 1-1 0,0 2-4 16,0 0-3 0,0 0-3-16,0 6 4 15,0 3 0-15,3-1-2 16,3 2 3-16,1 0-1 16,0-1 0-16,1-1 5 15,1-2-3-15,0 0 0 16,0-5 1-16,0 2 0 0,-2-3 0 15,2 0 0-15,-4 0 3 16,1-4-1-16,-1-5-3 16,-2 0 1-16,2-2-2 15,-2 0 1-15,0-2-1 16,-1 0 2-16,1 2-2 0,2 2 0 16,-3 1 4-16,1 1-1 15,0 2 0-15,2 3-1 16,-2 0-2-16,3 2-1 0,1 0 0 15,-3 0-1-15,3 9 0 16,-2-1 0-16,1 1-1 16,0 2 1-16,-1-1 0 15,0 1 1-15,-1 1 1 0,-1-4 0 16,-1 2-1-16,0-3-3 16,1-3-2-16,-3 1 1 15,0-5 0-15,0 0 1 16,0 0 9-16,0 0 9 15,0 0-5-15,0-5-4 0,0-2-5 16,0-2 0 0,0 0 0-16,0-1-8 0,0-1 3 0,0 0-6 15,0 0 3-15,2 1 4 16,1 2 1-16,5-2 1 16,-3 4 1-1,3-1-1-15,0 4 1 0,0-1 1 16,-1 3 0-16,1 1 0 0,0 0 1 15,0 0-1 1,-3 1 0-16,1 5-1 0,-1 4 1 16,2 0 0-16,-3 2 0 15,-1 1-1 1,0 0 2-16,0 1-1 16,-3-1 1-16,2-4-1 0,-2 0 2 15,0-3-1-15,0 0-1 0,0-3 1 16,0-2-1-1,0-1 0-15,0 0 3 0,0 0 15 0,0-4-8 16,0-2-9 0,0-4 0-1,0-1-1-15,2 1-1 0,1-4 0 0,4 1-2 16,-3 0 3 0,1 1-5-16,1 0-2 15,0 2 3-15,4 2 3 16,-5 2-1-16,3 2 2 0,-4-1 0 0,3 5-1 0,-1 0-5 31,-2 0 0-31,0 0 4 16,0 0 1-16,-1 6 0 15,0 1-1-15,2 0 1 16,-2 3 1-16,2 0 2 0,1 0 2 16,-1-1-3-16,3-1 2 15,-3-1-3-15,4-1 1 16,-2-2 2-16,3-1-1 15,-1-3 0-15,1 0 3 0,1 0-1 16,1 0 0 0,0-4-2-16,-1-2-2 0,-2-2 3 0,0 0-1 15,-4-2-1 1,-1 2 1-16,-2-2 0 0,-2 3-1 0,0 0 1 31,0 1-5-31,-2 3-1 0,-5 2-4 0,1 1 11 16,-4 0 0-16,2 0-2 15,1 8 0 1,0 2 0-16,4 2 3 0,2 3-1 0,1-2-4 31,1 3 1-31,10-1 0 16,7-2-1-16,5 1 8 0,5-5-22 0,9-3-70 16</inkml:trace>
  <inkml:trace contextRef="#ctx0" brushRef="#br0" timeOffset="188721.81">19324 9101 73 0,'-1'2'17'0,"1"0"10"0,0-1-5 0,0-1 5 16,0 0 15-16,0 0-7 0,3 0-8 15,2 0-7-15,-2 0-4 0,3-1 0 16,0-5-3-16,1 1-4 0,0-1-3 31,2-3-3-31,-3-1-1 16,4-1-1-16,-3 0 0 16,2-2-1-16,1-3-1 0,-2-1-1 15,1 3-3-15,-2-5-5 16,-1 4 3-16,-3 1 2 15,-1 2-6-15,-2 4 3 16,0 2-1-16,-3 3 5 16,-2 3 6-16,-3 0 3 0,3 2-5 15,-1 5-1-15,2 4-2 16,2-1 2-16,2 3-3 16,0 1 2-16,5 0 2 0,4 2 4 15,2 0-2 1,1 2-1-16,-1-2 4 0,0-1-3 15,0 1 0-15,-2-2 2 16,-3-1 0-16,-1-3-1 16,-3 1-2-16,1-4-1 15,-3 2 1-15,0-5 0 0,-4 2 2 16,-3-2-1 0,0 0 3-16,-2-2-2 0,-2-1 0 15,2 0-1-15,0-1-1 0,0 1-1 16,4-1-10-16,1 0-15 15,3 0-8 1,1 0-60-16,1-3-48 0</inkml:trace>
  <inkml:trace contextRef="#ctx0" brushRef="#br0" timeOffset="190099.78">19686 9055 184 0,'0'0'17'0,"0"0"-5"0,0 0-7 0,0 0-7 31,0 0 15-31,-35-38-7 0,25 36 2 0,0 2 3 16,0 0 0-16,2 0-1 16,1 6-2-1,1 3 0-15,1 0-4 16,2 3-2-16,3-1-2 15,0 2 0-15,0-2 0 0,0-1-3 16,1 0 3 0,3-3 7-16,5-1-6 0,-3-3-1 15,2 0 1-15,3-2-2 16,-2-1 2-16,1 0 1 16,2-4-1-16,-3-5 1 15,0 1 1-15,-1-5-1 0,0 2 1 16,-2-1-2-16,-5 1 0 15,1 2 2-15,0 2 6 16,-2 3-2-16,0 1 4 0,0 1 1 16,0 2-1-16,0 0-19 15,0 0 8-15,0 5-3 16,0 2 2-16,0 3-1 16,0 0 1-16,2 0 0 15,2 1 1-15,1-2-2 16,2-1 2-16,0-1 1 15,1-1 1-15,-2-3-2 0,0 0 1 16,1-3-1-16,-1 0 3 0,1 0-3 16,-3-3 3-16,2-5-2 15,0-2 1-15,-2-2-2 16,2 1 1 0,-1-2-1-16,1 2 0 0,1-1 1 15,0 3-1-15,-2 1 0 16,0 1 0-16,0 4-1 15,-1 1 1-15,0 0 1 16,-1 2-2-16,2 0 0 0,-2 0-1 0,-1 4-1 16,1 3 1-1,0 3-1-15,0 0 1 0,-1 0 1 16,0 1 1 0,0 1-1-16,1-2 2 15,-1-1-1-15,0-1 0 16,-1-2-1-16,-1-1 1 0,1-3-1 15,0-1-2-15,-1-1 1 0,0 0 5 0,1 0 0 32,0-3-1-32,1-2-1 15,2-4-1-15,-2-1 1 16,-1 2-2-16,3-4-1 0,0 1 3 16,3 2-3-16,-2-2 3 15,3 1-3-15,-1 0 2 16,1 3-1-16,0 1 1 15,-1 2 0-15,1 3 1 16,0-1-2-16,-2 2 1 0,1 0-1 16,-1 0 0-16,-2 5 0 15,-1 3 0-15,2 1-3 16,-3 2 1-16,-2 0 1 16,0 1 1-16,0-1-1 15,0-1 1-15,0-3 2 0,0 0-1 16,0-4 0-16,0 0 1 15,0-3-1-15,0 0 1 16,0 0 4-16,2 0 11 16,0-6-9-16,1-2-6 0,1-1 0 15,3-1 0-15,0-1-1 16,2 0 1-16,1-1-1 16,-1 1 0-16,2-1 0 15,-1 4 0-15,0-1 0 0,0 4 0 16,-1 2-1-1,-1 0 1-15,-1 3-1 0,0 0 0 16,-4 0-1-16,1 4-1 16,-2 3-2-16,2 2 3 0,-4-1 1 15,2 1 1 1,-1-2 1-16,1 0-2 0,2-1 2 16,1-2-2-16,0 0 1 15,1-4 1 1,1 0 0-16,1 0-2 0,2 0 1 15,1-5 0-15,-1-4 0 16,0 1 1-16,-1-2-1 16,-1 0 0-16,-2-2 1 15,0 1-1-15,-4 2 1 0,-2 1-1 0,0 2 1 16,0 2-1-16,-6 1 0 16,-1 3 4-16,0 0 1 15,0 3-8 1,1 7 3-16,1 1 0 15,2 3-2-15,3 2 1 0,0 1-7 0,0 0-25 16,1-5-83 0</inkml:trace>
  <inkml:trace contextRef="#ctx0" brushRef="#br0" timeOffset="191424.95">14608 8281 138 0,'0'1'71'0,"0"-1"-52"0,0 0-8 15,3 0 2 1,-1 0-1-16,-1 0-5 16,2-1-1-16,2-3-4 0,-1-2 2 0,1-1 4 15,1-4 2-15,0 0-9 16,2-4 1-16,-3 1 0 15,3-5-2 1,-2 1 0-16,2-2-4 0,-4 0-5 0,0 0 1 31,-2 3 3-31,1 3 4 0,-3 3 1 0,0 2 1 16,0 2 0 0,0 3 0-16,0 4 1 0,-4 0-3 0,2 0 2 31,1 3 5-31,1 5-7 0,0 4 3 0,0 1-1 15,7 1 0 1,1 4 0 0,5-2 3-16,1 0 0 0,2 4-4 15,-1-4 4-15,2 0-1 16,-2 2-2-16,-1-4 0 16,-3 1 0-16,-4-1 0 0,2 0 1 15,-6-2 0-15,-3-1 0 16,0 2 0-16,0-2 1 15,0-1-1-15,-7 0 3 16,-1-2 0-16,1-1 0 16,1-1 1-16,0-3-2 0,2 0 1 15,0-3 2-15,2 0-1 16,0 0 3-16,2 0 0 16,0 0 1-16,0-3-7 0,0-3-2 15,0-1-3-15,0-3-3 16,4-1-7-16,1-2-1 15,2 0-5-15,-2-1-1 16,3 1-1-16,0 2 7 16,2-2-4-16,1 5 13 0,-4 0 2 15,3 3 0-15,0-1 2 16,-6 3 0-16,1-1 1 16,-1 1-2-16,-4 3 2 0,0-3 0 15,0 3 1 1,0 0 1-16,0 0 2 0,0 0-1 15,0 0 3 1,-4 3-5-16,0 4 1 16,1 2 0-16,1 1-3 0,2-2 1 0,0 2-1 15,0-1-4-15,0-1-12 16,2 0-20 0,3-3-37-16,4-2 21 15,0 0 13-15,-2-3-9 16</inkml:trace>
  <inkml:trace contextRef="#ctx0" brushRef="#br0" timeOffset="191573.76">14936 8285 82 0,'0'0'57'0,"0"0"14"0,0 0-10 16,0 0-23-16,0 0-14 15,0 0 2 1,0 0-8-16,0 0 1 16,0 0-15-16,0 0 0 0,0 0-2 15,0 0-4-15,-16-8-6 16,16 19 5-16,2-2-4 15,6-2-28-15,3-7-35 16</inkml:trace>
  <inkml:trace contextRef="#ctx0" brushRef="#br0" timeOffset="192569.98">17408 8207 198 0,'0'0'8'0,"0"0"17"0,0 0-3 0,44-40-13 15,-31 26-5-15,3 0-2 16,-3-1 2-16,3-3 4 16,-1 1-4-16,-1-3 1 0,-1 0-3 15,-3-1 1-15,0 0-2 16,-3 2-1-16,-3 1 2 16,-3 4-2-16,-1 1-2 15,0 6 4-15,0 1-1 16,-6 5 0-16,0 1-1 0,-3 0 8 15,2 4-4-15,-2 6-3 16,3 4-1-16,-1 3 1 16,4 2-2-16,3 2 0 0,0 0 0 15,5-2-1-15,5 2 3 16,3-2 0 0,3-1 0-16,-2-1 3 0,1 3-1 0,-4-4-1 15,-1 2-1-15,-4-1-1 16,-2 0 0-1,-4-1 0-15,0-2 0 16,0-3-2-16,-9-1 2 16,1-3-3-16,0-4 3 0,-3 0 5 0,0-3 0 15,2 0 1 1,0 0-3-16,0 0-1 0,4-4 0 0,3 1 1 31,2-4-3-31,0-2-7 16,3-1-21-16,10 0-28 15,0-4-104-15</inkml:trace>
  <inkml:trace contextRef="#ctx0" brushRef="#br0" timeOffset="192976.64">17731 8170 271 0,'0'0'7'0,"0"0"-3"0,0 0 5 15,0 0-9-15,0 0 4 16,-36 0 2-16,28 0-1 16,3 6 2-16,2 1 2 0,1 0-4 15,-1 0-1-15,3 2-3 16,0-2 1-16,0 0-2 16,0-1-1-16,3-1 1 15,1-2 4-15,-1-1-3 0,4-2 0 16,-3 0 0-16,0 0 3 15,1 0-2-15,-1-9 0 16,-1 2-1-16,0-3-1 16,0 0 0-16,-1 3 0 0,-2 0 2 15,3 3 3-15,-3-1 6 16,0 4 0 0,0 1-4-16,1 0-11 0,1 0-1 0,1 7 5 15,2 2 0-15,2 1 1 16,2 1 0-1,5 0 0-15,1-2-1 16,4 0 0-16,5-5-28 16,2-4-74-16</inkml:trace>
  <inkml:trace contextRef="#ctx0" brushRef="#br0" timeOffset="194051.54">20380 8081 129 0,'0'0'29'0,"0"0"11"0,0 0-3 0,0 0-14 0,0 0-4 16,0 0-6-16,0 0-13 15,0 0-2-15,0 0 0 0,0 0 9 16,0 0-3 0,0 0 0-16,0 0-4 0,10-9 1 15,-10 8-4-15,0 1 2 16,0-2 9-16,1-2 6 15,4 0-7-15,3-3 7 16,-3 0-7-16,3-5-5 16,-3-2 0-16,1 0-2 15,0-4 0-15,-2-1 0 0,2 0 0 16,-4-2-1-16,2 0-3 16,-3 1-1-16,-1 3 0 0,0 3 4 15,0 3-1 1,-4 4-1-16,-5 3-2 15,-1 4 9-15,-3 0-2 16,0 6-2-16,1 5-1 0,2 5 0 16,2 4-2-16,5 3 2 15,3 1 1-15,0 0 0 0,8 2-2 0,5-4 2 32,2 1 2-32,1-3 2 15,3-2 1-15,0-1 4 16,-1-2-2-16,-1-1-1 15,-4-2-2-15,-2-3-1 0,-2 1-4 16,-7-3 1-16,-2-3-3 16,0-1 2-16,-4 0 1 15,-8-3 1-15,-1 2 3 16,-3-2-1-16,3 0-3 0,-1 0-14 16,6 0-4-16,3 0-16 15,3 0-35-15,2-6-91 0</inkml:trace>
  <inkml:trace contextRef="#ctx0" brushRef="#br0" timeOffset="195077.52">20617 8049 184 0,'0'0'100'0,"0"0"-82"0,0 0 1 0,0 0-21 0,0 0 2 16,0 0 5-1,0 0 1-15,-37-14-6 16,28 24 0-16,2-1 0 16,2 2 0-16,2-1 2 15,3 3-2-15,0-4 1 0,0 0-2 16,0-1-1-16,2-2-1 0,5-1-1 16,0-4-4-16,3-1 1 15,2 0 2-15,-4 0 0 16,2-6 4-1,1-2 1-15,-4 0 1 0,-1 0 0 0,-1 2 2 16,-3 1 12 0,0 2 5-16,0 0 0 15,-2 3-1-15,0 0-16 16,0 0-5-16,0 0 1 0,0 3 1 16,1 4 1-1,1 1-2-15,0 1 2 0,1-2-1 16,-1 2-3-16,2-3-16 15,-2-1 0-15,1-2-1 16,0-1 1-16,0-2-1 16,2 0 19-16,-2-2 2 15,1-5-1-15,0-3-1 0,0-3 2 16,0 2 0-16,3-2 0 16,-2 2 0-16,-3 1 1 15,1 3 11-15,-1 1 3 16,0 3 4-16,-2 1-4 0,2 2-3 15,0 0-10-15,-1 0-7 16,-1 6 1-16,1 3 1 16,1 0 2-16,-1 1 1 0,0 1 1 15,-1-2-2-15,2 0 0 16,1 0 0 0,-1-2 0-16,-2 0 0 0,1-3-2 15,1-2 0-15,0-1 2 16,-1-1 0-16,1 0 3 0,0-3 0 15,2-5-3 1,-1-2 0-16,2-1-2 0,1-1 2 16,0 1 0-1,3-1-1-15,0 1 1 0,-2 4-1 0,-1-1 2 16,0 3 0 0,-2 2 3-16,-1 1 1 0,0 2-4 15,-1 0-2 1,-1 2-2-16,1 5 1 15,-2 2 0-15,2 1 0 0,-1-2 2 0,0 2-1 16,3 0 1 0,-1-2 0-16,0-1 0 15,0 0 0-15,2-2 0 0,0 1-1 0,1-4-2 16,1-1 2-16,2-1 0 16,-1 0 1-1,1 0 1-15,-1-9 0 16,-1 2-1-16,0-3 1 0,-1-1 0 0,-1 0-1 31,1-1-1-31,-4 1 1 16,-1 4 0-16,0 0-2 0,-1 2 1 15,0 3 8-15,0 2-1 16,-1 0-3-16,-2 2-3 16,-2 6-1-16,3 1 1 0,0 3-1 15,1-1 0 1,1 3-1-16,0-4-13 0,10-1-37 15,1-4-170-15</inkml:trace>
  <inkml:trace contextRef="#ctx0" brushRef="#br0" timeOffset="200125.3">9305 8879 114 0,'4'0'11'0,"-2"0"-11"0,1 0 1 0,0 0-1 15,-2 0-1-15,1 0-3 16,-1 0-2-16,1 0-9 16,-2 0 1-16,0 1 2 0,0-1-9 15,0 2-32-15</inkml:trace>
  <inkml:trace contextRef="#ctx0" brushRef="#br0" timeOffset="200518.72">9325 8968 57 0,'0'0'6'0,"0"0"6"0,0 0-1 0,0 0-12 0,0 0-64 32</inkml:trace>
  <inkml:trace contextRef="#ctx0" brushRef="#br0" timeOffset="200902.3">9275 8842 167 0,'0'0'11'15,"0"0"7"-15,0 0 14 16,0 0-6-16,0 0-8 15,41-3-4-15,-34 2-2 16,3-2-5-16,-1 0-1 0,1 2-2 16,-3 1-3-1,-1 0 0-15,0 0-7 0,-2 0-11 0,-2 0-21 16,0 0-42 0,-2 0-33-16</inkml:trace>
  <inkml:trace contextRef="#ctx0" brushRef="#br0" timeOffset="201067.46">9325 8912 203 0,'0'0'38'0,"0"0"-30"16,0 0 17-16,0 0-2 16,0 0-8-1,47 5-11-15,-27-3-1 0,-2-2-14 16,0 0-105-1</inkml:trace>
  <inkml:trace contextRef="#ctx0" brushRef="#br0" timeOffset="201969.57">9427 10423 165 0,'0'0'54'0,"0"0"-39"0,0 0-2 0,0 0 11 16,0 0-1-16,0 0-13 16,0 0-6-16,0 0-3 0,0 0 0 15,0 0-1-15,0 0 2 0,38 0-3 0,-32 0 2 31,2 0-7-31,-4 0-16 16,1 0-46-16,-1 1-53 16</inkml:trace>
  <inkml:trace contextRef="#ctx0" brushRef="#br0" timeOffset="202220.35">9442 10539 171 0,'0'0'34'0,"0"0"-30"0,0 0 13 16,0 0 19-16,0 0-15 16,0 0-9-16,0 0 0 15,0 0-9-15,29 8-1 0,-21-4-2 16,1-1 1-16,-2 1-3 15,4-1-14 1,-5-2-50-16,1-1-157 0</inkml:trace>
  <inkml:trace contextRef="#ctx0" brushRef="#br0" timeOffset="205611.74">10429 10430 113 0,'3'0'7'0,"1"0"0"0,0 0 11 0,-2-2 8 15,1-2-7-15,-1 1 0 16,2-2-2 0,-1-1-1-16,1-1-1 0,-3 0-1 0,2 0-5 31,0-2-1-31,1 2-4 16,-2-3-1-16,1 0-1 15,3 0-1-15,-4 0-1 0,3 2 1 16,-3-1 1-16,-1 1 1 15,0 6 4-15,0-1 4 16,1 2 1-16,-2 1-4 16,0 0-5-16,0 0-8 0,0 3 3 15,0 6 3-15,0 2 0 16,0 3 0-16,2 0 0 16,-2 6 1-16,2-3 0 15,0 3-2-15,1-2 1 16,-1 1-1-16,0-2 0 0,0-1 1 15,-2 0-1-15,2-2-7 16,-2-2-21-16,0-2-19 16,0-3-48-16,-4 0-54 15</inkml:trace>
  <inkml:trace contextRef="#ctx0" brushRef="#br0" timeOffset="205911.13">10415 10588 127 0,'0'0'19'0,"0"0"15"0,0 0 22 16,0 0-17-16,0 0-20 0,36-3-2 0,-24 1-2 15,-2-1-6 1,2 2-4-16,-1 1 0 0,0 0 0 16,0 0-2-16,-1 0-2 0,0 0 0 31,0 0-1-31,-4 0-1 0,3 0-11 0,-5 0-23 16,0 0-61-1</inkml:trace>
  <inkml:trace contextRef="#ctx0" brushRef="#br0" timeOffset="206119.15">10764 10515 338 0,'0'0'13'0,"0"0"-12"16,0 0-1-16,0 0 1 16,0 0-12-16,0 0-32 15,0 0-86-15</inkml:trace>
  <inkml:trace contextRef="#ctx0" brushRef="#br0" timeOffset="206985.77">11096 10385 198 0,'0'0'6'0,"0"0"4"0,0 0 4 0,0 0 14 0,0 0-9 16,0 0-10 0,0 0 4-16,44-20-5 15,-33 18 5-15,2 1 0 16,0-1-2-16,2 2-2 0,-2 0-4 0,0 0-4 31,-1 0 1-31,-2 0-4 16,-3 3-1-16,0 3 2 0,-7 0-1 15,0 1-3-15,0 1-3 0,-10-1 0 0,-2 3-4 32,-5 0-3-32,-2 1-7 15,-3-3-4-15,3 0-3 0,2-1-8 16,1-1 24-16,7-2 7 15,2-2 7-15,5-2 0 16,2 0 0-16,0 0-1 16,6 0 16-16,5 0-6 0,4-2 9 15,2-1 3-15,1 2 2 16,-3-2-9-16,1 2-1 16,-2 1-1-16,1 0-1 15,-3 0-3-15,1 0-3 16,-4 3-4-16,-3 2-2 15,1 2 0-15,-3 3 0 0,-1-3 0 16,-3 2-1 0,0 2-1-16,0-1 2 0,-3-1-1 0,-6-1 0 15,1 2 3-15,-6-3-1 16,1-1 0-16,0 0 0 16,-5-2 3-16,0-1-6 15,2-2 2 1,-4 2 0-16,1-2-1 0,0 1-5 0,4-1-6 15,-3-1 6 1,7 2-1-16,-1-1-1 16,5-1-33-16,3 0-45 0,4 0-56 15</inkml:trace>
  <inkml:trace contextRef="#ctx0" brushRef="#br0" timeOffset="207525.84">11388 10393 153 0,'0'0'34'0,"0"0"-9"0,0 0-9 15,0 0 6 1,0 0-6-16,0 0-1 16,0 0-3-16,0 0-3 15,0 43-5-15,0-29-1 16,0 0-1-16,0 0-2 0,0-2 1 15,0 0 0-15,0-3-1 16,0-2 2-16,0-1-1 16,0-2 1-16,0-3 2 15,2 1 4-15,2-2 3 0,3 0 2 16,1 0 0-16,2 0-2 16,1 0-3-16,3 0-3 15,1-2 0-15,3 1-2 16,-2-2 0-16,4 3 1 15,-2 0-3-15,0 0 0 16,2 0-1-16,-5 0 1 0,1 0-1 16,-3 0 0-16,-3 0-1 15,-5 0-7-15,-2 0-20 16,-2-3-18-16,-1-1-18 0,0-3-153 16</inkml:trace>
  <inkml:trace contextRef="#ctx0" brushRef="#br0" timeOffset="207824.81">11534 10383 212 0,'0'0'22'0,"0"0"-27"0,0 0 12 16,0 0 13-16,0 0 0 15,0 0-2 1,0 0-2-16,0 38-4 0,0-25-1 0,0 4 3 16,0 2-7-1,0-1 2-15,0 1-7 16,0-1-1-16,0-1 0 16,1-1-1-16,0-2 1 15,3-3-1-15,-2-1-1 0,0 0-6 0,1-5-21 16,0-3-30-1,2-2-202-15</inkml:trace>
  <inkml:trace contextRef="#ctx0" brushRef="#br0" timeOffset="208607.71">11805 10428 161 0,'0'0'6'16,"0"0"-10"-16,0 0 11 0,0 0-16 15,0 0 1-15,0 0 8 16,-40 0 2-16,36 0 1 15,-2 0 1-15,4 0 4 16,2-4-2-16,0-1 16 16,0 0-4-16,1 1-6 15,8-2 2-15,-2-1-2 0,4 3-4 16,0 0 2-16,0 1 0 16,1 0 1-16,-3 3-3 15,2 0-2-15,0 0-2 16,-2 0 1-16,0 0-3 0,0 7 0 15,-4 0-2-15,-2 1-2 16,0 3 1-16,-3-1-1 16,0 1 2-16,0 0-2 15,-5 2 2-15,-1-2-1 0,-5 2 1 16,2-2-8 0,0-2 8-16,-3 1 3 0,2-1-6 15,-1-2 0-15,1 0-1 16,2-2 4-16,0 1 0 0,2-1 0 15,1-1 0-15,0 0 1 16,2-1 0-16,0 0-2 16,3-2 1-16,-2 2-1 15,2-2 1-15,0 1-2 0,0-1 0 16,0 1 1 0,0-1 3-16,0-1-1 0,0 1 5 15,4-1 0-15,0 0 3 16,1 0-2-1,2 0 0-15,0 0-1 0,1 0 0 0,1 0 0 16,1 0-1-16,-2 0 2 16,1 0 2-1,3 0 1-15,-4 0-2 16,3 0-1-16,1-1-2 16,-1 1 2-16,-3-1-2 0,3-1-1 0,-3 2-1 15,-3 0-3 1,1 0 2-16,-2 0-2 15,-1 0 0-15,-1 0-1 0,-1 0-19 16,-1 0-28 0,0 0-11-16,0 0-191 0</inkml:trace>
  <inkml:trace contextRef="#ctx0" brushRef="#br0" timeOffset="211265.96">12713 10547 293 0,'0'2'27'0,"0"-2"-27"0,0 2 6 0,2 0 14 15,-2 0-10-15,0 5-6 16,0 0 1-16,0 3-3 16,0 4-3-16,0 1 1 15,-6 2-1-15,-6-1-15 16,-1 0-34-16,-7-4-86 0</inkml:trace>
  <inkml:trace contextRef="#ctx0" brushRef="#br0" timeOffset="212135.32">13361 10383 209 0,'0'0'12'0,"0"0"-5"0,0 0 10 0,0 0-7 16,0 0-1 0,0 0-5-16,0 0 8 15,-42 0-1-15,31 0 1 0,4 0 0 16,-4 0-7-16,0 0-1 0,3 6-2 15,0 1-1-15,0 1 2 16,0 1-3 0,3 2 3-16,1 1-1 0,2-1-1 0,2 3 0 15,0-4 0-15,0 2 0 16,0-1 1 0,3-1 1-16,5-2 1 15,4 1 2-15,-4-2 3 16,4-1-5-16,2-2 1 0,0-1 4 0,1-2-4 15,0-1 2 1,1 0-2-16,-3 0-2 0,1 0-1 16,-3-4 1-16,-1-2 0 0,0-1 1 31,-3 0 1-31,1-3-3 16,-4-1 1-16,0-1-2 0,-1-2 0 0,0 1 0 0,-3-2-1 31,0 1-1-31,0 1 0 15,0 0-3-15,-3 3 3 16,-4 0 1-16,-2 5-5 16,-1 1 1-16,-4 2-5 15,-2 2-7-15,-3 0-15 0,0 0-7 16,-2 1-33-16,5 2-47 16</inkml:trace>
  <inkml:trace contextRef="#ctx0" brushRef="#br0" timeOffset="212343.24">13594 10413 359 0,'0'0'32'0,"0"0"-33"0,0 0-5 0,0 0 14 15,0 0-32-15,0 0-34 16,0 0-105-16</inkml:trace>
  <inkml:trace contextRef="#ctx0" brushRef="#br0" timeOffset="212990.15">13791 10305 210 0,'0'0'66'0,"0"0"-59"16,0 0-5-16,0 0 3 15,0 0-2-15,0 0-1 16,0 0 1-16,0 0 2 16,15 38 0-16,-14-26 0 15,3 0-1-15,-4 0-4 0,0-1 1 16,0-1-1-16,0 1-1 16,0-3-1-16,-6-1 2 15,2-3 2-15,0-1-1 16,0-2-3-16,1 0 6 15,1-1 1-15,0 0 0 0,2 0-3 16,0 0 0-16,0-1-1 16,0-3 2-16,7 0 6 15,2 1-5-15,4 0 0 16,1 0 0-16,2 2 0 16,-1-1 0-16,5 1 4 0,-5 1-2 15,2-1-4-15,0 1 2 16,-1 0-2-16,-3 0-2 0,-1 0 1 15,-2 0-1-15,-1 0-1 16,-3 0-17 0,-1 0-17-16,-2 0-33 0,-3 0-71 0</inkml:trace>
  <inkml:trace contextRef="#ctx0" brushRef="#br0" timeOffset="213257.89">13976 10328 288 0,'0'0'15'0,"0"0"-13"0,0 0-2 0,0 0 0 0,0 0 12 0,0 0-5 15,-11 37-1-15,8-26-4 31,3 3-1-31,0 0 1 16,0 1-2-16,0-3 1 16,0 1-2-16,0 1 2 15,0-4-2-15,0 0-4 0,3-4-20 16,-1-3-35-16,0-3-107 16</inkml:trace>
  <inkml:trace contextRef="#ctx0" brushRef="#br0" timeOffset="213722.75">14130 10282 221 0,'0'0'91'0,"0"0"-81"15,0 0-9-15,0 0-1 16,0 0 2 0,0 0 0-16,0 0 1 0,9 37-1 15,-9-27-1-15,2 3 2 16,0-2-2-16,-2 1 0 0,2-2-1 16,-1-2 1-16,2-1-2 15,-1 0 2-15,0-4 0 16,0 0-1-16,0-2 0 15,0-1 1-15,0 0 0 0,3 0 5 16,1 0-1-16,4 0 1 16,-1 0-1-1,2 0-2-15,2-1 2 0,0-2 1 0,2 3-2 16,0 0 0-16,1 0-1 16,-1 0-1-1,1 0-1-15,-3 0-1 0,-1 0 1 0,1 0-1 31,-2 0-1-31,0 0-4 0,-4 0-16 16,-1 0-8-16,-5 0-11 16,-1 0-77-16</inkml:trace>
  <inkml:trace contextRef="#ctx0" brushRef="#br0" timeOffset="213984.28">14293 10312 304 0,'0'0'11'0,"0"0"-7"0,0 0 0 0,0 0-1 0,0 0 7 16,0 0 0-16,0 0-4 15,0 0 1-15,7 48-3 16,-5-34-3-16,1 1 1 0,-3-1-2 15,2 0 1-15,-2-1-2 16,0-3-11-16,2 0-15 16,0-3-12-16,1-6-101 15</inkml:trace>
  <inkml:trace contextRef="#ctx0" brushRef="#br0" timeOffset="214586.62">14447 10275 205 0,'0'0'20'0,"0"0"14"16,0 0-16-16,0 0-1 0,0 0-5 15,36 0-2 1,-22 0-4-16,1-1-1 0,1-1 2 16,0 1-3-1,0-2-2-15,-1 2 3 0,-1-1-1 16,-1 0-1 0,-1 0 1-16,-2-1 1 0,-4 3-2 0,1-1-2 15,-1 1 0-15,0-2-1 16,-4 2 1-1,1 0-1-15,-2 0-1 0,0 0-1 0,0 0 1 32,-1 0-3-32,0 0-1 0,0 0 1 0,0 0 0 15,0 2 4 1,0 2 0-16,-3 0 1 16,0 2 3-16,-1 1-2 15,0-1-1-15,-2 2 0 0,1 1 0 16,1 1 3-16,0 2-1 15,-1-2-2-15,1 3-1 0,2-3 0 16,-3 2 2-16,1-1-1 16,1 0 0-16,1-1 1 0,0 0 2 15,0-3-1 1,-2 0 1 0,2-1-3-16,0 0 2 0,1-2-3 15,1 0 2-15,-2-1-2 16,2 0-1-16,0-2-2 15,0 2-10-15,0-3-16 16,0 0-23-16,2 0-142 0</inkml:trace>
  <inkml:trace contextRef="#ctx0" brushRef="#br0" timeOffset="-213282.93">15348 10538 307 0,'3'1'41'0,"-1"2"-36"0,0 1-7 0,-1 2 4 16,1 2 4-1,0 3-5-15,-2 1-1 16,0 2-1-16,0 1 1 0,-3-1-9 15,-9-1-23-15,-2-5-24 16,-3-1-146-16</inkml:trace>
  <inkml:trace contextRef="#ctx0" brushRef="#br0" timeOffset="-212835.08">15728 10403 265 0,'0'0'23'0,"0"0"-14"0,0 0-3 0,0 0 6 16,0 0-2 0,0 0-2-16,45-3 0 0,-25 0-2 15,1 2-3 1,0-2-3-16,2 3 1 0,1-1-1 0,-1 1-11 31,-2-2-24-31,1 2-68 0</inkml:trace>
  <inkml:trace contextRef="#ctx0" brushRef="#br0" timeOffset="-212370.76">16314 10333 7 0,'0'0'207'15,"0"0"-217"-15,0 0 8 16,-49 0 6-16,34 3-1 16,0 1 1-16,2 2 7 15,-1 1 3-15,3 3 2 0,3 0-1 16,2 0-4 0,5 0 0-16,1 1-5 0,0-1 0 15,0 2-4-15,4-4 0 0,6 2 3 16,2-3 0-1,2 0 1-15,-1-2 2 0,4-1-3 16,-2-3 1-16,2-1-2 16,-1 0-1-16,0 0-2 15,-3 0 1-15,-1-7 1 0,-3-1 5 16,-1-2 0 0,-3 0 0-16,-2-2-3 15,-1-2 0-15,-2 1-7 0,0 1 1 16,-5 0-2-16,-2 2-2 0,-2 0-2 15,-3 3 3-15,1 3-3 16,1 1-7-16,-4 3-9 16,-1 0-2-16,4 0-9 15,-1 0-54-15</inkml:trace>
  <inkml:trace contextRef="#ctx0" brushRef="#br0" timeOffset="-212179.02">16485 10333 345 0,'0'0'29'0,"0"0"-25"0,0 0-2 0,0 0-1 15,0 0-2-15,0 0-38 16,0 0-54-16,0 0-88 15</inkml:trace>
  <inkml:trace contextRef="#ctx0" brushRef="#br0" timeOffset="-211403.76">16729 10235 271 0,'0'0'27'16,"0"0"-23"-16,0 0 0 15,0 0 0-15,0 0 5 16,0 0-3-16,0 0 0 16,25 47 1-16,-20-33-4 0,-2-2-3 15,-1 3 1-15,0-2-2 16,-2 1 1-16,0-4 0 0,-2 0-2 16,-4-4-3-1,0 0-2-15,-1-2 3 16,0-3 3-16,0-1 2 0,-1 0-2 15,3 0-3-15,1 0 5 0,1-4 0 16,3 0-3 0,0-1-3-16,0 1 3 0,7 0 6 15,4 1 1-15,1 0-2 16,1 3 0-16,3 0 3 0,-1 0-1 16,2 0-1-16,1 0 2 15,1 0-1-15,-3 0-1 16,2 2 1-1,-2-1-3-15,1 1 0 16,-6-2-1-16,1 0 0 0,-3 0-2 16,-3 0-6-16,1 0-4 0,-6-5-2 0,1 0 2 31,-2-2-6-31,0-2-6 16,0 1-7-16,-3-2-1 15,-5 1 4-15,2-1 3 16,2 4 20-16,-4-1 6 0,5 3 30 15,-4 1-6-15,3 2-2 16,3 1-4-16,-1 0-7 16,0 0-1-16,2 1-6 0,0 6 3 15,0 1 1-15,0 1-1 16,0 4-1 0,0 1 1-16,0 2-5 0,0 0-2 15,0-1-1-15,2 2-1 0,0-1 1 16,1-1-1-1,-1-3 0-15,3-1-4 0,-3-1-29 16,0-4-29-16,-1-6-112 0</inkml:trace>
  <inkml:trace contextRef="#ctx0" brushRef="#br0" timeOffset="-210672.2">17085 10225 214 0,'0'0'1'0,"0"0"3"0,0 0 17 0,0 0 5 0,0 0-9 31,0 0-3-31,38 39-4 16,-34-25-2-16,-2 0-5 0,-2 0-3 0,1 3 2 0,-1-4-1 16,0 0 0-16,0-2 0 15,0-1-1-15,0-2-4 32,-3-3-7-32,-2-2 1 15,0-2 4-15,-2-1-2 0,0 0 12 16,2 0-13-16,-2-4-3 15,5-3-1-15,0 0-14 16,2 0 6-16,0 0 16 0,2 1 2 16,3 3 19-16,4 0-6 15,0 3 9-15,0 0 4 16,2 0-8-16,2 0-3 16,-2 3-2-16,3 1-1 0,-1-1-1 15,-2 1-2-15,1-3 0 16,0 1-5-1,3-2 0-15,-4 0 1 0,2 0-2 16,1 0 1-16,-2-2 0 16,1-3-1-16,-3-2-1 15,-1-1 0-15,-1-1-3 16,-3-1-1-16,0-1 1 0,-5 2 0 16,0 2-6-16,0 0-1 15,0 3 10-15,0 2 1 16,0 1 2-16,-4 1 9 15,2 0-4-15,0 3-4 16,-1 4 2-16,0 3 2 0,3 0-2 16,-2 5-1-16,2-2 0 15,0 0-3-15,0 1 1 0,2-1 1 16,1 1-1-16,0-2-2 16,0-1 2-1,2-1-2-15,-3-3-3 0,0 0-10 16,1-4-20-1,-1-3-46-15,0 0-127 0</inkml:trace>
  <inkml:trace contextRef="#ctx0" brushRef="#br0" timeOffset="-210154.11">17411 10225 177 0,'0'0'31'16,"0"0"-20"-16,0 0 2 0,0 0 9 16,0 0-5-1,39 0-4-15,-28 0-3 0,3 0 0 16,-1 0-3-16,1 0-2 15,0 0-3-15,0 0 1 16,0 0-1-16,-1 0 2 16,1 0 2-16,-1 0-1 15,2 0-4-15,-4 0 1 16,0 0-1-16,0 0 2 0,-3 0-2 16,-2 0 0-16,0 0-1 15,-3 0 0-15,-3 0 0 16,1 0 0-16,-1 0 0 15,0 0 0-15,0 0 1 0,0 0 1 16,0 0 1-16,-4 6 3 16,-1 0-2-16,0 3 3 15,0 2-1-15,-1 0-2 16,0 2 1-16,2 0 1 16,-2-1-1-16,3 1 0 0,1 0-2 15,0-2-1-15,-1 2-1 16,2-1-1-16,0-1-1 15,1-1-2-15,0-2-23 0,0-1-21 16,0-3-62-16</inkml:trace>
  <inkml:trace contextRef="#ctx0" brushRef="#br0" timeOffset="-209965.42">17792 10454 335 0,'0'0'1'0,"0"0"2"0,0 0 0 0,12 44-4 15,-12-30 1 1,0 0-5-16,-12-1-23 0,-5-1-38 16,-3-5-130-16</inkml:trace>
  <inkml:trace contextRef="#ctx0" brushRef="#br0" timeOffset="-209271.08">18233 10251 135 0,'0'0'91'16,"0"0"-48"-16,0 0-18 0,0 0-9 0,0 0 4 16,0 0-10-16,0 0-8 15,0 0 9 1,0 0-8-16,38 0 9 16,-23 0-2-16,2 0-1 0,5 0 0 0,-3 0-4 15,2 0-3-15,0 0-1 16,1 0-1-1,-5 0 0-15,0 0-15 0,-2 1-33 16,-3-1-14 0,-3 0-75-16</inkml:trace>
  <inkml:trace contextRef="#ctx0" brushRef="#br0" timeOffset="-208966.89">18571 10098 245 0,'0'0'34'0,"0"0"-24"16,0 0-2-16,0 0 7 15,0 0 0-15,4 38-6 16,-3-22-1-16,0 3-2 16,0 0-3-16,2 4-2 0,1-1 0 15,0-2 0-15,-2-1-1 16,1-3 1-16,1 0-2 16,-2-4-16-16,1-1-16 15,1-5-73-15</inkml:trace>
  <inkml:trace contextRef="#ctx0" brushRef="#br0" timeOffset="-208793.59">18715 10255 344 0,'0'0'7'0,"0"0"-4"0,0 0-3 16,0 0-3-1,0 0-11-15,0 0-38 0,0 0-120 16</inkml:trace>
  <inkml:trace contextRef="#ctx0" brushRef="#br0" timeOffset="-208024.8">18949 10144 153 0,'0'0'45'0,"0"0"1"0,0 0-14 16,0 0-11-16,0 0-2 16,0 0-11-16,0 0 0 15,43-24 1-15,-32 21-2 0,5-1-1 16,-2 1 3-16,2 3-2 15,-2 0 1-15,0 0-3 16,-1 0-3-16,-2 0-1 16,-2 0 0-16,-4 0-2 0,1 5-1 15,-4-1 1-15,-2 2-3 16,0 1-6-16,-2-2-3 16,-6 4 7-16,-4-2 2 15,-1 0 0-15,-1 2-2 0,1-4-4 16,0 2 2-16,1-2 5 15,5-1-3 1,-1-1 4-16,5-2 3 0,1-1-2 16,2 0 1-16,0 2-3 15,2-2-4-15,5 1 8 16,0-1 2-16,4 1-1 16,0 1-1-16,0 1 1 0,0-1-1 15,-1 1 1-15,1 0 0 0,0 4 2 16,-5-1 0-16,1 1-2 15,-2 0 1-15,-1 1-2 16,-2 0-1 0,-2 0 0-16,0 1 1 15,0-1-2-15,-2-2 1 0,-5 1-1 16,-3 0 7-16,-4-1-4 0,0-3-2 16,-2 1 2-16,-1-1 0 15,-2-2 0 1,4 1-1-16,-2-2 0 15,4 0-2-15,1 0-4 0,5 0-8 0,3 0-7 16,3 0-20 0,1-6-69-16</inkml:trace>
  <inkml:trace contextRef="#ctx0" brushRef="#br0" timeOffset="-207544.81">19298 10116 244 0,'0'0'5'0,"0"0"0"0,0 0 9 16,0 0 3-16,0 0 3 16,0 0-12-16,0 0-8 15,0 0-4-15,0 0 4 16,0 0 2-16,0 0 3 16,14 42 0-16,-16-22-3 0,0-4-1 15,1 1-1-15,1 0 1 16,0-3-1-16,0-2 2 15,1-3 3-15,6-1 0 0,-2-1 4 16,6-4 0-16,-4-2 0 16,4 1 2-16,2-2-2 15,-1 0 1-15,2 0-2 0,1 0-1 16,1 0-5-16,3 0 0 16,-2-2-3-16,0 1 1 15,-1-1-5 1,-2-2-21-16,-2 1-18 15,-2-1 2-15,-6-3-41 0,-1-3-108 0</inkml:trace>
  <inkml:trace contextRef="#ctx0" brushRef="#br0" timeOffset="-207284.74">19483 10153 266 0,'0'0'20'16,"0"0"-11"0,0 0 5-16,0 0 7 0,0 0-7 15,13 43-1 1,-11-28 2-16,1 5 0 0,-1-3-9 0,3 0-3 31,-3 0-2-31,-1-1 0 16,1-6-1-16,1 4 0 0,-2-5-16 15,3-4-27-15,-2-2-24 0,-1-3-205 0</inkml:trace>
  <inkml:trace contextRef="#ctx0" brushRef="#br0" timeOffset="-206615.81">19731 10140 225 0,'0'0'30'16,"0"0"-26"-16,0 0-2 16,0 0 3-16,0 0 9 15,0 0-8-15,0 0-2 0,0 0 1 16,-11 4-1-16,4-4 1 15,1-1-5-15,1-2 2 16,-1 0-1-16,2 1-1 0,2-1 1 16,2 0 1-16,0 0-3 15,0 0-3-15,6-2 11 16,1 2-8-16,3 0 2 16,0 1-1-16,1 2 1 15,0 0-2-15,0 0 4 16,-2 0-3-16,2 0 4 0,-2 3-1 15,-3 3-1-15,1 1-1 16,-3 3-2-16,-1 1 0 16,-2 0 2-16,-1 4-1 0,0-2-1 15,0 1 1-15,-5 0 0 16,-3 0 0 0,0 0 1-16,-4-2-3 0,0-2 2 15,0-2 1-15,3-1-2 16,-2-1-2-16,2-2 2 0,4-1 1 15,-1-1 1-15,4 0-1 16,0 0 0-16,2-1 0 16,0-1-1-1,0 0 0-15,0 2 5 0,4-2 11 0,2 0-2 16,-1 0-1 0,6 0-1-16,-4 0-1 0,2 0-1 15,2 0 0-15,2 0 2 16,-2 0 1-1,0 0-2-15,-1 0 6 0,2 0-13 16,-2 0-2-16,-3 0-1 16,1 0-1-16,-5 0-22 0,1-2-22 0,-3-3-24 31,-1-3-127-31</inkml:trace>
  <inkml:trace contextRef="#ctx0" brushRef="#br0" timeOffset="-205493.42">19727 9860 166 0,'0'0'12'0,"0"0"-8"0,0 0-2 0,0 0-2 15,0 0 2-15,0 0-1 16,0 0 7 0,0 0 6-16,0 0 8 0,38-11 2 15,-31 8-10-15,0 2-3 0,2-2-7 16,-1 0 3-16,-1 2-5 16,3-2 0-1,2 0 0-15,-4 0-2 0,2 2 1 0,1-1-1 31,-2 1 1-31,0 0 1 0,0 0-1 0,-2 1 0 16,0 0-1 0,-1 0-1-16,1 0 2 15,-3 0 0-15,-1 0-2 0,1 0 2 16,0 0-1 0,-3 2 1-16,3 1-1 15,0 1 1-15,0 3 0 0,2-1-1 0,0 2 0 0,-2 1 0 31,1 1 0-31,1 1 0 16,-3-1 0-16,2 3 2 16,1-2 2-16,-4 3-2 15,1-1 4-15,3 1-2 0,-4 1 1 16,0 0-4-16,0 1 0 16,-1-1 2-16,-1 2-4 15,0 0 0-15,0 1 2 16,0 0 2-16,0 0-3 15,-3 1 1-15,1 1 1 0,0-3-1 16,0 3-1-16,0-2 3 16,2 1-2-16,0-2 0 15,0-2 0-15,0 1 0 16,0-2 0-16,0 1-1 0,0-4 0 16,0 4 1-16,0-3-1 15,0-1 1-15,2-1-2 16,0 1 1-16,-2-2 0 15,0 1 1-15,0 0-1 16,2-3 0-16,-2 2 2 16,0 0-1-16,0-2 0 0,2 2 1 15,-2-2 1-15,1 3 0 0,0-1-3 16,0-1 1 0,0 1-1-16,-1-1 0 0,1 1 1 15,-1-2 1-15,0 0 1 16,0-1 5-16,0-1-2 0,-2 1-1 15,-1-3 2 1,-6 1 5-16,1-2-1 0,-6 0-1 0,-1 1-4 31,-7 1-6-31,-4-3 1 0,-5-1-35 0,-11 0-69 16</inkml:trace>
  <inkml:trace contextRef="#ctx0" brushRef="#br0" timeOffset="-203801.26">10185 10117 133 0,'0'0'11'0,"0"1"-8"0,0-1-4 0,0 0 4 16,0 0 2-16,0 0 6 15,0 0 4-15,0 0-5 0,0 1 4 16,0-1 13-16,-1 0-15 16,-2 0 1-16,-1 1-11 15,-2-1-2-15,0 2 0 16,0-1 1-16,-1-1-1 0,-2 0-1 15,2 1 4 1,-4-1-5-16,0 1 1 0,-1-1 2 16,0 0 1-16,2 0-4 15,-1 0-2-15,2 0 1 16,-4 0 1-16,6 0 4 16,-2 0-3-16,-2 0 2 0,4 0-1 15,-1 0 2 1,3 0-2-16,-3 0 2 0,4 1 1 15,0-1-3-15,-2 4 0 16,3-1 2-16,1 0-2 0,0 1-2 16,2 0 2-16,-3 2-2 15,3-2 2 1,-1 2 1-16,1 1 5 0,0 2-2 16,0-1 4-16,0 2-3 0,0 3-1 15,0 0 0 1,0 0-1-16,0 1 0 15,0 0-1-15,0 0 2 0,0 1 0 0,4 0-1 16,-2-1 0 0,0 2 1-16,0-2-2 15,-1 2 0-15,3-2-1 16,-2 1-1-16,2 2 1 0,-1 0-1 16,-1-1 1-16,1 1-1 0,-1 0 1 31,-2-1-2-31,2 1 2 0,0-3-1 15,-2 3 1-15,0-3-1 0,2 1 0 16,-2-1 0 0,1 0 0-16,-1-3 0 15,0 1 1-15,0-2-1 16,0-1 0-16,0 0 0 0,0 1-1 0,2-1 1 16,-2 0 1-1,1 0-1-15,0 0 1 16,1-1-1-16,0-1 0 0,-2 2 1 15,0-3-1 1,2 2 0-16,-2-1 0 0,0-1 0 0,0 1 3 16,0-3-6-1,2 3 6-15,-2-3-6 0,2 2 6 0,-1-2-6 32,2 2 6-32,-1-2-3 15,2-1 0-15,-4 1 0 16,2 1 0-16,0-1 1 0,-1-1-2 15,2 0 1-15,0 0-3 16,1-1 9-16,-2 0-3 16,2-1 5-16,4-1 2 15,-4 2-1-15,3-1 2 0,-1 0 0 16,4-1 0-16,-3 0 0 16,1 0-2-16,1 0-4 15,1 0-2-15,0 0-2 16,-1 0-1-16,0 0-19 15,1 0-45-15,0 0-4 0,0 0-118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3:36:44.6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8717 10440 66 0,'0'0'73'0,"0"0"-53"0,0 0 8 0,0 0-2 16,0 0-5-16,0-4-8 15,2 1-2-15,2 0 0 16,-1 1-1-16,2-2-3 15,1 1 1-15,-1 1-4 16,3 0-1-16,2-2 0 0,-3 3-1 16,3 0-1-1,1 0 2-15,-1-1-2 16,0 2 1-16,2 0 0 16,-1 0 0-16,0 0-1 0,1 0-1 15,-3 5 1-15,3 1 0 0,-2 1-1 16,-4 0 0-16,1 0-2 15,-1 3 2-15,-3 0 0 16,1-2 0 0,-1 2 1-16,-3-3 0 15,0 4-2-15,0-2 1 0,0 1 1 0,-10 0 1 16,-2 0 0-16,-3-2-1 0,0 2 4 31,-3-1-1-31,-1-2-4 0,2 0 2 0,4 0-3 16,0-2 1-1,4-1-1-15,2-3-3 0,3-1-13 0,4 0-15 32,0 0-41-32,0 0-38 15</inkml:trace>
  <inkml:trace contextRef="#ctx0" brushRef="#br0" timeOffset="542.14">9061 10397 95 0,'0'0'12'0,"0"0"0"0,0 0-3 0,0 0 8 16,0 0 4-16,0 0 13 0,0 0-11 15,0 0-5 1,0 0 2-16,0 0-7 0,0 0-5 16,-20-14 0-16,18 14-5 15,-3 0 1-15,-1 0-4 0,1 0 1 16,-4 2 0-1,3 3 2-15,-4 2 0 16,2 3 0-16,1 0 0 0,-1 1 2 16,2 0-2-16,-1 1 2 0,3 0-2 15,0-1 0-15,2 0 0 16,0 0 0-16,2-2 0 16,0-1 2-16,0 1-1 0,0-2 1 31,4-1 1-31,1-2-1 0,3 3-1 0,-1-4-2 15,2 1 9-15,-2-2-7 16,3-2-2-16,0 3 2 16,1-3-3-1,-1 0-3-15,2 0-18 16,-1 2-23-16,-2-1-13 0,-1-1-86 16</inkml:trace>
  <inkml:trace contextRef="#ctx0" brushRef="#br0" timeOffset="1262.55">9088 10796 94 0,'0'0'14'0,"0"0"2"0,0 0 14 16,0 0 11-16,0 0-14 0,0 0-10 16,0 0 0-16,0 0-5 15,0 0 1 1,0 0 0-16,0 0-3 0,0 0-2 16,0 0 0-16,0 0 2 0,0 0-5 15,2 0 5-15,0 0 6 16,0 0-9-16,0-4-4 15,2 0 1-15,0-3-2 16,0 1 11-16,-1 0-11 0,1 0 0 31,0 0-2-31,0 0 2 0,-3 1-2 16,1-3 0-16,3 5 1 16,-5-1-1-16,2 1 0 15,0 1 0-15,-2 1-1 0,0 1 1 0,0 0-3 31,0 0 1-31,0 0-6 0,2 0-6 0,-2 5 12 16,0 2 11-16,0 2-18 16,1-3 17-16,1 3-6 0,0-2-2 31,2 0-5-31,0 0-3 0,-1 2 10 16,4-4-2-16,-5 1 0 0,3-3 1 15,-1 0 0-15,0 1 0 16,0-4 5-1,-1 2-11-15,3-2 6 16,-3 0-20-16,0 0-9 0,0 0-14 0,0-2-34 31,-1-5-64-31</inkml:trace>
  <inkml:trace contextRef="#ctx0" brushRef="#br0" timeOffset="1623.1">9173 10660 239 0,'0'0'28'0,"0"0"-14"0,0 0-7 15,0 0-2 1,0 0-6-16,0 0-32 0,0 0-112 0</inkml:trace>
  <inkml:trace contextRef="#ctx0" brushRef="#br0" timeOffset="2884.65">8823 10237 75 0,'0'0'26'0,"0"0"-1"0,0 0 2 0,0 0 5 16,0 0-4-16,0 0-1 16,0 0-3-16,0 0-10 15,0 0-1-15,0 0 0 0,0 0-5 16,0 0 2-16,0 0-2 15,-8-6-2-15,8 3-4 16,0 0 0-16,0-1-2 16,0 0-2-16,0-2 2 0,2 0-2 15,1-2 11-15,1-2-8 16,1 1 1-16,1-3-3 16,-2 0 2-16,3-2-2 15,1 3 1-15,0-3-3 0,-1 2-2 16,-1 3 6-16,-1 1-2 15,2 1 1-15,-5 3 1 16,0 0 0-16,0 2-3 16,-1 1 3-16,-1 1-1 0,1 0 0 15,0 0-2-15,1 0-1 16,-2 5-1-16,2 3 3 16,2 0 2-1,-2 3 1-15,3-1-1 16,2 3 1-16,-3-3 0 0,3 3-1 0,2-2 0 15,-2 1 0-15,2 0-1 16,-2 0 0 0,1-2-30-16,-2-3-127 0</inkml:trace>
  <inkml:trace contextRef="#ctx0" brushRef="#br0" timeOffset="4391.64">5588 11558 110 0,'0'-2'10'0,"0"1"10"0,0-1-5 32,0 2 8-32,0 0-9 15,0-1-3-15,0 0 1 0,0-1 4 16,0 2-4-16,0-1-2 15,0 1-6-15,0 0 0 16,0 0-1-16,0 0-3 16,0 0 0-16,0 0 0 0,0 0 0 15,0 0-3 1,0 0 1-16,0 0 4 16,0 0 2-16,0 0-2 0,0 0 1 15,0 0 1-15,0 0-3 0,0 0-1 16,0 0 2-1,0 0-2-15,0 0 1 16,0 0-2-16,0 0-1 16,0 0-15-16,0 0-9 0,0 0-29 0,0 0-25 15</inkml:trace>
  <inkml:trace contextRef="#ctx0" brushRef="#br0" timeOffset="5331.18">5572 11564 188 0,'0'0'10'0,"0"0"6"0,0 0 11 0,0 0 1 15,0 0-14-15,0 0-2 0,0 0-4 16,0 0-8 0,0 0 5-16,0 0-6 0,0 0 1 15,-11 1 0-15,11 13 1 16,0 1 0-16,0 5-2 0,0 0 1 15,0 3 1 1,0 2-2-16,0 0 1 0,0-2 1 16,0 2-2-16,0-2 2 15,0-3-1-15,0-2-1 16,-4-2 0-16,-1-1 1 0,0-5-1 16,-1 0 0-1,2-1-1-15,-1-5-2 0,1 2 6 16,-3-3-4-1,4-1 2-15,1-2 5 0,-2 0-10 0,2 0 9 16,0 0-6 0,2 0-1-16,0 0-3 15,0-5-1-15,0 2 12 0,0-1-9 16,4 1 2-16,2 1 1 16,-1 1 0-16,4-1 1 0,0 2 0 15,4-1 0-15,1 0 1 16,-1 1 0-16,3-2 3 15,1 2 1-15,-1-1 3 16,3 1-1 0,-4-1-2-16,3 0-1 0,-3 1-2 0,1 0-1 15,-2 0-1 1,0 0 0-16,0 0 0 0,-1 0 1 16,1 0-1-1,-1 0-4-15,-1 0-20 16,-1 0-52-16,-2 0-59 15</inkml:trace>
  <inkml:trace contextRef="#ctx0" brushRef="#br0" timeOffset="5886.45">5974 11843 111 0,'0'0'4'0,"0"0"0"0,0 0 17 0,0 0 13 16,0 0-8-16,0 0-7 16,38 3-6-16,-30-3-3 15,1-3 0-15,-1-1-3 16,-1-2-2-16,0 3-1 0,-1-2-1 15,-3 0-2-15,-1 1 1 0,-2 0 0 16,0-1 0 0,0 1-4-16,-3 0 0 15,-3 1-1-15,-2 1 6 16,0 1-6-16,-1 1 4 0,0 0 6 0,0 0-8 16,-2 0 3-1,1 3-1-15,2 2-1 0,-1 3 0 16,-1-1-1-16,5 3 0 0,-3 1 1 31,4 0 1-31,2 1 2 0,2-1-2 0,0-2 3 16,0 2-2-16,0-2 1 15,5-1 1-15,4-1 0 16,-4 1 2 0,5-3-3-16,1 0 6 15,1-1-2-15,1-3-1 0,1-1-1 0,3 0-2 16,1 0 2-1,2 0-3-15,-2-3-1 16,-1-4 0-16,2-1-16 0,-1-2-12 0,-3-2-32 31,-1 0-82-31</inkml:trace>
  <inkml:trace contextRef="#ctx0" brushRef="#br0" timeOffset="6192.04">6256 11643 149 0,'0'0'24'0,"0"0"-10"0,0 0-11 0,0 0-4 0,0 0 18 16,0 0 12-16,0 39-9 15,2-20-9-15,0 3-1 0,0 1-4 16,0 0 1 0,-1 0-3-16,2-3 0 0,-3-2-3 15,2-1 2-15,-2-4-3 16,0 0 1-16,0-2-1 16,0-2 1-16,2-4 0 15,-2 1-4-15,0-6-21 0,0 0-77 16</inkml:trace>
  <inkml:trace contextRef="#ctx0" brushRef="#br0" timeOffset="6364.96">6243 11815 227 0,'0'0'81'0,"0"0"-94"16,0 0 20-1,0 0-6-15,44 4 0 0,-21-4-29 16,-1 0-65 0</inkml:trace>
  <inkml:trace contextRef="#ctx0" brushRef="#br0" timeOffset="7274.3">6731 11789 132 0,'0'0'18'0,"0"0"15"0,0 0 9 16,0 0-3-16,0 0-17 16,0 0-2-16,0 0-3 15,0 0-5-15,0 0-11 0,-12-7-4 16,14 4 5-16,7 3-2 16,4-1 1-16,1-1 0 15,3 2-1-15,4 0 1 16,-2 0 0-16,4 0-1 15,-3 0 0-15,0 3 0 0,-4 4 0 16,0 3 0-16,-1 0-2 16,-4 2 3-16,-1 3-3 15,-3 2 0-15,-3 2 0 16,-2-1 1-16,-2 3-4 16,0-3-1-16,0 0 1 0,-7 0 1 15,3-2 5-15,-5-3-1 16,4-2 0-16,1-1-3 15,-1-3 4-15,3-3 0 0,0 1-1 16,0-4 0-16,2-1 1 16,-2 0 3-16,2-7-5 15,0-3 2-15,0-1-4 16,0-4 5-16,0 0 2 0,2-2-4 16,0 0 1-16,0-1 1 15,1 2 0-15,1-3-1 16,0 2-1-1,0 0 1-15,2 0-1 0,-4 0 1 0,2 0-2 16,-1 0 2-16,1 0 2 16,-2 0-2-1,-2-2 2-15,2 2 0 0,-2-1 1 16,0 2 1 0,0 2 0-16,0-1-1 0,-2 2-2 0,-2 1 4 15,-1 3-6-15,1 1 3 16,-1 3-1-16,2 0-1 15,-3 1-1-15,0 3-2 16,3 1 3 0,-3 0-12-16,-2 0 0 0,-1 1-10 15,3 6 0-15,0-2-17 16,1-1-56-16</inkml:trace>
  <inkml:trace contextRef="#ctx0" brushRef="#br0" timeOffset="7727.11">7246 11779 221 0,'0'0'24'0,"0"0"-17"16,0 0-6-16,0 0 10 0,0 0 3 16,0 0-4-1,0 0 1-15,45 0-2 16,-32 0-1-16,-1 0-3 0,3 0-2 16,-1 0-2-16,1 3 0 15,-1-3-1-15,-1 1 0 16,-2 2 0-16,-1 0-4 0,-2 0-27 15,-4-2-37-15,-3 2-59 16</inkml:trace>
  <inkml:trace contextRef="#ctx0" brushRef="#br0" timeOffset="7935.4">7308 11904 213 0,'0'0'18'0,"0"0"-9"0,0 0 16 31,0 0 4-31,41 7-13 0,-28-4-7 0,3-3-5 16,2 0-3 0,4 0 0-16,-1 0-2 15,0 0-30-15,2 0-78 16</inkml:trace>
  <inkml:trace contextRef="#ctx0" brushRef="#br0" timeOffset="8878.62">7733 11854 195 0,'0'0'13'0,"0"0"-7"15,0 0 3 1,0 0 12-16,0 0-3 0,0 0-10 0,0 0 1 15,0 0 0-15,0 0 5 16,32-31 0 0,-28 23-3-16,1-1-3 0,-3 1-3 15,0-1 0 1,3-2-3-16,-3-1 0 0,0 1-2 0,1 2 2 16,-1-1-2-16,-1 3 0 15,2 1 1-15,-3 1-2 16,0 4 1-16,0-1 0 15,0 2-2 1,0 0-1-16,0 0-7 0,0 0-3 0,0 8 6 16,0 1 7-16,0 3 0 15,0 1 2-15,0 1-2 16,0 0 2 0,0 0-1-16,0 2-1 15,2-2 0-15,0 0 1 16,0-2-1-16,1 0 0 0,-1-1 0 15,3 1 0-15,-3-4 0 0,2 2 0 0,-2-3 0 16,3 1 0-16,-3-1 1 16,2 0-1-16,-3-1 0 15,0-1-4-15,-1-1-11 32,0 1-5-32,0-1-12 0,0-1 12 15,-1-2 16-15,-4 1 3 16,-3-2 1-16,3 1 0 15,-5-1 1-15,-1 0-5 16,3 1 6-16,-1-1-3 0,0 0 4 16,2 0 0-16,3 2 1 15,2-2 5-15,-2 0 3 16,3 0 3-16,1 0 2 16,0 0-6-16,0 0-3 0,0 0-6 15,0 0-4-15,0 0 16 16,2 0-13-16,1 0-1 15,1 0 1-15,-2 0 0 16,1 0-1-16,3 0 1 16,-1 0 1-16,-1 0 1 0,3 0 1 15,0 0-1-15,1-2 1 16,2 1-1-16,-2 0 0 16,1-1 0-16,1 2 0 15,-2 0 0-15,-1-1 0 0,0 1-2 16,4 0 0-1,-4 0-1-15,1 0 0 16,1 0-2-16,-3 0-9 0,2 0-10 0,-4 0-31 16,3 0-52-16</inkml:trace>
  <inkml:trace contextRef="#ctx0" brushRef="#br0" timeOffset="9067.12">8125 11992 165 0,'0'0'6'0,"0"0"26"0,0 0-22 0,0 0-10 16,29 52-2-16,-29-36 4 15,-3 3-20-15,-8-4-83 16</inkml:trace>
  <inkml:trace contextRef="#ctx0" brushRef="#br0" timeOffset="9645.76">8567 11725 132 0,'0'0'18'0,"0"0"6"0,0 0 5 0,0 0 6 15,0 0-7 1,0 0-11-16,0 0-7 0,0 0-4 16,0 0-4-16,-7-13-1 0,7 22 0 15,-2 2-1-15,2 5 2 16,0 5-2 0,0 2 1-16,0 1 0 0,0 4 1 15,0 0 0-15,0 1 0 16,2-2 5-16,-2 2-5 15,0-4-2-15,0-2 2 0,0 1-1 16,0-7 0 0,0 1 0-16,0-5-2 0,-2-4-9 15,0-5-16-15,-2-1-88 0</inkml:trace>
  <inkml:trace contextRef="#ctx0" brushRef="#br0" timeOffset="10290.99">8551 11717 151 0,'0'0'3'16,"0"0"6"-1,0 0 12-15,47-29 4 16,-33 25-12-16,-1 0-4 16,1 2 3-16,1 2-4 0,-1 0 2 15,1 0 0-15,0 0-2 16,-1 0-3-16,-3 7-1 16,-1 2-4-16,-2 0 0 15,-1 0-3-15,-5 1 0 16,0 0 0-16,-2 0 2 0,0 0 1 15,-4-1 2-15,-5-1-4 16,-4-1 4-16,0-1-3 16,0 0 3-16,-1-2-1 15,2-2 0-15,3 0 0 0,4-2 0 16,3 0-1 0,1 0 1-16,1 0-3 0,0 0-8 15,8 0 10-15,0 0 2 16,4 0-1-16,3 0-1 15,-2 0 0-15,3 0 1 0,-2 0-1 16,0 0 1-16,0 0 1 16,-3 3 0-16,0 3-2 15,-2 0 1-15,-2 2 0 0,-3-1-2 16,0 3-1 0,-1-3 1-16,-3 2 1 0,0-2 0 15,-3-2 1-15,-5 0-1 16,-1-1 8-16,-5-1-1 15,1-1-5-15,-5 0 2 16,2-2 0-16,0 0-1 0,3 0 0 16,0 0 0-1,2 0-3-15,6 0 0 16,1 0-5-16,4 0-21 16,0-1-67-16</inkml:trace>
  <inkml:trace contextRef="#ctx0" brushRef="#br0" timeOffset="10706.48">9005 11774 112 0,'0'0'30'0,"0"0"1"0,0 0-1 16,0 0 6-16,0 0-11 0,0 0-7 15,0 0-5-15,0 0-2 16,43-3-2-16,-34 1-3 16,2 2-1-16,-2-1-1 15,1 0-2-15,1 0-1 16,1 1-1-16,-3 0 0 0,-2 0 1 16,2 0-2-16,-2 0-1 15,-1 0-18-15,-4 0-38 16,-2 0-86-16</inkml:trace>
  <inkml:trace contextRef="#ctx0" brushRef="#br0" timeOffset="10952.63">9057 11867 202 0,'0'0'22'0,"0"0"-11"16,0 0 20-16,0 0 0 16,0 0-16-16,0 0-4 0,41 2-4 0,-27-2-5 31,0 0 0-31,2 0-3 0,2 0 2 0,-1 0-1 16,0 0-8-1,2 0-21-15,-1 0-64 16,-1 0-111-16</inkml:trace>
  <inkml:trace contextRef="#ctx0" brushRef="#br0" timeOffset="11450.74">9504 11772 109 0,'0'0'73'15,"0"0"-60"-15,0 0 0 0,0 0 5 16,0 0 3 0,0 0-13-16,-39 13-1 0,35-8-3 15,-2 1 1-15,3 3 0 0,1 0-1 16,-3 0 1-1,3 4 0-15,1-1-4 0,1 0 1 16,0 0-1-16,0 0 2 0,6-2-2 16,1 0 2-16,3 0-1 15,2-5 0 1,-1 0 2-16,5-1 3 16,-1-4-1-16,3 0 2 15,-2 0-5-15,2 0 0 0,-3-7-1 0,-1 0 1 16,-1-3 4-16,-3 0 2 15,-2-1 3 1,-5-3-1-16,-2-1-4 0,-1 0-1 0,0-2-3 31,-4 2 2-31,-8 2-2 0,-1 2-4 16,-5 3-2-16,-2 2 9 16,-2 6-27-16,-5 0-5 15,3 0-16-15,4 3-22 16,2 3-98-16</inkml:trace>
  <inkml:trace contextRef="#ctx0" brushRef="#br0" timeOffset="12397.71">10335 11785 78 0,'-4'0'12'0,"1"0"9"0,-1 0 0 0,2 0-3 0,1 0 10 15,1 0 2 1,-2 0-10-16,2 0 4 16,0 0-5-16,0 0-9 0,0 0-3 15,0 0-6-15,0 0-2 16,3 0-1 0,6 0 13-16,2 0-9 0,2 0 3 0,3-2-2 15,1 1-1-15,3-2 0 16,3 2 3-1,0-1-1-15,-1 0-3 0,2 0 0 16,-3 1-1-16,-1-1 1 0,-1 2-2 16,-2 0-6-16,-8 0-26 15,-1 0-59 1,-4 0-36-16</inkml:trace>
  <inkml:trace contextRef="#ctx0" brushRef="#br0" timeOffset="12753.35">10375 11857 99 0,'0'0'9'0,"0"0"17"0,0 0 2 16,0 0-2-16,0 0-5 15,36 0-1-15,-22 0 1 16,-1 0-5-16,3 0-2 0,1 0-4 16,2 0-3-1,2 0-3-15,2 0-1 0,-2-2-3 16,3 1 1-16,-4 0-1 0,2-2 0 15,-4 2-1-15,-2-1-14 16,0-2-24 0,-5 0-38-16,-1-2-62 15</inkml:trace>
  <inkml:trace contextRef="#ctx0" brushRef="#br0" timeOffset="13201.58">10656 11675 119 0,'0'0'10'0,"0"0"1"0,0 0 15 0,0 0 6 15,0 0-13 1,0 0-5-16,0 0-3 15,0 0-3-15,0 0-1 0,14 10-2 0,-11-7-1 32,1 3-1-32,1 1-2 0,1-1 1 0,0-1 0 15,4 1-2 1,-1 1 1-16,-2 0-1 0,1-2 0 0,0 2 1 31,0-3-1-31,-1 3 1 0,1-1-3 16,-3 0 3-1,0 2-2-15,-3 0 3 0,-2 3-12 16,0 1 15-16,-6 2 8 16,-7 2 6-16,-1 1-6 15,-2 1-3-15,0 1 3 16,-2-2-1-16,3 0-8 0,3 0-1 16,3-3-2-16,5-1-4 15,4-1-19-15,0-7-19 16,7-5-109-16</inkml:trace>
  <inkml:trace contextRef="#ctx0" brushRef="#br0" timeOffset="14348.38">11696 11668 57 0,'0'0'113'0,"0"0"-91"0,0 0 12 0,0 0-5 0,0 0-13 31,0 0-4-31,0 0 0 16,0 0-3-16,0 0-4 0,-37-4-1 15,34 1-1-15,-2 0-1 16,3-1 1-16,2-1-2 16,0 0 1-16,0 0-3 15,0-1-2-15,5-1 1 16,1 2 1-16,4 1 4 16,2-1-2-16,0 3-1 0,1 1 0 15,-1 1 1-15,1 0-2 16,-4 0 1-16,0 6 0 0,0 3-1 15,-3 3 0 1,1 1-1-16,-2 2 0 16,0-1 3-16,1 1 1 15,-2-3-1-15,1-2 0 0,1 0-1 16,3-3 1-16,0-3 2 16,0-1 3-16,5-3-2 0,-1 0-1 15,1 0-1 1,-1-1-1-16,0-5 0 15,1-2 0-15,-1-1 1 0,-1-1 0 0,-1-1-2 16,-1-1 1 0,0 0-1-16,-4 2 0 0,-2-1 1 15,1 3 1-15,-5 1-2 0,0 3 0 16,0 0 1-16,0 4-1 16,0-3 10-1,0 3-15-15,0 0 12 16,0 0-6-16,0 0-14 15,-2 0 11-15,-1 3 1 16,2 5 0-16,0 2 1 16,0 3-1-16,1 1 1 0,0 2-1 0,0 2 1 15,0-1 0-15,0-1 0 16,0-1 0 0,0-2 0-16,0-1 0 0,0-1 0 0,0-4-1 15,0 2 1 1,0-2 1-1,0-1-2-15,-2-1-3 0,-3 0 3 16,-4-1 1-16,0 0 11 16,0-1-5-16,-5-2 1 15,-1 0-4-15,-2 1 0 16,1-2-2-16,-1 0 0 0,0 0 0 16,1 0 1-16,3 0-2 15,-1 0 1-15,5 0-2 16,3 0-23-16,2 0 0 15,4 0-17-15,0-7-72 0</inkml:trace>
  <inkml:trace contextRef="#ctx0" brushRef="#br0" timeOffset="15021.85">12320 11682 126 0,'0'0'31'0,"0"0"1"0,0 0-9 0,0 0 3 0,0 0-7 16,0 0-8-16,0 0-3 16,2 0 5-16,4 0-3 15,2 0-1-15,1 0-2 16,1 0-2-16,2 0 0 16,1 0 0-16,1 0-2 0,-1-2 0 15,2 2-1-15,-1-2-1 0,-1 2-1 16,1 0 0-1,-3 0 0-15,-4 0 0 0,4 0-3 16,-7 0-3 0,-1 0-9-16,-1 0-10 15,-2 4-24-15,0-1-50 0,-3-1-28 0</inkml:trace>
  <inkml:trace contextRef="#ctx0" brushRef="#br0" timeOffset="15263.12">12371 11792 139 0,'0'0'76'0,"0"0"-53"15,0 0-3-15,0 0 11 16,0 0-8-16,0 0-9 0,0 0-5 0,0 0-6 15,43 1-1-15,-28-1-2 16,1 0 0 0,2 1-1-16,0-1-21 15,4 0-59-15,-3 0-106 16</inkml:trace>
  <inkml:trace contextRef="#ctx0" brushRef="#br0" timeOffset="15753.98">12794 11678 148 0,'0'0'15'16,"0"0"2"-16,0 0-8 16,0 0 7-16,0 0-4 15,0 0 0-15,45-18-2 16,-33 18 0-16,3 0 0 0,-1 0 7 15,2 0-5-15,0 0-6 16,2 4-2-16,-5 2-1 16,-3 2-2-1,-2 1-1-15,-2 2-1 0,-1 0-2 16,-5 1-2-16,0 1 6 16,-2-1 0-16,-7 0 3 0,-3-4 0 15,-3 1-1-15,-2-5 1 16,-3 2-1-1,3-2-3-15,0-1-2 0,1-2-3 16,3-1 1-16,4 0-10 0,2 0-22 16,3 0-29-16,4 0-48 15</inkml:trace>
  <inkml:trace contextRef="#ctx0" brushRef="#br0" timeOffset="16120.95">13082 11633 97 0,'0'0'26'0,"0"0"5"0,0 0 5 0,0 0-8 31,0 0-8-31,-38-12-3 0,28 12-4 15,2 0-6-15,-1 3-1 0,-3 6 2 0,4-1-3 16,-1 4 5-16,1-1-4 16,2 3 0-16,2-1-3 15,0 1 0-15,4-2 1 32,0 0 11-32,0 0-15 15,0-4 3-15,6 2-2 0,3-3-1 16,2-1 8-16,3 0 0 15,6-2-5-15,-2-3-1 16,2-1-3-16,2 0-37 16,-6-1-11-16,-2-12-108 0</inkml:trace>
  <inkml:trace contextRef="#ctx0" brushRef="#br0" timeOffset="16648.74">12770 11481 116 0,'0'0'19'0,"0"0"-8"0,0 0 6 0,0 0 16 16,0 0-10-1,0 0-1-15,0 0-4 16,0 0-5-16,0 0-1 0,0 0 1 15,28-38-5-15,-23 29-3 16,-1-2-2-16,2 2 0 0,-1-4-2 16,-1 3 0-16,3-1-1 15,-2 1 1 1,-1 4-1-16,-2-1 1 0,1 3 1 0,1 1 1 16,0 2-2-1,-2 1-1-15,6 0 1 0,-3 0-2 0,5 6 1 31,-3 4-1-31,6 1 2 0,0 3 0 0,3 0-2 16,0 2 2-16,4-1-1 16,-3-2-11-1,0-2-53-15,3-5-168 16</inkml:trace>
  <inkml:trace contextRef="#ctx0" brushRef="#br0" timeOffset="17337.11">13497 11596 129 0,'0'0'37'0,"0"0"-30"0,0 0 7 15,0 0 13 1,0 0-4-16,0 0-7 0,39 0 5 0,-32 0-6 16,3 0-3-1,2 0-4-15,-1 0-2 0,-2 0-4 16,3 0-1-16,-2 1 0 0,1 1-2 31,-4-1 0-31,0 1-9 0,-2 0-13 0,-3-1-29 16,-1 0-41-1,-1 0-43-15</inkml:trace>
  <inkml:trace contextRef="#ctx0" brushRef="#br0" timeOffset="17544.29">13563 11701 155 0,'0'0'95'16,"0"0"-81"-16,0 0-2 0,0 0 14 16,0 0-15-16,44 4-4 15,-29-2-4-15,2 0-2 16,5 0-1-16,-3-2-13 16,2 0-98-16</inkml:trace>
  <inkml:trace contextRef="#ctx0" brushRef="#br0" timeOffset="19456.5">14211 11204 91 0,'-3'0'16'0,"1"0"21"0,0 0-5 0,0 0-10 0,0 0-12 16,-1 0-5-16,1 0 0 16,-1 0-5-16,0 0 13 0,0 0-6 15,1 0 0-15,-7 0 0 16,4 0-3-16,-5 0-2 16,1 0 5-16,-3 0-6 0,-1 0 0 15,-1 1 1-15,-3 1-2 16,1-1 1-1,0 2-1-15,0-2 0 0,1 1 1 16,3 1 0-16,1-3 5 16,5 1 6-16,0-1-7 15,3 2-3-15,0-1 0 0,1-1 0 16,2 1-1 0,0 2-4-16,0 0 1 0,0 0 3 0,0 3 0 15,0-1-2 1,0 1 2-16,0 3-2 15,0-1 2-15,2 2-1 0,1 1 3 16,-1-1-2 0,0 3-1-16,1 0 0 15,-1 0-1-15,2 0 2 0,-3 1-1 16,3 0-1-16,0 1 2 16,0 1-1-16,-3 1 0 15,3 0-1-15,-2 2 1 16,1-1 0-16,-1 0 0 15,-2 1 0-15,2-2 0 16,-2 3 0-16,0-2 0 0,0 1 0 16,0-1-1-16,0 1 1 15,0-1 1-15,0-1-1 16,0 0 0-16,0-1 1 0,0 1-3 16,0-3 3-1,0 2 0-15,-2-5-1 0,2 1 0 16,0-1 0-16,0-1 0 15,0-2-1-15,0 1 2 16,0-1-1-16,0-2 0 0,0 1 0 16,0 0 1-16,0 0-1 15,0-1-1-15,0 0 2 16,0-1-1-16,0 1 0 16,0-2 0-16,0 1 0 15,0-2-1-15,0 1 2 0,0-1-3 16,0 1 1-1,2 0-6-15,0-2 8 0,2 2-2 16,1-3 2-16,0 2 1 16,2-1 6-16,0-1-4 15,3 0 2-15,4-1-3 16,-1 0 1-16,2 0-1 0,3 0-1 16,3 0 2-16,-1 0-3 0,4-1 0 15,1-5-3 1,-5 1-30-16,0-6-69 15</inkml:trace>
  <inkml:trace contextRef="#ctx0" brushRef="#br0" timeOffset="20466.02">14541 11416 125 0,'0'-2'16'0,"0"-1"14"0,0 2-8 15,0-1 1-15,0 1 2 16,0 1 0-16,0 0-2 15,0 0-6-15,-2 0-2 16,2 0-9-16,0 0-8 0,0 4-2 16,0 6 4-1,-2 4 1-15,1 4-1 0,1 1 2 16,0 3-3-16,0-1 1 16,0 2 1-16,0-2-1 15,1-2 0-15,1-1 0 0,-2-4-7 16,2-1-24-1,-2-6-33-15,2-1-68 0</inkml:trace>
  <inkml:trace contextRef="#ctx0" brushRef="#br0" timeOffset="20619.71">14707 11528 210 0,'0'0'64'0,"0"0"-59"0,0 0-8 32,0 0-52-32,0 0-63 15</inkml:trace>
  <inkml:trace contextRef="#ctx0" brushRef="#br0" timeOffset="21322.64">14966 11468 188 0,'0'0'24'15,"0"0"1"1,0 0-6-16,0 0 1 16,0 0-4-16,0 0-9 0,0 0-3 0,0 0 3 15,18-3-2-15,-4 2-1 16,3-2 0-16,1 3-3 16,0 0-1-16,-2 0 1 15,-2 0 0 1,-2 0-1-16,0 7-1 0,-7-1 1 15,-1 1 0-15,-2 1-1 16,0-1-3-16,-2 2-4 16,-4 1 4-16,-5-3-2 0,-3 3-1 15,0-3 6-15,-3-2 2 0,3 0 1 16,2-1-1-16,3-2 0 16,1-1 2-16,3 1 0 15,2-2 0 1,1 0-3-16,0 0-3 15,4 0-7-15,5 0 16 16,2 0-4-16,2 0 1 0,1 0-1 0,-1-2 0 16,1 2-1-1,-3 0 3-15,0 0-1 16,1 0-2-16,-2 6 0 0,-1 0 0 0,-5 1-1 16,1 1 0-16,-4 0-2 15,-1 1 0 1,0-2 3-16,-3 0 1 0,-7 0-1 0,0-2 2 31,-6-1 4-31,-1 2-4 16,-2-5-1-16,0 3-1 15,-1-1 0-15,1-1 0 0,0-1-1 16,2-1 1-16,4 0-1 16,2 0 0-16,6 0-4 15,1 0-6-15,4 0-8 16,0-6-21-16,4-2-75 15</inkml:trace>
  <inkml:trace contextRef="#ctx0" brushRef="#br0" timeOffset="21899.22">15344 11492 198 0,'0'0'14'0,"0"0"1"0,0 0-10 0,0 0-2 16,0 0 1-1,0 0 4-15,0 0 0 0,0 0 1 16,0 47-4-1,0-33 0-15,0-3-2 0,7 0-1 16,-1 0 2-16,3-4 7 16,1 2-6-16,3-4 1 0,0-2 1 15,1-1 3-15,3-2-6 16,-1 0 1 0,1 0-3-16,-2 0-1 0,-2-6-1 0,0-1 0 15,-2-2-4-15,-5-1 0 16,1-1 1-1,-3 0-3-15,-2-3-1 16,-2 3 2-16,0 2 2 16,0 0 0-16,0 3 1 0,-3 2 8 0,0 1 1 15,1 2 2-15,2 1-3 16,-3 0-4 0,2 0-2-16,-1 3-2 0,1 4 3 0,0 3-1 15,0 1 4-15,1 0-4 31,0 1 1-31,0 2 13 0,0-1-14 16,0-2 1-16,0 1-7 0,3-1 13 0,0-3-21 31,2 1 8-31,-1-5-24 0,2-2-48 16,0-2-75-16</inkml:trace>
  <inkml:trace contextRef="#ctx0" brushRef="#br0" timeOffset="22463.09">15686 11498 187 0,'0'0'8'0,"0"0"-5"0,0 0 0 0,0 0 10 0,0 0 9 15,0 0-10-15,0 0-2 16,0 0-3-16,0 0-1 16,49-22 2-16,-36 21 2 0,3 1-1 15,-1 0-5 1,1 0-3-16,-3 0 0 0,-1 1-1 16,-3 4-1-16,-1 2 0 15,-1-1 0-15,-2 4-2 16,-3-2 0-16,-2 2-2 15,0 0 3-15,0 1-2 16,-8 1-3-16,-2-2-1 0,-3 0 3 16,-1-2 3-16,1-1 4 0,-3 1 0 15,3-3 0-15,4-1 0 16,-2-1-1-16,6-1 0 16,0 0 4-16,4-2 0 15,1 0 2-15,0 0-2 0,0 0-2 16,0 0-2-16,6 0 14 15,-1 0-9-15,6 0-1 16,-2-4 1 0,2 3 0-16,5-1-2 0,-1-1 2 0,1 2 0 15,0 1-1 1,1-1-1-16,2 1-2 16,-4 0-2-16,1 0 0 0,-3 0 0 15,0 1-8 1,1 0-16-16,-1 1-38 0,-1-2-87 0</inkml:trace>
  <inkml:trace contextRef="#ctx0" brushRef="#br0" timeOffset="22662.37">16220 11661 206 0,'0'0'101'0,"0"0"-99"0,0 0 0 16,27 37-1-16,-25-24-2 0,-2 1-4 15,0 0 7-15,-9-1-7 0,-4-3-51 0,-5-3-87 32</inkml:trace>
  <inkml:trace contextRef="#ctx0" brushRef="#br0" timeOffset="23360.3">16761 11391 138 0,'0'0'30'0,"0"0"16"15,0 0-15-15,0 0-7 0,0 0-9 16,0 0-7-16,0 0-3 16,0 0 1-1,0 0-1-15,-43-29-5 0,30 31 1 16,0 4 0-1,0 4 0-15,1 1-1 16,3 2 0-16,1 2 0 0,5-1-1 0,1 0 1 16,2 0-1-16,0 0 0 0,4-4-1 31,5-1-1-31,4 1 13 16,1-3-6-16,3-3-1 15,0-1-1-15,2-3-1 16,1 0 1-16,-3 0-1 0,0-2-2 15,-1-3 0-15,-4-4 3 16,-1-1 2-16,-3-1-1 16,-4 1 0-16,-2-2-1 15,-2 0-1-15,0 0 16 16,-3 2-19-16,-6 2 12 0,-3-1-5 16,-1 4-2-16,-3-1-1 15,-1 5 0-15,-2 1-1 16,0 0-3-16,0 0-23 0,3 0 11 15,1 3-4 1,4 2-20-16,2 2-62 0</inkml:trace>
  <inkml:trace contextRef="#ctx0" brushRef="#br0" timeOffset="23552.31">17000 11418 327 0,'0'0'24'0,"0"0"-19"0,0 0-5 0,0 0 0 16,0 0-25 0,0 0 9-16,0 0-30 15,0 0-56-15</inkml:trace>
  <inkml:trace contextRef="#ctx0" brushRef="#br0" timeOffset="24016.86">17177 11353 219 0,'0'0'12'0,"0"0"6"15,0 0-12-15,0 0-3 0,0 0 0 0,0 0 2 0,0 0 3 32,0 0-4-32,0 33-3 15,0-25 1-15,-2 2-1 16,0 0 1-16,2-1-2 15,-1-2 0-15,-1 0 1 0,2-2-1 16,-2 0 1-16,2-2-1 16,0-2 3-16,0 3 1 15,0-2 7-15,2-2 1 16,7 1-2-16,2 0 17 0,5-1-17 16,3 0-6-16,2 0-1 15,2 0 1-15,1 0-1 16,-2 0 0-16,1 0 1 0,-1 0-2 15,-3 0-2-15,-1 0-1 16,1 1 1 0,-8-1-9-16,-1 0-25 0,0 0-32 15,-8 0-78-15</inkml:trace>
  <inkml:trace contextRef="#ctx0" brushRef="#br0" timeOffset="24264.09">17392 11360 291 0,'0'0'14'0,"0"0"-3"0,0 0-10 16,0 0-2 0,0 0 3-16,0 0 1 0,0 0 0 15,10 39-2 1,-7-24 14-16,1 1-14 15,0-2 2-15,1 4-3 0,-3-2 0 16,2-3 1 0,1 0-1-16,-1-5-29 0,1-2-35 15,2-5-85-15</inkml:trace>
  <inkml:trace contextRef="#ctx0" brushRef="#br0" timeOffset="24607.22">17608 11376 276 0,'0'0'0'16,"0"0"-22"-16,0 0-6 15,0 0 26-15,0 0 10 16,0 0-4-16,-9 38-3 15,6-28 4-15,1 1 0 16,2-2-3-16,0 1 0 0,0-3-2 16,0 0 6-16,0-3 9 15,8-1 3-15,2 0 5 16,3-2-4-16,2 0-5 16,2-1-7-16,5 0-3 15,-2 0-1-15,0 0-3 0,0 0 3 16,-3 0-5-16,-2 0 0 15,-2 0-22-15,-5 0-7 16,-2 0-61-16,-4-6-69 16</inkml:trace>
  <inkml:trace contextRef="#ctx0" brushRef="#br0" timeOffset="24849.68">17708 11390 319 0,'0'0'11'0,"0"0"-14"0,0 0 6 15,0 0-2 1,0 0 12-16,14 47-9 16,-9-34-1-16,1 2-3 0,-3-2 1 15,3 0-1-15,0-2 0 0,-4-2-1 16,4-2-18-1,1-4-19-15,-1-3-66 0</inkml:trace>
  <inkml:trace contextRef="#ctx0" brushRef="#br0" timeOffset="25298.74">17887 11333 317 0,'0'0'5'0,"0"0"-5"0,0 0-2 15,0 0 2-15,0 0 1 16,0 0 0-16,38-5-1 16,-24 3 0-16,-1 2 2 15,3 0-3-15,-1 0 2 0,0 0 0 16,0 0-2-16,1-1 1 15,-2 1 1-15,-2 0-1 16,0 0 0-16,-2 0 0 16,-4 0 0-16,-1 0 0 0,0 0 0 15,-4 0 0-15,0 0 0 16,-1 0-1-16,0 0-2 16,0 0-3-16,0 4-8 0,0 3 19 15,-2 3-1-15,-5 0 5 16,3 1-7-1,1 2 15-15,-1 1-11 0,0 0-2 16,2-1 0-16,2 1 0 16,0-1 0-16,0 0-4 0,0 0 1 15,0-2 1 1,0 0-2-16,0-2-15 16,2-2-39-16,2-1-70 0</inkml:trace>
  <inkml:trace contextRef="#ctx0" brushRef="#br0" timeOffset="25476.93">18343 11582 332 0,'0'0'0'0,"0"0"5"0,11 44 0 15,-11-21 8-15,0-2-14 16,0 2 3-16,-12-1-1 0,-5-1-24 15,-5-2-42-15,-1-5-151 0</inkml:trace>
  <inkml:trace contextRef="#ctx0" brushRef="#br0" timeOffset="26484.8">18631 11386 101 0,'0'0'28'0,"0"0"22"0,0 0-14 0,0 0-14 16,0 0-7-16,0 0 2 15,0 0-6 1,0 0-1-16,0 0-2 16,40-7 1-16,-25 4-1 0,0 1-4 0,1 1-2 15,1 0-1 1,1-1 0-16,-1 2-1 15,0 0-6-15,-1-1-28 0,-1-2-72 16,1-1-65-16</inkml:trace>
  <inkml:trace contextRef="#ctx0" brushRef="#br0" timeOffset="26911.13">19004 11258 291 0,'0'0'7'0,"0"0"-7"16,0 0-4-1,0 0 4-15,0 0 3 16,0 0 4-16,-43 18-7 0,33-5 1 0,3 1 0 31,3 2 1-31,2 1-2 0,2-3 2 0,0 2-1 0,1-3-1 31,7-1-2-31,3-2 1 16,2 0 10-16,1-4-8 16,1-2 1-16,1-1 0 0,-2-3 0 15,1 0-1-15,-2 0 0 16,-1-3-1-16,1-4 1 16,-5-3 2-16,0-3-3 0,-2 1 2 15,-1-3-1-15,-3-3 0 16,-2 1-1-16,0 0 0 15,0 1 0-15,-8-1-2 16,1 6 0-16,-3 1-2 16,-1 4 5-16,-2 2-2 15,-2 4-8-15,0 0-4 0,0 0-1 0,-1 4-7 16,5 2-27 0,5 1-37-16</inkml:trace>
  <inkml:trace contextRef="#ctx0" brushRef="#br0" timeOffset="27118.41">19315 11266 372 0,'0'0'14'0,"0"0"-9"0,0 0-4 0,0 0-2 15,0 0-6-15,0 0-12 16,0 0-28-16,0 0-36 0,0 0-117 0</inkml:trace>
  <inkml:trace contextRef="#ctx0" brushRef="#br0" timeOffset="27485.47">19420 11180 297 0,'0'0'5'0,"0"0"-2"16,0 0-11-16,0 0-6 15,0 0 15-15,0 0 4 16,-12 37-2-16,9-26-1 15,0 0-2-15,2 1-1 0,1-1 2 16,0-1 2 0,2-1 7-16,6-1-1 0,2-1 5 15,3-4-5-15,3 1 4 16,1-1-1-16,3-3-2 16,3 0 8-16,-3 0-13 0,3 0-2 15,-3 0-2-15,0 0 0 16,-2 0-1-16,-3 0-4 15,-3-3-30-15,-2-2-8 16,-7-2-57-16</inkml:trace>
  <inkml:trace contextRef="#ctx0" brushRef="#br0" timeOffset="27704.02">19593 11186 309 0,'0'0'11'0,"0"0"-16"16,0 0 7 0,0 0 2-16,0 42 2 15,2-28 0-15,0-1-4 0,3 4 0 16,-1-1-2-16,-3 0 1 16,2-1-1-16,0 1 1 0,1-3-6 15,-4-2-25-15,3-6-83 31</inkml:trace>
  <inkml:trace contextRef="#ctx0" brushRef="#br0" timeOffset="28314.15">19829 11197 71 0,'0'0'250'0,"0"0"-248"16,0 0-1-16,0 0-1 0,0 0-1 16,0 0-1-16,0 0 0 15,41 45 2-15,-37-33 0 32,3 2-1-32,-4-1 0 15,1-1 1-15,0-2 0 0,0 1 0 16,-1-6 1-16,-1 1 0 15,2-3-3-15,-4-1-3 16,3-2 3-16,-3 0 2 16,2 0 1-16,1 0 0 0,-1-1-1 15,2-3 0-15,1-1 1 16,0 1 1-16,2 2 1 16,2 0 1-16,1-1-1 15,1 3 2-15,1-3-5 16,0 3 2-16,2-1-2 0,-1 0 0 15,1 0 1-15,-3 0-1 16,0-2 1-16,1 2-1 16,-1-1 0-16,-1-1 0 15,-4-1 0-15,2 0 0 0,-5-3 0 16,0 1-3-16,0-1-4 16,-3 0-2-16,0 1-2 15,0 2-8-15,0 2 9 16,0 2 13-16,-4 0 7 0,1 0-7 15,-3 2-1-15,2 5-1 16,1 6 2 0,2-2-2-16,1 2 2 0,0 1 1 15,0 0-3-15,5 1 1 16,0-3-1-16,1 1 0 0,1-3 0 16,-1-1-13-16,2-4-29 15,-2-2-51-15</inkml:trace>
  <inkml:trace contextRef="#ctx0" brushRef="#br0" timeOffset="28805.45">20274 11191 204 0,'0'0'-12'0,"0"0"15"0,0 0 0 0,0 0-5 15,0 0-1 1,0 0 21-16,0 0-13 0,0 0 3 0,0 0 4 16,37 0 1-1,-24 0-5-15,0-1-4 0,1-1-3 16,1 0 1-1,-1 1-2-15,-1-1 0 16,2 0 0-16,-3 1 2 16,0 1 7-16,0 0-1 15,-5 0-3-15,1 0-4 16,-3 0-1-16,-2 0 1 16,1 0-1-16,-2 5 0 0,-2-2 0 15,0 3 0-15,0 1 5 16,0 3 4-16,0 1-2 15,0 2-2-15,-4 0 1 16,1 0 2-16,1 1-5 0,1 0 1 16,0-1 8-16,-1 0-9 15,2 0-5-15,0-1-6 16,-1 1 7-16,1-2-6 16,0-2-24-16,0-2-73 15</inkml:trace>
  <inkml:trace contextRef="#ctx0" brushRef="#br0" timeOffset="28977.17">20652 11404 330 0,'0'0'5'0,"0"0"-4"0,0 0 2 0,11 46-3 0,-11-32-2 16,0 0 1-1,-6-1-17-15,-6-3-26 16,0-3-92-16</inkml:trace>
  <inkml:trace contextRef="#ctx0" brushRef="#br0" timeOffset="29406.49">21029 11242 136 0,'0'0'23'15,"0"0"34"-15,0 0-21 0,0 0-16 16,0 0 3-16,0 0-9 15,0 0-5-15,43-20-4 16,-25 16 2-16,3 3-3 16,1-2-1-16,4 1-2 15,-2 1-1-15,1-2-4 0,-3 0-33 16,-3-3-94-16</inkml:trace>
  <inkml:trace contextRef="#ctx0" brushRef="#br0" timeOffset="29660.4">21338 11075 204 0,'0'0'82'0,"0"0"-78"15,0 0-4-15,0 0 4 0,0 0 4 16,27 50-3-16,-22-33-1 15,3 1-2-15,0 2 0 16,0 0-2-16,-3 0 0 16,1-3 1-16,0 0-1 0,1-2-4 15,0-5-18 1,0 0-43-16,-1-3-61 0</inkml:trace>
  <inkml:trace contextRef="#ctx0" brushRef="#br0" timeOffset="29824.47">21536 11207 327 0,'0'0'9'0,"0"0"-3"0,0 0 1 16,0 0-8-1,0 0-17-15,0 0-38 16,0 0-84-16</inkml:trace>
  <inkml:trace contextRef="#ctx0" brushRef="#br0" timeOffset="30415.46">21674 11116 101 0,'0'0'177'0,"0"0"-171"16,0 0 0-16,0 0-2 0,0 0 7 15,0 0 0 1,44-17-4-16,-31 15 0 0,3 1-4 16,2 1 0-16,-2 0-2 15,1 0 0-15,-1 0-1 0,-1 3 0 16,-4 2-1-1,-1 1 0-15,-5 1 0 0,-3 1-8 16,-2 0-5-16,0 0-8 16,-1 0 7-16,-7 0 8 0,-4-1 10 15,0-1-2-15,0-2 2 16,-1 0-3-16,4-2 0 16,1-2 0-16,4 1 3 15,0-1 0-15,3 0 4 0,1 0-2 16,0 0-7-16,3 0 15 15,5 0-10 1,2 0 2-16,1 0 0 16,1 2-2-16,-1 1 3 0,0 1 1 0,-1-1-3 31,0 2-2-31,-1 2-3 0,-1-1 1 0,-1 1 0 16,0 1 0-1,-5 0-2-15,-1-1 0 16,-1-1-2-16,0 1-1 15,-9-3 5-15,-3 0 1 16,-2-1 4-16,-4 0-5 0,0-3 4 0,-3 0-4 16,1 0-5-1,4 0-10-15,0 0-12 0,3-3-25 0,3-4-40 32,6 0-48-32</inkml:trace>
  <inkml:trace contextRef="#ctx0" brushRef="#br0" timeOffset="30958.03">22022 11090 240 0,'0'0'13'0,"0"0"5"0,0 0-11 15,0 0 5-15,0 0-7 0,0 0-3 16,0 0 5-16,0 0-3 16,20 43-1-16,-15-30 1 15,3-2-1-15,1 2 0 16,-1-3-2-16,0-3-1 0,1 0 4 15,2-2 0 1,-1-1 0-16,-2-2-1 16,4-2 0-16,1 0-1 0,1 0 0 15,-2 0-1-15,2-4-1 16,3-3 0-16,-3 0-3 0,2-4-3 16,-4 1 0-16,0-2-6 15,-4 4 3 1,-4-2 8-16,-2 3 1 0,0 1 9 15,-2 6 4-15,0 0 8 16,0 0-17-16,0 0 2 0,0 6-4 16,-1 2 0-16,0 4 0 15,1 1 0-15,0 0-1 16,0-1 1 0,2-1 0-16,3-1-1 0,0 0-2 15,1 0-6-15,0-4-29 16,1-3-18-16,2-3-98 15</inkml:trace>
  <inkml:trace contextRef="#ctx0" brushRef="#br0" timeOffset="31562.19">22486 11083 136 0,'0'0'6'0,"0"0"-3"0,0 0-10 16,0 0 5-16,0 0 6 0,0 0 1 16,0 0-3-1,0 0 6-15,0 0 12 0,-37-12 9 16,36 8-1-1,1 1-8-15,0-1-16 16,3 2 7-16,3-1-7 0,5 1-3 0,-1 0-1 16,2 0 2-16,1 2-2 15,-2 0 1-15,1 0 2 16,-1 0 2-16,-2 4 3 16,-1 1-4-16,1 2-1 15,-3 1-2-15,-3 0-1 16,-3 3-2-16,0-1 2 15,0 2-3-15,-4 0 4 0,-6 1 1 16,-1-1-4 0,0-1 0-16,-3 0 1 0,2-3-2 0,0-1-1 31,0-1 7-31,2-1-6 0,3-3 7 0,0 2-4 16,5-2 1-1,0-1-1-15,2-1 0 0,0 2-4 0,0-2 0 31,7 0 19-31,2 0-10 0,3 0 0 0,3 0 1 16,1-2 3 0,3-2 0-16,-1 0-3 0,2 0-1 0,-1-1 0 31,0 1-4-31,-1 0 0 16,-3-1-3-16,1-2-18 15,-8 0-43-15,0-4-113 16</inkml:trace>
  <inkml:trace contextRef="#ctx0" brushRef="#br0" timeOffset="32870.61">22564 10833 38 0,'0'0'13'0,"0"0"5"0,0 0-2 0,0 0-2 0,41-2-2 16,-32 0-1-16,3-1 2 15,-1 0-1-15,2 1-4 0,-1 0 3 16,0 1-3-16,0-1-2 15,-2 2 3-15,2 0 1 16,-1 0-3-16,-1 0-1 16,3 0-1-16,-4 0 3 15,0 0 1-15,-1 0-2 0,1 0 2 16,-2 0-2-16,-1 0 0 16,1 0-4-16,-1 2-1 15,-2-1 4-15,2 3-3 16,1-1 1-16,0 0-1 15,-1 3 0-15,1-2-2 0,0 3 0 16,-1-3 2-16,-2 4-1 16,4 0 0-16,-5 1 2 0,2 2 1 15,0-1-3-15,0 1 0 16,-1 3-2-16,0-1 0 16,0 0-1-16,-1 1 2 15,-1 0 0-15,1 2-1 16,-2-2 4-16,2 2-3 0,-3-1 0 15,1-2 2-15,1 2-3 16,-1-1 2-16,-1 0 0 16,1-3-2-1,-1 3 0-15,0-1 0 0,0-1 0 0,0-1 1 16,0 0-1-16,0 3 1 16,0-2-1-16,0-1 1 15,0 2-1 1,0-1 0-16,0 1-1 0,0-2 2 15,0 0-2-15,0 0 5 0,-1 0-4 16,0-1 1-16,0 0-1 16,0 1 0-1,0-2 0-15,-1 1 1 0,0-1-1 16,2-2 0-16,-2 1 0 16,0 1 0-16,2-3 1 15,0-2-1-15,0 3 0 0,0-3 1 16,0 2 0-1,0-2-1-15,0 0 2 16,0-1-1-16,0 3 0 0,0-2-1 0,0-1 1 31,0 0 0-31,0 0-1 0,0 0 4 16,0 1-1-16,0-1 1 0,-2 0 3 0,0-1 2 31,-2 2-9-31,-3-2 2 0,1 1 2 0,-4 0 0 16,-4-2 2-16,-2 3-3 15,-6-1-1-15,-5-1-4 0,-4-2-37 32,-5 0-44-32</inkml:trace>
  <inkml:trace contextRef="#ctx0" brushRef="#br0" timeOffset="38541.76">2727 13040 108 0,'-4'-2'55'0,"-1"-3"-43"0,1 4 6 0,3-2-2 16,-1 1-8-1,0 0 0-15,2 0 3 0,-2 1 1 16,2-2 1-16,-2 3 2 0,2 0-5 16,0 0-1-1,-4 0-5-15,3 0-2 0,-1 2-4 16,0 6 2-1,0 3 0-15,0 2-1 0,2 0 1 0,0 4 0 32,0 0-1-32,0 1 2 15,0-2-2-15,0 1 1 0,0 2 1 0,0-4-1 16,0-2 0-16,0 0-1 0,0-2 1 31,0-4 1-31,-6 1 0 16,0-3-2-16,2-2 2 0,1-2 1 15,-1 1-1-15,-2-2-1 16,2 0 0-16,2 0-1 16,0 0-2-16,2 0 2 15,0 0 1-15,0 0-5 0,0 0-8 0,0 0 6 32,8 0 5-32,2-2 6 15,3 2 3-15,1-3-3 0,2 1-1 16,2-1 2-16,2-1-1 15,0-1 3-15,0 2-1 16,-3-2 1-16,2 2 0 0,1-3-5 16,-2 3 2-16,0 2-4 15,-3-2-3-15,-1 3-16 16,1-1-12-16,-5-1-60 16,-1 1 2-16</inkml:trace>
  <inkml:trace contextRef="#ctx0" brushRef="#br0" timeOffset="38991.16">3020 13161 126 0,'0'0'50'0,"0"0"-54"0,0 0 8 15,0 0 18-15,0 0 8 16,0 0-9-16,38 0-6 0,-27-4-7 15,-4-2-1-15,1 2-2 16,-3-2 1-16,2 2-2 16,-4 0 1-16,1-2 1 0,-2 0-3 15,0 1 0 1,-2 0-1-16,0 0 1 0,0 2-1 0,0 0-1 31,0 0-2-31,-4 3-6 0,-1 0 6 0,1 0 2 16,-5 3 1-1,4 4 0-15,-3 4-2 16,3 1 0-16,-4 5-2 16,4-3 2-16,1 3 0 15,0 0 0-15,3-3-1 0,1-1 1 16,0-1-1-16,0-3-1 16,1-2-2-16,7-3 2 15,4-2 0-15,1-2 3 16,3 0 5-16,1 0-3 15,4-6-2-15,1-3 2 16,2-3-17-16,-1 1-30 0,0-5-50 16,1-1-36-16</inkml:trace>
  <inkml:trace contextRef="#ctx0" brushRef="#br0" timeOffset="39297.11">3407 12942 161 0,'0'0'47'0,"0"0"-45"0,0 0-2 0,0 0-2 0,0 0 4 16,0 0 4-16,0 0 6 15,-10 49 0-15,10-32 2 0,0 2-7 16,0 0 0-16,0-1-1 15,0 1-3-15,0-2-1 16,0-3 0-16,3 0-1 16,-1-2 0-16,-1-1 0 0,0-1-1 15,-1 1 1-15,0-3-1 16,0-1-20 0,0-3-54-16,-2-4-97 0</inkml:trace>
  <inkml:trace contextRef="#ctx0" brushRef="#br0" timeOffset="39492.62">3286 13104 168 0,'0'0'135'0,"0"0"-131"16,0 0-2-16,0 0 0 15,0 0 6 1,0 0-4-16,49-11-2 0,-27 5-2 15,3 3 0-15,0-1-16 0,2 0-41 32,-3-3-81-32</inkml:trace>
  <inkml:trace contextRef="#ctx0" brushRef="#br0" timeOffset="40230.83">3797 13026 190 0,'0'0'35'16,"0"0"-25"-16,0 0-6 0,0 0 14 16,41-1-1-16,-28 1-10 15,-1 0 0-15,1 0 3 16,0 1-4-16,1 6-5 16,-1 3 1-16,1 4-2 0,1 1 1 15,-3 3-1-15,-2-1 0 16,1 3 1-16,-3-3-3 15,-2 0 1 1,-3 0 1-16,-1-3-2 0,-2 1-1 16,0-3-1-16,0-2 4 15,0-4 4-15,-5 1-3 0,-1-3 0 16,-1-4 1-16,2 0 0 16,-2 0-1-16,3 0 2 15,-2-9-4-15,0 0-2 0,2-4-3 16,0-1-3-1,4 0 9-15,0 0-2 0,0-1 2 16,0 2 1-16,0-2 0 0,6 1 2 16,2 1-1-1,0-1-1-15,1 0 0 16,-2-1-1-16,2 1 3 0,-3 0-1 0,1-2 1 31,-3 3 2-31,-2-1 0 16,1 0-1-16,-3 1 1 15,0-1 0-15,0 3-1 0,0-3-2 16,-2 2 0-16,-3 2-1 16,1-1 1-16,-3 1 2 15,-1 1-2-15,0 0-1 16,0 4 0-16,-1-2 4 16,-1 4-4-16,2-1 3 15,-1 4-5-15,2 0-2 0,2 0 1 16,-1 0-15-16,2 3-14 15,3 2-13-15,-1 1-53 16,2-2-68-16</inkml:trace>
  <inkml:trace contextRef="#ctx0" brushRef="#br0" timeOffset="40599.01">4227 13015 132 0,'0'0'16'0,"0"0"2"0,0 0 15 16,0 0-1-16,0 0-10 0,0 0-6 0,0 0-3 31,40 1-9-31,-33-1-1 16,1 0-2-16,-1 0-2 0,2 0-6 15,-2 0-32-15,0 0-53 0</inkml:trace>
  <inkml:trace contextRef="#ctx0" brushRef="#br0" timeOffset="40775.72">4314 13104 278 0,'0'0'6'16,"0"0"-13"-16,0 0 10 16,0 0-3-16,0 0 3 0,0 0-3 15,41 10 1-15,-24-10-21 16,1 0-45-16,2 0-51 16</inkml:trace>
  <inkml:trace contextRef="#ctx0" brushRef="#br0" timeOffset="41733.86">4868 12857 101 0,'0'0'37'16,"0"0"-14"-16,0 0-9 15,0 0-5-15,0 0-1 0,0 0 5 16,0 0-1-16,-38-4 0 16,28 4-5-1,0 0 7-15,1 0 0 0,-2 0-6 16,-2 0-3-16,4 0-4 0,-2 3-1 16,1-2-1-16,2 2 1 15,1-1 0 1,3 0 0-16,-2-2 0 15,2 2 1-15,0-1-2 0,0-1 3 0,1 2-2 16,1 0 0 0,-2 0-1-16,-2 1 0 15,5-1-1-15,-4 2 2 16,3-2 0-16,0 1-3 16,-2 0 5-16,3 0-6 15,1 0 6-15,0 1-5 0,-2-1 3 0,2 1-1 0,0 0-1 31,0 2 3-31,0 0-2 16,0 3 1-16,0 0-1 16,0 1 1-16,0 1 0 0,0 2-3 0,3 1 3 15,1 1 0-15,0-1 0 16,-2 1 2 0,2 0-1-16,-2-1-2 0,2 3 2 0,-4-3 0 31,2 0 0-31,-2 2-1 15,0-3 1-15,2 1-1 16,-2-2 0-16,0 1 1 0,2-1-2 16,-2-1 2-16,2 0 0 15,-1-1 0-15,1-1 2 16,0-2-1-16,0 1-2 16,0-1 1-16,-2-1 0 0,2 0 0 15,0 1 0-15,-2-3-1 16,0 1 1-16,1-1-1 15,1-1 1-15,1-1 1 0,-3 1 0 16,0 0 0-16,2 0 0 16,-2-1-1-16,2 0 0 15,-2 1 0-15,2-1-1 16,0 0 0-16,0 0 1 16,3 1 7-16,1-3-4 15,2 2 3-15,-1-1-3 0,3 0-1 16,4-1-1-16,-1 2 0 15,3-2-2-15,-1 0-22 0,-1 0-23 16,0 0-75-16</inkml:trace>
  <inkml:trace contextRef="#ctx0" brushRef="#br0" timeOffset="42298.91">5022 13128 174 0,'0'0'19'0,"0"0"-14"0,0 0 0 0,0 0 17 0,0 0-7 16,0 0-1 0,0 0 1-1,0 0-1-15,0 0 1 16,0 0-4-16,0 0-3 0,0 0-5 16,0 0 0-16,23-22-1 15,-21 13 0-15,0-2 1 16,-2 1-2-16,2-2 3 15,-1 1 2-15,1 0 0 16,-1 1-4-16,0 0 0 0,1 3-2 16,-2 1-1-16,0 2 2 15,0 2-2-15,0 1 1 16,0 1-4-16,0 0-7 0,0 3-3 16,0 4 12-16,0 4 2 15,2 2 3-15,-2 3-2 16,3 1-1-16,-3 0 0 15,2 1-1-15,0 1 1 16,-2-1 0-16,1-1 1 0,-1 0-1 16,2-1 0-16,0-2-3 15,-2-1-7-15,2-2-1 16,-2-3-5-16,0 0-13 0,0-3-27 16,0-1-15-16,0-2-35 15</inkml:trace>
  <inkml:trace contextRef="#ctx0" brushRef="#br0" timeOffset="42474.52">5036 13259 174 0,'0'0'36'0,"0"0"10"0,0 0-28 16,0 0-7-16,0 0 1 0,0 0-8 15,0 0-1-15,0 0-1 16,45 0-1-16,-25 0 0 15,-1 0-6-15,6 0-41 16,-2-1-91-16</inkml:trace>
  <inkml:trace contextRef="#ctx0" brushRef="#br0" timeOffset="43131.47">5577 13138 46 0,'0'0'43'0,"0"0"-17"16,0 0 5-16,0 0-1 15,0 0-2-15,0 0-6 16,0 0-6-16,0 0-2 15,0 0-4-15,18-42-6 0,-16 33 0 16,0 1-2-16,0-2 0 16,-2 1 0-1,2 2 1-15,-2-3 3 0,0 2 2 16,0 2-2-16,0-1-2 16,0 1-2-16,0 2-1 15,0 1-1-15,0 3 1 0,0-1-3 16,0 1-1-16,0 0-6 15,0 0 3-15,0 4 5 16,0 3 1-16,0 4-1 0,0 2 2 16,0 0 0-16,0 2-1 15,0 1 0 1,1 1 1-16,3-1-1 16,-2 1 1-16,0-3-1 0,2 3 1 0,0-3 0 15,0 0-2-15,-2-1 2 16,0 0-1-16,1-3-2 15,-1-3-3-15,0 0-9 16,-2 0-10-16,0-4-20 0,0 0 0 16,-3 0-11-16</inkml:trace>
  <inkml:trace contextRef="#ctx0" brushRef="#br0" timeOffset="43289.35">5585 13258 124 0,'0'0'36'0,"0"0"0"0,0 0-15 16,0 0-2-16,0 0-12 0,0 0 9 0,0 0-4 16,0 0-8-1,48-2-1-15,-30 2-1 16,1-1-1 0,2-1-2-16,1-1-43 15,0-1-69-15</inkml:trace>
  <inkml:trace contextRef="#ctx0" brushRef="#br0" timeOffset="43900.68">6049 13092 165 0,'0'0'5'0,"0"0"12"0,0 0 8 15,0 0 5 1,0 0-14-16,0 0-3 0,0 0-3 15,0 0 1-15,0 0 2 16,33-42-6 0,-31 35 2-16,-2-1-3 0,0 1 1 0,0-2-2 15,0 1-3 1,0 1 1-16,0 1-3 16,0-1 0-16,1 1-3 0,-1 3 0 15,2 0-2-15,0 2 2 0,-2-1-1 16,2 2 2-16,-2 0-7 15,2 0-9 1,-2 2 6-16,2 5 8 0,0 1 4 16,-1 4 0-1,1-1 3-15,2 5-2 16,-2-1 0-16,3 0 1 16,-4 3-1-16,2-2 1 0,0 0-1 0,-1 2 1 15,0-3-2-15,-2-2 1 16,0 1-1-1,0-1 2-15,0-3-2 0,0 0-2 0,0 0 4 32,0-3-8-32,0 0-6 0,-2-1-12 0,-4 0-31 15,0-2-11-15,2-3-26 0</inkml:trace>
  <inkml:trace contextRef="#ctx0" brushRef="#br0" timeOffset="44039.68">6095 13242 119 0,'0'0'46'0,"0"0"8"0,0 0-22 0,0 0-25 16,0 0 5-16,0 0 1 31,0 0-7-31,38-1-5 16,-20 1 0-16,-1 0 1 0,4 0-15 16,0 0-58-16,3-6-53 15</inkml:trace>
  <inkml:trace contextRef="#ctx0" brushRef="#br0" timeOffset="44774.71">6485 13050 96 0,'0'0'14'0,"0"0"-2"0,0 0 1 16,0 0 9-16,42-28-6 15,-34 18-3 1,-3 4 7-16,0-2 2 0,-1-1-3 0,-2 2-5 15,-2 0-4 1,0-1-3-16,0 2-5 16,0 0-1-16,0 2-2 15,0 1 0-15,0 0 5 0,0 2 3 0,0-2-5 16,0 3-1-16,0 0-1 16,0 0-3-16,0 0-5 15,1 7 4 1,1 4 3-16,2 1 2 0,-2 2 1 15,3 2 1 1,-1-1 0-16,3 4 0 16,-3-2-1-16,-1 0-1 15,1-2-1-15,0 1 1 0,-2-5 0 16,0 2-1-16,1-3 1 16,-3 0-1-16,0-3 2 15,0 0-2-15,0-1-5 16,0-2 2-16,0 0 0 0,-5-1-3 15,-1 0 11-15,-1-1-12 16,1 0-20-16,-4 0-5 16,2 1-16-16,3-1 15 15,-1-1 15-15,0 1 15 0,4 1 9 16,0-3-3-16,2 3 4 16,0-1 10-16,0 0 12 15,0 0-5-15,0-1 9 16,0 1-7-16,3-1-9 15,4 0-6-15,0-1-2 0,5 0-2 16,0 0-3-16,-1 0-2 16,2 0-1-16,1-4 1 15,-1 1-13-15,-2-4-31 16,0 0-58-16</inkml:trace>
  <inkml:trace contextRef="#ctx0" brushRef="#br0" timeOffset="45238.49">6770 12933 221 0,'0'0'14'0,"0"0"2"0,36 0-2 0,-22 2-5 16,-5 4-6-16,1 1-1 15,-3 0 2-15,0 2-5 16,0-1 5-16,-3 2-2 16,0 0 2-16,1-1-5 15,-3-1 2-15,0 2 1 16,1 0 1-16,-3 0-3 0,2-2 0 15,-2 3 0-15,0 0 0 16,0 2 4-16,0-1-3 16,-2 1 0-16,-3 0 2 0,-1 0-4 15,3-1 0-15,-1-2 6 16,-2 0-7-16,3-3 5 16,-2-1 0-16,3-2-1 15,0-2-1-15,2-1 2 0,-2-1-1 16,2 0-2-1,0 0 3-15,0 0-2 0,0-1-4 16,0-8-36-16,4-2-117 16</inkml:trace>
  <inkml:trace contextRef="#ctx0" brushRef="#br0" timeOffset="45886.25">6726 12819 221 0,'0'0'21'0,"0"0"-4"0,0 0-15 0,0 0-4 16,0 0 5-16,0 0-4 16,0 0 4-16,0 0 2 15,0 0-3-15,0 0 4 0,40 1-4 0,-27-1 1 16,1 0-2 0,3-1 0-16,-1-2-1 15,-1 1 1-15,0 2-1 16,-1 0 0-16,-2 0 0 15,-1 0 1-15,-5 0-1 16,1 0 0-16,-4 3 0 16,0 3 0-16,-2 1-1 15,-1 3 1-15,0 3-1 0,0-2 1 16,0 5 0-16,0 1 1 16,0 0 0-16,0 2 1 15,0 0-1-15,0 1-1 0,3 3 1 16,1-3 1-16,0 1-3 15,3 1 4-15,-3 0 0 16,4-1-3-16,-2-1 0 16,1 0 0-16,-1 0 1 0,0-1-1 15,2-2-1 1,-3-2 2-16,1-1-2 16,-2-2 2-16,-3-2-1 0,-1-3 1 0,0-1 1 15,0-1-4-15,-5 1-2 16,-8-2 10-1,-1-1 0-15,-3 0-7 0,-1 0-2 16,1-2 13-16,2 3-12 16,4-4-6-16,2 0-31 0,5 0-105 15</inkml:trace>
  <inkml:trace contextRef="#ctx0" brushRef="#br0" timeOffset="46099.11">7336 13280 202 0,'0'0'4'0,"0"0"19"0,0 0-8 0,-5 47-14 0,-10-30 3 0,-6 3-31 15,-4-4-88-15</inkml:trace>
  <inkml:trace contextRef="#ctx0" brushRef="#br0" timeOffset="46994.42">5347 13344 157 0,'0'0'32'0,"0"0"10"0,0 0-14 16,0 0-1-16,0 0-3 15,0 0-3-15,0 0-6 16,0 0-11-16,0 0-7 0,0 0 0 15,0 0 4-15,0 0-9 16,4 44-27-16,-4-29-30 16,0 0-84-16</inkml:trace>
  <inkml:trace contextRef="#ctx0" brushRef="#br0" timeOffset="47274.04">5887 13303 199 0,'0'0'60'15,"0"0"-47"1,0 0-8-16,0 0-2 0,0 0-1 0,0 0-2 16,0 0 2-16,16 44-10 15,-16-32-44-15,0-3-45 16</inkml:trace>
  <inkml:trace contextRef="#ctx0" brushRef="#br0" timeOffset="47488.42">6397 13269 264 0,'0'0'2'0,"0"0"4"15,0 0-3-15,0 0-7 16,0 0-10-16,9 39-42 0,-18-28-57 16</inkml:trace>
  <inkml:trace contextRef="#ctx0" brushRef="#br0" timeOffset="48306.11">3947 13922 104 0,'0'0'71'0,"0"0"-55"0,0 0 18 0,0 0 5 32,0 0-25-32,0 0-14 15,0 0 6-15,0 0-7 0,-2 50 11 0,0-24-6 16,2 2-3-16,0 3 3 0,0 5-1 31,0-2-2-31,0 0-1 0,0 0 0 0,0-3 1 31,0-4-1-31,0-3 0 0,0-4 1 16,0-4-3-16,0-6-2 16,0-3-9-16,2-4-28 15,0-3-61-15</inkml:trace>
  <inkml:trace contextRef="#ctx0" brushRef="#br0" timeOffset="48890.06">3972 13946 153 0,'0'0'12'0,"0"0"-6"16,0 0 7-16,0 0 8 16,37-31-2-16,-24 26-8 0,1 0 1 15,3 1 0 1,-4 1 0-16,3 3 0 0,-3 0-4 16,1 0-6-16,-5 0-1 15,-1 4-2 1,-3 5-2-16,-1 1 2 0,-4 1-3 15,0 3 3-15,-3-1-4 0,-5 0-2 16,-3 1-1 0,-3-4-1-16,3 0-15 0,-1-3-2 15,4-1 23-15,1-5 2 0,3 0 3 16,4-1 0-16,0 0-1 16,0 0 3-1,0-1 2-15,7-1 2 0,3-1-4 0,0 0 4 31,1 0 3-31,3 3 0 16,-5 0 0-16,1 0 0 16,2 0-7-16,-3 6 3 0,-1 0-6 15,-1 3 0-15,-3 0-4 16,1 0 2-16,-5 0 0 16,0 0-1-16,0-1 5 15,-2 1-4-15,-5-3-3 0,-2 0 4 16,-2-1 8-16,-3-1-7 15,3-1-2-15,-2-1-3 16,2-1 13-16,2-1-9 0,-1 0 1 16,6 0-1-16,0 0-6 15,4-1-43 1,0-6-81-16</inkml:trace>
  <inkml:trace contextRef="#ctx0" brushRef="#br0" timeOffset="49255.11">4499 13937 186 0,'0'0'19'0,"0"0"-11"0,0 0 0 15,0 0 8-15,0 0-3 0,0 0 1 0,0 0-2 16,36-1-2-16,-27-3-2 15,0 4-4-15,0-2-3 16,3 1-1-16,-1-1-2 0,1 2-25 31,-2-2-43-31,-3 2-26 0</inkml:trace>
  <inkml:trace contextRef="#ctx0" brushRef="#br0" timeOffset="49446.01">4580 14043 111 0,'0'0'146'0,"0"0"-149"0,0 0 11 16,0 0 0-16,0 0-1 15,0 0-1-15,42 5-7 16,-26-5-81-16</inkml:trace>
  <inkml:trace contextRef="#ctx0" brushRef="#br0" timeOffset="51754.7">5095 13719 142 0,'0'0'19'0,"0"0"-3"0,0 0-2 0,0 0 6 16,0 0-5-16,0 0-5 16,-4-3 1-16,2 2-6 0,-4 0-5 15,1 0-1-15,-1 0 2 16,-1 0 3-16,-3 1-4 0,2-2 1 15,0 1 0 1,-2-2-2-16,3 3 2 0,-2-3 0 0,3 3-1 31,-3-1 0-31,4 1 0 0,-2 0-1 0,3 0-6 16,-2 0-3 0,1 0 1-16,0 0 8 0,3 0 2 0,-4 0 1 15,3 1-4-15,-1 2 2 16,0 1 0-1,-1 0 2-15,0-1-1 0,3 3 0 16,0-2 1 0,-1 3 1-16,2 2 0 15,1 0 1-15,0 3 1 16,0 1-1-16,0 4 0 16,4 0 0-16,0 6-1 0,1 2-1 15,-2 4-1 1,1 2 0-16,-2 2 1 0,-2 0-1 15,2 1 0-15,-2-2-1 16,0-2 1-16,0-2 0 16,0-2-2-16,2-5 1 0,-1 1 0 15,1-4 0-15,2-4 1 16,0-1 5-16,-2-3 1 16,2-2-5-16,2-3-2 15,0 0 5-15,1-3-1 16,0-1-1-16,6-1 1 0,0 0-1 15,3 0-4-15,2 0 8 16,4-5-5-16,1-1-12 16,0-3-30-16,0-1-56 0,2-2-65 15</inkml:trace>
  <inkml:trace contextRef="#ctx0" brushRef="#br0" timeOffset="52255.62">5429 13982 123 0,'0'0'27'0,"0"0"-1"0,0 0-6 0,0 0-2 16,0 0-1-16,-38-6-1 16,29 6 1-16,-1 3-7 15,0 4-7 1,3 0-2-16,1 3-1 0,-1 2 0 0,2-1 0 16,3 2-2-1,2 0 1-15,0-1 2 16,0 0-5-16,2-2 2 15,6-1 1-15,2-3 0 0,1-1 1 0,3-3 6 16,-3-2-3-16,3 0-2 16,-3 0 0-1,-1-1 2-15,2-6 0 16,-5 0 1-16,-1-2 1 16,-1 1 0-16,-3-4 2 15,-2 1 0-15,0 1 0 0,0-1-3 0,-7-1-2 16,-1 1-1-1,-1 2-1-15,-1 1-1 16,-2 2-1-16,0 4-9 16,3 2-3-16,-2 0-18 0,0 2-50 15,6 1-63-15</inkml:trace>
  <inkml:trace contextRef="#ctx0" brushRef="#br0" timeOffset="52481.16">5554 14046 113 0,'0'0'129'0,"0"0"-94"0,0 0-10 0,0 0 3 15,0 0-6-15,0 0-17 16,0 0-2-16,0 0-2 0,0 0-23 15,18-14-19 1,-15 11-52-16,1-3-52 16</inkml:trace>
  <inkml:trace contextRef="#ctx0" brushRef="#br0" timeOffset="52997.37">5753 13915 108 0,'0'0'28'0,"0"0"-3"0,0 0-19 31,0 0 2-31,0 0 1 0,0 0 7 0,0 0 3 16,0 0-2-1,0 0 3-15,-10 49-7 0,10-36-5 0,0 3-2 32,0-1-1-32,0 0-3 15,0 1 1-15,0-2 3 16,0-1-4-16,0 1-2 16,0-4 1-16,0 0-1 0,0-3 0 15,1-3 1-15,-1 0-1 16,0-1 0-16,0-1 2 0,0-1-1 15,0-1-1-15,0 0-1 16,3 0-19-16,1 0-51 16,-1-3-35-16</inkml:trace>
  <inkml:trace contextRef="#ctx0" brushRef="#br0" timeOffset="53197.59">5972 14103 204 0,'0'0'5'0,"0"0"34"15,0 0-17-15,0 0-14 0,0 0-5 16,0 0-1 0,27 44-1-16,-27-33-5 15,-2 2-6-15,-7 0-17 0,-4-2-74 16</inkml:trace>
  <inkml:trace contextRef="#ctx0" brushRef="#br0" timeOffset="53722.47">6299 13948 210 0,'0'0'2'0,"0"0"5"15,0 0 3-15,-41 0-5 0,32 10-4 16,-2 0-1-16,2 4 0 16,2 0 1-16,1-1 0 15,4 1 0-15,2 0 2 16,0-3-1-16,0-2-4 0,8 0 9 16,1-3-1-16,5-2-4 15,-1-1 0-15,3-3 8 16,0 0-10-16,2 0-2 15,0-2 6-15,-3-5-4 0,-2-2 2 16,-1 1 3 0,-3-1 0-16,-3-2 4 15,-4-1-3-15,-2 0-1 0,0 1-2 16,-2-1 1-16,-7-1-2 16,-3 3-1-16,0 2 2 15,-3 4-3-15,-2 1 2 0,2 3-8 16,-3 0-10-1,5 4-20-15,1 2-50 0,3-1-80 16</inkml:trace>
  <inkml:trace contextRef="#ctx0" brushRef="#br0" timeOffset="53971.96">6495 14013 108 0,'0'0'172'0,"0"0"-139"0,0 0-1 0,0 0-1 0,0 0-9 16,0 0-12-1,0 0-7-15,0 0 0 16,0 0-14-16,0 0-26 0,-2-13-32 15,6 13-1-15,3-2-123 0</inkml:trace>
  <inkml:trace contextRef="#ctx0" brushRef="#br0" timeOffset="54398.36">6670 13863 201 0,'0'0'50'0,"0"0"-9"16,0 0-13-16,0 0-9 0,0 0-8 15,0 0-11-15,0 0 1 16,0 0 1-16,0 0 0 0,-12 39 0 16,12-20-2-16,0 0 3 15,0-1-3 1,0 0 1-16,0-1-1 0,2-1 0 0,0-2 0 15,-2-1 2-15,0-3-2 16,0 0 0-16,1-2 0 16,-1 0-3-1,0-1-16-15,0-3-18 0,2-3-69 0</inkml:trace>
  <inkml:trace contextRef="#ctx0" brushRef="#br0" timeOffset="54584.33">6806 14057 237 0,'0'0'-2'0,"0"0"5"16,0 0 4-16,0 0 4 16,0 0-2-16,18 41 1 15,-18-29-3-15,0 2-7 16,0 0 0-16,0 0-16 15,0-1-46-15,-4-3-40 0</inkml:trace>
  <inkml:trace contextRef="#ctx0" brushRef="#br0" timeOffset="55081.28">7137 13946 276 0,'0'0'-6'0,"0"0"14"15,0 0-11-15,0 0 4 16,0 0-9-16,0 0 15 15,0 0-7-15,-43 6 2 16,37 4 1-16,3 0-2 0,-1 4 0 16,0-2-1-16,4-1-2 15,0 2 0-15,0-2 0 16,6-1 4-16,1-3 2 16,4 0-1-16,0-3 5 15,2-1-3-15,-1-1 1 0,1-2-3 16,-1 0 0-1,-1 0-1-15,-1-3-2 0,0-3 8 0,-4-3 3 16,-3 1 5 0,-1-3 3-16,-2-2-1 0,0 0-4 15,-3 0-9 1,-3-1-4-16,-4 1-1 16,2 1 0-16,-3 3-5 0,2 3-9 0,-4 2-2 31,4 4-5-31,2 0-6 0,0 0-11 15,0 2-67-15</inkml:trace>
  <inkml:trace contextRef="#ctx0" brushRef="#br0" timeOffset="55309.75">7316 13961 294 0,'0'0'16'0,"0"0"20"0,0 0-17 0,0 0-3 16,0 0-18-16,0 0-14 16,0 0-15-16,0 0-3 0,0 0-33 15,2-25-114-15</inkml:trace>
  <inkml:trace contextRef="#ctx0" brushRef="#br0" timeOffset="55693.19">7532 13852 175 0,'0'0'27'0,"0"0"-6"16,0 0-5-16,0 0 15 0,0 0-15 15,0 0-3 1,0 0 0-16,-3 38-3 0,3-23 1 15,0 2-5 1,-1 3-1-16,1 1-3 16,0-1-1-16,0-1-1 0,0-2 1 0,0 0-1 15,0-5 0 1,0-1 0-16,0-1 0 16,0-2 0-16,0-2-13 0,3-3-29 15,3-3-34-15,0 0-103 0</inkml:trace>
  <inkml:trace contextRef="#ctx0" brushRef="#br0" timeOffset="55871.25">7691 14066 278 0,'0'0'-1'15,"0"0"2"-15,0 0 1 16,0 0-2-1,15 38 1-15,-14-27 0 16,-1 2-2-16,0-1-25 0,0-4-24 0,-7-1-68 16</inkml:trace>
  <inkml:trace contextRef="#ctx0" brushRef="#br0" timeOffset="56332.97">7894 13929 177 0,'0'0'1'0,"0"0"1"0,0 0 3 15,0 0-2-15,0 0 5 16,0 0 1-16,0 0 10 16,-33 42-1-16,33-30-2 15,0 1-10-15,0-2-6 0,7-2 0 16,0-2 1-16,4 2 3 16,2-5 1-1,0-1-5-15,0-2 6 0,-1-1-2 0,1 0 3 16,-1 0-1-16,-3-4 1 15,1-2 2 1,-5-3 4-16,2 1 3 0,-7-4 2 16,0 0-1-16,0-2-9 15,-2 0-4-15,-8 1-6 16,-3 1 8-16,-1 3-5 16,-3 4-8-16,-1 4 1 0,-2 1-10 15,4 0-16 1,1 7 4-16,1 1-26 0,5-2-69 0</inkml:trace>
  <inkml:trace contextRef="#ctx0" brushRef="#br0" timeOffset="56635.61">8106 13947 304 0,'0'0'38'0,"0"0"7"0,0 0-3 0,0 0-1 0,0 0-16 16,0 0-16-16,0 0-7 15,0 0-2-15,0 0-5 16,0 0-9-16,1-5-35 16,4 5-35-16,1-1 22 15,-1-2-41-15</inkml:trace>
  <inkml:trace contextRef="#ctx0" brushRef="#br0" timeOffset="56939.04">8323 13868 140 0,'0'0'51'0,"0"0"2"15,0 0-25-15,0 0-12 16,0 0-14 0,0 0-2-16,0 0 0 15,0 0 3-15,-4 47 1 16,4-28-2-16,0-2 1 0,0 1-1 0,0-1-1 16,0-3-8-1,0-5-22-15,0-2-68 16</inkml:trace>
  <inkml:trace contextRef="#ctx0" brushRef="#br0" timeOffset="57649.4">8217 13647 161 0,'0'0'4'16,"0"0"-7"-16,0 0 3 15,49 0 0-15,-34 0 0 0,3-2 4 16,-2 0 12-16,4 0 7 16,-1 1 4-16,2-1-7 15,-3 0-11-15,0 0-3 16,2-2-4-16,-3 4 0 16,0-3-1-16,-4 1-1 15,1-2 2-15,-2 3-2 0,-2-1 1 16,-4 2 6-16,1-2 3 15,-5 2-4-15,2 0-2 16,-1 0-3-16,1 0 0 0,-1 0-1 16,1 4 1-16,-1 2 0 15,3 2-2-15,-4 1 2 16,2 2-1-16,-1 0 1 16,-1 2-3-16,0 0 2 15,0 1 0-15,1 0 0 16,-3 2 2-16,1 1 0 0,1-1 0 15,2 1-1-15,-2 1 2 16,2 3-2-16,0 0 0 16,3 2-1-16,-3-1 0 0,2-1 1 15,-2 2-1 1,0-2 1-16,-3-1-1 16,0 0-1-16,0-2 1 0,-1-1 0 15,0-1-1-15,0-3-5 0,-3-1 5 16,-3 0 2-1,-4-2 1-15,-2-1 0 0,-1-2-1 0,-2-1 1 32,-2-1 1-32,-3-1 6 15,-1-1-12-15,1-2 6 0,0-1-21 0,2 0-66 0</inkml:trace>
  <inkml:trace contextRef="#ctx0" brushRef="#br0" timeOffset="60072.6">10456 13229 123 0,'0'0'24'0,"0"0"-6"0,0 1-9 0,0 1 21 0,6-2-5 31,4 0 3-31,5 1-17 16,1-1-5-16,4 0-3 0,2 0-1 15,0 0 0-15,1 0 0 16,0-1-1-16,0-1-2 16,-4 1 2-16,1 1-2 15,-3 0-7-15,-3 0-29 0,-3 0-48 16,-2 0-30-16</inkml:trace>
  <inkml:trace contextRef="#ctx0" brushRef="#br0" timeOffset="60417.35">10515 13321 146 0,'0'0'29'0,"0"0"-12"16,0 0-6 0,0 0 14-16,0 0-2 0,0 0-13 15,0 0 0-15,0 0-1 16,0 0-1-1,33 6-3-15,-20-6 0 0,3 0 2 16,1 0-5-16,0 0 2 16,2 0-3-16,-1 0 0 0,0 0 1 0,4 0-1 15,-4 0-2-15,2 0-15 16,-2 0-29-16,-3-4-44 16</inkml:trace>
  <inkml:trace contextRef="#ctx0" brushRef="#br0" timeOffset="60842.28">10694 13168 157 0,'0'0'6'0,"0"0"4"16,0 0 0-16,0 0 7 15,0 0-2-15,0 0 2 0,0 0 2 16,39 17-8-1,-34-8-4-15,3-1 1 0,-2 2-3 16,1 0-1-16,-1 3-1 16,0 0-1-16,-2 1 0 15,-3 1 0-15,-1 0 1 16,0 0 3-16,-5 1 1 0,-7 1 1 16,-1 2-2-16,-2-1-4 15,-1 2 1 1,-4 1 0-16,6-2-3 0,1-1-11 0,6-5-46 15,3-7-139 1</inkml:trace>
  <inkml:trace contextRef="#ctx0" brushRef="#br0" timeOffset="62126.48">11479 13201 117 0,'0'0'3'0,"0"0"0"0,0 0-1 15,0 0 5-15,0 0 1 16,0 0 13-16,0 0 4 15,0 0 1-15,0 0-2 0,0 0-4 16,0 0-8-16,-31-3-6 16,29 0-3-16,-2 0-2 15,1 0 0-15,0-1-2 0,2 1 3 16,1-1-2-16,0-1 0 16,0 0 2-16,0 1-3 15,3-2 2 1,3 2-3-16,1 1 1 0,1 0-1 15,0 1-6-15,3 1 14 0,-1 1-5 16,2 0-1-16,-1 0 1 16,-1 0-2-16,1 0 1 15,-1 3 2-15,-3 3 1 16,3 1 2-16,-5 5 0 16,2 0-3-16,-3 1 0 0,3 4 0 15,-3-2-2 1,0 1 1-16,4-3 0 0,-2 0-1 15,3-5 0 1,3-2-1-16,-1 0 1 0,2-3 0 16,-1-2 0-16,1-1 0 0,0 0 0 15,-1 0 3 1,-1-1-6-16,2-5 7 0,-4-1-3 0,-1-3-1 16,2 0 2-16,-5-2 0 15,1-1 0-15,-2 0-1 16,-3-2 0-1,0 3 1-15,-1 0-3 0,0 2-1 16,0 0 2-16,0 3 0 16,0 3-1-1,0-2 1-15,0 3 1 0,-1-1-1 16,0 3 2 0,1-1 2-16,0 0-3 0,0 0 1 15,0 2-1-15,0 0 0 16,0 0-2-16,-2-1 3 15,2 1-1-15,0 0-1 16,0 0 0-16,0 0-1 16,0 0 0-16,0 0-1 0,0 3 0 15,0 2 2-15,0 5-1 16,0 0 1-16,0 4-1 16,0 0-1-16,0 1 5 15,0 3-3-15,0-1 1 0,0 0 0 16,0 0 0-16,2 0-1 15,-1 0 2-15,1-1-1 16,-1-2-1-16,2 0 0 0,-3-1 1 16,0-2 2-16,0-2-4 15,0-2 0-15,0 0 2 16,-4-2 5-16,-3-1 1 16,-4-1 0-16,-3-2-1 15,-3 0-3-15,-1-1 3 16,-1 0-3-16,2 0-3 15,-3 0 2-15,2 0 0 0,2-4-1 16,-1 0-6-16,3 0-20 16,3-5-22-16,1-2-91 15</inkml:trace>
  <inkml:trace contextRef="#ctx0" brushRef="#br0" timeOffset="62652.26">12036 13224 88 0,'0'0'16'0,"0"0"8"0,0-2 1 0,0 2 6 16,0 0-1-16,0 0 3 16,4 0-15-1,-2-1-7-15,3-1 6 0,3 1 0 16,0-1-6 0,1 1-2-16,2 0-3 15,3-1-1-15,-2 2-1 16,2-1-2-16,-3 1-2 0,3-2 1 15,-3 2 0-15,-1 0-1 16,1 0 0-16,-3 0 0 16,-3 0-1-16,1 0-16 15,-4 0-10-15,-2 2-25 16,0-1-54-16,0 2-37 0</inkml:trace>
  <inkml:trace contextRef="#ctx0" brushRef="#br0" timeOffset="62958.3">12072 13334 174 0,'0'0'10'16,"0"0"2"-16,0 0 21 0,0 0-4 16,0 0-11-16,0 0-4 15,0 0 0 1,51 2-1-16,-38-2 3 0,4 0-3 0,-2 0-6 16,3 0-1-1,-3 0-5-15,1 0 0 0,-5 0 1 16,5 0-19-1,-7 0-23-15,-1 0-73 16</inkml:trace>
  <inkml:trace contextRef="#ctx0" brushRef="#br0" timeOffset="71575.86">12883 13027 23 0,'-5'0'-2'0,"-1"0"1"0,0 0 1 15,1 0 1-15,-1 0 2 0,0 0 17 0,1 0 8 16,0 0-8 0,0 0 0-16,0 0-6 0,1 0-5 15,-3 0-2 1,1 0-4-16,1 0 0 15,0 0 1-15,1 0 4 0,0 0-2 0,-2 0 1 16,3 1 2 0,0 0-1-16,-1-1-2 15,0 1-2-15,2 2-3 16,0-1 0-16,1 2 1 16,-1-1-2-16,0 1 1 0,2 0-1 0,-4 2 4 31,4 0-3-31,-1 0 2 0,1 1 0 0,-1 0 2 0,1 0 0 15,0 0-2-15,0 1 6 16,0-1-4 0,0 2 0-1,0 0-1-15,1 0-2 0,4 1 0 0,-1 0-1 0,-3 3-1 32,3-2 1-32,0-1 0 15,-2 2-2-15,0-1 2 16,-1 0-1-16,1-2 2 15,0 2-2-15,-1-2 0 0,0-2 1 16,-1 3-1-16,2-2 2 16,-2 1-2-16,0-1 0 15,0 0 0-15,0-1 0 16,3 1 0-16,-3-2 0 0,2-2 0 16,-2 2 0-16,0-2 0 15,2 0 1-15,-2-1 0 16,0 0-2-16,0-2 1 15,0 1 1-15,1-1 0 16,0 1 4-16,0-1 4 0,0 1-1 16,2 0-2-16,-1-1 0 15,2 1 1-15,0 0 2 16,3 0-3-16,5 1-2 16,-3 0-1-16,4 0-1 0,0 0-1 15,2 0-1-15,4-2-10 16,0-1-22-16,-2 0-70 15</inkml:trace>
  <inkml:trace contextRef="#ctx0" brushRef="#br0" timeOffset="72092.64">13200 13221 128 0,'0'0'1'0,"0"0"7"0,0 0 20 0,0 0 3 0,0 0 0 32,0 0-7-32,0 0-9 15,0 0-3-15,0 0-4 0,0 0-2 16,34-41-4-16,-32 34-1 16,1-2 1-16,1 0-2 15,-2 1 1-15,0-1 0 16,0 1 1-16,0 2-2 0,-1 1 1 15,-1 0-1-15,1 3 0 16,-1 2 0-16,2 0-1 16,-2 0-2-16,0 2-2 15,1 8 0-15,0 0 7 16,1 6 0-16,0-1 0 16,0 2 1-16,0-1-3 0,1 1 0 15,3-3 0-15,-2 2 1 0,1-5-2 16,2 1 2-1,-4-2-14-15,0-5-51 0,-2 1-56 16</inkml:trace>
  <inkml:trace contextRef="#ctx0" brushRef="#br0" timeOffset="72268.95">13239 13300 242 0,'0'0'27'16,"0"0"-28"-16,0 0 4 0,0 0 2 0,44 3-3 31,-26-3-1-31,1 0-6 16,2 0-84-16</inkml:trace>
  <inkml:trace contextRef="#ctx0" brushRef="#br0" timeOffset="72782.39">13600 13285 285 0,'0'0'12'0,"0"0"-1"0,0 0-7 0,0 0-3 0,0 0-1 0,5 38 0 31,-5-25-14-31,0 1-19 0,-8-5-65 0</inkml:trace>
  <inkml:trace contextRef="#ctx0" brushRef="#br0" timeOffset="73273.99">13799 13170 160 0,'0'0'-10'0,"0"0"12"0,0 0 0 16,0 0-2-16,0 0 17 16,0 0 7-16,0 0-2 15,38-29 4-15,-31 22-7 0,0 0-11 16,-3-2-4-16,-1-1-3 15,1 2 1 1,-2-2-1-16,0 2-3 0,0-1-5 16,1 1-4-16,-3 2-2 0,0 0 4 15,0 3 7 1,0 3-4-16,0 0 3 0,0 0 3 16,0 6 3-1,0 6-4-15,0 2 9 0,0 1 4 16,0 4 2-16,0-1-3 0,0-1 1 15,1 2-3 1,3-4 2-16,0 1-4 0,1-2-5 16,0 0 0-16,0-4-1 15,-2 1-16-15,-3-5-22 0,0-3-49 16</inkml:trace>
  <inkml:trace contextRef="#ctx0" brushRef="#br0" timeOffset="73458.96">13824 13273 261 0,'0'0'28'15,"0"0"-18"1,0 0 2-16,0 0 8 0,0 0-7 16,0 0-6-16,0 0-1 15,47 0-4-15,-34 0-2 16,0 0-15-16,2 0-32 0,-2 0-83 0</inkml:trace>
  <inkml:trace contextRef="#ctx0" brushRef="#br0" timeOffset="73644">14104 13290 288 0,'0'0'4'0,"0"0"6"0,0 0 0 16,0 0-2-16,4 47-6 16,-4-34-3-16,-2 1 2 15,-5-5-20-15,-4-2-35 16,-1-4-183-16</inkml:trace>
  <inkml:trace contextRef="#ctx0" brushRef="#br0" timeOffset="74099.37">14298 13141 247 0,'0'0'7'15,"0"0"-12"-15,0 0 6 16,0 0 0-16,0 0-2 0,0 0 2 0,0 0-1 16,38-40 0-1,-34 32 3-15,3-1 4 16,-3 1-4-16,-1 0-2 0,-1 2-1 0,-1 1 1 31,-1 3-5-31,0 2-13 0,0 0 6 16,0 0 4-16,-2 4 8 0,-1 5-1 15,0 3 0-15,1 1 3 0,0 1 2 32,1 3 7-32,1 0 2 15,0 0-1-15,0 0-5 0,0-2-1 16,3-1-5-16,-1 0-1 15,1-3 0-15,-1-1-16 16,-2-3-42-16,0-3-53 16</inkml:trace>
  <inkml:trace contextRef="#ctx0" brushRef="#br0" timeOffset="74290.81">14322 13266 239 0,'0'0'63'15,"0"0"-48"-15,0 0-1 16,0 0-7-16,0 0 6 16,0 0-9-16,0 0 0 0,38 3-6 15,-26 0 2 1,1-2-12-16,0 1-29 16,-1-2-48-16,0 0-122 15</inkml:trace>
  <inkml:trace contextRef="#ctx0" brushRef="#br0" timeOffset="74484.84">14572 13290 319 0,'0'0'2'15,"0"0"4"-15,0 0 3 16,0 0-5-16,0 37-2 0,0-27 0 15,-2 3-2-15,-6-2-10 0,1-3-17 16,-5-2-45 0,2-4-152-16</inkml:trace>
  <inkml:trace contextRef="#ctx0" brushRef="#br0" timeOffset="74986.19">14801 13158 163 0,'0'0'-2'0,"0"0"6"16,0 0-3-16,0 0 6 15,0 0 9-15,0 0 4 16,0 0-7-16,0 0-9 0,21-22-1 16,-17 15-1-16,0-1 1 15,-2-1 1-15,-1 1-1 16,1-2 1-16,0 3 0 15,0 0-1-15,0 3 0 16,0-1 1-16,-2 3 2 0,2 2-4 16,-2 0 1-16,0 0-4 15,0 1-3-15,0 8 1 16,2 1 7-16,-1 2 1 16,3 1 0-16,3 3 5 0,-2-1-3 15,3 1 1-15,-3-2-1 16,3 1-4-16,-2-3-2 15,0 1-1-15,-4-3-1 16,0-1-19-16,-2-4-37 0,0-1-90 16</inkml:trace>
  <inkml:trace contextRef="#ctx0" brushRef="#br0" timeOffset="75136.6">14833 13248 269 0,'0'0'19'0,"0"0"-4"0,0 0-5 16,42 0-5-16,-26 0-4 0,-1 0-1 16,3-2-14-16,-6-3-46 15,2-4-111-15</inkml:trace>
  <inkml:trace contextRef="#ctx0" brushRef="#br0" timeOffset="75727.44">15000 12985 134 0,'0'0'11'0,"0"0"27"0,39 0-13 31,-24 0-7-31,0 0-5 15,1-1 2-15,-2 1-3 16,0 0-3-16,-2-2 0 0,-1 2 0 16,-4 0-4-1,-1 0-1-15,-2 0-2 0,1 0-2 16,-3 2 1-16,0 3-1 16,1 6 0-16,0 0 1 15,1 4-1-15,1 0 1 16,-2 3-2-16,2 2 2 0,-1-2 0 15,0 3-1-15,0-3 2 16,0 1-1-16,-2-1 4 16,0 0-2-16,-2-1 0 15,0 0-1-15,0-3 0 0,0 0-1 16,0-2 3-16,-2-2-5 16,-8-2 3-16,2 1-1 15,-1-3 1-15,-5-1 1 16,-1 2 3-16,-1-2-4 0,0-1-1 15,0-4-31 1,4 0-33-16,5 0-167 0</inkml:trace>
  <inkml:trace contextRef="#ctx0" brushRef="#br0" timeOffset="76277.7">15493 13134 165 0,'0'0'22'0,"0"0"22"0,0 0-16 15,0 0-11-15,41-7-8 0,-26 7-1 0,-1 0-4 32,2 0 4-32,-2 0 2 15,1 3 0-15,0 4 0 0,-1 1-1 0,-5 1-7 0,-1 1-1 32,-2 1-1-32,-6 3-1 15,0-2-1-15,0 1 3 16,-6 1 0-16,-5-4-1 15,-1-2-1-15,-3 1-2 0,0-5 6 16,-1 2 1-16,0-5-4 16,2 2-2-16,2-3-14 15,3 0-11-15,1 0-5 16,6 0-30-16,2 0-42 0</inkml:trace>
  <inkml:trace contextRef="#ctx0" brushRef="#br0" timeOffset="76597.6">15728 13111 121 0,'0'0'11'16,"0"0"22"-16,0 0-18 0,0 0 4 15,0 0 1-15,0 0 3 16,-43 19-6-16,31-5-1 0,4 0-3 16,-1 3-4-1,3-1 3-15,2-2-3 0,3 2-1 0,1-5 1 32,0 0 1-32,4-2-1 0,6-2 0 15,1 0-4-15,2-4 2 0,4 1-6 16,0-2 5-16,3-2-28 0,-2 0-41 31,-4-10-102-31</inkml:trace>
  <inkml:trace contextRef="#ctx0" brushRef="#br0" timeOffset="77202.56">15549 12948 161 0,'0'0'28'0,"0"0"22"0,0 0-36 15,0 0 3-15,0 0-4 16,0 0-4-16,0 0-4 16,0 0-1-16,0 0-2 0,0 0 2 15,30-31-2-15,-24 25-1 16,-2-1 1-16,0-1 2 0,4-1-1 16,-4 1-1-1,3 0 1-15,-2-1-1 0,3 1 2 16,-2 1-3-1,-2 3 0-15,2 0-1 0,-4-2 2 0,1 3 2 16,0 3 0 0,0 0 3-16,4 0 0 0,-4 0 2 15,5 0 1 1,-2 10-1-16,4 3 3 0,3 1 1 0,1 3-6 16,3 4-5-16,4-1-1 15,-3 1-1 1,4-5-34-16,-3-4-69 15</inkml:trace>
  <inkml:trace contextRef="#ctx0" brushRef="#br0" timeOffset="78600.89">16191 13170 191 0,'2'0'22'0,"0"-2"23"0,-1-1-24 16,3 2-7 0,0-2 2-16,0 0-1 15,3 2-2-15,0-1 0 16,0 0 0-16,2 0-5 16,2 1-4-16,2-1-2 0,1 1-1 0,-1 1-1 15,3-2 1 1,-3 1-6-16,0 0-10 15,-1-1-9-15,-1 2-6 16,-2-3-36-16,0-1-73 16</inkml:trace>
  <inkml:trace contextRef="#ctx0" brushRef="#br0" timeOffset="78861.09">16262 13090 234 0,'0'0'57'0,"0"0"-46"0,0 0 18 16,0 0-15 0,0 0-7-16,0 0-8 0,0 0 0 0,0 0 6 15,-2 35-4 1,2-19 4-16,0 3-5 0,2 0 2 15,-2 2-12 1,2-3-21-16,-2-4-13 0,0-7-113 0</inkml:trace>
  <inkml:trace contextRef="#ctx0" brushRef="#br0" timeOffset="79639.87">16935 12800 59 0,'0'0'102'0,"0"0"-91"0,0 0 10 16,0 0-16-16,0 0-5 16,0 0 0-16,0 0 0 0,0 0 3 15,0 0 0 1,-42-7 6-16,30 7 3 0,1 0-9 16,-2 0-3-16,-1 0 1 0,0 0 1 15,-3 0-1 1,2 4 1-16,-5-1-1 0,2 2-1 15,4-1 0 1,-2 2 0-16,1-1 0 0,3 2 0 0,6-1 0 16,0 3-1-1,5-1-2-15,1 1 3 0,0 1 5 16,0 1 2 0,3 2 6-16,5 1-1 15,0 0-4-15,2 2-4 0,-1 1 0 16,-1 0-3-16,0 1-1 0,-3-1 3 15,1 0-3 1,-4 1 2-16,-2-2-2 16,0 2 2-16,0-3-1 0,-5 2 0 0,-1 0 0 15,-1 0 1 1,0-3-2-16,0 2 2 16,1-3-2-16,2-2 2 0,1-1-2 15,2-1 1 1,1-1 1-16,0-2 3 15,4-2 8-15,5 2 2 0,6-3-4 0,3 1 2 16,3-3-6 0,4 1-3-16,4-2-2 15,0 0-9-15,0 0-30 16,-1 0-22-16,-1-9-96 0</inkml:trace>
  <inkml:trace contextRef="#ctx0" brushRef="#br0" timeOffset="80114.14">17131 13040 114 0,'0'0'31'0,"0"0"20"0,0 0-2 0,0 0-27 16,0 0-8-16,0 0-7 16,0 0-4-16,0 0-3 15,0 0 0-15,-39 13 3 0,36-1 0 16,1 2-2-16,2-3 0 16,0 2-1-16,0-2-2 15,7-2-1-15,1-2 7 16,6-3-1-16,-1-2-1 0,-1-1 3 15,3-1-2-15,1 0-3 16,-3-4 7-16,-1-2 0 16,-3-5 2-16,-1 2 5 15,-3-4-2-15,-1 2-4 16,-2-3-4-16,-2 2-1 0,0 0-3 16,-4 0 2-1,-5 2-1-15,-1 3-5 0,-6 3 5 0,0 1-8 16,-3 3-7-1,0 0-3-15,4 0-9 0,0 3-6 16,6 0-47 0,5-2-109-16</inkml:trace>
  <inkml:trace contextRef="#ctx0" brushRef="#br0" timeOffset="80350.1">17340 13041 245 0,'0'0'14'0,"0"0"21"0,0 0-16 0,0 0 1 16,0 0-1-16,0 0 4 15,0 0-12-15,0 0-4 0,0 0-8 16,2-14-1-16,-2 14-5 15,0 0-22-15,-2 0-16 16,-1 0-27-16,1 0-156 16</inkml:trace>
  <inkml:trace contextRef="#ctx0" brushRef="#br0" timeOffset="80634.05">17490 12985 243 0,'0'0'14'16,"0"0"20"-16,0 0-19 16,0 0-1-16,0 0-7 15,0 0-7-15,0 0 0 0,0 0 5 0,2 27 5 16,1-12-2-1,2-1-4-15,-2 2-4 0,2-1 1 16,1 0-1-16,-4 1-9 16,1-3-15-16,1-2-14 0,-2-5-56 15</inkml:trace>
  <inkml:trace contextRef="#ctx0" brushRef="#br0" timeOffset="80826.03">17709 13154 99 0,'0'0'204'0,"0"0"-197"16,39 21 14-16,-25-11-6 16,-3 3-10-16,-2 1-4 0,-4 0 0 15,-5-1-10-15,-2 0-20 16,-14-4-7-16,-5-4-123 15</inkml:trace>
  <inkml:trace contextRef="#ctx0" brushRef="#br0" timeOffset="81316.98">18048 13008 219 0,'0'0'34'0,"0"0"-26"16,0 0 9-16,0 0-20 15,0 0-4-15,0 0 19 16,0 0-11-16,-40 1 0 16,34 9-2-16,3 3-1 15,3-3 1-15,0 0 1 16,0 0-1-16,9-3 7 0,0 1-1 16,4-5-4-1,2 0 0-15,2-3 2 0,1 0-1 16,0 0 0-16,-1-4 4 15,-1-4 0-15,-3-1 4 16,-3 0 2-16,-2-2 5 0,-5-1-2 0,-1 1 0 16,-2-2-9-16,0 3-5 31,-4 3 1-31,-6 0-6 0,-3 4-1 0,1 3 3 16,-3 0-23-1,2 0 0-15,1 0-11 0,3 1-56 0</inkml:trace>
  <inkml:trace contextRef="#ctx0" brushRef="#br0" timeOffset="81474.05">18258 12996 301 0,'0'0'9'16,"0"0"-2"-16,0 0-6 15,0 0-10-15,0 0-44 16,0 0-92-16</inkml:trace>
  <inkml:trace contextRef="#ctx0" brushRef="#br0" timeOffset="81749.67">18497 12934 257 0,'0'0'50'0,"0"0"-42"0,0 0 7 15,0 0 3 1,0 0-2-16,0 0-12 0,0 0-7 0,5 11 7 31,-9-1-4-31,0 3 0 0,3 1 0 0,-1 2-1 16,-1-2 1-1,3 3 0-15,0-3-3 16,0-1-16-16,0-1-11 16,0-3-14-16,0-6-55 0,0 0-73 0</inkml:trace>
  <inkml:trace contextRef="#ctx0" brushRef="#br0" timeOffset="81928.39">18650 13073 311 0,'0'0'12'0,"0"0"-3"15,0 0-1-15,0 0-6 16,36 45 2-16,-31-30-4 16,-2-1-4-16,-3-1-17 0,0-2-28 15,-9-7-47-15</inkml:trace>
  <inkml:trace contextRef="#ctx0" brushRef="#br0" timeOffset="82391.89">19077 12959 148 0,'0'0'5'0,"0"0"18"15,-43 26-8-15,36-15-6 0,2-2-3 16,4-2 9-1,1 3-9-15,0-4 6 16,11-1 15-16,3-2-19 16,3 1-1-16,3-3-4 0,1-1-3 15,1 0 1-15,0 0 0 0,-4-2 1 16,2-5-1 0,-5-3 3-16,-3-1 4 0,-4 0 2 0,-3-4-1 31,-4 4-3-31,-1-1-1 0,0 5 0 0,-8 0-4 15,-3 3 1 1,-5 1 4-16,-4 3-6 0,1 0-1 0,-1 0-9 16,3 0-23-16,2 0-19 15,4 4-67-15</inkml:trace>
  <inkml:trace contextRef="#ctx0" brushRef="#br0" timeOffset="82567.46">19288 12962 348 0,'0'0'11'16,"0"0"13"-16,0 0-11 0,0 0-12 15,0 0-14-15,0 0-27 16,0 0-29-16,0 0-98 15</inkml:trace>
  <inkml:trace contextRef="#ctx0" brushRef="#br0" timeOffset="82839.46">19470 12904 267 0,'0'0'13'0,"0"0"0"0,0 0-8 15,0 0-4 1,0 0-1-16,0 0 5 0,2 37 0 16,-2-23-4-16,0 3 0 15,0 0-1-15,0-1-1 0,0-2-2 16,2 0-16-16,7-4-44 15,-4-3-58-15</inkml:trace>
  <inkml:trace contextRef="#ctx0" brushRef="#br0" timeOffset="83018.42">19678 13090 299 0,'0'0'7'0,"0"0"-4"0,0 0 4 0,19 43-5 16,-16-29-2 0,-3-1 0-16,0-1-1 15,0-1-8-15,-8-5-17 16,-6-6-52-16</inkml:trace>
  <inkml:trace contextRef="#ctx0" brushRef="#br0" timeOffset="83473.8">19955 12925 139 0,'0'0'60'16,"0"0"-54"-16,0 0-2 0,-36-4-3 16,25 4 0-16,2 0 0 15,4 4 0 1,-1 4 4-16,5 0 0 0,1-1 1 0,0 3-4 16,1-1 1-16,8 0 2 15,4-1 0-15,0-3-1 16,2 1-3-1,2-5 0-15,5 1-1 0,-5-2-1 16,1 0 3-16,1 0 1 0,-6-3 4 16,-4-5 8-1,-2-1 7-15,-2-2-12 0,-5-1-5 16,0 2-5 0,0 0 6-16,-6 0-6 0,-6 3 5 15,-2 3 1 1,-2 1-3-16,-4 3-3 0,3 0 1 0,0 0-3 15,2 0-28 1,1 3-67-16</inkml:trace>
  <inkml:trace contextRef="#ctx0" brushRef="#br0" timeOffset="83666.75">20172 12925 75 0,'0'0'275'0,"0"0"-279"0,0 0 4 0,0 0-28 16,0 0-21-16,0 0-95 15</inkml:trace>
  <inkml:trace contextRef="#ctx0" brushRef="#br0" timeOffset="83927.98">20406 12866 332 0,'0'0'10'16,"0"0"1"-16,0 0-12 16,0 0 2-16,0 0 1 15,5 39-2-15,-5-24 1 0,0 2-1 16,0-2-5 0,0 1-12-16,0-2-6 0,0-5-20 15,4-4-63-15</inkml:trace>
  <inkml:trace contextRef="#ctx0" brushRef="#br0" timeOffset="84616.14">20405 12682 22 0,'0'0'89'0,"0"0"-85"0,0 0 6 15,43-10-5-15,-31 9 11 16,1-2 3-1,-2 2 3-15,3-1 0 16,-1 1 0-16,1-2-1 0,-3 1-8 16,4 1-4-16,1 0-3 15,-3-2-2-15,1 3-2 16,1 0 0-16,1 0-2 0,-5 0 0 16,3 0 0-16,-6 0 0 15,0 0 0 1,-3 3-4-16,1-2 3 15,-2 2 0-15,-1 0 1 0,-1 0 0 16,0 0-1-16,0 1 1 16,0 0 0-16,-2 1-2 15,0 2 0-15,0 3 3 0,1-1 2 16,1 3-1-16,-1 1-2 0,1 1 0 16,3 0 1-1,-3 3 0-15,2 0-1 16,-2-1 0-16,1-1 1 15,0 2-1-15,-1 0 2 16,0-1-1-16,0 0 0 16,0-1-1-16,-1 1 1 0,0 1-1 15,0-1 2-15,1 1 2 0,0 0 0 0,-2 0-2 32,0 2 0-32,0-3 0 15,0 0 1-15,0 2-2 16,0-5 3-16,-6 3-2 0,2-3 1 15,-4 1 0-15,-1-1-2 0,-6-1-2 0,-7 1-2 16,-5-6 0-16,-5-5-64 31</inkml:trace>
  <inkml:trace contextRef="#ctx0" brushRef="#br0" timeOffset="86056.77">11938 14414 187 0,'0'0'37'0,"-2"0"-5"0,2 0-9 16,0 0-5-16,0 0-5 0,0 0-3 15,0 0 4-15,0 0 3 16,0 0 2-16,0 0-3 15,0 0-6-15,0 0-8 16,0 0-3-16,2 0-2 0,2 0 3 16,3 0-2-16,1 0 4 15,2 0 0-15,-1 1-2 16,2 2-6-16,2-2-16 16,-2 1-12-16,1-1-7 15,-3 1-39-15,-1-1-43 0</inkml:trace>
  <inkml:trace contextRef="#ctx0" brushRef="#br0" timeOffset="86250.35">11936 14566 286 0,'0'0'-1'0,"0"0"22"0,0 0 3 15,0 0-13 1,44 4-6-16,-23-2-3 16,3-2-16-16,0 0-52 0,-1-2-156 15</inkml:trace>
  <inkml:trace contextRef="#ctx0" brushRef="#br0" timeOffset="87423.02">12532 14175 150 0,'0'0'40'0,"0"0"-25"0,0 0-7 16,0 0-4-16,0 0 2 0,0 0 2 16,0 0 0-1,0 0-2-15,-37 3-2 0,27-2-3 16,-1 0 0-1,0-1-1-15,-1 2 0 16,2 0 0-16,-1 0 0 0,3-2 0 16,-3 3-1-16,2-3 0 15,1 3-1-15,-2 0-2 0,0 0 3 16,3-3 1 0,-2 4-1-16,2-1 2 0,1-2-1 0,1 2 0 15,1-3 1-15,0 4-1 16,0-2 0-1,2 1 1-15,0 0-1 0,-1-1 1 0,1 1-2 32,0 3 0-32,0-2-1 15,2 2 2-15,0 0 1 0,0 3 1 16,0 0 1-16,0 0 0 16,0 2 2-16,0-2-1 15,0-1 2-15,3 3-1 16,1-1 1-16,0 0 1 0,-2 0-4 0,1 2 0 15,0 0-2-15,-2 0 1 0,2-1-1 32,-3 2-1-32,2 1 1 15,-2 0-1-15,2-1 0 16,-2 4 1-16,1-3-1 0,1 3 0 16,-1 0 0-1,1-1 0-15,1 0 0 0,-3-1 0 16,2 0 0-16,2 0 0 15,-4-1 0-15,3 0 0 16,0 1 0-16,-1-3 2 0,-2 3-4 16,2-2 4-16,0-1-2 15,-2 1 0-15,2 1 0 16,-1-2 0-16,0 0 0 0,0 0 0 16,1-2 0-16,2-1 0 15,-2 0 0 1,0-2 0-16,-1 0 1 0,1-1 3 15,2-2-2-15,-1 1-1 0,-1 0 0 16,-2-1 0-16,2-1 0 16,-1 1-1-16,1 1 1 15,-1-2-1 1,1 1 0-16,1-1 0 0,-1 2 0 16,0-2 0-16,-1 0 1 15,2 1-1-15,-1-1 5 0,3 1 2 16,-2-1 2-16,0 0 1 15,1 0 1-15,0-1 3 16,1 0 0-16,1 0-1 0,2-1 0 16,0 1-3-1,3-1-7-15,1 0 2 0,5-1-2 16,-1 2-3-16,2-2-2 16,4 0-48-1,-5-4-39-15</inkml:trace>
  <inkml:trace contextRef="#ctx0" brushRef="#br0" timeOffset="89316.63">12803 14439 268 0,'2'0'15'15,"-2"0"-9"-15,0 2-3 0,0 1 2 0,0 1-7 16,0 6 4-16,0 1 4 16,0 2-1-16,0 1-3 0,0 3 0 15,0 0-1-15,0 0 1 16,0 2-2 0,0-4 0-16,0 2 0 0,4-1-8 0,-2-4-19 15,1-2-48-15,3-6-52 16</inkml:trace>
  <inkml:trace contextRef="#ctx0" brushRef="#br0" timeOffset="89504.02">12986 14597 275 0,'0'0'88'0,"0"0"-74"0,0 0 1 15,0 0-8 1,0 0-6-16,0 0-27 16,0 0-32-16,0 0-18 15,0 4-54-15</inkml:trace>
  <inkml:trace contextRef="#ctx0" brushRef="#br0" timeOffset="89969.38">13263 14458 339 0,'0'0'20'15,"0"0"0"-15,0 0-6 16,0 0-8-16,0 0-4 16,0 0-4-16,0 0 3 15,0 0-2-15,20 40 1 0,-15-22 2 16,-3-1-4-16,0 2 1 0,-2-2-16 16,0-2-1-16,0-1-6 15,0-4 7-15,-4-2 5 16,-1-3 1-16,1-2 4 15,1-2 3 1,1-1 6-16,2 0 7 16,0 0-5-16,0 0-3 0,0-4-1 15,7 1 8-15,5 0-4 0,3 2 0 16,5-2 1-16,1 3 3 16,2 0-4-16,2 0-3 0,-1 0 0 31,0 0 0-31,-3 0-4 15,-3 0-21-15,-4-1-54 0,-1-5-157 16</inkml:trace>
  <inkml:trace contextRef="#ctx0" brushRef="#br0" timeOffset="90193.17">13474 14489 339 0,'0'0'8'16,"0"0"-5"-16,0 0-3 0,0 0-2 15,0 0 1-15,0 0 2 16,-2 42 2-16,2-26-2 16,0 3 0-16,0 1-1 0,0 1 0 15,0-3-1-15,0-1-17 16,0-1-22-16,0-9-80 15</inkml:trace>
  <inkml:trace contextRef="#ctx0" brushRef="#br0" timeOffset="90862.73">13669 14455 173 0,'0'0'187'0,"0"0"-186"0,0 0 1 15,0 0 0 1,0 0 0-16,0 0 0 16,0 0-1-16,19 42 3 0,-17-26-4 0,1 1 0 15,-1 0 0-15,-1 0-5 16,0-2-13-1,-1-3-3-15,0-2-4 0,0-1-6 16,-3-5-12-16,-1-3-14 0,-5-1 13 31,4 0 24-31,1 0 4 0,1-4 4 0,1-3 39 16,2 1 4 0,0 1-10-16,0 0-3 0,7 3 7 15,0 0 2 1,4 2-3-16,2 0-9 15,1 0-4-15,0 0-2 0,4 0-2 0,-1 0 0 16,1 0-4 0,-1 0-2-16,-1 0 1 15,0 0-2-15,0 0 0 0,-3-3-1 0,-2-4-11 32,-2-1-13-32,-2-1-8 0,-3-3 5 0,-4 0 13 15,0 1-7 1,0-2-11-16,0 1 31 15,-2 1 3-15,-2 1 3 16,0 3 24-16,3 3 3 16,-1 1 3-16,0 2-10 0,0 1-14 0,0 0-6 15,0 5-7 1,0 4 7-16,1 4 3 16,-2 1 7-16,3 3-4 15,0-2-2-15,0 3-2 16,0-1-2-16,0 0 2 0,0 1-4 15,0-4-1-15,0 0-1 16,0-1-4-16,0-3-18 16,4-4-28-16,-1-5-66 15</inkml:trace>
  <inkml:trace contextRef="#ctx0" brushRef="#br0" timeOffset="91472.04">14074 14486 46 0,'0'0'212'0,"0"0"-221"0,0 0 5 16,0 0-20-16,0 0-15 15,0 0 18-15,0 0 27 16,0 0 11-16,0 0 16 15,0 0-7-15,0 0-3 0,-10-35-13 16,18 29-5 0,-3 2-1-16,6-1 4 0,-3 3-3 15,3-1 0-15,2 1 0 16,-1 2 3-16,1 0-2 16,1 0 2-16,-3 3-5 0,-1 4 0 15,-1 2-2-15,-1 6-1 16,-5-3-1-16,-2 2-4 15,-1 0-6 1,0 1-2-16,-4-1 7 0,-6-2 2 0,-5 1 0 16,2-2-7-16,-5-2 8 15,3 1 2 1,-3-4-2-16,4 1 2 0,2-3 2 16,6-3-1-16,2 2 1 15,0-3-1-15,4 0 4 16,0 0-2-16,0 0 5 0,6 0 8 0,1 0-4 31,4-1-4-31,1-2 2 16,2 0-2-16,1 0 3 0,0-1 5 15,0 3-1-15,1-2 0 0,0 0-2 32,0 3 1-32,-3-1-2 0,-4 1-8 15,3 0-2-15,-4 0-1 16,-1 0-1-16,-1 0-2 15,0 0-15-15,-3 0-15 0,0 0-20 16,-1 0-53-16</inkml:trace>
  <inkml:trace contextRef="#ctx0" brushRef="#br0" timeOffset="92122.36">14551 14601 103 0,'0'0'9'0,"0"0"12"0,0 0-13 16,0 0 8-16,0 0 6 15,0 0 13-15,0 0 9 16,0 0-18-16,0 0-4 0,38 0-1 0,-30 0 2 0,0 3-5 31,1 2-4-31,-1 4-3 16,-2 3-5-16,1 2-6 15,-3 3 0-15,-2 3-1 16,-2 0-1-16,0 1-11 0,-12 0-19 16,-4-4-1-16,-8-1-46 15</inkml:trace>
  <inkml:trace contextRef="#ctx0" brushRef="#br0" timeOffset="93553.02">15163 14360 57 0,'-11'0'-41'0,"-2"0"60"0,-2 0-5 0,0 0 11 16,-1 0 12-16,1 4 3 0,-1 0-19 16,3 2-3-16,1 1 1 15,1 0 1-15,1 2 7 16,2-1-11-16,2 5-4 16,3-3-2-16,2 3-5 0,1 1 0 15,0-1-1-15,3-1 0 16,8 1 5-16,1 0-3 15,3-3 2-15,0-1-6 16,3-2 1-16,-1-2-1 16,1-2 2-16,0-3-3 15,2 0-1-15,-3 0 3 0,0 0-2 16,0-3 2-16,1-3 2 16,-4-3-1-16,1-1-3 0,-4-4 2 15,-3 2 0-15,0-3 1 16,-6 0-1-1,-1 0 0-15,-1 1-1 16,0 1-1-16,-5 0-1 0,-6 2 3 0,-1 2-3 16,-3-1-3-16,-7 7 6 15,1-1 1 1,-6 4-12-16,-2 0-17 0,1 0-9 16,1 4-4-1,2 3-35-15,6-1-54 0</inkml:trace>
  <inkml:trace contextRef="#ctx0" brushRef="#br0" timeOffset="93768.32">15398 14422 319 0,'0'0'72'0,"0"0"-67"0,0 0 0 0,0 0 3 0,0 0-8 32,0 0-22-32,0 0-4 15,0 0-22-15,0 0-53 16,0 0-111-16</inkml:trace>
  <inkml:trace contextRef="#ctx0" brushRef="#br0" timeOffset="94315.25">15693 14326 90 0,'0'0'235'15,"0"0"-230"-15,0 0-2 16,0 0-5-16,0 0-3 16,0 0 6-16,0 0-2 0,0 0 1 15,-12 42 0-15,8-32 0 16,2 2 0-16,1-2-1 16,1-2-2-16,0-1-2 0,0-1-3 15,0-2 3 1,0-2 6-16,4-1-1 0,4-1 11 0,3 0 3 15,0 0 2-15,5 0-6 16,-1 0-5 0,1 0-3-16,-1 0 0 15,2 0-1-15,0 0 0 16,-1 0 0-16,-3 0-1 16,1 3 0-16,-4 2-1 15,-1 0 1-15,1 2 0 0,-4 1 0 0,1 1-1 16,-5 1 1-1,1-1-1-15,-3 2-1 16,0-1 2-16,0 0-2 0,-3-2 0 0,-6 0-1 16,-5-2-2-16,-2 0 1 15,-1-3 7 1,-5-1-1-16,0 0-9 16,-3-1-8-16,0-1-12 0,1 0-17 0,4-1-52 31,-2-6-44-31</inkml:trace>
  <inkml:trace contextRef="#ctx0" brushRef="#br0" timeOffset="94521.81">15686 14311 254 0,'0'0'5'0,"0"0"-3"0,55 0 1 0,-30 3-3 0,0-1-17 16,-1-2-29-16,-1 0-52 16</inkml:trace>
  <inkml:trace contextRef="#ctx0" brushRef="#br0" timeOffset="95207.15">16062 14300 281 0,'0'0'44'0,"0"0"-34"15,0 0-10-15,0 0 3 0,0 0 6 16,0 0-4-1,28 44-3-15,-23-30-1 0,1 3 0 16,1-1 0 0,-3 1-2-16,-1-3 2 15,1 0-2-15,-1-2-2 0,-3-1-8 0,0-4-1 16,0 0-8 0,0-4 5-16,-8 0 9 0,2-3-8 15,-3 0 0-15,3 0 10 0,-1 0-4 31,4-3 11-31,1-1-3 0,2 0-11 16,0-1 7-16,2 0 10 16,5 2 4-16,2 0 1 15,2 2-1-15,1 1 1 16,1 0 7-16,3 0-8 0,0 0-1 16,2 0-4-16,1 0-2 0,0 1-1 0,-2-1-3 31,3 0 2-31,-2 0 0 15,-2 0-1-15,2 0 1 16,-3 0 0-16,-3-4-1 16,-2 0 2-16,-3-1-3 15,-2-3 2-15,-3-1-2 0,-1 1-5 16,-1-2-2-16,0 1 2 16,0 1-4-16,-2 2 8 15,0-1 5-15,-2 3 1 16,0 2 4-16,1 0-4 15,1 2 3-15,0 0-5 0,0 2-3 16,-2 5 2-16,2 4 0 16,0 1 6-16,-1 5-1 15,3 0 0-15,0-1-3 16,0 5-3-16,0-2 2 0,0 0 0 16,0-3-4-16,3 0 2 15,0-2-7-15,2-3-23 16,-1-5-2-16,1-2-45 15,3-4-83-15</inkml:trace>
  <inkml:trace contextRef="#ctx0" brushRef="#br0" timeOffset="95767.67">16441 14313 222 0,'0'0'9'0,"0"0"10"0,0 0 2 16,0 0-10-16,0 0 4 16,0 0-13-16,0 0 1 0,0 0 2 15,38-13 1 1,-22 11 2-16,-1 1-2 15,2 1-3-15,0 0-2 0,5 0 0 16,-4 0 1-16,-1 0 2 16,2 0-1-16,-2 0 4 15,-2 0-2-15,-1-1 3 16,-2 1-3-16,-3-1-2 0,-4 1-1 16,-1-1 1-16,-2 1-2 0,0 0 0 15,-2 0 1 1,0 0-5-16,0 0 3 15,0 0 4-15,-2 0-3 16,-2 3 0-16,0 2 1 16,-1 2-2-16,-1 2 0 0,1 0 1 0,-4 1-2 15,4 3 0-15,-4-2 2 16,3 1-2 0,-3 1 2-16,4-2-1 15,-3 0 0-15,5 2 0 16,-3-2-2-16,1 0 2 15,2-2-1-15,3 3 0 0,-2-4 1 0,2-1-1 16,0 0 2 0,0-1-2-16,0-2-1 15,0 0-23-15,2-2-17 16,0-2-102-16</inkml:trace>
  <inkml:trace contextRef="#ctx0" brushRef="#br0" timeOffset="96276.98">16930 14531 165 0,'0'0'67'0,"0"0"-46"0,0 0 0 16,0 0-5-16,0 0-3 15,39 0 0 1,-29 0 1-16,0 2-2 0,-3 4-2 0,1-1-3 15,-2 4-3 1,0 2-4-16,-4 2-2 16,0 1 0-16,-2 3 2 15,0 0-9-15,-4-1-16 16,-8 4 2-16,-1-6-7 16,-6-1-59-16,0-5-70 0</inkml:trace>
  <inkml:trace contextRef="#ctx0" brushRef="#br0" timeOffset="97301.1">17199 14292 219 0,'0'0'24'0,"0"0"-3"0,0 0 0 0,0 0-2 15,0 0 2-15,0 0-2 16,0 0-2-16,47-3 0 16,-25 1-6-16,3 1-4 0,4 1-6 15,1-3-1-15,1 3 1 16,2 0-2-16,-2 0-19 16,1 0-12-16,-2-1-12 0,0-1-59 15,-6 1-46-15</inkml:trace>
  <inkml:trace contextRef="#ctx0" brushRef="#br0" timeOffset="97720.03">17696 14225 130 0,'0'0'63'0,"0"0"-25"0,0 0 10 15,0 0-29-15,0 0-13 16,0 0-5-1,0 0-2-15,0 0 12 0,-44 23-6 16,32-7-3-16,5 3-2 16,0 0 1-16,6-1 0 15,1-1-3-15,0 0-1 16,7-3 1-16,3-1 3 0,5-5 0 16,1 0-1-16,4-3-1 0,-5-3 0 31,4-2 5-31,2 0-3 0,-4 0 1 15,0-6 4-15,-2-2 0 0,2-4-1 16,-8-1 2 0,0-4-1-16,-4 0-1 15,-2 0-1-15,-3-4-2 16,0 1-2-16,-5 3-2 0,-6 2-5 0,-6 3 3 16,-1 4-9-1,-5 5-3-15,-2 3 11 16,-1 0-10-16,2 0 1 15,-1 8-11-15,3 2-33 16,8-3-52-16</inkml:trace>
  <inkml:trace contextRef="#ctx0" brushRef="#br0" timeOffset="98175.86">18004 14313 292 0,'0'0'-2'0,"0"0"6"0,0 0 12 16,0 0-4-16,0 0-4 0,0 0 0 16,0 0-2-16,0 0-6 15,0 0 2-15,-15-20 0 16,12 20 0-16,2 0-10 15,-1 0-11-15,2 0-11 0,0 2-35 0,0 0 5 16,0-2 32 0,0 0 27-16,0 0 40 0,0 0 21 15,0 0-21 1,0-3-8-16,0-1-2 16,1 3-1-16,0-2-1 15,0 3-1-15,-1-3-3 0,0 3-4 0,0 0-10 16,0 0-2-1,0 0-5-15,0 0-2 0,0 0-5 0,0 0 5 32,0 0-3-32,0 0 3 0,0 0-1 15,0 0 4-15,0 0 2 0,-2 0-5 16,-1 3-11 0,1 1-26-16,-3-2-28 15,2-2-21-15,0 0-145 0</inkml:trace>
  <inkml:trace contextRef="#ctx0" brushRef="#br0" timeOffset="99148.15">18288 14198 174 0,'0'0'17'0,"0"0"28"0,0 0-11 16,0 0-16-16,0 0-7 15,0 0-3-15,46-18 0 0,-31 15-1 16,4-2 4-16,-2 2 1 0,6 2-3 16,-2-2-3-16,0 3-3 0,-2 0-3 15,-2 0 1-15,-5 0-2 31,-3 5-9-31,-7 2-6 16,-2 0 2-16,0 0-2 0,-9 0 6 16,-6 4 3-16,-1-1-8 15,-3 0 8-15,-2 0 6 16,0-3-5-16,5 0 1 16,3-1 4-16,3 0 4 0,6-3-2 15,4-2-4-15,0-1-3 16,14 0 21-16,1 0-4 15,4 0-1-15,5 0-1 16,1 0 2-16,1 0-5 0,-1 0 2 16,0 0-2-16,-1 0 1 15,-1 1-4-15,-4 6 0 16,-2 2-1-16,-5-2-2 16,-3 3 0-16,-4 0-1 15,-3-3 0-15,-2 3-3 0,0-4 1 16,-6 1 2-16,-5-2 1 15,-2-2-1-15,-4 0 1 16,-4 0 5-16,1-3-6 0,-1 0-6 16,3 0 1-16,2 0-7 15,3 0-19-15,1 0-52 16,6-1-93-16</inkml:trace>
  <inkml:trace contextRef="#ctx0" brushRef="#br0" timeOffset="99696.96">18769 14165 268 0,'0'0'10'0,"0"0"-3"0,0 0-4 0,0 0-10 31,0 0 10-31,0 0 2 0,0 0-2 0,-6 49-1 16,3-34 3-1,3 1 2-15,0 2-4 0,1-4 3 0,7-1-6 31,0 0 0-31,1-2 3 16,2-3-3-16,3-3 0 16,-1-1 2-16,3-4 0 0,0 0-2 0,0 0 0 15,0 0-2 1,1-7-8-16,-3-3 4 0,1-1 4 0,-3-2-2 31,-2 2 3-31,-4-3-1 0,-2 1 2 0,-1 4-1 16,-1 0 2-16,-2 4 7 0,0 2 5 31,0 3-6-31,0 0-5 16,-4 0-2-16,0 10 0 15,-1-1 2-15,-2 5 1 16,4 0-1-16,2 2-2 0,1-3 1 16,0 1-2-16,0-1 0 15,4-2-9-15,5-4-23 16,-2-3-53-16,3-4-114 15</inkml:trace>
  <inkml:trace contextRef="#ctx0" brushRef="#br0" timeOffset="100188.5">19119 14165 180 0,'0'0'84'0,"0"0"-84"0,0 0 4 15,0 0 4-15,0 0 9 16,0 0-9-16,0 0-5 0,0 0-1 16,46 0-1-1,-27-1 4-15,1-1 0 16,-2 1-2-16,2 0-1 0,0 1 0 15,-2 0 1 1,0 0-3-16,-1 0 0 0,-5 0 3 16,-2 0-3-16,0 0 0 0,-1 0 0 15,-6 0 0-15,1 0 1 16,-2 0-1-16,0 0 0 0,-2 0 1 31,2 0 0-31,-2 0-1 0,0 1-1 0,0 3 3 16,0 2 1-1,-3 3-1-15,-1 2-1 16,1 2 0-16,0 2 3 0,-2-1 1 0,1 1 1 16,1 3 1-16,1-1-3 15,-1 0-2-15,0 1-1 16,-1-3 0 0,1 0-1-16,-2 0-7 15,-1-3-22-15,5-5-25 16,-1-3-121-16</inkml:trace>
  <inkml:trace contextRef="#ctx0" brushRef="#br0" timeOffset="100352.59">19518 14389 322 0,'0'0'10'0,"0"0"-8"0,8 39 8 0,-8-22-10 0,0 4-2 15,-8-1-2-15,-7-1-11 16,-2-4-28-16,-4-4-77 16</inkml:trace>
  <inkml:trace contextRef="#ctx0" brushRef="#br0" timeOffset="100993.57">19868 14172 185 0,'0'0'23'0,"0"0"-6"0,0 0 12 15,45-1-5-15,-24 1-9 16,2-1 0 0,2 0 0-16,1 1 2 15,0 0 0-15,-1 0 4 0,-3 0-12 16,-1 0-5-16,-5 0-3 15,-2 0-1-15,-6 0-14 16,-2 0-13-16,-3 0-7 16,-3 0-9-16,0 0-78 0</inkml:trace>
  <inkml:trace contextRef="#ctx0" brushRef="#br0" timeOffset="101406.42">20375 14046 142 0,'0'0'46'0,"0"0"-47"0,0 0 14 16,2 38 1-16,-2-22 1 0,0 2-5 0,0 2-2 15,0 0 0-15,0 1-1 16,0-2-5 0,0 1 0-16,0-4-1 15,0-2-1-15,0 1 1 0,0-5-16 0,0-4-61 32,0-5-68-32</inkml:trace>
  <inkml:trace contextRef="#ctx0" brushRef="#br0" timeOffset="101592.4">20634 14168 350 0,'0'0'10'0,"0"0"-4"0,0 0 0 16,0 0-6-16,0 0-23 15,0 0-21-15,0 0-32 16</inkml:trace>
  <inkml:trace contextRef="#ctx0" brushRef="#br0" timeOffset="102176.42">20920 14077 4 0,'0'0'20'15,"0"0"18"1,0 0-11-16,0 0-2 16,0 0 2-16,0 0 3 15,0 0 0-15,0 0-8 0,-13-33 0 0,24 29-14 16,1 3 4 0,1-1 5-16,3 1-4 0,-2 1-3 15,1 0-3 1,-2 0 0-16,0 4-2 15,-2 3-2-15,-2 1 0 16,-2 1-2-16,-3 4 0 0,-1 0-2 0,-3 0 0 16,-4-1-10-1,-6 1 4-15,-3-1 3 16,-5-4-5-16,1 2-5 16,-2-4 4-16,1-1 5 15,3-3 1-15,6 1-3 0,-1-2 10 16,6-1 1-16,4 0 0 15,0 0 4-15,0 0 3 16,5 0 4-16,7 0-7 16,1 0 1-16,6 0 0 0,1 0-3 15,3 0-1-15,3 0 0 16,2 0-2-16,-2 0-2 16,-2 0-3-16,1 0-27 15,-6 0-64-15,-4-5-133 0</inkml:trace>
  <inkml:trace contextRef="#ctx0" brushRef="#br0" timeOffset="102672.01">21267 14039 10 0,'0'0'248'0,"0"0"-242"0,0 0 5 0,0 0-6 16,0 0 5-16,0 0-3 0,0 0-6 16,0 0 8-16,0 0 0 15,5 37-1-15,-1-26-1 16,4 0-3 0,-3 1-1-16,6-4-1 15,0 1-1-15,-2-2 3 16,3-3 0-16,1-1-2 0,1-1 2 0,-1-2-3 15,3 0 0-15,-3 0 1 16,1-3-4-16,0-5 0 16,0 0-1-1,0-2 0-15,-1-1 0 0,0 1-2 0,-3 0 2 32,0 0 0-32,-4 1 1 0,-2 4 1 15,0 1 2-15,-4 2 1 16,0 2 0-16,0 0-2 0,0 0 0 0,0 4 0 31,-2 5-1-31,-2 2 2 16,2 2 0-16,-1 0 1 0,2 2-2 15,1-1 1-15,0-1 2 16,0 0-2-16,2-1 0 0,4-2-2 0,0-2-8 31,1-5-36-31,2-3-125 16</inkml:trace>
  <inkml:trace contextRef="#ctx0" brushRef="#br0" timeOffset="103321.21">21830 14021 249 0,'0'0'-5'0,"0"0"9"0,0 0 0 16,0 0-2-16,0 0 0 15,-44 0 1-15,34 0 0 0,1 0 0 16,1 0 1 0,4 0 3-16,0 0-2 0,2 0 2 15,2-1 3 1,0-1-1-16,0 0-6 0,2 1-2 15,4-1 0-15,4-2 3 0,3 3-2 16,1 0-2-16,1 1 1 16,2 0-1-16,2 0-2 15,0 0 2-15,0 1 1 16,1 4 1-16,-4 2 0 16,0 2-1-16,-3 1-1 15,-2-1 1-15,-6 4 0 16,-2 0-1-16,-2 2-1 15,-1-1 1-15,-2 1-1 0,-5-1 2 0,-4-2-3 16,-1-3 2 0,0-1-1-16,1-1-1 15,-1-4 2-15,-1-3 1 0,-1 0 2 16,3 0-2 0,1 0 1-16,2 0-2 15,0 0 4-15,5-1-4 0,1-1 1 16,2-2 1-16,0 1-2 15,0 0 2-15,0 0-1 16,5 1 0-16,0 0 6 16,4 2-2-16,3 0-2 0,-1 0 4 15,0 0-3-15,2 3-4 16,4 1 0-16,-4 2 0 16,0-2 0-16,1-1-2 15,-1 1-18-15,0-4-16 16,-3 0-25-16,-1 0-60 15</inkml:trace>
  <inkml:trace contextRef="#ctx0" brushRef="#br0" timeOffset="103997.99">21944 13868 142 0,'0'0'44'0,"0"0"-24"0,0 0 8 0,0 0-11 16,0 0-4 0,0 0-6-16,0 0 0 15,38-18 0-15,-29 16-1 16,3 1-3-16,3 0-2 0,1 0 1 0,1 1-1 15,3 0-2-15,-1 0 2 16,1 0-1 0,0 0 0-16,1 0 0 15,-3-1 1-15,3 1-2 16,-5 0 2-16,1 0-1 16,-1 0 0-16,-2 0 0 0,-3 0 0 0,-1 0 0 15,-4 0 0-15,-2 1 0 0,0 0 0 16,-2 0 0-1,-1 3 0 1,1 1-1-16,0 0 0 16,-1 3-1-16,0 0 1 15,1 3 2-15,0 2 1 0,0 1-2 16,1 3-2-16,2-1 4 16,-1 5-2-16,0-1 0 15,1 0 0-15,1 1 0 16,-1-1 2-16,2 0-2 0,-2-1 2 15,1-1 1-15,-1 0 0 16,0-2 2-16,0-2 3 16,0 1 2-16,-2 1-1 15,1-4-1-15,0 4-2 0,-3-1 0 16,-1 1-2 0,0-1-1-16,0 2-1 0,-1 0-2 15,-9 2 2-15,-2-2 0 16,-2-1-2-16,-3-1 2 15,-3 0-4-15,-3-3 2 16,-6 1 5-16,-7-2-6 16,-6-4-1-16,-6-4-46 0,-5-3-106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15:18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3151 3671 78 0,'0'0'7'0,"0"0"3"0,0 0-4 15,0-1-4-15,0 1-2 16,3 0 0-16,-3 0 0 16,1 0 0-16,0 0-1 0,-1 0-1 15,0 0 1-15,0 0 1 16,1 0 1-16,1 1 0 16,0 0-1-16,2 2 0 15,0 0 1-15,5-2-3 16,1-1-3-16,1 0 9 0,-1 0-3 15,4 0 0-15,-1 0-1 16,2 0 0-16,-2 0 0 16,1 0 0-16,1 0 0 15,0 0-1-15,1 0 1 16,0 0 0-16,1 0 0 16,1 0 1-16,-2 0-1 0,2 0 1 15,-1 0-1-15,0 0 0 16,-2 0 0-16,0 0 0 15,1 0 0-15,-2 0 0 16,1 2 1-16,1-2-1 16,-3 1 0-16,5 1 0 0,-2 1 0 15,4-1 1-15,0 1-1 16,-4 3 0-16,4-3 0 16,-5 0 0-16,3-1 0 15,-4 0 0-15,0-1 0 16,0 1 0-16,0-1 2 0,-1-1-2 15,1 1 0-15,0 0 0 16,1 1 0-16,1-2 0 16,4 0 1-16,-2 0-1 15,2 2 1-15,1-1-2 16,0 3 1-16,0-2 0 16,1 2 0-16,-4-3 1 0,4 1-1 15,-1-2 0-15,0 2 0 16,2-2 0-16,2 0 1 15,2 0-1-15,-1 0 1 16,1 0-1-16,-1 1 0 0,1-1 0 16,-2 0 0-16,2 0 0 15,0 0 0-15,0 0 0 16,0 0 1-16,4 0-1 16,-2-3 0-16,2 1 1 15,-1 1-1-15,1-2 0 0,2 2 0 16,-3 0 1-16,3 0-2 15,2-1 2-15,-1 2-1 16,1-2-1-16,3 1 2 16,1-1-1-16,-1 2 0 15,-2-2 0-15,5 0 0 0,-2 1 0 16,1-1 1-16,0-1 0 16,5 1 4-16,-1-1-3 15,4 1 0-15,-2 2-2 16,2-1 1-16,1 1-1 15,2 0 0-15,3 0 1 0,1 0-1 16,1 0 0-16,2 0 0 16,0-2 1-16,1 1-2 15,1-5 2-15,0 2-1 16,1 0 0-16,-1-2 0 16,1-1 1-16,-1 3-2 0,-1-3 2 15,3 1-1-15,0 0 0 16,1 2 0-16,-2 0 0 15,3 1 1-15,-2 0-1 16,1 2 0-16,-3-1 0 16,1 2 0-16,-3-1 0 15,-3 1 0-15,1 0 0 0,-2-2 0 16,2 1 0-16,-2 0 1 16,1-1-1-16,-1-2 0 15,2 1 0-15,-2 0 2 16,-1-1-2-16,3 0 0 15,-2 1 0-15,-3-1 1 0,0 4-1 16,-1-2-1-16,-1 2 2 16,0 0-1-16,3 0 0 15,-4 0-1-15,2 0 2 16,0 0-1-16,0 0 0 0,2 2 0 16,-4-2 0-16,4 0 0 15,-2 0 1-15,-1 0-1 16,2 0 1-16,1 0-1 15,-3 4 0-15,3-3 0 16,-1 3 1-16,2-1-1 16,1 2 0-16,-2-1 0 0,0 0 0 15,2 0 0-15,0-1 0 16,-4-1 0-16,-1-2 0 16,0 0 2-16,-5 0 8 15,-1-5 1-15,-3 1-3 16,-2-3-3-16,-4 4-3 0,1-3 0 15,1 1-2-15,-2 1 0 16,-3-1 0-16,-1 2 1 16,-1-1-1-16,-3 1 0 15,-1-1 0-15,1 1 0 16,-3-1 1-16,0-2-1 16,0 2 0-16,0-3 0 0,1 0 1 15,0 1-2-15,-1-2 1 16,-2 1 0-16,1-2 0 15,-7-1 0-15,1 0 1 16,-2-1-1-16,0-2 4 16,-1 0 5-16,3-4-2 0,1 0-5 15,-1-1-1-15,-3-1-1 16,1-2 0-16,-1 0 0 16,-6-1 0-16,1 0 0 15,-3 0 1-15,-3 1 0 0,3-2-1 16,-1 3 1-16,1-1-1 15,3-2-2-15,2 1-6 16,-2-2-12-16,1-2 4 16,-5 0 10-16,-4-2 6 15,0 3 1-15,0 0 11 0,-6 1 4 16,-2 2-5 0,-1 3-6-16,1 2-5 0,-2 3 0 15,3 1-2-15,-2 0-7 16,-1 2-6-16,2 1 3 15,-3 0 7-15,-3-3 3 0,1 3 3 16,-5 0 0-16,1 0 2 16,-2-1 6-16,-3 2-3 15,2 2-3-15,-1 0-2 16,-1 0 0-16,1 3-1 16,0-2 0-16,-1 2 0 15,-2 0-1-15,3-1 2 0,-3 1-1 16,0 3 0-16,-2-2-2 15,1 3 4-15,-1 0-4 16,-5 0 2-16,4 0 1 16,-2 0-1-16,0 0 1 15,0 0-3-15,2 0 3 0,-2 0-1 16,0 0 0-16,-1 0 0 16,-1 0 0-16,-3 0 0 15,1-3 0-15,-3 3-1 16,-2 0 1-16,0-2 3 15,0 2-2-15,-2 0-1 0,0 0 0 16,-1 0 0-16,-3 0 2 16,-1 0-2-16,0 0 1 15,0 2-1-15,-1 1-1 16,1 0 2-16,5-2-1 16,0 2 0-16,0-3-1 15,1 0 2-15,2 0-1 0,1 0 0 16,-2 0 0-16,-3-4 0 15,3 1-1-15,-2 0 2 16,-2-1-1-16,1 2 0 16,-1 1 0-16,-1 0 0 15,1 1 1-15,-5 0-2 0,2 0 2 16,1 0-1-16,-1 0 0 16,1 0-1-16,-1 0 3 15,0-1-2-15,-2 1-1 0,0-2 2 16,-2 0-1-16,-3-1 0 15,2-1 0-15,-3 1 0 16,0 1 0-16,-5 0 0 16,3 2 0-16,-2 0 0 15,-1 0 0-15,0 0 0 16,-2 0 0-16,1 0 0 16,-3 0 1-16,-1 3-2 0,-3 1 1 15,0 0 1-15,-2-1-2 16,0-1 1-16,-1 2 0 15,-1-1 0-15,4-1 0 16,-1 0 0-16,4 1 0 16,1 1 1-16,1-2-2 0,1 0 1 15,2 1 0-15,-2 0 0 16,3-2 0-16,1 1 0 16,0-2 0-16,3 0 0 15,-1 0 1-15,3 0-1 16,-1 0 0-16,1-2 1 0,-1-2 2 15,1 0-1-15,0 0 1 16,-3 1-2-16,2 0-1 16,-2 3 0-16,0 0 0 15,-1 0 2-15,0 0-2 16,-1 0 0-16,0 0 0 16,0 0 0-16,-2 0 0 0,0 0 0 15,-1 0 0-15,2 0 0 16,0 0 0-16,0 0 0 15,-1-3 0-15,0 2 0 16,0-2 0-16,2-1 0 0,-1 2 1 16,1-1-2-16,3-1 1 15,-3 4 1-15,0-1-1 16,0-1 0-16,0 2 0 16,1 0 0-16,-1 0 1 15,2 0-2-15,2 0 1 0,2 0 0 16,2 0 1-16,2 0-2 15,-1 0 1-15,6 0 0 16,1 0 0-16,4 3 1 16,0 1-1-16,3 1 0 15,2 0 0-15,-1 1 0 16,3 1 0-16,4 2 0 0,-1-1 0 16,4 2 0-16,2 0-1 15,4 1 1-15,0 2 0 16,5-1-1-16,-1 2 1 15,4 0 0-15,1 2-2 16,1-1 1-16,0 4 1 0,2-2-3 16,0 2 3-16,2 1-1 15,2 0 2-15,-3-1-2 16,3 1 1-16,0 1-2 16,0-1 4-16,0 0-2 15,0 3 0-15,1-2 0 0,3 0-2 16,2 1 3-16,0-1-1 15,-2-1 1-15,1-1-1 16,1 0 0-16,-2 2 1 16,-2 0-1-16,1 1 0 15,0-1 0-15,-1 1 0 0,0 0 0 16,2 1 1-16,-1 0-1 16,1-1 0-16,2 1 0 15,1 0 0-15,2-2 2 16,2 2-2-16,0-5-3 0,3 1 1 15,3-5 2-15,2 0 0 16,5-2 2-16,1-1-1 16,7-4 1-16,7-1-1 15,11-2 1-15,7-3-1 16,9-1 0-16,5 0-26 16,2-11-79-16</inkml:trace>
  <inkml:trace contextRef="#ctx0" brushRef="#br0" timeOffset="1174.26">2165 3793 33 0,'0'0'7'0,"0"-3"-6"0,0 0 4 0,0 0 6 15,0 3 3-15,0-2-3 16,0 0 2-16,0 2 2 16,-1-1-5-16,1 1-3 15,-1 0 0-15,1 0-7 16,0 0-4-16,0 3 4 15,0 6 0-15,0 0 0 0,0 4 0 16,0-3 0-16,6 1 0 16,-2-4 2-16,1-2-1 15,3-2-1-15,3-3 1 16,7-4 4-16,5-14 22 16,10-7-1-16,11-11-12 0,15-7-8 15,10-6-3-15,11-6-2 16,8-4-1-16,-1-6-40 15,-3-5-125-15</inkml:trace>
  <inkml:trace contextRef="#ctx0" brushRef="#br0" timeOffset="2207.13">2012 3839 7 0,'0'0'2'0,"0"0"1"0,0 0 7 0,0 0 1 0,0 0 5 16,0 0-5-16,0 0 0 16,0 0 1-16,7-36-7 15,-5 36-3-15,-2 0-2 16,2 0 0-16,1 0 0 16,1 3-1-16,0 2 1 0,2 1 1 15,2 0-1-15,-1-2 0 16,1 3 1-16,1-3-1 15,1-1 0-15,0 0 1 16,1-3 1-16,1 0-1 16,3 0 3-16,1-5-2 0,3-7 1 15,6-1 3-15,0-5-2 16,4-2 2-16,2-4-1 16,5-3-1-16,2-3 2 15,5-1-2-15,4-3-2 16,6-3 2-16,3-3-3 15,1 0 0-15,3-2-1 0,0-1 1 16,-1 6-2-16,-4 0-22 16,-6 6-51-16</inkml:trace>
  <inkml:trace contextRef="#ctx0" brushRef="#br0" timeOffset="7541.33">11951 2731 61 0,'0'0'2'0,"0"0"4"0,0 0-5 16,-36-19 0-16,25 16 1 16,-2-1 1-16,2 0 3 0,2 1-1 15,-1 0-3-15,1 2 1 16,1-2 0-16,-4 1-2 15,1 2-1-15,-2 0 0 16,-2 0 1-16,1 0-2 16,-2 5 2-16,1-1-2 0,-3-1 1 15,0 3 0-15,2-1 1 16,-4 2 1-16,3 1-2 16,-2 0 0-16,2 2 0 15,-3-2 0-15,4 2 1 16,0 2 0-16,0 0 0 15,1 1-1-15,-1 0 0 0,3 2 1 16,-4 1-1-16,3 3 0 16,-1 1 0-16,1 2 0 15,-1 0 0-15,3 2 0 16,-1 0 0-16,3 0 0 16,1 0-1-16,1-1 1 0,3 1 0 15,0-1-1-15,3-2 2 16,0 0-1-16,1-1 1 15,1 2-1-15,0-3 1 16,0 3 1-16,0-2-2 16,3 0 0-16,4 0 0 0,-2-2-2 15,5 2 1-15,-1-2 1 16,3-2 0-16,1 1 1 16,1-3-2-16,3 3 4 15,1-3-5-15,2-1 5 0,1 0-2 16,3-2-1-1,-3-1 2-15,2 0 1 0,0-1-2 16,-2-1 0-16,5-1 1 16,-4-1 0-16,1 1 0 15,4-4-1-15,0 1 1 16,0-4-1-16,4 0 0 0,0 0 0 16,1 0 0-16,1-1 0 15,0-6 0-15,-1-2 1 16,1-1-1-16,0-1 0 15,-3 2 0-15,0-3-1 16,0-1 1-16,-5-1-1 0,0-1 1 16,-2-1-1-16,-2 0 1 15,-1-3 0-15,-3-1-1 16,-3-1 3-16,-1-3 2 16,-2-1 2-16,-2-3 0 15,-1-3-3-15,-3-3-2 0,-2-3 1 16,-1-1-2-16,-2-4 4 15,0-1-2-15,-8-1 3 16,-2 1 1-16,-3 0 2 16,-4-1-1-16,-2 2 1 15,-5 0-2-15,0 4-5 0,-1 3 2 16,-4 5-3-16,-1 6-1 16,0 5 0-16,0 9-1 15,-1 7-1-15,-2 3-29 16,1 0-38-16,1 8-53 15</inkml:trace>
  <inkml:trace contextRef="#ctx0" brushRef="#br0" timeOffset="8573">13104 2725 74 0,'-7'0'0'0,"-1"0"2"0,3 0-1 0,-4 0-1 0,2-3 0 15,0 0 1-15,1 0-1 16,-1-1 4-16,1-2 3 16,-3 1 4-16,2 2-5 0,-4-1-2 15,-1 2-3-15,-3 1-1 16,-5 1 0-16,0 0 1 16,-3 0-1-16,-1 1 0 15,1 5 0-15,-3-3 1 16,2 4-1-16,-2 1 1 0,2 1 0 15,-1 0 1-15,0 3-2 16,-1 2 0-16,-1 2 2 16,1 1-2-16,-1 2 1 15,0 0-2-15,-1 3 2 16,2 1-1-16,2 2-1 0,1 2 1 16,-1 1-2-16,3 2 1 15,6 2 1-15,-1 1-1 16,7-1 2-16,-1-1 0 15,7 1-1-15,1-3 0 16,2-2 2-16,0-1-2 16,0-5 0-16,0 0 0 0,7-2-2 15,3-2 0-15,1 0 1 16,3-1 1-16,3 0 2 16,4 2 1-16,3-3-1 15,4 2 0-15,3-1 0 16,2-2 1-16,1-3-2 15,3-1 2-15,4-4-1 0,-1-2 0 16,1-4-1-16,4 0 1 16,1 0 1-16,-1-7 0 15,2-2-3-15,0-3 2 16,-1-1 0-16,0-1 0 16,-2-6-1-16,-2 2 1 0,-5-5-1 15,0 1 1-15,-6-3-1 16,-2 0 0-16,-2-2 0 15,-4-2 4-15,-3-2 7 16,-2-2 0-16,-5 2 1 0,-7-3-3 16,-3 0 2-16,-3 0-1 15,0 2-3-15,-4 3-1 16,-7 0-1-16,-5 4 2 16,0 3-5-16,-5 1-2 15,2 3 0-15,-7 2 0 0,2 6 1 16,0 3-2-16,-1 4 0 15,0 3-3-15,0 3-23 16,4 8-35-16,1 1-15 16</inkml:trace>
  <inkml:trace contextRef="#ctx0" brushRef="#br0" timeOffset="9255.04">13860 2989 79 0,'0'0'5'0,"0"0"-4"0,0 0-1 16,4 0 0-16,-2 0 0 15,0 0 0-15,-2 0-1 16,3 3-1-16,-3 0-1 0,0 0 1 16,0 1 1-16,0 3 2 15,0 0 1-15,0 2-2 16,0-2 2-16,0 0-2 16,1-1 0-16,3-1 0 15,0-2 2-15,1 0 1 16,3-3 2-16,2 0 4 0,3 0 2 15,7-3 2-15,0-6 3 16,7-5 2-16,8-3 1 16,6-1-3-16,3-6-1 15,8-2-2-15,10-1-5 16,12-2-5-16,9-3 0 0,8-5-2 16,10-8-66-16</inkml:trace>
  <inkml:trace contextRef="#ctx0" brushRef="#br0" timeOffset="12567.29">4511 5064 57 0,'0'0'4'0,"0"0"-5"0,0 0 1 16,0 0 2-16,0 0-1 16,0 0 2-16,0 0 2 15,0 0 1-15,0 0 3 0,0 0-3 16,51 0-1-16,-33 0-3 15,0-1 0-15,8-5-1 16,1 2-1-16,2-3 1 16,7-2 0-16,-2-1 2 0,4 0 0 15,0-1-1-15,0 0 0 16,-1-2-1-16,-3 4 0 16,2-1-1-16,-4 1 1 15,-3 2 1-15,-7 2-2 16,-2 2 0-16,-7 3 0 0,-9 0-6 15,-4 0-10-15,0 3-23 16,-13 3-19-16</inkml:trace>
  <inkml:trace contextRef="#ctx0" brushRef="#br0" timeOffset="12996.92">4568 5141 82 0,'0'0'2'0,"0"0"-1"0,0 0 1 0,0 0-2 15,0 0 1-15,0 0-4 16,0 0 0-16,0 0-2 16,0 0 7-16,0 0 5 15,29-2 1-15,-8-2-2 16,1 1 0-16,3-1-3 0,1-3 0 16,3 0 1-16,1 1 0 15,3 0-1-15,1-1 1 16,-6-1 1-16,2 2 0 15,-2-1-3-15,-2-1-1 16,0 1 1-16,-3 0 0 16,-2 1-1-16,0 0 1 0,-3 2-1 15,-2 0-3-15,-3 3-14 16,-4 1-5-16,-5 0-24 16</inkml:trace>
  <inkml:trace contextRef="#ctx0" brushRef="#br0" timeOffset="15165.09">8833 3988 6 0,'0'-2'16'0,"0"2"-5"0,0-1-5 0,0 1 2 16,0-1 9-16,0-1-7 0,0 2-6 16,0 0-3-16,0-1 3 15,0 0-3-15,2 0-1 16,1 0 0-16,3-2 2 16,-2 1 3-16,4 0 1 15,0-1-3-15,3 1-2 0,1 0 0 16,1 0 0-16,1 2-1 15,-1-1 1-15,0 1-1 16,1 0 0-16,-6 0 0 16,1 0 0-16,1 0-1 15,-4 0 1-15,1 2-1 0,0 1 1 16,0 3 0-16,-1 0 0 16,-1-2-1-16,-1 1-1 15,0 1 2-15,-3-1-2 16,1 0 4-16,-2 1-2 15,0 1 0-15,0 0 1 0,0 2 0 16,0 1-1-16,-2 0 1 16,-1 1-1-16,-4 0 1 15,1-1 0-15,2 2-2 16,-4-1 4-16,4 0-2 16,-2 2 1-16,3-2-1 0,-1 2 0 15,2 1 0-15,0 1-1 16,-2-1 1-16,3 0-1 15,-2 3 0-15,3-1 1 16,0-1-2-16,0 1 2 16,0-1-1-16,0 0 0 15,0-1 1-15,5 0 0 0,2-3 0 16,1-1 1-16,1-1-1 16,3-2 0-16,-3-4 1 15,0 1 0-15,0-1 0 16,0-3 0-16,-3 0 1 0,-3 0-1 15,1 0 0-15,-2 0-1 16,-2 0 0-16,0 0 0 16,0 0 2-16,0 0 0 15,-6 1-6-15,-1 2 3 16,-4 3-4-16,0 1 3 0,1 0 0 16,2 2 1-16,-1 2 0 15,4 1-1-15,-1 3-1 16,3 2 1-16,1 0-1 15,0 3 2-15,2-1-1 16,0 0 0-16,0 1 0 0,0-3-1 16,4 0 2-16,0-1 0 15,1 0 1-15,0-1 0 16,2 1-1-16,-3 0 1 16,-1 2-1-16,3 0 0 15,-4 1 0-15,0 2 0 16,0 2 0-16,-2 1 1 0,0 3 0 15,0-1-1-15,0 1 0 16,0-2 2-16,0 1-2 16,0-5 0-16,-2-2 1 15,-4-1 2-15,1-2 1 16,-3-1 2-16,0 2-3 0,-3-2 0 16,-1 0 0-16,-5 2 1 15,-5 3 0-15,-3 1 0 16,-8 1-11-16,-6-3-40 15</inkml:trace>
  <inkml:trace contextRef="#ctx0" brushRef="#br0" timeOffset="17109.38">4947 3449 69 0,'0'0'5'0,"-2"0"0"0,1 0 4 0,1-1-5 15,0-1-1-15,0 2-3 16,0-1 1-16,0 1 0 16,0 0-1-16,0 0-3 15,3 0 6-15,5 0-1 0,1 0-22 16</inkml:trace>
  <inkml:trace contextRef="#ctx0" brushRef="#br0" timeOffset="17513.87">6164 3327 16 0,'0'0'13'0,"0"0"8"16,0 0-15-16,0 0-4 0,0 0-45 15</inkml:trace>
  <inkml:trace contextRef="#ctx0" brushRef="#br0" timeOffset="17869.52">7608 3267 2 0</inkml:trace>
  <inkml:trace contextRef="#ctx0" brushRef="#br0" timeOffset="18514.86">8781 3252 64 0,'0'0'10'0,"0"0"1"0,0 0-6 16,0 0-1-16,0 0-2 0,0 0-1 15,0 0 1-15,0 0-1 16,0 0-1-16,0 0 0 15,0 0 0-15,0 0 1 16,0 0-1-16,0 0-1 16,0 0 3-16,0 0 0 0,2 0 0 15,1 1-1-15,2 1-1 16,-3-1-6-16,1-1-12 16,1 2-9-16,-4-1-19 15</inkml:trace>
  <inkml:trace contextRef="#ctx0" brushRef="#br0" timeOffset="20076.98">5157 3563 56 0,'-5'0'10'0,"2"0"6"0,1 0-9 0,-2 0-5 0,4 0-1 15,-2 0-1-15,-1 0 0 16,3 0 2-16,0 0-1 15,0 0 1-15,0 0 0 0,0 0-6 16,9 0 6-16,1 0-33 16</inkml:trace>
  <inkml:trace contextRef="#ctx0" brushRef="#br0" timeOffset="20440.91">6316 3449 103 0,'0'0'1'0,"0"0"-4"0,0 0-16 16,0 0-22-16</inkml:trace>
  <inkml:trace contextRef="#ctx0" brushRef="#br0" timeOffset="22519.64">8746 3962 17 0,'-4'-1'23'0,"3"-3"4"0,0 0-8 0,0 0-6 0,1 1-3 15,0-1 0-15,-2 1-3 16,2 2-3-16,0-2 0 16,0 3-1-16,0-3-3 15,0 2 1-15,5-1-1 0,3-2 1 16,2 4-1-16,-1-3 1 16,2 3-1-16,2 0 1 15,-2 0-1-15,2 0 0 16,1 0 0-16,1 0-1 15,1 0 1-15,-2 0 1 0,2 3-1 16,-3 3 0-16,1-2 0 16,-4 3-1-16,-1-1 0 15,-1 1 0-15,-2 1-1 16,-2 2 1-16,-2 2 0 0,-1-1 0 16,0 0 1-16,-1 1-3 15,0 3 1-15,0-4 1 16,0 0-1-16,0 0-1 15,-2-1 2-15,-2 0 0 16,-2 2 2-16,3 0-1 16,-2 1 1-16,-1 0-1 0,3 2 1 15,-1-3-1-15,2 6 0 16,-1-1 0-16,2 0 1 16,0-2-1-16,1-1 0 15,0-2 1-15,0 0 0 16,1-4-1-16,5 0 2 0,-2-3-3 15,3-3-1-15,0-1 6 16,0-1 7-16,0 0-2 16,1 0-5-16,0 0 0 15,0 0 0-15,-2 0-2 16,1-1 1-16,-3-1 1 0,1 1-3 16,0-1-1-16,-3 1 0 15,-2 1-5-15,0 0-4 16,0 0-7-16,0 0 4 15,0 5 9-15,0 0 4 16,-9 5-1-16,4-2 0 0,-3 5-1 16,1-3 1-16,-2 5-1 15,2 0 1-15,-1 2 0 16,3-1 0-16,-1 2-1 16,3-1 1-16,-2 3-1 15,3-2 1-15,0-1 0 16,2 3 0-16,0 0 0 0,0 0 0 15,0 1 0-15,0-1 1 16,0 2-2-16,0-3 2 16,2 1-2-16,-2-1 1 15,2-1 1-15,-2 2-1 0,2-3-1 16,-2 2 2-16,0-1-1 16,0-1 0-16,0 3 0 15,3-3 1-15,-3 3-1 16,0-2 0-16,0 2-1 15,0 0 2-15,-5-1-1 0,1 1 1 16,0-2-1-16,1 0 1 16,1-2-1-16,0-2 1 15,2 0-1-15,-2-1 0 16,2-4 0-16,-1 1-1 16,1-2 1-16,0 1 0 0,0-1 0 15,0 2 1-15,0-4-1 16,0 2 0-16,-1-1 0 15,-1-1 0-15,1-1 0 16,-1-1 0-16,0 0 1 16,-4 0 0-16,0 1 1 0,-2-1 2 15,-1-1 0-15,-5 1 2 16,1 0-3-16,-5 0 0 16,1-1 0-16,0-3-11 15,-1 0-40-15</inkml:trace>
  <inkml:trace contextRef="#ctx0" brushRef="#br0" timeOffset="25414.66">7083 4375 24 0,'-6'3'35'0,"1"-2"-34"0,1 0-2 0,-1 0 1 0,3 2 0 15,1-2 0-15,-1 1-2 16,2-1-11-16,0-1-4 15</inkml:trace>
  <inkml:trace contextRef="#ctx0" brushRef="#br0" timeOffset="25970.2">7698 4245 89 0,'0'0'1'0,"0"0"-3"0,0 0-12 0,0 0-7 15,0 0-8-15</inkml:trace>
  <inkml:trace contextRef="#ctx0" brushRef="#br0" timeOffset="26760.15">6916 5199 26 0,'0'0'14'0,"0"0"-13"0,0 0 0 15,0 0 1-15,0 0 3 16,0 0 15-16,0 0 0 0,0 0-3 16,0 0-7-1,0 0-6-15,0 0-7 0,0 0-2 16,0 0-6-16,0 4-6 16,0-2-11-16,2-2-28 15</inkml:trace>
  <inkml:trace contextRef="#ctx0" brushRef="#br0" timeOffset="27813.38">8502 4793 33 0,'0'0'1'0,"0"-1"-2"0,0 1-11 0</inkml:trace>
  <inkml:trace contextRef="#ctx0" brushRef="#br0" timeOffset="29443.52">8502 4793 10 0,'0'0'27'0,"0"0"-5"16,0 0-4-16,-7-9-7 15,7 9-5-15,0-2-3 16,0 1-1-16,0 0-2 0,0 1 0 15,0-1 0-15,-1-1 3 16,-1-2 5-16,1 1 1 16,-3-1-4-16,-3-2 3 15,2-1-2-15,-3 3 0 16,3-2-5-16,-3 1 0 0,2-1-1 16,0 5 1-16,1-3 0 15,3 2-1-15,-2 0 1 16,-1-1-2-16,1-1 2 15,-1 0-1-15,-2-2 3 16,1 2 7-16,-2 0 0 0,1-1-7 16,-3 1-2-16,0 2-1 15,1 0-1-15,-1 2 2 16,-1 0-2-16,0 0 0 16,0-1 3-16,2 1-4 15,-2 0 3-15,1 0-2 16,0 0-2-16,1 0 3 0,-3 0 3 15,0 0-2-15,3 1-1 16,-1 1 0-16,1 0 0 16,3 1 0-16,-2 1 1 15,2-1-2-15,-3 1 0 0,3 1 1 16,-1-1 0-16,-4 0 1 16,6 2-1-16,-3-2-1 15,1 0 0-15,-2 1 0 16,4-1 0-16,-3 0 2 15,3 2-1-15,-2-2 0 0,2 3-1 16,1-1 1-16,-2 1 0 16,3 0-1-16,-3 2 1 15,-2-1 0-15,2 1-2 16,-1 1 1-16,-1 1 1 16,0 1 0-16,-2 1 1 0,3-2 1 15,0 1-2-15,0 0 0 16,0-1 1-16,1-1-1 15,1 0 0-15,1-2-1 16,2 2 1-16,-2-1-2 16,1-1 2-16,1 2-1 15,1-3 1-15,1 2-1 0,0-2 1 16,0 0-1-16,0 0 2 16,0 2-1-16,0-1 0 15,0 2 0-15,0-1 0 16,0 1 1-16,0-2 0 15,0 1-1-15,0-2 2 0,0 0-2 16,0 0-2-16,0-1 2 16,0 1 0-16,1 0 0 15,4 2 2-15,-3-1-2 16,2 2 0-16,-2-2 0 16,1 1 0-16,1-2 1 0,0 0-2 15,-2 2 1-15,0-4 1 16,3 1-1-16,-2 1 0 15,1 0 0-15,-3-1 0 16,3 1 0-16,0-3 1 0,-2 1-1 16,0 0-1-1,0-2 1-15,3 3 0 0,-1-2 0 16,0 3 0-16,2 0 1 16,0 0-1-16,-1 0 0 15,1-1 1-15,-2 0-1 0,2-2 0 16,-2 0 0-16,0-1 1 15,1 0 2-15,1-1 3 16,-1 0-2-16,4 2-1 16,0 0-2-16,-2 0 1 15,4 1-2-15,-2 1 0 16,-1 0 2-16,4 0-2 0,-3 0 1 16,0 0-1-16,1 1 0 15,0-1 2-15,1-1-2 16,-3-1 0-16,4-2 1 15,-3 1-1-15,2-3 1 16,1 3 0-16,-1-3-1 0,2 0 1 16,0 1 0-16,-2 1 0 15,1-2-1-15,-1 0 1 16,-1 0-1-16,2 0 1 16,1 0 1-16,1 0-2 15,-1 0 1-15,1 0 0 0,1 0 0 16,0 0 0-16,0 0 0 15,-2 0 0-15,2-2-1 16,1-2 1-16,0-3 0 16,0 0 0-16,1 1 1 15,-1-2 0-15,2-1-1 0,0-1 1 16,-3 0-1-16,3-1 0 16,0-2 0-16,0 0 0 15,-2-1 0-15,-1 1-1 16,-2-2 0-16,-1 3 2 15,-1-3-2-15,-2 2 0 16,0 0 0-16,-2-2 0 0,-1 3 0 16,-3-3 0-16,-1-1 1 15,0-1-1-15,0 0 0 16,-2-3 0-16,0 0 0 16,3-2 0-16,-3-3 0 15,0 4 0-15,2-4 0 0,-2 3-1 16,0-1 1-16,0 2 0 15,0 1 0-15,-7 4 1 16,1-2 7-16,1 4-3 16,-3 0 3-16,1 1-4 15,-3 0 3-15,2 1-5 0,-1 0 0 16,-1 3-1-16,0-3 0 16,-1 0 0-16,-3 2 0 15,-1-1-1-15,-2 1 0 16,0 0 0-16,-6 3 3 15,-2 5-7-15,-3 2-25 16,-4 0-20-16,-4 0-19 0</inkml:trace>
  <inkml:trace contextRef="#ctx0" brushRef="#br0" timeOffset="41023.23">8266 4645 16 0,'-6'0'17'0,"2"0"-10"0,0 0 10 0,2 0-3 16,-2 0 0-16,2-3 0 16,1 2-3-16,1-2-7 0,0 2-3 15,0-1-2-15,0-1 13 16,1 2-15-16,1-1 7 15,2 1-3-15,2 0-2 16,-3-1 2-16,4 2-2 16,-1 0 1-16,1-1-1 0,0 1 2 15,-1 0 0-15,2 0 0 16,0 0 3-16,-3 0-2 16,3 0 0-16,0 0-1 15,2 0-1-15,-1 0 0 16,-1 0 1-16,4 0-1 15,-3 0 0-15,-2 0 0 16,4 0 2-16,-2 0 1 0,-2 0-1 16,4 0-1-16,2 0 0 15,-2 0 0-15,3 0-1 16,1-1 1-16,-1-1 0 16,-1 2-1-16,1 0 0 15,-3 0 0-15,-3 0-1 0,2 0 1 16,-4 0 0-16,1 4 1 15,-1-1-1-15,1 0 0 16,-1 0 1-16,2 0-1 16,-4-2 1-16,3 2-1 0,-3 0 0 15,2-2 0-15,0 2 0 16,-1-1 0-16,3 2 1 16,-1-2-1-16,4 3 0 15,-4-2 1-15,-1 1-2 0,1 0-1 16,-2-1 2-16,0 1 1 15,-1-1-1-15,0 0 1 16,1 1-1-16,1 2 1 16,1-2-1-16,0 2 2 15,-1-1-1-15,1 1-2 16,-3 1 2-16,2 0-1 0,0-2-1 16,-4 2 2-16,1-2-1 15,-1 0 2-15,2-1-1 16,-2 3-1-16,0-3 1 15,2 2-1-15,2 1 1 16,0 0 1-16,-1 0-2 0,1 1 0 16,-2 0 1-16,1-1-1 15,0-1 0-15,-3-1 0 16,0 1-3-16,-2 1 3 16,1-1 0-16,0-1 2 15,2 0-2-15,-3 2 1 0,0 0-2 16,0 2 1-16,0 0 1 15,0 0-1-15,0 1 1 16,0 0-1-16,0 3 1 16,0-2-1-16,0 0 2 15,0 2-1-15,0-2-1 0,0 0 0 16,-2 0 0-16,-1-3 1 16,-1 1-1-16,-1-1 2 15,-1 0 0-15,1 1 0 16,-1 0-2-16,3-2 1 15,-3 2-1-15,1-1 0 16,2-1 1-16,-1-1-2 0,2 2 2 16,-1-3-1-16,0 0 0 15,2 1 0-15,-1-3 0 16,-2 4 0-16,0-3 0 16,-2 2 2-16,0 0-2 15,-1 2 0-15,-2-1 1 0,0 3 0 16,-2 0 0-16,0 0 0 15,0 0-1-15,2 0 1 16,-2-1-1-16,2 0 0 16,2-2 0-16,0-2 0 15,-1 2 1-15,0 0-1 0,-2-3 0 16,1 3 1-16,-3-1 0 16,1 1 0-16,0-3 0 15,-3-1 0-15,2 0 1 16,2-2 4-16,-3-1 1 0,4 0-2 15,-3 0-2-15,0 0-1 16,3 0-2-16,-5 0 1 16,3 0 1-16,0 0-2 15,-1 0 0-15,1 0 0 16,0 0 0-16,2-1 1 16,-2 0-1-16,-1-1 1 0,1 2-2 15,-2 0 2-15,0-1-1 16,0 0 0-16,-1 0 0 15,1 1 0-15,-1-1 0 16,-2-2 0-16,0 3 1 16,1 0-1-16,1-3 0 0,-1-1 0 15,2 0 0-15,0-2 0 16,2 2 0-16,1-3-1 16,1-1 3-16,-1 0-4 15,3-1 3-15,-1-2-2 16,2 1 1-16,0-1-4 15,1-1 3-15,1-2-3 0,-2 0 9 16,4 1-10-16,-2-2 12 16,2 0-9-16,-2 0 4 15,1 2-4-15,1-4 2 16,0 3-1-16,-3-2 0 16,2-1 2-16,-1 0-1 0,2 3 0 15,-4-5-1-15,3 1 2 16,-1 1-1-16,-1 0 1 15,1 1-2-15,-3-2 2 16,1 4-1-16,1-1 0 0,1 1 2 16,0 4-2-16,1-1 0 15,1 3 1-15,2-1-1 16,0 3 0-16,0-1-5 16,0 0 4-16,0 1 0 15,2 1 3-15,5-1-5 16,1 0 2-16,2-1 2 0,1 2-3 15,-1-1 3-15,3-1-2 16,0-2-2-16,1 2 4 16,0 0-1-16,-1-3 0 15,0 3 0-15,0 0 0 0,0 0 0 16,-2 2 0-16,0 1 0 16,1-1 0-16,-3 2 0 15,1-1-1-15,0-1 2 16,-2 2-1-16,1-1-1 15,-3 0 1-15,4 1 0 16,-1 0 0-16,-2 0 0 0,4-1 0 16,-2 4 0-16,-3-3 1 15,3 3-1-15,-1 0-1 16,0 0-2-16,-1 0-7 16,1 0-2-16,2 2-6 15,-3-1-21-15,-1-1-34 0</inkml:trace>
  <inkml:trace contextRef="#ctx0" brushRef="#br0" timeOffset="43222.91">8348 4632 23 0,'7'-4'1'0,"2"-1"2"0,-2 0 1 0,1 0-2 16,-1 0-2-16,2 2 2 0,-2 0 2 16,-1 1 5-16,-1 0 1 15,4 2-5-15,-2 0 1 16,1 0-4-16,3 0 0 16,-1 0 0-16,3 0 0 15,1 0-1-15,3 0 0 16,0 2 2-16,-2 3-1 0,3 1-1 15,-3 0 0-15,1 1-1 16,-3 0 0-16,-1-1 1 16,-1-1-1-16,0 2 1 15,2-1 0-15,-2-2-1 16,5 1 1-16,-3 2 3 0,3-3-1 16,-1 3-1-16,2 0-1 15,-2 0 0-15,1 2 0 16,-1 0 1-16,-1 2-2 15,-3-1 0-15,-1 2-4 16,0 1 6-16,-1 0-5 0,-4-1 3 16,3 2 2-16,-3 0-1 15,0 0-1-15,-1 2 0 16,-2-1-1-16,0 2 0 16,-2 0 5-16,0 0-2 15,0 3-6-15,0-1 11 16,-2-1-9-16,-4 2 9 0,-2-3-4 15,0 3 4-15,1-3-3 16,-2-1 2-16,0-1-3 16,2-1-2-16,-3-1-1 15,2 0 1-15,-1 1 0 0,1-4 0 16,-1 0-1-16,-1 0 0 16,2-3 0-16,1-1 0 15,-2 0 3-15,0-2-2 16,0 2 6-16,-1-1-2 15,0 1-5-15,-3-2 1 16,1 2 0-16,-1 0-1 0,-2 0 0 16,-1 0 0-16,-2 0-1 15,0 0 2-15,-3 1 0 16,2-2-2-16,-4 3 2 16,3 0-1-16,-2 0-2 15,4 1-14-15,0-2 1 0,3 2-8 16,-3-3 23-16,5-2-5 15,1-1 5-15,1-2 2 16,0-1 0-16,-1 0 4 16,0 0 4-16,-2 0-4 15,2-6-3-15,-1 2 3 0,0 1-6 16,2-2 1-16,-3 0-1 16,1 0 0-16,0 0-1 15,1-1 1-15,-1 1-1 16,1-2 1-16,1 0 2 15,-2-2-1-15,-1 2 0 0,2 0 0 16,-2-2 0-16,2-1 0 16,0-1-1-16,0 1 0 15,-1-4-1-15,1 0 0 16,1-2 2-16,1-1 1 16,0 0 1-16,3-1-3 0,-1-1 5 15,3 1 5-15,1-2-7 16,1 1-2-16,-1-2 1 15,2 0-2-15,-1-2 0 16,1 3 5-16,0-3-1 16,0 1 2-16,0-1 0 0,1 3-4 15,0-3 0-15,1 1-1 16,0 0-1-16,0 0 1 16,1-1-1-16,8 4 0 15,-2-1-2-15,3 2-2 16,2 1 3-16,2 0-9 0,-1 1 11 15,2 1 1-15,4 2-4 16,-1-2 3-16,0 4-2 16,4 0 3-16,-2 4-4 15,0-3 3-15,-2 3-3 16,0 1-2-16,2 1-1 16,-2-1 4-16,0 1-1 0,2 1 0 15,-2-3 2-15,4 2-2 16,1-1 3-16,2 0-4 15,1 1 5-15,3-1-3 16,-3 0 1-16,1 3 1 16,-2 0-2-16,-2 1 2 0,-1 0-1 15,-6 2 1-15,2 0-1 16,-3 0 0-16,-1 0 0 16,1 0-1-16,-2 0 1 15,1 3 0-15,-1 3-2 16,1 1 3-16,-3 3-4 0,2 1 3 15,-1 2-2-15,0 2 1 16,3 1-1-16,-2 3 1 16,5-1 1-16,-5 2 0 15,5-3 0-15,-3 0-1 16,2 0 1-16,-2-1 1 0,-1-1-2 16,-1 1 1-16,0 0-1 15,-2 2-2-15,-2 2 5 16,-1 1-2-16,0 2 0 15,-4 1 1-15,-1 2-3 16,1-2 5-16,-4-2-3 0,0-2 0 16,0 0-1-16,0-3-2 15,0-1 6-15,-6 1-3 16,1-1-1-16,-4 2 1 16,-4 3 6-16,1-1-8 15,-1 2 6-15,0 0-3 0,-3 0-2 16,0 0 4-16,-2 0-3 15,0-1-2-15,0-3 4 16,-2-1-7-16,0-5 8 16,0 2-4-16,-2-5 4 15,4 2-1-15,0-4-2 16,-2 0 2-16,2-1-3 0,-2 0 2 16,4 0-1-16,-6 0 0 15,2 0 0-15,-4-2-1 16,1-1 3-16,-2 0-2 15,2-2 1-15,4-1-1 0,-3 0 0 16,1 0-1-16,2-6-4 16,2-2-11-16,2-2-4 15,-1-6-15-15</inkml:trace>
  <inkml:trace contextRef="#ctx0" brushRef="#br0" timeOffset="45613.02">8366 4645 19 0,'0'-4'-2'0,"0"1"-15"0</inkml:trace>
  <inkml:trace contextRef="#ctx0" brushRef="#br0" timeOffset="46839.35">8366 4645 33 0,'-51'-10'5'16,"44"10"-1"-16,-1 0-1 16,0 0-3-16,1 0-6 15,-1 0 3-15,-3 2 2 16,1-1 1-16,-2 2 1 16,0-2 3-16,3 2 7 0,-2 0 2 15,-1 1 0-15,-1-1-7 16,2 1-3-16,-2 1-2 15,1 0 0-15,1 1-1 16,0 1 0-16,0-2 0 0,-1 1 1 16,4 0-1-16,-1 0 2 15,-1-2 4-15,2 3-4 16,2-1-2-16,1 1 0 16,-3 0 0-16,4 3 0 15,-3-1 0-15,3 0 1 16,0 1-2-16,-1 0 2 0,2-1-2 15,0 0 2-15,1-1-1 16,-3-1 0-16,3 0 0 16,0 1 0-16,1 1 0 15,-1-2 0-15,0 2 0 0,2-2 1 16,-4 6-1-16,0 1 1 16,1 0-1-16,-3 2 1 15,0 2 2-15,2 1 0 16,-4 0-1-16,3 1 0 15,1 0 1-15,-3 0-2 16,4-1-1-16,1-1 0 0,2-1 2 16,0-3-2-16,0 2 1 15,0 0-1-15,0-1 0 16,-2-3 0-16,2 0 0 16,0-1 0-16,0 0 1 15,0-3-1-15,0 2 0 0,0-1-1 16,0-2 1-16,0 1 1 15,2-1-1-15,2-1 0 16,0 1-1-16,2 0 1 16,-2-1 0-16,-1 0 0 15,3 1 1-15,-2-1 0 0,1 1-1 16,2-2-1-16,-1 4 0 16,3-1 1-16,-2-1 2 15,0 1-1-15,0 0 0 16,-1-2 0-16,1 2-1 15,-1-2 0-15,0-2 1 0,0 0-2 16,0 2 0-16,1-2 1 16,1 1 0-16,2-1 2 15,1 0-3-15,1 0 2 16,1-1-1-16,0 2 2 16,3-1-2-16,-3-2 1 0,1 3-1 15,-1-2 1-15,1 1-2 16,-4 0 2-16,1-1-1 15,1 0 0-15,-1-2 0 16,3 0-1-16,-1-1 2 16,0 0-1-16,5 0 2 15,0-1-1-15,4-3 1 0,-1 1-1 16,2-1 1-16,-2 0-1 16,4 0-1-16,-5-1 0 15,3 1 0-15,-4-2 1 16,2-1-1-16,-1-1 0 15,-1-1 0-15,2 2 0 0,-3-3 0 16,0 1 1-16,-2-1-1 16,-3 0 0-16,-2-1 1 15,0-1 1-15,0 0 0 16,-2-3 7-16,1 0 3 16,-2-2-2-16,1-1-5 0,0-1-1 15,-2-1-3-15,-1 0 1 16,-1-1 0-16,-3 1-1 15,-2-1 2-15,0 0-3 16,0-2 1-16,-2-1 1 0,-4-2-2 16,-1-1 1-16,-1-1 0 15,-2 1-1-15,1 0 0 16,0 0 1-16,-4 1-1 16,0 2 0-16,1 0 0 15,-1 4 0-15,-1-1 0 16,3 2 0-16,-4 1 1 15,-3 1-1-15,4 3-1 0,-4 0 2 16,0 2-11-16,-2 4-16 16,0-1-17-16,-3 2-58 15</inkml:trace>
  <inkml:trace contextRef="#ctx0" brushRef="#br0" timeOffset="50613.97">8354 5178 38 0,'0'0'4'0,"0"0"-24"0</inkml:trace>
  <inkml:trace contextRef="#ctx0" brushRef="#br0" timeOffset="52201.64">7128 4063 144 0,'0'-3'-23'0,"0"-3"25"0,0 4-1 16,2 0 0-16,-1 2-26 0,3 0-34 16</inkml:trace>
  <inkml:trace contextRef="#ctx0" brushRef="#br0" timeOffset="53386.57">6918 5297 59 0,'0'0'29'0,"0"0"-16"0,0 0-1 0,0 0-1 16,0 0-3-16,0 0-8 15,0 0 0-15,0 0 0 16,0 0-4-16,0 0 1 0,0 0 1 16,0 0 1-16,0 0 1 15,0 0-1-15,22-3 1 16,-17 6 0-16,-3-3 0 15,0 0-1-15,0 0-5 16,-1 0-4-16,1 0 2 0,0 0 6 16,0 0 2-16,0 0 0 15,-2 0 0-15,2-1 0 16,0-2 0-16,-1 1-4 16,2 0-11-16,0-1-22 15</inkml:trace>
  <inkml:trace contextRef="#ctx0" brushRef="#br0" timeOffset="56609.19">10071 3900 46 0,'0'-2'17'0,"-2"2"-4"0,0-2-2 0,0 1-1 16,1 0-3-16,0 0 4 16,1 0-2-16,0 0 0 0,0 1-5 15,-1 0-6-15,1 0-3 16,0 0 4-16,0 5 0 15,-1 2 0-15,1 2 0 16,0 0 0-16,0 2 0 16,0 3 0-16,0 1 0 15,0 0 0-15,0 2 0 0,1 0-2 16,2 2 2-16,1-2 1 16,0 3 0-16,-3 0 0 15,1 1 0-15,2 2 0 16,-1 1 0-16,1 1 0 15,-1-1 0-15,3 2-1 0,-2 0 1 16,1-1 0-16,-1-3 0 16,2 0 0-16,0-3 1 15,0-1-1-15,-3-2 1 16,3 0 1-16,-2 0-1 16,1 0-1-16,0 1 0 0,-1 0 0 15,0 1 0-15,1 0 0 16,-1 1 0-16,-1 1 1 15,0-2-1-15,3 0 2 16,-2-1-1-16,0-1 1 0,1-1 0 16,-1-2-1-16,0 0 2 15,2-3-1-15,-2-2 1 16,-2 1 1-16,1-1 1 16,-1 0-1-16,0 3-1 15,-2-1-1-15,0 2 0 16,2 0-1-16,-2 2 1 15,0-1-1-15,0-2 3 0,0 1-4 16,0 0 3-16,0 0 0 16,0-4 0-16,0-2-2 15,0-2-14-15,0-4-23 16,2 0-29-16</inkml:trace>
  <inkml:trace contextRef="#ctx0" brushRef="#br0" timeOffset="59499.18">10111 3871 66 0,'0'0'3'0,"0"0"-2"0,0 0 0 0,0 0-1 15,0 0 1-15,0 0-1 16,0 0 2-16,0 0 6 16,0 0-2-16,0 0 3 15,0 0-9-15,0 0-2 0,0 0 6 16,0-1-3-16,7 1 0 16,2 3-1-16,0-1 0 15,-2 1-1-15,4 0 2 16,0 0-2-16,1-2 1 15,-1-1 0-15,2 0-1 0,3 2 2 16,-1-2 0-16,1 0-1 16,1 0 1-16,2 0-1 15,1 0 0-15,-1-2-1 16,2 2 2-16,0-1-1 16,2 1 0-16,-4-3 1 0,3 3-1 15,0 0 0-15,-2 0 0 16,3 0 1-16,-2 0-1 15,4 0 0-15,0 0 0 16,2 0 0-16,0 3 0 16,2-3 0-16,0 0 0 0,1 0 0 15,1 0 0-15,0 0 0 16,0 0-1-16,-2-3 2 16,0 2-1-16,-1 0 0 15,-2 1 0-15,4 0 0 16,2-1 0-16,-1 1 0 0,3 0 2 15,2-1-4-15,-2-2 2 16,3 0 0-16,-1 1 0 16,1 0-1-16,3-1 2 15,-1 0-1-15,1-1 0 16,3 0 0-16,0-1 0 0,2-2 2 16,-1 0-2-16,-2-1-2 15,1 1 1-15,-1 0 0 16,-2-1 2-16,3 0-1 15,0 3 1-15,1-2 1 16,1-1-2-16,0 1 1 16,-1 0 0-16,-1 1-1 15,2-1 0-15,1 3 1 0,0 0-2 16,4 0 2-16,-1 3-1 16,3-1 0-16,-1 0 1 15,-2 1-1-15,2-1 0 16,-3-2 1-16,0 0-2 0,-2-3 1 15,3 1 0-15,-5-1 1 16,4 1-1-16,-2-1-1 16,1 1 2-16,3 2-1 15,3-2 0-15,1 2 0 16,2-2 0-16,-3 2 0 16,3 1 0-16,0-1 0 0,0 1 0 15,1-1 1-15,-1-2-1 16,-2 2 0-16,1 0 0 15,1-2 0-15,-2-1 0 16,0 1-1-16,-2-1 2 16,2 2-1-16,0-1 0 0,-5 1 0 15,2 3 0-15,-5 0 1 16,2-2-1-16,-6 2 0 16,-1 1 0-16,-4-1 0 15,-1 1 0-15,-6 0 0 16,3 1 0-16,-6 0 0 0,-1 0 1 15,0 0-1-15,-4 0 0 16,0 0-1-16,-4 0 1 16,-2 0 0-16,-2 1 0 15,-2 0 0-15,-3 1 0 16,-1 1-1-16,-2 1 1 0,0-1-1 16,-1 1 1-16,1 1-1 15,-3 0 0-15,2 1 1 16,-1 1-1-16,0 2 1 15,-1-1-2-15,3 3 2 16,-2 2-2-16,-1 0 1 0,0 3 1 16,3 1 0-16,-4 1 1 15,1 4 2-15,0 0-1 16,2 4-1-16,0-1 0 16,3 2-1-16,-2 0 1 15,0 0-1-15,0-2 1 0,1 0-1 16,-1-2 2-16,0 1 0 15,-2 0 0-15,-2 3 0 16,-2 4 2-16,0 1-1 16,0 3 3-16,0 2-1 15,-7-2-3-15,0 1 2 0,1-5-2 16,3 0-1-16,1-8 0 16,-2 0-1-16,0-2 1 15,0-1 0-15,-2 0 0 16,0 1 0-16,1-1 0 0,-3 0 0 15,1-2 1-15,-2 1 0 16,4-1-1-16,-3-3 0 16,1 0 1-16,1-2 0 15,2-3-2-15,2 3 0 16,0-3 0-16,2-2 1 16,0-1-1-16,0-1-1 0,0 0-4 15,0 1-1-15,0-3 7 16,0 0 1-16,0 1-2 15,0-1 0-15,0 1 0 16,0 0 0-16,0-1 0 16,0 0-4-16,0 1 6 15,-3-2 0-15,-1 2-1 0,0-1 0 16,-3 2 0-16,2-3-2 16,-3 1-1-16,1 0 0 15,-2-1 0-15,0-1 1 16,-2 0 0-16,0 1 2 15,-3-3-1-15,1 2 2 0,-5-1-2 16,0 3 1-16,-2-2 1 16,-2-2-2-16,2 4 1 15,-5-4 0-15,-2 3-1 16,-1-2 0-16,-2 2 2 16,-5-1-3-16,1 0 6 0,-3 3-5 15,0-1 0-15,-1 0 0 16,-2 3 1-16,0-1-4 15,-3 1-9-15,1 0-4 16,-1-1 0-16,-3-2 7 16,1-1 6-16,2 1 3 15,1-1 2-15,-5 1-1 0,3 1 0 16,-2 0 0-16,4 1-1 16,-6-2 0-16,4 2 0 15,-1-2 0-15,3-1 0 16,-4 0 1-16,1-2-1 0,0 1 2 15,0 0 2-15,-1-1-2 16,1 1 1-16,3-2-2 16,1 2 0-16,1-2 0 15,1 1 0-15,-2-1 1 16,0 0 1-16,0 0-1 0,0 0-1 16,-2 0 2-16,0 2-1 15,0-2 3-15,1 1 0 16,-2-1 1-16,-4 3-5 15,4 0 0-15,-5 1-1 0,3 2 0 16,-2 1 1 0,2-3-1-16,0 3 0 0,4-3 0 15,-3 1 1-15,3-2-1 16,-4 1 4-16,3-1-2 16,0 0 1-16,0 0-3 15,1 1 1-15,-3 0-1 16,-1 0 0-16,2-1 0 0,-2-1 0 15,-2 0 0-15,4-2 0 16,-3 2 0-16,2-2 0 16,2 1 1-16,2-1 1 15,3 4-1-15,2-1-1 16,1 0 1-16,3 4-1 0,-1-3 0 16,2 3 0-16,1-4 0 15,2 3 1-15,0-3-1 16,1 0-1-16,1-3 2 15,3 1-1-15,1-1 0 0,-2 2 0 16,3-1 0-16,-1-1 0 16,6 1 0-16,-4-1 0 15,3 0 0-15,0 0 0 16,0 0 0-16,1 0 1 16,1 0 0-16,-1 0 5 0,5-1-4 15,-3 0 0-15,1-1-1 16,1 1-1-16,3-2 1 15,-2 0-1-15,3 1 1 16,-4-2-1-16,2 2 1 16,1-1-1-16,-3 1 0 15,3-1 2-15,-2 0-2 0,0 2 0 16,2-2 1-16,0 2-1 16,-1 1-1-16,2-2 2 15,-1 1-1-15,-2-2 0 16,4-1 2-16,-4 1 9 15,-1-3-1-15,1 2 3 0,0 0-2 16,0-1-2-16,-2 2-4 16,2 1-4-16,-1 1 0 15,1 1-1-15,-1 0 0 16,0 0-6-16,-1 4-39 0,-1-4-44 16</inkml:trace>
  <inkml:trace contextRef="#ctx0" brushRef="#br0" timeOffset="61598.23">11881 4736 41 0,'0'0'30'0,"0"-1"-4"0,0 1-10 0,0-3-3 0,1 3-9 16,1 0-4-16,0 0 0 16,1-1 0-16,1 1 0 0,3 0-1 15,-5 0 1-15,1 0-1 16,1 0 0-16,0 0-1 15,0 0 1-15,-1 0 2 16,1 0-1-16,0 1 0 16,0 2 0-16,2 0 0 0,-4 1-1 15,2-1 2-15,-1 1-1 16,1-1 0-16,0-2-1 16,-2 2 1-16,1 1 1 15,2-1-1-15,-1-2 0 16,-2 2 0-16,0-3 0 0,0 3 0 15,1-3 1-15,1 0-1 16,-2 0 1-16,-1 0 0 16,3 0 0-16,1 0 0 15,-1-6 4-15,-1-1 2 16,5-1 2-16,-2-5 0 0,4 0-1 16,1-4-1-16,-1-1 1 15,5-4 0-15,2-2 0 16,1-4 2-16,3 0-5 15,-1-1-2-15,4 2-1 16,1 2 0-16,-2 2-1 16,2 4-1-16,0 2-8 0,-4 3-38 15,-2 3-45-15</inkml:trace>
  <inkml:trace contextRef="#ctx0" brushRef="#br0" timeOffset="62487.99">13802 4682 44 0,'0'0'3'0,"0"0"-2"0,0 0 1 0,0 0 2 0,0 0 9 16,0 0 6-16,0 0-3 15,0 0 2-15,0 0 0 16,0 0-4-16,0 0-4 0,0 0-7 15,0 0-3-15,0 0 0 16,1-27-3-16,0 27 1 16,1 0 0-16,3 0-1 15,-3 1 2-15,0 3-1 16,-1 0 0-16,-1 0 1 16,0 0 0-16,1-1 3 0,0 0-2 15,-1-2 0-15,2 1 0 16,2-2-2-16,0 0 4 15,1 0-1-15,8-2 2 16,1-8-2-16,8-2-1 16,3-7 2-16,8-2-1 0,5-5-1 15,5-1-6-15,4-6-27 16,1-1-65-16</inkml:trace>
  <inkml:trace contextRef="#ctx0" brushRef="#br0" timeOffset="68289.5">13813 4631 7 0,'-2'0'78'0,"-1"0"-76"0,0-1 0 0,2 0-4 16,-1 0 0-16,2 1 4 15,0-1 0-15,0-1 3 0,0 1 4 16,0-2 2-16,0 3-3 16,0-3-1-16,0 3-3 15,0 0-4-15,0 0-1 16,1 0-2-16,2 0 2 15,2 0 0-15,-3 0-1 0,0 2 1 16,0 2 0-16,0 0-1 16,1-1 1-16,1 3 1 15,-2-1 0-15,1 1-1 16,-1-2 1-16,2 0 0 16,1 1 0-16,-2-2-2 15,1-3 2-15,2 0 0 0,0 0 0 16,4 0 0-16,3-5 2 15,0-4-1-15,2-3 0 16,1-2-1-16,5-2 4 16,-1-5-1-16,5 1 4 15,-1-4 0-15,5 0 0 0,0-2-2 16,3 1-2-16,-1-1 0 16,-2 3-1-16,0 3-1 15,-4 3 1-15,-4 3-5 16,-6 3-30-16,-4 2-61 15</inkml:trace>
  <inkml:trace contextRef="#ctx0" brushRef="#br0" timeOffset="69214.25">11913 4699 81 0,'-2'0'3'0,"2"0"5"0,0 0-10 0,0 0 2 0,0 0-1 16,0 3-2-16,0-3 0 15,0 3 1-15,2 0 0 16,-2-1 1-16,0 2 1 16,2 0 1-16,0 1 2 15,0-1-2-15,1 1-1 0,1-1 0 16,1 0 1-16,-2-1-1 16,1-1 1-16,0-2 1 15,3 0 2-15,1-2 9 16,4-9 3-16,4-5 3 15,6-5-4-15,5-7-4 0,6-5-4 16,9-3-2-16,4-5-4 16,4 0-1-16,0-4-61 15</inkml:trace>
  <inkml:trace contextRef="#ctx0" brushRef="#br0" timeOffset="70837.1">15756 3580 85 0,'-1'0'9'0,"-1"-3"12"0,2-1 8 15,0-2 1-15,0 0-6 16,0-2-9-16,0 1-3 16,2 1-9-16,3 0 0 15,3 2-2-15,1-1 1 0,0 2-5 16,3 0 4-16,2 0-1 15,1 3 0-15,2 0-1 16,1 0 2-16,0 0-2 16,0 0 1-16,0 1 0 0,-1 7-2 15,-2 1 0-15,0 0 1 16,-1 4-1-16,-1-2 0 16,0 3-1-16,-2-1 0 15,-2 0 0-15,-1 0 2 16,0 1 0-16,-4-3-1 15,-4-1-1-15,0-1 0 0,0 1-2 16,0-3-3-16,-6 0 11 16,0 0 0-16,0-3 0 15,-1-2-7-15,5-1 1 16,-2-1 7-16,0 0-2 0,3 0 2 16,1-1-2-16,0-4 11 15,0-2-9-15,0 0-1 16,0-1-1-16,0-2-1 15,3-1 0-15,1-2 0 16,-2 0 1-16,0-3-2 16,1-1 1-16,-1 0 1 0,0-1-2 15,3-2 1-15,-4 0 0 16,3 0-1-16,2-1 1 16,-3 2-1-16,3-2 0 15,0 2 1-15,-2-4 0 16,2 2-1-16,-2 0 1 0,-1-1 2 15,-1 1 2-15,-2 0-2 16,1 3 0-16,-1-1 2 16,0 4 1-16,0 2-3 15,0 0-1-15,0 5-1 16,0 0-1-16,0 3 0 0,0 2 1 16,0 0-2-16,0 2 0 15,0-1 1-15,0 2-2 16,0 0-2-16,0 0-3 15,0 3 6-15,0 1 0 16,0 2 1-16,0 1-1 16,1 0 1-16,3 3-1 0,-2-4 0 15,0 4 0-15,0-2-2 16,2 1-2-16,-2 2 0 16,0-1-1-16,2 2 5 15,-3 2 1-15,1 0 0 0,1 3 0 16,0-1 0-16,-1 2 0 15,1 2 0-15,-1 1 3 16,3 2-2-16,1 3 1 16,1-5-2-16,3-7-78 15</inkml:trace>
  <inkml:trace contextRef="#ctx0" brushRef="#br0" timeOffset="71158.14">16479 3546 158 0,'0'0'40'0,"0"0"-21"16,0 0-18-16,0 0-6 0,0 0 3 16,0 0-1-16,0 0 3 15,-8 38-7-15,14-34-50 16,1-4-39-16</inkml:trace>
  <inkml:trace contextRef="#ctx0" brushRef="#br0" timeOffset="71493.14">16510 3664 90 0,'0'0'4'16,"0"0"6"-16,0 0 0 16,0 0-7-16,0 0 0 15,0 0-2-15,0 0 0 16,0 0-9-16,0 0-56 16</inkml:trace>
  <inkml:trace contextRef="#ctx0" brushRef="#br0" timeOffset="72039.42">17102 3384 107 0,'0'0'4'15,"0"0"1"-15,0 0 3 16,1-46 1-16,-1 39-1 0,0 2-7 16,-5 0 1-16,-3 3 4 15,-1 0 3-15,-1 2-6 16,-1 0-2-16,-2 3-3 15,-1 7 4-15,-1 1 0 16,1 2-4-16,3 3 1 0,-2-1 0 16,8 1 0-16,1 0-1 15,4-2-2-15,0-2-1 16,8 0 0-16,6-1 10 16,0-2-2-16,4-2 2 15,2 2-1-15,0-1 0 0,2-1-3 16,-4 3 0-16,-1-3-1 15,-2 2 0-15,-2-1-1 16,-4 2 1-16,-3-3 0 16,-1-1 2-16,-3 0 1 15,-2 0 0-15,0-1 0 0,-4 2 12 16,-6-1-6-16,-4 1-4 16,-1 0 1-16,2 0-4 15,-1-1-1-15,2-2-12 16,7 0-27-16,1-4-15 15</inkml:trace>
  <inkml:trace contextRef="#ctx0" brushRef="#br0" timeOffset="72360.27">17411 3418 117 0,'0'0'10'0,"0"0"12"0,0 0-6 0,0 0-9 15,0 0 5-15,0 0-12 16,-49-13 0-16,35 22 1 16,-1 1-1-16,1 1 0 15,3 3 0-15,0 3 0 16,5-5-1-16,-1 3-1 0,5 0-2 15,2-4 0-15,0 2 1 16,3-2 0-16,8-2 9 16,3-1-2-16,7-2 2 15,2-5-5-15,2 1-23 16,5-2-40-16</inkml:trace>
  <inkml:trace contextRef="#ctx0" brushRef="#br0" timeOffset="72687">17702 3459 88 0,'0'0'6'0,"0"0"8"15,0 0-1-15,0 0-11 16,0 0 8-16,0 0-9 16,-42-16 3-16,24 19-1 15,1 6 2-15,0-2-1 16,-1 2 0-16,5-2-1 0,1 1-1 15,4-1 0-15,5-2-2 16,3-1-1-16,0-1-4 16,5-2 1-16,9-1 14 15,3 0-6-15,5 0 1 16,1 0-2-16,-2-3-3 16,2-1 1-16,-2 1 0 15,-2 0 4-15,-3 3 1 0,1-1-5 16,-3 1 0-16,0 0 0 15,-2 0-1-15,0 0-18 16,-2-3-51-16</inkml:trace>
  <inkml:trace contextRef="#ctx0" brushRef="#br0" timeOffset="73279.72">17877 3164 127 0,'0'0'-25'0,"0"0"33"0,0 0-3 16,0 0 4-16,0 0 6 15,0 0-25-15,0 0 8 16,0 0 7-16,0 0 1 15,2 29-3-15,0-13 0 16,2 0 0-16,-2 4-1 0,0-2 2 16,1 3-2-16,1 1 1 15,-2-1-2-15,1-2 0 16,-1 2 0-16,1-3 0 16,0-2-1-16,0 1 3 15,0-3-3-15,-1-3 0 0,2 0-4 16,0-3 8-16,1-2 1 15,4-1 0-15,-2-3 5 16,4-1-3-16,3-1-1 16,0 0-2-16,3-1 2 15,-2-8-3-15,3-1 0 0,-3-2-1 16,1 0 0-16,-2-1-1 16,0 2 1-16,-4 1-4 15,-5 3 4-15,-1 3-2 16,0 1 0-16,-4 0 0 0,0 3 2 15,0 0-7-15,0 0 11 16,0 0-6-16,0 6-1 16,0 2-3-16,-2 0-1 15,2 2 1-15,0-2-3 16,0 2 2-16,4-3 7 16,2 0 0-16,4 0 0 15,3-1 2-15,1-6-19 0,0 0-55 16</inkml:trace>
  <inkml:trace contextRef="#ctx0" brushRef="#br0" timeOffset="73435.64">18314 3230 277 0,'0'0'-37'0,"0"0"47"0,0 0-9 0,0 0-12 0,0 0-68 0,0 0-34 16</inkml:trace>
  <inkml:trace contextRef="#ctx0" brushRef="#br0" timeOffset="73895.58">18327 3374 147 0,'0'0'2'0,"0"0"14"16,0 0-20-16,0 0 4 16,0 0 1-16,0 0-3 15,14 39 0-15,-10-27 2 0,-1 0 0 16,1 0-4-16,-1 1 5 15,0-4-1-15,-1-2 0 16,0-3 2-16,-1-1-2 16,1-3 2-16,-2 0 22 15,0 0 38-15,0-7-53 0,0-3-7 16,3-3 0-16,0-4-2 16,1 0 1-16,4-1-2 15,1 2-3-15,1 2-5 16,0 2 2-16,2 1 7 15,-1 7-1-15,-1 2 1 0,0 2 0 16,1 0-3-16,0 0-2 16,-2 9 2-16,3 2-1 15,-2 2 0-15,-1 1 2 16,-1-1-1-16,-2 1 2 16,-1-1 1-16,-2-1-4 0,2-3-34 15,-2-2-16-15</inkml:trace>
  <inkml:trace contextRef="#ctx0" brushRef="#br0" timeOffset="74237.38">18698 3398 87 0,'0'0'5'0,"0"0"4"16,27-35 18-16,-25 26 10 15,-1 1-11-15,-1 5-6 16,0-2-13-16,-3 3 0 15,-7 0-3-15,1 2 5 0,-1 0-10 16,-3 0 5-16,1 3-4 16,1 6-1-16,5-2 0 15,-1 3-1-15,3 0-7 16,4-2-6-16,0 2 0 16,5-3 0-16,5-1 16 0,3-1 1 15,1-1-2-15,-3-1 1 16,3-1 2-16,-3 1 3 15,-2 0 3-15,1 1-1 16,-5 2-5-16,0-1-2 16,-5 4-4-16,0 2 0 0,-6 2 2 15,-11 4 1-15,-8 3-34 16,-10-3-60-16</inkml:trace>
  <inkml:trace contextRef="#ctx0" brushRef="#br0" timeOffset="74836.99">16345 4074 120 0,'0'0'20'0,"0"0"1"0,0 0 6 0,0 0-17 15,0 0-9-15,0 0 1 16,0 0-4-16,0 0-10 0,0 0-1 16,0 0 7-16,2 51 15 15,-2-14-7-15,0 6-2 16,0 1 1-16,0 0 3 16,0-1-1-16,-2-5-2 15,-2-3 0-15,2-7-1 0,2-2 1 16,0-7-1-16,0-1 1 15,0-5 0-15,0-4 0 16,0-5-10-16,0-4-31 16,0-2-10-16,1-12-28 15</inkml:trace>
  <inkml:trace contextRef="#ctx0" brushRef="#br0" timeOffset="75335.45">16337 4209 103 0,'0'0'17'0,"-2"-47"23"0,2 26-4 16,0 3-13-16,0 0-8 16,6 2-8-16,3 1-5 15,2 2-1-15,5-2-1 16,1 4 0-16,3 0 1 16,-2 3-2-16,2 1 1 0,1 1 0 15,1 5-1-15,-5 1 0 16,0 0-2-16,-4 4 1 15,-2 6-8-15,-6 4-11 16,-3 2-1-16,-2 2-1 16,-1 2 28-16,-7-4-3 15,-4 1 1-15,1-3-2 0,0-2 0 16,4-3-2-16,3-3 5 16,0 0-3-16,4-2-2 15,0 0-7-15,1-1-8 16,6 3 19-16,3-3-1 15,-1 2-2-15,2 1 0 0,2 1 0 16,-2 0 1-16,-3 2 0 16,2 1 0-16,-3-2 0 15,-2 4-1-15,-2-3 0 16,-3 1-1-16,0-4-4 16,0 1 9-16,-4-3 3 0,-6-3 0 15,-2 0 6-15,-1-1 1 16,-3 0-9-16,3 0-2 15,-2 0 0-15,3 0-3 16,3 0-2-16,2-2-18 0,4-5-19 16,3-2-53-16</inkml:trace>
  <inkml:trace contextRef="#ctx0" brushRef="#br0" timeOffset="75522.33">16852 4120 244 0,'0'0'7'0,"0"0"-3"0,0 0-7 0,0 0-12 0,0 0-62 15,0 0-57-15</inkml:trace>
  <inkml:trace contextRef="#ctx0" brushRef="#br0" timeOffset="75655.17">16912 4177 235 0,'0'0'-11'0,"0"0"-14"15,0 0 21-15,0 0-21 16,41 8-41-16</inkml:trace>
  <inkml:trace contextRef="#ctx0" brushRef="#br0" timeOffset="76118.08">17367 3941 87 0,'0'0'3'0,"0"0"-8"0,0 0-1 15,0 0 14-15,-38-6-7 16,22 12 0-16,1 2 4 16,1 2 0-16,1 3-2 15,4 2-1-15,-1 1 1 0,4-1-2 16,2 2-2-16,4-2 1 15,0-2-1-15,0-2-2 16,2-1 0-16,8-4 9 16,0-2-4-16,1 1 2 15,2-1 0-15,1 0 0 0,0 2-1 16,-1 1-2-16,-2 0 1 16,0 0 0-16,-6 0 2 15,1 0 0-15,-4-1 1 16,-2-1 6-16,0 0 3 0,-7 2 13 15,-4-3-4 1,-6 3-7-16,-2-2-9 0,0 2-3 16,-2-2 1-16,3 2-4 15,-1-2 0-15,3 2-2 16,5-6-22-16,4-1-53 16</inkml:trace>
  <inkml:trace contextRef="#ctx0" brushRef="#br0" timeOffset="76723.95">17521 3850 129 0,'0'0'5'0,"0"0"23"0,0 0-10 0,0 0-7 16,0 0-6-16,0 0 3 15,0 0-4-15,0 0-1 16,0 0-8-16,0 0 1 16,-13-4 0-16,13 22-2 0,1 3 4 15,6 2 3-15,-3 1 0 16,3 1 2-16,-4-1 0 15,3-2-3-15,-1 2 1 16,-2-5-1-16,-1 1 0 16,0-2-1-16,0-4 2 15,0-1 0-15,-2-3-1 0,0 0 1 16,0-4 0-16,2 0 0 16,-2-4-1-16,0 1 2 15,0-2-3-15,0-1 2 16,0 0 10-16,0 0-1 0,0-7-7 15,0-3-1-15,2-1 1 16,-2-3-1-16,3 0 0 16,-1-1 0-16,5 1-1 15,-2 3-1-15,3-1 2 16,-2 3-1-16,3 2 0 16,0 1-1-16,-1 1 2 0,4 4-2 15,-2 1-3-15,1 0 2 16,0 0-1-16,2 1 0 15,-1 8 0-15,-1 0 1 16,-2 1-1-16,-2 1 0 0,1 3-1 16,-3-1-15-16,-1-3-23 15,1-2-18-15</inkml:trace>
  <inkml:trace contextRef="#ctx0" brushRef="#br0" timeOffset="76973.22">17856 4046 144 0,'0'0'4'0,"0"0"15"0,0 0-3 0,0 0-4 16,0 0 1-16,0 0-18 15,0 0-8-15,0 0 7 16,0 0 10-16,0 0 6 15,4 35-9-15,-4-22 0 0,0-1 0 16,0-1 0-16,0 0 0 16,0-2-5-16,0-4-27 15,0-4-22-15</inkml:trace>
  <inkml:trace contextRef="#ctx0" brushRef="#br0" timeOffset="77130.38">17887 3905 196 0,'0'0'12'0,"0"0"-3"0,0 0-8 16,0 0-20-16,0 0-68 16,0 0 1-16</inkml:trace>
  <inkml:trace contextRef="#ctx0" brushRef="#br0" timeOffset="78147.08">18005 3789 107 0,'0'0'4'0,"0"0"-2"0,0 0 0 16,0 0 0-16,0 0 0 15,0 0-2-15,0 0-2 16,0 0 1-16,32-13 0 16,-29 30-2-16,-1 3 1 15,0 8 11-15,-2 2-3 0,0 6 1 16,0 5-4-16,0 0 2 16,0 6-4-16,0 1 2 15,0-2-2-15,0-1 0 16,0-2-2-16,0-5 1 15,4-5 1-15,-4-3 0 0,2-5 1 16,1-2-1-16,-1-5 1 16,3-1-2-16,-1-2 2 15,1-3 2-15,1-5 1 16,0-1 8-16,0-3-6 0,2-3 6 16,-1 0 4-16,0-3-1 15,1-7-6-15,-1-4-7 16,0-2 2-16,-2-1-3 15,-2-4 0-15,-1 1-2 16,-2 0-2-16,0-4-3 0,-2 4 4 16,-4-4 2-1,-3 3-2-15,-2 2 1 0,0-1-3 16,-3 5 1-16,1 2-1 16,0 2-5-16,-1 2-6 15,3 4-1-15,1 0 12 16,6 4 6-16,-1-2-2 0,5 0 0 15,0 0-1-15,5-1 6 16,7 0-4-16,3-2-4 16,3-1 1-16,7 0-2 15,-1-2 2-15,3-1-2 16,4-2 3-16,-3 0 0 0,0 1-2 16,-1-1 4-16,-2-4-2 15,-7 1 0-15,0 1 0 16,-3-2-8-16,-3-1 1 15,-3 0 6-15,-5-1 2 16,-1 0-1-16,-3 2 3 0,0-2 0 16,0 3 6-16,-1 0-6 15,-3 2 1-15,-1 0 1 16,1 3-4-16,0 0 5 16,1 1 2-16,1 2-1 15,0 0-2-15,-1 3 0 16,2 0 0-16,1 1 0 0,0 0-3 15,0 3-1-15,-1 0-3 16,1 0-4-16,0 10-1 16,0 1-2-16,0 7 10 15,0 1 1-15,0 3-2 0,-2-1-6 16,0 1 9-16,2 0-10 16,0-2 7-16,-1 0-2 15,1 0 1-15,0-2 2 16,0 1-2-16,0-4 1 15,0 2 0-15,2-4-3 16,2 1 2-16,2-4 1 0,-4 0 2 16,1-3 1-16,1 0-2 15,0-3 0-15,-2 0 1 16,1-3-1-16,-1 1-1 16,0-2-3-16,-2 0-6 0,0 0-20 15,0-2-37-15</inkml:trace>
  <inkml:trace contextRef="#ctx0" brushRef="#br0" timeOffset="78580.91">18259 4013 133 0,'0'0'32'0,"0"0"13"0,0 0-34 0,0 0-5 0,0 0-5 16,0 0-2-16,47-17 3 15,-28 13-2-15,0 1 2 0,0-1-4 16,-1 0 4-16,1-1-2 16,0 1 0-16,-3 0 0 15,0-1 3-15,0 1-2 16,-3 1 0-16,-2-1-1 16,0 4 0-16,-7-3 0 0,-1 3 0 15,-1-1 0-15,-1 1 0 16,-1 0-2-16,0 0-4 15,0 0-3-15,-2 1 16 16,-4 7-5-16,-5 1-1 16,0 3-1-16,1-1 0 0,2-1 0 15,-3 1-2-15,4-3 4 16,2 1-2-16,2-2-1 16,2-2 0-16,1-1-3 15,0-1-1-15,0 1 9 16,3-1-1-16,7 0 3 0,2-2-1 15,1-1-2-15,5 0-1 16,-2 0-12-16,1 0-46 16,-3-7-40-16</inkml:trace>
  <inkml:trace contextRef="#ctx0" brushRef="#br0" timeOffset="78711.14">18575 3884 184 0,'0'0'-19'0,"0"0"52"0,0 0-19 0,0 0-13 0,0 0-28 16,0 0-74-16</inkml:trace>
  <inkml:trace contextRef="#ctx0" brushRef="#br0" timeOffset="79314.34">18646 3993 117 0,'0'0'-4'0,"0"0"3"0,0 0 2 16,0 0 0-16,0 0 4 16,0 0 0-16,0 0 17 15,3 3-15-15,-3-3-3 16,-2 0 1-16,1 0 13 15,1-3 10-15,0-2-12 16,0-1-12-16,0-1 9 0,2 1-12 16,4-1-2-16,1 2 1 15,3 0-5-15,0 1 1 16,-3 1 3-16,3 3 1 16,-1 0-2-16,0 0 1 15,0 4 0-15,-1 6-2 0,1 3-2 16,-3 1 2-16,0 0-2 15,-3 0 2-15,-1-1-2 16,2-3 3-16,-4-1 1 16,0-5 1-16,0 0 0 15,0-1-2-15,0-3 2 0,0 0 6 16,0 0 7-16,0 0-8 16,0-5-2-16,0-2 1 15,0-2-2-15,0-3 10 16,0 1-10-16,6-2 0 15,2 2-2-15,-1-3 1 0,3 3-1 16,2 3 1-16,-4 1-2 16,0 0 1-16,3 4 0 15,-3 2 0-15,1 1-1 16,-4 0-2-16,5 0 0 16,-2 4 0-16,-1 2 0 0,1 2 0 15,0-1 2-15,1 1 1 16,1 0 1-16,0-2-16 15,2-2-32-15,-1-1-13 16,3-2-50-16</inkml:trace>
  <inkml:trace contextRef="#ctx0" brushRef="#br0" timeOffset="79984.36">19056 3968 62 0,'0'0'4'0,"0"0"14"0,40-36-1 0,-33 22-9 15,2 4-6-15,-8 0-1 16,-1 0 6-16,0 3 18 15,-3 1-12-15,-10 4-5 0,0 2-2 16,-2 0-2-16,-4 0-3 16,1 5-1-16,2 5 0 15,-2 0 0-15,5 1-1 16,2 0-1-16,6 0 0 16,2-1-2-16,3-3 2 0,0-2-8 15,7 1 9-15,5-3 2 16,3-2 4-16,2-1-3 15,1 0-1-15,3 0-1 16,-3-1 2-16,2-5-1 16,-2-1 0-16,-2-1 2 0,-2-1-2 15,-3 1 1-15,-1 0-1 16,-4 3-1-16,-2-1 1 16,0 2 0-16,-4 3-1 15,0-1 1-15,0 2-2 16,0 0-1-16,-6 0 6 0,1 3-5 15,2 4 1-15,-2 3-2 16,2 4 0-16,2 0-1 16,1 3 3-16,0 2-2 15,0 2 2-15,0 5 4 16,0-2-5-16,3 4 4 16,-1-2-2-16,2 4 0 0,1-3-2 15,-2 3 8-15,-1-3-4 16,-2 0 0-16,2-2-2 15,-2-2 0-15,0-2-1 16,0-2 1-16,0-2-1 16,-3-3 2-16,-3-2 3 0,1-3-5 15,0-2 2-15,1 0-1 16,-4-7 2-16,0 0 5 16,0 0-3-16,1 0 1 15,0-4 3-15,1-7 10 16,-1-2 2-16,3-5-7 0,3-4-3 15,-1-5-1-15,-2-5-2 16,4-4 3-16,0-1-6 16,6-4-3-16,6 1-2 15,5 0-1-15,2-1-36 16,2 0-87-16</inkml:trace>
  <inkml:trace contextRef="#ctx0" brushRef="#br0" timeOffset="80966.49">19440 3182 115 0,'0'0'5'0,"0"0"4"0,0 0 2 0,0 0-6 0,0 0 0 16,0 0 2-16,8-37-1 15,-4 33 1-15,1 1-1 16,3 2-3-16,-1-2-2 16,4 3-2-16,2 0 2 0,1 0-2 15,2 0 0-15,1 4 0 16,1 1 0-16,-2 0 1 15,-1 2-2-15,-1 2 1 16,-3 2-1-16,-1 1-2 16,-1 2 2-16,-3 3-2 15,-2 0 1-15,-4 3-4 0,0 1 1 16,0-1 3-16,-2 4 5 16,-4-1-1-16,2-2-1 15,1 2 2-15,-2-1 1 16,4 0-1-16,1-2-1 15,0 1 0-15,0-1-1 0,1-3-1 16,6-1 3-16,0-4 1 16,1-3-1-16,1 1 1 15,2-6 5-15,-1-3 5 16,1-1-4-16,0 0-1 0,-3 0-4 16,-1 0 0-16,-2 0-2 15,-2-2 0-15,-3-1 1 16,0 3-3-16,0 0-4 15,-5 0-2-15,-2 0-4 16,-1 1 0-16,-1 5 8 16,-3 4 1-16,5 1-4 0,-1 1 1 15,3 3 2-15,2-2 0 16,1 4-2-16,2-1 3 16,0 1-3-16,0 1 2 15,0 2 4-15,6 3 2 16,0 1-4-16,3 1 0 0,-1 0 1 15,0 0 0-15,1-2 2 16,-2-1-2-16,-1 0 1 16,-2-2 0-16,3-2-2 15,-7 1 1-15,0 1 0 16,0-2-2-16,0 2 4 0,-7-1 0 16,0-1-1-16,-3 3-1 15,1-4 1-15,1-1-1 16,-3 1 0-16,2-3 1 15,0 0-1-15,1-2 0 0,-1-1 2 16,3-1-3-16,-4-3-23 16,3-1-24-16,1-5-25 15</inkml:trace>
  <inkml:trace contextRef="#ctx0" brushRef="#br0" timeOffset="81643.08">18442 4547 54 0,'-12'1'2'0,"1"0"-6"0,2 0-19 0,-1-1 0 0,2 0 23 16,-2 0 13-16,3 0 14 16,1 0 1-16,-2 0 1 15,2 0-13-15,1 0-14 16,0 0-2-16,2 0-4 0,0 0 1 15,3 0 2-15,-2 0 2 16,2 0 4-16,0 0 5 16,0 0-7-16,2 0-5 15,7 0 17-15,3 0-7 16,7-3 5-16,1-1-3 0,7 1-6 16,7-1 1-16,2-2 0 15,6 2 1-15,1-2-4 16,5 2 1-16,1-2-1 15,1 1 1-15,3-1-1 16,1 0-1-16,3 1-1 0,-2-1 1 16,-1 3 0-16,1-1-1 15,-8 2 1 1,-2 0-2-16,-7 2 1 0,-5 0-5 16,-9 0-12-16,-5 0-20 15,-12 0-16-15</inkml:trace>
  <inkml:trace contextRef="#ctx0" brushRef="#br0" timeOffset="82119.03">18379 4610 29 0,'0'0'6'0,"0"0"16"0,0 0-8 0,0 0-2 16,0 0 2-16,0 0 15 15,0 0 3-15,0 0-8 0,37 0-10 16,-18-2-9-16,2 1-1 15,5 0-3-15,3 0 1 16,4-1-2-16,0 1 1 16,4-1 0-16,-1 0-1 15,2-2-1-15,1 0 2 16,2-2-6-16,2-1 8 0,6 1-3 16,-2-1 1-16,6 0 0 15,-2 0 0-15,0 0 0 16,0 0-1-16,-3 1 2 15,-1 1-2-15,-7-1 1 16,-2 4-1-16,-6 1 1 0,-1-1 0 16,-7 2-1-16,-3 0 0 15,-4 0-16-15,-3 0-20 16,-5 0-8-16,-5 0-37 16</inkml:trace>
  <inkml:trace contextRef="#ctx0" brushRef="#br0" timeOffset="82432.38">18648 4582 104 0,'0'0'-7'0,"51"0"-81"0</inkml:trace>
  <inkml:trace contextRef="#ctx0" brushRef="#br0" timeOffset="89102.06">11940 4706 152 0,'0'0'3'0,"0"0"8"0,0 0-5 0,0 0-7 16,0 0-5-16,0 0-2 15,2 0-27-15,1 0-10 0</inkml:trace>
  <inkml:trace contextRef="#ctx0" brushRef="#br0" timeOffset="90112.08">13938 4459 89 0,'1'0'3'0,"-1"0"-3"0,1 2-10 16,1 0-32-16</inkml:trace>
  <inkml:trace contextRef="#ctx0" brushRef="#br0" timeOffset="108023.25">8684 6642 67 0,'0'0'15'0,"0"-1"5"0,0-2-3 15,0 0-4-15,0 0-1 16,0-1-10-16,2 1 2 0,4-1-3 16,-1 1 0-16,2 0 0 15,-1 2 0-15,1-1 0 16,-1 1-1-16,0-1 0 16,0 2 0-16,-1 0-1 15,3 0 1-15,-2 0-2 0,4 0 2 16,-1 0 0-16,0 0 0 15,2 0 1-15,2 0 0 16,-2 0-1-16,3 0 0 16,1 0 0-16,1-2 0 15,-2 1-1-15,2-1 1 0,-1 0 0 16,3-1 0-16,-3 1 0 16,1-4 0-16,-1 3 1 15,1 0-1-15,-3-1 0 16,2 1-3-16,0 0-4 15,0 1 2-15,-2-1 3 0,0 0 0 16,0 0 2-16,-1 0-3 16,0 0 0-16,-1 1-1 15,1-1 3-15,-2 0 0 16,1 0 2-16,3 1 1 16,-1 0-2-16,2 0 1 0,0 0 0 15,0 1-1-15,1-2 1 16,0 2-1-16,-1 1-1 15,-1-1 1-15,-3 1-1 16,2 0 1-16,-2 0-1 16,1 0 1-16,1 1 1 15,0 3 0-15,1-1-1 0,1 3 1 16,1-3-1-16,2 1 1 16,2-2-2-16,0-1 2 15,3-1-2-15,3 0-1 16,-1 0-1-16,4 0 3 15,-2-3 0-15,1-1 3 0,0 1-1 16,1-1-2-16,-2-1 3 16,-1 1-2-16,-1 0-2 15,-4 1 2-15,2 0-1 16,-2 3-1-16,2-1 2 16,0 1 0-16,2 0-1 0,4-1 1 15,-2 0 1-15,4 0-1 16,-1-2-1-16,3 0 1 15,0-1 0-15,-2 0-1 16,3-2 0-16,-2-1 0 0,6 2 0 16,-5-3 0-16,3 0 0 15,0 1 1-15,-1-2-3 16,1 1 2-16,-5-1-1 16,0 3 0-16,-1-1 1 15,1 1 2-15,-2 2-2 16,0 1 1-16,0 2 0 0,1 0-1 15,5 1 1-15,-2 0-1 16,3 0 2-16,-1 0-2 16,2 0 1-16,-4-2-1 15,1 2 0-15,-2-3 0 16,-1 3 0-16,2 0-1 0,-1 0 1 16,0 0 1-16,2 0-2 15,-3 0 2-15,1 0-1 16,-1 0 0-16,0 0 0 15,-2-4 0-15,-1 1 0 16,-1 0 1-16,1 2 3 0,-1 0 0 16,-2 1-3-16,2 0 1 15,1 0-1-15,1 0-1 16,1 4 2-16,3 0-2 16,-2 3 1-16,2-1 0 15,0-3 0-15,-2 0 1 16,1-2-2-16,-2-1 0 0,2 0 0 15,-1 0 0-15,-2 0 1 16,0 0-1-16,2-1 1 16,1-2-1-16,1 1 0 15,-2 1 0-15,3-3 1 0,0 2 1 16,3 1-2-16,-1-1 1 16,0 0 0-16,3 1 0 15,-2 0-1-15,-3-1-1 16,3 1 2-16,-3-2-1 15,1 2 0-15,0-3 0 16,1 1 1-16,1 0-2 0,1-1 2 16,1 1 0-16,2-1-1 15,-1 1 0-15,-2 0-1 16,1 0 1-16,-3 3 0 16,0-3 0-16,-1 3-1 15,-1 0 1-15,3 0 1 0,0 0-1 16,0 0-1-16,1 0 2 15,2 2-2-15,-4-1 1 16,3-1 1-16,-2 2-1 16,1-1 0-16,-1-1 1 15,1 4-1-15,1-1 1 0,-1-1-1 16,0-1 0-16,-1 0 0 16,0-1-1-16,-3 0 1 15,1 0 0-15,1 0 0 16,-2 0 0-16,6 0 0 15,0 3 0-15,2-1 0 0,1-1 0 16,0 2 0-16,-1-2 0 16,2-1 0-16,-2 0 0 15,2 0 0-15,0 0 0 16,1 2 0-16,4-2 1 0,0 0-1 16,0 0 0-16,3 0-5 15,-1 0-6-15,0 0 5 16,-1 0 4-16,-1-2 2 15,2-5 0-15,1 0 1 16,-3-1 4-16,4-2 2 16,1 0-2-16,0 1-1 15,-1-1-3-15,1 3 1 0,-3 0-2 16,-1 0 1-16,1 0-1 16,-6 4 0-16,0 0 0 15,1 2 0-15,-3-1 0 16,1 2 0-16,-2 0-1 0,0-1 2 15,0 0-1-15,2 0 2 16,1-1 1-16,0 0 0 16,0 1-2-16,2-1 0 15,-1 1-1-15,0 0 1 16,0-1 0-16,-1 2-1 16,-1-4 1-16,2 2-1 0,2-1 0 15,0 1 0-15,3-4 0 16,0 3 0-16,3-1 0 15,-1 1 1-15,-1-1 0 16,1 1-1-16,0 0 2 16,-3 2-2-16,0 1 0 0,-2 0 0 15,-2 0 0-15,-2 0 0 16,3 0 0-16,-5 1 0 16,3 2-2-16,0 1 4 15,0 1-4-15,-1-1 4 0,-1 0-2 16,2-1 0-16,1 0 1 15,1-2-2-15,0 0 2 16,0-1 1-16,-1 0-2 16,2 0 0-16,-3 0 0 15,2 0 0-15,2 0 0 0,-1 0 0 16,2 0 0-16,-1 0 0 16,-2 0 0-16,-1 0 0 15,2-1 1-15,-3-2-1 16,4-2 1-16,-3-1 0 15,4 2-1-15,-3-3 1 16,-1 1 0-16,2-3-1 0,-5 2 0 16,0-3 0-16,-1 2 0 15,0-1 1-15,-1-1 8 16,-1 2 2-16,-1-2-4 16,1-3-1-16,-1 3-1 15,-4-1-2-15,1-2 1 0,-4 0-1 16,0 0 1-16,0-1 1 15,-5 1-2-15,0-3 0 16,-2 0-1-16,-1-4 1 16,-1 0-1-16,-3 0-1 15,-1-1 0-15,-3-3-2 16,-2 1-2-16,0-1-1 0,-2-2 0 16,0-2-5-16,-3-2-1 15,0 0 4-15,0-5 2 16,-3 5 0-16,-3-4 1 15,-1 4 3-15,-2 0-3 0,0 3 2 16,-2 3 0-16,-5 1 2 16,-4 1-2-16,0 2 7 15,0 1-3-15,-1 2-3 16,-3 0 2-16,0 2-1 16,0 0-1-16,-2 0 1 15,-1-1-1-15,-4 3-2 0,-1-4 0 16,0 3 1-16,-1 0-2 15,-2-2 3-15,1 4-1 16,2-1 1-16,-2 1 0 16,-2 1-1-16,0 2 1 0,-3 1 0 15,-3 1-1-15,-2 0 0 16,-3 2 0-16,0 1 2 16,1 1-1-16,-4-1 2 15,3 1 0-15,-1 2-1 16,3-1 1-16,0 1-1 0,-4-2 1 15,0 2-1-15,0-1-1 16,-4 1 1-16,2 1 0 16,-7 0-1-16,4 0 1 15,-2 0-2-15,-3 0 1 16,-1 0 0-16,0 0 0 16,0 0 0-16,-3 1 0 0,0 2 1 15,-1 1-2-15,0-2 2 16,-4 2-1-16,-1 3 0 15,-1-3 0-15,-5 2 0 16,1 0 0-16,-3-2 0 16,1 3 0-16,-4-1 0 0,2-2 0 15,-2 2 0-15,2-2 0 16,-1 0 0-16,1-1 0 16,-2 0 0-16,-2-1 0 15,-4 2 1-15,4-1-1 0,-4-1 0 16,2 3 0-1,1-1 0-15,-2 0 0 0,1 1 0 16,0-1 0-16,2 1 0 16,-6 1 0-16,2-2 0 15,0 2 0-15,-1-2 0 16,2 2 0-16,0-2 0 0,0 2 0 16,0-3 0-16,3 4 0 15,-4-1 0-15,-5 1 0 16,3 1 0-16,1 2-1 15,1 1 2-15,2-1 0 16,0 1-1-16,3-3-2 0,2-1-2 16,1-3 1-16,0 0 3 15,0-1 0-15,1-3 0 16,1 0 0-16,-2 0 0 16,3 0 0-16,1 1 0 15,-2 1 0-15,1 1 0 16,0 1 0-16,1-1 0 0,0 1 0 15,0-1 0-15,-1 1 0 16,1-3 0-16,2 1 0 16,-2 0 0-16,-1-1 0 15,4 0 0-15,-2-1 0 0,3 0 0 16,-1 0 0 0,-2 0 1-16,2 0 1 0,-5 0-2 15,-1 2 2-15,-1-1-2 16,-2 3 1-16,2 0-1 15,2-2 1-15,-2 1-1 16,1 1 0-16,2-1 1 16,1 1-1-16,0-1 0 0,-4 2 0 15,3-1 0-15,-1-3 0 16,1 2 0-16,3-2 1 16,0-1-1-16,5 0-1 15,-2 0 29-15,3 0-26 0,0-1-2 16,-1-2 0-16,0 0 0 15,2-1 0-15,-2 0 0 16,2-2 1-16,-3 2-2 16,3-2 1-16,-1 2 0 0,1 0 0 15,2 0 0-15,0 1 1 16,1 0-1-16,-1 1-1 16,1 0 2-16,0 1-1 15,-1 1-1-15,2 0 2 16,-2 0-1-16,0 0 0 15,1 0 0-15,-1 0 0 0,2 0 0 16,-2 3 0-16,2 0 0 16,0 3 0-16,-1-3 0 15,-1 4 0-15,3-3 1 16,-5 2-2-16,3-1 1 16,1 0 0-16,-2-1 0 15,1 3-1-15,-2-3 1 0,1 1-1 16,0 2 2-16,3 1-1 15,-1 2 1-15,3 1-2 16,0 1 1-16,-1-1 0 16,2 3 1-16,-2-1-1 0,1 0-1 15,4 3 1-15,0-2 0 16,1 0 0-16,4 0 0 16,1 0-1-16,1 2 2 15,3-3-2-15,1 5-2 16,3-5 2-16,2 0-4 0,2 2 4 15,2-3 1-15,2-1 0 16,2 2-1-16,-2 1 0 16,4-3 0-16,-3 4 0 15,3-1 1-15,1 0-1 16,1-1 0-16,3 2 1 0,-2 0-2 16,3 2 1-16,0-1 0 15,2 5 0-15,4 0-3 16,-2 5 2-16,4-1-2 15,3 5-4-15,2 1 1 16,0-1-1-16,6 3 4 16,8 0 2-16,2 1 2 0,8 2-2 15,3-1 4-15,6 4-1 16,8 1 0-16,10 1 2 16,16 0 3-16,10-1 1 15,15-4-18-15,12-8-70 16</inkml:trace>
  <inkml:trace contextRef="#ctx0" brushRef="#br0" timeOffset="116871.29">20909 5895 40 0,'4'-3'-1'0,"-1"2"-21"0</inkml:trace>
  <inkml:trace contextRef="#ctx0" brushRef="#br0" timeOffset="116951.34">20909 5895 11 0,'42'-23'36'15,"-34"19"-10"-15,0 2-13 0,-2 1-11 16,3-2-2-16,-3 2-55 16</inkml:trace>
  <inkml:trace contextRef="#ctx0" brushRef="#br0" timeOffset="117505.2">21007 5860 104 0,'0'0'11'0,"0"0"12"16,0 0 1-16,0 0-13 15,0 0-7-15,0 0-3 16,0 0 0-16,0-12 0 16,0 12 1-16,0-1-2 15,0 1-2-15,0-2 8 0,-3 2 0 16,1 0-3-16,-2 0 0 16,0 0-3-16,-1 0 1 15,-2 0 0-15,0 0 0 16,1 0-1-16,-3 0-1 0,0 0 3 15,1 0-2-15,0 0-1 16,0 4 0-16,-1 1 2 16,2-1-2-16,-3 0 0 15,-1 2 1-15,1 0-1 16,1 1 1-16,-4 0 1 16,4 0 0-16,-1 3-1 0,2 1-1 15,-2-1 1-15,4 3 0 16,-2-2-1-16,3 0 2 15,-3-2-1-15,3 1-1 16,2-1-1-16,-1-2-3 16,4 0 3-16,0 0-2 0,0 0 4 15,0-1 1-15,2 2-1 16,4-3 0-16,0 0 1 16,2 0 0-16,3-1 2 15,-2 0 7-15,5-1-3 16,0 0-1-16,3-2 1 0,1-1-3 15,1 0 0-15,2 0-1 16,-3 0 2-16,4 0-4 16,-3 0 1-16,-1 0 1 15,1 0-2-15,-2-1 0 16,0-5-3-16,-5 2-30 0,-1-2-40 16,-5-2-66-16</inkml:trace>
  <inkml:trace contextRef="#ctx0" brushRef="#br0" timeOffset="117755.4">20895 5984 135 0,'0'0'6'0,"0"0"11"0,0 0 0 16,0 0 0-16,0 0-1 16,0 0-11-16,0 0-3 15,0 0 6-15,0 0-3 16,56-11-2-16,-31 11-3 0,4 0-23 16,2-1-61-16</inkml:trace>
  <inkml:trace contextRef="#ctx0" brushRef="#br0" timeOffset="118358.46">21238 6217 176 0,'0'0'6'0,"0"0"-9"16,0 0 2-16,0 0 6 15,0 0-3-15,0 0-1 16,0 0 0-16,0 0 2 0,0 0 7 15,-1 0-2-15,1 0-2 16,0 0-2-16,0 0-1 16,5 0-2-16,-2-4 0 15,1-3 0-15,2 3 0 16,-2-3 0-16,1-2 1 16,-2-1-1-16,-1 0 1 0,0-1 1 15,0 0 0-15,-2-1-1 16,1 1 1-16,-1 1-2 15,0 2 0-15,0 2 0 16,0 1-1-16,0 3-1 16,0 2-2-16,-3 0-2 0,-2 0 6 15,0 4-2-15,2 4-3 16,0 1 0-16,1 2-3 16,2 0-2-16,0-2 5 15,0 1 1-15,4 1 1 16,2-2 2-16,3-2 0 0,1-1 2 15,-1-2 4-15,3 2-1 16,1-5 0-16,3 2 0 16,-1-3 0-16,3 0-5 15,0 0-22-15,0-3-12 16,-2-7-21-16</inkml:trace>
  <inkml:trace contextRef="#ctx0" brushRef="#br0" timeOffset="118605.67">21303 5999 116 0,'0'0'8'0,"0"0"17"0,0 0 4 0,0 0-7 0,0 0 1 15,-38-36-6-15,36 34-6 16,0 1-8-16,2 1-1 16,0 0-19-16,0 0-38 15,0 0 13-15,2 3-4 0</inkml:trace>
  <inkml:trace contextRef="#ctx0" brushRef="#br0" timeOffset="118936.36">21574 5882 81 0,'0'0'11'0,"0"0"6"0,0 0 2 16,0 0 0-16,0 0 5 16,0 0-8-16,43-9-10 15,-31 8-3-15,3 0-3 16,-1 1 2-16,2 0-2 15,-1 0-3-15,0 0-31 0,-3 0-19 16</inkml:trace>
  <inkml:trace contextRef="#ctx0" brushRef="#br0" timeOffset="119104.05">21665 5956 241 0,'0'0'7'0,"0"0"-1"16,0 0-13-16,0 0 11 0,0 0 2 16,47 0-2-1,-25 0-15-15,1 0-97 0</inkml:trace>
  <inkml:trace contextRef="#ctx0" brushRef="#br0" timeOffset="121141.96">22205 5827 4 0,'0'0'5'0,"0"0"19"0,0 0-1 0,0 0-4 16,0 0-4-16,0 0 2 16,0 0-2-16,0 0-3 15,0-3-4-15,0 3-4 0,0 0-2 16,0-1-2-16,0 1 1 16,0 0-1-16,0-2 0 15,0 2-1-15,0 0 3 16,0-1 2-16,-3 1 8 15,2 0-4-15,-1-2-4 16,0 2-2-16,0 0-2 0,-3 0-1 16,-1 0 1-16,0 0 1 15,0 0-1-15,0 0 0 16,-1 0 2-16,0 0-2 16,1 2 3-16,1-1-3 15,0-1 0-15,-1 3 0 0,1 0 0 16,-2-2 0-16,1 2 0 15,1 2 0-15,-3-1 0 16,3 0-1-16,-4 0 1 16,2 0-1-16,0 1 1 0,3-1-1 15,-3 0 1-15,3 1 0 16,1-1-2-16,-1 0 1 16,2 0 0-16,0-1-1 15,1 1-1-15,0-1 2 16,0 0 0-16,-1 1-3 15,2-1 4-15,0 2 0 16,0 0-1-16,0-1 1 0,0 0 1 16,0 0-1-16,0 0 0 15,0-1-1-15,0-2-2 16,0 3 1-16,0-1 6 16,0 0-1-16,0-2 2 0,2 2 1 15,1 0-1-15,3-2-1 16,-1 2-1-16,2-1-1 15,-1 0 3-15,0 1-5 16,1-1 1-16,-2-1 0 16,4 2 1-16,-2-3-1 0,2 0 0 15,-2 1 1-15,1-1-2 16,-1 0 2-16,0 0-1 16,1 0 0-16,-3 0 1 15,4 0 0-15,-4 0-1 16,1 0 0-16,-1 0-1 15,2 0 2-15,-3 0-1 0,0-1 4 16,-1-2 2-16,1-1 1 16,1 0 0-16,-2-2-1 15,1 3-2-15,0-4 0 16,0 3-4-16,-1-3 1 16,1 0-1-16,0 1 0 15,-4 0 0-15,2-1 0 0,-1 2 0 16,-1 0 1-16,0-2-2 15,0 0 2-15,0 0 2 16,0 1 1-16,0-2 4 16,-1 0-4-16,-4 0 0 15,-2 1-4-15,0 0-2 16,-1 1 4-16,-2 2-1 0,-3 3-6 16,-1 1-25-16,-2 0-25 15,0 0-31-15</inkml:trace>
  <inkml:trace contextRef="#ctx0" brushRef="#br0" timeOffset="121671.14">21633 6291 166 0,'3'0'2'0,"-1"0"2"0,0 0 4 16,1-3-5-16,-1 3-1 15,1-4-1-15,2 4-1 0,-2-1-1 16,5-1 3-16,1 2 6 16,3 0-5-16,3 0-3 15,3 0 0-15,2 0 1 16,1 0 0-16,1 0 0 15,4-3-1-15,1 1 1 16,0-2-2-16,3-1 0 16,0 2 2-16,0-2-1 0,0 0 2 15,-3 1-1-15,-3 1 0 16,-3 0 0-16,-5 2-1 16,-3-1-4-16,-5 1-2 15,-2 0-7-15,-4 1-15 0,-2 0-3 16,0 0-6-16,-11 0-3 15</inkml:trace>
  <inkml:trace contextRef="#ctx0" brushRef="#br0" timeOffset="122023.79">21773 6321 54 0,'0'0'2'0,"0"0"1"16,0 0 4-16,0 0-3 16,0 0 2-16,0 0 3 15,0 0-4-15,0 0 4 16,48 6 1-16,-35-6 2 16,3 0-1-16,1-3-3 15,6 0 1-15,-2 0 4 0,3-1-4 16,2-2-2-16,2 2 3 15,0-3 5-15,0 3-2 16,3-1-5-16,-3 0 0 16,0-1-1-16,-1 2 1 15,-3 2-4-15,-1-1-2 0,-2 2-1 16,0 1 0-16,-4 0 0 16,2 0 0-16,-2 0-4 15,-3 4-47-15,-4-3-69 16</inkml:trace>
  <inkml:trace contextRef="#ctx0" brushRef="#br0" timeOffset="124289.39">10818 8696 103 0,'0'1'6'0,"0"-1"2"0,0 0-6 15,1 0-5-15,0 0 3 16,-1 0-1-16,0 0 0 16,2 0-1-16,-1 0 1 0,-1 0 2 15,2 0-1-15,-2 3 0 16,0-3-1-16,0 3-2 15,0-2 3-15,0 2 0 16,0-3 0-16,0 3 0 16,0-2 1-16,0 1 3 15,0-2 4-15,0 0-1 0,0 0 2 16,0 1-4-16,0-1-3 16,-2 0-5-16,2 0-5 15,0 3 1-15,-3 0 1 16,3 1-6-16,-3-2-18 15</inkml:trace>
  <inkml:trace contextRef="#ctx0" brushRef="#br0" timeOffset="127757.28">17078 7067 11 0,'-2'1'71'0,"0"1"-37"0,-1-2-1 16,3 0-17-16,0 0-9 16,0 0-6-16,0 0 2 15,0 0 14-15,8 0-5 16,2 0-5-16,3 0-3 0,4 0-2 15,1 0-2-15,3 0 1 16,2 0 1-16,-2-2-1 16,2-1-2-16,2 1 2 15,2-2 0-15,-2 1-1 16,3 0 1-16,2 1-11 0,-5-2-42 16,-1 1-16-16</inkml:trace>
  <inkml:trace contextRef="#ctx0" brushRef="#br0" timeOffset="127905.37">17271 7118 177 0,'0'0'12'16,"0"0"16"-16,0 0-26 16,0 0 4-16,44 4-3 15,-11-8-13-15,4-3-29 0,2-3-34 16</inkml:trace>
  <inkml:trace contextRef="#ctx0" brushRef="#br0" timeOffset="131557.4">13930 8545 134 0,'-1'-2'6'0,"-2"-1"38"16,2 1-30-16,1-1-12 0,0 3 0 16,0 0-1-16,0-1 0 15,0 1-2-15,0 0-3 16,1 0-8-16,3 0-3 0,2 0-8 15,-1 0-11-15,1 0-33 16</inkml:trace>
  <inkml:trace contextRef="#ctx0" brushRef="#br0" timeOffset="132684.01">16075 6267 13 0</inkml:trace>
  <inkml:trace contextRef="#ctx0" brushRef="#br0" timeOffset="133337.65">16501 9197 39 0,'0'0'1'16,"0"0"0"-16,0 0-1 0,0 0-3 15,0 0 0-15,0 0-3 16,0 0 2-16,0 0 3 16,0 0 1-16,1 40-4 15</inkml:trace>
  <inkml:trace contextRef="#ctx0" brushRef="#br0" timeOffset="134142.32">17471 6264 176 0,'0'0'-26'0,"0"0"28"0,0 0 7 0,0 0-3 0,0 0-8 16,0 0-13-16,0 0-7 15,0 0-3-15</inkml:trace>
  <inkml:trace contextRef="#ctx0" brushRef="#br0" timeOffset="138828.96">13903 10771 82 0,'-3'-2'8'0,"1"0"13"0,1 0-10 15,1 1-1-15,0-1-6 16,0 2-3-16,0 0 0 15,0 0-1-15,0 0 0 0,0 0-1 16,0 0-1-16,0 0 0 16,0 0-2-16,0 0-1 15,1 6 4-15,4 0 1 16,1 0 0-16,-2 0 1 0,3-3 1 16,2 0 2-16,5-3 5 15,3-3 12 1,5-13 9-16,12-7-8 0,9-10-12 15,8-10-6-15,11-8-2 16,9-7 1-16,6-5-16 16,0-5-86-16</inkml:trace>
  <inkml:trace contextRef="#ctx0" brushRef="#br0" timeOffset="142641.96">20554 10058 116 0,'-3'0'14'0,"1"0"26"0,2 0-19 0,-2 0-2 16,2 0-18-16,-1 0 0 0,0 0-11 16,-1 0 27-16,2 0-5 15,0 0-8-15,0 0-4 16,0 0-3-16,0 0 7 15,0-2 0-15,-1 2-1 16,1-1-2-16,-2-2 0 0,-1 0-1 16,1 0 2-16,-1-3-2 15,0 0 1-15,-1 0-1 16,-3-4 1-16,3 0 0 16,3 0 0-16,-1-1-7 15,2-2 12-15,0-1-6 16,0-2 1-16,2 0-5 0,3 1 3 15,2 1-2-15,-2-2 1 16,1 2 3-16,0 1-1 16,-1 1 1-16,2 0-1 15,-4 1 3-15,3 2-2 0,0-1-1 16,2 2 1-16,3-1-2 16,2-1 1-16,4 3 0 15,1-3-1-15,1 3-3 16,0-2 1-16,1 0 1 15,1 1 2-15,-1 0 0 16,0 1 0-16,4 0 0 0,1 0 0 16,2 0 0-16,-1 1 0 15,1 1 0-15,0-2 0 16,0 2 0-16,0-1 0 16,-2 2 0-16,-1-2-1 15,1 2 2-15,1-2 1 0,-4 3-1 16,0-1 0-16,-1 3 0 15,-3-3 0-15,-3 2 0 16,0-2 2-16,-3 4-2 16,0-3 1-16,-7 3-3 15,3-1 3-15,-3 1-2 0,-3 0-2 16,0 0-4-16,-2 0-9 16,0 0-36-16,0 0 6 15,0 0-47-15</inkml:trace>
  <inkml:trace contextRef="#ctx0" brushRef="#br0" timeOffset="143106.37">21163 9518 8 0,'0'0'20'0,"0"0"0"0,0 0-1 0,0 0 2 16,0 0-5-16,0 0 4 16,0 0-3-16,0 0 0 15,0 0-4-15,0 0-4 16,47 16-1-16,-34-12 0 0,2-2-3 16,2 2-2-16,-1-3-1 15,-3 5 0-15,2-1-2 16,-3-1 0-16,-3 1-2 15,-2 2 2-15,-4 0-2 16,-2 4 0-16,-1 5 0 0,-1 3 4 16,-13 9-1-16,-4 5 9 15,-11 9-37-15,-6 1-64 16</inkml:trace>
  <inkml:trace contextRef="#ctx0" brushRef="#br0" timeOffset="147079.94">21810 9392 130 0,'0'0'11'0,"0"-2"16"0,0 2-3 15,0-1-16-15,0 1 1 16,0 0-1-16,0 0-1 15,0 0-2-15,0-2-2 0,0 2 4 16,0 0 1-16,0 0-3 16,0 0-4-16,1 0-1 15,2 0 0-15,2 5 0 16,-2 0 0-16,0 2 0 16,0 2 0-16,1 2-1 15,-2-1 1-15,0 2-1 0,0 2 1 16,-1-2 1-16,1 3-1 15,-2-2 0-15,0 2 0 16,0-1-13-16,0-1-34 16,0 0-25-16</inkml:trace>
  <inkml:trace contextRef="#ctx0" brushRef="#br0" timeOffset="148054.87">21856 9380 78 0,'0'0'26'0,"0"0"9"0,0 0 15 16,0 0-18-16,0 0-11 15,0 0-9-15,0 0-8 16,0 0-4-16,0 0-2 16,0 0 1-16,39-17 0 0,-33 23 0 15,2 1 0-15,0 3 0 16,-3-1 0-16,3-1 1 15,-3 2 0-15,4 1 0 16,-4-3 0-16,1 0 0 16,-1 1-1-16,-2-1 2 0,-1-1-1 15,0 0-5-15,-1-2-3 16,2 0-2-16,-3-2 0 16,0 0 5-16,0-2 5 15,0-1-1-15,0 0 1 16,0 0 2-16,0 0 2 0,0 0 0 15,0-3-2-15,0-4-1 16,0 0-1-16,0-1 1 16,0-1-1-16,0-1-1 15,0 0-4-15,2-2-1 16,-2 3 3-16,1-2 3 0,0 2 1 16,1-1-1-16,1 3 2 15,3 3 0-15,-3-2-2 16,2 3 0-16,1 0 0 15,2-1 0-15,-2 4 0 16,1-1-1-16,1-1 1 0,-1 2 0 16,-1-1 0-16,-1 1 0 15,1 0 0-15,-1 0 1 16,0 0 0-16,1 0-1 16,-3 3 1-16,1 0-1 15,2 2 0-15,-1-1 0 0,2 1 0 16,-2 1 1-16,3-1 4 15,-3 2 0-15,1 0 2 16,1 3-2-16,-1-2-2 16,1 1-1-16,-2 3 0 15,1-1-1-15,-3 0 0 16,1 1-1-16,0-1 1 0,-1-2 0 16,0 4-1-16,-1-4 1 15,1 1-1-15,0 0 1 16,-1 0 0-16,1-1-4 15,-1-2-31-15,1-3-51 16</inkml:trace>
  <inkml:trace contextRef="#ctx0" brushRef="#br0" timeOffset="148673.66">22297 9478 114 0,'0'0'5'0,"0"0"6"0,0 0 4 0,0 0-6 16,0 0 4-16,47 0-3 16,-40 0 0-16,1 0-2 15,1 0 5-15,-2 0-3 16,0-2-1-16,-1 0 1 16,1-2-4-16,0 1 0 0,-2-1-3 15,1-2 1-15,-3 0-1 16,-1 1-1-16,0-1-1 15,-2 0 1-15,0 1-2 16,0-2-2-16,0 2 2 16,0 0-1-16,-2 0 2 0,-2 1 1 15,1 0-2-15,-1 2-3 16,1 1 1-16,-2 1 4 16,-1 0-5-16,0 0 6 15,-1 0-5-15,-1 3 4 16,-1 1-5-16,1 3 3 15,-1 0 0-15,0 2 0 0,2 1-1 16,-2 0 1-16,5 1 1 16,-2 1-1-16,2 0-1 15,2-3 1-15,2 1 0 16,0 0 0-16,0-2 1 0,6-1 2 16,2-1-2-1,3-2 1-15,1 1 0 0,1-1 0 16,3 0-9-16,0-3-42 15,2-1-30-15</inkml:trace>
  <inkml:trace contextRef="#ctx0" brushRef="#br0" timeOffset="149264.85">22653 9468 54 0,'0'0'25'0,"0"0"-22"0,0 0-1 0,0 0 1 0,0 0 16 16,15-40 1-16,-16 34 5 16,-4 3 1-16,2-1-2 15,-3 1-6-15,-1 1-10 0,2 0-7 16,-1 2 7-16,1 0-10 16,-2 0 3-16,0 0-1 15,0 0 1-15,1 0-1 16,0 5 0-16,-1-1 0 15,0 3 0-15,2 2-1 0,-3-2 2 16,2 4-2-16,1 1 2 16,-1-4-1-16,3 2 0 15,2-1-2-15,1-2 3 16,0 1 0-16,0-2 1 16,1-2 2-16,6 1-1 15,1-3 1-15,0 1-1 0,1-3 0 16,1 0-2-16,-1 0 1 15,-2 0-1-15,4 0 1 16,-6-3-1-16,1-4 1 16,-2 0-1-16,0-1 0 0,-1-2 0 15,1 1 1-15,-4-1 1 16,1 3 4-16,2 0-1 16,-3 1-2-16,1 2-3 15,-1 1 0-15,1 2 0 16,-1 1-1-16,0 0 0 15,0 0-3-15,0 0-2 0,1 1 4 16,0 5 1-16,1 0 0 16,0 1 0-16,2-1 0 15,-1 0 1-15,1 0-1 16,2 0-1-16,-1-3-14 16,2 2-21-16,-1-3-48 0,1-2-8 15</inkml:trace>
  <inkml:trace contextRef="#ctx0" brushRef="#br0" timeOffset="149917.96">22745 9410 103 0,'0'0'16'0,"0"0"17"0,0 0 0 15,0 0-13-15,0 0 1 16,0 0-12-16,0 0-2 0,0 0-5 15,0 0-2-15,0 0 0 16,0 0-1-16,28-10 0 16,-27 17 2-16,2 1-1 15,0-1 1-15,1 1 0 16,-3-1-1-16,2-1 2 0,0-2-2 16,-2 0 1-16,2 1-1 15,-3-4 0-15,0 2-6 16,0-2 4-16,0-1 1 15,0 2 1-15,0-2 4 16,0 0-3-16,0 0 3 0,0 0-1 16,0 0 1-16,0 0-1 15,0 0 0-15,0-3 2 16,0-3 9-16,-2 1-6 16,2-1-6-16,0-1-6 15,0-1 3-15,0 0 1 0,2 1 0 16,2 0-1-16,2 0-1 15,0 1 3-15,-1 2-2 16,0-2 2-16,0 3-1 16,0-1 0-16,2 3 0 15,-2-2 0-15,3 0 0 0,-3 1 0 16,4 0 0-16,-2 0-1 16,3 0 1-16,-1 1 1 15,-1-1-1-15,2 0 1 16,-1 2 0-16,1 0 0 15,-2 0-1-15,1 0 0 0,-2 0 0 16,2 7-1-16,-4-1-1 16,-1 1-1-16,0 0 0 15,-2 3 2-15,-2-3 2 16,0 3 0-16,0-3 0 16,0 2 0-16,0-1-1 15,0 2 1-15,0 0 0 0,0-1 0 16,-2-1-22-16,0-3-76 15</inkml:trace>
  <inkml:trace contextRef="#ctx0" brushRef="#br0" timeOffset="151157.03">23183 9318 72 0,'0'0'10'0,"1"0"2"0,-1 0-4 0,1 0-1 15,-1 0-1-15,0 0-2 16,0 0-3-16,0 0 2 15,0 0 2-15,0 0 3 0,1 0-2 16,0 0 9-16,-1 0 2 16,1 0 0-16,1 0-3 15,1 0-5-15,-1 0-4 16,1 0 1-16,0 0-4 16,2 0-2-16,0 0 1 0,-2 0-1 15,1 0 0-15,0 0 0 16,1 0 1-16,-1 0-1 15,3 0 0-15,-2 0 2 16,1 0-2-16,0 0 0 16,0 0 4-16,1 0 1 0,-1-2-3 15,0 1-2-15,-3 1 0 16,-1 0-1-16,1 0-2 16,0 0-4-16,-1 0-6 15,-2 0-17-15,0 0-25 16,0 0-4-16</inkml:trace>
  <inkml:trace contextRef="#ctx0" brushRef="#br0" timeOffset="151719.04">23215 9422 61 0,'0'0'30'0,"0"0"-5"0,0 0-4 15,0 0-6-15,0 0-1 16,0 0-7-16,0 0-2 0,0 0 1 16,0 0-4-16,0 0-1 15,0 0 1-15,16 0 1 16,-11 0 3-16,2 0 5 16,-1 0-3-16,2 0-2 15,1 0 2-15,1-1-3 0,-1 0-4 16,1 0 0-16,0 1-1 15,-3 0 0-15,1 0 0 16,1 0-2-16,-3 0-9 16,0 0-14-16,-3 0-29 15,0-2-10-15</inkml:trace>
  <inkml:trace contextRef="#ctx0" brushRef="#br0" timeOffset="153988.4">23605 9230 96 0,'0'0'1'0,"0"0"1"0,0 0-6 0,0 0-3 0,-5 0 6 15,2 0 6-15,1 0 2 16,-2 0 4-16,1 0 9 16,0 0 3-16,1 0-3 15,1 0-9-15,-3-1-6 0,2 1-3 16,0 0-1-16,0 0-1 16,-2 0 0-16,2 0 0 15,-2 0 0-15,0 0 0 16,1 0 0-16,-1 0 1 15,-1 1-1-15,-1 0 2 0,1 3-2 16,-1-1 0-16,0-1 0 16,-1 2 1-16,2 0-2 15,-2-1 1-15,3 1 0 16,1-1 1-16,-2 0-2 16,2 3 1-16,2-3 0 0,0 1-2 15,1 0 4-15,0-1-2 16,0 1 3-16,0 0-3 15,0 1 0-15,0-2 0 16,0 1-2-16,0 1 4 16,0-3 1-16,0 4-1 0,0-1-1 15,0-2 0-15,1 3-1 16,2-2 1-16,-1-1-1 16,-2 0-1-16,4-1-1 15,-2 1 3-15,0-2 8 16,-1 0-1-16,2-1 2 0,0 3-1 15,2-2 0-15,-3-1-1 16,3 0-1-16,1 1 0 16,-1 0-3-16,0 0-2 15,2 0-2-15,-2 1 1 16,0-1 0-16,0-1-1 0,0 0 0 16,0 2 1-16,0 0-1 15,0-2 1-15,0 0 2 16,0 1-3-16,0-1 1 15,0 0-1-15,1 0 1 0,-1 1 1 16,0-1-2-16,-3 0 0 16,4 0 1-16,-4 0-1 15,1 0 1-15,0 0 0 16,1-1-1-16,0 0 1 16,-2-3 0-16,1 3-1 15,3-3 1-15,-4 2 0 0,0-2-2 16,0 2 2-16,1-2-1 15,1 1 0-15,-1-1 0 16,-2 1 2-16,0 0-2 16,0-1 0-16,-1 0 0 15,2 1 0-15,-1-2 0 0,0 1 0 16,0 0 1-16,2 1-1 16,-3-1 0-16,2 1 0 15,-2-1 0-15,0 0 0 16,0-1 0-16,1 1 0 15,-1 1 0-15,1-1-1 0,-1 0 2 16,1-2-1-16,-1 2 0 16,0 0 0-16,0-2 0 15,1 2 0-15,0 2 0 16,-1-1 0-16,0-1 0 16,0 2-1-16,0-1 1 0,0 1 0 15,0-1 0-15,0 0 0 16,-2-1 1-16,0 1 0 15,1-1 3-15,-3 2-3 16,0 0-2-16,0-1 1 16,-4 3 0-16,1 0-2 15,-4 0-1-15,-3 0-19 0,-2 0-23 16,-3 0-51-16</inkml:trace>
  <inkml:trace contextRef="#ctx0" brushRef="#br0" timeOffset="155595.07">21535 9336 2 0,'0'0'79'0,"0"0"-77"0,0 0 7 0,0 0 8 16,0 0 7-16,0 0 4 16,0 0 2-16,0 0-8 15,0 0-12-15,0 0-6 16,0 0-5-16,0 0-2 0,0 0 1 16,5 9-3-16,-3 2 1 15,0 2 0-15,0 1 4 16,1 3-2-16,-1 5 2 15,2 0-1-15,0 4 2 16,0-1 1-16,1 2-2 0,2 0 0 16,0 0 1-16,2-2 0 15,2 0-1-15,-3-2-1 16,2-1 2-16,2 0-2 16,-1-2 2-16,1 0 3 15,0-2 3-15,-3 1-1 0,0-2-2 16,2 1 0-16,-6-2-3 15,1 1 0 1,-2-3 0-16,-1 0 0 0,-1-2-8 16,-2-1-21-16,0-7-36 15,0-4-32-15</inkml:trace>
  <inkml:trace contextRef="#ctx0" brushRef="#br0" timeOffset="158035.53">21520 9251 72 0,'0'0'20'0,"0"0"-5"0,0 0 2 0,0 0-2 15,0 0 9-15,0 0-5 16,0 0-9-16,0 0-3 0,43-27-4 16,-28 24-2-16,1 1-1 15,1 0-2-15,0-1-1 16,2 0-8-16,-1 2 8 15,-1-3 2-15,2 1 3 16,2-1-1-16,0-1 5 16,2 1 0-16,1 1-3 0,1-3 0 15,2 2-1-15,1-1 1 16,5 0-3-16,-3 1 1 16,2-2 0-16,3 2-1 15,-1-2 0-15,1 2 0 16,-3 0 0-16,3-2 1 0,-3 2-1 15,0-3 1-15,2 3 1 16,-3-1 2-16,2-2 1 16,0 2 2-16,0-1-3 15,0 0-3-15,-3 2-1 16,1 0 0-16,0-1 1 0,-3 1-1 16,0-1 0-16,3 0 0 15,-2 0 1-15,-2 0 1 16,3 1 0-16,0 0-1 15,0-2-1-15,0 3 1 16,0-2-1-16,0-1 0 0,0 0 0 16,0 1 0-16,-1-1 1 15,1 0-2-15,0 1 2 16,-6-1 3-16,4 0-3 16,-3 2 2-16,-1-2-1 15,0 0-1-15,-3 2 0 16,2 0 0-16,0-2-1 0,-1 2 0 15,0-2 0-15,-1 2 1 16,1-2 4-16,0 2 1 16,-1 0-1-16,1 0-2 15,-1-1 0-15,0 2-2 0,-2-1-2 16,3 4 2-16,-4-4 0 16,3 1-1-16,1 0 0 15,-1 2 0-15,0-3 0 16,3 2 0-16,-2-2 1 15,2 1-1-15,0 0-1 16,-2-1 2-16,-2 0-1 0,0 1 0 16,-1 0 0-16,-3 0 1 15,-1 0-1-15,-2 1 1 16,-2-1-1-16,2 1 2 16,-2 0-2-16,-1 1 1 15,2 1-1-15,0-1 0 0,1 0 0 16,-1 1-1-16,0 0 2 15,-3 0-1-15,-1 0 0 16,0 0 0-16,-4 0 0 16,2 0-1-16,-2 0-1 15,-2 0 1-15,1 2 0 0,0 3 0 16,0-1 1-16,1 2-1 16,-1-2-2-16,0 4 1 15,1 1 1-15,0 1 0 16,-3-2 1-16,1 2 1 15,2 0 0-15,0 3 1 0,-1 0-1 16,2 0 0-16,0 1-1 16,1 0 1-16,-1 0-1 15,2 3 0-15,-3 0 0 16,3-1 0-16,-1 1 0 16,-1 0 1-16,0-1 0 15,2-2 0-15,-1 3 0 0,-1-3 2 16,2 0-3-16,-1 1 0 15,0-2 1-15,-1 2-1 16,0-4 0-16,4 3 1 16,-3-2-1-16,1-1 0 0,-2 3 1 15,5-1 0-15,-3-3-1 16,0 2 0-16,-2-1 1 16,4-3-1-16,-4 1 0 15,-1-4 0-15,1 1 1 16,-1 1-1-16,2 0 2 0,-3-1-2 15,3 0 1-15,-1 1-1 16,-3 0 0-16,-1 0 0 16,1 0 0-16,-2 1 0 15,0-1 0-15,0 0 0 16,0 1 0-16,0-1-1 0,0 0 1 16,-2 2 0-16,-5-1 0 15,-1 1 0-15,-3-1-2 16,-1 2 0-16,-2-3-1 15,-1 3 3-15,0-4-1 16,0 1 0-16,-5 0 1 0,2-1 2 16,-2-2-2-16,-2 1 0 15,-3 0-6-15,-1 1 11 16,-1-1-4-16,-2 1 2 16,-2-2-2-16,1 2 2 15,-3 1-3-15,1-1 1 16,-2-2 2-16,2 2-1 0,1-1 1 15,0 1 0-15,-2-2 1 16,2 1 0-16,-1-1-2 16,0 2-1-16,0-2 0 15,3 0 0-15,0 2 0 0,0-3-2 16,3 1 2-16,0-1-1 16,0 0 1-16,0-1-1 15,0 1 0-15,3 0 1 16,-3-1-1-16,-3-1 0 15,0 3-1-15,-2-1 3 16,0 1-3-16,-1 0 1 0,-4-1 0 16,3 0 0-16,0 0 0 15,0 0 0-15,0 1 0 16,-2 2 0-16,1-2-1 16,-1-1 1-16,-1 1-1 15,-1-1-1-15,2 0 3 0,3 1 0 16,-1-1-1-16,2 1 0 15,2-1 1-15,1 0-2 16,2 0 2-16,1 0-1 16,0 1-1-16,2-1 2 15,0-1-2-15,3 0 2 0,-4 2-2 16,3-1 2-16,1-1-1 16,0 0 0-16,-1 1 0 15,4-1 0-15,-4-1 0 16,2 2 0-16,3 0 0 0,-4-2 0 15,3 2 0-15,0 0 0 16,0-2-1-16,-3 2 1 16,1 1 1-16,0-1-1 15,-1 0 0-15,-3 1 0 16,3 0 0-16,-3 0 0 16,1 0 0-16,1 0 0 15,-1 0 0-15,2 0 0 0,-1 1 0 16,2-1 0-16,-2 2 0 15,3-1 0-15,-3 0 0 16,2 0 0-16,1 2 0 16,1-4 0-16,2 3 0 0,1-2 0 15,3-1 1-15,-1 3-2 16,2-2 1-16,3-1 1 16,-3 1-1-16,0-1 0 15,3 1 0-15,-3 0 0 16,0-1 0-16,3 0 0 15,-1 0 0-15,1 0 0 16,-3-2 0-16,2 1 1 0,1-1-1 16,-2 0 0-16,0 1 0 15,1-1 0-15,0-1 0 16,1 2 0-16,-1-2 0 16,2 2 0-16,1-2 0 0,2 0 0 15,2 0-8-15,1 0-57 16,0-5-128-16</inkml:trace>
  <inkml:trace contextRef="#ctx0" brushRef="#br0" timeOffset="158675.42">21544 9258 95 0,'-6'-3'4'0,"4"-1"17"0,0 1 10 16,1 1 2-16,0-1 0 0,1 0-18 15,0 3 0-15,0-2-6 16,0 2 0-16,0 0 0 16,0 0-7-16,-2 0-4 15,2 2-5-15,0 5 6 0,0 4 1 16,0 5 1-16,0 2 0 16,0 5 0-16,0 1-1 15,3 6 1-15,0 1-1 16,3 2 1-16,-1 2 0 15,1-2-1-15,1 0 0 16,4-2 0-16,-4-3 0 0,4-2 0 16,2-2-1-16,-2-1 2 15,-1-2 1-15,2 0 2 16,-2-1 0-16,0-3-2 16,0 0 0-16,-3-1 0 0,-1-2-1 15,1 0 0-15,-2-1-1 16,1-3-6-16,-3-3-22 15,-1-5-55-15</inkml:trace>
  <inkml:trace contextRef="#ctx0" brushRef="#br0" timeOffset="159962.62">21562 9244 112 0,'0'0'1'16,"0"0"11"-16,0 0 4 0,0 0 1 0,0 0 4 15,0 0-7-15,0 0-1 16,0 0-4-16,41-34-2 16,-31 28 0-16,-1 1 1 15,4-1-3-15,-1 0 1 16,1-2-2-16,2 1 2 0,1 0 1 15,4-1-3-15,-1 1 1 16,3 0-4-16,1 2 0 16,2-1-1-16,3 0 0 15,0-1 0-15,4 1 1 16,-1 3-2-16,2-4 1 0,3 0 1 16,0 3-1-16,3-2 1 15,-1-1-1-15,0 3 0 16,2 0 1-16,2-2-1 15,-2 3 0-15,0-1 0 16,1 1 0-16,-1-2 0 0,4 2 1 16,-1-2-1-16,2 1 0 15,4 0 1-15,-1 0-1 16,3-2 0-16,0 0 1 16,-2 2-1-16,1-2 0 15,-2-1 0-15,-1 0 1 16,-4 0-1-16,2-3 0 0,-3 0 0 15,-1 3 1-15,0-3-1 16,-2 0 0-16,-2 2 0 16,0-2 0-16,1 3 1 15,-1-1-2-15,-3 1 3 16,1 0 1-16,-2 0 1 0,1 0-2 16,-5 0 1-16,0 4-2 15,-1-1 2-15,-2 0-3 16,1 1 0-16,-4 1 0 15,-1-1 1-15,-2 2 0 16,-1 0-1-16,-6 1 0 0,-1 0 1 16,-2 0-1-1,-3 0 0-15,-1 0 1 0,-1 0-2 16,-1 0 2-16,-1 0-1 16,1 0-1-16,-2 0 1 15,0 0 0-15,-2 0-3 0,1 2 0 16,-1 1 2-16,0-1 0 15,2 0-1-15,0 1 2 16,-2-1 2-16,2 2-2 16,0-1 0-16,2 4 0 15,-4-1 0-15,3 1 0 0,0 0 0 16,3 1 0-16,-4 2 0 16,2 2 0-16,1-1 0 15,2 2 0-15,-1 1 1 16,2 0-2-16,-1-1 1 15,0 1 0-15,-2 2 0 16,1-2 0-16,0 2 0 0,-2-2 0 16,0 0 0-16,1-2 0 15,1 0 0-15,-3 1 0 16,1-3 0-16,1 1 0 16,-1-1 1-16,-1 0-1 0,2 2 0 15,0-1 0-15,-2 0 0 16,1 1 1-16,3 0-1 15,-4 0 2-15,3-2-2 16,-1 1 1-16,0-2-1 16,3-1 1-16,-4 2-2 15,1-5 2-15,-1 1-1 0,0 0 0 16,0-1 1-16,1 0-2 16,-3-2 2-16,1 4-2 15,0-3 2-15,-1 1-1 16,1 0-1-16,1 1 1 0,-1-1 0 15,0 3 1-15,1 0-2 16,0 3 2-16,-1 1-1 16,0-1-35-16,-3-1-69 15</inkml:trace>
  <inkml:trace contextRef="#ctx0" brushRef="#br0" timeOffset="161835.17">21417 9306 89 0,'4'-1'8'0,"-2"-2"10"0,-2 2-5 0,1-1 1 0,-1 2-3 16,0 0-2-16,0 0-4 0,0 0-2 15,0 0-6-15,0 0 6 16,0 2-2-16,1 5-1 15,0 3 1-15,1 1 0 16,0 5 0-16,2 4 0 16,-1-2-1-16,1 3 1 0,0 1-1 15,2-1 1-15,-2-1-1 16,2 0 0-16,-2-3 0 16,0 0 0-16,1-3 1 15,1 3 3-15,-2-1-3 16,2-1 1-16,-2 2-1 0,1 0-1 15,1-1 1-15,1 4 0 16,0-4-1-16,-2 1 0 16,1-2 0-16,0-2 0 15,2 1 5-15,-3-4 5 16,1 0-2-16,-1 0 0 16,-1-1-1-16,-1-1-5 0,1-1 1 15,-1 3-3-15,0-3 1 16,-1 1 1-16,0 0-2 15,-1 2 0-15,3-2 1 16,-4 2-1-16,2 0 1 16,1-1 0-16,0-2-1 0,2 0 1 15,-1 2-1-15,1-4 0 16,0 2 1-16,0-1-1 16,1-1 0-16,0 0 1 15,2-1-1-15,-2 2 1 16,3-5-1-16,-3 3 0 0,4-3 1 15,-3 2 0-15,2-2-1 16,2 0 1-16,-2 1-1 16,0-1 1-16,2 1-1 15,-3-1 2-15,1-1-2 16,1 0 0-16,1 0 1 0,0 0-1 16,1 0 1-16,-1 3-1 15,2-3 0-15,1 1 0 16,-2-1 0-16,2 0 1 15,0 0-1-15,2 0 0 16,1 0 1-16,3 0 0 0,-2-1 0 16,4-2 0-16,1-1 1 15,1 0 0-15,0 0-1 16,3-1 1-16,0 1-2 16,0-2 0-16,2 1 1 15,1 1-1-15,0-1 0 16,4-2 0-16,-2 1 0 0,2-2 0 15,1 0 0-15,3 1 2 16,-4-1-2-16,2-1 0 16,-1 2 0-16,1-3 0 15,1 3 1-15,-2-1-1 0,3 0 0 16,-1 0 1-16,-2 0-1 16,0 0 0-16,-1 0 0 15,-2-1 0-15,0 2 1 16,-2 0-2-16,-2 0 1 15,1 0 1-15,0 1-1 0,-1-1 0 16,0 1 0-16,0-1 3 16,2 1 1-16,-1 0 0 15,-2-3 0-15,-1 5-2 16,1-3-1-16,2 2-1 16,-2 0 0-16,0-1 1 0,2 3-1 15,-2-3-1-15,2 2 2 16,-1 0-1-16,1-2 0 15,2 3 0-15,0-1 0 16,2 0 0-16,-3 0 2 16,0-1-4-16,1 2 4 15,-3-1-2-15,-2 2 0 0,1-1 0 16,-4 1 0-16,-2-1 0 16,-3 1 0-16,0 0 0 15,-2-1 0-15,-2 2 0 16,1-1 1-16,0 1-1 15,-1-2 1-15,0 3-1 0,-1-2-1 16,-1 1 2-16,-3 0-1 16,-1-1 0-16,-3 1 0 15,0 1 0-15,-1-3 1 16,-1 2-1-16,-2-2 2 0,1-1 3 16,0-2 0-1,0 1 0-15,-1-3-2 0,1-2 1 16,0 0-1-16,0-2 0 15,-1-1-1-15,0-1-1 16,0-1-1-16,0 1-2 16,-1-4-36-16,0-2-133 0</inkml:trace>
  <inkml:trace contextRef="#ctx0" brushRef="#br0" timeOffset="174102.45">24093 9058 15 0,'0'0'18'0,"0"0"-5"0,1-1-6 0,-1 1-3 16,0-1-2-16,2 0 2 15,-2 1 15-15,1 0 5 16,-1-3-7-16,0 2 0 15,0 0 0-15,0 0-2 0,1 0-4 16,0 0-7-16,-1 1-2 16,0 0-2-16,0 0 0 15,0 0-2-15,0 0 1 16,0 0-1-16,0 0 1 16,0 0 0-16,0 0-2 0,0 0 3 15,0 0 3-15,0 0-3 16,0 1 2-16,0 2 0 15,0 1-2-15,0-1 2 16,0 3-1-16,0-1-1 16,0 1 1-16,1-2 1 15,2-1 1-15,-3 1 0 0,2-2-2 16,-2-1 1-16,1-1-1 16,1 0 1-16,1 0 4 15,4 0 8-15,-2-3 4 16,5-5-6-16,3-3-1 15,3-1-1-15,1-1-4 0,3-2-4 16,-3-1-1-16,2-1-2 16,-1 3-6-16,-1-3-22 15,-3 1-15-15,-6 2-53 16</inkml:trace>
  <inkml:trace contextRef="#ctx0" brushRef="#br0" timeOffset="174523.73">24174 9075 1 0,'0'0'-1'0,"0"0"1"0</inkml:trace>
  <inkml:trace contextRef="#ctx0" brushRef="#br0" timeOffset="174693.8">24174 9075 13 0,'0'0'31'16,"0"0"4"-16,0 0-1 15,-12 1-9-15,12-1-1 0,0 0-9 16,0 0 0-16,0 0-3 16,0-2-8-16,2-1 0 15,2-3-2-15,7-1-1 16,3-2 2-16,1-2 4 15,8-5-1-15,6-1-5 16,6-9-2-16,-1-9-65 0</inkml:trace>
  <inkml:trace contextRef="#ctx0" brushRef="#br0" timeOffset="178840.79">10405 3888 67 0,'0'0'8'0,"0"0"-6"0,0 0-2 0,0 0 1 15,0 0-1-15,0 0 1 16,-36-19 3-16,30 16 7 16,0-2 9-16,0 1-6 0,-1 1-8 15,-2-1-3-15,-2 0 0 16,2 2-2-16,-2-1 0 16,-1 1-1-16,-1 0 2 15,-1-1-2-15,1 0 1 16,0 2 1-16,-3-2 4 15,1 3 2-15,-1 0-4 0,1 0-3 16,-3 0 0-16,1 10-1 16,-2-1 0-16,-1 3 0 15,0 1-1-15,0 4 1 16,3-1 0-16,0 1 0 16,3 0-1-16,3 1 1 0,1 2 0 15,2 0 0-15,2 3 0 16,4 1 0-16,2 0 0 15,0 3 0-15,0 0-2 16,4 0 0-16,2 2 0 0,0-1 1 16,-2-1 1-16,-2-2 0 15,2 0 0-15,-3-3 1 16,2 1-2-16,0-2 1 16,1-2 0-16,-2-1 0 15,0 1 1-15,2 0-2 0,-2 0 1 16,2 1 0-16,-2 0 0 15,-1 1 1-15,1-1-1 16,-1 3 0-16,0-2 0 16,-1 2 0-16,0-2 0 15,0-1 0-15,0 1 1 16,0-5-1-16,-1 0 0 0,0-1 0 16,1-1 0-16,0-2 0 15,0 1 0-15,8-1-3 16,-1 1 1-16,8-3 0 15,6 1 2-15,8-2 5 16,13 1 2-16,13 0-4 0,13 0 3 16,13-6-28-16,15-3-96 15</inkml:trace>
  <inkml:trace contextRef="#ctx0" brushRef="#br0" timeOffset="180598.73">16164 3901 71 0,'0'-5'2'0,"0"1"-1"0,0 2 0 0,0-1-2 15,0 0 1-15,0-1-1 16,0 1-2-16,0 0 3 16,0 2 0-16,0-1 4 15,0 2 0-15,-6 0-1 0,1 0-6 16,-4 0-1-16,4 0 4 15,-6 3 1-15,5 0 0 16,-4 1-1-16,2-1 0 16,1 0 0-16,-1-2 1 0,2 2-1 15,0-3 1-15,2 0-1 16,3 1 4-16,0 0 6 16,1-1 7-16,0 1-14 15,2 0-11-15,8-1 6 16,4 0 2-16,2 1-1 15,8-1-1-15,3 0 2 0,2 0 0 16,4 0-4-16,1 0 4 16,0-4-3-16,1 0 8 15,-1 0-3-15,0-1 2 16,-3 0 0-16,0 2-3 16,0 0 0-16,1-1 0 0,0 1 0 15,3-1-1-15,1 2 1 16,2 0-1-16,1-2 0 15,0 1-1-15,0 0 3 16,2 1-3-16,-1-1 2 16,1 2-2-16,0-2 2 0,2 0-1 15,0-1 1-15,2 1-1 16,-3-2 1-16,1 2 0 16,2-2 2-16,1 0-1 15,-1 1-2-15,0 1 1 16,4 0 0-16,-1 0-1 15,3 2 0-15,2-2 0 0,2 1 0 16,4-1 1-16,3-2-1 16,1 1 1-16,3-2-1 15,2 3-1-15,-1-4 2 16,0 1-1-16,-3-1 0 16,1 0 0-16,0-2 1 0,-4 2 1 15,1-2 4-15,-4 1 2 16,-2 1 1-16,0 2-3 15,-1-1-4-15,-3 3-1 16,2 0 0-16,0 2 0 16,-4-1-2-16,0 2-7 0,-5 0-30 15,-7-2-77-15</inkml:trace>
  <inkml:trace contextRef="#ctx0" brushRef="#br0" timeOffset="181930.15">16012 4586 82 0,'0'0'3'0,"0"0"2"0,0 0-3 0,0 0 2 15,0 0-3-15,0 0 1 16,0 0-2-16,0 0 0 16,-2 0 0-16,1 0 1 0,1 0-1 15,0 0 0-15,0 0 0 16,0 0 0-16,0 0-1 15,0 0 1-15,0 0 2 16,0 0 3-16,0 0 0 16,3 0 3-16,-1 0-5 0,0 0-1 15,0 0 0-15,1 0 0 16,1 0-1-16,2 0 0 16,0 0-1-16,3 0 0 15,1 0 0-15,4-2 0 0,1 2 2 16,1-3-4-1,5 0 2-15,-3 1 0 0,6-1 0 16,-1-1 2-16,2 2-4 16,2-1 2-16,1 0 0 15,1 2 0-15,2-2 2 16,-2 2-2-16,2-2 0 0,0 0 0 16,3 0 0-16,1-1 0 15,5 0-2-15,2-1 2 16,5 1 2-16,4 1-2 15,2-2-2-15,2 0 2 16,1-2 0-16,0 2 0 0,1-3 0 16,1 0 0-16,-2 1-1 15,2 0 2-15,1 0 1 16,5-2 1-16,0 2 1 16,6 1 2-16,5-1-2 15,4 2-3-15,6 0 0 16,-1 1 0-16,2 0-1 0,1 1-1 15,0-1 2-15,1 1-1 16,3 0 0-16,-5 0 0 16,5 0 1-16,-5-1-1 15,-2 1 0-15,-3-1 0 16,-6 0 1-16,-3 1-1 0,-5 0 0 16,-7-1 0-16,-6 0 0 15,-8-1 0-15,-9 1 1 16,-8 1-2-16,-9-1-1 15,-13 0-16-15,-7-3-33 16</inkml:trace>
  <inkml:trace contextRef="#ctx0" brushRef="#br0" timeOffset="182677.94">16001 4564 29 0,'0'0'4'0,"0"0"-4"0,0 0 2 0,0 0-2 15,0 0 1-15,0 0 0 16,0 0 7-16,0 0 19 16,0 0 4-16,0 0-1 15,0 0-19-15,0 0-10 0,0 0 0 16,-14 3 0-16,19-3 1 16,4-3-2-16,-1 2 1 15,2-1-2-15,4 1 2 16,1 1-1-16,3 0 0 15,-1 0 0-15,4 0 1 0,4 0-1 16,2 0 0-16,5 0 0 16,5 0 1-16,4 0-2 15,7 0 2-15,0-4-2 16,7-2 2-16,7-1-1 0,2 0-1 16,9-2 0-16,4 1 3 15,9-1-3-15,6 1 2 16,4-2-1-16,4 0 0 15,5 1 0-15,2 0 1 16,3 0-1-16,1-1 0 16,4 1-1-16,3 2 0 0,-2-1 7 15,3-1-2-15,-3 2-2 16,2 0 0-16,-3 1-1 16,-2-1-1-16,-6 3 1 15,-8-2 0-15,-8 2-1 16,-9 1-1-16,-13-1 0 0,-10 1-13 15,-16-2-29-15</inkml:trace>
  <inkml:trace contextRef="#ctx0" brushRef="#br0" timeOffset="183353.31">15876 4566 45 0,'0'0'4'0,"0"0"9"16,0 0 2-16,0 0-6 0,0 0-4 16,0 0-2-16,40 0-2 15,-31 0-1-15,3 1 0 16,1 1 0-16,1-1 1 16,1 0-2-16,0-1 1 15,3 0 0-15,3 0-1 0,4 0 1 16,4 0 1-16,10-2-1 15,4-1 0-15,11-3 0 16,5 0 0-16,8 0-1 16,9-3 1-16,7-3 0 15,8 1 0-15,10-3 1 0,9-2 0 16,5 2 2-16,8-2-3 16,6-1 0-16,6 3 0 15,9-2 0-15,-1 0 1 16,4 2-1-16,3-1 7 15,0 3 2-15,-3 1 2 0,-7 4-4 16,-6-1-2-16,-9 3-3 16,-7 3-1-16,-14 2-1 15,-10 0-2-15,-10-2-34 16</inkml:trace>
  <inkml:trace contextRef="#ctx0" brushRef="#br0" timeOffset="185300.62">5820 11265 102 0,'0'0'-5'0,"0"0"7"0,0 0-2 0,0 0-4 0,0 0-32 15,-40-7 2-15</inkml:trace>
  <inkml:trace contextRef="#ctx0" brushRef="#br0" timeOffset="187469.48">5742 11235 29 0,'0'0'17'0,"0"0"0"0,-43-6-8 16,28 6-9-16,-3 0 0 16,1 0-2-16,-1 0 2 15,1 0 1-15,0 2 0 16,-3 2 8-16,2-1 4 0,-2 1-1 15,-3 2 3-15,2 1-7 16,-2 4-2-16,-2 2-3 16,2 0-2-16,-2 3-1 15,4-1 1-15,-4 1-1 16,3-2 4-16,4 3 6 0,-2 0-1 16,0 3-6-16,6-2-2 15,0 4-1-15,0 1-1 16,3 1 1-16,1 1-1 15,1 4-1-15,3 1-1 16,-1 2-3-16,2-1 1 0,3 2 2 16,-2-2 3-16,4-1-1 15,0-3 1-15,0 0 0 16,0-4 0-16,0-2 0 16,4 1 1-16,3-3-2 15,0 1 0-15,2 0 2 0,4-4 0 16,0 1 2-16,0-2-1 15,3-1-1-15,0 0 1 16,4-2-2-16,0-2 1 16,2 0-1-16,3 1 0 15,0-2-1-15,0-2 0 0,3 0 0 16,2-1 0-16,-1-2 0 16,2-1 0-16,0 0 1 15,-2-2 0-15,1 3 1 16,1-4 0-16,-2 3 0 15,-1 0 0-15,1 0-1 16,0 1 0-16,0 2 0 0,1 0 1 16,1-1-1-16,0 2 0 15,-2 0 0-15,2 0 0 16,-2-2 0-16,1-1 1 16,-1 2-1-16,0-2 0 15,-2 2 0-15,0-2 0 0,0 3 0 16,0-3 0-16,-4 3 0 15,2-2 0-15,0-1 0 16,0-1 0-16,0 1 2 16,-1-2-2-16,2-1 0 15,1-1 0-15,-2 0-2 0,2 3 4 16,-2-3-2-16,-1 0 0 16,2 1 0-16,0 2 0 15,1-2 0-15,1 4 0 16,-1-2-2-16,3 1 2 15,1-1 0-15,-2-3-2 16,0 1 1-16,2-1 1 0,-3 0 1 16,2 0 0-16,1 0 2 15,0-1-1-15,1-1-2 16,2 2 0-16,-3 0 0 16,2 0 0-16,-1 0-2 0,1 0-3 15,-2 3-1-15,-1 0 5 16,1-2 2-16,0-1-1 15,0 0 3-15,0 0 0 16,3 0 0-16,-3 0-1 16,5 0 1-16,-3 0 0 15,1 0-1-15,-1 0 1 0,-1-1 1 16,1-2-3-16,0 3-1 16,-2-1 0-16,4-1 1 15,1 1 0-15,-1 1-2 16,1 0 2-16,1 0-1 0,1 0 0 15,1 0 0-15,-3 0-1 16,1 0 1-16,-1 0 0 16,1 0 0-16,-1 0 0 15,1 0 1-15,-1 0-1 16,-1-2 0-16,1-1 0 0,1 1 1 16,0-3-1-16,3 1 0 15,-2 0 1-15,1 1 0 16,0-1-2-16,0 0 2 15,0 1-1-15,0 1 0 16,-1-1 0-16,-1 1 1 16,2 0 2-16,-1 1 2 0,0-2 0 15,-2 3 1-15,2-1-2 16,2 0 0-16,-2 0-2 16,-1 1-1-16,2-3-1 15,-2 3 1-15,2-3-1 0,-1-1 0 16,-2 1 1-16,1-1 1 15,-3 0 9-15,4 0-3 16,-4-1-4-16,-3 1-2 16,1 0-2-16,-2-1 2 15,-1 0-2-15,1-1 0 16,-3 1 0-16,-3-3 0 0,3 1 1 16,0-3 0-16,-1-1-1 15,1-2 0-15,-2 1 1 16,-1 0-1-16,0-3 1 15,0 1 0-15,0-1 1 16,-2-2-1-16,1 1-1 0,-1-1-1 16,-3 0 2-16,-2 2 0 15,-3 0 0-15,-1 0 4 16,-3 0 8-16,-2 1 2 16,-4 0-5-16,-1 0-6 15,-2 0-3-15,-1-2 0 0,0-1-1 16,0-1-2-16,-2-1-2 15,-9-1 4-15,4-1 1 16,-2 0-1-16,-5-1 1 16,-1 0-1-16,1 0 2 15,-3 1-2-15,-2 0 0 16,0-1 0-16,-1 4 0 0,-3-2-3 16,-2 3 6-16,-1 0-3 15,-2 1-2-15,0-1 2 16,-5 2 2-16,0-1-2 15,-1 0 1-15,-4-2-1 0,-1 4 1 16,-2-2-1-16,-3 3 0 16,-4 2 0-16,-2 1-1 15,-1 0 0-15,-1 3-1 16,1 1 2-16,-3-1 0 16,1 2 2-16,0-1-2 0,0 2 0 15,3-2 0-15,-2 3 0 16,-2 2 0-16,1 1-2 15,-1-2 1-15,-2 2-3 16,2 0-2-16,-4 0 4 16,4 0 1-16,-1 0 0 15,-1 0 1-15,0 0 1 0,0 0-2 16,0 3 1-16,1 0-1 16,-3-3 0-16,0 3-3 15,1-2-2-15,-1-1 2 16,0 0 2-16,2 0 4 0,3 0-2 15,-1 0 1-15,0 0-1 16,2 0 2-16,2 0-1 16,0 0-1-16,-1 0 0 15,0 0 0-15,-1 0 0 16,1 0-1-16,-2 2 0 0,3-1-1 16,-1 2-7-16,1-2 4 15,1-1 5 1,1 0 0-16,0 0 2 0,2 0-1 15,0 0 0-15,0-4 2 16,-2 3 1-16,2-1-1 16,-1 2-1-16,2 0 0 0,0 0 0 15,-1 0-3-15,1 3 1 16,2 3 1-16,1-1-1 16,1 0 1-16,2 0-1 15,3 0 1-15,2 0-1 16,1 0 0-16,0 2 0 0,0 0 0 15,2-2 2-15,-2 4-4 16,1-2 2-16,1 4-4 16,-3-2-35-16,1-1-44 15,0-5-63-15</inkml:trace>
  <inkml:trace contextRef="#ctx0" brushRef="#br0" timeOffset="193098.51">14408 12126 3 0,'3'-3'4'0,"2"-3"-2"0,-3 3 10 16,0-1 6-16,-1 1-1 15,-1 2 2-15,0-1 1 0,0 1-3 16,0 1 5-16,0-1-5 16,0 1-8-16,0 0-8 15,0 0-2-15,0 0-1 16,0 0 1-16,0 0-1 16,0 0 2-16,1 0 0 0,0 0 2 15,0 0-2-15,1 0 1 16,0 0 0-16,0 0 0 15,0 0 0-15,-2 0 0 16,2 0 0-16,1 0 1 16,1 0-2-16,2 0 2 0,-1 0 5 15,5 0 1-15,0 0 1 16,1 0 1-16,2 0-5 16,3 0-1-16,0 0-3 15,-1 0 0-15,0 0-1 0,0 0 1 16,3 0-1-16,-1 0 0 15,2 0 0-15,3 0-1 16,-2 0 1-16,4 0 0 16,1 0 1-16,-2 0-2 15,1 0 1-15,2 0 1 16,-1 0-1-16,2 0 0 0,0-2 1 16,0 0 4-16,2 0 4 15,2-1 1-15,-1 0 0 16,1-1-6-16,2 1-3 15,1-1 0-15,3 1-1 16,-1-1 0-16,4 0 1 0,-1 1 1 16,1-2 0-16,3 1 0 15,-2 0-1-15,1 0 1 16,2 0-2-16,0 1 0 16,-1 0-5-16,-1 0-1 15,-1 0 4-15,1 0 2 0,-4-1 0 16,2 0 0-16,-4-1-1 15,5 1 3-15,-1 0 0 16,4-2 1-16,1 1 1 16,2-1-1-16,-1 0-2 15,1 1 1-15,-2 0 0 16,-2 1-1-16,0 1 0 0,-2 2 0 16,-2-1-1-16,2 2 0 15,-2 0 2-15,-3 0-2 16,1 0 0-16,0 0 0 15,1-1 0-15,-2-1 1 0,0 0-2 16,1-1 1-16,0 0 1 16,1 0 0-16,1 0 2 15,-1-1 2-15,2 1 1 16,-1 2-2-16,0-2-1 16,2 2-3-16,2 0 1 15,-1-2 0-15,2 3 1 0,1-2-1 16,0 0-1-16,4 2 0 15,-4-2 0-15,3 2 1 16,1-1-1-16,1 1 1 16,-4-1-1-16,-1 1 0 15,1 0 0-15,-2-1 0 0,-1 1 0 16,2-2 0-16,1 2 0 16,2-2 1-16,1 0-1 15,-3 0 1-15,2 1 0 16,-2-2-2-16,-2 2 2 15,-1-2-2-15,2 0 2 0,0 2-1 16,-1-2 2-16,1 0-1 16,-1 0 1-16,2 2-1 15,-4-1 1-15,2-2 0 16,0 0-2-16,-1 0 1 16,5-1 1-16,-3 1 0 0,6 0 0 15,-1-2 0-15,2 3 2 16,2-1-4-16,0 1 0 15,3 0 1-15,-2 0-2 16,2 2 1-16,0-1 1 16,1 0-1-16,0 0 0 0,-2 1 1 15,1-2 0-15,-1 2 1 16,1-2 3-16,3 2-1 16,-1-1-1-16,3 2-3 15,1 0 1-15,3 0-1 16,-1 0 0-16,-1 0 0 0,2 0 0 15,-1 0 0-15,-5 2-3 16,-1 0 0-16,1 1 1 16,-2 0 1-16,-1 0 0 15,2-1 2-15,1 0-1 16,0 1-1-16,0-2 2 16,2 1-1-16,-2-1 0 0,-2-1-1 15,0 2 1-15,-2-1 1 16,-6-1-1-16,2 0 0 15,-3 0 1-15,0 0-1 16,2 0 0-16,-3 0 0 16,2 0 1-16,1 0-1 0,-2 0 0 15,3 0 1-15,-2 0-1 16,0 0 0-16,0-1 0 16,0-2 2-16,-2 2 0 15,0 0 1-15,1 0 3 16,1-1 2-16,1 1-3 0,-1 0-2 15,3-1 0-15,1 1-1 16,0-1-1-16,2 1 0 16,-2-2-2-16,1 2 2 15,-1-2-1-15,1 0 0 16,-5 2 1-16,1-2-1 16,-1 0 0-16,-1 0 1 0,-1 1-1 15,-4-2 0-15,0 0 1 16,-2-1-1-16,0 0 0 15,-3-2 1-15,-4 0-1 16,-1-3 0-16,-4-3 0 0,-2-2 1 16,-2-3-1-16,-3-1 2 15,-3-3-2-15,0-2 0 16,-1-1 1-16,0-1-1 16,-3-2 5-16,1-1 0 15,1 2-4-15,-2-1-1 0,0 2-3 16,-5-2 1-16,1 5 4 15,-4-4 1-15,1 2-2 16,-4-1 1-16,0 0-2 16,-2 1 0-16,0-1 0 0,-3 2 0 15,1 0 1-15,-1 0-1 16,2 1 0-16,-2-1-2 16,1 0 0-16,-1 0-1 15,0 3-4-15,0-3 2 16,0-1-2-16,0 1 2 15,-3 0 3-15,-3 0-5 16,-3-2-3-16,-1 2 4 0,-3 0 0 16,-2 1 2-16,0 2 1 15,-5 1 2-15,-1 4 4 16,-1 2-2-16,-3 1-1 16,-3 2-2-16,-1 3-1 0,-2 1-4 15,-1 1 3-15,-4 0-2 16,-1 3 2-16,0-1-3 15,-2 3-1-15,-2-1 5 16,0 2 2-16,1 0 0 16,-1 0-2-16,-1 0 0 15,1 0-6-15,-2 0-1 0,0 0 3 16,-3 0 5-16,-3 0 1 16,-2 3 0-16,-3 1 0 15,-4 2 2-15,-5 0-6 16,-2-1-2-16,-3 1-3 15,-1 1 2-15,0 2 3 0,0-3 3 16,-1-1-3-16,3 1 5 16,-1-3 2-16,-1-1 1 15,-1 1 0-15,-2-3 1 16,-1 2-1-16,-2 0-2 0,-5-1-1 16,0 0 1-16,-2 0-1 15,-1 1 1-15,-1-2-1 16,-2 3 2-16,1-2-2 15,-1 2 1-15,0 0 1 16,1-2 0-16,-1 1 0 16,1 0 1-16,-1 0 0 0,-1-1 2 15,-3-1-1-15,1 3 0 16,-1-1 1-16,0 0-3 16,-1 1 0-16,4-1 0 15,2 0-1-15,0 0 0 16,-2-1-1-16,3 2 0 0,-1-3 0 15,1 1 1-15,-1 1-1 16,3-1 0-16,-3-1 0 16,0 3 1-16,-2-1-1 15,-1 1 2-15,-4-1-2 16,0 2 0-16,2-1 1 0,-5 2 1 16,2-1 1-16,0 0-1 15,2 2-1-15,-2-1 0 16,0 0 1-16,2-1-2 15,3-1 3-15,2-2 1 16,-1 2 0-16,1-3 0 0,0 3-1 16,1-2-1-16,-8 2-3 15,3 0 1-15,-4-1 1 16,-2 3-1-16,-3-1-1 16,-1 1 0-16,-1-1 2 15,-2 0-2-15,0-1 1 0,5 0 0 16,3-1 0-16,4-1 3 15,6 0 5-15,8 1-2 16,-2-1-3-16,2 3-3 16,0 2 0-16,-1 0 0 15,-1-1-1-15,4 4 2 0,-2-1-2 16,5-1 1-16,2-1-1 16,5 1 3-16,6-1-3 15,-1 1 1-15,7-3 0 16,1 3-1-16,2-2 1 15,6 0 0-15,3-2 0 16,0 2 1-16,4-1-1 0,2 2 0 16,2-1 0-16,2 1 0 15,2-1 0-15,3 1 0 16,4 0 0-16,1-1 1 16,2 1-1-16,2-1-1 15,0 1 1-15,0 1-1 0,3 1 1 16,-2 0 0-16,1 2 0 15,-1 3-2-15,-1 0 3 16,1 1-2-16,3 0 2 16,0 2-3-16,1-2 3 15,1 3-2-15,-1 1-2 0,2 1 3 16,-1 0 0-16,1 0 0 16,1 0 0-16,-1-1-1 15,3 2 2-15,-5-3-1 16,4 4 0-16,-1-1 0 15,1 4-1-15,-1 3-1 0,3-1 2 16,0 5-2-16,2-1 4 16,3 4-3-16,1-1 0 15,0 0 1-15,0 0 0 16,7-3 0-16,1-1 0 0,3-1 0 16,1-4 0-16,3 0-1 15,5-2-1-15,3-2 2 16,5-2 0-16,7-2 0 15,5-1 1-15,6-2 3 16,6 0-2-16,2-1 1 16,4 2-3-16,0 0-7 0,-3-4-45 15,2-6-93-15</inkml:trace>
  <inkml:trace contextRef="#ctx0" brushRef="#br0" timeOffset="194921.22">3909 13535 10 0,'4'1'3'0,"1"-1"-3"0,-3 1-6 0</inkml:trace>
  <inkml:trace contextRef="#ctx0" brushRef="#br0" timeOffset="195604.81">3909 13535 22 0,'38'4'36'16,"-36"-4"-10"-16,1 0-11 0,2 0-5 16,-1 0-6-16,1 0-2 15,3 0-1-15,1 0-1 16,0 0 0-16,2 1 1 15,0-1-1-15,1 0 2 16,1 3 1-16,-1 0 2 16,-1-2 0-16,2 4-3 0,2-1-1 15,-1 0 0-15,4 0-1 16,0 0 0-16,-1-1 1 16,4-1-2-16,0 1 3 15,4-3 4-15,0 0 1 16,4 0-3-16,2 0-2 0,1 0 0 15,5 0-2-15,-1 0 0 16,3 0 1-16,1 0-1 16,-2-3 0-16,3-2 0 15,0-1 0-15,-1 0-1 16,2 0 1-16,0-1 1 0,-1 3-1 16,1 2 1-16,-2 0-1 15,1 2 1-15,0 0-2 16,1 0 2-16,-2 0-1 15,5 0 0-15,0 0 0 16,2 0 0-16,-3 0 0 16,4 1 1-16,-2 0-1 0,2-1 2 15,0 0-2-15,4 0 0 16,2-1 0-16,2-5 0 16,1-1 0-16,-1 2 0 15,0-1 0-15,0 0 0 0,-1 2 0 16,-1-2 1-16,0 3 4 15,-2 1 1-15,0 0 0 16,-3 2-3-16,2 0-1 16,-5 0-1-16,4 0 0 15,-5 0 0-15,2 6 0 0,-3-1 0 16,1 3-1-16,-3-4 0 16,2 3 2-16,0-1-1 15,0-1-1-15,-1-2 0 16,-3 1 0-16,-4-2 2 15,2-2-2-15,-10 0 0 0,0 0 0 16,0 0 0 0,-5-2 0-16,-2 0 0 0,-2 0 1 15,-5 2-9-15,-8-1-56 16</inkml:trace>
  <inkml:trace contextRef="#ctx0" brushRef="#br0" timeOffset="197149.63">4070 14456 100 0,'0'0'13'0,"0"0"6"0,0 0-18 16,2 0-5-16,1 2 7 15,4-1-2-15,-3-1 0 16,2 4-1-16,1-1 0 0,3 2 0 16,-2 0 0-16,3-1 0 15,1 2-1-15,-1 0 0 16,2-1 1-16,3 0 0 16,3-2-3-16,2-1 0 15,2-2 1-15,3 0 3 0,1 0 0 16,1 0 2-16,0 0 1 15,3 0-3-15,0 0 1 16,0-1-1-16,0-2 3 16,2-2 0-16,0 3-2 15,-1-1-1-15,1 0 0 16,2-1 0-16,1 1 0 0,2 2-1 16,1-2 1-16,0 3 0 15,0 0 0-15,2 0-1 16,0 0 0-16,2 0 1 15,2 0-1-15,1 0 0 16,0 0 0-16,4 0 0 0,0 0 0 16,1 0 2-16,3 0-2 15,-1 0 0-15,3 0 0 16,0 0 0-16,-1 0 0 16,2 5 0-16,1 0 1 15,0-1-1-15,0 0 0 0,0 0 1 16,1 0-1-16,3-2 1 15,-1 0-1-15,1-1 1 16,3 2-1-16,-2-2 1 16,3-1-2-16,-1 0 2 15,-3 0-1-15,3 0 0 0,0-2 0 16,-2-4 1-16,1-2 8 16,-1 3-1-16,0-2-2 15,0 3-2-15,-1 0-1 16,-1 1 0-16,1 1-1 15,-4 2-2-15,4 0 0 0,-4 0 0 16,1 0 1-16,-1 0-1 16,-2 0 0-16,0 0 0 15,-6-2 0-15,2-4 0 16,-6-1 0-16,-2-3 3 0,-4 1 5 16,-1 1 3-16,-4-2 5 15,-4 1-1-15,-3 0-3 16,-5 1-2-16,-4 1-4 15,-3 2-1-15,-6 0 1 16,-1 1-3-16,-5 1 0 0,-2 2-2 16,-1-1 0-16,0 2 1 15,0 0 0-15,2 0-1 16,-1-3-2-16,2 2-8 16,3-2-11-16,2-2-12 15,3-3-36-15,-2-3-64 16</inkml:trace>
  <inkml:trace contextRef="#ctx0" brushRef="#br0" timeOffset="200543">12965 15186 107 0,'-3'-4'2'16,"2"-1"3"-16,-1-1-4 0,2 0-5 0,0 2-4 15,0-2 2-15,0 2 4 16,0-2 3-16,0 3 3 16,0 1 15-16,0 0 3 15,-2 1 0-15,0 1-9 16,2 0-9-16,0 0-2 0,0 0-7 15,0 0 6-15,0 4-1 16,4 0 0-16,0 1 1 16,3 0-2-16,-1 1 2 15,2 1-1-15,-1 0 0 16,1 0 0-16,-1-1 0 16,4 0 0-16,-2 0 0 0,0 0 1 15,3-1-1-15,1 0 3 16,2 0-2-16,3 0 1 15,0-2-1-15,0 1-1 16,4 0 1-16,0-2-1 0,2 2 1 16,-1-1-1-16,-1 0 4 15,3-2 8-15,0-1 4 16,0 2-5-16,1-2-2 16,1 0-3-16,2 0-4 15,-2 0-1-15,2-2 0 16,0-2-1-16,1-3 0 0,0 0 0 15,4-3 0-15,1-3-1 16,2 2 2-16,3-3-1 16,0 1 0-16,-2 1 3 15,0 1-2-15,1 0 0 16,0 1 0-16,-3 1-1 0,2-1 0 16,1 0 1-16,1 0-1 15,0 2 0-15,2-3 0 16,-2 1 0-16,0 1 0 15,0-2 0-15,1 2 0 16,-1-1 1-16,5 0-1 0,-3 0 0 16,1 3 0-16,1 0 2 15,-1 0-2-15,0-1 0 16,-4 2 0-16,1-1 0 16,1-1 1-16,1 0 5 15,1 0 1-15,0 0-3 0,-1 1-1 16,-2 1-4-16,3 0 2 15,-5 0-1-15,1 0 0 16,0-1 1-16,2 3 0 16,0 0 0-16,0-1 2 0,2 1-2 15,-1 1 2-15,2-1 2 16,-1 0-3-16,4-1 1 16,-3 1-1-16,3 0-1 15,1 0 0-15,1 1 0 16,-3 1-1-16,-2 2 1 15,-1 0-1-15,-2 0 1 16,2 0 1-16,1 1-2 0,3 3 2 16,2 0-2-16,0 0 2 15,4 0-2-15,1-1 1 16,1 2-1-16,1-2 1 16,0 2-1-16,-3-1 0 15,0 3 1-15,-6-1-1 0,-3 3 0 16,-5 1 1-16,-1 2-2 15,-4 1 2-15,-3 0 0 16,-2 1-1-16,-5 2 1 16,0-2 0-16,-1 2-2 0,-4-1 0 15,-2-2-4-15,-1-2-2 16,-3-1 3-16,-4-3-2 16,2-4 3-16,0-1-1 15,-4-2-2-15,1 0 3 0,0 0 3 16,-1-4 0-16,1-4 2 15,0-2 4-15,0-1 1 16,3-3 0-16,-1 0-1 16,3-2 2-16,5 2-3 15,-1-3-2-15,4 0-2 16,4 0-1-16,2-2 3 16,3 2-3-16,6 0 0 0,-4 1 0 15,3 2 0-15,-2-1-4 16,3 3 0-16,-1 0 0 15,1 3 1-15,4-2 1 16,1 2 1-16,2 0 1 0,1 0 0 16,3 1 0-16,-2 0 1 15,0 1-1-15,2 1 0 16,0-1 0-16,2 3 2 16,0-2-1-16,3 3 1 15,1 1 1-15,-1 0-1 0,-1 2 0 16,1 0-2-16,-1 0 0 15,-4 7 0-15,0 2 1 16,-1-1-1-16,-2 2 0 16,-2 0 4-16,0-1 0 15,2 1 2-15,3 0 1 0,0 1-2 16,3 0 0-16,1 1 1 16,2-1-2-16,2 2 1 15,2 0 2-15,3-1-1 16,5 1 2-16,1 2-4 15,3-3-3-15,4 3 0 16,-1 0-1-16,0 0 0 0,3 0-3 16,0-1 0-16,2 0-1 15,2 0-1-15,2-2 4 16,7-1-1-16,2 2 3 16,4-2 0-16,2 0 0 0,1-1 0 15,1-3 1-15,0-2-3 16,2-4 1-16,-2-1 0 15,4 0 1-15,0-10-2 16,-1 1 5-16,-1-2-4 16,0 0 1-16,-4-2-5 15,-3-1-2-15,-4 1-3 0,-5-4 1 16,-5-1 9-16,-6-3-1 16,-3-2-1-16,-3-3-4 15,-6-3-3-15,-2-3 5 16,-2-2 3-16,-2-3 1 15,-6-1 0-15,-4 1 3 16,-4 3 5-16,-8 1 5 0,-8 6-4 16,-7 3 0-16,-5 5 2 15,-4 4 8-15,-4 1 5 16,-3 2-2-16,0 4-5 16,-1 1-17-16,0 2-4 0,-1 1-6 15,0 2-8-15,0 0-17 16,-5-2-45-16,-7-5-124 15</inkml:trace>
  <inkml:trace contextRef="#ctx0" brushRef="#br0" timeOffset="202976.81">12974 15147 114 0,'0'0'5'0,"0"0"-5"0,2 0 0 0,6 0 2 16,1-2 3-16,2-2 2 15,0 0 2-15,-2 0 6 16,-1 2-1-16,2-1-7 0,-4 3-2 16,1 0 2-16,0 0 1 15,2 0-1-15,0 6 1 16,4 1-3-16,1 3-2 15,1 0 0-15,3 1-2 16,5 3-1-16,-1-2 1 16,3-1-1-16,3 2 0 0,2 1 1 15,3-3-1-15,3 2 1 16,2 3 3-16,2-3 2 16,3 2 1-16,2-1-1 15,5-1-3-15,2-3-2 16,2-1-1-16,4-4 0 0,2 1 0 15,3-6 0-15,1 0-2 16,0 0 3-16,2-1 1 16,-1-8 6-16,0 1 0 15,0-2-2-15,2 0-4 16,3-3-2-16,1 0 0 0,2-1 1 16,3-3-1-16,2 0-1 15,-2-2 2-15,-2-3 1 16,-3 0-1-16,1-3 3 15,-3 0-1-15,-2-3 0 16,0 1 0-16,1 0-1 0,-2 0 1 16,-1 4 0-1,0 1 1-15,-4 2 0 0,1 2 2 16,-4 1-4-16,2 2 0 16,1 0 0-16,-1 2-1 15,3-1 3-15,-1 4-4 0,2 1 0 16,0 4 1-16,-4 0-2 15,-3 5-3-15,-3 0-1 16,0 0 0-16,-4 0 2 16,-4 0 1-16,-3 3 3 15,-2 3-1-15,0 1 0 16,0 0-1-16,-3 0 2 0,2 3-1 16,3 0 1-16,-1 3-1 15,-2-2-1-15,1 6 0 16,-4-1-1-16,-2-1-1 15,-2 5 3-15,-2-3-2 16,-7 3 0-16,-2-1-7 0,-4 0-1 16,-3 0-4-16,-4-2 4 15,-3-3 1-15,-4-2 4 16,-1-4 7-16,2-2 0 16,-5-4 0-16,0-1-1 15,0-1 0-15,0 0-1 0,0 0-2 16,0 0-8-16,0-5-33 15,0-2-19-15,-5-3 56 16,4-1 16-16,1-5 12 16,0-1-7-16,0 0-13 15,8-3 1-15,0-4-3 0,4 2 1 16,4-3-1-16,6 1 2 16,-2 0 2-16,5 4 0 15,2-1-2-15,2 2-1 16,4 2-2-16,0-1 1 15,5 2-2-15,3-1 2 0,3 2 2 16,6-1-2-16,-1-1 5 16,5 3 19-16,1-2 0 15,1 3-11-15,0 3-8 16,2 3-4-16,0 2-1 16,-2 2 0-16,0 3 0 0,-2 0 0 15,-1 0 1-15,3 4-1 16,2 2 0-16,0-1 1 15,5 0 5-15,-2 0 2 16,4 1 2-16,3-2 2 16,1 3 1-16,-1-1-1 15,-5 4-8-15,3 0-1 0,-1 6-4 16,0-2 2-16,-1 4 0 16,5-1 0-16,6 2 0 15,1-1-1-15,5-1 0 16,3-2 1-16,3-1-1 0,3-3-1 15,3-2 2-15,-3-1-1 16,0-1 3-16,1 2-2 16,-2-2-1-16,-3 1-1 15,-1 0-2-15,1-3 3 16,-1 2 0-16,3-4 3 0,3 1-2 16,3-4-1-16,4 0 0 15,-1 0 1-15,2-7 0 16,0-1 0-16,-2-4-1 15,-1-2-1-15,-7-2-9 16,-3 0-5-16,-5-3 6 16,-6-4 6-16,-4 2 2 0,-4-5 2 15,-1-2 5-15,0 0 0 16,-4-2-1-16,0 0 1 16,-4 0-1-16,-7 2 1 15,-4 2-3-15,-9 2-2 16,-6 3 1-16,-9 2 4 0,-7 1 8 15,-4 1 2-15,-4-2 1 16,-6 1-1-16,-2-2-5 16,0-4-9-16,-8-9-23 15,-10-11-35-15,-11-16-155 0</inkml:trace>
  <inkml:trace contextRef="#ctx0" brushRef="#br0" timeOffset="-189832.03">8229 5327 14 0,'0'0'31'0,"-2"0"-26"0,2 0-4 0,0 0-1 15,-2 0 1-15,2 0-1 16,-2 0 0-16,2 1 0 0,-3 0 0 16,1 1 0-16,0-1 0 15,0 1 0-15,0-1 0 16,0 1 0-16,-2-2 0 16,1 0 0-16,2 1 0 15,-1 1 0-15,0-1 0 0,0-1-1 16,-2 0-1-16,1 1 1 15,1 0 0-15,0 1 1 16,0-2 1-16,0 2-1 16,-1-2 0-16,2 1 0 0,0-1 0 15,1 2-1-15,0-2 2 16,0 0-1-16,0 0 2 16,0 0 14-16,0 0 15 15,0 0-16-15,0 0-4 16,0 0 0-16,0 0 2 15,0 0-1-15,-2 0-1 0,2 0-5 16,0 0-4-16,0 0-2 16,3 0 4-16,5-2-1 15,5-2-4-15,1-2 2 16,3 0-1-16,1-2 0 16,5 1 1-16,1-4 3 0,1-1-3 15,2 0 6-15,2 0-2 16,0 1 2-16,0-1-4 15,0 1 1-15,-2 3-2 16,0 1 0-16,-7-1-1 16,0 4 0-16,-5 0-1 15,-1 2 0-15,-1 1 0 0,-1 1 0 16,-4 0-4-16,1 0-17 16,-3 0-7-16,0 2-6 15,-6 3 7-15,0 3-3 16,-2 0 7-16,-10-1 0 0</inkml:trace>
  <inkml:trace contextRef="#ctx0" brushRef="#br0" timeOffset="-189241.01">8252 5405 26 0,'0'0'15'0,"0"0"-5"0,0 0-9 16,0 0-1-16,0 0 1 16,0 0 2-16,0 0 8 15,0 0 14-15,0 0-3 16,0 0-2-16,0 0-5 0,-6 0-5 15,6 0-4-15,4 0-4 16,2-3-1-16,4 1-1 16,-1-2 3-16,4 0-3 15,1 0-1-15,1 1 2 16,1-1 0-16,-3-2-2 0,1 3 2 16,-2-1-1-16,-1 1 1 15,1-1 4-15,-1 1-3 16,-2-2 1-16,1 2-1 15,-2 0-1-15,-2-1-1 16,-1 2 1-16,-1-2 1 16,0 3 2-16,0-1 1 0,-4 2-4 15,2-3 0-15,0 3-1 16,-2 0 1-16,0 0-2 16,2 0 1-16,-2 0 0 15,0 0 0-15,2 0 0 0,-2 0 1 16,1 0-1-16,0 0-1 15,0 0 1-15,3 0 0 16,-4 0 0-16,2 0-1 16,0 0 0-16,0 0 1 15,-1 0-7-15,1 0-10 0,3 0-3 16,-1 0 1-16,-1 0-7 16,-1 0-17-16</inkml:trace>
  <inkml:trace contextRef="#ctx0" brushRef="#br0" timeOffset="-165854.29">8145 5277 61 0,'0'0'12'0,"0"0"4"0,0 0 5 16,0 0-1-16,0 0 8 0,0 0-13 16,0 0 3-16,0 0 0 15,0 0-4-15,0 0-1 16,18-41 0-16,-7 31-3 15,-4 0-5-15,2-1-5 16,3-1 0-16,0 1 0 0,-1 0 1 16,3-3-1-16,-3 4 1 15,5 0-1-15,-3 1-1 16,-2-1 0-16,1 3-19 16,-1 3-22-16,-1-1-3 15,-5 3-12-15</inkml:trace>
  <inkml:trace contextRef="#ctx0" brushRef="#br0" timeOffset="-165670.7">8214 5235 134 0,'0'0'14'0,"0"0"12"15,0 0 3-15,0 0-3 16,0 0-14-16,0 0-13 15,0 0-11-15,0 0 1 0,16-9 10 16,12-9 3-16,0-8-36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5:58.18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17389 3249 33 0,'0'0'50'0,"0"0"-34"0,0 0 5 0,0 0-1 0,0 0-3 16,0 0-2-16,0 0 3 15,-14-40-2-15,12 33-1 16,-2 1-5-16,3 1-6 16,0-1-1-16,1 2-1 15,-1 1-1-15,1 0-1 0,0 0 1 16,0 1-1-16,0 0 1 15,7-2-1-15,0 2 1 16,7-2-1-16,2 3 0 16,3-1 1-16,1-2-1 15,2 4 0-15,-1 0 2 16,1 0-2-16,-2 0 0 0,0 0-2 16,0 6 2-16,-3 1-1 15,2 4 0-15,-3-1 0 16,0 4 0-16,1-1-1 15,-3 3 1-15,0 1-1 0,-1 1 1 16,-2 1-2-16,0-1 2 16,-5 3-1-16,1 1-1 15,-4 1 0-15,0 1-4 16,-3 3 5-16,0 0 3 16,0 3-2-16,0 1 2 0,-2 0 1 15,-4 0-3-15,0 2 2 16,-2 1-1-16,-2-1 0 15,1 4 1-15,0 1-1 16,-3 0-1-16,2 2 5 16,-2 1-3-16,3-1 1 15,0 1-1-15,1-1 0 0,2-3 0 16,0 1-1-16,3 0 1 16,2-2-1-16,1-1 0 15,0 1-1-15,6-6 0 16,4-2 2-16,3-3 1 15,3-4 0-15,1-3 1 0,1-5 1 16,-1-2 0-16,2-2 1 16,-2-3-2-16,-2-2 0 15,-3-3 0-15,-4 2 0 16,-2-3 0-16,-3 0 0 16,-3 2-1-16,0-2 1 0,0 1-1 15,-1 3 2-15,-11 2-5 16,-4 4 7-16,-5 3-7 15,-4 3 2-15,-4 3-4 16,2 5 6-16,1 2-5 16,3 2 3-16,1 4-1 0,5 1-1 15,3 3 0-15,7 4-1 16,-1 4 0-16,5 1-1 16,3 4 2-16,0 5 0 15,0 2 0-15,3 5 0 16,5-1 1-16,-1 4 0 0,2 3 1 15,-5 1 0-15,-4 3 1 16,-7 6 1-16,-17 5 0 16,-19 9-1-16,-21 7 3 15,-26 10 1-15,-31 14-4 16,-35 13-38-16,-32 11-113 0</inkml:trace>
  <inkml:trace contextRef="#ctx0" brushRef="#br0" timeOffset="4081.51">17053 12961 2 0,'2'-4'7'0,"1"-1"-4"0,-3 1 9 0,2 1 4 16,-2-1-3-16,0 2 0 15,0 0 2-15,0 0-5 16,0 0-2-16,0 1-3 0,0-3 3 16,0 1 1-16,0 2 0 15,0-1 2-15,0 1 0 16,0-2-2-16,0 1 1 16,0 0-5-16,0 0-2 15,0 1-2-15,0 1 3 0,0 0 0 16,0 0-2-16,0 0-2 15,0 0-2-15,0 0 1 16,0 0-3-16,2 0 3 16,0 0 3-16,3 3 1 15,0 0 0-15,-1 1-3 0,1-1-2 16,-1 1-1-16,0 0 3 16,-1-1 0-16,3 2 1 15,-3 0 1-15,2 1-1 16,1 1 0-16,-3 0-1 15,3 0 3-15,0 3-1 16,-3-3-1-16,6 0 1 0,-4-3-2 16,0 0 0-16,2-3-3 15,-2-1 7-15,5 0 16 16,3-12-5-16,8-9 2 16,11-10-4-16,11-13-1 0,21-14 0 15,17-15-5-15,23-15 1 16,21-15-3-16,23-10-3 15,18-6 4-15,12-6-4 16,1-6-18-16,-2-5-167 16</inkml:trace>
  <inkml:trace contextRef="#ctx0" brushRef="#br0" timeOffset="7111.8">14957 13982 90 0,'0'-3'2'0,"0"1"5"0,0 1-4 0,1 0-2 16,0 1-1-16,1 0-1 15,-1 0 1-15,3 0 1 16,-2 0 2-16,0 1 1 16,1 5-1-16,0-2 3 15,3 5 0-15,-3-2 1 0,1 3-2 16,2-2-1-16,-3-1 1 16,3-1-1-16,1 0 4 15,2-5 0-15,6-1 3 16,6-7 10-16,14-19 2 15,17-17 0-15,19-20-3 0,25-20-9 16,25-24-6-16,30-19-3 16,29-17 0-16,22-9 3 15,18-11-10-15,6-5-114 16</inkml:trace>
  <inkml:trace contextRef="#ctx0" brushRef="#br0" timeOffset="14266.31">7995 15281 62 0,'-6'2'0'0,"-2"1"2"0,4-2 6 0,-2 2-1 16,3-2 3-16,1-1 1 15,0 0 5-15,0 0-4 16,2 0-4-16,0 0-4 16,0 0-4-16,0 0-3 0,0 2 4 15,2 2-2-15,2 0-2 16,3 1-1-16,-1 1-1 15,4-2 2-15,1 0 0 16,-1-3-1-16,5 1 2 16,0-1 2-16,3-1 1 0,-1 0-2 15,4 0-8-15,-3 0 15 16,-1 0-7-16,0 0 4 16,2-3-2-16,-1 2 0 15,-2-3 0-15,4 2 0 0,0 0 0 16,0-1 1-1,0 1-2-15,3-1 1 0,-3 3-1 16,4 0 0-16,-2 0 0 16,1 0 1-16,2 0-1 15,-3-2 0-15,3 1 0 16,1-1 1-16,2-1-1 0,0 0 0 16,1 0 0-16,1 0 0 15,-1 2 0-15,-1 1 0 16,1-2 0-16,0 2 1 15,-2 0-1-15,2 0 0 16,-2 0 0-16,2 0 0 0,1 0 0 16,0 0 0-16,2 0 0 15,-3 0-1-15,2 0 2 16,-2 0-1-16,3 0 0 16,-1 0 0-16,0 3 0 15,5-1 0-15,-3 0 0 0,5-2 0 16,-1 0 0-16,1 0 0 15,-1 0 0-15,-1 0 1 16,-3 0-1-16,-2 0 0 16,3 2 0-16,-2 2 0 15,4 1 0-15,-2 0 0 0,3-1 0 16,1-1 0-16,-2-1 0 16,5-2 1-16,-1 0 0 15,1 0 0-15,1 0 1 16,2-3-1-16,1-2 2 15,1 3-1-15,-2 0 0 0,4-1-1 16,-1 2 0-16,-2-2-1 16,4 1 0-16,-4 0 1 15,6-1-1-15,-3-1 0 16,2 1 0-16,-1-1 1 16,0-2-1-16,1 2 0 0,-4-2 1 15,6 2 2-15,0-1-1 16,-2 0 2-16,3-1-1 15,0 2-2-15,-2 1-1 16,-2 0 0-16,4 2 2 16,-1-1-2-16,0 1 0 15,-1-2 0-15,0 3 0 16,1-3 0-16,0 0 0 0,-2 1 1 16,4-3-1-16,0 1 0 15,0 0 1-15,-3 1-1 16,-1 0 1-16,0 0-1 15,0 2 1-15,-2 1 0 0,0 0 0 16,-3 0 2-16,0 0-1 16,0 0 1-16,1 0 0 15,-4 0-1-15,4 1-1 16,0 2 1-16,3-3-2 16,-4 0 1-16,2 1-1 0,-3 0 0 15,-1 0 2-15,-2-1-2 16,0 3 0-16,-2-2 0 15,-1 1 1-15,0-1 0 16,0 2 1-16,0 0 0 0,0 1 1 16,0 0-1-16,0 1 1 15,2 0-1-15,1 1-2 16,0 0 0-16,4-1 0 16,0 1 1-16,0-2-1 15,0 1 1-15,4-4-1 16,-3 2 0-16,1-2 1 0,2-1-1 15,1 0 0-15,1 0 1 16,-1 0-1-16,3 0 1 16,-1 0-1-16,-3 0 0 15,4 0 1-15,-1-1-1 16,1 1 0-16,1 0 0 0,-2 0 1 16,2 0-1-16,0 1 0 15,1 2 0-15,1-3 0 16,0 1 0-16,-1 1 0 15,-1-2 0-15,-1 0 1 16,1 0-1-16,-5 0 2 0,1 0 0 16,-1 0 5-16,-4 0 1 15,0 0-1-15,-3 0 2 16,-2 0-1-16,-2 0-1 16,0 0 1-16,0 0-2 15,-2 5 0-15,1-2-2 0,2 3-2 16,-3 0 0-16,2 0-1 15,1 0 2-15,-3 0-3 16,1 0 0-16,3 1 1 16,0-1-1-16,-1-2 0 15,0 0 1-15,-1 2-1 0,0-2 0 16,-1 2 0-16,0-1 0 16,1-1 0-16,2 0 1 15,5 0-1-15,1-1 0 16,0-1 1-16,2 1-1 15,-1-1 0-15,2 1 0 0,-3 0 0 16,2 1 0-16,0-3 0 16,2 3 0-16,-2-1 0 15,1 0 0-15,-1-1 0 16,2-1 0-16,-3 0 1 16,2-1-1-16,-1 0 0 0,2 0 0 15,-2 0 0-15,0 0 0 16,-1 0 0-16,0 0 1 15,-1 0-2-15,2 0 2 16,0-4 0-16,5 0 1 16,-5-2 0-16,1 3 1 15,1-1-1-15,-1 0 0 0,1 2 0 16,-2-1-2-16,4 1 1 16,0 0 0-16,-4 2-1 15,3 0 1-15,-1 0-1 16,-1 0 1-16,1 0-1 15,1 0 0-15,0-1 0 0,0 0 0 16,1 0 1-16,-2 1-1 16,-1-2 0-16,4 2 0 15,-1 0 0-15,-1 0 0 16,1 0 2-16,1 0-4 0,1 0 4 16,-1 0-2-16,1 2 0 15,-2-2 0-15,2 0 0 16,-3 0 1-16,2 0 0 15,-1 0 2-15,-3 0 1 16,3 0-1-16,1 0 0 16,2 0-2-16,-1 0-1 0,2-4 1 15,0-1-1-15,1 0 0 16,1 1 1-16,2-3-1 16,-2-2 0-16,3-1 1 15,2 0-1-15,-2-4 0 0,2-1 0 16,1-1 0-16,-4-3 0 15,-2 2 0-15,-4-1 1 16,-2-2-1-16,-7 0 0 16,-3 0 0-16,-2-1 0 15,-2-3 1-15,-2-2-1 16,-2-2 1-16,0-5 0 16,-1-1-1-16,-4-4 1 0,-3-2 0 15,-5 0 0-15,-1 2-1 16,-7 1 0-16,-4 1 0 15,-2 4 0-15,-7 1 0 16,0 2 0-16,0 2 0 0,-11 0-1 16,0 2 0-16,-5-2-1 15,0 1-3-15,-4 2-5 16,-2 0 3-16,-4 1 0 16,-1-1 1-16,-1 1 2 15,-3 3 3-15,-1 2-2 0,-1 2 7 16,-2-1-1-16,0 6-5 15,-3 2 4-15,0 1-2 16,-4 3-2-16,-2 1 5 16,-1 3-2-16,-4 1-3 15,2 0 2-15,-4 0 0 0,1 0 0 16,0 1 3-16,-1 3-3 16,-1-2 1-16,0 2 0 15,-2-1-1-15,0 3 1 16,-2 0-1-16,-5-1 0 15,0 2 0-15,-4 0 0 16,-1 0 1-16,-3-1-2 0,-4 3 2 16,-3-2-2-16,1-1 2 15,-3-1 0-15,1 1-1 16,-3-2 0-16,2 0 0 16,1-1 2-16,0-3-2 15,-2 0 0-15,2 0 1 0,1 0 0 16,1 0 1-16,-3 0-2 15,-1 3 0-15,1-2 0 16,-3 1 0-16,2-1 1 16,-2 1-2-16,-2-2 2 15,1 0-1-15,0 0 1 0,0 0 0 16,-1 0 0-16,-3-2-1 16,0 2 1-16,-1 0-1 15,-2 0-1-15,0 5 2 16,1 0-2-16,1 2 2 15,2-2-1-15,-4-1 0 0,3 3 0 16,2-3 0-16,-4 2 1 16,0-2-2-16,0 0 1 15,-1-1 1-15,1 0-1 16,0 0-1-16,-2-1 1 16,-3 0 1-16,1 0-1 15,-2-1 0-15,-4 0 0 0,2-1 0 16,5 0 0-16,-3 0-1 15,3 0 1-15,1 0 1 16,4 0 0-16,0 0-2 16,-1 0 3-16,2 0-2 0,0 0 0 15,3-1 0-15,-4-6 0 16,1 0 0-16,2-3 0 16,1 0 0-16,-2-2 1 15,0 3-2-15,2 0 1 16,0-1-1-16,-1 3 2 0,1-1-1 15,-1 1 0-15,-1 0-1 16,0-1 2-16,-1 1-1 16,-4 2 0-16,1 0 1 15,-1 1-2-15,1 1 2 16,-5 2-1-16,1-1-1 16,0 2 2-16,-2 0-2 0,-4 0 2 15,0 0-1-15,2 0 0 16,-2 0 0-16,-1 3 0 15,-1 2 0-15,4 1 0 16,-2 0 0-16,1 1 0 16,-2 1 0-16,3 0 0 0,2-1 0 15,-3 2 0-15,5-1 0 16,0-4 1-16,0 3 1 16,1-2 1-16,3 0-6 15,2 1 6-15,-1 0-3 16,2-1 0-16,2-2 0 0,4 1 0 15,1-2 0-15,3-1 0 16,0 1 1-16,2-1-2 16,-1 1 1-16,4 2 0 15,-3 0-3-15,2 1 6 16,-1 1-3-16,0 0 0 0,3 1 0 16,-1-1 0-16,1 0 0 15,1-2 0-15,5-1 1 16,2-2-1-16,3 1 0 15,2-2 0-15,5 0 1 16,0 0-1-16,3 0 0 16,2 0 1-16,-2 0-1 0,2 0 0 15,-1 0 0-15,2 0 0 16,0 2 0-16,1 3 0 16,2 0 0-16,-1 1-1 15,5-1 2-15,-2 3-1 0,3 0 0 16,4 1 0-16,4 1 0 15,3 3 0-15,3 2-1 16,3 6 1-16,1 4-1 16,4 4 0-16,3 3 1 15,2 5 0-15,5 2-3 16,1 0 3-16,4 3 0 0,0-2-1 16,5 3 0-16,9-3-2 15,1-1 2-15,7-1 0 16,1-3 0-16,4-1 1 15,4-2 0-15,5-3-1 16,6-1 2-16,5-1-1 0,6 0 0 16,8-5-1-16,12-3 2 15,12-6-1-15,18-9 0 16,20-4-2-16,17-17-23 16,17-14-50-16,7-12-116 0</inkml:trace>
  <inkml:trace contextRef="#ctx0" brushRef="#br0" timeOffset="18052.64">19511 14691 74 0,'0'0'13'0,"0"0"-9"0,0 0 4 0,0 0-4 0,0 0 0 16,-1 0-3-16,1 0 0 15,0 0 0-15,0 0 5 0,0 0 4 16,0 2-7-16,0-1-3 15,0 1 0-15,0 3 0 16,0-1 0-16,0 2 1 16,1 1 2-16,2 1-2 15,0 0 1-15,1 1-1 0,1-2 0 16,3 2 0-16,-1-3 1 16,4-1 1-16,2-2-2 15,3 0 3-15,5-3 4 16,3-3-3-16,7-11 3 15,6-9-1-15,5-5-1 0,10-11 3 16,6-5 5-16,7-7 1 16,6-3-5-16,6-3 3 15,0-3-2-15,5 1-2 16,-3 2-5-16,-1 3-2 16,-7 3-1-16,-4 5-1 15,-4 7-1-15,-9 6-5 0,-5 9-26 16,-13 6-20-16,-7 6-14 15</inkml:trace>
  <inkml:trace contextRef="#ctx0" brushRef="#br0" timeOffset="18635.28">19716 14716 33 0,'0'0'5'0,"0"0"1"0,0 0 6 0,0 0-2 16,0 0 1-16,0-37-2 15,0 30-1-15,-1 3 0 0,1 0-1 16,-2-1 1-16,0 4-1 16,1-2-3-16,1 3 0 15,0 0 0-15,0 0-7 16,0 0-4-16,0 2 5 16,0 3 7-16,0 1 5 0,1 0-1 15,4-1-3-15,3-2 2 16,3-1 2-16,5-2 5 15,10-8 4-15,10-11-2 16,16-13 1-16,13-12-5 16,18-8-9-16,19-12 0 0,14-10-2 15,18-6-2-15,14-3 0 16,9-8 0-16,17-10-39 16,6-5-85-16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6:29.83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15120 8222 8 0,'0'-2'18'0,"2"-2"1"0,-1-1-3 16,1 3-5-16,-2 0-2 0,1-1-5 15,0 2-1-15,-1 0 3 16,1-1 0-16,-1 1 2 16,0-1 0-16,1 1 2 15,-1-1-2-15,2 1-5 16,-2 1-2-16,5 0-2 16,-4 0 1-16,2 0-2 0,2 4 3 15,-3 2 0-15,3 0 1 16,1 1-1-16,-1 1 0 15,1-1 0-15,1 0-1 16,2-1 0-16,-3 0 0 16,6-2-1-16,-5-1 4 0,4-3 2 15,2 0 11-15,1 0 8 16,6-11-1-16,3-4-8 16,6-6-5-16,7-4-2 15,9-7 1-15,9-6-4 16,7-6 0-16,5-7 1 0,8-5-1 15,5-5-1-15,6 0 1 16,2-6 0-16,-2 4 0 16,6-1-2-16,-5 2-2 15,-3 4 2-15,-8 6-1 16,-5 4-1-16,-7 9-4 0,-8 7-16 16,-8 7-31-16,-12 4-35 15</inkml:trace>
  <inkml:trace contextRef="#ctx0" brushRef="#br0" timeOffset="1129.86">15299 11793 99 0,'-6'0'9'0,"2"-1"12"0,3-5-3 16,1 2-16-16,0 1-2 16,0 2-1-16,0-1 4 0,5 2-4 15,1 0 0-15,1 2 0 16,1 6 2-16,-1 4-3 16,0 2 1-16,2 0 5 15,0 0-2-15,4-1 0 0,1-5-4 16,1-2 0-16,3-6 1 15,4-1 1-15,8-18 2 16,10-18 19-16,13-21 5 16,17-20-6-16,23-23 1 15,22-21-6-15,28-15-3 0,17-13-4 16,24-3-4-16,14-3-1 16,4 5-5-16,-10 5-40 15,-21 7-179-15</inkml:trace>
  <inkml:trace contextRef="#ctx0" brushRef="#br0" timeOffset="4980">11131 15344 57 0,'0'0'4'0,"0"0"-1"0,0 0-1 15,0 0-2-15,0 0 0 16,0 0-5-16,0 0 4 16,0 0 8-16,0 0-1 15,0 0-1-15,0 0 0 16,0 0-1-16,-3 1-3 0,3 1-1 15,0 1 1-15,0-2 1 16,0 5 1-16,0-1 0 16,0 1 0-16,0 1 0 15,0 0 0-15,5-1-1 16,2 1-1-16,-3 2-1 0,5-4 0 16,-3 1 0-16,4-3 1 15,0-3 2-15,3 0 6 16,1-7 7-16,7-10 6 15,3-9 2-15,10-8-5 16,7-9-5-16,14-9-4 16,10-10-5-16,11-8-1 0,15-6-2 15,9-9 0-15,10-7-1 16,9-14-38-16,4-6-139 16</inkml:trace>
  <inkml:trace contextRef="#ctx0" brushRef="#br0" timeOffset="7933.16">8518 15713 37 0,'-2'2'1'0,"2"-2"1"0,-2 0-2 0,2 0-3 0,-3 0 2 16,1 0 4-16,-1 0 9 15,2-2 6-15,0 1 0 16,1-2-10-16,-2 3-4 16,2-1-4-16,0 1 0 0,0-2 0 15,0 2 0-15,0 0 0 16,-2-1 1-16,2 1 0 16,-4-3 4-16,2 2 5 15,-1-1 1-15,-1-1 1 16,0 3-5-16,-2-1-4 15,2 0-2-15,-2 0 2 0,1-3 2 16,-3 4-2-16,0-1 1 16,0-1 1-16,1 2 1 15,-2 0 0-15,-1 0-3 16,2 0 0-16,-1 0-2 16,-2 0 0-16,2 0-1 0,0 5 0 15,-3 0 0-15,0 1 1 16,1 1-1-16,1 0 0 15,-1-1 0-15,0 1 0 16,1 0 0-16,2 0 0 16,-1 0 1-16,-2 3-1 0,2-1 0 15,0 2 0-15,-4-1 1 16,2 2-1-16,0 0 0 16,-1-1 0-16,-1 1-1 15,-3 0 1-15,3-1 0 16,-1-1 0-16,1 1 0 0,2 2 0 15,-3-2 1-15,3 3-1 16,-1 0 0-16,0 2 2 16,3-2-4-16,-1 3 2 15,-1 0 0-15,2 0 0 16,1 2-1-16,-1-2 1 0,2 0 0 16,0 0 0-16,1 0 0 15,0 0-1-15,2-1 1 16,0 2 0-16,2-2 0 15,-3 0-1-15,3 0 1 16,0 1-1-16,0-2 1 0,0 0 0 16,-1 0 0-16,2 0 0 15,-2-2 0-15,3-1 0 16,0 3-1-16,0-5 0 16,0 1 0-16,0 1 1 15,0 0 0-15,0 1-1 0,3-2 1 16,1 2 1-16,-2 0-2 15,2 1 1-15,-3 0 0 16,5-2-2-16,-2 2 1 16,-1-1-1-16,4-2 1 15,1 4 0-15,-1-3 1 0,0 0 1 16,4 0 0-16,-2 2 1 16,0-2-2-16,3-1-2 15,0 2 0-15,-1 0 3 16,1-2 2-16,1-1-2 15,-3 3-1-15,3-2 0 0,-1-1 0 16,1 0 1-16,-1 0 0 16,2-1-1-16,-1 1 1 15,-2-2-1-15,1 2 0 16,1-3 0-16,1 3 0 16,-1-1 0-16,3-1 1 15,1-1-1-15,0 3 0 16,2-3 0-16,2 2 0 0,1-1 1 15,0 1-1-15,2-1 1 16,1 1 0-16,2-2-1 16,-2 0 0-16,1 0 0 15,-2-1 0-15,1-2 1 0,0 0 0 16,0-2 0-16,-2-2 1 16,2 0 1-16,2 0-3 15,0 0 3-15,1-3-2 16,2-3 1-16,0-1-1 0,-3 0-1 15,2-2 3-15,-2-2-3 16,-2-1 2-16,1-3 0 16,-1-1 0-16,1-3 0 15,-3-1 1-15,-3-3 1 16,0 0-2-16,0-1 0 0,-3-1-1 16,2-2 3-16,-4-2 2 15,-1-2-1-15,-3-2 0 16,-2 1-2-16,0-1 1 15,-4 0 0-15,-3-1 1 16,-2 3 0-16,0 2 2 16,0-2-1-16,-1 1 3 0,-5 1-6 15,-3-1-2-15,2 3 1 16,-2-1-2-16,-4 1 1 16,2 4-1-16,0-1 0 15,-1 2 1-15,-1 1-1 16,1 0 2-16,-1 1-2 0,0 0-2 15,-1 1 4-15,1 1-2 16,1 0 0-16,0-1 0 16,0 3 0-16,1-1 0 15,-2 2 0-15,-1-2 0 16,1 3 0-16,-1 2-2 0,1-1 1 16,0 2 0-16,-3 1 1 15,5 1 0-15,-3 0 0 16,3 1 0-16,0 1 1 15,-1 0-1-15,4 0 1 16,-1 2-1-16,-2 0-1 0,2 1 0 16,2 0 1-16,-4 1 0 15,4 0-2-15,-4 0 1 16,0 2 0-16,2-1 0 16,-2-2 4-16,2 4-4 15,-3 0 4-15,4 0-3 16,-1 0 0-16,-1 0-2 0,4 4-4 15,-3 3-15-15,0 5-22 16,0-1-20-16,0 0-26 16</inkml:trace>
  <inkml:trace contextRef="#ctx0" brushRef="#br0" timeOffset="8575.04">8983 15755 0 0,'0'4'1'0,"0"0"2"0,2-1 7 0,0 3 5 0,1-2-3 16,1 0 3-16,0-1-5 16,1-2 0-16,2 1 3 0,-2-2 2 15,5 0-2-15,-3 0 6 16,4-7 0-16,2-3 0 16,3-5 5-16,4-6-6 15,7-6-2-15,6-7-4 16,11-9-2-16,12-12-5 15,15-14 0-15,20-14-3 0,16-18 1 16,26-18 2-16,19-13-9 16,17-14-54-16,10-9-107 15</inkml:trace>
  <inkml:trace contextRef="#ctx0" brushRef="#br0" timeOffset="13850.03">21566 17970 88 0,'0'0'2'0,"0"0"9"0,0 0-8 0,0 0 1 15,0 0-2-15,0 0 1 0,0 0 3 16,0 0-2-16,0 0 6 16,0 0 6-16,0 0 0 15,0 0-1-15,0 0 0 16,0 0-6-16,0 0-2 15,0 0-4-15,0 0 0 0,0 0-2 16,0 0-1-16,0 0 0 16,0 0 1-16,0 0 1 15,0 0-2-15,0 0 0 16,2 0 4-16,1 0 0 16,0 0-2-16,1 4-1 0,0 2 3 15,2-1-4-15,-1 1 2 16,4 0-4-16,-4 1 4 15,3-2-1-15,-3 0-1 16,1-1 0-16,2-2-1 16,0-2 0-16,-1 0-1 15,3 0 3-15,4-5 5 0,2-9 3 16,6-2-4-16,3-6 1 16,5-3-1-16,3-4-1 15,5-4 2-15,3-7-3 16,3-2-2-16,-2-3 1 15,1-4-1-15,-1-2-1 0,-2 1 0 16,-3 2 2-16,-4 5 0 16,-2 5-1-16,-9 8-6 15,-2 9-11-15,-11 8-27 16,-9 8-46-16</inkml:trace>
  <inkml:trace contextRef="#ctx0" brushRef="#br0" timeOffset="15112.96">21657 17919 60 0,'-1'0'2'0,"1"0"2"16,0 0 6-16,0 0 3 0,0 0-1 15,0 0 6-15,0 0-2 16,-1 0 1-16,1 0-2 15,0 0-2-15,0 0-4 16,0 0-5-16,0 0-2 16,0 0-2-16,0 0-2 0,0 0 0 15,0 0-5-15,0 0 3 16,0 4 8-16,0 2-1 16,0 2 1-16,0 2 1 15,0 1-3-15,0-2-1 16,1 1 0-16,3-1-1 0,3-2-1 15,-4-1 2-15,1-1-2 16,4-3-2-16,-3 0 0 16,4-2 2-16,0 0 8 15,3-7-4-15,3-4 3 16,4-5 2-16,1-4-3 16,5-1-2-16,3-6 1 0,4-3-1 15,3-5-3-15,2-2 3 16,-3-6-1-16,3-1-1 15,-2-4 0-15,-2-2-5 16,-3 1 9-16,-2 3-3 16,-2 2 0-16,-5 6-1 0,-1 8-1 15,-7 6-6-15,-7 8-5 16,-3 9-12-16,-3 4-16 16,0 3-5-16</inkml:trace>
  <inkml:trace contextRef="#ctx0" brushRef="#br0" timeOffset="15702.62">21664 17892 107 0,'0'0'-5'0,"0"0"-1"0,0 0 0 0,0 0 7 16,0 0 2-16,0 0-2 15,12 37 0-15,-9-30 2 0,2-1-1 16,-2-1 1-16,6-3 3 16,-3-1 0-16,4-1 0 15,3 0 2-15,0 0 2 16,4-7 1-16,1-3 3 16,5-7 1-16,3 0 5 0,4-6-2 15,6-4-4-15,-1-5-7 16,2-4-5-16,2 1 0 15,-4-5 0-15,-2 0 2 16,-4 1-4-16,-7 4-13 16,-1 5-18-16,-4 3-16 0,-7 6-10 15</inkml:trace>
  <inkml:trace contextRef="#ctx0" brushRef="#br0" timeOffset="16421.99">21857 17856 33 0,'0'0'0'0,"0"0"2"0,0 0 0 0,0 0 2 16,0-48 16-16,0 37 2 16,-1-2-3-16,-2-1-1 15,0 5 1-15,1 1-4 16,2 2 1-16,-3 1-2 0,3 1-2 16,0 3-3-16,-2 1 1 15,2 0-6-15,0 0-7 16,0 0-5-16,0 0 2 15,0 9 12-15,5-1-4 16,-3 1 1-16,3 2-4 0,1 2 4 16,1-2-3-16,1 2 1 15,-1-2 0-15,2-2 1 16,0 1 0-16,0-3 0 16,0-1-1-16,2-4 1 15,3-2 0-15,-1 0-3 16,3 0 5-16,1-12 0 0,6-6 8 15,-1-6-9-15,6-4 0 16,0-5-1-16,3-4-1 16,0-4 1-16,3 0-1 15,0-3 2-15,-1-1-1 16,2-1-2-16,-2 2 1 0,0 4 0 16,-4 5 0-16,-2 5-1 15,-7 7 0-15,-3 8-2 16,-5 6-9-16,-5 9-16 15,-7 0-22-15,0 4-20 0,-14 9-7 16</inkml:trace>
  <inkml:trace contextRef="#ctx0" brushRef="#br0" timeOffset="16920.14">21649 17801 129 0,'0'0'10'0,"0"0"-1"0,0 0-3 0,0 0-3 0,-4 48-2 15,4-29 0-15,0-1-2 16,3-1 0-16,5-1 2 15,3-4 0-15,2-3 0 16,5-6 4-16,3-3 2 16,9-1 7-16,4-15-2 0,10-7 5 15,7-10-1-15,4-7-16 16,5-9 21-16,4-5-9 16,4-4-6-16,-1-6-1 15,2-3-3-15,0-1 0 16,-2 1-3-16,-4 2-25 0,-3 7-25 15,-10 8-14-15,-10 10-19 16</inkml:trace>
  <inkml:trace contextRef="#ctx0" brushRef="#br0" timeOffset="17354.97">21701 17781 150 0,'0'0'-15'0,"0"0"17"0,0 0 3 0,15 38 1 16,-2-31 6-16,3-5 1 15,6-2 1-15,7 0 9 16,9-14-4-16,8-13-1 0,9-10-8 16,10-14-3-16,11-12-5 15,11-11 0-15,2-11-1 16,8-6-27-16,1-4-60 16</inkml:trace>
  <inkml:trace contextRef="#ctx0" brushRef="#br0" timeOffset="20304.68">4597 18010 90 0,'0'0'5'0,"0"0"0"0,0 0 1 0,0 0-1 0,0 0-1 15,0 0-2-15,0 0 2 16,0 0 0-16,-40-13 0 16,36 13 6-16,2 0 1 15,0 0 0-15,0 0-6 0,2 0-3 16,0 3-2-16,0 5 0 15,2 0 2-15,6 0-4 16,1 5 4-16,3-5-2 16,1-1 1-16,3-4 0 15,-1-3-1-15,3 0 0 0,2-8 3 16,2-15 5-16,6-5 1 16,5-10 3-16,1-11-3 15,6-9-6-15,0-6-2 16,2-1 0-16,1-1 0 15,-5 3-2-15,0 7-5 16,-7 6-47-16,-4 10-39 0</inkml:trace>
  <inkml:trace contextRef="#ctx0" brushRef="#br0" timeOffset="20795.68">4603 18023 136 0,'0'0'-3'0,"0"0"-4"0,0 0 9 0,0 0-1 0,0 0-1 15,0 0 7-15,42 10 3 16,-22-20 3-16,2-12 6 16,9-9 5-16,8-10-12 15,5-15-8-15,6-12 0 16,2-10-2-16,5-3-2 0,1-7-18 15,-4 0-44-15,0 6-20 16</inkml:trace>
  <inkml:trace contextRef="#ctx0" brushRef="#br0" timeOffset="21521.36">4501 18050 75 0,'0'0'2'0,"0"0"2"0,0 0 7 0,0 0-1 0,0 0 1 16,0 0 1-16,0 0-8 15,0 0 1-15,0 0-1 16,0 0-2-16,0 0-2 15,-13 8 1-15,13-2-1 0,1-1 1 16,9 0 2-16,2-2-1 16,1-1 0-16,7-2 4 15,4-7 13-15,5-10 3 16,10-10-7-16,6-14-8 16,10-17 0-16,8-15-4 0,6-16 0 15,10-13-3-15,-1-12-26 16,2-4-92-16</inkml:trace>
  <inkml:trace contextRef="#ctx0" brushRef="#br0" timeOffset="22501.92">4401 18028 123 0,'0'0'7'0,"0"0"5"0,0 0-1 16,0 0-6-16,0 0-4 0,0 0-1 15,0 0 1-15,0 0 2 16,0 0-1-16,54 16 3 15,-23-17 2-15,7-12 1 16,9-11-5-16,8-12-7 0,10-8 16 16,5-16-12-16,3-8 7 15,8-10-5-15,1-6-1 16,1-4 1-16,2-1-1 16,3 4-1-16,1 4-4 15,-7 8-64-15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7:02.77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8974 3653 59 0,'0'0'3'0,"0"0"6"0,0 0 3 0,0 0-7 0,0 0 1 15,0 0-3-15,0 0-1 16,0 0-2-16,0 0 0 0,0 0 0 16,0 0 2-16,7 5-2 15,-3-2 1-15,2 0 0 16,3-1 2-16,1-2 1 16,7 0 3-16,8-15 10 15,13-12 11-15,18-13 0 16,15-16-13-16,18-13-7 0,20-16-5 15,16-9-3-15,13-9 1 16,10 1-2-16,5-1-23 16,-3 1-40-16</inkml:trace>
  <inkml:trace contextRef="#ctx0" brushRef="#br0" timeOffset="2329.79">17746 7314 22 0,'0'0'4'0,"0"0"6"0,0 0 1 16,0 0-2-16,0 0-1 0,0 0 1 15,0 0-3-15,37 31 0 16,-29-25-1-16,3-3 4 15,1 0 0-15,1-2-5 16,2-1-1-16,3 0 5 16,2-4 5-16,2-10 8 15,8-9 2-15,8-15-3 0,13-14-1 16,10-16-4-16,17-13-8 16,16-14-4-16,13-9-2 15,10-4-1-15,8-5-1 16,3-2-24-16,1 0-79 15</inkml:trace>
  <inkml:trace contextRef="#ctx0" brushRef="#br0" timeOffset="3483.19">8752 10367 58 0,'0'0'3'0,"0"0"5"0,0 0 2 0,0 0-2 16,0 0 0-16,-2 37 0 0,7-31 0 16,6-3 1-16,0-2 1 15,3-1 2-15,1 0 7 16,4-12 7-16,5-7 0 16,6-12-8-16,7-15-1 15,5-14-3-15,12-19-5 16,15-20-3-16,14-16-4 0,13-16-1 15,15-11-2-15,6-7-20 16,3-12-97-16</inkml:trace>
  <inkml:trace contextRef="#ctx0" brushRef="#br0" timeOffset="5150.76">9258 14158 85 0,'0'0'2'0,"0"0"-2"0,0 0 0 0,0 0-21 16,0 0-45-16</inkml:trace>
  <inkml:trace contextRef="#ctx0" brushRef="#br0" timeOffset="5371.13">9258 14158 37 0,'-9'2'35'0,"9"-2"-13"15,0 0-3-15,0 0-3 16,-1 0-5-16,1 0-1 16,0 0-9-16,0 2-1 0,6 4 1 15,3-3-1-15,3 4 1 16,2-1 0-16,1-2 0 16,4-4 2-16,0-6 4 15,4-22 13-15,6-29 3 16,6-35 3-16,17-48-5 0,15-50-8 15,25-51-2-15,28-52-6 16,33-42-1-16,22-36-4 16,14-21-76-16</inkml:trace>
  <inkml:trace contextRef="#ctx0" brushRef="#br0" timeOffset="13478.23">15403 16440 89 0,'0'0'5'0,"0"0"17"0,0 0 9 0,0 0-13 15,0 0 3-15,0 0 2 16,0 0-1-16,0 0-9 16,0 0-4-16,0 0-6 0,-37-12-2 15,32 12-1-15,0 0-3 16,0 0-2-16,-3 0-1 15,2 0 3-15,-3 0 3 16,-2 1 1-16,4 1 2 16,-4 0 4-16,1-1-2 0,-2 1-2 15,1 2-1-15,2-1-2 16,-5 1 0-16,3 1-2 16,-2-1 0-16,2 2 1 15,0 0 1-15,-1-1 0 16,3-1 1-16,-4 1 1 15,4 0 3-15,0-2-1 0,0 2 0 16,-2 0-1-16,2 1-3 16,0 1 0-16,-2 0 0 15,2 2 0-15,0-1 0 16,0-1-1-16,0 3 2 16,2-3 4-16,-2-1 1 0,2 1-2 15,-1 2-3-15,1 2-1 16,1 2 1-16,2 2-1 15,-2 3 0-15,2 0 0 16,0 2 0-16,-1 0 1 16,1 1-1-16,0 0 0 15,1 0 1-15,1-1 0 0,-3 0-1 16,3 2 4-16,0-1-1 16,2-1-1-16,0 2-1 15,0-2 0-15,0 2-1 16,0 0 1-16,4 0-1 0,1 0 1 15,-1-2-1-15,-1-1 0 16,3-1 0-16,-2-2 1 16,-2-2-1-16,3 0 1 15,2 3 0-15,-2 0 0 16,3-2 0-16,-1 2 1 0,1 0-1 16,2-2 1-16,-4 0 1 15,3 0 0-15,0-1 0 16,-1 1 1-16,2 0-1 15,-3 1-2-15,4-1 0 16,0-1-1-16,0 1-1 0,0-1 2 16,1-1-1-16,2-1 0 15,-2 1 2-15,2-2-1 16,1-2 0-16,0 1 0 16,2 0-1-16,-1-1-1 15,-3-1 1-15,5-1 0 16,-4-1 0-16,4 1 0 0,-1-3 0 15,2-1 0-15,5-1 1 16,-3-1-2-16,3-1 3 16,3 0 0-16,1 1-1 15,-1-1-2-15,1 2 2 16,2-1-1-16,-1 3 0 0,2-2 0 16,-2-1 1-16,2 2-1 15,-1 0-1-15,1 0 1 16,0-2 0-16,1 2 0 15,-1-1-1-15,3 0 1 0,-3 0-2 16,0-1 4-16,1 1-2 16,-1-1 0-16,0 2 0 15,1-2 0-15,-1 3 0 16,2-1 1-16,-1 0 0 16,3 0-2-16,-1 0 2 0,3-3-1 15,1 4 1-15,1-1 3 16,-2-2-1-16,1 2 0 15,0-3 3-15,-1 3-2 16,-2-3 4-16,1 0-1 16,-2 0 1-16,1 0 2 15,1 0-2-15,2 1-2 0,0 1-3 16,-4 1 1-16,3 0-1 16,1-1-1-16,-4 1-1 15,5 0 1-15,0 0-2 16,-1-2 0-16,-2 0 0 15,3 1 0-15,-2 0 0 0,-1-1 0 16,-1 0 0-16,-1 2 0 16,1-1 0-16,2-1 1 15,0 1-1-15,1-2 0 16,2 0 0-16,2 0 0 0,-1 0 0 16,-1 0-1-16,2-3 2 15,-1-2-1-15,0 1 0 16,1 0 0-16,-2-2 1 15,2 1-2-15,0 0 2 16,-1-2-2-16,0 2 3 16,3-1-2-16,-3-1 0 0,2 2 1 15,-1-2-1-15,2 0 0 16,1 3 1-16,-3 0-1 16,1 1 0-16,-2 0 0 15,1 2-1-15,1 1 2 16,-3 0-1-16,2 0 0 0,2 0 0 15,0 0 1-15,2 0-1 16,-4 1 0-16,1 2 0 16,1 1-1-16,-1-1 2 15,0 1-1-15,1 1 0 16,1 0 0-16,-2-1 0 0,-2 2 0 16,3-1 1-16,-4 0-2 15,2 1 2-15,-1 1-1 16,1-3 0-16,0 3 0 15,3 3 1-15,-1-5 1 16,0 2 2-16,0 1-1 16,2 0-1-16,-1-2 1 0,1 3 1 15,-2-2-2-15,5-3 1 16,-5 1 0-16,2-2 2 16,0-1 1-16,-2 0 3 15,1-2-4-15,-1 0-1 16,4 0 0-16,-2 0-2 0,4 0-1 15,-4 0 0-15,4-2-1 16,-3-1 0-16,2-1 0 16,1 0 0-16,2 1 0 15,0 0 0-15,0 1 0 0,4 1 1 16,-2 0-2-16,1 1 2 16,1 0-2-16,0-2 1 15,1 2-3-15,2-1-14 16,2-4 1-16,-2 2 2 15,2-2-5-15,1 0 5 16,2 0 6-16,-5 2 1 0,2-1 7 16,-3 3 0-16,0 1 1 15,-2 0-2-15,-2 0 2 16,0 0-1-16,-3 0 1 16,2 0-1-16,0 0 2 15,1 5-1-15,-1 1 2 0,2 2 1 16,0 1-2-16,0 1-1 15,-2 1 0-15,1-1 0 16,-2-3 0-16,-1 0-1 16,2-2 0-16,-1-1 0 15,0 0 0-15,-2-1 1 0,3-1-2 16,0 1 1-16,-2-2 3 16,3-1 1-16,0 0 4 15,-3 0-1-15,3 0-1 16,-2 0 0-16,3 0-3 0,-5 0-2 15,3 0 1-15,1-3-2 16,-1 3 0-16,1-3 0 16,-1 3 2-16,-1 0-1 15,0 0 7-15,2 0 1 16,-1 0-7-16,1 0 0 16,1 0 0-16,1-3-2 0,1-4 1 15,2-3 1-15,-1 0-2 16,-1-1 0-16,0-1 0 15,1-3-1-15,-2 1 2 16,0-5-1-16,-2-1-1 16,-1-2-1-16,0-1 1 15,-2-2 1-15,-5 0 0 0,1 0-2 16,-2-2 3-16,-4 0-1 16,-2-3-1-16,-4 0-4 15,0-2 3-15,-7-3 0 16,-5-1 2-16,-2-3-1 0,-4 0 2 15,-4-2 0-15,-3-1 0 16,0-2 3-16,-5 0-3 16,1 1-1-16,-3-1 0 15,-3 2 0-15,0-1-1 16,0 2-2-16,0 2-2 0,0-1 0 16,-7 2-2-16,2 3-5 15,-5 5-5-15,-4-1-8 16,-4 5 9-16,-5 2 1 15,-3 3 10-15,-3 3 3 16,-2 3-5-16,-2 1-4 0,-3 2 1 16,-2 0 2-16,-1 3-2 15,-5-2-7-15,-3 1-6 16,-1 2-2-16,-2-1 7 16,0 3 10-16,-3 1-1 15,0 0 6-15,-1 2 7 16,-4-1 4-16,-3 0 0 0,-2 3-6 15,-6-1-4-15,-2-1-3 16,-1 2 2-16,-4-2 1 16,2-1 4-16,-3-2-5 15,1 3 2-15,0-1-3 0,-3 1 2 16,2 2 6-16,-2 1 6 16,0 0-1-16,-1 0 1 15,1 0 0-15,-1 4-3 16,-2 0-6-16,0 2 2 15,0-2 1-15,-2 2 2 16,1 1 4-16,-1 1-6 0,0 2 0 16,-1-1-4-16,2 2 4 15,5 1 5-15,-2 0 5 16,6-1-2-16,1 0-3 16,3 0-6-16,2-1-3 15,2 2 0-15,3-2 1 16,-1-1 0-16,3 0-6 0,2 1 7 15,4-5 0-15,0 0 2 16,4-4 0-16,-1 2 0 16,0-2 0-16,0 1 1 15,-3-1-1-15,-1-1 6 0,-2 0-2 16,-1 0-6-16,-4 0-1 16,1 2 0-16,-2-1 3 15,-1-1-1-15,2 0 1 16,-2 0-1-16,2 0 0 15,1 0-1-15,0 0-2 16,0 0-1-16,3 0 4 0,-1 0-5 16,0 0 2-16,1-1-2 15,-4-1-2-15,3 1-1 16,-6-1-5-16,1 1 3 16,-3 0-2-16,2 1 5 0,2 0 3 15,-3 0 2-15,3 2 0 16,3 3 0-16,1 0 2 15,2 2-1-15,1-1 0 16,0 1-2-16,2-1-2 16,-1 1 2-16,-1-2-1 0,-1 1-2 15,-2 0 1-15,1-2 1 16,-1 2 0-16,0-2 3 16,0 0 2-16,3 1 7 15,2-1 0-15,1 0-4 16,0-2-1-16,4 0-3 0,0 0-2 15,-1-2-1-15,0 0-1 16,1 0 1-16,-2 0-2 16,-1 0 1-16,0 0 1 15,-1 0 1-15,1 0 2 16,1 0 2-16,-2 0 1 0,2 0 0 16,2 0-1-16,0 0-1 15,3 0-2-15,2 0-1 16,1 0 0-16,-1 0-1 15,1 0 0-15,-1 2 0 16,2-1-1-16,0 0-1 16,1 2 0-16,2-3 2 0,3 3-1 15,-1 0 0-15,5 1 3 16,-2-1-2-16,1 1 0 16,3 0 0-16,-2-1 1 15,2 1 0-15,3-1-1 0,1 0 0 16,-1 0 0-16,0-1 1 15,-1 0-2-15,0 1-1 16,-5 1-1-16,1 2 4 16,-5-1-2-16,0 0 0 15,-1 2 3-15,-4 0 3 16,3 2 1-16,-3-1-2 0,-1 2-2 16,1 0 0-16,-5-1-2 15,1-1 1-15,-1 1-3 16,-4-1-5-16,-1-1-4 15,-3-4-30-15,-5-3-11 16,-3 0-24-16</inkml:trace>
  <inkml:trace contextRef="#ctx0" brushRef="#br0" timeOffset="15663.22">20380 16372 39 0,'0'0'15'0,"0"0"13"0,0-3-6 16,0 1 2-16,0 0 11 15,0-1-6-15,0 2-10 16,0-2-6-16,0 0-5 0,0 2 0 15,0-2-1-15,0 0-1 16,0-1 2-16,0 0-2 16,0-2-2-16,0 3-1 15,0-1-2-15,0-1 0 16,0 1-1-16,0-1 0 0,-1-1 0 16,-1 1 1-16,0 0-1 15,-1-2 0-15,2-3 1 16,-3-1-2-16,2-3 1 15,0-1 0-15,0-2 0 16,-1-1 0-16,0-1 1 16,1-2-1-16,-1-2 3 0,-1-1 4 15,0-3 2-15,-1 1 0 16,2-2-3-16,1 0-2 16,-2-1-2-16,2-1-1 15,0-1-1-15,-1 0 1 0,1-2-1 16,2 0 0-16,-3-3 0 15,2 0 0-15,1-2 0 16,0 1 0-16,0-2 0 16,0 1 0-16,0-1 0 15,6-1 1-15,-3-1-1 16,5-3-1-16,-1 1 1 0,2-1 0 16,1-2 0-16,4 2 0 15,0-2 0-15,2 0-1 16,-1 2 1-16,2-1 0 15,1 2 0-15,1 1 0 16,-3 1 0-16,4 3 0 0,0 1 0 16,-4 2 0-16,4 1 0 15,-1-1 1-15,-2 3-1 16,1-1 0-16,1 2 0 16,-2 1 0-16,-2 1 0 15,1 1 2-15,-2 4 1 0,1 3 2 16,-4 1-4-16,-1 2 0 15,2 2-1-15,-5 2 0 16,1 2 0-16,-2 0 0 16,0 2 0-16,-1 3-1 15,-1-1-4-15,2 2-11 16,-4 1-15-16,0 1-36 0,-2 0-17 16</inkml:trace>
  <inkml:trace contextRef="#ctx0" brushRef="#br0" timeOffset="16497.06">20601 14286 15 0,'0'0'41'0,"0"0"-31"0,0 0 2 0,0 0-2 16,0 0-3-16,0 0-3 16,0 0-1-16,0 0-2 0,0 0 0 15,0 0 1-15,0 0-1 16,0 0 0-16,0 0 3 15,22 28 6-15,-18-28 1 16,3 0-4-16,1 2 0 16,3-2 0-16,-1 0 0 0,-1 0-1 15,5 0 0-15,-3 0-4 16,3 0-1-16,-3 0 0 16,1 0 0-16,2 0 1 15,-6-2 0-15,2 2 0 16,0-1 0-16,0-1 1 15,-4 1-1-15,-1 0 0 0,2 1 0 16,-3 0-1-16,-2 0 1 16,0 0-2-16,1 0 0 15,-1 0 1-15,-2 0 1 16,1 0 0-16,1 1 0 16,0 2 1-16,0 0 0 0,2 0 0 15,0 1-2-15,1 0 0 16,0 0-1-16,-2 2 0 15,1 0 0-15,2-1 1 16,-4 1 1-16,-1 3 1 16,1-1 1-16,1 1-2 15,-3 1 1-15,1 2-2 0,0 1 2 16,-1 3 1-16,0 0-1 16,0 3 2-16,0 1-1 15,0-1 0-15,1 2-1 16,2 0 0-16,0 2-2 0,0 1 1 15,2 0-2-15,1 0 0 16,-1 0-8-16,2-3-27 16,-3-4-57-16</inkml:trace>
  <inkml:trace contextRef="#ctx0" brushRef="#br0" timeOffset="17378.47">20994 13650 161 0,'-7'-5'5'0,"0"-2"38"0,3 2-8 0,0 0-17 16,2 1-6-16,1 0-4 15,-1 0 0-15,2 2-1 0,-2-1 1 16,2 3-1-16,0 0-2 16,0 0-2-16,0 0-4 15,0 5-2-15,0 5 2 16,0 5 1-16,2 2 2 16,2 4-1-16,1 2-1 0,1-3 1 15,2 4-1-15,0-4 1 16,1-1-2-16,0-1 1 15,0 0 0-15,2-2 0 16,-2-5-1-16,1-1 1 0,0-2 0 16,1-3 0-1,-2 0-1-15,1-3 1 0,0-2-1 16,2 0 1-16,1 0 0 16,-2 0-1-16,1-5-2 15,1 0 3-15,1-3 3 16,-3 0-2-16,1 1 0 0,0-1-1 15,-1 0-2-15,-3 0-12 16,0 1-12-16,-2-1-23 16,-3-1-33-16,-1 1-58 15</inkml:trace>
  <inkml:trace contextRef="#ctx0" brushRef="#br0" timeOffset="17599.03">21082 13740 182 0,'0'0'26'0,"0"0"-15"0,0 0 25 0,0 0-23 0,0 0-6 16,0 0-8-16,0 0 1 16,0 0 3-16,0 0-1 15,0 0-2-15,44-44-7 0,-26 33-9 16,-1 1-9-16,-2 0-22 15,-5 0-11-15,-3 0-51 16</inkml:trace>
  <inkml:trace contextRef="#ctx0" brushRef="#br0" timeOffset="17735">21045 13604 222 0,'0'0'14'16,"0"0"11"-16,0 0-19 15,-15-38-9-15,28 22-21 0,2-1-48 16,3-4-60-16</inkml:trace>
  <inkml:trace contextRef="#ctx0" brushRef="#br0" timeOffset="18317.05">21275 13587 180 0,'0'0'0'0,"0"0"13"0,0 0-7 16,0 0 1-16,0 0 3 16,0 0-4-16,0 0-2 15,0 0-1-15,-26-14 3 16,26 10 0-16,3 0 1 15,2 2-4-15,2-1-2 0,1 3 0 16,2 0-1-16,-3 0 0 16,5 4 1-16,-1 3-1 15,2 2 1-15,-3-2-1 16,0 6 0-16,2-5 1 16,-2 2-1-16,-3-2 1 0,0 0-2 15,0-1 1-15,-3 0-2 16,-2-2 2-16,-1-1 0 15,-1-3 1-15,0 1 0 16,0-2 1-16,0 0 1 0,-3 0 0 16,-1-3-1-16,-1-6 2 15,2 1-3-15,1-4 0 16,0 0-1-16,2-1 2 16,0-1 0-16,0 1 0 15,4 1 1-15,2 0 4 16,2 2 0-16,0 1 1 0,2 2-2 15,3 0 0-15,-1 4-2 16,3-1 2-16,0 4-1 16,2 0-4-16,-4 0 0 15,3 0-2-15,-4 7 1 16,0 2 0-16,1-1-4 0,-2 1-11 16,1-1-12-16,-3 1-23 15,-1-5-48-15,-1-2-39 16</inkml:trace>
  <inkml:trace contextRef="#ctx0" brushRef="#br0" timeOffset="18609.88">21628 13361 44 0,'0'0'15'0,"0"0"25"0,0 0-7 16,0 0-8-16,0 0-6 16,0 0-9-16,0 0-1 15,0 0 5-15,0 0-4 0,-24 43 3 16,29-29-2-16,2 0-2 16,1-1-4-16,2 0-4 15,1-5 3-15,-1 1-2 16,4-4-2-16,-1-1 0 15,3-3-3-15,-1-1-3 0,3-2-37 16,-3-9-67-16</inkml:trace>
  <inkml:trace contextRef="#ctx0" brushRef="#br0" timeOffset="18987.66">21869 13327 274 0,'0'0'1'16,"0"0"3"-16,0 0 0 16,0 0-3-16,0 0-2 15,-37 16 2-15,32-9-1 0,0 3 0 16,4 0 0-16,1 0 0 16,0 0 0-16,0 0 1 15,5-2-1-15,4-1-1 16,1-4 1-16,0-1-2 15,0-2 2-15,3 0 2 0,-1-6 9 16,1-5 0-16,-1-1 1 16,-2-1-3-16,-2 1-2 15,-1-3 0-15,-5 1-1 16,-2 3 0-16,0-1 0 0,-2 1-4 16,-7 5-2-16,-1 2-1 15,0 3-5-15,0 1-4 16,-1 0-16-16,3 8-3 15,6-1 4-15,2 0-20 16,0-3-34-16,10-3-41 0</inkml:trace>
  <inkml:trace contextRef="#ctx0" brushRef="#br0" timeOffset="19493.05">22176 13202 49 0,'0'0'144'0,"0"0"-139"15,0 0 28-15,0 0-17 16,0 0-7-16,0 0-7 16,-42-20 2-16,22 26-2 15,2 4 1-15,-2 3-2 16,3 1 0-16,5 0 0 16,7 0-1-16,-1-1 0 15,6-2-8-15,0-3-10 0,6-2 0 16,5-4 4-16,3-2 12 15,1 0 2-15,3-3-2 16,0-8 4-16,2-6-4 16,0 0 4-16,0-6 2 0,-2-2 1 15,-4-2-3-15,-1-2-2 16,-4-1 0-16,-9 2-7 16,0 0-4-16,-2 2 4 15,-9 3 6-15,-3 4 4 16,1 3 5-16,-3 4 10 0,3 4 2 15,-1 2 0-15,1 2-12 16,2 4-2-16,0 0-3 16,4 0-3-16,1 4 1 15,1 6-1-15,3 2 1 16,-1 5-1-16,3 0 0 0,0 1 3 16,3 4 2-16,4-3 1 15,2 1-2-15,6 0-2 16,-1-2-2-16,4 0 0 15,-1-4-2-15,2-2-22 16,0-2-14-16,1-4-17 0,-4-6-30 16</inkml:trace>
  <inkml:trace contextRef="#ctx0" brushRef="#br0" timeOffset="19813">22320 13112 135 0,'0'0'44'0,"0"0"17"0,0 0-27 0,0 0-15 15,0 0-9-15,0 0-9 16,0 0-2-16,4-42 2 16,0 37-1-16,0-1 1 15,0-1-1-15,2 0 1 0,-4 1-1 16,-1-1 0-16,-1-2 0 16,0 4 1-16,0-1 0 15,0 3-2-15,0 3-3 16,-5 0 4-16,-2 0-2 15,2 3 3-15,-1 4 0 16,3 6-1-16,2-2 0 0,1 2 1 16,0-1 0-16,3-1-1 15,6-1 0-15,3-2-4 16,1-1-4-16,0-1-5 16,1-2-12-16,1-4-15 0,-4 0-28 15,-1 0-2-15</inkml:trace>
  <inkml:trace contextRef="#ctx0" brushRef="#br0" timeOffset="20111.2">22443 13003 115 0,'0'0'14'0,"0"0"32"16,0 0-23-16,24-42-16 16,-15 35 1-16,3 3-5 15,1 2-1-15,-1 2 2 16,1 0-2-16,0 0-1 15,-1 9 2-15,1 1 1 0,-1 2-1 16,-5 2-4-16,2-2 1 16,-6-1-2-16,-1 0 4 15,-2-5 0-15,0 1 5 16,0-5 15-16,-5-1-4 16,-3-1-2-16,2 0 1 0,-2-8-6 15,2-4-4-15,0-3-3 16,2-4-1-16,4-5-3 15,0-4-1-15,10-2-15 16,4-4-27-16,0 1-58 16</inkml:trace>
  <inkml:trace contextRef="#ctx0" brushRef="#br0" timeOffset="20814.66">23162 12536 102 0,'0'0'15'0,"0"0"18"0,0 0 0 0,0 0-11 16,0 0-4-16,0 0-7 16,0 0-8-16,0 0-4 15,0 0 0-15,-42-1-2 16,35 13 2-16,-2 1 2 15,4 3-1-15,1-2 0 16,2 2 2-16,2-3-2 0,0 0 1 16,0-4-1-16,6 0 0 15,2-4-1-15,3-1-1 16,0-3 4-16,3-1-2 16,0 0 1-16,1-1 0 15,-2-5-1-15,0-3 1 0,0 2-3 16,-5-2 2-16,0-2 1 15,-4 1 6-15,1 0 4 16,-5 0-1-16,0 0-6 16,0 1-2-16,-7 1-3 15,0 1 0-15,-4 0-3 0,0 4 4 16,-1 3-9-16,0 0-3 16,0 0-5-16,1 1-21 15,2 5-27-15,1-3-58 16</inkml:trace>
  <inkml:trace contextRef="#ctx0" brushRef="#br0" timeOffset="21378.8">23265 12509 219 0,'0'0'4'0,"0"0"9"0,0 0 1 0,0 0-12 0,0 0-1 16,0 0-1-16,0 0 0 15,0 0-2-15,0 0 0 16,0 0 1-16,42 8 1 16,-34 3 0-16,0-1 0 0,3 2-1 15,-6-2-5-15,3 0-3 16,-6-1 0-16,0-1 2 15,-1-2 3-15,-1-2 2 16,0-1 0-16,0-2 3 16,-4-1 1-16,3 0 0 0,-3-1 0 15,2-9-1-15,0 0 2 16,2-2 6-16,0-1 1 16,0-3 1-16,0 2-2 15,9-2-2-15,1 3-4 16,2 1 1-16,0 2-2 0,4 1-2 15,0 5-4-15,0 2-21 16,-2 2-11-16,2 0-18 16,-1 3 11-16,0 7-17 15</inkml:trace>
  <inkml:trace contextRef="#ctx0" brushRef="#br0" timeOffset="21819.97">23596 12529 74 0,'0'0'10'15,"0"0"20"-15,0 0 11 16,0 0 26-16,0 0-11 0,0 0-31 16,0 0-19-16,0 0-2 15,0 0-2-15,9-33-1 16,-11 19-2-16,-1-3-2 16,0-4-2-16,-1-2 1 15,-4-1-4-15,-2-3-1 0,-3-3 1 16,-3 2-6-16,-3-5 0 15,-4 2 0-15,-1-2 3 16,1 1 9-16,-3 0 2 16,1 2 1-16,2 2 2 15,4 4 6-15,-1 4-3 0,3 6 0 16,0 2-2-16,2 8-4 16,2 4 0-16,1 0 1 15,2 6-1-15,5 8 0 16,1 6-1-16,4 4 1 15,0 2 0-15,0 2 1 16,7 1-1-16,5-1 1 0,3 3-1 16,3-3 1-16,2 1 1 15,4-5-2-15,-1-1 1 16,3-2-1-16,2-4 0 16,2-1-2-16,2-5-13 15,0-5-18-15,-1-5-39 0,0-1-64 16</inkml:trace>
  <inkml:trace contextRef="#ctx0" brushRef="#br0" timeOffset="22205.04">23712 12291 161 0,'0'0'4'0,"0"0"54"0,0 0-13 0,0 0-23 16,0 0-10-16,0 0-10 15,0 0 0-15,0 0-1 16,0 0 0-16,0 0 0 15,-6 9 0-15,10 0 0 0,4-2-3 16,1-3 2-16,2-2 0 16,1-2-1-16,2 0 0 15,-1-2 2-15,1-8-1 16,-2 0 1-16,-1-4 1 16,-1-1-2-16,-2-2 1 0,-1 2-1 15,-3 1 0-15,-3 1-3 16,-1 3 0-16,0 5 3 15,0-1-2-15,0 5-1 16,-1 1 6-16,-5 0-4 16,3 3 3-16,0 8-1 0,2 7 1 15,-1 4-2-15,2 6 2 16,0 5 1-16,0 5 1 16,6 5-2-16,1 3-2 15,-1 4 0-15,-2 7-3 16,-4 1-47-16,-10 2-93 0</inkml:trace>
  <inkml:trace contextRef="#ctx0" brushRef="#br0" timeOffset="22831.02">21455 14309 262 0,'0'0'5'0,"0"0"13"0,0 0-6 0,0 0-12 16,0 0 1-16,0 0-1 15,11 39 1-15,2-19-1 0,0-4 0 16,1 1 0-16,1 0-6 16,-2-3-7-16,0 1-6 15,-3-3-16-15,-4 0-19 16,-3-4-12-16,-3-1-40 15</inkml:trace>
  <inkml:trace contextRef="#ctx0" brushRef="#br0" timeOffset="23116.72">21506 14348 133 0,'0'0'8'16,"-3"-41"36"-16,3 23-19 0,0 2-6 15,4 1-7-15,9 0-8 16,2 2-2-16,3 1-1 15,2 2 0-15,0 0-1 16,2 7 1-16,-4 0-1 16,0 3 0-16,0 0 1 15,-5 9-3-15,-1 3 3 0,-3 4-2 16,-3 3 3-16,-4 2 0 16,-2 0 0-16,0 2 0 15,-9-3 0-15,-3 1 1 16,0-2-1-16,1-2-2 0,-3-4-5 15,4-2-5-15,2-6-12 16,2-5-37-16,5 0-3 16</inkml:trace>
  <inkml:trace contextRef="#ctx0" brushRef="#br0" timeOffset="23492.57">21821 14208 101 0,'0'0'5'16,"0"0"24"-16,0 0-12 16,0 0-7-16,0 0-1 0,0 0-6 15,0 0 2-15,0 0 2 16,0 0-4-16,24-37 0 16,-24 31 5-16,0-1 7 15,-2 2 6-15,-3 0-10 16,1 1-1-16,-4 0-2 0,1 2-7 15,-2 2 5-15,-2 0-2 16,1 0-1-16,1 7-2 16,-2 3 3-16,3 0 0 15,2 5-1-15,2 0-1 16,2-2 0-16,2 0 1 0,0 0 0 16,7-2-2-16,2-1 2 15,2-1-2-15,3-3-1 16,3-1-2-16,0-4 0 15,2-1-7-15,4 0-8 16,1-6-17-16,-1-5-35 16,-4-5-57-16</inkml:trace>
  <inkml:trace contextRef="#ctx0" brushRef="#br0" timeOffset="23744.07">22027 14015 236 0,'0'0'0'16,"0"0"8"-16,0 0 10 15,0 0-16-15,0 0-2 16,-28 49 0-16,28-29 1 0,0 0 0 16,0 1 1-16,4-1 0 15,4-4-1-15,-1-2-1 16,3-3-2-16,4-2 2 15,-1-6-3-15,2-3-15 16,0 0-15-16,1-6-32 0,-2-7-16 16</inkml:trace>
  <inkml:trace contextRef="#ctx0" brushRef="#br0" timeOffset="24049.31">22196 13996 198 0,'0'0'7'0,"0"0"11"15,0 0-6-15,0 0-11 16,0 0-1-16,-24 44 1 16,22-31 0-16,2 2-1 15,0-3 1-15,0-1 0 16,2-2 0-16,5-2 0 0,0-3-1 16,0 0-1-16,0-4 1 15,0 0-3-15,-1 0 3 16,2-1 0-16,-4-6 1 15,-1-2 14-15,-2-2-3 0,-1 1-6 16,0-3-3-16,0 2-1 16,-1 2-3-16,-3 1-6 15,1 4-8-15,-3 2-10 16,4 2-28-16,1 0 1 16,1 0 10-16,0 2-27 15</inkml:trace>
  <inkml:trace contextRef="#ctx0" brushRef="#br0" timeOffset="24717.15">22372 13986 170 0,'0'0'41'0,"0"0"-2"16,0 0-19-16,0 0-10 16,0 0-7-16,0 0-4 15,-42-24 7-15,27 26-11 16,-3 6 3-16,6 3 1 15,1 1-1-15,3-2 2 0,4 0 0 16,4-2-1-16,0-1-6 16,3-4-6-16,7 0-3 15,4-3 3-15,1-3 10 16,4-7 0-16,0-5 3 16,-3-3 1-16,0-4-3 0,-4-4 3 15,-1-1 8-15,-8-1 1 16,1-1 3-16,-4-2-6 15,0 4-6-15,-2 0 1 16,-9 4-2-16,0 2 0 16,-1 6 0-16,-1 3 0 0,0 7 2 15,-1 3 0-15,3 2 0 16,-2 1-3-16,5 8-3 16,2 8 1-16,4 4 0 15,2 2 3-15,0 4-1 16,1-1 1-16,9-1 1 15,3-3-1-15,3-1 2 0,0-6-2 16,-1-2 1-16,2-4-2 16,2-4 2-16,0-2-1 15,-2-3-1-15,3 0 2 16,-1-3 1-16,-2-5-2 16,0-3 0-16,-3-1 1 0,-2-2-2 15,-5 1 1-15,-2 0 3 16,-4 0-3-16,-1 1 3 15,0 2-2-15,-2 1 3 16,-3 4-2-16,-3-1 0 0,0 6 0 16,0 0-2-16,3 0 2 15,0 4-2-15,1 4-4 16,3 0 2-16,1-1 1 16,0 2-3-16,2-4-3 15,8-2-3-15,3-2-9 16,1-1-13-16,0 0-12 0,3-1-2 15,-3-5-6-15</inkml:trace>
  <inkml:trace contextRef="#ctx0" brushRef="#br0" timeOffset="24959.76">22614 13810 47 0,'0'0'53'0,"0"0"-9"0,0 0 5 16,0 0-15-16,0 0-8 0,6-38-7 16,-6 35-1-16,1 0-4 15,0 3-9-15,1 0-5 16,1 0 0-16,2 0 0 15,0 4 1-15,-1-1 0 16,1 4 4-16,0-4-5 0,-3 3 0 16,0-5 1-16,-2 2-1 15,1-3 0-15,-1 0 3 16,0 0 7-16,0-4 7 16,-1-6-9-16,0-4-6 15,1-5 1-15,0-5-9 0,7-2-18 16,6-5-21-16,2 0-48 15</inkml:trace>
  <inkml:trace contextRef="#ctx0" brushRef="#br0" timeOffset="25343.36">23216 13401 206 0,'0'0'25'16,"0"0"3"-16,0 0-16 15,0 0-12-15,0 0-1 16,0 0-2-16,0 0 0 16,-5 44 3-16,5-32 0 15,0-1 0-15,0-3 1 0,0-1-1 16,1-4-1-16,5 0 1 15,2-1 1-15,2-2-1 16,-3 0 2-16,2-6 2 16,-3-2 3-16,1-1 3 0,-6-1-3 15,-1-2 3-15,0-2-2 16,-1 3 1-16,-8-2-5 16,-2 3-3-16,-2 3-2 15,3 3-3-15,-1 4-5 16,-2 0-19-16,4 0-22 15,2 4-47-15,1 3-34 0</inkml:trace>
  <inkml:trace contextRef="#ctx0" brushRef="#br0" timeOffset="25815.67">23318 13407 182 0,'0'0'4'0,"0"0"14"15,0 0-5-15,0 0-11 16,40 11 0-16,-32-5 0 16,-2 0 1-16,-2 2-2 0,-1-2 0 15,-1-2-1-15,-1 1 0 16,-1 0 1-16,0-4-1 16,0 1 2-16,0-2 3 15,-1 0 1-15,-3 0-1 16,1-6 0-16,-3-4-1 0,4-3 1 15,0-1-5-15,2-3 1 16,0 0-2-16,0 1 4 16,5 0-2-16,2 4-1 15,5 2 0-15,-4 4 1 16,5 3-2-16,2 2 1 0,0 1 0 16,3 0 0-16,0 0 0 15,0 4 0-15,2 2 0 16,-6 0-1-16,2-2 2 15,-3 2-1-15,-1-5 0 16,0 3 0-16,-4-3 1 16,1 0-1-16,-1-1 0 15,-2 0 0-15,-2 0 0 0,0-3-1 16,-1-7 3-16,-2-3-2 16,-1-4 0-16,0-3-16 15,0-5-55-15,0-7-15 16</inkml:trace>
  <inkml:trace contextRef="#ctx0" brushRef="#br0" timeOffset="26269.88">23516 12923 117 0,'0'0'15'0,"0"0"29"0,0 0-12 0,0 0-28 0,0 0-3 15,-21 38 0-15,21-10 1 16,0 2 5-16,6 4 1 15,6 0 0-15,-3 0-3 16,5 0-2-16,3-2-2 16,-2-5-1-16,3-4 0 0,0-4-1 15,1-6-3-15,-1-3-1 16,-1-6 1-16,3-2-1 16,-4-2-8-16,0-2-2 15,-3-9 2-15,-1-5 4 0,-2-1 6 16,-5 2 2-16,-2-2 1 15,-1 5 3-15,-2 1 21 16,0 5 10-16,0 3-8 16,0 2-13-16,0 1-5 15,0 0-11-15,0 1 5 0,0 6-1 16,7-1-1-16,0 0-2 16,4-2-1-16,2-4 0 15,2 0 3-15,1 0 0 16,1-2-1-16,-3-5 2 15,1 0 5-15,-3 0 7 0,-3 3-3 16,-2 4-4-16,-4 0-3 16,-3 16-5-16,0 12 0 15,-17 10-28-15,-14 9-111 16</inkml:trace>
  <inkml:trace contextRef="#ctx0" brushRef="#br0" timeOffset="27481.08">20384 16111 160 0,'-6'0'18'0,"-1"0"18"0,2 0-28 0,2-6-7 16,1 2 0-16,0-3 4 15,0-3-3-15,2 3 2 16,0-3 1-16,0-3-1 16,0 0-3-16,8-4 2 15,4 0-3-15,3-3 1 0,4-5 0 16,6-3 0-16,2-2-1 16,4-5 0-16,5-3 1 15,3-2-1-15,4-4 1 16,10-3 8-16,4-1-5 15,3 0-2-15,3-2-2 0,5 1 1 16,-3 0-1-16,0 4 1 16,-2 2-1-16,2 3 0 15,-4 6 1-15,-5 3-2 16,-1 7 2-16,-4 3-1 16,-8 4 0-16,-2 5 0 0,-7 4 1 15,-4 3-1-15,-6 3 0 16,-4 2-1-16,-3 0-15 15,-5 0-20-15,-5 0-18 16,-1 0-19-16</inkml:trace>
  <inkml:trace contextRef="#ctx0" brushRef="#br0" timeOffset="27936.48">21878 14824 79 0,'0'0'93'0,"0"0"-62"0,0 0 15 16,0 0-25-16,0 0-8 15,0 0-3-15,0 0-6 0,0 0-3 16,0 0 3-16,0 0-4 15,0 0 0-15,-14 7-1 16,20 3 3-16,2 4 0 16,2 1-1-16,-3 1 0 15,2-1-1-15,2-1 0 16,-3 0 0-16,0-1-14 16,-1-3-10-16,0 1-4 0,-4-3-22 15,-3-3-41-15</inkml:trace>
  <inkml:trace contextRef="#ctx0" brushRef="#br0" timeOffset="28270.08">21607 14937 170 0,'0'0'8'0,"0"0"17"16,0 0-24-16,0 0 3 0,0 0 1 16,0 0 9-16,49-46-1 15,-29 30 1-15,2-2-2 16,2-1-7-16,1 0-4 15,2 0 1-15,2 0-2 0,0 1 1 16,-4 2-2-16,2-1-3 16,-2 3-19-16,-3 2-26 15,-1 1-25-15,-2 2-50 16</inkml:trace>
  <inkml:trace contextRef="#ctx0" brushRef="#br0" timeOffset="28647.24">22070 14752 244 0,'0'0'24'16,"0"0"-21"-16,0 0-10 16,0 0 7-16,0 0 4 15,0 0-3-15,0 0 0 16,39 0-1-16,-26 3 1 0,1 2 3 15,1 1-4-15,-1 4 1 16,-1-2-1-16,-1 2 0 16,-3 0-1-16,-2-4 1 15,-3 0-1-15,-2-1 2 16,-1 0 0-16,-1-4-2 16,0 1 4-16,-1-2 0 0,-4 0 5 15,-1-2 0-15,1-7-3 16,1-2-3-16,2-3 1 15,0-6-1-15,2 1-2 16,0-3 1-16,7-1-7 16,5 1-6-16,5 3-11 0,1 2-28 15,2 2-20-15,2 3 14 16</inkml:trace>
  <inkml:trace contextRef="#ctx0" brushRef="#br0" timeOffset="29024.09">22397 14587 63 0,'0'0'21'0,"0"0"40"0,0 0 15 16,0 0-56-16,0 0-6 16,0 0-2-16,0 0-7 15,-48 14 1-15,34-5-4 16,3 1-1-16,2 2 0 16,0 1-1-16,4 0 0 0,5-2 0 15,0-1 0-15,0-1-1 16,0-2-5-16,5-4-1 15,6 1 0-15,-4-4 4 16,4 0 1-16,1 0 0 16,-2-4 2-16,1-3 1 0,-2-2 2 15,-1-2 4-15,-4 1-3 16,0 0 1-16,0 0-2 16,-4 3-1-16,0 1 2 15,0 2 2-15,0 1 0 0,0 2 3 16,0-1-6-16,0 2-3 15,2 0-3-15,2 0-3 16,1 0 0-16,2 2-2 16,2 1-4-16,1 0-26 15,0-2-13-15,0-1-17 0,-2 0-47 16</inkml:trace>
  <inkml:trace contextRef="#ctx0" brushRef="#br0" timeOffset="29473.26">22510 14555 141 0,'0'0'39'0,"0"0"4"0,0 0-25 0,0 0-2 0,0 0-6 16,0 0-8-16,0 0-1 16,0 0 1-16,0 0-2 15,24-22 2-15,-15 26 0 0,0 3-6 16,0 1 2-16,-1 1 6 15,-1 0-7-15,-5-2-4 16,1 0-2-16,-1-1 5 16,-2-2 2-16,0-1-4 15,0-3 4-15,0 0 5 0,0 0 1 16,0-6-10-16,0-4 9 16,0-2-1-16,0-2 1 15,0-1 4-15,5-2 2 16,1 1-5-16,3 1-2 15,-2 2 0-15,3 2-2 0,0 2 0 16,-1 2 1-16,1 3-1 16,0 4 1-16,-1 0 0 15,2 0 0-15,-1 4-1 16,0 3 1-16,-1 0-1 16,0 0 2-16,-2-1-2 15,2 1 0-15,0-4-7 0,-1-2-8 16,2-1-6-16,4 0-9 15,-2-1-37-15,1-9-12 16</inkml:trace>
  <inkml:trace contextRef="#ctx0" brushRef="#br0" timeOffset="29778.62">22867 14378 127 0,'0'0'25'0,"0"0"18"16,0-38 0-16,0 29-7 15,-7 1-17-15,1 3-9 16,-2 0-9-16,2 2 0 0,-3 3 3 15,3 0-4-15,1 0 0 16,0 6-1-16,2 1 1 16,2 3 0-16,1 0 1 15,0-2-1-15,2 2 0 16,6 0 2-16,2-1-1 16,2-2 2-16,-1 0-3 0,2-1 2 15,0 1-1-15,-4-2-1 16,0 1 1-16,-3-2-1 15,-1 0 0-15,-3 1-1 16,-2-2-1-16,0 1-2 0,-3-1 3 16,-4 1-3-16,-3-1-10 15,0-3-23-15,0 0-30 16,1 0-15-16</inkml:trace>
  <inkml:trace contextRef="#ctx0" brushRef="#br0" timeOffset="30127.05">23105 13986 151 0,'0'0'2'0,"0"0"12"16,0 0 22-16,0 0-24 15,-19-38 0-15,7 38 4 16,0 0-10-16,3 4 0 15,1 8-2-15,-2 3 1 16,5 4-5-16,-1 3 0 0,5 5 1 16,1 3 0-16,0 1-2 15,1 2 2-15,8 0 0 16,1-1 0-16,2 1 0 16,0-2 0-16,3-3 0 15,-3 0 0-15,-1-3 1 0,1-1-1 16,-3-4-1-16,-3-1 1 15,-1-2-1-15,0-4 0 16,-5-1-1-16,0-2-10 16,0-3-19-16,-12-4-62 0</inkml:trace>
  <inkml:trace contextRef="#ctx0" brushRef="#br0" timeOffset="30761.27">23013 14286 182 0,'0'0'1'16,"0"0"2"-16,46-38 7 15,-29 28-4-15,2-2-4 16,-3 5-2-16,-1 3 1 16,-5 4 0-16,1 0 1 0,-3 0 1 15,-3 7 7-15,-1 3 3 16,0 1-3-16,0-1-1 15,-2 0-5-15,1-2-2 16,2-2 0-16,-4-3 1 16,1 0-3-16,0-3 2 15,0 0-2-15,-1 0 1 0,1-7 3 16,-1-3 5-16,1-5-4 16,-2 0-2-16,0-6-3 15,0 4 1-15,-4-1-1 16,-2 3-1-16,0 4 1 0,-3 2-3 15,1 5-1-15,1 3 4 16,-1 1-2-16,3 0 1 16,-3 3-1-16,3 5-3 15,2 3-7-15,1-2 2 16,1 2 3-16,1-4 2 16,0-1-1-16,3-3-1 0,4-3 5 15,2 0-2-15,-1-3 3 16,2-6 5-16,-1-5-2 15,0 0 0-15,-1 1 2 16,-1-2 4-16,-2 3 7 16,0 1-1-16,-2 2-3 0,0 4 0 15,-1 2 2-15,-2 0-1 16,0 3-4-16,1 0-8 16,2 6-3-16,0 4 7 15,3 3 0-15,-1 4-4 16,4 1 1-16,-2 0 2 0,0-1-3 15,0-2-8-15,2-1-8 16,1-4-9-16,-1-3-4 16,0-6-14-16,2-1-26 15,0 0 2-15</inkml:trace>
  <inkml:trace contextRef="#ctx0" brushRef="#br0" timeOffset="31815.46">23362 14118 115 0,'0'0'30'0,"0"0"37"0,0 0-28 16,0 0-15-16,0 0-10 16,0 0-10-16,0 0-5 0,0 0-1 15,0 0 1-15,0 0 1 16,0 0 0-16,-13 19 0 16,19-9 1-16,2 0-3 15,-2-2-6-15,-1-1 3 0,-2 0-1 16,-1-4 2-16,0-1 3 15,-2 0-1-15,1-2 2 16,-1 0 3-16,0-4 10 16,0-3-11-16,0-4 3 15,0-1 1-15,1 1-3 16,6-2-2-16,-3 3-1 0,3-1 2 16,-2 4-2-16,5 1 0 15,-2 2 0-15,-1 1 0 16,3 3 1-16,1 0 0 15,-1 0-1-15,0 8 0 16,0-1-1-16,-3 1 0 0,1 0-1 16,-5 1-2-16,-1-2 2 15,-2 0-1-15,2-1 1 16,-2-5 1-16,0 2 0 16,0-3 1-16,0 0 2 15,0 0 0-15,-2-3-3 16,0-5-4-16,1-2 8 0,-1-2-4 15,0-2 2-15,2 3-2 16,0-2 2-16,0 4-1 16,2 1 1-16,3 2-2 15,1 1 2-15,3 3-1 0,0 2 1 16,-2 0-1-16,3 0-1 16,0 3 1-16,-1 7 0 15,2-2 2-15,0 0 0 16,0-1-2-16,0-2 1 15,-1-1-1-15,-1-3-1 0,4-1-1 16,-5 0 1-16,2-5 2 16,1-6-1-16,-2 1 2 15,-3-3-1-15,-3 0-2 16,-1-1 2-16,-2 0 0 16,0 1-1-16,-2 5 1 15,-5-1-1-15,-1 2-1 0,0 5-3 16,0 2 2-16,1 0-3 15,1 7 1-15,3 4-2 16,1-1 4-16,2 3 2 16,0-1-1-16,0 0-1 15,5-2 2-15,3-2-2 0,-1-2-1 16,5-1 1-16,-1-2 1 16,1-3 2-16,2 0 0 15,-3 0 3-15,1-3-2 16,0-5 2-16,-1-2 3 15,0-3 0-15,-5 2-1 0,0-3-2 16,-3 0 1-16,0 3 1 16,0 0-1-16,-3 4 0 15,5 1 1-15,-2 4-3 16,2 1-2-16,2 1-1 16,2 0-2-16,3 2 0 0,-1 2 0 15,2 3 2-15,-1 0-1 16,0-2 1-16,0-3 0 15,-1-1 1-15,-1-1-1 16,2 0 1-16,-1-5 2 16,-2-5 1-16,1-1 1 0,-3-6-2 15,-1 1 0-15,0-2-2 16,-5-1-1-16,-1-1-1 16,0 2-12-16,-1 5-28 15,-11 3-103-15</inkml:trace>
  <inkml:trace contextRef="#ctx0" brushRef="#br0" timeOffset="32532.7">23272 14769 137 0,'-11'0'25'0,"1"0"29"0,0 1-15 0,-2 9-22 15,5 3-9-15,-1 4-6 16,1 3-1-16,0 1-1 15,4 3 1-15,3 1-1 0,0-4 1 16,0-3 0-16,6-2 1 16,5-5-2-16,4-2-6 15,4-8-7-15,3-1-9 16,-1-1-42-16,1-12-42 16</inkml:trace>
  <inkml:trace contextRef="#ctx0" brushRef="#br0" timeOffset="32839.86">23430 14804 148 0,'0'0'9'0,"0"0"22"15,-40 9-5-15,27-1-16 0,2 4-7 16,6-1-3-16,-2 2 0 16,5-4-1-16,2 0-1 15,0 0 2-15,3-3-2 16,6-2-7-16,3-4 6 0,0 0 1 15,3 0 5-15,-2-6 4 16,-1-1 6-16,-3-4 3 16,-1-1 5-16,-3 2-6 15,-5-2-3-15,0-1 1 16,0 1-4-16,-6 2-3 16,-4 2-3-16,0 1-2 0,0 3-4 15,-3 4-6-15,2 0-15 16,-2 2-26-16,4 7-29 15,3-4-16-15</inkml:trace>
  <inkml:trace contextRef="#ctx0" brushRef="#br0" timeOffset="33452.62">23514 14763 245 0,'0'0'26'0,"0"0"-8"0,0 0-6 15,0 0-7-15,0 0-2 16,0 0-3-16,0 0 0 16,0 0-2-16,39 6 5 15,-35 2-7-15,0 2-4 16,1 0 4-16,1 0-4 0,-3-3 5 16,2 0 2-16,-2-1-2 15,-1-2-5-15,0-4 1 16,-1 0-8-16,0 0 3 15,0-4 11-15,-1-7 2 16,1-1 1-16,1-2 7 0,0-3 0 16,-1 3 4-16,2-2-6 15,2 2-3-15,0 1-1 16,2 3-1-16,0 2 0 16,1 4-1-16,3-1 0 15,0 5 0-15,2 0 1 16,-1 0-1-16,1 0-1 0,-1 4 0 15,-2 1-5-15,0 1-6 16,1-1 3-16,-4 2 3 16,-1-2 4-16,-1-1 2 15,-3-1-2-15,1-2-5 0,-3-1 5 16,0 0 2-16,0 0 3 16,0-8-2-16,0-2 2 15,0-3 2-15,-3 1 1 16,1-2-2-16,2 3-2 15,0 1 1-15,0 1 1 0,0 4 0 16,0 1-1-16,7 1-2 16,0 1-2-16,2 2 1 15,4 0 0-15,-2 0 0 16,1 3-1-16,1 3-8 16,-1-1-8-16,-2 3-8 15,1-4-11-15,-4-1-14 16,-1-3 3-16,-2 0 1 0</inkml:trace>
  <inkml:trace contextRef="#ctx0" brushRef="#br0" timeOffset="33702.06">23889 14590 112 0,'0'0'42'0,"0"0"7"0,0 0-14 0,0-40-9 0,0 36-8 16,0 3 2-16,0 1-12 15,0 0-10-15,0 11 2 16,0 2-4-16,0 5 6 15,5 4-1-15,1 2-1 16,1 1-2-16,2-1 1 0,2 2-5 16,-1-4-9-16,0-2 4 15,1-1 6-15,-1-5-6 16,2-2-11-16,-6-3-4 16,1-6 9-16,-5-1 0 0,-2-2-15 15,0 0 17-15,-2-8-6 16,-8-4-73-16</inkml:trace>
  <inkml:trace contextRef="#ctx0" brushRef="#br0" timeOffset="33923.06">23931 14715 16 0,'0'0'73'16,"-25"-47"-36"-16,17 20-2 0,1 2 5 15,4 2-13-15,2-1-10 16,1 2-11-16,0 4-1 16,0 2-3-16,6 0-1 15,2 5 1-15,4 3 1 16,-1 1 2-16,-1 5-2 0,3 2 1 15,0 0-2-15,-2 7 0 16,1 6 0-16,-2 3 0 16,-3 0-2-16,0 2-4 15,-4 0-8-15,-3-2-4 16,0-2-11-16,0 0-6 16,-1-6-12-16,-1-3-3 0</inkml:trace>
  <inkml:trace contextRef="#ctx0" brushRef="#br0" timeOffset="35054.53">24085 14542 122 0,'0'0'5'15,"0"0"6"-15,0 0 16 0,0 0-3 16,38-9-2-16,-28-2-11 15,0-4-5-15,-1-4-3 16,1-3 2-16,-3-2-2 16,0-4 1-16,-3-4 5 15,-3-3 4-15,-1-2-10 16,0-3 0-16,-5 0 5 16,-7 1-4-16,-2 2-3 0,-1 4 0 15,-1 3 3-15,2 8-3 16,-6 3 0-16,5 8-3 15,-1 5-2-15,5 6 3 16,-2 0-2-16,3 10-8 16,2 11-1-16,5 6 6 0,1 6 4 15,2 1-5-15,0 3-4 16,7 0-2-16,6-5 3 16,3-3 10-16,3-4 1 15,0-6 2-15,5-2 6 0,3-5 5 16,0-4 1-16,2-5-2 15,-2-3-5-15,2 0-4 16,-2-7-4-16,-3-6 1 16,-5 0 1-16,-4-4-2 15,-6 1 0-15,-2-1 5 16,-6 0 0-16,-1 0 0 0,0 5-2 16,-8 0 1-16,-1 5-2 15,-5 1-6-15,-1 6-11 16,0 0 1-16,0 5 2 15,0 6 2-15,2 2 7 0,6 1 5 16,3 0-4-16,4 0-1 16,0-3-7-16,2-2 4 15,7-3 1-15,4-2 2 16,2-2 2-16,2-2 1 16,2 0 5-16,2-3 2 0,1-6 2 15,-2-2 3-15,0-2 4 16,-2-2-4-16,-2-4-6 15,0-3 0-15,-4-3-2 16,-1-2 0-16,-5-4-3 16,-2 0 1-16,-4-2-1 0,0-1-1 15,0 1 0-15,-6 1 1 16,-5 2-1-16,1 1 1 16,1 5-1-16,-7 6 0 15,3 2 0-15,0 6-3 16,0 5-5-16,2 3 5 15,1 2 1-15,3 4-4 16,2 12-2-16,2 8 1 0,3 5 4 16,0 5 1-16,2 3-1 15,5 1 0-15,5-4 1 16,2-3 3-16,-1-2-1 0,6-4 3 16,2-1 6-16,3-8 5 15,3-2 0-15,5-4-4 16,-2-6-3-16,1-4-3 15,-2 0-3-15,-2-4-2 16,-4-7 0-16,-6-2-1 16,-2-4-1-16,-7-3 1 0,-5 3 2 15,-3 1 0-15,0-1 0 16,-7 5 1-16,-6 2 0 16,2 4-3-16,-4 3 2 15,1 3 1-15,-2 0-1 16,-1 2-1-16,2 6 0 0,0 3 1 15,3 1 1-15,4-1-1 16,2 0 0-16,5-2-1 16,1 0-7-16,2-4-13 15,10 1-5-15,1-3-1 16,3-3-6-16,0 0 6 0,2 0-8 16,-5-3 1-16,-1-4-5 15</inkml:trace>
  <inkml:trace contextRef="#ctx0" brushRef="#br0" timeOffset="35188.43">24569 14023 210 0,'-1'-10'1'0,"1"-3"5"0,4-1-13 0,9-6-38 0,4-1-21 0</inkml:trace>
  <inkml:trace contextRef="#ctx0" brushRef="#br0" timeOffset="36797.03">24037 11880 154 0,'0'0'11'0,"0"0"26"0,0 0-21 0,0 0-3 0,0 0-5 16,0 0-3-16,0 0-1 16,0 0-1-16,0 0 0 15,0 0-2-15,0 0 0 16,0 0 0-16,0 0 0 0,-38-27 0 16,35 23 2-16,0 2-1 15,1-2-1-15,1 1-1 16,1 0 0-16,0-1-1 15,0 0-1-15,6-2-4 16,5 2 5-16,-2 0 0 0,2 1 2 16,5 0-1-16,-1 0 0 15,5 0 0-15,2 3 1 16,-1 0-1-16,4 0 0 16,1 0 0-16,-3 3-1 15,2 5 1-15,-4 0 0 0,-1 2-1 16,-3 4 0-16,-2 1-1 15,-4 3 1-15,-1 3 0 16,-2 3 1-16,-1 3 0 16,1 2 1-16,0 2 0 0,0 1-1 15,0 2 0-15,0-4 1 16,3 4-1-16,-2-2 0 16,1-1 1-16,3 0-1 15,1-2 0-15,2-2 2 16,2-2 1-16,1-1 4 15,1-4-2-15,2-3 2 0,0-4-4 16,-1-2-1-16,-4-2-1 16,1-5 0-16,-9-1 0 15,-2-3 0-15,-2 0 2 16,-4 0-2-16,-1 0 6 16,0 0 7-16,0 0-7 0,-1 0-7 15,-5 0-1-15,-2 6-4 16,1 3 2-16,-6 3 0 15,3 5-8-15,0 4 21 16,0 6-9-16,2 5 0 16,3 6 0-16,-1 4 0 0,6 5-1 15,0 4 0-15,0 3 0 16,9 2-2-16,5 2 1 16,3 0 1-16,5 0-1 15,1-1 1-15,5 4 0 16,5-2 0-16,0 2 1 0,3 1-1 15,6-1 1-15,1 3-1 16,-1 0 0-16,0 3 1 16,-1 2-2-16,-3 3 2 15,-5 3-1-15,-5 2-7 16,-7 3-12-16,-8-2-15 16,-10 3-34-16,-3-4-29 0</inkml:trace>
  <inkml:trace contextRef="#ctx0" brushRef="#br0" timeOffset="38156.01">24022 11890 101 0,'-7'0'2'0,"2"0"6"0,4-3 6 0,-1 0 1 16,2-2 0-16,0-1-11 15,0 0-3-15,6-1 1 16,3 0 2-16,3-2 9 16,-2 2-2-16,3 0-2 0,1 0-6 15,0 3 0-15,4 0-3 16,-3 1 0-16,1 1 1 16,0 2-1-16,2 0 0 15,-1 0 0-15,1 0 0 16,-1 5 0-16,-2 3 0 0,1 2 0 15,-1 3 0-15,1 1 0 16,-3 0 0-16,2 3 2 16,-1 2-2-16,-3-1 0 15,3 4 1-15,-3-1-1 16,-2 0 0-16,2 2 0 16,-6 1 2-16,-1-1 2 0,-2 2 5 15,0 0-2-15,-2 2-1 16,0-2-3-16,0 2-1 15,0 1 0-15,0 0-2 16,1 1 1-16,2-2-1 0,0 3 2 16,4-2-2-16,-2-2 1 15,3 2 0-15,1-5 0 16,2 0-2-16,0-5 2 16,0-3 0-16,3 0-1 15,-4-8 0-15,1-1 0 0,-2-2 0 16,1-4 1-16,-5 0 1 15,-2 0 0-15,0 0-1 16,-2 0 1-16,-1 0 1 16,0-3-1-16,0 2-1 15,0-2-1-15,-5 3 1 16,0 0-3-16,-1 0 0 0,0 3 4 16,3 4-2-16,-3 5-2 15,3 4-1-15,1 4-1 16,0 3-4-16,2 7-1 15,-1 5 2-15,1 4 7 16,0 1-2-16,0 1 2 0,5 1 2 16,4-3-2-16,2 0 4 15,3 1-1-15,3-1 3 16,2 2-1-16,2 2-3 16,6 1-1-16,0 2 0 15,2 1 0-15,-2 1 0 16,2 2-1-16,-2 0 1 0,-4 4-2 15,-3 1 0-15,-4 5-9 16,-6 1-6-16,-4 3-14 16,-5-2-16-16,-1 1 23 15,-9-2 4-15,-8-1 1 16,-3-7-1-16,-5-4-19 0</inkml:trace>
  <inkml:trace contextRef="#ctx0" brushRef="#br0" timeOffset="39272.93">23931 11842 3 0,'12'-6'26'0,"3"0"-2"0,1 1-1 0,3-1-2 0,2 2-4 16,2 1-4-16,-1 2-6 16,2 1-6-16,1 0 0 15,-1 5-1-15,-4 5 0 16,2 7 0-16,-2 2 2 0,-4 5 2 15,2 4 4-15,-8 6-4 16,0 3-1-16,-2 6-1 16,-3-1 0-16,-1 2 0 15,1 0 0-15,-3-2 3 0,2-3-1 16,4 1 1-16,-3-3 3 16,3-3-3-16,1 1 1 15,3-3-1-15,2-2 0 16,5-3-2-16,-3-4 0 15,5-3 1-15,1-4-1 0,1-3 0 16,0 0 0-16,0-6-2 16,1-1 0-16,-4-5-1 15,0-1 0-15,-4 0 2 16,-5 0-2-16,-2 0 0 16,-6-3 3-16,0 1-3 0,-3 0 3 15,0 0 5-15,-4 2-3 16,-4 0-6-16,-3 0-5 15,-3 9 4-15,-2 7 1 16,-3 6-2-16,0 10 3 16,1 9-1-16,-2 13-8 15,3 8 3-15,-1 8-47 0,-1 5-62 16</inkml:trace>
  <inkml:trace contextRef="#ctx0" brushRef="#br0" timeOffset="41514.53">21284 13948 24 0,'-2'3'9'0,"-2"-2"7"0,0-1-1 0,1 0 3 16,1 0-3-16,-3 0 2 15,0 0 2-15,3 0-3 0,-4 0 2 16,4 0 1-16,-2 0-10 16,3 0-6-16,-1 0-2 15,2 0-1-15,-2 0 0 16,2 0-1-16,-1 2-4 15,1-1-3-15,0 0 6 0,0 2 2 16,0-1 0-16,0-1-1 16,1 0-1-16,3-1 1 15,0 1 0-15,3-1 6 16,-2 0-2-16,6 0-1 16,-4 0-1-16,4-3 1 0,5-3-1 15,-1-1 0-15,3 0 1 16,3-2-1-16,4-2 1 15,4-2-2-15,3 0 0 16,7-4 0-16,1 0 0 16,7-4 0-16,1-3 1 0,6-2-2 15,5-3 2-15,4-3-1 16,5 0-1-16,2-4 1 16,5-4-2-16,4-1 2 15,5-3 0-15,0-1 2 16,3-4-2-16,2 2 0 0,3-1 0 15,1 1 0-15,-3-3-2 16,3 2 4-16,1 1-1 16,-6 0 1-16,-1 3 3 15,0 2 3-15,-6 2-5 16,-3 3-1-16,-2 0 0 0,-4 3 0 16,-3 3-2-16,-5 0 1 15,-6 2 1-15,-5 5-1 16,-6 0 0-16,-7 6-1 15,-9 3 0-15,-8 4-1 16,-6 4 1-16,-8 3-1 0,-7 4-4 16,-2 0-29-16,-2 2-8 15,-12 5 14-15</inkml:trace>
  <inkml:trace contextRef="#ctx0" brushRef="#br0" timeOffset="43303.2">21837 12866 146 0,'0'0'3'0,"0"0"3"0,0 0 1 16,0 0-3-16,0 0 1 15,0-5-2-15,0 0-2 0,-2-1 1 16,-1-1 6-16,-1 0 5 16,0-2-5-16,1 1-1 15,1-1-2-15,-3-1 0 16,3-2-4-16,1-3 1 15,1-2-1-15,0-1 0 16,0-3 0-16,0-4 2 0,8 0 0 16,-1-4-1-16,4 2-1 15,1-1 1-15,2 0-1 16,-1 2-1-16,4 1 1 16,-1 3 0-16,-1 0-1 15,1 1 0-15,1 3 0 16,0 1 0-16,0 0 0 0,3 3 0 15,-4 1 0-15,3 0 0 16,-1 3 0-16,-2 2 0 16,-2 2 0-16,-1 2-1 15,-6 1-1-15,1 3-3 0,-5 0-13 16,-3 0-24-16,0 0 2 16,-3 6 8-16,-8-1-50 15</inkml:trace>
  <inkml:trace contextRef="#ctx0" brushRef="#br0" timeOffset="43593.66">21973 12315 41 0,'0'0'4'0,"0"0"11"0,0 0 0 16,0 0-2-16,43-27 1 15,-33 22 0-15,-1 1 0 16,1 0 0-16,1 0 0 16,2-1 1-16,0 3-2 0,-1-1-1 15,1 0-5-15,-1 0 0 16,1 3-4-16,0 0-2 16,0 0 0-16,-3 4-1 15,0 9-1-15,-1 8-2 16,-3 12-2-16,-3 8-17 0,-3 9-14 15,0 7-7-15</inkml:trace>
  <inkml:trace contextRef="#ctx0" brushRef="#br0" timeOffset="47369.57">21620 14527 36 0,'-2'-1'0'0,"-1"-2"2"0,1 3 8 15,-3 0 5-15,0 0 7 16,1 0-3-16,0 0 1 0,0 0 3 16,0 0 5-16,0-1 2 15,0 0-11-15,1 0-7 16,1 1-4-16,2-1-5 15,-1 1-1-15,1 0-1 16,0 0-1-16,0 0 0 0,0 0 0 16,0 0 0-16,0 0 0 15,0 0 0-15,0 0 0 16,0 0 0-16,0 0 1 16,0 0-1-16,5-3 0 15,3 2-3-15,-1-1 4 0,3-2 0 16,2 0-1-16,-1-1 0 15,0-2 1-15,1 0-1 16,0 1 0-16,2-1-1 16,0 0 2-16,2 0 0 15,4 0 0-15,-3 0-1 16,4 0 1-16,2-2-1 0,2 0 0 16,1-1 0-16,3-3 0 15,2 0-13-15,0-1 13 16,0-2 1-16,0-1-2 15,1 0 1-15,1 0-3 16,-2 0 5-16,2-3 6 0,2 2-4 16,3-1-2-16,0-1 0 15,2 3-2-15,0 0 0 16,-1-1 0-16,-1 1 0 16,1 1 0-16,0-1 0 15,-1 1 0-15,0-1 1 0,2 0-1 16,1 0 0-16,0 0 0 15,-2 0 1-15,2-1-1 16,-2-2 0-16,-1-1 0 16,1-1 3-16,-1-1 4 15,2 1 2-15,-1-1 0 0,1-1 0 16,-3 1 0-16,1-1-5 16,-1 3-1-16,-1-2 1 15,1 0-2-15,0 4-1 16,3-2 0-16,-4 0-1 0,4 1 0 15,-2 1 0 1,0 0 0-16,-3-4 0 0,2 3 1 16,0 0-2-16,-2-1 2 15,1 1-1-15,0 2 0 16,1 1 0-16,-2-2 0 16,-1 4 1-16,2-1-1 0,-7 2 0 15,0 1-1-15,-4 4 1 16,-2 0-1-16,-3 0 0 15,-4 5-6-15,-1 2-9 16,-4 2-10-16,-6 0-21 16,-5 0-45-16</inkml:trace>
  <inkml:trace contextRef="#ctx0" brushRef="#br0" timeOffset="49147.77">21401 14604 67 0,'0'3'18'0,"-1"-2"-17"0,0 0-1 16,-1 0 1-16,0-1 3 16,1 0 7-16,-1 0 7 15,-2 0 0-15,2 0-1 16,-2 0-6-16,3 0-3 15,0-3-7-15,-1 0-4 0,-1-1 1 16,2-2 2-16,0 2 1 16,-1-2 1-16,0-1 4 15,0 0 3-15,-2-2 5 16,0-2-4-16,0 0-1 0,0-3-4 16,-2 1-4-16,2-3-1 15,-2 0 0-15,1 1 0 16,0-2 0-16,-2 5 0 15,1-4 0-15,0 1 0 16,1 1 0-16,0 0 0 16,0 0 0-16,1-2 1 15,2 0 2-15,1-1 1 0,1-1-1 16,0 1 0-16,0-2-2 16,0 4-1-16,0 2 0 15,1 0 1-15,2 2-1 16,0 1 0-16,2 3 1 15,0-2-1-15,3 2 0 0,-1-3-1 16,4 0 2-16,2 2-1 16,0-1-1-16,4-1 1 15,0 0 0-15,1 0 0 16,2 0-1-16,-1-1 1 16,3 1 0-16,2-3 0 0,-3 2 0 15,2-2 1-15,3-1-2 16,0 0 2-16,-1-3-1 15,1-2 0-15,2 1 1 16,-1-2-1-16,3 0 1 16,3-1 2-16,0-1-3 0,4 1 1 15,1 0-1-15,2 1 0 16,1-3 0-16,1 1 1 16,-1 0-1-16,5-2 0 15,0 2 0-15,3-1 0 16,2 0 1-16,2-1-1 0,0 0 1 15,2-2 3-15,3-1-1 16,-2 0 2-16,2-1-5 16,3 1 1-16,1 0-1 15,1 1 0-15,-1-1 1 16,3 2-1-16,-2-1 0 0,-1 2 0 16,-2 0 0-16,-3 1 0 15,0-1 0-15,-4 1 0 16,-1-1 0-16,-1 1 0 15,1-1 0-15,-1 3 1 16,-2-3-1-16,-1 2 0 16,-2 0 7-16,0 0-1 0,-3 1-1 15,1 2-1-15,-4-2-1 16,-3 3-2-16,-4 1 0 16,-1 1 2-16,-9 2-3 15,-1 1 0-15,-3 3 0 16,-2-1 0-16,-2 2 0 0,-4 2 1 15,-1 2-2-15,-1-1 1 16,-2 3 1-16,0 0-1 16,-3 0 0-16,1 2-1 15,0 1 1-15,-2 0-2 0,3 0 0 16,-1 0-2-16,-3 0-2 16,1 4 0-16,-1 3 7 15,2 1-3-15,-1 3 2 16,1 3 0-16,3 2 1 15,-3 1 0-15,2 2 0 16,-1 1-1-16,1 3 0 16,1 0 0-16,-1 2 0 0,0-1-3 15,0 2-4-15,0 1 3 16,1-1 0-16,-1-1 2 16,1-1 2-16,-1-1 0 15,0-2 2-15,0-1-2 0,2-4 1 16,-5 2-1-16,-2-2-1 15,-1-2 2-15,0 2-4 16,-3 1 1-16,-10 1 2 16,-4 1 1-16,-9 6-9 0,-5 2-27 15,-6 2-36-15,-10-1-14 16</inkml:trace>
  <inkml:trace contextRef="#ctx0" brushRef="#br0" timeOffset="49946">24025 13148 99 0,'0'0'14'0,"0"0"15"0,0 0 7 15,0-1-11-15,0-5-14 16,0 3-9-16,0-1-3 16,0 0-9-16,0-2-10 15,-1 0 8-15,0 0 6 16,0-2 5-16,1 0 1 0,0-4 1 15,0-2 2-15,0-3 3 16,7-3-2-16,5-2 1 16,1-4-5-16,5-2 1 15,1-2-1-15,2-1 0 16,2-1 2-16,2 1 5 0,3 1 7 16,-2 0-2-16,1 3-2 15,2 2 9-15,0 2-14 16,-1 3-3-16,-1 3-2 15,-1 4 0-15,-6-1 0 16,1 7 0-16,-3-3 1 0,-3 4-1 16,-1 2 3-16,-3 1-2 15,-1 2-1-15,-2-1 0 16,-1 2-3-16,-3 0 2 16,-1 0-9-16,-2 3-21 15,-1 2-11-15,0 0-5 0,-4-2-24 16</inkml:trace>
  <inkml:trace contextRef="#ctx0" brushRef="#br0" timeOffset="50535.5">24412 12560 44 0,'0'0'4'0,"0"0"7"0,0 0-1 0,0 0 4 16,0 0 4-16,0 0 4 15,0 0-3-15,0 0 1 16,0 0-6-16,0 0-4 16,3-8-6-16,-3 8-3 0,1-1-1 15,-1 0 0-15,1 1 1 16,2 0-1-16,-2-2 0 16,1 1 1-16,2 0 1 15,-1 1-4-15,3-3 4 16,-1 3 1-16,1-2 3 15,-1 1 1-15,-1 0-3 0,0 1-1 16,-1 0-3-16,2 0 0 16,-3 0 0-16,1 0 1 15,0 0-1-15,-1 0-1 16,0 0 2-16,0 0 1 16,0 0-2-16,0 0 1 0,1 0 0 15,-2 0 0-15,1 0-1 16,-2 0 2-16,1 0 3 15,0 0 2-15,-1 0-1 16,3 0-2-16,-2 0-3 16,2 0 0-16,0 0-1 0,2 1 0 15,3 6-1-15,-1 6-8 16,1 4-39-16,-4 9-49 16</inkml:trace>
  <inkml:trace contextRef="#ctx0" brushRef="#br0" timeOffset="55917.7">21715 14755 3 0,'-1'0'45'0,"1"0"-44"0,-2 0 7 0,1 0 5 0,-1-3 6 16,-1 1-5-16,0-1 0 16,0 1 3-16,1-1 1 15,0-1 4-15,-3 2 4 16,2-2-11-16,1 1-4 16,1 0-6-16,0 3-2 0,-1-1-2 15,2-1-1-15,-2 2 0 16,2 0 0-16,0 0-1 15,0-1 1-15,0 1-2 16,-1 0-1-16,1 0-2 16,-2 0-7-16,0 0 0 15,-1 4 0-15,-2 3-2 0,-2 1 7 16,2-1 8-16,-3 2-1 16,1-1 3-16,-1 0-2 15,-1 3-1-15,2 0 2 16,2 1-1-16,-1 2 0 0,0 2 0 15,1 2 0-15,2 2-1 16,-1 3 2-16,1 1 0 16,1 4 1-16,2 2 2 15,0 0 0-15,4 4-2 16,5 1-1-16,5 2-1 16,3 4-1-16,5 2 4 0,4 2-3 15,3 0-1-15,6-1 0 16,3-1 3-16,7-6 1 15,0-8 6-15,4-6 9 16,0-6 5-16,5-7-5 0,3-4 3 16,4-6-7-16,2 0-7 15,2-3-8-15,1-7 0 16,-5-4-23-16,-6-4-32 16,-5-3-70-16</inkml:trace>
  <inkml:trace contextRef="#ctx0" brushRef="#br0" timeOffset="57505.99">21626 14621 94 0,'0'0'17'0,"0"0"2"0,0 0-9 0,0 0-5 16,0 0 2-16,0 0 4 0,0 0-7 15,0 0 0-15,0 0-3 16,44-12 0-16,-30 7 0 15,2 1-1-15,2-2 0 16,3-1-1-16,0 1-4 16,0-1-10-16,3-1 9 15,-1-1 5-15,3 0 2 0,0 0-1 16,3-3 1-16,-1 1 1 16,3 0 2-16,1-4 4 15,0 1-3-15,1 1 0 16,-2-2-1-16,-1 1 0 15,1-2 0-15,2 1 1 0,-2-1 5 16,1-1 4-16,3-2 1 16,-3 1-1-16,3-2-3 15,0-3-7-15,2 2-2 16,3-2-2-16,-2 2 2 0,1-2-2 16,4 1 0-1,-2 0-2-15,0 1 1 0,-2-1 1 16,1 1-1-16,-2-1 2 15,0 0 0-15,-3 1-1 16,4-3 0-16,2 1 2 16,-1-3 1-16,4 2 1 0,-2 0 4 15,0 0-3-15,0 1-3 16,-2 3-1-16,-1 1-1 16,1 0 1-16,-1 2-1 15,-1 1 0-15,0 1 0 16,3-1 1-16,-3 1-1 0,4 0-1 15,-1 1 1-15,1-2 0 16,0 2 0-16,3 0 0 16,-1-1 0-16,-1 0 0 15,-2 2 0-15,0-1 0 16,0 0 0-16,-1 2 1 0,-1-1 3 16,3 1 5-16,0 1-1 15,2 1-5-15,0-1-2 16,-1 2 0-16,-1 0 0 15,0 1-1-15,-2 1 2 16,-3 1-2-16,4 2 0 0,-5 0 0 16,1 1 1-16,0 1-2 15,0 1 2-15,-2 1-1 16,-4 0 0-16,4 0 0 16,-5 0-1-16,0 3 1 15,-1 4 0-15,0 0-2 16,0 3 1-16,-3 1-1 0,0 1 0 15,1 2 2-15,-3 0 0 16,1 3 0-16,-5 1-1 16,1 2 1-16,-2 2-4 15,-5-1-6-15,0 3 2 16,-5 2 4-16,-1-1 1 0,-2 2 0 16,0 2 2-16,-3-1 1 15,0 3-2-15,-3 2 4 16,0 0-1-16,0 1-1 15,-4 1 1-15,-6 2-2 16,-2 0-7-16,-3 0-5 0,-2 0-3 16,-5 1 2-16,-2-1 3 15,0-1 1-15,0-4 12 16,-3 0-1-16,0-1 4 16,0-5 6-16,1 0 8 15,-1 0-3-15,1 1-4 0,-1-1-6 16,-2 1-2-16,1 2-1 15,-2 0 0-15,-4 1-2 16,0 1-1-16,-2 0 2 16,-2 2-2-16,-2-1 1 15,2 0-1-15,-7-2 0 16,1 2 2-16,-4-2 1 0,0 0 0 16,-6-2 5-16,-2 2 0 15,-2-3 4-15,-5 0-2 16,-4 1-1-16,-9 0 0 15,-5 1 1-15,-8 0-7 16,-13 3-2-16,-10 4-1 0,-17 2-1 16,-20 5-20-16,-28 4-60 15</inkml:trace>
  <inkml:trace contextRef="#ctx0" brushRef="#br0" timeOffset="83830.98">4126 5909 115 0,'0'0'2'0,"0"0"2"0,0 0-5 0,0 0 2 16,0 0-1-16,0 0 0 16,0 0 0-16,0 0-1 15,40 19-2-15,-33-11 0 16,-2 1 2-16,3-1 1 0,3-1 0 16,1-1 0-16,1-2 0 15,3-2 0-15,2-1 0 16,4 1 0-16,1-2 1 15,-2 0-1-15,4 0 0 16,0 0-1-16,2 0 0 16,0 0 2-16,0-2 0 0,0 1 1 15,2-1-1-15,-1 2 1 16,1 0-1-16,0 0 0 16,3 0 0-16,4 0-1 15,-2 0 0-15,3 2 0 16,-1-1 1-16,0-1-1 15,1 0 0-15,0 0 0 0,-1 0 0 16,1 0 1-16,1 0-1 16,0-1 0-16,3-1 1 15,1-2-1-15,-3 1 1 16,3 0 2-16,-1 0 1 0,-1 1-3 16,2 0 1-16,-2 2-1 15,2 0-1-15,-1 0 1 16,1 0-1-16,0 0 0 15,1 0 0-15,-5 0 1 0,1 0-1 16,2 0 0-16,-3 2 0 16,2-1 1-16,1 2 0 15,-1-3 3-15,0 0 0 16,3 0 0-16,-3 0 0 16,-3 0-2-16,1 0 0 15,1 1-1-15,-4 0-1 0,3 1 1 16,0 1-1-16,2-2 2 15,-1 2-2-15,-3-3 0 16,4 2 0-16,-1-1 0 16,0-1 0-16,-1 3 0 0,4-2 1 15,-1 0-1-15,3 0 0 16,-2-1 0-16,3 0 1 16,-1 0-1-16,2 0 0 15,-2 0 0-15,2 0 0 16,2 0 0-16,-1-1 1 15,0-1-1-15,0 1 0 0,-2-1 0 16,2 2 0-16,-3-1 0 16,1 1-1-16,2-2 2 15,0-1-1-15,-2 1 0 16,4-2 2-16,-3 0 0 16,2 0 4-16,-4 1 3 15,2 1 0-15,0-1-4 0,3 0-1 16,-2 0 0-16,0 0 0 15,-2-1 0-15,2 1 0 16,-3 2-1-16,1-1 0 16,-2 1-1-16,1 1 0 0,1 0-2 15,-2 0 0-15,-1 0 0 16,0 0 0-16,1 0 1 16,-1 0-1-16,0 0 0 15,2 0 0-15,2 0 0 16,1 0 0-16,-3 0 0 0,4 0 2 15,-4 0-2-15,2 0 0 16,2 0 0-16,-1 0 0 16,2 0 0-16,-2 0 0 15,0 0 0-15,0 0 0 16,-3 0 1-16,2 0-2 0,-2 0 2 16,1 0-1-16,0 0 0 15,2 0 0-15,-1 0 0 16,-2 0 0-16,2 0 0 15,1 0 1-15,-2 0-1 16,4-3 0-16,2-1 0 16,-1 1 0-16,3-3 0 0,-2 0 1 15,1 1-1-15,-2-1 0 16,2-1 0-16,0 1 0 16,2 2 0-16,-5-1 1 15,4 0-2-15,-1 1 1 0,-3 2 1 16,2 0-1-16,-1-1 0 15,-1 2 0-15,2 0 0 16,-6 1 1-16,4 0 0 16,-3 0 0-16,2 0 0 15,-1 0 0-15,2 0-1 0,-1 0 0 16,4 2 1-16,-2 1-1 16,-1 1 0-16,0 0 1 15,-1 2-1-15,0 1 0 16,-3 0 0-16,0 3 0 15,-2-2 0-15,-1 2 0 0,-2-1 0 16,1 1 0-16,-1 1 0 16,1-1 0-16,1-1 0 15,2 1 0-15,1 1 0 16,-3-1 2-16,0 0-2 16,1 1 0-16,-1-1-2 15,1 0 4-15,1 0-2 0,1 0 0 16,2 0 0-16,-4-3 0 15,3 2 0-15,-1-3 0 16,2 0 0-16,0 0 0 16,2-1 0-16,3-1 0 15,1-1 0-15,1-1 0 0,0 1 1 16,2-3-1-16,-1 0 0 16,3 0 1-16,0 0-1 15,-1 0 1-15,3 0 0 16,2-4 1-16,1 0 2 15,1-3-2-15,2 2 1 0,2-2-1 16,1 0-2-16,0 0 0 16,-1 1 1-16,-1-1 2 15,1 0-1-15,-7 0 0 16,3 1 1-16,-8-1-3 16,2 0 1-16,-4 0-1 0,0-3 1 15,-1 3-1-15,-6-4 0 16,0-2 0-16,-5 0 1 15,-6-4-1-15,-1 0 0 16,-3-3 1-16,-3-1-1 16,-2-2 1-16,-2-2 0 15,-3-2-1-15,-4-1 1 0,-2-4 0 16,-5-2 1-16,-1-2 2 16,-4 0 0-16,-4 0-2 15,-1-1 0-15,-1 1 2 16,0 2 0-16,-7 2 0 0,-3 2 5 15,-4 2-1-15,-2 2 0 16,-3 3-4-16,-2 0-2 16,-5 5-2-16,0 0 1 15,0 3-3-15,-3 3 2 16,0 4-3-16,1 0-3 16,-2 1-9-16,-1 1 7 0,0 3-2 15,-3 0-1-15,-1-1 6 16,0 1 4-16,-4 2-1 15,3-2 1-15,-2 2 2 16,1-2-1-16,-4 3 4 0,0 0 0 16,-2 0-1-16,-3 0-1 15,-3 0-1-15,2 0 0 16,-3 0 0-16,-2 0 0 16,4 0 1-16,-2-3-1 15,0 0 0-15,0-2 3 16,-1 0 2-16,4-2 1 0,-3 3-2 15,2-2-3-15,-2 3 0 16,-1-1 4-16,-1 1 3 16,-1-1-8-16,1 1-1 15,-2 0 1-15,1-1-1 0,-2 1 0 16,1 1 2-16,-2-4-2 16,2 4 0-16,-4-1 1 15,2 2-1-15,-2 0-1 16,-4 1 1-16,-1 0 0 15,2 0 0-15,-7 0 0 16,-2 4 0-16,0 1-2 0,-1 0 0 16,0-1 2-16,-3 0-1 15,2-1-2-15,-2 0 0 16,-1-1 3-16,1 0-1 16,-2 0 1-16,-2-1 1 15,-1 0-2-15,-2 1 0 0,2-2 1 16,2 0 0-16,-5 0-1 15,1 0 1-15,0 0 0 16,-1-2 0-16,-1-2 0 16,-2 0 0-16,1 0 0 15,-2-1 1-15,2 3 0 16,-2-1 0-16,2 2 0 0,-3-3-1 16,0 2 1-16,-1 2-1 15,-4-2 1-15,3 2-1 16,-2-1 0-16,1-1 1 15,-2 0-1-15,0 0 0 0,3-1 1 16,-3 0-2-16,-4 1 1 16,3 0 1-16,1-1-1 15,-2 3 0-15,0 0 0 16,0 0 1-16,3 0-1 16,-1-1-1-16,-4 1 2 0,3-2-1 15,0 1 0-15,0 0 0 16,-1-1 0-16,0 2 0 15,0-1 1-15,0-1-2 16,-1 2 1-16,3 0 1 16,0 0-2-16,-1 0 2 0,1 0-1 15,0 0 0-15,2 0 0 16,1 0 0-16,-1 0 0 16,3 0 0-16,2 0 0 15,3 0 0-15,-3 0-1 16,2 0 1-16,3 0 0 15,-1-1 0-15,0-2 0 0,3 2 0 16,2-1 0-16,1 1 0 16,3-2 1-16,-2 3-2 15,5-3 2-15,0 3-1 16,0 0-1-16,1 0 1 16,1 0 0-16,2 0 0 0,1 0 0 15,1 4 0-15,1 1-2 16,1 0 0-16,1 1-1 15,-1 1 2-15,3 0 0 16,2 3-3-16,-2 1 4 16,3 1-1-16,-1 2 1 0,2 0 0 15,2 5 0-15,4-1 0 16,-2 2-1-16,6 1 2 16,-1 2-2-16,7 0 1 15,-2 1 0-15,5 0 0 16,5 3 1-16,3 2-2 0,2 0 1 15,5 4 0-15,3 0 0 16,3 5-1-16,3-1 0 16,4 2 1-16,5 3-1 15,2-5 0-15,0 1 0 16,7-2 0-16,6-1 1 0,7-5-1 16,5 1 1-16,10-2-1 15,10-2-4-15,13-3-13 16,7-4-8-16,9-8-58 15</inkml:trace>
  <inkml:trace contextRef="#ctx0" brushRef="#br0" timeOffset="88126.13">4663 5134 20 0,'0'0'13'0,"0"0"11"0,0 0-10 0,0 0-7 15,0 0-2-15,0 0-1 0,-39-2 3 16,35 1-1-16,0-2 3 16,-1 2-3-16,1-1 0 15,-5 1 1-15,4-2 1 16,-4 2-2-16,1-1-1 15,-2 1-2-15,-1 1 0 0,0 0-1 16,-3 0 0-16,1 0-2 16,0 0 2-16,0 0-1 15,-3 0 0-15,2 0 1 16,-2 0 0-16,-1 0-2 0,1 0 0 16,-2 0 1-16,0 0-2 15,-1 0 1-15,-1 4 0 16,-1 0 1-16,1 2-2 15,-5 0 2-15,3 1-1 16,0 1 0-16,0-2 0 16,-1 2 1-16,0 1 0 0,1-2-2 15,0 2 2-15,-3-1-1 16,3 2 0-16,-1-3 0 16,1 2 2-16,0-2-2 15,1 3 0-15,2-2 0 16,1 2 0-16,2 0 0 0,0 1 0 15,1 1 0-15,1 1-2 16,-1 1 1-16,-1 0 0 16,1 0 1-16,-1 1-1 15,3-3 1-15,1 2 1 16,1-1-1-16,0 1 0 0,-2-1 0 16,6 3 0-16,-2 1 0 15,-2 0 0-15,4 1 1 16,-2 2-1-16,-2 1 0 15,2-1 0-15,2 0 0 16,-1 2 0-16,0-1 0 16,4-3 0-16,0 2 1 0,2-4-1 15,1-2 0-15,1 2 0 16,0-3-1-16,0-2 1 16,0 3 0-16,0-4 0 15,1 1-1-15,3-1 1 0,0 0-1 16,-2-1 1-16,4-2-2 15,0 0 2-15,0-1 0 16,3-1-2-16,-1 0 1 16,1 0-1-16,1-2 2 15,2 2-4-15,1-1 3 16,0-3 0-16,3 3 2 0,-1-2 0 16,1 1 0-16,0 1 1 15,2-1-1-15,2 1-1 16,-3 0 1-16,4-1-1 15,2-1 0-15,0-1 1 16,4-1-2-16,2 0 1 0,0 0 0 16,3 0 0-16,-1 0 1 15,1 0-1-15,1-3 0 16,2 2 1-16,2 0-1 16,1 1 0-16,0 0 0 15,2 0 0-15,1 0 0 0,-2 0 1 16,-1 0-3-16,-2 0-4 15,-2 2-1-15,-3 1-6 16,-1 0-4-16,1-2-1 16,0 2-8-16,0-3-25 15</inkml:trace>
  <inkml:trace contextRef="#ctx0" brushRef="#br0" timeOffset="95956.71">4712 5872 87 0,'8'0'9'0,"0"-1"-9"0,1 0 1 0,3-1-1 15,3 2 0-15,1-2 2 16,3 2-2-16,1 0 0 15,0 0-2-15,0 0 4 0,1 0-2 16,-2 5 0-16,2-1 0 16,-1 3 0-16,2-1 0 15,1-2 0-15,3 0 0 16,2-1 0-16,2-3 0 16,4 0 0-16,1 0 0 0,1 0 0 15,0 0 0-15,0 0 0 16,0 0 1-16,-2 0-1 15,1 0 1-15,1 0 0 16,1 3 0-16,1 0 0 16,3 1 1-16,-1-1-1 15,2 0-1-15,3-2 1 0,0-1-1 16,2 0 1-16,0 2 0 16,2-2-1-16,-1 2 0 15,-2 0 1-15,-1 2-1 16,-3 2 0-16,-4 1 0 15,-2 0 1-15,-1-1-1 0,4-1 0 16,-4 0 0-16,3-2 2 16,2-3 5-16,1 0 6 15,-1 0 2-15,0-3-3 16,3-3-6-16,-3-1 0 0,4 3-3 16,-1 0-2-16,0 1-1 15,1 1 1-15,-1 2-1 16,-3 0 0-16,1 0 0 15,-2 0 0-15,1 0 1 16,1 0-1-16,2 0 0 0,1 0 0 16,3-1 0-16,-3-2 0 15,0 3 0-15,-1-1 1 16,1 1-1-16,-4 0 2 16,-1 0-1-16,0 0-1 15,2 1 0-15,0 3 1 16,-3-1-1-16,1-1 0 0,-4 0 1 15,1 0-1-15,-2 2 1 16,1 0-1-16,1 3 0 16,-1-1 0-16,2 3 0 15,-2 2 0-15,1-1 0 16,-2-1 0-16,1 0 0 0,-2 1 0 16,1 0 0-16,-1-1 0 15,2-2 0-15,-1 1 1 16,1 1-1-16,-1-2 0 15,3-1 1-15,-3-1 0 16,3 0 0-16,2-3 0 0,-1 0 1 16,2-1 3-16,3-1-3 15,-1 0 1-15,2 0-1 16,-1 0-1-16,0 0 1 16,0 0 0-16,-1 0-2 15,-3 0 1-15,1 0 0 0,1 0 0 16,-1 0 0-16,1 0 0 15,1 0 1-15,-2 0-1 16,0 0 2-16,3 0-2 16,-1 0 1-16,-1 0 0 15,2 0 0-15,0 0-1 16,3-3 1-16,-2 1-1 0,1-2 1 16,-3 2-2-16,0-2 0 15,0-1 1-15,1 1-1 16,1 0 0-16,0-2 0 15,-2 2 1-15,3 1-1 0,-4-1 0 16,1 3 0-16,-1-1 0 16,1 1 0-16,0 0 0 15,1 1 1-15,2 0-2 16,1 0 2-16,-2 0-1 16,4 0 2-16,1 0-1 15,2 0 1-15,1-2-2 0,0-3 2 16,2-2 1-16,1-1-1 15,-1 1-1-15,0-2 1 16,-2 4 0-16,2 0 0 16,0 0 0-16,0 2-1 0,-1 0 1 15,1 0-1-15,0 3 1 16,-1 0-2-16,-1 0 0 16,1 0 1-16,-3 0 1 15,-2 3 2-15,2 4 2 16,-4 0-3-16,0 2-1 15,0-1-2-15,1 2 1 0,2-1-1 16,-3 0 0-16,2 0 0 16,-3 2 1-16,-1 1-1 15,0-3 0-15,-2 0 0 16,1 1 1-16,-1 0 3 0,0-2 0 16,3 1 1-16,-5 0 1 15,4-1-1-15,-1-1-2 16,-1 3 1-16,2-1-2 15,2-1-2-15,-1-1 1 16,1 1-1-16,2-3 1 16,-2 2 0-16,0-1 0 0,0 0 2 15,0 1 4-15,-2 0-3 16,3 3-3-16,-3-2 0 16,-1 2-1-16,-1-3 1 15,0 0-1-15,-2-1 0 16,1-2 0-16,-1-3 0 0,0-1 0 15,1 0 1-15,-3 0-1 16,1-1 0-16,0-3 0 16,1-3 1-16,0 0-1 15,-2-3 1-15,1-1-1 16,-1 0 0-16,1-4 2 0,1 2-2 16,1-2 1-16,0-1-1 15,-2-2 0-15,0 1 0 16,-3-2-1-16,1 1 1 15,-5-1 0-15,3 2 0 16,1 0 0-16,-3 1 0 0,4-2 0 16,-4 2 0-16,1 1-2 15,1-2 4-15,-5-2-5 16,3 1 4-16,-2-2-5 16,-1-3 0-16,1 2 4 15,-2-2 0-15,0 0-1 16,0 2 1-16,-2 1 0 0,-3 0 0 15,-2 1 0-15,-3 1 0 16,-4 1 1-16,-3 2-1 16,-4-4 0-16,-5 2 1 15,-3-3-2-15,0-1 2 16,0-4-1-16,-8-1-1 0,-3-2-1 16,0 1 2-16,-3-3 0 15,-3 4 1-15,-1-2-1 16,1 0 1-16,0 2-1 15,-3 0 0-15,0 1 2 0,-2 2-1 16,4 2 3-16,-5 1 2 16,3 1-2-16,-4 2 0 15,4 0-2-15,-3 3 0 16,-3-3-2-16,1 3-2 16,1 0-2-16,-6-1 1 0,2 1-2 15,-1 3 9-15,-3 2-3 16,1 1-1-16,0 2 1 15,-2 1-2-15,1 3 2 16,-1-1-2-16,1 3 2 16,-2 0-1-16,-2 0 0 15,0 0 0-15,1 0 1 0,-2 3-1 16,3 0 0-16,-1 1 1 16,2-1-1-16,-1 1-1 15,1 0 2-15,-1-1-1 16,1 2 0-16,-2-1 0 0,1 0 0 15,-1-1 0-15,1 0 0 16,-1-2 1-16,2 2-1 16,0-3 0-16,0 1 0 15,3 1 0-15,-3-2 0 16,0 1 0-16,1 1 0 16,-3-1 0-16,3 2-1 0,-5 0 0 15,3 0 1-15,-4 1 0 16,4-1 1-16,-1 1-1 15,1-3 1-15,-1 0 0 16,1-1 0-16,1 0 2 16,1 0 1-16,-3 0-3 0,3-2 6 15,-3-2-1-15,4 1-4 16,0-1 0-16,2 2 0 16,1 2-2-16,-1 0 0 15,2 0 0-15,0 0 0 16,0 0 0-16,0 0 0 0,0 2-2 15,-2 0 1-15,0 1 0 16,0 2-1-16,-2 0 1 16,0-2-1-16,1 3 0 15,-1-1 1-15,-3 1 2 16,3 0-1-16,-3-2 3 16,1 2-3-16,0-2 2 0,-2 1-1 15,3 0 0-15,-3-1 1 16,5 2 1-16,-1-2-3 15,-2 1 2-15,3-1-2 16,1 0 1-16,-2-1 1 16,-2-1-4-16,-1 0 4 0,3 2-2 15,-5-2 0-15,4-1 1 16,-1 3-1-16,4-2 2 16,0-1-1-16,3 2 0 15,0-3 1-15,2 2-1 16,-1-2 1-16,0 0-1 0,-1 0-1 15,3 0 1-15,-1 0-1 16,-3 0 1-16,0 0-3 16,2-5 3-16,-2 2-2 15,1-1 1-15,-1 1 0 0,-1-1 1 16,0 0-1-16,1-1 1 16,-1 3-1-16,0 0 0 15,-1-1 1-15,0 3-1 16,0 0 1-16,0 0-2 15,0 0 1-15,3 0 0 16,-1 0 0-16,0 0 0 0,0 0-1 16,0 0 0-16,4 3 1 15,-4-1 0-15,0 0-1 16,0 0 1-16,-1 1 0 16,-1 0 0-16,-2 0 0 15,0-1 0-15,-2 1 0 0,3-1 0 16,-3 0 0-16,2 0 1 15,1-1-2-15,-1-1 2 16,0 0-1-16,-3 0 1 16,3 0-1-16,-2 0-1 15,1 3 1-15,1-3 0 0,0 2-2 16,0 0-1-16,3 0 4 16,2-1 0-16,1 1 0 15,-2-1 0-15,4-1-2 16,-3 0 1-16,1 0 1 15,1 0-1-15,-3 0 1 0,0-3-1 16,0-2 0-16,0 0 0 16,1 2 0-16,-1-1 1 15,0 0-2-15,2 0 2 16,-2 1-1-16,2 0-1 16,2 0 1-16,-2 2-1 0,1-1-1 15,0 1-2-15,3-1 1 16,-1 0-3-16,3 0 4 15,-2-2 3-15,2 1-2 16,-2-2 2-16,2 0-1 16,-1 2 0-16,-1-1 0 15,2 1 0-15,-2 0-1 0,-1-1 1 16,0 1-1-16,0 2 1 16,-1-2 1-16,0-1-2 15,0 1 2-15,0-2-1 16,-2 1 0-16,0 0-1 0,-2 1 2 15,2-4-2-15,-4 3 1 16,1-2 0-16,1 2 0 16,-4-2 0-16,0-1 0 15,-2 2 0-15,1-1 0 16,-2-1 0-16,-2 0 0 16,-1 1-1-16,3-2 1 0,-6 0-1 15,2 1-3-15,-3 0 0 16,1 2 1-16,-4 0-2 15,-1 0 4-15,-1 2-1 16,0-2 2-16,2 1-1 16,-3 0 1-16,5-2 0 0,1 2-1 15,3-2 1-15,2 1 1 16,-2-1-1-16,0 0-1 16,0-1 2-16,0 0-1 15,0-2 0-15,0 2 0 16,2 2-1-16,0-1 1 0,1 0-2 15,-1 2-1-15,1 1 1 16,3 0-1-16,-1 1 4 16,-2 0-2-16,3 2 1 15,1-1-1-15,1 1 2 16,-1 0-2-16,2 0 2 16,0 0-1-16,-2 0 1 0,-2 0-3 15,-1 4 1-15,-3 0-1 16,-3 2 3-16,-1 1-2 15,-2-4 0-15,2 5 1 16,1-1 1-16,-2-4-2 16,6 3 1-16,-2-3-3 0,2 0 6 15,1-3-2-15,0 0-1 16,0 0 0-16,-1 0 0 16,-2 0 0-16,-1 0-1 15,0 0 1-15,-3 0-2 0,0 0 4 16,-2 0-2-16,2 0-2 15,-3 0 1-15,5 0 2 16,0 0 1-16,3-5-2 16,0 2-2-16,3-1 2 15,1 2 0-15,-2 1 0 16,-1 1-2-16,0 0 1 0,-2 0-1 16,0 0-1-16,2 2 3 15,3 2-2-15,-1 2 1 16,5 1 0-16,0 0-2 15,2 0 2-15,0 0-3 16,0 0 4-16,1 0-1 0,1-2 2 16,-2 0 0-16,1-2 0 15,1 1-1-15,0 2-1 16,-1-3-2-16,-1 4-6 16,0 0 11-16,-2 0-5 15,2 0 5-15,2-3-1 0,-1 0-1 16,2 0 2-16,1-3-1 15,0 2 0-15,0 0-1 16,2-2 0-16,-2 3 0 16,1 1 0-16,-1-1 0 15,2 3-2-15,0 0 0 0,-1 0 1 16,4 0 0-16,-2 1 0 16,3-3 1-16,0 1 0 15,4-2 1-15,-3 0-1 16,3 0 1-16,-3-2-1 15,3 1 0-15,-5 0 0 16,0 1 1-16,-4 1-2 0,1 0 1 16,-5 1-2-16,0 0 0 15,3 1-3-15,-2-1-1 16,0 0 3-16,2-3 3 16,6 0 0-16,-1-3 1 0,3 0 1 15,-1 0-2-15,1 1 0 16,1 1-3-16,-3 0 2 15,0 2-1-15,0 0 0 16,-3 1 1-16,1 1 1 16,0 1-3-16,0 0 1 15,-1-3 3-15,1 2-2 0,2-3 2 16,2 3-1-16,-1-2 0 16,1 0-1-16,1 1-1 15,1 0 1-15,2 2 0 16,-3 0-1-16,1 0 2 15,1 2-2-15,-1 2-2 0,0-1 3 16,2 3 0-16,0 0 0 16,-1 0 2-16,-1 0 0 15,2 0 0-15,-1-4 0 16,4 4 1-16,1-3-1 0,0 0-1 16,2-1 0-16,1-1 1 15,0 2-1-15,2 0 0 16,-1 0 0-16,2 1 0 15,1-1 0-15,0 1 0 16,0 2-1-16,0 1 1 16,0 2 0-16,0 0 0 0,0-1 0 15,4 1 1-15,-2-1-1 16,2 0 1-16,-2-1-2 16,1-1 2-16,1 1-1 15,-1-3 0-15,3 1 0 16,-3-2 1-16,3 1-1 0,1-2 1 15,4-1-1-15,-2 0 0 16,0 0 0-16,2-1 0 16,2 0 0-16,-2-3 0 15,3 3 1-15,-1-1-1 16,1-1 0-16,1 0 0 16,0-1 0-16,0 3 0 0,3-3 0 15,-1-1 0-15,2 0 0 16,3 0-1-16,-3-3 1 15,4 0 0-15,0 0 0 16,-2 0-1-16,2 0 1 0,2-3 0 16,-3 0 1-16,0 0-1 15,3-1 0-15,-1 4 0 16,1 0 0-16,2 0 0 16,-3 0 0-16,3 0 0 15,-2 0 0-15,2 1 0 0,0 5 0 16,-2-4 0-16,1 0 1 15,-2 1-1-15,-1-3 0 16,0 2 0-16,3 0-1 16,-4 1 1-16,3-1-1 15,-2 2 2-15,1-1-1 16,1 3 0-16,-1-1 0 0,0 1 0 16,1 1 1-16,-2-1-1 15,-2-2 0-15,2 1 0 16,-2 0 0-16,-2 1 0 15,2-1 0-15,-3 0 0 16,1-1 0-16,2-1 0 0,-1 0-1 16,2-2-2-16,3-1 2 15,2 0 2-15,2 0 0 16,0 0 0-16,0 0 0 16,0 0-1-16,0 0 0 15,-2 4 0-15,-1 1 1 0,-1-1-1 16,0 0 0-16,-1 0 1 15,3-1-2-15,0 1 2 16,3-1-1-16,3 1 0 16,-2-1 0-16,5 0 0 0,-1-3 1 15,-1 0-1-15,1 0 0 16,1 0 0-16,-3 0 1 16,2 0-1-16,-2 0 0 15,-1 0 0-15,1 0 0 16,-1 4 0-16,1 1 0 15,0-2 1-15,1 1-1 0,1-2 0 16,-1 0 0-16,1 0-2 16,0 0 1-16,0 0-1 15,1 1 5-15,2 1-3 16,-3 0 0-16,3 3 0 16,-1-1 1-16,-4 4-1 15,3-4 1-15,-5 2-2 0,2-1 1 16,-3 0 1-16,1 2-2 15,2-2 1-15,-3 1-1 16,3-1 2-16,-2 1 0 16,0 1-2-16,0 0 2 15,-1 1-1-15,-1-2 1 0,0 1-1 16,-2 0 0-16,0-1 0 16,2-2 1-16,-3-2-6 15,3-1 4-15,0-2 1 16,-2-1-2-16,0 0 3 0,2 0 3 15,-2 0-3-15,0-3 0 16,2-2 2-16,-4 2-3 16,-1-1 1-16,1-2-1 15,1 3 0-15,-1 0 0 16,0-2 1-16,1 0-1 16,1-1 0-16,0 1 1 0,0-2-1 15,0 1 0-15,0-1 0 16,-1-1 1-16,0 3-2 15,-1-2 2-15,-2 0-1 16,2 1 0-16,-2 1 0 16,0 0 0-16,0 1 0 0,1 1 0 15,0 1 1-15,2-1-2 16,-2 0 1-16,1 2 1 16,-2-1-1-16,3 2-1 15,-1-2 2-15,1 1-1 0,-1 0 0 16,2-1 0-16,0 1 0 15,-2 0 0-15,2 0 0 16,0 1 0-16,-2-2 0 16,2 0 0-16,0 2 0 15,0-3 0-15,-2-1 1 0,2 0-1 16,-3 1 0-16,1-3 0 16,1 1 0-16,-1-1 0 15,0 2 1-15,2 0-1 16,-3 0 0-16,-1 2 0 15,2-1 0-15,1 2 0 16,1-1 0-16,0-1 0 0,1 2 0 16,1-3 0-16,1 1 0 15,3 1 0-15,-2-1 0 16,-1-1 0-16,-1 2 0 16,-2-2 0-16,2 0 0 15,-2 0 0-15,1 0 2 0,0 0-4 16,3-1 4-16,-2 1-2 15,0 3 0-15,0-2 0 16,0 3 0-16,-3-2 0 16,1 2 0-16,0 0 0 15,0 0 0-15,-2 0 0 0,0 0 0 16,1 0 0-16,0 0 0 16,1 0 0-16,0 0 0 15,-2 0 0-15,2 0 0 16,-2 0 0-16,2 2 0 15,-5 1 0-15,4-2 0 16,1-1 0-16,-4 3 0 0,-1-3 0 16,2 0 0-16,1 0 0 15,-2 1 0-15,-3-1 0 16,4 2 0-16,1-1 0 16,-2 2 0-16,3 0 0 0,-2-2 0 15,3 1 0-15,0-1 0 16,2-1 0-16,0 1 0 15,1-1 0-15,5 0 0 16,-3 0 1-16,3 0-1 16,2 0 0-16,2 0 1 0,1 0-1 15,0 0 0-15,4 0 0 16,-1 0 0-16,5 0 0 16,-4 0 2-16,6 0-4 15,-2-2 4-15,2-1-4 16,-2 0 1-16,0-3 0 0,-1 2 1 15,-4 1-2-15,-1-1 2 16,-1 1 0-16,-1 1 0 16,-1 2-1-16,-3-4 1 15,-1 3-1-15,0-1 1 16,-4 1-2-16,-2 0 3 0,-2-1-1 16,-1 0-1-16,-1 0 2 15,-2-1-2-15,0 1 2 16,-2 1-2-16,0 0 2 15,-1 1-1-15,-1 0 0 16,-1 0 1-16,1 0-1 16,-2 1 1-16,2 4-1 0,-2 0 0 15,1 2 1-15,-2-1-2 16,1 4 2-16,-1-1-1 16,2 0-1-16,-5 1 1 15,3-2 0-15,-3 0 0 0,1-1 0 16,-3-1 0-16,0 0 0 15,-1-1 0-15,0-1 0 16,0 2 0-16,-1-2 1 16,1 2-1-16,2-3 0 15,1 2 0-15,0 0 0 16,3 0 2-16,-1-2-1 0,3 2 2 16,3-1-1-16,-1 0-1 15,4 0 3-15,-1-1-2 16,4 0 0-16,0-2 1 15,2 1-2-15,2-2 0 16,1 1-1-16,3-1 1 0,1 0-2 16,0 0 2-16,5 0-1 15,-2 0 1-15,1-4-1 16,-2-2 0-16,2 1 0 16,0-1 0-16,1 2 0 15,4 2 0-15,-3-1 1 0,0 3-2 16,3 0 1-16,-3 0 0 15,2 0 1-15,-4 5-2 16,0 1 2-16,-3 2-1 16,-1 2 0-16,0 0 0 15,-3-1 1-15,1 0-1 16,-3 0 0-16,-1 1 0 0,1-2 0 16,-2-1 0-16,0-1-1 15,0 0 2-15,2-6-2 16,-7-5-18-16,-6-20-103 15</inkml:trace>
  <inkml:trace contextRef="#ctx0" brushRef="#br0" timeOffset="102768.52">14439 5990 127 0,'0'0'1'0,"0"0"1"0,0 0 0 0,0 0-1 0,0 0-1 15,0 0 1-15,0 0-1 16,0 0 0-16,0 0 0 16,0 0 0-16,0 0 0 0,0 0 0 15,24 0 0-15,-17 2 0 16,0-1 0-16,6 2 0 15,1 0 0-15,8-2 1 16,-2-1 0-16,6 2 1 16,2-1-2-16,5-1 1 0,3 0 0 15,5 0 0-15,3 0 2 16,5 0-3-16,0 0 1 16,3 0 0-16,2-3-1 15,2 2 1-15,-1-3-1 0,3-1 0 16,4 1 0-16,-1 1 0 15,4-2 1-15,2 0-1 16,-2 2 0-16,1-1 0 16,-1 1 1-16,0 3-2 15,0-1 2-15,-4 0 0 16,3 1-1-16,-2 0 1 16,3 0 0-16,0 0 0 0,-1 2-1 15,1 1 1-15,-1-2 0 16,-1 0 2-16,-1-1-1 15,-2 0 0-15,-1 0 2 16,-3 0-2-16,1 0 2 0,-3-2-2 16,1-1 1-16,0 0-1 15,-2 0 1-15,0 1-1 16,-1 0-1-16,-1 2 1 16,1 0-1-16,-1 0-1 15,1 0 0-15,1 0 2 0,1 0-2 16,2 0 0-16,1 0 0 15,2 0 0-15,4 0 0 16,-1-4 1-16,2 1-1 16,2 0-1-16,-2-1 2 0,2 1-2 15,-1-1 3-15,1-2 1 16,-1 2-2-16,2 2 1 16,-1-2 0-16,-2 3-1 15,0 1 0-15,0 0-1 16,0 0 1-16,-3 0-1 15,3 0 1-15,-4 0 0 0,3 0 0 16,-2 0 2-16,3 0-1 16,1 0 0-16,0 0 1 15,0-2-2-15,3 1 1 16,-2 0 1-16,-2 1-2 16,0 0 0-16,0 0 0 0,-2 0 0 15,1 0 0-15,-2 0-1 16,3 0 0-16,-1 1 1 15,2 0-1-15,3 1 0 16,-1-1 1-16,1 1 1 16,-1 0-2-16,0 0 3 0,-3 1-3 15,-1 1 3-15,-4 3-2 16,1-1 0-16,-2-2 0 16,0 2 2-16,3-2-1 15,-1-1 1-15,1-2-1 16,3-1 0-16,-1 0 0 0,1 0-1 15,1 0 1-15,-3 0-2 16,2 0 1-16,2 0-1 16,-1 0 0-16,1 0 0 15,3 0 0-15,1 1 0 16,3 1 0-16,-2-2 1 0,-1 0-1 16,-1 0 0-16,-1 0 0 15,0-1 0-15,-5-5 2 16,2 0 3-16,0-1 1 15,1 0 1-15,-1-1-2 16,1 1 0-16,-2 1-3 16,-3-4 0-16,1 4-1 0,-5-1-1 15,0 3 0-15,-3-5 1 16,1 2-2-16,-1 0 2 16,-1-1-1-16,1-1-1 15,-1-1 2-15,-1-1-1 0,0-1 0 16,-1-3 2-16,-6-3-2 15,-2 2 0-15,-1-3 0 16,-3-3 0-16,1 0 0 16,-6 1 0-16,-1 1 0 15,-2 0-2-15,-6 1 1 16,-2 0-1-16,-6 3-1 0,-3-1 0 16,-7 0 3-16,-4 1-3 15,-3-2 2-15,0-2-1 16,-7 2 3-16,-5-1-1 15,-2 2-1-15,-5 2-3 16,-3 0-2-16,-1-1 3 0,-1 3 3 16,-3 0-2-16,-2-1 4 15,-1 1 0-15,-2-3-3 16,0 3 3-16,-5-1-2 16,-4 2 0-16,-3 0 1 15,-7 2-1-15,-5-1 0 0,-5 2 1 16,-4 2-1-16,-5 2 0 15,-1-1 2-15,-4 2-4 16,1-1 1-16,2 0 2 16,-2-1-2-16,2-1 1 0,2 1 0 15,-3-1 1-15,2 0-1 16,0 1 0-16,-3-1 0 16,0 3 0-16,-6-3 0 15,0 1 0-15,-5 3 0 16,-3-4 0-16,0 3 0 15,1 0 2-15,-2 1-2 0,1 0-2 16,-1 0 4-16,1 3-2 16,-4-1 0-16,0-1 0 15,-4 2 0-15,2-1-2 16,-2-2 4-16,-3 0-2 16,3-1 0-16,-2 1 0 0,0-1 0 15,-2-1 1-15,-1 1-1 16,4 0 0-16,-5-2 0 15,0 2 1-15,2 1-1 16,-4-1 0-16,3 0 0 16,-4 1 0-16,6 0 0 15,1 2 1-15,-2 1-2 0,1 0 1 16,2 0 0-16,-2 0 0 16,0 0 0-16,1 0 0 15,-1 0 0-15,-1 1 0 16,2 0 0-16,3 1 0 15,0-1 0-15,-1 2 0 0,2-3 0 16,0 2 1-16,0-1-1 16,-3 0-1-16,1 0 1 15,1 1 1-15,-1-2-1 16,-2 3-1-16,2 0 2 16,1 1-1-16,0 0 0 0,-1 1 0 15,1-1 0-15,3 1 0 16,-2 0 0-16,-2 1 0 15,3-1 0-15,1 1 0 16,4-2 0-16,2 3 1 16,1-1-2-16,6 0 2 0,0-1-2 15,1 4 2-15,3-2-1 16,-3 0 0-16,6 3-1 16,-4 0 2-16,3-1-2 15,1 3 1-15,2-3 1 16,3 2-2-16,3 2 1 0,1 1 0 15,3 0 1-15,3 1-1 16,5 3 0-16,2-1 0 16,6-1 0-16,1 4 0 15,7-2-1-15,2 3 1 16,6-1 1-16,3 1-2 0,3 2 0 16,4 1 2-16,0-1-2 15,7 1 1-15,2 0-1 16,0-1 1-16,5 1 1 15,3-4-5-15,1 4 6 16,0-4-2-16,0 4 1 0,4-2-1 16,6 2 0-16,3-3 1 15,3 2-1-15,0-2 1 16,8 0-2-16,-1-2 2 16,3-1-2-16,5 2 1 15,4-1 1-15,5 2 0 0,2-3-2 16,9 2 2-16,7-2-1 15,13-2 0-15,15 0 1 16,17-5 1-16,25-3 0 16,27-4-1-16,18-4-3 15,20-7-45-15,20-20-128 0</inkml:trace>
  <inkml:trace contextRef="#ctx0" brushRef="#br0" timeOffset="103892.24">22893 5466 67 0,'-2'0'3'0,"2"0"-1"0,0 0 1 0,-2 0-1 16,1 0 2-16,0-3-2 15,1 1 6-15,0 0 4 16,0 1 0-16,-1-1 1 15,1 1 5-15,0 1-6 16,0 0-7-16,0 0-5 16,0 0 0-16,0 0 0 0,0 3 0 15,0 1 0-15,0 0 2 16,1 0-2-16,0-1 0 16,2-1 1-16,1-1-1 15,2-1 4-15,4 0 3 0,5-4 14 16,6-9 0-16,9-10-3 15,12-8-6-15,5-7-3 16,15-11 2-16,13-2-8 16,13-7-3-16,11-1 0 15,10-6-2-15,4-7-70 0</inkml:trace>
  <inkml:trace contextRef="#ctx0" brushRef="#br0" timeOffset="110420.7">23390 5490 82 0,'0'0'17'0,"0"0"-1"0,0 0 4 0,0 0-2 15,0 0 1-15,0 0 0 16,0 0-7-16,-6-35 1 16,6 34-5-16,0 1-6 0,4 0-2 15,2 0-1-15,4 5 1 16,4 6-1-16,-1 1 1 15,-1 3 1-15,4 1 0 16,-3 2-1-16,-1 0 0 16,-1 0 1-16,-2-1 0 15,1 2 0-15,-5-1-1 0,0 0-1 16,-2 2-16-16,-3-6-29 16,0-5-23-16</inkml:trace>
  <inkml:trace contextRef="#ctx0" brushRef="#br0" timeOffset="110697.86">23283 5520 168 0,'0'0'-11'0,"0"0"19"16,0 0-3-16,4-38 1 0,5 24 7 15,2-1-1-15,2-2-4 16,4 1-5-16,3-4-1 16,0 4-1-16,4-3-2 15,-2 1-3-15,-2 1-59 16,-4 1-81-16</inkml:trace>
  <inkml:trace contextRef="#ctx0" brushRef="#br0" timeOffset="111145.92">23519 5420 173 0,'0'0'5'0,"0"0"5"0,0 0-5 16,0 0 0-16,0 0-2 15,21-41 1-15,-12 33-1 16,0 2-2-16,2 0 0 16,2 2-1-16,0 3 1 15,1 1-2-15,0 0 1 0,2 7 0 16,-1 3 0-16,1 3-1 15,-5 1 2-15,-3 0 0 16,-1 0-1-16,-4-1 0 16,-3-3 1-16,0-1-1 15,0-4 0-15,0-2 2 16,0-2 3-16,0-1 4 0,-2 0 7 16,-3-1 2-16,0-7-9 15,-1-5-3-15,1-4-3 16,-3-2-1-16,2-5 4 15,-1-1-4-15,4-1-1 16,2-1-2-16,1 4 0 0,0 1-3 16,3 3-6-16,5 6-26 15,2 3-30-15,-3 2-24 16</inkml:trace>
  <inkml:trace contextRef="#ctx0" brushRef="#br0" timeOffset="111601.97">23776 5202 83 0,'0'0'32'0,"0"0"-30"0,0 0 3 0,0 0 9 16,0 0 9-16,0 0 1 15,0 0-5-15,-37-10 1 16,34 10-15-16,1 3-6 15,0 4 2-15,2 2-1 0,0 3 0 16,0 0 0-16,0 0 0 16,2-3 0-16,4 1 1 15,2-5-1-15,3 1 0 16,-3-3 3-16,1-2-5 16,3-1 4-16,-5 0-2 15,2-1 1-15,-3-6 3 0,0-3-4 16,0-1 2-16,-2-1-1 15,-2-2-1-15,-2 0 1 16,0 1-1-16,0 3 1 16,0 0-1-16,0 4 1 15,0 3 1-15,-4-1 6 0,2 4 5 16,2 0-9-16,0 0-8 16,0 6 4-16,0 1 0 15,6 3-1-15,1 0-1 16,2 0-13-16,2-1-13 15,-4-2-16-15,1-3-14 0,-2-4-53 16</inkml:trace>
  <inkml:trace contextRef="#ctx0" brushRef="#br0" timeOffset="112049.69">23900 5125 84 0,'0'0'6'0,"0"0"16"0,0 0 3 16,0 0-2-16,0 0-11 16,0 0-8-16,0 0-2 0,0 0 0 15,0 0-2-15,0 0 0 16,30-15 0-16,-21 19 2 16,-3 3-2-16,2-3 0 15,-4 2 0-15,1-2 1 16,-3-1 0-16,0 0-1 15,-2-2 0-15,0-1-1 0,0 2 3 16,0-2 5-16,-3 0-1 16,-1 0-5-16,1-2 0 15,0-5 2-15,-3-1-3 16,4-5 1-16,2 3-1 16,0-3-1-16,0-1 1 0,2-2-1 15,5 2 0-15,1 3 2 16,0 0 0-16,2 3-1 15,-3 1 0-15,1 6 1 16,1 1-2-16,-1 0 0 16,2 0 1-16,-4 0 0 0,2 4-1 15,-1 3 1-15,-1 2 0 16,-1-1 1-16,-1 2-5 16,1-3-20-16,0-2-29 15</inkml:trace>
  <inkml:trace contextRef="#ctx0" brushRef="#br0" timeOffset="112461.68">24172 4946 106 0,'0'0'1'0,"0"0"2"0,0 0 9 0,0 0-1 16,0 0-7-16,0 0 0 15,-40-35 2-15,31 35 4 16,5 0-2-16,1 0 4 0,-3 0-3 16,3 0-5-16,1 5 4 15,2 1-8-15,0 1 1 16,0 2-1-16,0-1 1 16,2-1 1-16,7 0-2 15,3-1 1-15,-1-1 0 0,2-1 0 16,3 0-1-16,1-4 1 15,-5 0 1-15,0 0-1 16,0 0-1-16,-4 0 1 16,-2 0-1-16,0 0 1 0,-5 0-1 15,-1 0 0-15,0 0 2 16,-1 3-4-16,-7 0 5 16,-2 1-4-16,-1-1 0 15,1-3-12-15,1 0-9 16,1 0-7-16,2-6-5 15,3-7-11-15</inkml:trace>
  <inkml:trace contextRef="#ctx0" brushRef="#br0" timeOffset="112868.65">24238 4611 66 0,'0'0'5'0,"0"0"18"15,-14-47 4-15,7 36-6 16,0 1-1-16,-1 3 1 16,3 5-6-16,-1-2-1 0,3 1-3 15,-2 1 0-15,3 1-4 16,2 1 2-16,0 0-9 16,0 6-3-16,1 5 3 15,7 5 0-15,3 5 0 16,0 4-2-16,5 1 4 15,-2 1-2-15,4 1 0 0,-2-1 0 16,3-2 0-16,-4 2 1 16,2-1-1-16,-2-4 0 15,-1 1 0-15,-3-2 1 16,2-1-2-16,-4 0 2 16,-2-3-1-16,2 3 1 0,-3-3-1 15,0-2 1-15,-2 0-1 16,0-2 1-16,0-5-1 15,-3 1-1-15,0-5-5 16,-1 0-12-16,0-1-31 16,-4-3-7-16</inkml:trace>
  <inkml:trace contextRef="#ctx0" brushRef="#br0" timeOffset="113672.23">24268 4823 97 0,'0'0'2'0,"0"0"-1"0,0 0 0 0,0 0 0 0,0 0 0 16,29-43 0-16,-22 36 1 15,3 0 0-15,1-2-2 16,1 2 1-16,2-1 0 15,-1-2 0-15,1 1-1 16,1 0 1-16,-4 3-1 0,-1 0 0 16,-3 2 0-16,-1 1 1 15,-3 3 1-15,0 0 0 16,-3 0 1-16,3 7 1 16,-3 2 6-16,0 2-5 15,1-1-2-15,3 1-1 0,-2-1 0 16,4-3 0-16,-1-3-1 15,1-1 0-15,2-2 0 16,0-1 1-16,0 0 0 16,0-1 1-16,3-7-1 15,-3-1 0-15,0-2-1 16,-3-2 1-16,1 0-2 0,-4-1 0 16,-2-3 0-16,0 3-2 15,0-2-12-15,-7 1-6 16,-1 1 3-16,-3 1 8 15,-1 1 8-15,1 1 1 0,-1 2 5 16,1 4 5-16,2 1 8 16,1 1-3-16,2 1 0 15,2 2 0-15,0 0-8 16,4 0-7-16,0 3 1 16,0 3 0-16,0-3-2 0,7 1 3 15,-2-3-3-15,3-1 2 16,-3 0-1-16,3 0 2 15,0-4 2-15,1-6-2 16,1 0-2-16,-1-4 2 16,-1 0-1-16,2-2 0 0,-3 2 1 15,2 0-1-15,-6 2 0 16,1 5 4-16,-3 0 2 16,2 4 12-16,-3 2 6 15,0 1-11-15,0 0-10 16,2 0-6-16,1 1 1 15,2 7-1-15,3 3 2 0,1 2 1 16,0 2 0-16,1-1-1 16,1 3 0-16,-3-2 1 15,0 0-2-15,2 1-10 16,-4-2-15-16,1 2-3 0,-2-5-24 16,-2-3-6-16</inkml:trace>
  <inkml:trace contextRef="#ctx0" brushRef="#br0" timeOffset="114347.4">24642 4492 139 0,'0'0'5'0,"0"0"-3"0,0 0-2 15,0 0 2-15,0 0-1 16,9 42 0-16,-3-29-1 16,-1-3 1-16,1 2-1 15,-3-1 1-15,1-4-1 16,-2 0 0-16,0-1 0 0,1-4 0 16,-3 1 1-16,0-3-1 15,0 0 4-15,0 0-1 16,0-5-3-16,-4-4-1 15,3-1 0-15,-1 0-8 16,0-1-1-16,2-1 4 0,0 1 1 16,0 4 4-16,0 0 1 15,0 1 1-15,0 2 4 16,0 1-2-16,4 3 0 16,2 0-3-16,0 0 1 15,0 0-1-15,0 3 0 0,1 4 0 16,1 3 0-16,-2-3 0 15,0 3 1-15,-1 0-2 16,-1-3 2-16,-1 0-1 16,0-1 1-16,-3-1 1 15,1-2 0-15,-1-1-2 0,0-2 2 16,0 0 13-16,0 0-1 16,0 0-5-16,0-6-4 15,0-1 0-15,-3-4-5 16,2-2 2-16,1 2-2 15,0 2-3-15,0-1 1 0,0 6 4 16,0 1-2-16,0 3-2 16,1 0-1-16,2 0 1 15,-1 0 2-15,3 6 1 16,-2-2 0-16,1 0-1 16,-2 1 1-16,2-3-1 0,-1-1 1 15,-1-1 0-15,0 0 4 16,3-1-3-16,0-10 0 15,-1-5-3-15,-2-5-88 16</inkml:trace>
  <inkml:trace contextRef="#ctx0" brushRef="#br0" timeOffset="141428.81">22805 5358 31 0,'0'0'5'0,"0"0"3"0,0-1 2 15,0 1-2-15,0 0-1 0,-5 0-7 16,2 0 4-16,1 0-2 16,-2 0 0-16,2 1-1 15,0 1 0-15,1 1-1 16,1-1 0-16,-1 1 0 0,1 0 2 16,0 1-4-16,0-1 1 15,0 0 1-15,0 0 1 16,2-2-1-16,1 2 2 15,2 1-2-15,-1-1 1 16,1 0-1-16,2 1 0 16,-3-2 1-16,3 3 0 0,-2-2-1 15,2 1 0-15,-1 1 0 16,-2-2 1-16,3-1-1 16,-4 1 0-16,3-1 0 15,1-2-1-15,0 0 2 16,3 0 4-16,4-10 4 0,4-4-5 15,6-6 3-15,8-7 3 16,6-6 0-16,9-8 1 16,7-5 3-16,10-3-1 15,12-8-1-15,9-6-3 16,13-5-5-16,17-1-1 0,6-7-1 16,1-5-7-16,-1-3-80 15</inkml:trace>
  <inkml:trace contextRef="#ctx0" brushRef="#br0" timeOffset="148773.51">21496 7277 3 0,'-1'-6'14'0,"-1"5"4"0,0-2-3 0,2 0-1 16,-1 3-3-16,1-3 0 16,0 3-5-16,0 0-2 15,0-1-1-15,0 1-1 16,0 0 3-16,0 0-2 0,0 0-2 16,0 0-2-16,0 0 1 15,0 4 0-15,0 3 1 16,0 5 0-16,0 2 0 15,0 4 0-15,0 5-1 16,-2 4 1-16,-2 6 0 0,0 5 0 16,-2 6 3-16,2 3 0 15,0 1 0-15,3 1 3 16,0-3-3-16,1 0 2 16,0-5-2-16,0 1 1 15,0-2-1-15,0-2-1 0,2 0 1 16,-1-3-3-16,0-3 0 15,-1-3 2-15,0-2-2 16,0-4 0-16,-4-2 0 16,1-4-1-16,-3-3 1 15,2-2-2-15,1-8-2 0,-5-4-53 16</inkml:trace>
  <inkml:trace contextRef="#ctx0" brushRef="#br0" timeOffset="149543.76">21413 7243 25 0,'0'0'13'0,"0"0"-5"0,0 0-3 0,0 0 4 0,0 0 2 16,0 0-4-16,0 0 2 15,0 0-6-15,0 0-3 0,0 0 0 16,0 0 1-16,0 0 0 15,-3 3-1-15,3 2 2 16,-2 3-1-16,1 1 0 16,-5 1 0-16,2 2 1 15,-1-1 0-15,-4 1 1 16,2-1 0-16,-1 0 1 0,1-1 1 16,-1 1 0-16,-2 1 0 15,1-1-4-15,0 2 1 16,-2-1-2-16,3-1 1 15,1-1 1-15,-1-3-4 16,4-3 4-16,-1 3-2 0,-1-4 1 16,2 1-1-16,1-1 0 15,-1 0 1-15,0-1-2 16,3-1 1-16,1-1-4 16,0 0-34-16</inkml:trace>
  <inkml:trace contextRef="#ctx0" brushRef="#br0" timeOffset="150666.85">21381 7189 6 0,'0'0'2'0,"0"0"-1"0,0 0 0 0,0 0-1 15,0 0 1-15,0 0 2 16,0 0 0-16,0 0-1 0,0 0-4 16,0 0 2-16,0 0 0 15,0 0 3-15,0 0-2 16,0 0 1-16,19 0-1 15,-16 0-1-15,1 0 1 16,-2 0-1-16,1 0 1 0,2 0 0 16,-1 0 0-16,1 0 2 15,0 0 0-15,1 0-1 16,2-1 0-16,0-1 4 16,2 1 0-16,-3 0-3 15,2 0 1-15,0 1-1 0,-4 0-2 16,1 0 0-16,0 0 0 15,0 0 0-15,2 0 1 16,-3 0 2-16,3 1-2 16,2 1-1-16,1 2 0 15,0-1-1-15,1 1 1 0,1 0 0 16,1 1-1-16,-2-2 0 16,-1 1 0-16,0 0 0 15,-2 1 1-15,0 0-1 16,0-1 1-16,-1 1 0 15,-1-1 1-15,0 0-1 0,-2-1 1 16,2 1-1-16,-4-1 1 16,-1 0-1-16,1-1 1 15,0 0-1-15,0 1 0 16,0 0-1-16,0 1 2 16,-3-4-4-16</inkml:trace>
  <inkml:trace contextRef="#ctx0" brushRef="#br0" timeOffset="153399.07">22972 7124 13 0,'0'7'3'0,"0"1"7"0,0 6 3 0,-1 5-1 15,-3 5 0-15,0 7 1 16,-2 6-1-16,-1 6-4 0,0 4-2 16,2 2 3-16,1 2 0 15,1 1-5-15,2-2 1 16,-1-4 1-16,0 1 4 16,-2-3 2-16,0-4 4 15,-3 1 0-15,1-5-6 0,-2 0-5 16,-2-3-1-16,1 0-3 15,-1-5 0-15,-2-1 0 16,2-5-1-16,2-5 0 16,-2-5 0-16,4-6-2 0,2-6-7 15,4-3-26 1,0-15-47-16</inkml:trace>
  <inkml:trace contextRef="#ctx0" brushRef="#br0" timeOffset="153782.82">22977 7220 53 0,'0'0'-18'15,"0"0"20"-15,0 0 3 16,0 0 0-16,0 0-3 16,0 0-1-16,0 0 0 0,0 0-1 15,0 0 1-15,-7-21 3 16,2 21 9-16,-3 2-3 16,-2 12-1-16,-7 5-1 15,-2 4 4-15,-3 6 3 16,0 3-3-16,-2 2-2 15,2 0-4-15,1-3 0 0,3-2-3 16,2-3-3-16,3-4 0 16,3-3 0-16,2-5 0 15,2-5 0-15,5-4-2 16,1-5-17-16,0 0-28 0</inkml:trace>
  <inkml:trace contextRef="#ctx0" brushRef="#br0" timeOffset="153981.98">22885 7246 61 0,'0'0'38'0,"0"0"-36"16,0 0 3-16,0 0 4 15,47-3 0-15,-30 6-4 0,3 2-2 16,6 5-2-16,3 3 0 15,0-3 0-15,-2 2-3 16,-5-1-95-16</inkml:trace>
  <inkml:trace contextRef="#ctx0" brushRef="#br0" timeOffset="155405.82">20997 7075 15 0,'0'0'1'0,"0"-1"7"0,1-2 1 0,-1 3-4 15,0 0-1-15,0-1-1 16,0 1 0-16,0-2 5 0,0 2 3 16,0 0-2-16,1 0-7 15,1-1 1-15,4 1-2 16,-3-2 0-16,4 2 0 16,-1 0 0-16,0-1-1 15,1 1 1-15,-1 0 0 16,2 0 0-16,-4 0-1 0,-1 0 1 15,0 0-1-15,0 0 1 16,-1 0 0-16,-1 0 0 16,1 0 1-16,-2 0-1 15,2 0 0-15,-2 0 0 0,1 4 1 16,0-1-1-16,0 1-1 16,2 1 1-16,0-1-1 15,-3-2 1-15,3 1-1 16,-1-1 1-16,1-1-1 15,2 1 1-15,-1-2 1 0,3 0 0 16,1 0 0-16,1 0 4 16,4-6 2-16,3-4-3 15,1-1 0-15,3-4-3 16,1-1 0-16,4-3 0 16,0-2 2-16,2-3 1 15,4-2 1-15,3-2 1 0,5-1-3 16,0-4 0-16,4 2-3 15,1 1-1-15,-3-1 1 16,-5 7-2-16,-5 4 2 16,-3 3-1-16,-7 3-1 0,-6 7-4 15,-3 2-13-15,-7 4-19 16,-5 1-55-16</inkml:trace>
  <inkml:trace contextRef="#ctx0" brushRef="#br0" timeOffset="156060.78">20863 7109 0 0,'0'0'9'0,"0"0"1"0,0 0-2 0,0 0 1 0,0 0-3 15,0 0 0-15,32 37-1 16,-26-31-1-16,0-2-3 0,1-1 0 16,4-3 3-16,-3 0-1 15,2 0 1-15,5-3 2 16,-1-4 2-16,4-4-1 16,1-3 1-16,2-2-1 15,4-2 0-15,3-4-1 0,3 1-1 16,4-5-1-16,2-1 2 15,-1-1-1-15,2-2-2 16,0-2 0-16,-2-1-1 16,-2 2-2-16,-2 1 1 15,-2 1 0-15,-3 5-1 16,-2 5 0-16,-4 3-1 0,-4 4-5 16,-5 8-11-16,-7 1-9 15,-4 3-26-15</inkml:trace>
  <inkml:trace contextRef="#ctx0" brushRef="#br0" timeOffset="156538.13">20735 7251 29 0,'0'0'19'0,"0"0"0"0,0 0 3 0,0 0-4 0,0 0-2 16,0 0-12-16,0 0-6 15,0 0 3-15,0 0 0 16,0 0-1-16,5-4 1 16,3 8 0-16,-1-1-1 0,4 2 0 15,3-3-1-15,2-2 1 16,6 0 1-16,2-7 6 15,6-11 6-15,5-9 1 16,6-6-1-16,10-7-4 16,6-7-6-16,6-4 0 15,6-1-1-15,4-5 0 0,6 2-2 16,-2-1 0-16,-4-1-34 16</inkml:trace>
  <inkml:trace contextRef="#ctx0" brushRef="#br0" timeOffset="158508.04">22853 6818 3 0,'1'0'5'0,"0"0"-1"0,0 0 1 0,1 0 2 16,-1 0 2-16,1 0-5 16,2 0 3-16,-1 0-3 15,0 0 2-15,0 0 2 0,1 0-4 16,-1 0-1-16,1 0 0 15,-1 0 1-15,2 0-1 16,-1 0 0-16,0 3 0 16,0 1-2-16,-1 2 1 15,1 1-1-15,-1-1 1 0,0 2-1 16,1-1 1-16,0 2 0 16,0-2 1-16,2 2-2 15,-1-4 0-15,3 1 1 16,-3-2-1-16,4-1 3 15,-2-3 1-15,1 0 9 0,4 0 11 16,-3-9-4-16,4-3-10 16,3-4-5-16,1-1-1 15,3-4-2-15,3-5 0 16,0-2 0-16,1-2 1 16,3-1-3-16,0 1 1 0,2 0-2 15,0 2 1-15,0 4 0 16,0 2-1-16,-6 5 0 15,-3 3 0-15,-4 6 0 16,-4 3-3-16,-5 5-15 16,-6 0-19-16,-1 4-5 0,0 6 1 15</inkml:trace>
  <inkml:trace contextRef="#ctx0" brushRef="#br0" timeOffset="159355.6">22874 6823 33 0,'0'0'7'0,"0"0"9"0,0 0-2 0,0 0-2 16,0 0-9-16,0 0-3 15,0 0 0-15,0 0 2 16,0 0-1-16,0 0-1 16,0 0 1-16,0 0 0 15,14 39 1-15,-7-33 0 0,-1 1 0 16,0 1 1-16,0-2-3 15,1 0 0-15,-3-2 2 16,3-1-2-16,-1 1 0 16,0-4 1-16,2 0 3 15,2 0 6-15,-2 0 0 0,2 0-2 16,3-7-3-16,0 1 2 16,2-2-2-16,0-2-1 15,2-1 1-15,1-2 0 16,1-3-2-16,-3-2 1 15,2-3 0-15,1-3-1 0,0-1 0 16,2 0-1-16,0-1-1 16,3-2 1-16,1 5-2 15,3 0 1-15,-3 3-1 16,0 2 0-16,-1 2 0 16,-2 4 0-16,-3 0 1 0,-6 6-2 15,0 1 1-15,-6 3-2 16,-5 2-16-16,-2 2-20 15,-4 8 12-15,-13 3-2 16,-4 1-41-16</inkml:trace>
  <inkml:trace contextRef="#ctx0" brushRef="#br0" timeOffset="159975.13">22910 6831 4 0,'0'0'9'0,"0"0"3"0,0 0-3 0,0 0-5 16,0 0 0-16,14 40 0 15,-11-36-2-15,0 2 1 16,1-2-1-16,-1-1 3 0,1-2-1 16,2 1 0-16,0-2 4 15,4 0 0-15,-1 0-2 16,2-5 2-16,5-5 0 15,1-1 1-15,2-2-2 16,5-1-1-16,-1-4 0 16,1-1-2-16,3-5 2 0,2 0 2 15,0-2-1-15,2 1-3 16,1-4 0-16,1 4-3 16,0-1 0-16,-1 4-2 15,-5 3 5-15,-3 3-6 0,-6 5-1 16,-8 4-14-16,-8 7-6 15,-2 0-18-15,-9 3-31 16</inkml:trace>
  <inkml:trace contextRef="#ctx0" brushRef="#br0" timeOffset="160593.09">22949 6827 28 0,'0'0'3'0,"0"0"-1"0,0 41 2 0,0-31-1 0,4-3 2 15,4-3-1-15,-1-4 5 16,2 0 3-16,4 0 4 15,0-1 1-15,5-11 0 16,4 0-8-16,-1-7-4 16,4-1 0-16,2-3 0 0,3-2 2 15,2-1 1-15,2-3-2 16,2 0-3-16,2 2 1 16,3 0-3-16,-3 2 0 15,-5 2 0-15,-4 6-4 16,-7 4-14-16,-11 6-10 15,-8 3-5-15,-3 4-25 0</inkml:trace>
  <inkml:trace contextRef="#ctx0" brushRef="#br0" timeOffset="163099.97">21132 6650 16 0,'-12'0'1'0,"-1"2"1"0,2-2-1 0,-1 0 1 16,1 0 3-16,3 0 8 15,-4 0 4-15,2 1-8 0,-1 0-2 16,2 1-2-16,-4 1 1 15,0 1-3-15,-1 1-1 16,1 0-1-16,0 4 1 16,-2 0 1-16,2 2-3 15,0-3 2-15,0 4-2 16,-1-1 2-16,2-1-2 0,-2 1 0 16,-2-1 0-16,2 3 3 15,-2-2-1-15,1 2 2 16,-4 0-3-16,2 4 1 15,1-1 1-15,0 1 0 16,1 0 1-16,1 1-2 0,1-1 0 16,0 3-1-16,-1 1 0 15,2 1-1-15,0 2 1 16,1 1-1-16,2 3 0 16,-5 1 0-16,4 1 1 15,0 4-1-15,1 1 0 0,1 1 0 16,1-2 0-16,4 3 0 15,0-3 0-15,3 3 0 16,0-3 0-16,0 2-1 16,0-1 1-16,3 2 0 15,2 0 0-15,0 0 0 0,-1 1 0 16,2-1 1-16,-3 0-2 16,4 0 1-16,-1 0 1 15,0 1-2-15,1-4 2 16,5 0-2-16,-3-1 0 15,3 0 1-15,3-2 0 0,0-1 0 16,5 0-1-16,-1 1 0 16,2 0 1-16,0 0 0 15,4 1 1-15,1 2-1 16,1 0 0-16,-1 0-1 16,1 0 0-16,-3 0 1 15,-1-2 1-15,-1-1-1 0,-1-3 1 16,1-4-1-16,-1-2-1 15,-2-4 1-15,3-2 0 16,0-3-1-16,-1-4-1 16,3 0 2-16,0-2-2 15,0 0 1-15,0-2 2 0,1-1-1 16,1 0 0-16,0-4 0 16,1 0 0-16,0 0-1 15,2 0 1-15,1-8 0 16,0-2 0-16,3-2 0 0,-2-3 1 15,1-1 1-15,1-2 1 16,-4 2 0-16,-1-3-2 16,-1-1 0-16,0-1 2 15,0 0-1-15,-2-3 0 16,2-3 0-16,-1-2-1 0,4-2 3 16,-1-2-2-16,-1-2 1 15,-1-2-1-15,2-4 0 16,-3-3 2-16,0-6 0 15,-5-3 1-15,0-1 1 16,-6-2-1-16,-2 2 5 16,-3 1-2-16,-3 2 0 0,-3-2 2 15,-1 2 1-15,-1-3-1 16,-2-1-3-16,0 1-4 16,0-3 0-16,0 3-2 15,0 3 0-15,-6 1 1 16,1-2-1-16,-4 2 0 0,-1 3 0 15,1 2-1-15,-3 1 1 16,-1 1-1-16,0 4 1 16,-6 0-1-16,-3 2 1 15,2 5 0-15,-7 0 0 16,0 4 1-16,-4 4-1 0,1 1 1 16,0 2-1-16,1 3 1 15,0 2-1-15,1 0 0 16,-1 4 0-16,0-3 0 15,-3 5 2-15,1 0-1 16,-2 3-2-16,0 0 0 16,1 2 1-16,1 1 0 0,-1 3-1 15,0 1 1-15,3 0-2 16,-1 1 1-16,1 5 1 16,2 0-2-16,0-1 1 15,4-2 0-15,4 3-1 16,4-2 1-16,3 3-3 0,3-1-23 15,3 5-33-15,2-4-17 16</inkml:trace>
  <inkml:trace contextRef="#ctx0" brushRef="#br0" timeOffset="164586.84">23105 6267 28 0,'-8'0'-8'0,"0"0"10"15,0 0-1-15,0 0 1 0,2 0 0 16,-1 0 0-16,0 0 2 16,-1 0-4-16,-4 0 2 0,0 0 2 15,-4 0 4-15,1 1 2 16,-5 4 3-16,2-1-4 16,0 2 0-16,-1 1-5 15,1 0-1-15,1 4-2 16,-3 2 0-16,1 1-2 0,0 3 2 15,-3-1-1-15,2 5 0 16,-1 3 2-16,-1-1-2 16,1 6 1-16,-2-1 1 15,2 5-1-15,-2-1 2 16,2 4-2-16,2 2-1 0,3 1 1 16,1 3 0-16,3 5-1 15,0 1 0-15,3 5 0 16,1 2 1-16,-1 6-1 15,-1 6 0-15,1 4 1 16,-2 3-1-16,0 3 0 0,2-2 1 16,2 0-1-16,4-7 1 15,3-5 1-15,0-4 3 16,2-9-1-16,8-4 1 16,4-5-1-16,1-3-2 15,2 0 1-15,0 2-1 16,3 0-1-16,-2 4-1 0,6-1 1 15,-2-2-1-15,4 1 0 16,2-2 2-16,1-3-2 16,3-1 0-16,-2-5 0 15,1-2-2-15,1-6 2 16,0-3 2-16,-4-1-1 0,3-2 0 16,-1-3 1-16,-1 0 0 15,6-1 0-15,-3-3-1 16,2 0 3-16,-2-4 2 15,3-2-3-15,-3-4 1 16,0 0 0-16,3-4 1 0,-1-8 1 16,2-5 0-16,3-3 1 15,-2-2-4-15,1-3-1 16,-1-3-1-16,1 0 0 16,-4-4 0-16,-1 2 1 15,-1-2 0-15,-1-4 2 0,0-1-1 16,-2-1 1-16,2-3-2 15,-2 0-2-15,-1-5 1 16,-3 2-1-16,-2-1 1 16,-3 1-1-16,-7-2 1 15,-3 2-1-15,-6-1 1 16,-2 0-1-16,-2 0 2 0,0 0 0 16,0 1-1-16,0 1 1 15,0 1-1-15,0 2 0 16,0-1-1-16,-1 2 1 15,-6-2 2-15,0 2 6 0,-3-3 1 16,-4 3 1-16,-2 0-3 16,-1-1-1-16,-2 3-1 15,1-2 0-15,2 2-2 16,-3-2-2-16,3 2-1 16,-1 0 0-16,0 1 0 15,1 0-2-15,-5 0 2 0,2 1-1 16,-3 2 1-16,-3-1 0 15,2 2 0-15,-4 0 1 16,-3 1-1-16,-2 1 0 16,-2 2 1-16,-3 1-1 0,-1 0 0 15,0 2 0-15,-1 3-1 16,4 1 1-16,3 2-1 16,1 5 0-16,6 4-1 15,0 3-1-15,3 7-6 16,1 0-15-16,-1 6-24 15,-4 5-41-15</inkml:trace>
  <inkml:trace contextRef="#ctx0" brushRef="#br0" timeOffset="167670.29">21443 8182 56 0,'0'0'11'0,"1"0"6"0,3-3-6 0,-4-4-6 16,3-3-2-16,0-2 1 16,-1 1 0-16,0-1-1 15,1-1-1-15,-1 0 2 16,-1-3 2-16,1 0 3 15,-1-5 0-15,0-2-3 16,-1-5-1-16,0-2 3 0,0-4-5 16,0 0-1-16,0-3 0 15,-2-1-1-15,-1-2-1 16,-2 0 0-16,2-2 1 16,1-4-1-16,2-1 0 15,0-1 0-15,0 0 0 16,0 2 0-16,1 4 1 0,6 5-1 15,-2 5 1-15,0 4 0 16,2 4 1-16,-1 3-1 16,0 4 0-16,-3 1-1 15,0 2 1-15,0 5 1 0,-1-1-1 16,0 3 0-16,0 3-1 16,-2 1 1-16,1 0 1 15,-1 2-1-15,0 1-1 16,1 0 0-16,-1 0-1 15,0 1 0-15,0 8 3 0,0 2 0 16,-2 3-2-16,-2 3 1 16,-2-1-1-16,1 2 1 15,-3 1-1-15,0 1 1 16,-1 1-1-16,-1-1 2 16,0 1-2-16,1 1 0 15,-1-2 0-15,1-1 0 0,-1 1 0 16,0-4 1-16,1 0-1 15,-1-1 0-15,-1-2 0 16,1-2 0-16,-2 2 2 16,5-3-2-16,-3 1-2 15,2-4 2-15,4-1-1 0,2-3-4 16,2-3-26-16,0 0-2 16,0-13-39-16</inkml:trace>
  <inkml:trace contextRef="#ctx0" brushRef="#br0" timeOffset="167940.9">21375 7297 58 0,'0'0'2'0,"0"0"-1"0,0 0 0 16,0 0 1-16,0 0 3 15,0 0 2-15,0 0 1 16,48 0 0-16,-32 4 0 16,8-2 1-16,1 1 2 0,4-1-4 15,0 1-5-15,0 0-1 16,-2 0-1-16,-8-2 2 16,0 1-1-16,-4-1-4 15,-7 2-7-15,-1-3-28 16</inkml:trace>
  <inkml:trace contextRef="#ctx0" brushRef="#br0" timeOffset="168488.41">21394 7389 78 0,'0'0'32'0,"0"0"-21"0,0 0-10 15,0 0-1-15,0 0 1 16,0 54 1-16,0-20 0 16,-4 6 1-16,-3 4 1 15,2 3-1-15,-2-2-2 0,1 1-1 16,-1-7 0-16,0-3 0 15,1-3-1-15,1-5-3 16,3-6-20-16,0-9-13 16</inkml:trace>
  <inkml:trace contextRef="#ctx0" brushRef="#br0" timeOffset="168721.93">21454 7659 33 0,'0'0'3'16,"0"0"-1"-16,-25 47-1 15,21-36-2-15,2-1-4 16</inkml:trace>
  <inkml:trace contextRef="#ctx0" brushRef="#br0" timeOffset="169670.71">21771 6926 73 0,'0'0'4'0,"0"0"3"16,0 0-4-16,0 0-1 15,0 0 1-15,0 0 0 16,-37 0 1-16,33 0 0 16,2 0 1-16,1 0-4 15,0 0 0-15,1 0-2 16,0 0 1-16,0 0-1 0,0 0 1 16,0 1 0-16,0-1-2 15,0 0-1-15,0 0 2 16,0 0 12-16,4-5-8 15,-1-2 0-15,2-2-2 16,1-1 0-16,2-1 0 0,0-3-1 16,2 0 0-16,1-1 0 15,3 0-1-15,1-1 2 16,4 2-2-16,0-2 1 16,0 2 0-16,4 1 1 15,-2 2-1-15,-1 1-1 0,0 0-1 16,2 3-1-16,-5 1 3 15,1 2-2-15,0 1 3 16,-1 3-2-16,3 0 1 16,-1 0 1-16,3 3-1 15,2 4 1-15,2 2 0 0,1 0-1 16,0 3 2-16,0 2-1 16,-1 2-1-16,-5 2 0 15,0 2 1-15,-2 1 0 16,1 3 1-16,-5-1-1 15,2 2 0-15,0 0 0 0,0-1 1 16,-1 3 1-16,0-1 0 16,-2 2 1-16,0 1 1 15,0 2 2-15,-5 1 4 16,0 1 1-16,-2 1 0 16,-2 0-3-16,-1-4-3 15,0-2-2-15,-1-5 0 0,1-3-1 16,-1-7-1-16,1-2-1 15,-2-1 0-15,-1-4 0 16,1-2-1-16,0 2 0 16,-1-5 0-16,0 2 0 15,0-2 0-15,0 1-1 0,-1-2-13 16,0 0-36-16,0 0 18 16,0 0-34-16</inkml:trace>
  <inkml:trace contextRef="#ctx0" brushRef="#br0" timeOffset="170324.68">22393 7341 6 0,'0'0'4'0,"0"0"3"0,0 0 10 15,0 0 0-15,0 0-2 16,0 0-4-16,0 0-2 0,0 0-3 16,42-2-1-16,-34 2-1 15,2 0 1-15,-1 6-2 16,2 0 1-16,-1 0 0 15,1 2 0-15,-2 1-1 16,0-1 1-16,1-1-2 0,-2 0 1 16,1-1-1-16,1-2-1 15,-2-1 1-15,1 0 0 16,-2-2 3-16,0-1-2 16,-2 0 3-16,2 0 5 15,-4 0 1-15,-1-4 4 0,0-3 0 16,0-2-7-16,-2-2-3 15,0-3-2-15,0-2-1 16,0-3-3-16,0-3 0 16,2-1 0-16,1-2 1 15,0-2-2-15,2 1 1 16,3 2 0-16,0 1 0 0,-1 1 0 16,5 3-6-16,0 1-18 15,-5 0-14-15,-1 0-10 16,-6 2-44-16</inkml:trace>
  <inkml:trace contextRef="#ctx0" brushRef="#br0" timeOffset="171237.73">21647 7007 25 0,'0'0'25'0,"0"0"-13"0,0 0-3 0,0 0-2 15,0 0-1-15,0 0-4 16,14-39 1-16,-6 31-2 16,-4-1 0-16,1 0-1 0,1 0 1 15,0-1-1-15,2 0 0 16,-3 0 2-16,3-4-1 15,-1 0-1-15,2 0 1 16,-2-2 2-16,0 1-2 16,4 0 1-16,-1 1 3 15,2 1-2-15,2-1 0 0,3 4-2 16,0 2 0-16,0-2-1 16,2 0 0-16,3 4 0 15,1-1 1-15,0-1-1 16,1 2 0-16,1 0 0 15,0-1 0-15,1 3 0 0,-2 1 0 16,3 2 1-16,-2 1-2 16,1 0 2-16,-2 3-1 15,2 5 0-15,-5 2 0 16,1 1 0-16,-2 2 0 0,0 1 2 16,-4 2-2-16,1-1 1 15,0 2 0-15,-3 1-1 16,3 1 1-16,-6 3 0 15,1-1 0-15,0 0 0 16,-2 3 1-16,0-2-2 16,-2-1 1-16,1 2 0 15,1-2 2-15,0 0 0 0,2-2 0 16,0-1-1-16,2-1 3 16,1 0-1-16,-1-2-2 15,-1 0 0-15,-1 1-1 16,-2-2 2-16,-3 2 0 0,-1-2 2 15,-3 0 1-15,2 0 1 16,1 0-1-16,-3 1-3 16,1-2 0-16,-2-1-2 15,2-2 0-15,-2 0 0 16,0-1-1-16,0-3 2 0,-1-1-2 16,1 1 1-16,0-3-1 15,1 1 0-15,-3-3 0 16,2 2 0-16,-2 1-1 15,1-1-2-15,1 0-6 16,-2-1-45-16,0-1 1 16</inkml:trace>
  <inkml:trace contextRef="#ctx0" brushRef="#br0" timeOffset="171790.83">22440 7335 41 0,'0'0'4'0,"0"0"-3"0,0 0 1 0,0 0 1 0,0 0-1 16,0 0 2-16,0 0 3 16,0 0 3-16,38-4-3 15,-31 4-3-15,2 0 0 0,-4 1-2 16,3 5 2-16,-4 1 1 15,2 0-1-15,0-1 1 16,0 1-1-16,1-1-1 16,-2-2 1-16,-1 0-1 15,2-2-1-15,0-1 0 0,0-1 0 16,0 0 3-16,1 0 1 16,0 0 2-16,2-4 2 15,-4-3-2-15,1 0 1 16,-2-3 11-16,-2 1 3 0,0-4-7 15,-1-2-6-15,0-5-2 16,2 0-4-16,-3-4-1 16,3 0 0-16,-2-2-3 15,3 3 2-15,2 1-2 16,1 0-3-16,5 1-10 0,-2 1-69 16</inkml:trace>
  <inkml:trace contextRef="#ctx0" brushRef="#br0" timeOffset="172715.8">22104 8771 76 0,'0'-17'32'0,"0"1"-12"0,0 2 7 0,0 3 9 16,-2 2-5-16,0 2-3 16,1 6-10-16,1 1-9 15,0 0-4-15,0 8-3 16,6 6-3-16,3 6-1 16,3 3-2-16,0 1-6 0,-1 3-14 15,-3-1-9-15,0-3-3 16,-6-2-3-16,-2-4-4 15,0-6-41-15</inkml:trace>
  <inkml:trace contextRef="#ctx0" brushRef="#br0" timeOffset="173143.39">22058 8683 71 0,'0'0'-10'0,"0"0"13"15,45-54 2-15,-22 35 3 16,3-2-2-16,3 4-2 0,3 2 1 16,3 3-1-16,1 5 0 15,-2 4-1-15,-1 3 1 16,-2 3-3-16,-2 9-2 15,-6 3 1-15,-3 2 4 16,-2 2-3-16,-4-1 0 0,-3-2-1 16,-4-2 1-16,-2-3 0 15,-5-2-1-15,0-4 8 16,0 0 23-16,-8-1-8 16,-3 0-9-16,1-2-3 15,0-1-1-15,-2-1 0 16,3 0 2-16,0-9 2 0,0-3-6 15,4-4-2-15,0-5-6 16,3-3-1-16,2-2 4 16,0-2-5-16,9 0-19 15,3 2-33-15,-1 3-38 16</inkml:trace>
  <inkml:trace contextRef="#ctx0" brushRef="#br0" timeOffset="173542.09">22661 8519 77 0,'0'0'15'0,"0"0"-8"0,0 0-3 15,-41 11-4-15,27-3 4 16,1 5 1-16,0 0 3 0,3 2-1 15,1 1-4-15,2-1 0 16,5-3-3-16,2-1 0 16,0-1 0-16,5-3 0 15,4-4-3-15,3-3 1 0,0 0-1 16,1-3 1-16,0-8 3 16,-1 0-1-16,-1-3 2 15,2-1-1-15,-3-2-1 16,0 4 1-16,-3 0 0 15,-2 4 0-15,-1 4 1 16,-3 1 5-16,0 4 2 0,0 0-10 16,0 0 5-16,2 9 0 15,1 1-1-15,2 1-4 16,4-2-12-16,-3-2-32 16,2-3-51-16</inkml:trace>
  <inkml:trace contextRef="#ctx0" brushRef="#br0" timeOffset="174024.79">22805 8490 107 0,'0'0'3'16,"0"0"9"-16,0 0-9 15,0 0 2-15,0 0 6 16,0 0-2-16,0 0 2 0,0 0 0 15,37 10-6-15,-28 1-3 16,-3-1 1-16,2 2-3 16,-3-1 0-16,-1-3 1 15,-2-2 0-15,-2 0-1 16,0-5 2-16,0 1 4 16,0-2 11-16,-2 0-3 0,-2-3-6 15,1-7-4-15,1-1-4 16,2-4-1-16,0-2 6 15,0-1-7-15,3-1 2 16,5 1 0-16,1 2-2 16,3 3 2-16,0 6-1 0,0 3-1 15,1 4 2-15,-2 0 0 16,1 1-1-16,-1 8-3 16,0 1 8-16,0 1-1 15,-4 1-2-15,0-1-2 16,-3-4 1-16,0 0 2 0,3-1-2 15,-2-3-4-15,3-3-6 16,3 0-16-16,3 0 8 16,1-6 7-16,0-5-6 15,2-2-4-15,-1-3-8 16,-3-1-5-16</inkml:trace>
  <inkml:trace contextRef="#ctx0" brushRef="#br0" timeOffset="174325.3">23217 8226 75 0,'0'0'2'0,"0"0"11"0,0 0 4 0,0 0-4 16,-35 16-7-16,28-5 1 16,2 0-2-16,3 0 1 15,2-1-2-15,0 2-1 16,0-1-1-16,0 0-1 0,5 1 0 15,2-1 1-15,1-2 0 16,1 2 1-16,3-3 2 16,-5 1 0-16,3-1-2 15,0 0-2-15,-2 0-1 16,-1 2 1-16,-2-1 0 0,-1-1 0 16,1 1-1-16,-5-1-1 15,0-1-12-15,0-4-24 16,0-3-44-16</inkml:trace>
  <inkml:trace contextRef="#ctx0" brushRef="#br0" timeOffset="174630.36">23359 7994 61 0,'0'0'22'15,"0"0"-5"-15,0 0-3 16,0 0-6-16,0 0-6 16,0 0 0-16,-16 57 8 15,13-22 2-15,3 5-2 0,0 4-3 16,3-1 0-16,5 1-1 16,0-3 0-16,0-1-1 15,1-4-3-15,-4-4-1 16,-1-1 0-16,2-4-1 15,-2-1-1-15,-2-2-1 16,-2-5-15-16,0-3-20 0,0-7-3 16,-4-3-7-16,-1-6-2 15</inkml:trace>
  <inkml:trace contextRef="#ctx0" brushRef="#br0" timeOffset="175051.58">23369 8365 73 0,'0'0'4'15,"27"-46"4"-15,-9 24 2 16,3 2 1-16,1 4-5 16,-2 2-2-16,3 7-3 15,-3 3 1-15,-1 4-2 16,-2 0 1-16,0 2 1 0,-3 7 0 16,-2 1-2-16,0 0 2 15,-3-3-1-15,-1-1-1 16,0-5 1-16,-3 0 3 15,3-1 5-15,-3 0 11 0,3-7-5 16,2-4-7-16,-1-5-5 16,1-1-2-16,0-3 0 15,-1 2 0-15,0 1 0 16,-2 3-1-16,-1 4 0 16,1 6 0-16,-1 4-1 0,0 0 2 15,2 4 0-15,-1 7 3 16,2 0-2-16,-1 0-1 15,3-2 0-15,-1-1-1 16,2-4 0-16,2-4 1 16,-1 0 8-16,3-6 12 15,1-8-2-15,5-6-5 0,6-7-10 16,7-8 2-16,14-11-4 16,13-15-1-16,12-21-36 15</inkml:trace>
  <inkml:trace contextRef="#ctx0" brushRef="#br0" timeOffset="182319.78">4207 8663 83 0,'0'0'5'0,"0"0"2"0,0 0 0 0,0 0 0 15,0 0 3-15,0 0-2 16,0 0-6-16,0 0-3 15,0 0 1-15,0 0-1 0,-10 2 2 16,6 9-1-16,-1 2 0 16,3-1 1-16,0 0-2 15,2-1 2-15,-2-1-1 16,2 1 0-16,0-2 0 16,2 0 0-16,7-1 0 0,-1 2 0 15,4-1 0-15,-1 0 0 16,3-1 1-16,1 0-1 15,4-1 0-15,3 0 0 16,-2 0 0-16,5-1 0 16,2-3-1-16,4 0 2 15,0-2-1-15,2-1-1 0,1 0 2 16,-1 0-1-16,3 0 2 16,3-3-2-16,-1-1 1 15,2 0-1-15,2-2 1 16,5-1-1-16,-3 0 0 15,2-1 0-15,0-1-1 0,-1 0 2 16,-1 1 0-16,1 2 0 16,-2 3 0-16,2 2 1 15,-5 1 0-15,-2 0 1 16,2 1-2-16,0 5 0 16,0 2 0-16,-2 1-1 0,5 0 1 15,-1-1 0-15,1 2 0 16,1 1-1-16,-1-3 0 15,0 0 0-15,-1-2 1 16,0-1-1-16,1 0 0 16,-1-2 1-16,3-2-1 0,-2 2 0 15,-1 0 0-15,0-2 1 16,1 3-1-16,-5-2 1 16,7 0-1-16,-3 0 0 15,3-1 0-15,1-1 1 16,2 0-1-16,0 0 0 0,0 0 2 15,-2 0-2-15,0 0 0 16,0 0 1-16,1 0-2 16,-2 0 1-16,2 0 0 15,-3-2 1-15,2-1-1 16,0 0 0-16,-1-1 0 0,0 1 0 16,6-3 0-16,-3 3 1 15,4 0-1-15,-2 1 0 16,-3 1 0-16,4 1 2 15,-5 0-2-15,4 0 1 16,-2 0-1-16,0 3 1 16,2 0-1-16,-2 0 2 0,2 0-2 15,0 0 0-15,0-2 0 16,2 2 0-16,-3 1 0 16,0 0 0-16,-2-1 0 15,0 0 0-15,-5-1 0 0,1 0 0 16,-3 0 0-16,3-2 0 15,-3 0 0-15,0 0 0 16,0 0 0-16,-2 0 0 16,0 0 0-16,-2-3 0 15,-2 0 0-15,1 3 0 16,1-3 0-16,2 2 0 0,2-1-2 16,-2 0 2-16,3 0 0 15,-3-2-1-15,0 4 1 16,1-3 0-16,0 3 0 15,-3-1 0-15,2-2 0 16,0 2 0-16,2-1 0 0,0-2 0 16,-2-1 1-16,2-1-1 15,-3 1 0-15,0-2 0 16,1-3 0-16,-4 0 2 16,5 2-4-16,0-2 2 15,1-2 2-15,-2 2-4 0,-1-1 4 16,2 3-2-16,-6-1 0 15,3 2 0-15,-4 2-2 16,3-3 4-16,-3 3-2 16,3 0 0-16,-1 1 0 15,1 1 0-15,1-1 0 16,-2 2 0-16,-1 1 0 0,1 1 0 16,-3 0 0-16,-1 0 0 15,1 0 0-15,2 0 0 16,-1 0 0-16,3 0 0 15,0 0 0-15,1 0 0 0,1 0 0 16,-1 0 0-16,1 0 0 16,-1 1 0-16,-1 1 0 15,-1 1 0-15,2-1 0 16,-2 2 0-16,1-2 0 16,-1 0 0-16,0-1 0 0,1 2 0 15,-2 0 0-15,-1-1 0 16,1 3 0-16,-1 0 0 15,1 1 0-15,3-3 0 16,0 4 0-16,4-3 0 16,0-1 0-16,1 0 0 15,3-2 0-15,-1 1 0 0,-1-1 0 16,2 0 0-16,0 0 0 16,2 0 0-16,-1-1 0 15,1 2 0-15,2-1 0 16,-1-1 0-16,2 0 0 15,1 1 0-15,1 0 0 0,2 1 0 16,1 1-2-16,-1-1 2 16,3 0-1-16,-2 1 2 15,0-1-2-15,2 0 1 16,-1-2 0-16,1 1 0 16,2-1 0-16,-1 0 1 0,0 0 1 15,4 0-1-15,-1 1 0 16,-1 0-1-16,3 1 1 15,-4 2-1-15,4 0 2 16,-2-1-2-16,-2 3 0 16,1-2 1-16,3 0 1 0,0-1 0 15,1 3 1-15,2-2-1 16,3-1 0-16,-2-2-1 16,3 2 0-16,1-1 1 15,2-2 1-15,1 0-1 16,0 0-1-16,4 0 2 15,1 0-3-15,1 0 0 0,3-3 1 16,-1 0-1-16,4 0 0 16,4 0 0-16,-1 0 0 15,1-1 0-15,-2 1 0 16,6 0 0-16,2 2-1 0,-3 0-1 16,1-1-1-16,4 2-1 15,-1 0 1-15,-3 0 2 16,-1 0 1-16,0 0-5 15,2-1 5-15,-1 1-1 16,-1-2-2-16,2 2 6 0,0 0-5 16,-1 0 3-16,-1 0 0 15,-1 0-3-15,2 0 3 16,2 0 4-16,-1 0 0 16,4 3-3-16,-2 0-1 15,2 1 0-15,-1-1 1 16,0 1-2-16,-1-2 2 0,0-2 1 15,-2 0-1-15,3 0-1 16,-3 0 1-16,-4-2 2 16,1-5 1-16,-3-1-2 15,1-1-1-15,-4-1 2 0,-3-2 1 16,-1-3-2-16,-3 0 1 16,-3-5-1-16,-7-2 1 15,-3-1 0-15,-5-2 3 16,-5-2-2-16,-4 0 3 15,-9 0-2-15,-4 2 1 16,-4-1-2-16,-4 2 0 0,-4 0 0 16,-4 1-2-16,-7-1 1 15,-1 1-4-15,-8 2 2 16,-3-2 1-16,-3-1-2 16,0-1 0-16,-9-1-1 0,-7-1-1 15,-3-3 0-15,-2 0 2 16,-3 1 1-16,-4-2 0 15,1 4 2-15,-3-1 1 16,-4 3-2-16,3-2 1 16,-1 4-1-16,-1 0 1 15,-3 1-4-15,-2 2 0 0,-1 1 0 16,-4 4 1-16,-2 2-2 16,-5 1 1-16,1 4-3 15,-4-2 3-15,-6 4-2 16,0 2 4-16,-2 3-3 0,-4 1 0 15,-3 0 1-15,1 0-4 16,-4 1 4-16,-2 3-5 16,-2 2 0-16,-2-2 7 15,-8-1 0-15,0 1-2 16,-2 2 0-16,-4-2 1 0,-1 2 0 16,-4 0 0-16,-1-1 0 15,-1 0-1-15,-1 0 0 16,1-2 0-16,3 0 1 15,-2 0 0-15,-1-2-1 16,0 2 1-16,-1 3-1 16,-3-2 0-16,-4 3 0 0,2 0 0 15,-2 3 0-15,-1-1 1 16,2-1-1-16,-3 1 0 16,2-4 0-16,0 1 0 15,3-2 0-15,4-1 0 16,1-3 2-16,3 0 3 0,5 0 0 15,6-3 2-15,-2-4 0 16,2 0-3-16,4 0 0 16,0-1-1-16,2 2-2 15,-4 0 1-15,3 0-2 16,-1 2 1-16,0 0-2 0,-1 0 2 16,1 1-2-16,1 0 2 15,-3 1-1-15,0 0 1 16,-2 0 0-16,-1 1 0 15,-1 1-1-15,-3 0-1 16,-3 0 1-16,-3 0 0 0,2 1 0 16,-4 1 1-16,1-2-2 15,-2 0 1-15,4 0 0 16,-2-3-1-16,-2-3 4 16,0-1-3-16,-1-2 1 15,3 0 1-15,-2 0 2 0,1-1 0 16,1 0 0-16,-2 1-1 15,-3 1 1-15,-3 1-5 16,3 1 1-16,-5 2 1 16,2-2-2-16,-4 2 1 15,3 1-2-15,0-1 5 0,2 0-3 16,1 0-3-16,0-1 2 16,0 2-3-16,0-2 7 15,1-1-3-15,-5 1 0 16,0-1 0-16,2-1-1 15,-4-2 2-15,2 2 0 0,-1-1-1 16,2-1 1-16,-3 3-1 16,1 0-1-16,4 1 0 15,-1-1 1-15,1 3 0 16,-1-1 1-16,4 3-1 16,-2-1 0-16,-4 2-1 15,4 0 2-15,-1 0-2 0,-2 0 1 16,2 5 0-16,3-1-1 15,-3-1 0-15,2 1 1 16,3-2 0-16,-3-1-1 16,2 0 1-16,-1-1 0 15,2 0 1-15,-2 0-1 0,-2 0 1 16,2 0-2-16,2 0-1 16,2 0 3-16,-2 0 1 15,3 0-2-15,3 1 1 16,2 1-1-16,-2 4-1 0,1-1 2 15,3 4-1-15,-1 2 0 16,1 3-1-16,-1-2 1 16,4 4 0-16,3 0 0 15,1 0-1-15,3 1 1 16,1 2 0-16,4-1-2 16,3 2 2-16,3 1-1 0,2 1 0 15,3 2-1-15,1 0 1 16,3 1-1-16,2-2-1 15,5 4 3-15,4-1 1 16,3-1-2-16,3 2 2 16,5 0-2-16,5 0 1 0,0 2 1 15,4 1-2-15,5 1 1 16,2 0 0-16,7 0-1 16,1 1 1-16,5 0 0 15,5 2-1-15,2 2 2 16,0-1 0-16,11 1 0 15,3-1-2-15,6-5-2 0,6-2 0 16,6-8 1-16,4-7 2 16,9-6-2-16,8-7 1 15,8-8 2-15,4-15 1 16,4-7-1-16,2-3-2 16,-4-2-3-16,-7 0-25 0,-10 0-18 15,-17 1-46-15,-14 2-86 16</inkml:trace>
  <inkml:trace contextRef="#ctx0" brushRef="#br0" timeOffset="182846.03">2195 8785 141 0,'5'9'-1'0,"-3"-2"1"0,1 0 2 0,5 3 0 0,-2 0 0 16,6 0 2-16,-3-3-2 16,4-3 1-16,3-2 4 15,1-2 4-15,6-9 3 0,8-18 5 16,9-14 1-16,16-17 1 16,13-19-6-16,21-20-2 15,20-19-6-15,19-16-3 16,21-12-1-16,13-9-3 15,9-6-3-15,-11-5-77 0</inkml:trace>
  <inkml:trace contextRef="#ctx0" brushRef="#br0" timeOffset="-200527.98">11225 10519 11 0,'0'0'33'0,"0"0"-15"0,0 0-6 16,0 0-3-16,0 0-6 16,0 0-2-16,0 0-2 0,0 0 1 15,0 0 0-15,0 0 1 16,0 0-1-16,0 0 2 15,0 0 1-15,0 0 1 16,0 0 1-16,-2-1 4 16,-3 0-2-16,0-1 2 15,-2 2-3-15,1 0 0 0,-5 0 0 16,1 3-5-16,0 4 3 16,-4-1-3-16,1 2 0 15,-3 1-1-15,-1 1 1 16,-1 1-1-16,0 0-1 0,-3 2 3 15,-1 1-3-15,-3-1 2 16,1 3-1-16,-3-1-1 16,0 3 1-16,-1 0 2 15,0 2 1-15,1-1-5 16,-2 4 7-16,-2-1 0 0,-2 3 4 16,1-2-8-16,-4 5 3 15,1 1-1-15,-2 2-3 16,3-1 1-16,0 1-9 15,5-2 29-15,2-3-19 16,1-3-2-16,5-1 0 16,-1-4 1-16,6 0-1 0,2-1 0 15,1-1 0-15,1 1 1 16,4-1-2-16,1 1 1 16,3-1 0-16,0 2-1 15,2-2 1-15,2 1-2 16,0 0 1-16,0-3-3 0,4-1 1 15,3-1 0-15,6-2-3 16,0-1 0-16,3-2 1 16,0 0 2-16,4-2 3 15,-1 0-2-15,2 2 5 16,1-2-2-16,0 0 0 16,-1 1 1-16,2-2-2 0,1 2 1 15,-4-1-2-15,4-2 2 16,1-1-1-16,-3-1 0 15,3-1-1-15,1 0 1 16,1 0 0-16,0-1 0 0,0-4 1 16,1 1-1-16,0 1 1 15,0 3-1-15,-1 0 0 16,2 0 0-16,3 9-1 16,-3 2 1-16,2 4-1 15,0 1 1-15,-1 0 0 0,-1 3 1 16,0-4 0-16,0 4 1 15,-5-5 0-15,2 0 0 16,-1-2 0-16,3 0 1 16,-2-1-1-16,2-2 1 15,3-2-1-15,2 0-1 16,-2 0 1-16,1-1 0 0,2-2-1 16,-2 3 1-16,1-2-2 15,-2 0 1-15,0 1 0 16,1 1 0-16,1-1 0 15,0-2 1-15,1 2 0 16,0-1-2-16,3-2 2 0,-3 2-1 16,4-1 0-16,-2-1 1 15,0-1 0-15,4 1 2 16,3-3 0-16,5 0 0 16,0 0-2-16,4 0 1 15,0-2-3-15,0-3 3 16,4 0-1-16,-4 0-1 0,5 1 0 15,1 1-1-15,1 3 1 16,3 0 0-16,1 0-1 16,3 10 0-16,3 4 1 0,2 2-1 15,0 2 1-15,4 2 0 16,2-4-1-16,0 1 1 16,-2-4 0-16,0-3-2 15,-3-4 0-15,-5-2 0 16,0-1 1-16,-4-2 0 15,1-1 0-15,-1 1 0 0,-2-1 0 16,3 0 0-16,-2 2 0 16,1-1 0-16,-2 2 0 15,3-3 1-15,-3 1-1 16,3-1 1-16,-1 0-1 16,3 0 3-16,1 0-2 0,3-1 1 15,1-5-1-15,2 1 1 16,1-1-1-16,-2-1 0 15,3 1 0-15,-3-1 0 16,3 1 0-16,-1-1 0 16,-3 0 2-16,2 2-1 15,2 0 1-15,-1-1-1 0,0 2-1 16,-1 1 1-16,0-1 0 16,-2 0-1-16,4-3-1 15,-3 0 1-15,0-2 1 16,2 1-1-16,-1 0 2 0,1 0 1 15,0 1 1-15,-5 1-2 16,0 1 0-16,0 0-2 16,1 0 2-16,-1 0 0 15,-2-2-1-15,4-1-1 16,0-1 1-16,2-3-1 0,3-1-1 16,-2 0 1-16,1 0-2 15,-3 0 1-15,1 2 1 16,-3 1-2-16,0 2 1 15,-3 0 0-15,-1 3 1 16,-1-1-1-16,-3-1 2 16,1 3 1-16,-3 2-2 0,1-2 1 15,-3 1 2-15,-2 0 0 16,0 2 2-16,-3 1-2 16,1 0-2-16,0 0-2 15,-2 0 0-15,0-1 1 16,-1-1 0-16,0-1 0 0,-7-4 1 15,-2 0-2-15,-3-3 0 16,-4-3 0-16,-4 0 0 16,-4-2 0-16,-6-4 0 15,-2 1 2-15,-5-1 0 16,-2 1-1-16,-4 1 3 0,-5 1 2 16,-1 2 1-16,-2 0 2 15,0 1 2-15,-5-1 12 16,-8-3-14-16,-1-3-4 15,-5-3-2-15,-2-4-3 16,-3-5 1-16,1-4-2 0,-4-2 2 16,3 1-2-16,-3 0 1 15,1 0 0-15,1 4 1 16,0 1-1-16,1 2 0 16,-5 0 0-16,-1 3 0 15,-3-1 0-15,-3-1-2 16,0 4-2-16,-4-4 0 0,-5 2 0 15,0-3 1-15,-4 2-1 16,-3-3-6-16,-5-2 0 16,-2 0 7-16,-2 2-3 15,0-2 3-15,-1 5 1 0,3 1 5 16,-2 4-3-16,5 5 2 16,1 4 0-16,4 1 0 15,-1 3 0-15,1 2 1 16,2 2 7-16,-3 2-10 15,-1-1 1-15,0 4-5 16,-2-4-2-16,0 3 8 16,1-1-4-16,5 0 1 0,-3-1 0 15,3 1 1-15,2 0 0 16,3-1 2-16,-1 1-2 16,4 1 0-16,2-2 0 15,0 2 0-15,-3-1 0 0,2 1 0 16,-5-2-2-16,2 4 2 15,-3 0-1-15,1-1 1 16,-3 1-1-16,2 0 0 16,-5 0 2-16,-2 0-3 15,3-2 3-15,-2 2-3 0,-1-3 3 16,8-1 0-16,0 1-1 16,9 0-2-16,-2-1 11 15,5 3-5-15,0-1-3 16,0 1-1-16,1 0 2 0,-3-1-1 15,3 1 1-15,-4-2 0 16,4 0 1-16,1 2-1 16,-2-2 0-16,1 0-1 15,-4 0 0-15,1 2-2 16,-2-2 2-16,-2 1 0 16,1-1-1-16,0-1 0 0,-2 1 1 15,-1-1-1-15,-1-2 0 16,-3 2 0-16,-2-3 0 15,-2 1 1-15,-2-1-2 16,-5-1 0-16,0-1 2 16,-5-1-1-16,-3-1 0 0,-3-3 1 15,-4-2-2-15,-3-1 1 16,-6-1 0-16,-5-1 1 16,-1-1-2-16,-6 3-2 15,-7 0-5-15,-5 6 1 16,1 5-7-16,-8 6-20 15,-8 11-9-15,-6 12-39 0</inkml:trace>
  <inkml:trace contextRef="#ctx0" brushRef="#br0" timeOffset="-189389.21">8577 14725 112 0,'0'0'-5'0,"0"0"6"0,0 0 4 0,0 0 2 16,0 0-2-16,0 0-1 15,-41-12-1-15,34 12-1 16,-1 0-1-16,1 0 2 16,-1 0-1-16,4 0-1 0,-3-1 0 15,3-2 1-15,-4 2-1 16,0-2-1-16,-2 0 0 15,-1 2 1-15,-4 1 0 16,-1 0 6-16,1 0-3 16,-2 1-3-16,-1 8 1 15,1 1-2-15,1 3 1 0,-1 1-2 16,4 2 3-16,-3 1-3 16,3-1 1-16,0 1 0 15,-1 2-1-15,3-1 1 16,-2 2 0-16,4 3 0 0,0-2-1 15,-1 5 0-15,2 1 1 16,1 2-2-16,-2 1 0 16,2-1 0-16,1-2 3 15,2-2-1-15,3-2-1 16,1-3 1-16,0-2 1 16,1-1 0-16,7-1-1 0,1 1 0 15,0-3 2-15,0 3-4 16,3-1 2-16,-1 1 0 15,1-3 0-15,1 1 0 16,1-2-2-16,1-4 3 16,0 1-1-16,3 0 0 15,-1-3 0-15,2 0-1 0,1 0 1 16,-1 0 0-16,2 2 0 16,0-1 0-16,2 1 0 15,2-1 0-15,-1 0-1 16,2 0 1-16,-2-1 0 15,0 3-1-15,3-1 1 0,-4-1 0 16,1 2 0-16,1 1-1 16,-1-1 0-16,1 0 1 15,-1 2-1-15,2 2 1 16,2 0 0-16,-1 3 0 0,0 3-1 16,4 1 3-16,0-1-1 15,3 2 1-15,2-4-1 16,-2-4 1-16,5 0 2 15,-3-6 2-15,5-3 0 16,-1-5-1-16,-1 0-1 0,-1 0 0 16,-1 0 0-16,-5 0-2 15,-1-4-1-15,0 2 1 16,-2 1 0-16,-3 1-2 16,3 0 0-16,0 0 1 15,2 0-1-15,-1 0 2 16,3 0-2-16,0-1 0 0,-2-2 1 15,2-3 0-15,0 1 0 16,-3-1 0-16,0 0 0 16,0-4-1-16,-2 3 1 15,-1-1-1-15,2-1-4 16,-2 3 7-16,-2-1-2 0,1 2-1 16,0 0 0-16,0 1 0 15,1 0 1-15,2-2-1 16,2 0 1-16,0-1-1 15,1 0 0-15,6 1 2 16,-4-1-2-16,3 2 0 0,3 2 0 16,-2 0 0-16,5 3-2 15,-1 0 4-15,3 0-2 16,2 0 0-16,3 0 2 16,6 0 0-16,-1 0 0 0,7 0 1 15,-2 0-2-15,3 0 0 16,1 6 1-16,1 3-1 15,1 3 0-15,1 1 0 16,-3 1 0-16,2 0 0 16,0-1-1-16,-1 1 1 15,-4-4 1-15,3 0 4 0,-3-1-3 16,1-2 0-16,0 0-2 16,4-2 0-16,-1-3 0 15,2-2-1-15,-1 0-3 16,2 0-3-16,-1-7 2 15,0-2 1-15,-2-1 0 0,-6 2 3 16,-2 1 1-16,-2 3-2 16,-5 2 2-16,-5 1 1 15,2 1 2-15,-5 0 3 16,-1 0-3-16,-1 0 0 16,2 0-3-16,1 0 1 15,-3 0-1-15,4 0 0 0,-1 0-1 16,0 0 1-16,0-2 0 15,0 1 0-15,-2 1 3 16,3 0 1-16,-1 0 0 16,2 0 2-16,-1 4-3 15,1 2-1-15,4-1-1 0,-1 1 1 16,0-3-1-16,-4-1 0 16,2-1 0-16,1-1 1 15,-2 0-3-15,1 0 1 16,3-4 0-16,-3-1 1 0,0 4-2 15,1-1 0-15,-2 2 1 16,2 0-1-16,-5 0 0 16,3 6 2-16,1-2 0 15,-1 1-1-15,0-3 0 16,-2-1 0-16,2-1 0 16,-1 0 0-16,-1 0 0 0,-1 0 0 15,2 0 1-15,0 0-1 16,-1 0 1-16,3 5 3 15,0 5 2-15,2 0-2 16,0 3-2-16,4-2-1 16,0 3 0-16,-1-4 0 0,4-1-2 15,-1-3 1-15,0-1-1 16,0-2 0-16,1 1 0 16,0 1 0-16,0 0 1 15,1 2-1-15,-3-1 0 16,-1 2 1-16,-2-1 0 0,1-3-1 15,0 0 1-15,-4-1-1 16,2 1 0-16,-5 0 1 16,-1 0-2-16,-3 0 1 15,0 1 1-15,-1-2 0 16,1 2 0-16,-4-3 0 16,2-1 0-16,0-1 0 15,-3 0 1-15,1 0 0 0,-1 0-1 16,1 0-1-16,0-2 1 15,1 0 1-15,1-2-1 16,1 1 1-16,-1-1 0 0,-1 1 1 16,0-1 0-16,-1 0-1 15,-4 2 1-15,1-1-2 16,0 0 0-16,-1-1-1 16,3 0 1-16,-1-1-1 15,2-2 2-15,-1 0-1 0,2 0 0 16,-3-1 0-16,1-1 2 15,0 2-1-15,-1-3-1 16,4 4 2-16,-3-1-3 16,2 0 0-16,0 0 0 15,0 1 0-15,1-1 0 16,-1 0 0-16,-2 0 0 0,1-1 1 16,0 0 0-16,-2-2-1 15,4 1 2-15,-4-3 0 16,1 2-2-16,-1-4 2 15,1 1 0-15,-3-4-1 16,-1-1 0-16,0 0 0 0,-4-3 0 16,0-1 1-16,-3 0-2 15,0-2 1-15,-1 0-1 16,0 1 0-16,-1-1 0 16,0-4-1-16,-4 2 2 15,1-1-1-15,0-2 0 0,-3 0 0 16,-2-1 1-16,0 2-1 15,-4-1 1-15,-1 1-1 16,-3-2 0-16,-2 0 1 16,-4-2-1-16,0-1 0 15,0-3 1-15,-9-2-1 0,-1 0 0 16,-1 1-1-16,-3 0 0 16,-1 1 1-16,-4 2-1 15,1 2 1-15,-1 0 0 16,-5-2 0-16,1 2 0 15,-2-1 0-15,1-1 0 16,-1 1-1-16,-2 2 1 0,0 1-1 16,-2 0 1-16,0 3 0 15,-4 1-1-15,0 4 0 16,-1 1-1-16,-1 4 1 16,1 1 1-16,-2 3-1 0,-4-1 1 15,0 3 0-15,-3-2-2 16,-2-3 1-16,-3 2 0 15,0 0 0-15,-2 0 0 16,4 0 1-16,0 4 0 16,4 2 0-16,5 2 0 15,-1 5 0-15,1 1-1 0,2 0 1 16,0 0 1-16,1 0-1 16,-4 0 0-16,-3 0-1 15,1 0-1-15,-2-8-8 16,-7-1-1-16,2-2 4 15,-6-2 2-15,-1 1-2 0,0-1 5 16,5 2 0-16,-2 3 1 16,6 3 2-16,-2 3 0 15,6 2 0-15,0 0 4 16,-1 6-2-16,1 2-1 0,0 1-1 16,-1-1 0-16,-2 1-1 15,-2 0 0-15,-4-4-1 16,-1 2 1-16,0-3-1 15,-2 2 0-15,0-2 0 16,0 3 1-16,5-1 0 16,-2 5 0-16,1 0 0 0,3 3 0 15,0 1 0-15,1 2 2 16,0 3 0-16,3-3 0 16,-2 3-1-16,-1-2 0 15,-3-3 0-15,0-2 2 16,-4-1-3-16,0-2 1 0,0-3 0 15,2-1-1-15,-1-3 1 16,2 1 0-16,3-1 0 16,0 0 0-16,2-2-1 15,1 2 1-15,3-1-1 16,4-1 1-16,-3 0 0 16,1-1 0-16,-1 0 0 0,1 0 0 15,-5 0-1-15,-1 0 0 16,-1-4-1-16,0-3 2 15,1 0-1-15,-4-1 2 16,2-2-2-16,-2-2 1 0,2 1-1 16,-1-1 1-16,3 0-2 15,0 0 2-15,3-1-1 16,-2 2 0-16,1-1 0 16,-1 0 0-16,-2 1 1 15,-3-1-2-15,2 2 2 16,0-3 0-16,0 1 0 0,2 0-1 15,-1-2 0-15,-1 1 0 16,0 2-1-16,2 0 1 16,-5 3-1-16,4 1 1 15,0 0 0-15,-1 4 1 16,0-1 0-16,0 2 1 0,-3-3 1 16,0 1-4-16,-1-3 1 15,-3-3 1-15,1 0-1 16,-3 0 1-16,0 0-2 15,-2 3 0-15,0 1 2 16,0 6-2-16,-1 0 1 0,-2 0 1 16,1 0-1-16,-1 7 0 15,-1-1 0-15,1 2-1 16,-1-3 1-16,2 1-1 16,0-1 1-16,-1-2 1 15,2 1-1-15,0-1 0 0,2 1 0 16,2 1 0-16,-2-1 0 15,2-1 0-15,-2 2 0 16,1 1-1-16,-1 1-3 16,0 0 0-16,-2 2 0 15,2 1 2-15,0 1 0 0,0 1 2 16,3 2 0-16,-1-1 0 16,3 1-1-16,2 1 1 15,1 2 1-15,4-1-1 16,-3 2 0-16,4-1 1 15,-1 0-2-15,1-2 2 0,3-1-2 16,1-3 2-16,0 1-1 16,3-4 0-16,0 2 0 15,1-1 0-15,1 1 0 16,-1 0 0-16,3-2 0 16,-1-1 0-16,4 0 0 0,0 0 1 15,2-4-1-15,2 2 0 16,2-1 0-16,-2-3 1 15,4 3-2-15,-1-1 2 16,1 1 0-16,-1-4-1 16,-1 1 0-16,1 0 0 15,1 0 1-15,0-1-2 0,-2 2 1 16,3-2 1-16,-2 0-1 16,-2 1 0-16,3-1 0 15,-1 0 0-15,-1 0 0 16,1 0 1-16,-2 0-1 15,4 0-1-15,-1 0 2 0,-4 0-1 16,3 2 0-16,-2 0 0 16,-1 1-1-16,-1 1 1 15,0 2 1-15,0-3-2 16,4 1 2-16,-2-2-2 16,3 0 4-16,-2-1-1 0,0-1-1 15,2 0-1-15,-2 0 0 16,-3 0 0-16,4 0 0 15,-5 0 0-15,0 0 0 16,0 0 0-16,0 0 0 16,2 0-1-16,1 0 1 0,0 2 0 15,3 0 1-15,-2-1-1 16,4 1 0-16,-1-2-1 16,2 2 2-16,-2 0-1 15,1-1-1-15,4 3 2 16,-3-2-2-16,3 2 1 0,-3-1 0 15,2 4-1-15,0-1 1 16,-1 2-1-16,-1 4-3 16,-3 0 1-16,4 1 1 15,-3 2-1-15,1 0 2 16,2 2 0-16,-3 2 1 0,5-1-3 16,-2 1 3-16,4 2-1 15,-1-3 0-15,-1 2 1 16,3-1-2-16,-1-2 3 15,3 1-2-15,0 1 0 16,1 2 0-16,3-1 1 0,-1 0-1 16,0-2-1-16,2 0-1 15,-1-2 2-15,4-2 1 16,0-1-2-16,2 0 1 16,0 4 0-16,0-3 0 15,0 2 0-15,0 4 1 0,2-5 0 16,4-2-1-16,-1 0 0 15,2-1 0-15,2-1 0 16,-1-3 0-16,1 4 1 16,3 0-1-16,-1 0 1 15,1-1 0-15,1 3-1 0,0-1 1 16,1 0 0-16,0 0 0 16,1 2 0-16,2-1 0 15,1 1-1-15,0 2 2 16,-1 0-1-16,4 1-1 15,-5-1 2-15,4 3-2 16,0 0 2-16,-2 1-2 0,2 1 1 16,-3 0 0-16,1 1 1 15,1-2-1-15,0-1 0 16,-1 2 0-16,2-4-1 16,-1-1 2-16,1 2-1 15,0-1 0-15,2 2-1 0,-1-2 2 16,0-2-1-16,0 3 0 15,1-2 0-15,-2-2 0 16,2 1 0-16,-3-3 1 16,0-1-2-16,0 0 1 15,-1-2 0-15,1-2 0 0,-3-2 0 16,1-2 0-16,2 0 0 16,-2-1 0-16,-1-3 0 15,-1 0 0-15,2 0 0 16,1 0 0-16,-3 0 0 15,1-1 0-15,-1-5-1 16,2 2 1-16,-2-3 0 0,3 0 0 16,-1-1 0-16,-1 0 1 15,0-2-1-15,-1 0 0 16,-1 0 0-16,0 3 0 16,-1-3 0-16,1 2 0 15,-1 2 0-15,1-1 0 0,2 1-1 16,1 3 1-16,-2-1 0 15,3 4-1-15,-2-1 1 16,4-1-2-16,-3 2 1 16,2 0 2-16,3 0-2 0,-3 0 1 15,2 0 0-15,0 0 0 16,0 0-1-16,1 3 1 16,1-3 0-16,2 2 0 15,-4-2 0-15,3 0 0 16,2 0 1-16,-1 0-1 15,0-5 1-15,-2 0-1 16,4-4 2-16,1-1-1 0,1-3-1 16,0-1 0-16,2-3 0 15,-2 1 0-15,1-5 0 16,-1 1 1-16,0 0-2 0,1-1 2 16,0 3-1-16,-3 0-1 15,2 4 1-15,-3 0 1 16,3 4-2-16,-2 2 1 15,2 2 0-15,0 3-1 16,0 3-2-16,-2 0 2 16,-2 0 0-16,2 9 0 0,-3 3 0 15,1 4-1-15,-1 1 1 16,3 0-1-16,-2 1 3 16,-1 2-1-16,3-5 1 15,0-2-1-15,0-2 0 16,2-3 1-16,-3-2-1 0,0-2 1 15,1-4 0-15,-3 0 0 16,2 0 0-16,-1-7 0 16,0 0 0-16,0-3 0 15,-1 0 1-15,2 3-2 16,-1 0 0-16,0 3 0 0,0 2 0 16,0 2 0-16,0 0-2 15,0 0 2-15,2 6-1 16,-4 1 1-16,-2 3 0 15,2-1 0-15,-1 4 0 16,1-1 1-16,-3 1-2 0,2 1 1 16,1-1 1-16,-5-3-1 15,4-2 0-15,-2-2 2 16,0-3-2-16,-2-3 1 16,-2 0-1-16,2 0 1 15,0-6-1-15,-1-1 1 16,-1 1-1-16,-2 1 0 0,2-1 0 15,-3 6-1-15,3 0 1 16,-3 0-1-16,3 9-3 16,1 3 4-16,-1 3 0 15,2 2 0-15,0-2 0 0,1-1 1 16,-2-2 1-16,-1-5-4 16,3-4 5-16,-1-3-2 15,-2 0-1-15,2-10 1 16,1-6-6-16,-1 1 4 15,0-2 0-15,0 1 1 0,3 0 0 16,1 6 0-16,-2 5-1 16,2 3-1-16,1 2-1 15,1 0 1-15,0 7 1 16,1 3 2-16,2 0-1 16,0-1 0-16,0 1 1 0,-3-3-1 15,5-4 1-15,-2-3-1 16,2 0 1-16,-2-3 0 15,0-11-1-15,-2-1 1 16,0-3-2-16,-2-5 2 16,2 3-1-16,-2 0 0 15,1 5 0-15,0 2 0 0,3 7 0 16,-2 6-2-16,2 0 0 16,0 5 0-16,-2 9 1 15,0 1-2-15,0 3 3 16,-2 0 3-16,0-1-3 0,-2 0 0 15,-4-3 0-15,3-3 1 16,-5 0-1-16,1-6 0 16,-3 0 1-16,1-5-1 15,-1 0 1-15,2 0-1 16,1-6 1-16,-2-4-1 16,3 1 2-16,2 2-2 0,-2 2 1 15,4 3-2-15,2 2 0 16,2 0-2-16,2 11 1 15,0 2-1-15,2 4 7 16,0 0-5-16,-1 0 2 16,-1-4 0-16,1-3-1 0,-1-3 2 15,-3-2-2-15,1-5 0 16,-1 0 0-16,0-2 0 16,0-8 0-16,-4-1-3 15,2-3 2-15,-3 0 1 16,0 2 0-16,-1-1 1 0,-2 3-1 15,0 2-1-15,-1 6 1 16,0 1 0-16,1 1-3 16,0 0 1-16,1 3 1 15,0 1 1-15,5 2 1 16,-3-2 0-16,4-3-1 0,-2-1 1 16,3 0 2-16,1 0-3 15,1 0 0-15,-1-4 0 16,-2 4 0-16,1 0 0 15,0 0 0-15,-1 0 0 16,0 0 0-16,0 4 0 0,-1-1 0 16,1 2 0-16,0 0 0 15,-1-1 0-15,1 2 0 16,1-3 0-16,-1 0 0 16,0 0 0-16,2-1 0 15,0-1 0-15,-4-1 0 0,0 0 0 16,-2 0 0-16,-4 0 0 15,1 2 1-15,-5-2-2 16,0 0 1-16,-4 2 1 16,2 1-1-16,-1 2 0 15,1 1 0-15,-1 0-1 16,2 1 2-16,2 0 0 0,-2 0-1 16,2 0 0-16,0-1 1 15,1-2-1-15,2 0 0 16,-2-4 1-16,-1 0 0 15,-1 0-1-15,0 0 1 16,3-5 0-16,-5-1-1 0,4 1 1 16,4 1-1-16,2 3 0 15,-1 1 0-15,6 0-1 16,3 2-1-16,4 10 2 16,5 4-1-16,4 5 2 15,5 3 0-15,1 0 0 16,4 0-1-16,-2-2 1 0,0-5-1 15,-6-9 1-15,-1-5-1 16,-5-3-1-16,-3-3-2 16,-4-12 3-16,-2-1 0 15,-4-5-1-15,-3-2 1 0,-1 0 1 16,-3-1 0-16,2 1-1 16,-3 2 1-16,3 4-1 15,-1 5-1-15,0 1 2 16,1 4-2-16,2 4 0 15,2 3-1-15,4 0 1 0,2 10-4 16,3 3 5-16,5 3 3 16,-1-1-3-16,2 2 0 15,-2-5 0-15,1 2 1 16,-2-5-1-16,-5-2 0 16,-5-6 0-16,-4-1 1 0,1 0 0 15,-6-3 0-15,-1-7-1 16,-3 0 2-16,1 2 0 15,2-1-1-15,-1 2-1 16,4 4 0-16,1-1 0 16,6 4-1-16,3 0 1 0,7 0-1 15,5 7 0-15,3 0 2 16,2 2-1-16,3-1 1 16,-3-2-1-16,-1 1 0 15,-1-1 0-15,-1-2 1 16,2 0-1-16,-1-1 0 0,3 2 0 15,-1 0 0-15,-4 0 0 16,3-1 0-16,-8 0 1 16,1-1-2-16,-6-2 1 15,0 1 1-15,-2-1-1 16,-3-1 0-16,-2 2 0 16,0-2 0-16,-3 1 0 0,-2-1 1 15,0 1-1-15,-5-1 0 16,3 0 0-16,-3 1 0 15,-1 0 1-15,1 0-1 16,0-1 0-16,1 3 0 16,2 0 0-16,1-1 2 0,2 0-2 15,-1 2 0-15,4-2 1 16,2 1-1-16,-2-2 0 16,3 0 2-16,2-1 0 15,-1 0-1-15,-1-1-1 16,-2-9 0-16,-2 0 1 0,-2-6-2 15,-2-2-1-15,-3-3 3 16,1 1 0-16,1-1 0 16,-1 1 0-16,0 1 0 15,0 2-1-15,2 4 0 16,1-1 0-16,0 3 0 0,-1-3 0 16,2 2 1-16,-1 1-2 15,0-2 1-15,4 1 0 16,-3 0 1-16,2-2-1 15,1 1 0-15,1-3 0 16,-3 2 0-16,0-2 0 0,-1 0 0 16,-2 0 0-16,-1 0 1 15,-5-1-1-15,0 2 0 16,-2-1 0-16,-2-1 0 16,-1 3 0-16,-1-1 0 15,-1 0 0-15,-1-1-1 16,-1 1 1-16,-1-1 0 0,-1-1 2 15,0-1-2-15,0-2 1 16,0 1-1-16,0-2 2 16,0 0-2-16,0-1 1 15,0 2-1-15,-3-1 0 0,-2 1 0 16,-2 0 0-16,-2-2-1 16,-1 0-2-16,-2 0 2 15,-5-4-3-15,-1-2 4 16,-5-4 0-16,1-5 0 15,-5-4 0-15,1-1 0 16,1-1 0-16,7 3-1 0,2 3 1 16,5 7-1-16,1 5 0 15,6 5 0-15,-4 0 2 16,3 3-1-16,-3 0 0 16,-2-3 0-16,-5 1 0 15,-4-4-1-15,-3-2 1 0,-4-3-1 16,-1-2-3-16,-2-1 0 15,0 3 1-15,4 3 1 16,0 7 1-16,3 2 1 16,4 6 0-16,-4 3 0 15,4 4 1-15,-6-1-1 16,1 2 0-16,-4 0 0 0,-4-2-1 16,-2-1 1-16,-2 0 0 15,-2 0-2-15,-4-2-5 16,-3-2 2-16,0 1-2 15,-3 1 1-15,4 1 0 0,-4 1 2 16,5 2-1-16,1 3 3 16,5 0 2-16,-2 0 0 15,0 0 2-15,1 3-1 16,0 0 2-16,0 0 2 16,-1-2-3-16,2-1 0 0,-2 0-1 15,-3 0-1-15,0-9 0 16,1 1 0-16,-1-1-1 15,2 0-1-15,2 0 2 16,-1 3-2-16,2 2 1 16,4 1 0-16,-1 0-2 0,0 3 0 15,4-1 1-15,-1 0-5 16,1 1-6-16,-3 0 6 16,0 0 3-16,2 0 4 15,-1 0-2-15,-2 1 2 16,2 3-2-16,1 0-1 0,1 2-3 15,0-3 3-15,3 3 3 16,-1-1 0-16,2 1 1 16,-2-2-1-16,0-1 1 15,1 3 0-15,-1-3 1 16,0 1 0-16,1-1 1 16,0 1-1-16,2 0 0 0,-1 0-1 15,4 2 0-15,2-1 0 16,-3 1-1-16,3-1 2 15,0 1-1-15,-1-1-1 16,2-1 2-16,-6 2-4 16,0 1 2-16,0-1 2 0,0 1-2 15,-3 0-2-15,1 0 1 16,0 2 2-16,1 0-1 16,1-1 0-16,0-1 0 15,-1 0 2-15,-1 0-2 16,2-3 0-16,0 3 0 0,0-1 6 15,-2 0-5-15,1 0 0 16,-2 0 1-16,4 1-1 16,-1 1 1-16,-1-2 0 15,0 2-1-15,3-4-1 16,0 2 0-16,-1-2 1 0,3-1-1 16,-2-2 1-16,2-1-1 15,-2 0-1-15,-1 0 0 16,1 0 0-16,-4 0-1 15,-1 0 1-15,1-3 0 16,-2 1 1-16,1-1 0 0,5 1 0 16,-3 1 0-16,1 1 0 15,3 0 1-15,1 0-1 16,0 0 2-16,-3 0-2 16,2 0 0-16,0 0 1 15,-2 0-1-15,1 0 0 0,0 0 0 16,-2 0 0-16,1-6 0 15,0 2 0-15,-3-3 0 16,1 0 0-16,-1 0 0 16,1 0 0-16,2 0 0 15,-1 2-1-15,1-2 1 16,3 3 0-16,-1-2 0 0,2 3 0 16,-1-1 0-16,1 0 0 15,-4-3-1-15,-2 0 2 16,-4-1-2-16,-1-1 1 15,-2 0 0-15,0-1-1 16,-2 3 1-16,3-3-1 0,-2 0-3 16,0 0 3-16,1 2-1 15,1-1 1-15,-2 2-1 16,1 1 1-16,1 2-2 16,-3 1 1-16,0 2 0 15,1 1 3-15,1 0 0 0,-1 0-1 16,1 4 0-16,0 0-2 15,2-1 1-15,-1 3-2 16,-2-4 2-16,3 0 1 16,-1 0 0-16,-2-1 0 0,2-1 2 15,3 0-1-15,-3 0 0 16,2 0 0-16,2-3-1 16,0 3 0-16,1-4 1 15,1 0 3-15,-1 1-4 16,1-3 0-16,2 2 0 15,1-2 0-15,-1 1 2 0,1-1-2 16,1 2 0-16,0-1 0 16,1 2 0-16,0-3 0 15,2 4 0-15,-3-1 0 16,2 2 0-16,-3-1 0 16,1 1 0-16,1 1 1 0,-4 0-1 15,3 0 0-15,-4 0 1 16,0 0 0-16,0 0 0 15,-2-1-1-15,2 1 1 16,-4 0 0-16,1 0 1 16,2 0 0-16,0 0-1 0,-1 0 1 15,2 0-1-15,-2 0 0 16,3 0 1-16,-2 1-2 16,3-1 0-16,0 1 0 15,-2-1-1-15,-1 0 1 16,3 0-1-16,-1 0 1 15,-1 0 0-15,1-3 0 0,1-1-1 16,1 3 2-16,-2-1-1 16,1 2 0-16,-2 0-1 15,0 0 0-15,1 0 0 16,-1 2 1-16,-2 5-1 0,-1 1 0 16,-1 0 1-16,-1 0-2 15,-3 1 2-15,-1 0-1 16,-1-3 1-16,0 1 1 15,1-1 1-15,-2-2-2 16,0 0 1-16,0-1-1 16,-1 0 1-16,-3 2 0 0,0 0-1 15,-1 2 0-15,-1 1 0 16,-2 3 0-16,2 0 0 16,-1-1 0-16,-1 3 1 15,-4-3 0-15,4-2-1 16,-7 1 0-16,2-5 0 0,0-1 0 15,0-3-4-15,-3 0-26 16,-10 0-100-16</inkml:trace>
  <inkml:trace contextRef="#ctx0" brushRef="#br0" timeOffset="-185514.79">17389 14819 31 0,'0'0'4'0,"0"0"3"0,0 0 7 0,-3 0 1 15,0 0 0-15,0 0-1 16,1 0-4-16,1-1 0 0,-1-1-3 16,-2 2 1-16,2 0-3 15,0 0-3-15,0 0 0 16,2 0-2-16,0 0 0 15,0 0 0-15,0 0 0 16,0 5-2-16,2 0 2 0,2 0 0 16,2 2-1-16,0-2 1 15,0-1 1-15,-2-1-2 16,3-2 0-16,1-1 1 16,5-4 4-16,4-12 6 0,8-11 4 15,10-11-8-15,8-12-2 16,6-8-4-16,8-7 1 15,6-5-1-15,2-2-28 16,-3 2-40-16</inkml:trace>
  <inkml:trace contextRef="#ctx0" brushRef="#br0" timeOffset="-184633.24">17362 14841 59 0,'0'0'4'0,"0"0"5"0,0 0-6 0,0 0-1 0,0 0-1 16,0 0 0-16,0 0 4 15,0 0 2-15,0 0 1 16,0 0-7-16,0 0 2 16,0 0-2-16,0 0 2 15,40 30 0-15,-15-46 3 0,8-15 2 16,7-13-4-16,12-17 0 15,9-13-3-15,10-14-1 16,5-11-3-16,-2-6-46 16</inkml:trace>
  <inkml:trace contextRef="#ctx0" brushRef="#br0" timeOffset="-92605.92">16650 2870 2 0,'2'-2'0'0</inkml:trace>
  <inkml:trace contextRef="#ctx0" brushRef="#br0" timeOffset="-91808.65">16723 2887 21 0,'0'0'3'16,"0"0"-1"-16,0 0-1 15,0 0-2-15,0 0-13 0</inkml:trace>
  <inkml:trace contextRef="#ctx0" brushRef="#br0" timeOffset="-90742.38">16637 2967 128 0,'0'0'16'0,"0"0"14"0,0 0-13 16,0 0-7-16,0 0 1 16,0 0 4-16,0 0 0 0,0 0-5 15,0 0-4 1,0 0-6-16,0 0-1 0,0 0-1 16,0 0 2-16,-1 14-1 15,4 6 2-15,3 2-1 16,-2 0 0-16,0 0 1 0,1-2-1 15,0-2 1-15,-1 0-1 16,0-3-3-16,1-3-22 16,-5-1-24-16,0-3-19 15</inkml:trace>
  <inkml:trace contextRef="#ctx0" brushRef="#br0" timeOffset="-90493.08">16604 3228 201 0,'0'0'7'0,"0"0"-6"0,0 0-2 15,0 0-1-15,0 0 6 16,0 0 0-16,0 0 3 16,0 0-2-16,14 0 0 15,-5 0-1-15,2 0-2 16,3 0 1-16,-1 0-2 0,1 0-1 15,-1-2 1-15,1 1-1 16,0 0-2-16,-2-2-28 16,1-2-40-16,-6-2-20 15</inkml:trace>
  <inkml:trace contextRef="#ctx0" brushRef="#br0" timeOffset="-90009.36">16556 3002 82 0,'0'0'2'0,"0"0"1"0,0 0 1 0,0 0 0 0,0 0-2 0,0 0 5 15,0 0-4-15,0 0-2 16,0 0 0-16,0 0-4 15,-15 0-1-15,16 0 4 16,5 0-8-16,2 0-26 16</inkml:trace>
  <inkml:trace contextRef="#ctx0" brushRef="#br0" timeOffset="-86915.84">16828 2955 99 0,'0'-6'10'0,"0"2"11"15,0 0-12-15,0 1 5 0,0-1 5 16,-3 0-4-16,-1 1-4 0,-1 0-3 16,1 0-2-16,-4 1 0 15,1 1 0-15,-4 1 1 16,0 0-6-16,-3 0 2 15,1 0-4-15,-3 4 2 16,0 2 0-16,0 1 0 16,3 0 0-16,0 1-1 0,-1 1 0 15,1 1 1-15,-1 2-2 16,1 0 2-16,0 0-1 16,2 1 0-16,2-1 0 15,1 4 0-15,4-2 0 16,0 3 1-16,3-1 0 0,1 0-1 15,0-1 1-15,1-1-1 16,7-2 1-16,2 0-1 16,1-3 1-16,4 0 0 15,3-1 1-15,2-3 0 16,3 0-1-16,1-2 2 0,3-3-1 16,0 1-2-16,2-1-3 15,2 0-27-15,-2 0-24 16,1-4-4-16,-1-5-52 15</inkml:trace>
  <inkml:trace contextRef="#ctx0" brushRef="#br0" timeOffset="-86259.79">17103 3070 109 0,'0'0'8'0,"0"0"35"0,0 0-7 0,0 0-16 16,0 0-7-16,0 0-7 15,0 0-5-15,0 0 0 16,-41-25-3-16,26 26 4 16,1 6 0-16,-3 4-3 15,0 2 6-15,3 3-3 16,0-3 2-16,7 1-1 0,-1-1-2 16,5-3 2-16,3-2-2 15,0-2-1-15,0-1 1 16,5-3 2-16,5-2-5 15,5 0 8-15,1 0-4 0,5 0-1 16,-3-7 0-16,4-2-1 16,-3 2-1-16,-3-1 1 15,1 1 0-15,-6 2 0 16,-2 1 1-16,2 4-2 16,-5 0 1-16,1 0 0 0,-2 0 0 15,4 0 1-15,-4 0-1 16,3 3 0-16,-2-2 0 15,4-1 1-15,-3 0 0 16,4 0 0-16,0-7 1 16,2 0-2-16,0-4 0 15,2 2 0-15,-1-2 0 0,0-2 0 16,-1-1 0-16,0-2 0 16,-1-1 1-16,-4-4 0 15,2-1-1-15,-1 0 0 16,-4-1 0-16,-1 2 0 0,0 3 0 15,-2 3 0-15,-2 5 1 16,0 5 3-16,0 3 7 16,0 2-1-16,0 0-15 15,0 10 2-15,0 4 3 16,-2 5 1-16,2 2-1 16,0 2 2-16,0-1-2 15,0-2 2-15,7 0-2 0,2-1 2 16,-4-1-2-16,3 1-2 15,-5 0-21-15,0-4-21 16,-2 0-38-16,-1-5-47 0</inkml:trace>
  <inkml:trace contextRef="#ctx0" brushRef="#br0" timeOffset="-86118.96">17404 3013 238 0,'0'0'1'0,"0"0"8"0,0 0-1 0,0 0-13 16,0 0-8-16,38-28-10 16,-9 18-38-16,6-3-57 15</inkml:trace>
  <inkml:trace contextRef="#ctx0" brushRef="#br0" timeOffset="-85534.66">18229 2854 119 0,'0'0'3'16,"0"0"2"-16,0 0 2 16,-38 3-4-16,24 0 2 15,2 1 1-15,-4 2 5 16,4-2 3-16,0 3-4 15,0 1-5-15,5 1-2 16,-1-2 1-16,3 2-1 0,-2 1-3 16,6-1 2-16,1 0-1 15,0 0 3-15,6-1 1 16,2 1-4-16,4-1 2 16,2 1-2-16,0-1 1 15,2 0 3-15,-2 0-3 0,1 2-1 16,-3-1 0-16,-2 1 0 15,0-2 0-15,-5 2-2 16,-1-3 3-16,-2 0 0 16,-2 0 1-16,0-1 8 15,-9 4 8-15,-4-3-7 0,-2 0-7 16,-4 3 0-16,0-1-1 16,2-1-1-16,1-1-2 15,5-2 0-15,4 0-1 16,4-1-6-16,3-4-52 0,0 0-74 15</inkml:trace>
  <inkml:trace contextRef="#ctx0" brushRef="#br0" timeOffset="-84731.5">18429 3016 106 0,'0'0'7'0,"0"0"6"16,0 0 5-16,0 0-5 0,0 0 0 16,0 0-7-16,0 0 6 15,0 0-2-15,0 0-3 16,-46-20 0-16,36 20-7 0,-3 0 3 15,1 3-5-15,1 4 5 16,-1 3-3-16,2-1 3 16,1 2-1-16,2 1 0 15,4 0 0-15,1-2-1 0,2 2 1 16,0-3-1-16,2-1 1 16,4-3-2-16,6 0 0 15,-3-3 1-15,5-2 3 16,-4 0-2-16,3 0 0 15,0-5 0-15,-2-2-1 16,-1 1 1-16,-1-1 1 0,-2 1 1 16,-2 2 0-16,1 1 1 15,-4 3-2-15,1 0 0 16,1 0-3-16,1 0-1 16,-3 0 0-16,3 0 1 15,-1 2 2-15,1 0-2 16,1-2 1-16,2 0 1 0,0 0 0 15,1 0 2-15,2 0 0 16,0-3-1-16,0-4-2 16,-1 1 1-16,0-2 0 15,1-2-2-15,-3-1 2 0,1-5 0 16,-1-1-1-16,-1-1-1 16,2-5 0-16,-3 0 0 15,1-2 0-15,-5 3-2 16,1 1 1-16,-1 4 1 15,-2 4-1-15,0 3 2 16,0 3-1-16,0 4-5 0,0 0 6 16,0 3 5-16,-1 0-7 15,0 2-2-15,0 8 3 16,0 4 0-16,1 3 0 16,0 4 1-16,0 2-1 15,1-2 1-15,5 2 0 0,3-2-1 16,-1-3 1-16,-1-3 0 15,1-1 0-15,-2-1-2 16,0-2-1-16,-1-2-1 16,-1-2-16-16,0-1-12 0,-2-5-42 15,-2-1-26-15</inkml:trace>
  <inkml:trace contextRef="#ctx0" brushRef="#br0" timeOffset="-84531.36">18603 2945 225 0,'0'0'-21'0,"0"0"25"0,0 0-3 16,46-18 6-16,-24 9 1 0,3 1-4 15,4 1-1-15,5 0-3 16,4-1 1-16,5 0-2 15,-1-2-71-15</inkml:trace>
  <inkml:trace contextRef="#ctx0" brushRef="#br0" timeOffset="-83612.83">16982 3377 12 0,'0'0'8'0,"65"-20"-8"0,-32 9-19 15</inkml:trace>
  <inkml:trace contextRef="#ctx0" brushRef="#br0" timeOffset="-83365.22">16913 3459 203 0,'0'0'5'15,"0"0"-9"-15,0 0 1 16,0 0 0-16,0 0 15 15,56-2-7-15,-29-4-2 16,2 0-2-16,0-1-3 0,2 1-20 16,-4-1-24-16,-7 3-17 15</inkml:trace>
  <inkml:trace contextRef="#ctx0" brushRef="#br0" timeOffset="-83215.67">17036 3505 174 0,'0'0'34'16,"0"0"-38"-16,0 0-23 15,40 0 24-15,-6-10 1 16,8-4-32-16,6-4-104 0</inkml:trace>
  <inkml:trace contextRef="#ctx0" brushRef="#br0" timeOffset="-82752.81">18150 3473 165 0,'0'0'12'0,"0"0"-7"0,0 0 1 0,0 0-1 0,43-2 0 16,-28-2-5-16,2 1 0 15,0 1 0-15,2-2 0 16,-1 1-22-16,-1-3-25 16,-3 2-28-16</inkml:trace>
  <inkml:trace contextRef="#ctx0" brushRef="#br0" timeOffset="-82617.02">18289 3495 178 0,'0'0'45'0,"0"0"-42"15,0 0-16-15,0 0-4 16,0 0 21-16,48 1-3 16,-23-8-24-16,5-1-61 15</inkml:trace>
  <inkml:trace contextRef="#ctx0" brushRef="#br0" timeOffset="-81060.41">16993 3516 60 0,'0'0'13'0,"0"0"-22"0,0 0-7 0</inkml:trace>
  <inkml:trace contextRef="#ctx0" brushRef="#br0" timeOffset="-80790.21">16986 3454 74 0,'0'0'16'15,"0"0"2"-15,0 0 2 16,0 0 4-16,0 0 4 0,0 0-9 15,0 0-6-15,-1-16-17 16,1 32 4-16,0 5 14 16,0 5-5-16,0 7-5 15,1 2-2-15,4 3 0 16,-3 3-1-16,-1-1 0 0,-1 1-1 16,0-4 0-16,0-7-3 15,0-5-17-15,0-8-12 16,0-9-8-16,0-8-5 15</inkml:trace>
  <inkml:trace contextRef="#ctx0" brushRef="#br0" timeOffset="-80541.17">16979 3493 139 0,'0'0'-2'16,"0"0"19"-16,0 0-3 16,0 0-7-16,0 0-3 15,0 0 1-15,0 0-4 0,0 0-1 16,0 0 1-16,-44 13 0 16,33 4-1-16,-2 3 0 15,-1 3 0-15,-2-2 0 16,3-1-33-16,-3-2-20 15</inkml:trace>
  <inkml:trace contextRef="#ctx0" brushRef="#br0" timeOffset="-80419.96">16861 3607 160 0,'0'0'7'16,"0"0"2"-16,45-7-5 15,-18 7 1-15,7 0-6 0,8 0 0 16,3 0-49-16</inkml:trace>
  <inkml:trace contextRef="#ctx0" brushRef="#br0" timeOffset="-63217.74">16975 3495 129 0,'0'0'8'0,"0"0"15"0,0 0 0 0,0 0-8 16,0 0-5-16,0 0-4 15,0 0-4-15,0 0-1 16,0 0 0-16,0 0 0 16,-21 58 1-16,21-34 0 0,0 6 0 15,0 4 1-15,0 0 0 16,0 2-2-16,0-1 1 15,0-1-1-15,2-1-1 16,-2-1 0-16,0-2 1 0,0 0-1 16,0-3-1-16,-5-3-7 15,-2-4-21-15,0-4-24 16,0-9-10-16</inkml:trace>
  <inkml:trace contextRef="#ctx0" brushRef="#br0" timeOffset="-62926.59">16938 3573 119 0,'0'0'5'0,"0"0"6"15,0 0 5-15,-16-45-2 16,10 36-2-16,3 3 4 15,1 2-4-15,1 1-4 0,-1 2-2 16,0 1 6-16,-2 0-11 16,-1 11-10-16,-3 3 12 15,0 8 0-15,-4 3 2 16,2 2-4-16,-3 0 1 16,4 3-1-16,-3-3-1 15,1-1-10-15,-2-3-57 0,0-4-58 16</inkml:trace>
  <inkml:trace contextRef="#ctx0" brushRef="#br0" timeOffset="-62285.78">18234 3414 109 0,'0'0'16'0,"0"0"3"0,0 0-1 0,0 0 2 15,0 0-2-15,0 0-7 16,0 0-8-16,0 0-2 15,0 0-2-15,0 0 1 16,0 0 4-16,-3 29 2 16,6-9-2-16,3 3-1 0,0 3 1 15,2 1-2-15,-4 1-1 16,2-2 0-16,-1 1-1 16,-2-2 0-16,0-3 0 15,-1-2 2-15,-2-2-4 16,0-4-18-16,0-4-21 0,0-7-41 15</inkml:trace>
  <inkml:trace contextRef="#ctx0" brushRef="#br0" timeOffset="-62008.64">18283 3471 174 0,'0'0'-22'0,"0"0"33"0,0 0-7 16,0 0-3-16,0 0 2 15,0 0-1-15,-38-16 7 16,27 19-1-16,0 8-5 16,-3 4 2-16,-1 6-4 15,-3 2 1-15,0 2 0 0,0-1-2 16,1 2 0-16,1-4 0 15,2-2-8-15,0-1-28 16,1-6-8-16,2-3-10 16</inkml:trace>
  <inkml:trace contextRef="#ctx0" brushRef="#br0" timeOffset="-61809.23">18169 3537 186 0,'0'0'9'0,"0"0"-6"15,0 0-3-15,0 0 1 16,40 6-1-16,-22 1 0 16,1 0 1-16,0 2-2 15,2-4-38-15,-5 0-39 0</inkml:trace>
  <inkml:trace contextRef="#ctx0" brushRef="#br0" timeOffset="-57212.49">19467 3080 64 0,'0'0'7'0,"0"0"-4"0,0 0 0 16,0 0-2-16,0 0 0 15,0 0 1-15,0 0-1 16,0 0 2-16,0 0 6 16,0 0 0-16,0 0 5 0,0 0-2 15,0 0-3-15,-26 0-2 16,26-3-5-16,-1 2 0 15,1-2-2-15,0-1 1 16,-2-1 2-16,0 1 9 16,0 0 3-16,0-2 0 0,1 1-7 15,-1-1 5-15,1 0-3 16,0 1-5-16,1 0-2 16,0 1-1-16,-2-2-1 15,2 3-1-15,0-1 0 16,0-1-1-16,0-1 0 0,0 0 3 15,5-1-2-15,3-3 1 16,-2 4 0-16,4-3 0 16,1 1-1-16,-4 1 1 15,5 0-1-15,-2 3 0 16,-1-2 1-16,4 1-2 0,-1-1 2 16,2 2-1-16,-2-1-1 15,3 0 2-15,-1 0-1 16,3 1 0-16,0-3 0 15,0 1 1-15,2 2-2 16,3-3 1-16,-1 3 0 0,-1-2 0 16,4 3 0-16,-3-1 0 15,3 2 0-15,-2-2 0 16,0 3 0-16,3-1 0 16,0 1 0-16,-3 1 0 15,1 0 1-15,1 0-1 0,-1 0 0 16,-2 0 0-16,1 1 0 15,1 2 0-15,-1 2 1 16,1 0-1-16,-2 0 1 16,3-1-1-16,-6 0 2 15,4 2-2-15,-3-1 0 0,0 0 1 16,1 0-2-16,1 0 2 16,0 0-1-16,-1-2 1 15,1 1-1-15,0-1 1 16,1-1-1-16,2 1 1 15,-5-2 0-15,4 2-1 16,-4-2 0-16,0-1 1 0,0 1-1 16,-2-1 0-16,-1 0-6 15,-3 0-24-15,1 0-22 16,-4 0-1-16,0-2-55 16</inkml:trace>
  <inkml:trace contextRef="#ctx0" brushRef="#br0" timeOffset="-56713.54">20540 2751 77 0,'0'0'18'0,"0"0"-12"0,0 0-5 0,0 0 7 16,0 0 11-16,0 0-4 15,0 0-6-15,0 0-3 16,0 0-4-16,0 0-2 16,0 0 1-16,0 0-1 0,0 0 0 15,7 18 1-15,0-11-1 16,0 2 2-16,1-1 1 16,-2-1 1-16,2 0 0 15,3 0 0-15,-4 1-2 16,1 0 0-16,0-1 0 0,-4 2 0 15,-2 2 6-15,-2 2 8 16,0 6-3-16,-20 6 1 16,-9 11-6-16,-16 12-3 15,-19 10-2-15,-18 14 0 16,-22 7-14-16,-19 4-184 0</inkml:trace>
  <inkml:trace contextRef="#ctx0" brushRef="#br0" timeOffset="-54763.42">21582 2877 148 0,'1'0'17'0,"2"0"16"0,-2 0-33 0,3 0 2 15,4 3 0-15,0 6 0 16,0 3 0-16,3 4 1 16,-1 2-2-16,-1 3 1 15,-1 1-1-15,-2-1-2 0,2 0-2 16,-6 1-14-16,-1-4-5 15,-1 0-7-15,0-3-1 16,0-4-5-16</inkml:trace>
  <inkml:trace contextRef="#ctx0" brushRef="#br0" timeOffset="-54381.55">21557 2931 180 0,'0'0'5'0,"0"0"9"16,0 0 5-16,0 0-15 15,36-37-4-15,-18 33 1 16,0-1 0-16,0 1-2 16,2 3 2-16,-5-1-1 15,1 2 0-15,0 0 0 0,1 0 0 16,-1 6 0-16,0 3 0 15,-1-1 0-15,-1 5-1 16,-4 1 1-16,-2 2-2 16,1-1-2-16,-7 4 4 15,-2-2-1-15,0 1 2 16,-7 2-1-16,-2-2 2 0,-6 0 0 16,-1-1-1-16,1-3 1 15,-1-1-1-15,3-2 0 16,2-2 1-16,3-4-2 0,2 1 1 15,3-4-3-15,2 0-24 16,1-2-25-16,0-4 15 16</inkml:trace>
  <inkml:trace contextRef="#ctx0" brushRef="#br0" timeOffset="-53876.61">22017 2938 15 0,'0'0'0'0,"0"0"1"0,0 0 2 0,0 0 9 16,0 0 11-16,0 0 1 0,0 0-1 15,0 0 0-15,33-37 2 16,-33 34-9-16,0-1 4 16,0 1-3-16,0-1-8 15,0 1-3-15,-1 0 6 16,-3 0-6-16,1 2-4 0,-1 0-3 16,-1-1 1-16,-1 2 0 15,-1 0 0-15,0 0 2 16,-2 9-2-16,-2-1 1 15,4 4-2-15,-3 2 2 16,0 0-1-16,5 0 1 0,3 0 0 16,0 0 0-16,2-2 0 15,0 1 1-15,0-5 2 16,0 2 0-16,5-1 1 16,4-2 1-16,-1-2-1 15,2 0 0-15,0-2-2 0,4 0 0 16,-1-2-1-16,3-1-1 15,0 0-1-15,2 0-3 16,0 0-27-16,-2-6-41 16,-1-2-35-16</inkml:trace>
  <inkml:trace contextRef="#ctx0" brushRef="#br0" timeOffset="-53570.06">22045 2955 146 0,'0'0'3'0,"0"0"0"0,0 0-2 0,0 0-2 0,0 0 2 0,0 0-1 15,0 0 2-15,0 0-2 16,0 0 0-16,-23 44 0 16,14-33-13-16,-1-2-22 15</inkml:trace>
  <inkml:trace contextRef="#ctx0" brushRef="#br0" timeOffset="-53192.17">22296 2874 179 0,'0'0'7'0,"0"0"22"15,0 0-5-15,0 0-10 16,0 0-5-16,0 0-2 16,0 0-4-16,0 0-1 15,-12-17-1-15,7 17 0 16,0 0-1-16,-2 7 0 15,2 3 0-15,0 1 0 0,1 2 0 16,1-1 1-16,2 2 0 16,1 0 0-16,0-3 0 15,0-1 0-15,5 0 0 16,3-1-3-16,4-2-3 0,2-3-16 16,1-4-19-16,4 0-47 15</inkml:trace>
  <inkml:trace contextRef="#ctx0" brushRef="#br0" timeOffset="-52836.68">22473 2877 154 0,'0'0'6'0,"0"0"-6"15,0 0 0-15,0 0 0 0,0 0 1 16,0 0 0-16,0 0 0 15,-22 40 1-15,22-35-1 16,0 1 1-16,5-1 0 16,6-1 0-16,-2-3 1 15,4-1 5-15,1 0-2 16,-1 0 1-16,-1-1-1 0,-1-5-3 16,-1 0 1-16,-3 0 4 15,-3 0 9-15,-1 0 2 16,-3 0-4-16,0 0-6 15,0 2-7-15,-3 1-3 0,-6 0 4 16,-2 3-10-16,-1 0-2 16,-2 0 0-16,3 3 7 15,4 3-1-15,0 0-14 16,6-1-42-16,1-2-14 16</inkml:trace>
  <inkml:trace contextRef="#ctx0" brushRef="#br0" timeOffset="-52331.96">22795 2820 91 0,'0'0'10'16,"0"0"15"-16,0 0 0 15,0 0-17-15,0 0-10 16,0 0 2-16,0 0 3 15,-44-1-3-15,35 7 2 0,-2 2-2 16,4 0 1-16,1 0 1 16,4 0-2-16,2-2 1 15,0-1 0-15,0 0 0 16,2-2 1-16,6-2-1 16,2-1 4-16,2 0 3 0,0 0 1 15,1 0-2-15,0-7-2 16,-1-3 0-16,1 1-1 15,-2-2 1-15,-2-4 0 16,0 0-1-16,-4-2-1 16,1-3-2-16,-4 0 1 0,-1-1-2 15,-1 3 0-15,0 2 2 16,0-1-6-16,-6 7 7 16,-1 3 10-16,0 5-10 15,-2 2-1-15,-1 0-1 16,0 6-2-16,0 7 2 15,1 1-1-15,2 3 0 0,3 2 0 16,3 1 1-16,1-2-1 16,0 0 1-16,5-2-1 15,5 0-1-15,4-3-6 16,2-1-10-16,1-2-21 0,0-4-30 16</inkml:trace>
  <inkml:trace contextRef="#ctx0" brushRef="#br0" timeOffset="-52005.19">23032 2813 128 0,'0'0'7'0,"0"0"9"0,0 0 0 16,0 0-8-16,0 0-5 15,0 0-1-15,0 0 10 0,0 0-3 16,0 0-9-16,0 0 1 15,-6-25 3-15,2 25 3 16,-2 0-4-16,-1 2-3 16,1 4 0-16,0 4 0 15,0 0 1-15,0 0 1 16,4 1 0-16,2 0-1 0,0-3-1 16,0 0 1-16,7-2-1 15,-1-2-1-15,3 2 1 16,2-5 2-16,0 1-3 15,1-2-10-15,1 0-11 16,-1 0-8-16,-1-7-8 0,0-2-69 16</inkml:trace>
  <inkml:trace contextRef="#ctx0" brushRef="#br0" timeOffset="-51706.42">23115 2788 117 0,'0'0'7'0,"0"0"4"15,0 0-1-15,0 0 4 16,0 0 12-16,0 0-21 16,0 0-4-16,0 0-1 0,38 18 0 15,-31-7 0-15,1 0 2 16,-1 2 5-16,0-3-3 16,-4-1-3-16,1-2 0 15,-2-1 1-15,0-5 3 16,0 1 6-16,-2-2 20 15,0 0 4-15,0 0-9 0,0-5-16 16,-2-6-3-16,-1-1 1 16,2-4-3-16,1-3-3 15,0-2-3-15,6-2-6 16,8-3-18-16,1 2-26 16,0 0-42-16</inkml:trace>
  <inkml:trace contextRef="#ctx0" brushRef="#br0" timeOffset="-50702.12">23311 2583 57 0,'0'0'81'0,"0"0"-77"0,0 0 1 15,0 0-4-15,-46-10 1 16,30 7 1-16,-1-1 5 0,1 1 4 16,-2 0 1-16,0-1 0 15,-1 1-2-15,0-1-4 16,-4-2 0-16,-1 0 0 15,-3 1-3-15,-2 0-3 16,-2 1 0-16,-3 0 0 0,-3-1 1 16,-1 3 1-16,-2-2-2 15,-1 1 2-15,-3 0 0 16,-2 2 4-16,-1-1 0 16,-2 2-3-16,-3 0-1 15,2 0 0-15,-4 0-2 16,2 6-1-16,-7-1 1 0,1 4-1 15,0 0 1-15,-7 2-2 16,0 3 2-16,-1-1-1 16,-1 2 0-16,-1 2 1 15,0 1-1-15,1 0 0 16,2 5-1-16,2 0 2 0,0 2-1 16,3 2 0-16,4 0 0 15,1 3 1-15,4-2-1 16,9 1 1-16,2-1 1 15,9-1 0-15,3 2 0 16,6 0 1-16,5 1-3 0,6 1-4 16,7 4 5-16,2 0 3 15,2 2-4-15,5-2 0 16,11 2 0-16,6-1 1 16,4 0-1-16,3-1-1 0,3 0 3 15,5-1-3-15,-1-1 0 16,3-4-1-16,7-3 2 15,0-3 6-15,6-3 7 16,4-1-7-16,3-2-1 16,6-2-3-16,3 1 0 15,1-3 0-15,1-1-2 0,2-2 0 16,1-2 1-16,2-3-1 16,-1-3 1-16,3-2-1 15,1 0 0-15,2-4 1 16,3-4-2-16,-2-3 2 15,2-3-1-15,0-3 0 0,-1-3 0 16,-2-3-1-16,-4-2 1 16,-4-2-1-16,-5-2 0 15,-8 1 1-15,-7-1 1 16,-6 0-1-16,-8-3 5 16,-6 1 12-16,-5-2 3 0,-4-4 2 15,-7-2-10-15,-1-4-4 16,-4-5-2-16,-6 1 0 15,-3-3 0-15,-2-1-1 16,-7-2-5-16,-12 1-3 16,-6-2 10-16,-10 0-11 15,-10 4 14-15,-8-1-27 0,-10 6 3 16,-11 2-25-16,-13 6-16 16,-13 3-23-16</inkml:trace>
  <inkml:trace contextRef="#ctx0" brushRef="#br0" timeOffset="9643.2">22366 1180 168 0,'0'0'20'0,"0"0"4"0,0 0-4 16,0 0-3-16,0 0-5 15,0 0-1-15,0 0-3 16,0 0-9-16,0 0-2 16,0 0 3-16,0 0 0 0,8 55-1 15,-4-26 0-15,0 3-1 16,0 4 2-16,-1-2 2 15,0 1-2-15,-1 1 0 16,-1-2 0-16,-1 0 0 16,0-3-10-16,0-2-14 0,-6-5-37 15,-1-6-33-15</inkml:trace>
  <inkml:trace contextRef="#ctx0" brushRef="#br0" timeOffset="10348.89">22407 1215 144 0,'0'0'4'0,"0"0"7"16,0 0-4-16,0 0-1 15,0 0-3-15,40-32 1 16,-27 26-1-16,3 0-1 16,5-1 0-16,2 3-1 15,4-2 0-15,5 3 0 16,2-2 0-16,4 0-1 0,-3 1 0 15,-3 1 0-15,-3-1 0 16,-4 4 0-16,-7-3 0 16,-3 3 1-16,-2 0-2 15,-4 0 1-15,-2 0 0 16,-1 3-2-16,-2 4-1 0,-2 0-7 16,-1 6 1-16,-1 1 8 15,0 5 1-15,0-1 0 16,0 4 0-16,0 0 0 15,0 0 2-15,0-4-2 16,0 5 0-16,0-2 1 0,0 2 1 16,0-2-2-16,4-1 0 15,-2 1 1-15,1-1-1 16,1 1 1-16,1-5-1 16,-3-2 2-16,0 2-1 0,-1-5 0 15,-1 0-1-15,0-2 2 16,0 1 2-16,-3-2 1 15,-6 0 4-15,-2 0 3 16,-5-1-5-16,-1-2 0 16,-4 0-3-16,-2 1 9 15,-1-3-4-15,-4-2 0 0,2 1-2 16,2-2-4-16,1 0 2 16,3 0 5-16,3 0-4 15,4-3-4-15,1 0-3 16,1 1-10-16,-1 2-26 15,1 0-46-15,-1 0-18 0</inkml:trace>
  <inkml:trace contextRef="#ctx0" brushRef="#br0" timeOffset="10997.58">23590 1117 103 0,'0'0'13'0,"0"0"-8"0,0 0-1 0,0 0-2 0,0 0 1 15,0 0 14-15,0 0 1 16,0 0-10-16,0 0-7 16,0 0-2-16,0 0-2 15,0 0 3-15,6 37 2 16,-4-11-1-16,1 4 1 0,1 2 0 16,0 0 3-16,-3 0-2 15,1 0-1-15,-1-5-1 16,0-1 1-16,-1 0 0 15,0-3 1-15,0-1-2 16,0-6-12-16,0-2-29 16,-2-4-5-16</inkml:trace>
  <inkml:trace contextRef="#ctx0" brushRef="#br0" timeOffset="11962.97">23612 1133 89 0,'0'0'27'0,"0"0"-20"0,0 0-1 0,0 0-5 16,0 0 1-16,0 0-1 16,0 0 5-16,0 0-1 15,0 0-4-15,0 0 3 0,-3-13 4 16,1 10-3-16,0 3 1 15,0 0 3-15,2-1-3 16,0 0-3-16,0-1-1 16,-2 2-1-16,2 0-1 0,0-3 3 15,0 2 1-15,5-1-5 16,2-2 4-16,3-3-3 16,3 3 3-16,0-2-2 15,3 0 0-15,0 0 0 16,2 0 0-16,-1-2 0 15,2 1-1-15,0 1 2 16,1-1-2-16,-2 0 1 0,0 0-1 16,0 2 0-16,-1-1 0 15,0 0 0-15,-3 3 0 16,1 1 0-16,-3-1 1 16,0 0-1-16,-1 3 0 0,-4-1 0 15,3 1 0-15,-2-2 1 16,-1 2-1-16,1 0 0 15,-3 0 0-15,4 0 0 16,-6 0 0-16,3 3 0 16,0 1-1-16,-2 0 1 0,2 2-4 15,-2 1 3-15,1 4 2 16,-2-3 2-16,2 0-2 16,-2 3 0-16,1 1 0 15,3 1 0-15,-3 1-1 16,2 0 1-16,0 3-1 0,0 0 1 15,2 1-1-15,-1 1 1 16,-1 1-1-16,0 3 0 16,1-2 0-16,0-1 0 15,-1 0 0-15,-3 0 0 0,2-2 0 16,0-2 0-16,-5 2-1 16,0-2 1-16,0-2-1 15,0 0 2-15,-2-2-2 16,-6-2 1-16,-1-2 1 15,-6 2-1-15,0 0 2 16,-5-3-2-16,-5 0 0 0,-1 0 4 16,-2-1 2-16,1-2 2 15,-1-1 1-15,2-1-3 16,1-1 1-16,2-1 0 16,-1 0-2-16,3 0 0 15,1-3-2-15,3 0-2 0,-3-2-3 16,3 0-40-16,4 1-50 15</inkml:trace>
  <inkml:trace contextRef="#ctx0" brushRef="#br0" timeOffset="12567.55">22625 1664 41 0,'0'0'29'0,"0"0"0"0,0 0-5 0,0-1-3 16,0 1 0-16,0-3 7 15,0 3-7-15,0 0-4 16,0-2 0-16,0 2-3 16,0 0-8-16,0 0-6 0,0 0-4 15,0 8-2-15,5 3 9 16,0 6-3-16,1 3 1 15,3 1-1-15,-4 4 2 16,1 1-2-16,-1-2 0 16,1-1 0-16,-4-3 0 0,0 0 1 15,1-4-1-15,-2-2-1 16,-1-3-8-16,0-1-9 16,0-3-9-16,0-5-23 15,0-2 7-15,0-3-28 16</inkml:trace>
  <inkml:trace contextRef="#ctx0" brushRef="#br0" timeOffset="12838.31">22630 1726 110 0,'0'0'4'0,"0"0"6"16,0 0 3-16,0 0 1 15,0 0 7-15,0 0 0 16,0 0-6-16,0 0-10 0,0 0-4 16,-33-8-2-16,28 15 2 15,-2 3-2-15,1 3 1 16,-3-1 1-16,-2 4-1 16,-1-1 0-16,-1 1 0 15,-3-3-1-15,0 3-9 0,1-3-15 16,0-2-13-16,3-4-5 15</inkml:trace>
  <inkml:trace contextRef="#ctx0" brushRef="#br0" timeOffset="13023.64">22527 1748 173 0,'0'0'14'0,"0"0"-8"15,0 0-4-15,0 0-4 16,0 0 4-16,51-7-5 0,-35 11 2 16,6 3-1-16,5 3-2 15,5-1-24-15,6-5-35 16</inkml:trace>
  <inkml:trace contextRef="#ctx0" brushRef="#br0" timeOffset="13600.44">23860 1648 128 0,'0'0'38'0,"0"0"-31"15,0 0-4-15,0 0-3 0,0 0-2 16,0 0 2-16,0 0 3 16,0 0 0-16,0 42 3 15,0-27-1-15,0 1-1 16,1 1 0-16,1 0-2 0,-1-1-1 16,1-1 0-16,-2 1 1 15,0-3-1-15,0-1 1 16,0 1-5-16,-4-4-22 15,-1-2-41-15,1-5-48 16</inkml:trace>
  <inkml:trace contextRef="#ctx0" brushRef="#br0" timeOffset="13827.44">23850 1688 174 0,'0'0'17'0,"0"0"1"16,0 0-12-16,0 0-4 16,0 0-4-16,0 0 2 15,-42 10 0-15,27 1-1 0,-2 4 2 16,2-1 0-16,-5 0-1 16,2-1-2-16,1 0-17 15,2-2-21-15,2-5-11 16,1-5-53-16</inkml:trace>
  <inkml:trace contextRef="#ctx0" brushRef="#br0" timeOffset="14026.47">23747 1651 148 0,'0'0'3'0,"0"0"-1"16,0 0 4-16,0 0 3 15,44 0 1-15,-29 6 0 16,2-3 0-16,1 4-7 16,3-1-1-16,1 1 0 15,-1-3-2-15,1 0-7 0,-2-4-83 16</inkml:trace>
  <inkml:trace contextRef="#ctx0" brushRef="#br0" timeOffset="15357.76">22636 1387 101 0,'0'0'6'0,"0"0"15"0,0 0-1 0,0 0-11 0,0 0-6 16,0 0 0-16,0 0 0 16,-4-36-1-16,4 31 2 0,0 1 2 15,0 2 0-15,2-1-4 16,1-1-1-16,1 1 0 15,4 0-1-15,0 0 1 16,1 0-3-16,5 1 3 16,-1 0-2-16,2 0 1 15,1 0 1-15,2 2-2 0,-2-1 1 16,3 1-1-16,1-3 2 16,1 3-2-16,2 0 1 15,1 0 0-15,-2 0 1 16,3 0-1-16,-1 6 0 15,-1 0 0-15,-1 1 0 0,3 2 0 16,-1 0 0-16,-2 4 0 16,-1-2-1-16,-1 0 1 15,2 0 0-15,-3 0 1 16,2-1 0-16,-2-2 1 16,2-2 6-16,-2-2 0 0,3-1 0 15,-2 0 0-15,2-3-4 16,-3 0-1-16,2 0-1 15,-2 0 1-15,1 0-1 16,-1-4 1-16,0-1 0 16,0 1 0-16,-3-2 3 15,-2 1 0-15,1-1 1 0,-4-2-4 16,-1 1 2-16,0-1 0 16,-1 0-2-16,-1-2-1 15,1 1 1-15,-2-1-2 16,1 2 3-16,-2 2-2 15,0-1-1-15,-1 0 3 0,0 1 0 16,-3 2-1-16,-1 1-1 16,1 0-1-16,-2 2 0 15,0 1 0-15,0-1-1 16,0-1 0-16,0-1 0 0,2 3 0 16,-2-1 0-16,0 1 0 15,0 0-2-15,0 0-4 16,1 0-12-16,-1 0-11 15,1 0-32-15,1 0 5 16,-2 0-3-16</inkml:trace>
  <inkml:trace contextRef="#ctx0" brushRef="#br0" timeOffset="15748.22">23491 1276 108 0,'0'0'18'0,"0"0"-14"0,0 0-4 0,0 0 2 16,0 0 2-16,0 0-3 15,0 0 10-15,0 0-2 16,0 0 5-16,0 0-5 0,0 0 0 16,0 0-2-16,37 0-3 15,-30 2-1-15,2 0-1 16,-2-1-1-16,0 1 1 16,-1 0-1-16,-1 1-1 15,0 1 1-15,-3 3-2 0,0 0-3 16,-2 3 10-16,0 4-5 15,-10 2 0-15,-5 7 0 16,-12 2 1-16,-10 6-8 16,-11 2-72-16</inkml:trace>
  <inkml:trace contextRef="#ctx0" brushRef="#br0" timeOffset="18588.67">22638 785 137 0,'0'0'-9'0,"0"0"16"0,0 0-1 0,0 0-2 16,0 0-3-16,0 0 0 15,0 0-1-15,0 0 1 16,0 0 1-16,8-38 7 16,-8 35-1-16,0 0-1 15,0 1-2-15,-3-2 0 0,0 1-6 16,-1 2 2-16,0-2 0 15,-4 3 0-15,0-1-1 16,-2 1 1-16,-2 0-1 16,-2 0-1-16,-2 0 1 15,-3 0-1-15,0 0-2 0,0 4 4 16,-4 0-4-16,1 2 3 16,4-2 2-16,0 2-1 15,0 1 1-15,-1 0-2 16,2 2 0-16,-4 3 0 15,0 4 0-15,-2 1 0 16,4 3 0-16,-3 1 0 0,4 6 0 16,-2 0 0-16,1 3 0 15,3 4 0-15,1 5 0 16,-2 3 0-16,0 5 1 16,1 3-1-16,-1-1 1 15,2 4-1-15,1-2 1 0,1 0-1 16,1-3 2-16,2-1-1 15,5 0 0-15,1-1 0 16,3-4 1-16,1-2-1 16,0-3 1-16,8-3-4 0,5-5 4 15,3-1 0-15,0 0-1 16,3-1 3-16,1 0-3 16,2 0 1-16,1 1 1 15,1 0-2-15,4 1 0 16,1 0 0-16,4-2-1 15,-1-2-1-15,3 1 2 0,1-5 0 16,4 0-1-16,0-2 1 16,2-3 0-16,3-1-1 15,2-2 1-15,1-2 2 16,1-1 3-16,2-1 1 16,1-4-1-16,2 1-2 0,7-2 0 15,-2-1-3-15,5 0 0 16,-1-3 0-16,1 0-1 15,2 0 0-15,-2 0 0 16,0 0 1-16,-2-3-1 16,-1-2 0-16,0 0 0 15,0 1 0-15,-5-3 1 0,-3 1 0 16,0-1 1-16,-4 0 3 16,-2-2-2-16,-1-2-3 15,-1-3 1-15,1 0-1 16,0-6 1-16,3 0-1 0,-2-4 0 15,2-3-1-15,-3-3 0 16,-3-1 1-16,-3-3 0 16,-6-2-2-16,-4-1-1 15,-8 3 0-15,-5-1 2 16,-6 0 0-16,-6 1 5 16,-4-1 7-16,-1 1 8 0,0-3-3 15,0-1-7-15,-3-2-3 16,-1-1-3-16,-3-2-2 15,0-1 0-15,0-3 0 16,-1-1 0-16,-4-3 3 16,0-2-1-16,-5 0 1 0,-2 0 0 15,-5-1 0-15,-9 1-1 16,-8 3-2-16,-8 1-1 16,-17 3-3-16,-13 5 1 15,-19 3-8-15,-17 7-21 0,-27 8-17 16,-20 7-45-16,-20 5 17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28:05.8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2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1" timeString="2026-08-02T06:13:04.257"/>
    </inkml:context>
  </inkml:definitions>
  <inkml:trace contextRef="#ctx0" brushRef="#br0">20907 9095 58 0,'0'-1'6'0,"0"-1"-3"0,0 2 0 16,0-3-2-16,0 2 0 15,0-1 0-15,0 1 1 0,0 0 4 16,0-1 1-16,0 1 4 16,0-1-4-16,0 2-1 15,0 0-4-15,0 0-1 16,0 0-1-16,0 0 1 15,0 0 6-15,0 0-1 0,0 0 1 16,0 0-4-16,1 0-2 16,2 0 0-16,-1 0 0 15,-1 0-1-15,1 3 0 16,0 0 2-16,0 0-4 16,-1 1 2-16,3-2-1 0,-4 0 1 15,2 1-1-15,0 1 1 16,1 1 0-16,3 0 1 15,-2 0-1-15,1-1 0 16,1 3 0-16,1-3 1 16,-2 0-1-16,-1-2 0 0,1 1-1 15,-2-2 0-15,2-1 1 16,-4 2-2-16,4-1 3 16,-2-1-1-16,0 1 0 15,0 1 1-15,-1-2-1 16,1 0 0-16,0 0 0 0,-1 0 2 15,1 0 3-15,3 0-2 16,-1-2 1-16,0-2 1 16,3-3-3-16,1-3 2 15,3-1-3-15,3-3 4 16,7-5 1-16,1-5 1 16,6-2 0-16,2-5 7 0,0 0 2 15,5-2 0-15,-3 2-4 16,3 1 0-16,-4 3-5 15,0 3-3-15,0 3 1 16,-3 2-4-16,-2 3 0 16,-6 4 0-16,-2 2 0 0,-3 3 0 15,-7 1 0-15,-3 3-1 16,0 3 0-16,-2 0-2 16,-2 0-10-16,-1 3-7 15,-1 8-17-15,0-2-11 0,-3 1 2 16,-8-2-26-16</inkml:trace>
  <inkml:trace contextRef="#ctx0" brushRef="#br0" timeOffset="661.95">21079 9011 51 0,'0'0'8'0,"0"0"8"0,0 0-6 0,0 0-4 16,0 0 2-16,0 0-4 15,0 0 2-15,0 0-1 16,0 0 1-16,0 0 0 0,0 0-3 16,0 0-4-16,0 0 0 15,-16 10 1-15,16 0 1 16,0-3-1-16,2 4 1 16,1-2-1-16,1 1 1 0,0 0-1 15,-1-2 0-15,0-2 2 16,-1-3-4-16,0 1 2 15,-1-4 0-15,2 2 0 16,-1-2 0-16,1 0-1 16,5 0 5-16,0 0-4 15,3 0 6-15,4-9-5 0,1-1 0 16,6-5-1-16,-2-4 0 16,7-4-4-16,1-4 7 15,6-4 5-15,2-3 3 16,5 0 3-16,5-2-4 0,-1 2-5 15,2 2-1-15,0-2-1 16,-6-3-43-16,-4-2-51 16</inkml:trace>
  <inkml:trace contextRef="#ctx0" brushRef="#br0" timeOffset="3040.83">8975 7771 40 0,'0'0'4'0,"0"0"4"0,0 0-2 16,0-1-3-16,0 1-2 16,0-2 0-16,2 1 0 0,2-2 1 15,-2 0-1-15,0 1 2 16,1 0 0-16,3 1-2 16,-4-1-1-16,2 2 0 15,-1 0 1-15,4 0-1 0,-5 0 0 16,1 0 0-16,0 0-1 15,0 0 0-15,-1 0 0 16,0 0 1-16,-2 0-1 16,2 3 1-16,-1 0 3 15,0-2-1-15,0 2-2 16,0 0 0-16,0 0 1 0,1-2-1 16,-2 2 1-16,3 1 2 15,-3-1-1-15,2 2 0 16,-2 1-1-16,0-1 0 15,2 0-1-15,-1 0 0 16,1-1 1-16,2 0-1 0,-2 0 1 16,2-2 0-16,-1 1 1 15,1-2-2-15,0 2 3 16,1 0-3-16,-3-2 1 16,3-1 0-16,-1 0 1 15,1 0-1-15,1 0 3 0,1-3 0 16,2-2 0-16,0-4-2 15,0 1 0-15,3-4 1 16,2-2-2-16,1 0 1 16,4-4 1-16,2-2-1 15,5-2 0-15,-1-3-1 16,2-1 2-16,-1-4 0 0,1 1 0 16,-2 0 3-16,-2 1 3 15,-1 2-1-15,-5 6-3 16,0 5-2-16,-5 4-1 15,-1 7 0-15,-6 4 0 0,-4 3-23 16,-1 10-18 0,-8 4 6-16</inkml:trace>
  <inkml:trace contextRef="#ctx0" brushRef="#br0" timeOffset="3912.67">9034 7747 29 0,'0'0'23'0,"0"0"-14"0,0 0-6 0,0 0-6 16,0 3 8-16,0-2-4 15,0 1 2-15,0 1-2 16,0 1 0-16,0 0-1 0,0 2 0 16,0-1 0-16,0 3 1 15,0 1 0-15,0-3 1 16,3 0-1-16,-1 1-1 16,1-1 1-16,-1-2-1 15,4-3 5-15,-2 1 0 0,-1-2 3 16,3 0-1-16,1 0 2 15,2-9-2-15,0 1-4 16,3-4-1-16,5-2 0 16,-1-3-1-16,4-3 0 15,6-3 0-15,1-1-1 16,2-3 1-16,-1-4-1 0,5 0 3 16,-6 0 1-16,-2 2-2 15,-2 5 0-15,-6 3-1 16,-4 6 2-16,-2 7-2 15,-6 5-1-15,-3 3-8 0,-2 4-21 16,-5 11 6-16,-11 3-56 16</inkml:trace>
  <inkml:trace contextRef="#ctx0" brushRef="#br0" timeOffset="4596.3">9037 7760 0 0,'0'0'6'0,"0"0"-4"0,0 0-1 0,0 0 0 16,0 0-1-16,0 0 0 15,0 0 0-15,0 0 2 0,0 0 9 16,15 42-1-1,-12-37-5-15,3-1 2 0,-2 0 0 16,2 0 0-16,2-2 0 16,-1-2-2-16,3 0-2 15,2 0 1-15,-3-1 3 16,5-8-2-16,-4 1-1 16,3-3-1-16,2-1 0 0,0-1 1 15,3-3 1-15,-3-1-1 16,3-1 2-16,-4-2-1 15,2-2 0-15,2-3 2 16,-3-2-2-16,1 1 1 0,-3 0-1 16,0 1-3-16,-1 4 1 15,-2 4-2-15,-1 6 0 16,-1 5-1-16,-4 6-13 16,-4 0-20-16,0 7-9 15</inkml:trace>
  <inkml:trace contextRef="#ctx0" brushRef="#br0" timeOffset="5164.96">9065 7820 0 0,'0'0'8'0,"0"0"-1"0,0 0-1 0,0 0-1 0,35 4 4 15,-21-10 0-15,3-5 4 16,2-2-1-16,2-4-6 16,5-3-2-16,4-4 3 0,-1-2 2 15,4-2 2-15,-1-5-1 16,1-2-1-16,1-1-2 15,-1-1-4-15,-2 3-1 16,-2 2 0-16,-4 6-11 16,-5 5-32-16</inkml:trace>
  <inkml:trace contextRef="#ctx0" brushRef="#br0" timeOffset="5641.81">9146 7757 78 0,'0'0'1'0,"0"0"7"0,47-48 4 0,-25 25-4 15,7 2-2-15,2-5-3 16,5-1 0-16,-1-3-2 15,0 2-8-15,-6-2-52 0</inkml:trace>
  <inkml:trace contextRef="#ctx0" brushRef="#br0" timeOffset="9897.04">12671 10147 0 0,'7'31'4'16,"1"-2"-2"-16,-3-1-1 0,3 2 0 0,-4-3-1 15,2-1 0-15,-4-5-1 16,2 0 0-16,0-6 1 16,3-3 0-16,-1-2 0 15,2-3-3-15,3-1 4 0,-2-3 1 16,3-3-2-16,0 0 1 16,2 0 2-16,1 0 6 15,4 0 5-15,0-2-6 16,4-2-3-16,0-3-3 15,4 4-1-15,0-1-1 16,2 0 1-16,0 1-2 0,2 0 2 16,-3 2-1-16,5-1 0 15,-1 0 1-15,4 0 5 16,0-1-1-16,0 2-3 16,4-1 0-16,1 1-1 15,1 0-1-15,-3 1 0 0,2 0 0 16,-5 0 0-16,0 0 0 15,-1 0 0-15,-1 0 2 16,3 0 0-16,2 0-1 16,-3 0 0-16,0 0 0 15,1 0 0-15,-5 0 0 0,3 0 4 16,-4 0 3-16,1-2-2 16,2-4-2-16,-3-1-3 15,2 0 0-15,1 0 1 16,-2 1-2-16,0-1 1 15,0 0-1-15,-5 0 2 0,0 0-4 16,-5 1 4-16,0 1 1 16,0 0-1-16,-1 1 0 15,3-2-1-15,-1 2 0 16,0 0 0-16,0-2-3 16,-3 2 1-16,1-2 1 0,-4-2-1 15,-1 1 4-15,-2-2 7 16,0 2 7-16,-2-4-2 15,0 1-5-15,-4-3-3 16,0 3-4-16,0-3 0 16,-1-2 1-16,0-1-3 0,-2-3 1 15,-1 0-1-15,2-3 1 16,-1-2-1-16,4 0 0 16,-2 0-1-16,3 1 1 15,0 2-6-15,-1 1-10 16,1 4-6-16,0 4 6 0,-3 3-3 15,-1-1-2-15,-3 6-9 16</inkml:trace>
  <inkml:trace contextRef="#ctx0" brushRef="#br0" timeOffset="10125.5">14668 9894 79 0,'0'0'-4'0,"0"0"5"0,0 0 1 0,-37 27 1 0,23-14-2 16,-3 0-1-16,-1 3 1 16,-2 2 0-16,-1-2-1 15,-2 0 0-15,0 0 1 0,2-5-10 16,1-2-48-16</inkml:trace>
  <inkml:trace contextRef="#ctx0" brushRef="#br0" timeOffset="10325.57">14557 9874 56 0,'0'0'8'16,"0"0"-12"-16,0 0-9 15,0 0 17-15,0 0-13 16,0 0-30-16</inkml:trace>
  <inkml:trace contextRef="#ctx0" brushRef="#br0" timeOffset="10667.68">14474 9900 17 0,'0'0'12'0,"0"0"-15"16,0 0 0-16,0 0 13 15,0 0-3-15,0 0 7 16,0 0 2-16,34 0-7 15,-18 0-2-15,1-1-2 16,3-4-1-16,1 0-3 0,-2-1 0 16,2-1 2-16,-6 0 0 15,-1 3 3-15,-3 0 0 16,-5 3 2-16,-4 1-1 16,-2 0-3-16,0 2-13 15,-2 12 8-15,-9 5 10 16,-2 6-3-16,-1 5-4 0,0 4-1 15,-1 3 3-15,1 0-2 16,0 4-4-16,3-7-44 16,2-5-14-16</inkml:trace>
  <inkml:trace contextRef="#ctx0" brushRef="#br0" timeOffset="11179.95">14237 9900 8 0,'0'0'61'0,"0"0"-61"0,0 0 6 0,0 0-7 16,0 0-1-16,0 0 6 15,46-11 2-15,-32 5 3 0,2-1 2 16,0 3-1-16,2-3-3 16,0 2-3-16,-2 1-2 15,1 0-1-15,-3 1 0 16,0 0-1-16,-3 2 0 0,-1 1 0 16,0 0 0-16,-2 0 1 15,1 0-1-15,-4 1-1 16,4 6-1-16,-3 3 2 15,1 3 1-15,0 1-1 16,3 6 2-16,0 4-1 16,-5 2 3-16,1 2-10 0,-4-1-43 15</inkml:trace>
  <inkml:trace contextRef="#ctx0" brushRef="#br0" timeOffset="-185505.84">12415 3130 90 0,'0'1'20'0,"-1"-1"-21"0,1 2-14 0,0-1 17 16,0 0 1-16,0 1-1 0,0-1 4 15,0 2-2-15,2 1 0 16,0-1-2 0,2 0-2-16,-1 1 2 0,-2 2-2 15,0-3 0-15,-1 4 1 16,0-1 3-16,0-1 5 15,0 1 2-15,0 4-1 16,-1-1-2-16,0 3-3 16,1 3-1-16,-3 0-2 0,1 6 0 15,0-2-1-15,-1 5-1 16,1 0 1-16,1 2 0 16,0 1 0-16,-1 2 0 0,0 2 1 15,2 3-1-15,-2 1-1 16,1 3 2-16,1 1 1 15,0 3 1-15,0 4 2 16,0-1-2-16,0 6 0 16,0 0-1-16,0 5 0 15,5-1-1-15,-2 6 0 16,1 2 0-16,2 2-2 0,0 3 3 16,0 1-3-16,-2 0 1 15,2 3-1-15,1 1 1 16,-1 1 0-16,0 0-1 0,-1 4 0 15,-2 3 0-15,0 2 1 16,-3 4-1-16,0 4 1 16,0 3-1-16,-3 1 1 15,-1 1 0-15,0 1 6 16,-2 3 1-16,0 0 1 16,4-3 1-16,2-2-3 15,0 1 1-15,0-5 1 0,2 0-4 16,6 2 3-16,2 2-4 15,2 3-3-15,2 4 0 16,-2 10-1-16,0 4 1 16,-4 7 0-16,-1 8 0 15,-5 5-1-15,-2 6 1 0,0 1-1 16,-2 4 0-16,-6 2 1 16,3 1 2-16,-6 1 2 15,6 4 3-15,-1 1 1 16,2 6 0-16,3 0-4 0,1 3 0 15,0 5-2-15,0 2-1 16,5 3-1-16,4 3 0 16,4 4-1-16,-2 7 2 15,2 1-4-15,-1 4 2 16,-1 3-5-16,2 8-1 16,-4 3-3-16,-2 4 1 0,-3 8 1 15,-4 3 5-15,0 4 2 16,0 3-1-16,-9 2 3 15,-1 1 5-15,-4-3 3 0,3 0-2 16,2-3-2-16,1-6 3 16,4-4 0-16,2-6 0 15,2-5-3-15,0-4-1 16,0-3-2-16,0-3 6 16,0-3 10-16,0 0 2 15,0-1 1-15,-7 1-8 0,1-3-11 16,-3 2 3-16,2-2-2 15,-1-5-2-15,3-5-1 16,-2-7 0-16,3-5-1 16,3-10-2-16,1-9 0 15,0-13-2-15,0-8-1 0,0-13-4 16,0-11 6-16,-2-16-19 16,-2-14-18-16,-7-19-2 15,-7-19-17-15,-9-26-156 16</inkml:trace>
  <inkml:trace contextRef="#ctx0" brushRef="#br0" timeOffset="-184533.16">8381 17591 133 0,'0'0'4'0,"0"0"11"0,0 0-9 0,0 0 1 0,0 0 2 16,0 0 2-16,0 0 3 16,0 0 0-16,0 1-8 0,0 2-4 15,2 3-4-15,4 1-1 16,0 2 4-16,1 3-3 16,-1 1-8-16,1 1-5 15,0 2 8-15,0-3 6 16,1-2 2-16,1-3-1 15,1-3 1-15,1-3 1 0,2-2 2 16,7-7 10-16,3-18 14 16,10-16 4-16,11-20-18 15,21-26-10-15,22-24-2 16,27-26-1-16,23-24-3 16,24-21-65-16</inkml:trace>
  <inkml:trace contextRef="#ctx0" brushRef="#br0" timeOffset="-183068.39">16348 17697 29 0,'3'0'9'0,"-1"0"-8"0,1 2 4 16,1 2 3-16,0 1-1 0,2 0-5 15,-1 2-1-15,-1 3 0 16,2-2-1-16,-1 2 3 16,2 0 7-16,-3-2-1 15,1-1-5-15,1-2 4 16,-1 2-4-16,1-2-3 0,0-4 1 16,0 2-2-16,0-3 2 15,2 0 1-15,5-4 7 16,6-12 10-16,8-7 11 15,10-12-9-15,17-11-9 16,14-12-7-16,16-13-4 0,17-12-1 16,11-14-5-16,9-13-94 15</inkml:trace>
  <inkml:trace contextRef="#ctx0" brushRef="#br0" timeOffset="-180021.17">8404 17570 66 0,'-5'2'12'0,"2"1"2"0,3 0-6 0,0 1-5 15,0 4-2-15,0 1-1 16,6 3 2-16,2-1 0 16,4 2-1-16,-1-2-1 0,4-1 1 15,1-1-1-15,0-8 1 16,6-1-1-16,1-4 3 15,4-16 2-15,4-10-1 16,7-12 13-16,6-14 9 16,10-13-2-16,9-14-8 15,11-6-4-15,8-9-3 0,10-3-5 16,6-3-3-16,-1 3-2 16,-3 2-42-16,-1 1-144 15</inkml:trace>
  <inkml:trace contextRef="#ctx0" brushRef="#br0" timeOffset="-165617.14">2530 16350 86 0,'0'0'2'0,"0"0"6"0,0 0 5 0,0 0-3 15,0 0 0-15,0 0 7 16,0 0 2-16,0 0-2 0,0 0-9 15,0 0-8-15,0 0-6 16,0 0-4-16,0 0 6 16,8 5 6-16,0 15 1 15,1 6 0-15,0-1-1 16,2 5-2-16,2-2-1 0,-4 0 2 16,3-2 1-16,-2 1-1 15,2-1-4-15,-3-2-19 16,0-4-17-16,-1-4-9 15</inkml:trace>
  <inkml:trace contextRef="#ctx0" brushRef="#br0" timeOffset="-165098.59">2747 16351 66 0,'0'0'8'16,"0"0"10"-16,0 0 0 15,0 0-8-15,0 0 2 16,0 0-8-16,0 0 2 0,0 0-1 16,0 0-1-16,-22-44 10 15,24 38-7-15,3-1-2 16,-1 3-2-16,2 1-3 16,1 0 2-16,3 3-2 15,0 0-3-15,1 9 3 0,-1 5-3 16,-1 6-1-16,-1 3 5 15,0 2 0-15,-4 4 1 16,-2 0 0-16,-2-2-4 16,0 0 3-16,0-3 1 15,-2-5-6-15,-2-5 9 0,4-1-3 16,0-7-2-16,0-4-2 16,2-2-10-16,11-8 5 15,9-13 11-15,6-9-3 16,7-8 1-16,5-8 3 15,5-4-1-15,-3-4-22 0,-2 3-121 16</inkml:trace>
  <inkml:trace contextRef="#ctx0" brushRef="#br0" timeOffset="-164216.96">2959 16993 51 0,'0'0'20'0,"0"0"-14"0,0 0 11 0,0 0-5 0,0 0 1 16,-42 20 1-16,32-17-1 15,2-1-5-15,1-2 3 16,-1 0-4-16,1 0-1 0,0 0-2 16,4 0-4-16,1-5 2 15,2-2-4-15,0-2-4 16,5-1 15-16,5-2-10 16,2 0 2-16,3 3-1 0,2 2 0 15,1 2 0-15,-3 3-1 16,3 2-4-16,-4 0 0 15,-1 5-4-15,-2 9-2 16,-2 6-4-16,-5 3 0 16,-4 6 15-16,0 1 5 15,0 2-4-15,-4-1-1 0,-1-3 2 16,-1-5-2-16,2-5 2 16,1-5 2-16,3-4-1 15,0-7-3-15,3-2-4 16,5-4 7-16,5-10-1 15,4-6 8-15,3-7-10 0,-3-1-32 16,1-5-80-16</inkml:trace>
  <inkml:trace contextRef="#ctx0" brushRef="#br0" timeOffset="-163839.59">3192 16838 82 0,'0'0'2'0,"0"0"2"0,0 0 2 0,0 0 0 15,5 43 1-15,3-36-3 16,-2 0 4-16,4-3-10 0,-3-4 8 15,1 0 11-15,-1 0-16 16,1-6 25-16,2-8-4 16,-3-3-10-16,2-4-9 15,-4-2 5-15,1-1-4 16,-2 0-1-16,-1 8 3 16,1 4-3-16,-2 3-2 0,3 9-1 15,2 0-20-15,-3 12-7 16,5 9 15-16,2 7 9 15,3 6-4-15,-1 7-24 16,3 3 4-16,-1-1-18 16</inkml:trace>
  <inkml:trace contextRef="#ctx0" brushRef="#br0" timeOffset="-113023.45">19665 15441 142 0,'0'0'8'0,"0"0"10"0,0 0-4 15,2 0-6-15,0 1 6 16,2 0-3-16,-1 0 1 16,3 0 3-16,2-1-2 0,4 0-3 15,1 0 4-15,5 0-1 16,5 0-2-16,0-7-3 15,4 1-1-15,1-1-2 16,3 0-1-16,-1 0 2 16,-1 0-1-16,0 1-2 0,-2 0-2 15,-1 2-1-15,-1 0-1 16,-7 4-17-16,-3-2-25 16,-3 1-53-16,-4-3-65 15</inkml:trace>
  <inkml:trace contextRef="#ctx0" brushRef="#br0" timeOffset="-112819.11">20073 15345 237 0,'0'0'8'15,"0"0"6"-15,0 0 13 16,44 0-7-16,-31 0-13 15,-1 3-3-15,-4 9-3 16,1 3-1-16,-5 5 1 0,-4 7-4 16,0-3-41-16,-7 2-63 15</inkml:trace>
  <inkml:trace contextRef="#ctx0" brushRef="#br0" timeOffset="-112377.55">20864 15276 249 0,'0'0'5'0,"0"0"0"16,0 0 13-16,0 0-5 15,0 0-10-15,0 0 5 16,0 0 3-16,0 0 1 16,0 0-6-16,-16-27-5 15,8 27-2-15,-4 3 1 0,1 7 1 16,-1 2 1-16,0 4-3 15,5 2 5-15,0 1-2 16,6 1-1-16,1 1 1 16,0-5 1-16,8 4-2 15,3-5 1-15,5-2 1 0,3-2 2 16,4-3-3-16,4-3 0 16,2-3-2-16,3-2 0 15,5-8-21-15,-1-10-38 16,0-9-103-16</inkml:trace>
  <inkml:trace contextRef="#ctx0" brushRef="#br0" timeOffset="-112049.09">21202 14939 250 0,'0'0'4'16,"0"0"-2"-16,0 0-1 16,0 0 0-16,-20 37 3 0,17-17 8 15,0 3-5-15,0 5 13 16,1 0 2-16,-1 4-7 16,2-2-9-16,0-2-3 15,1 2 3-15,0-2 1 16,0-1-2-16,0-1-1 0,0-1-3 15,0 0 1-15,0-1-2 16,0-2 2-16,2-2-2 16,5 2-2-16,0-3-18 15,2-3-19-15,3-3-33 0,2-6-63 16</inkml:trace>
  <inkml:trace contextRef="#ctx0" brushRef="#br0" timeOffset="-111643.27">21430 15419 251 0,'0'0'3'0,"0"0"-1"16,44-27 10-16,-28 17-6 15,-3 0-2-15,1-1-3 16,-3-2-1-16,-2 2 3 16,0-1-2-16,-5 3-1 15,-2-1 1-15,-2 3-1 0,0 1-2 16,-8 2 9-16,-6 4-6 15,-3 0 2-15,0 0 7 16,0 6 2-16,-1 5-6 16,5 1-1-16,-1 1-1 15,5-1-1-15,3 0 0 0,2 1-2 16,4-2 2-16,0 0-4 16,0-2 3-16,4-1-2 15,2-3 1-15,3 1-1 16,-3-5-1-16,4 2 0 15,-3-3 6-15,0 2-3 16,-1-1 0-16,0-1 1 0,0 0 0 16,0 1-2-16,-1 0 0 15,1 1-1-15,1-2 0 16,4 3 0-16,-2-3-5 16,2 0-29-16,5 0-20 15,2-3-62-15</inkml:trace>
  <inkml:trace contextRef="#ctx0" brushRef="#br0" timeOffset="-111265.1">21795 15269 293 0,'0'0'24'0,"0"0"-14"0,0 0 1 0,0 0-10 15,0 0-2-15,0 0-3 16,-14-37-6-16,5 33 3 15,-2 2-1-15,-1 2 5 0,-1 0 3 16,-1 0 0-16,3 4 5 16,3 4-1-16,3 0-2 15,3 1-1-15,2 2-1 16,0-1 0-16,4-2 0 16,7 2 0-16,3-2 0 0,0 0 0 15,2 0 2-15,-2 0 3 16,0 0-3-16,-2-1 1 15,-2 2-3-15,-7-1 0 16,-1-1 0-16,-2 2-4 16,-1-1 4-16,-9 1-3 0,-2-1 4 15,-2 0 2-15,0-3 0 16,1 2-2-16,5-4 0 16,2-3-6-16,6 0-31 15,0-3-50-15</inkml:trace>
  <inkml:trace contextRef="#ctx0" brushRef="#br0" timeOffset="-110861.2">22072 15236 259 0,'0'0'6'0,"0"0"4"16,0 0 13-16,0 0-5 15,0 0-16-15,0 0 4 16,0 0-10-16,0 0 5 15,-38-28 0-15,18 28 0 16,-1 5 0-16,4 4 1 0,1-1-1 16,5 0 2-16,6 1-3 15,2-1 0-15,3 0-4 16,0-1 5-16,5 0-1 16,6-1 0-16,3-2-1 15,1 3 6-15,-1-1-1 16,3 0-2-16,-1 1-1 0,-2-1 0 15,-1 2 0-15,-1-1-1 16,-4 0 0-16,-3 0 0 16,-3 0 0-16,-2 0-2 15,0 1 0-15,-10 0 0 16,-3 1 4-16,-6-1 1 0,0 1-2 16,-3-1 0-16,4-1-1 15,0-1 1-15,9-3-2 16,7-3-15-16,2 0-43 15,7-10-104-15</inkml:trace>
  <inkml:trace contextRef="#ctx0" brushRef="#br0" timeOffset="-110647.77">22253 15239 151 0,'0'0'155'0,"0"0"-151"0,0 0-5 15,0 0 3-15,0 0 2 16,0 0-1-16,-3 44 2 16,2-31-1-16,1 3-1 15,0-1-3-15,0-1 0 0,0 0 0 16,2-1-7-16,6-6-19 16,-1-3-24-16,2-4-77 15</inkml:trace>
  <inkml:trace contextRef="#ctx0" brushRef="#br0" timeOffset="-110503.97">22259 15155 361 0,'0'0'3'16,"0"0"-1"-16,0 0-7 15,0 0-10-15,0 0-39 0,0 0-80 16</inkml:trace>
  <inkml:trace contextRef="#ctx0" brushRef="#br0" timeOffset="-109714.09">22355 14944 303 0,'0'0'-10'0,"0"0"11"15,0 0 0-15,38-19 1 16,-20 19-2-16,-2 0 0 15,2 0 0-15,-3 12 0 16,1 3 0-16,2 9 0 16,-5 6 0-16,-4 7 0 0,0 4-2 15,-4 3 4-15,-3 4-2 16,-2 1 0-16,0-1 1 16,0 0 2-16,0-1 0 15,-4-3 2-15,2-5-2 16,-1-4 0-16,3-6-2 0,0-5 1 15,0-6 0-15,4-2 1 16,5-5-1-16,-1-2 3 16,5-4-4-16,0-3 5 15,0-2-1-15,1 0-1 16,-1-9-3-16,-1-4 2 16,-2-2-1-16,-5-4-1 0,-3-5-1 15,-2-1-1-15,0-2-7 16,-6-2 1-16,-5 4 3 15,-2-1 1-15,0 8 3 16,-2 2 0-16,1 2-5 0,0 5 0 16,3 3-3-16,3 2 5 15,1 1 6-15,3 1-2 16,4 0 2-16,0-1-9 16,6-1-7-16,6-2 11 15,4-1 4-15,3 0-1 0,1-1 0 16,3-1-1-16,-3 1 3 15,2 2-3-15,-4 0 0 16,-3 3 1-16,-3 1 0 16,-2 0 0-16,-5 2 2 15,-2 0-1-15,-1 0-1 0,0 9 0 16,-2-1 2-16,0 5-1 16,0 1 0-16,0 0-1 15,0-1 0-15,2 0 0 16,2-3 0-16,1-2-1 15,3-3-1-15,2-4-14 16,-2-1-43-16,4-7-115 0</inkml:trace>
  <inkml:trace contextRef="#ctx0" brushRef="#br0" timeOffset="-109558.06">22775 15104 158 0,'0'0'151'0,"0"0"-149"0,0 0-2 0,0 0-3 16,0 0-30-16,-38 1-8 15,35 5-20-15,2-2-23 0</inkml:trace>
  <inkml:trace contextRef="#ctx0" brushRef="#br0" timeOffset="-109266.59">23019 15121 291 0,'0'0'0'16,"0"0"12"-16,0 0-4 0,0 0-6 15,-43 3 1-15,19 6 0 16,2 3 0-16,-1 5-1 15,1 4 0-15,5 1 2 16,3 1-3-16,5-1 1 16,5-2 1-16,4-3-3 0,0 0 1 15,2-3 2-15,9-4-3 16,5-1 1-16,5-3-2 16,2-4 0-16,4-2-48 15,1-1-49-15</inkml:trace>
  <inkml:trace contextRef="#ctx0" brushRef="#br0" timeOffset="-108867.84">23086 15170 234 0,'0'0'15'16,"0"0"15"-16,0 0 1 0,0 0-17 16,0 0-3-16,-3-36-5 15,13 34 1-15,1 2-2 16,1 0-2-16,2 4-2 15,0 5 1-15,-2 5-2 16,0 5 0-16,-5-1-2 0,-2 1 0 16,-3 2 2-16,-2-5-4 15,0-2-6-15,-8 0 5 16,-5-4 3-16,-2-3 3 16,-2-2 1-16,1-3-1 15,-3-2 0-15,5 0-1 0,2 0 0 16,6-10 1-16,4-1-3 15,2-2-4-15,3 0 7 16,9 1-1-16,2 3 1 16,1 2-1-16,1 3 0 15,0 4 1-15,1 0-1 16,-2 0 1-16,0 5 0 0,-1 2-1 16,-2-1 1-16,-5 1-1 15,2 0 0-15,-3-2-12 16,1-4-30-16,-3-1-62 15</inkml:trace>
  <inkml:trace contextRef="#ctx0" brushRef="#br0" timeOffset="-108612.29">23336 14948 247 0,'0'0'17'0,"0"0"-11"0,0 0-6 0,0 0 2 16,0 43 4-16,0-19 4 15,4 4 0-15,1 0 0 16,0 1-2-16,3-1-4 0,-2-4-1 16,0 0-3-16,0-4 0 15,-3-3 0-15,-1-4-6 16,-2-3-21-16,0-4-22 15,-2-6-55-15</inkml:trace>
  <inkml:trace contextRef="#ctx0" brushRef="#br0" timeOffset="-108405.23">23259 15115 291 0,'0'0'11'0,"0"0"-7"16,51-11 8-16,-26 8-5 15,2 3-1-15,-1 0-3 16,0 3-1-16,-3 4-1 16,0 3 1-16,-6 2-2 15,-2 0 1-15,-5-2-3 0,-3 3-4 16,-2-5-21-16,-4-5-26 16,1-3-71-16</inkml:trace>
  <inkml:trace contextRef="#ctx0" brushRef="#br0" timeOffset="-108261.15">23555 14958 341 0,'0'0'-1'16,"0"0"6"-16,0 0-6 16,0 0-31-16,0 0-64 0,0 0-23 15</inkml:trace>
  <inkml:trace contextRef="#ctx0" brushRef="#br0" timeOffset="-107658.35">23672 15066 336 0,'0'0'-1'0,"0"0"0"16,0 0-16-16,0 0 4 0,-41 11 2 15,24-4 4-15,-2 6 9 16,4 0-2-16,1 2 2 16,6 1-2-16,5-2 0 15,1 2 0-15,2-3-5 16,0-2-8-16,3-4-2 0,7-1 2 16,0-5 6-16,2-1 1 15,0 0 1-15,2 0 4 16,-4-7 1-16,2-3 0 15,-5-3 2-15,1-4-2 16,-4 0 1-16,0 1-1 0,-1-1-1 16,0 3 0-16,-3 2 1 15,0 2 2-15,0 2 4 16,0 4 9-16,0 1 2 16,0 3-4-16,2 0-12 15,3 0-1-15,4 3-1 0,1 7 3 16,4 0 0-16,-1 2-1 15,3 0 1-15,-1 1 2 16,-2 2 3-16,-1-3-2 16,-5-2-1-16,0 0-3 15,-5-3 0-15,-2-3-1 0,0-1-1 16,0-3-1-16,-5 0 7 16,1-3 0-16,2-7-3 15,2-4-2-15,0-3 3 16,6-3 9-16,7 2 0 15,3 2-4-15,1 2-1 0,3 6-3 16,-1 7-4-16,-2 1 0 16,0 13 0-16,-1 10-2 15,-4 8 2-15,-4 10-1 16,-4 6-18-16,-4 6-28 16,-14-1-88-16</inkml:trace>
  <inkml:trace contextRef="#ctx0" brushRef="#br0" timeOffset="-107016.29">19919 16261 112 0,'0'0'41'0,"0"0"18"0,0 0-18 0,0 0-12 0,0 0-4 16,0 0-5-16,0 0-13 15,0 0-4-15,0 0-2 16,0 0 10-16,0 0-1 15,0 0-1-15,58 0 2 16,-27 0 3-16,7-4-3 0,0 1-5 16,1 1-3-16,1-3-2 15,0 2-1-15,-2-1 0 16,0-3-3-16,-4 1-41 16,-5-2 1-16,-5-2-39 15,-7-3-100-15</inkml:trace>
  <inkml:trace contextRef="#ctx0" brushRef="#br0" timeOffset="-106853.43">20342 16130 332 0,'0'0'6'0,"0"0"-6"16,0 0 2-16,49 38-1 15,-28-18-1-15,1 2 0 16,-2 4-1-16,0-3-16 15,-4-1-29-15,0-3-54 0</inkml:trace>
  <inkml:trace contextRef="#ctx0" brushRef="#br0" timeOffset="-106291.21">20788 16261 83 0,'0'0'33'0,"0"0"-14"0,7-36 24 16,3 21-10-16,2 1-2 15,3 1-6-15,3-1-7 16,4 4 2-16,-1 0 0 15,0 2-4-15,3 4-2 0,0 3-2 16,-1 1-4-16,-1 2-7 16,-3 9-1-16,-2 5-4 15,-3 3 3-15,-5-1 5 16,-3 5-5-16,-2-4-2 0,-4-1 0 16,0-1-1-1,-6-2-4-15,-5-3 0 0,0 0 2 16,-3-4-5-16,3-3-10 15,-1-3 9-15,6-2 3 16,3 0 5-16,3-8-6 16,0-6-3-16,7-3 12 15,7-4-2-15,3-2 2 0,4-1 8 16,1 0-6-16,0 6-1 16,3 2 4-16,-5 5 4 15,0 6 8-15,-2 4-3 16,-1 1-4-16,-2 0-4 0,-1 6-3 15,-3 6 0-15,-1 1-2 16,-2 1 0-16,0 0 2 16,-3 2-1-16,1-2-1 15,-1-2-4-15,1-1-25 16,-1-4-24-16,0-3-71 16</inkml:trace>
  <inkml:trace contextRef="#ctx0" brushRef="#br0" timeOffset="-105943.27">21417 16246 272 0,'0'0'40'0,"0"0"-33"0,0 0-4 16,0 0-4-16,0 0 2 16,38 1-13-16,-29-1 4 15,1-4-4-15,-2-5 5 0,0 1 3 16,-3-5 1-16,-1 2-9 15,-3-1 4-15,-1 0 5 16,0 0 0-16,-8 2-2 16,-4 5 4-16,-3 2 0 15,0 3-1-15,-5 0 2 16,3 3 10-16,3 8 1 0,3 3-6 16,1 2-2-16,4-2 3 15,4 2 0-15,2-5 7 16,0 1 0-16,4-3-3 15,8-1-4-15,1-2-5 16,3-1 0-16,3-4-9 0,0-1-28 16,0 0-41-16,-1-7-128 15</inkml:trace>
  <inkml:trace contextRef="#ctx0" brushRef="#br0" timeOffset="-105758.53">21544 16162 321 0,'0'0'13'0,"0"0"-12"16,0 0 2-16,0 0-2 15,42 31 1-15,-26-22-1 0,-1 2 3 16,4-1-3-16,-2 0 0 16,2-3-1-16,-3 0-6 15,1-4-44-15,0-3-49 16</inkml:trace>
  <inkml:trace contextRef="#ctx0" brushRef="#br0" timeOffset="-105587.27">21675 16147 267 0,'0'0'14'16,"0"0"13"-16,0 0-20 0,0 0-6 15,-41 32 0-15,35-12 0 16,0-2-2-16,4-1 1 15,2-1-7-15,0-3-26 16,1-6-25-16,6-7-60 16</inkml:trace>
  <inkml:trace contextRef="#ctx0" brushRef="#br0" timeOffset="-105359.39">21837 16000 372 0,'0'0'4'16,"0"0"-6"-16,0 0 2 15,0 0 1-15,8 43-5 16,-8-21 4-16,3 4 3 16,-3 2-1-16,1 1-2 0,2-1 1 15,0-2-1-15,0-2-18 16,2-7-22-16,-3-6-38 15,-1-6-113-15</inkml:trace>
  <inkml:trace contextRef="#ctx0" brushRef="#br0" timeOffset="-105196.3">21819 16156 302 0,'0'0'6'0,"0"0"-8"0,42-16 3 15,-19 10 0-15,8 0-1 16,-1 0-2-16,4-1-20 16,0-1-31-16,2-2-79 15</inkml:trace>
  <inkml:trace contextRef="#ctx0" brushRef="#br0" timeOffset="-104748.52">22236 16056 325 0,'0'0'8'0,"0"0"-9"0,0 0 3 16,0 0-1-16,0 0 0 15,-11 49-1-15,8-35 1 16,2 1 0-16,1 0-2 16,0-5 2-16,0 3-5 15,5-6 0-15,4-3-9 16,1-3-6-16,-1-1-12 0,1 0 18 15,1-5 1-15,-2-5 12 16,0 0 2-16,-4 2 9 16,0 1 4-16,-1 3 7 15,1 0 1-15,0 4-7 16,-3 0-12-16,3 0-3 0,2 5 1 16,0 2 0-16,3 1 0 15,0 0 0-15,4 0-1 16,-1-4 0-16,2 1-1 15,1-3 1-15,1-2-1 16,-2 0 0-16,-1-1 0 0,-1-6 0 16,-3-3 1-16,-1-3 0 15,-6 1 1-15,-3-4 1 16,0-3 0-16,0 1-4 16,-7 1-8-16,-1 1-4 15,-4 3-6-15,0 5-15 0,2 2-28 16,2 5-70-16</inkml:trace>
  <inkml:trace contextRef="#ctx0" brushRef="#br0" timeOffset="-104397.67">22649 16072 264 0,'0'0'7'0,"0"0"-8"0,0 0-4 15,0 0 4-15,0 0 6 0,0 0-4 16,-39 40-2-16,27-25 4 16,6-1 0-16,2 0-1 15,4-1 0-15,0-2 0 16,5 0-2-16,7-6 0 0,2-1 0 16,-1-4 2-1,4 0-2-15,-2 0 2 0,1-6-1 16,-3-4 5-16,-3-1 6 15,0-2 8-15,-5-1 3 16,-2 0-6-16,-2-2-9 16,-1 3-6-16,0 2-7 15,-7 4-1-15,-4 1-4 0,2 5-4 16,0 1-2-16,2 0-14 16,2 0-38-16,3 0-122 15</inkml:trace>
  <inkml:trace contextRef="#ctx0" brushRef="#br0" timeOffset="-104091.25">22795 16054 305 0,'0'0'15'16,"0"0"-12"-16,41 0 4 0,-26 3-5 16,-1 3-2-16,-3 1 2 15,-2 3-3-15,-1 1 1 16,-2 2 1-16,-2 1-2 15,0-1-2-15,-4-2-9 16,0-1 4-16,-3-3 2 16,-6-2 4-16,-1-4 2 0,0-1 4 15,2 0 0-15,-2-3 5 16,6-4 7-16,2-4 3 16,2-3-6-16,0-2-8 15,3-1 2-15,10 0-4 16,2 0-4-16,4 2-11 0,3 4-8 15,4 1-11-15,-1 3-20 16,-1 4-75-16</inkml:trace>
  <inkml:trace contextRef="#ctx0" brushRef="#br0" timeOffset="-103700.83">23159 16051 227 0,'0'0'37'16,"0"0"-21"-16,0 0-13 15,0 0-3-15,-44 17-1 16,28-9 2-16,1 0-1 16,1 3 2-16,4 1-2 0,3-1 1 15,4 0 1-15,3 0-4 16,0-4 1-16,1-2 0 16,8-2 0-16,4-3-1 15,1 0 5-15,0 0 1 0,3-6-4 16,0-6-3-16,1-3-2 15,-5-2-6-15,0-4 7 16,-4-2 4-16,-2-1 0 16,-4-4 2-16,-3-1 1 15,0 0 7-15,0 1 0 16,-1 4 2-16,-5 4-3 0,1 6 0 16,1 5-4-16,-1 4-4 15,0 5-2-15,1 1 1 16,-2 12 2-16,3 4-2 15,1 3 3-15,2 5-3 16,0 2-4-16,5-4-5 0,8-1-22 16,2-5-43-16</inkml:trace>
  <inkml:trace contextRef="#ctx0" brushRef="#br0" timeOffset="-103465.52">23535 15955 315 0,'0'0'8'0,"0"0"-6"0,0 0-2 0,0 0 1 0,0 0 5 0,4 42 4 16,-4-19-4-16,0 3-2 15,1 2-2-15,2 0-1 16,-1 0-1-16,0-3-4 15,0-1-21-15,-2-8-25 0,0-5-36 16,0-8-76-16</inkml:trace>
  <inkml:trace contextRef="#ctx0" brushRef="#br0" timeOffset="-103223.56">23613 15942 289 0,'0'0'-1'16,"38"-8"4"-16,-19 8 1 16,0 0-2-16,-2 2-2 0,-5 7 0 15,-4 2-2-15,-6 3-1 16,-2 3-1-16,-1 0 2 16,-13-1 8-16,-2 1-5 15,-5-4-2-15,-4-2 2 16,-1-2-2-16,2-3-2 0,6-4-19 15,1-2-33 1,9-1-48-16</inkml:trace>
  <inkml:trace contextRef="#ctx0" brushRef="#br0" timeOffset="-102910.15">23812 15934 234 0,'0'0'2'15,"0"0"4"-15,46 0 1 16,-34 5-6-16,-5 5-4 16,0 0-1-16,-7 4 2 0,0 1 0 15,0-1 6-15,-2-3 1 16,-6 0-2-16,-2-4-1 16,3-2 4-16,-5-4 6 15,4-1 2-15,1 0-1 16,1-1-1-16,2-8-3 0,1-1-3 15,3-1 5-15,0-5 1 16,4-1-8-16,7-2 4 16,3-1-5-16,5 2-3 15,0 4-6-15,1 2-5 16,0 6-12-16,-2 1-19 0,-2 3-37 16</inkml:trace>
  <inkml:trace contextRef="#ctx0" brushRef="#br0" timeOffset="-102625.12">24024 15933 283 0,'0'0'29'0,"0"0"-28"16,0 0 3-16,0 0-1 16,43-11-1-16,-34 4-2 15,-2-2 0-15,-1 2 1 16,-4-1 0-16,-2 1 1 0,0 0 2 15,-5 2-1-15,-3 1 0 16,-2 4-1-16,-4 0 0 16,1 1 0-16,-2 9 0 15,3 2-1-15,5 2-1 0,-2 0-1 16,9 3-8-16,0-4-1 16,6-3 0-16,7 0-10 15,6-4-8-15,3-2-28 16,3-3-33-16</inkml:trace>
  <inkml:trace contextRef="#ctx0" brushRef="#br0" timeOffset="-102027.3">24268 15936 137 0,'0'0'76'15,"0"0"-7"-15,0 0-33 16,14-42-19-16,-25 36-10 16,-1 4-5-16,-6 0-1 0,-1 2 1 15,0 0-1-15,1 8 0 16,1 2-4-16,8 2-5 15,1 0 0-15,7 0-5 16,1 0-1-16,5-3 1 16,8-2-7-16,7-4-9 15,-1-2-9-15,4-1-6 16,0 0 5-16,-1-10 28 0,0-2 10 16,-5-5 5-16,-2-5 20 15,0-5-1-15,-5-3-7 16,0-3-5-16,-3-2-4 15,-2 3-2-15,-3 2 8 0,-2 6 10 16,0 3 1-16,-4 6-12 16,-6 5-7-16,0 5-3 15,1 3-1-15,-4 2-2 16,1 3 5-16,0 10-4 16,2 5 0-16,1 5 0 15,5 3 0-15,3 2-1 0,1-1 1 16,2 1-1-16,9-2-1 15,0-2 1-15,2-5 0 16,4 0 1-16,1-6-1 16,4-2-2-16,-2-2 3 15,4-3 6-15,3-3-2 0,-4-3-2 16,1 0-2-16,-3-3-12 16,-6-6-2-16,-4-1 8 15,-4 0 6-15,-4 2 3 16,0 1 24-16,-3 1 3 0,0 2-10 15,0 4-6-15,0 0-13 16,0 0-1-16,0 0-2 16,0 3 2-16,0 2-2 15,4 4 0-15,2-4-5 16,-3 1-9-16,1-2-17 16,0-4-36-16,0 0-100 0</inkml:trace>
  <inkml:trace contextRef="#ctx0" brushRef="#br0" timeOffset="-101891.08">24573 15742 315 0,'0'0'-6'0,"0"0"4"0,0 0-6 16,0 0-5-16,0 0-24 15,0 0-92-15</inkml:trace>
  <inkml:trace contextRef="#ctx0" brushRef="#br0" timeOffset="-101600.14">24729 15729 308 0,'0'0'0'0,"0"0"7"16,0 0-3-16,0 0-11 15,0 0 6-15,0 0-1 16,-51 8 2-16,37 9 1 0,0 3-1 16,3 2 1-16,3 0-1 15,5-1 0-15,3-2-1 16,0-2-1-16,5-4-4 16,6-2-1-16,5-3 4 15,3-3 4-15,4-2-4 0,2-3-11 16,-1 0-14-16,3-7-22 15,-4-6-26-15,-1-5-4 16</inkml:trace>
  <inkml:trace contextRef="#ctx0" brushRef="#br0" timeOffset="-101422.27">24887 15657 147 0,'0'0'32'0,"0"0"15"15,0 0-20-15,0 0-23 16,0 0 0-16,-42 21 3 15,34 1 4-15,2 1-2 16,2 3-4-16,4-2-5 0,0 1 0 16,0-1 2-16,1-5-4 15,4-3-27-15,-1-4-20 16,-2-4-40-16</inkml:trace>
  <inkml:trace contextRef="#ctx0" brushRef="#br0" timeOffset="-101208.33">24769 15822 254 0,'0'0'18'0,"0"0"1"15,0 0-11-15,41-15-4 0,-22 14-2 16,3 1-3-16,-3 0 0 16,-2 0-1-16,-3 0 2 15,-6 5 0-15,-3 2 0 16,-3 2 0-16,-2 1-2 15,0 0 0-15,-5-1-15 0,-3-1-12 16,-2-3-27-16,4-2-20 16</inkml:trace>
  <inkml:trace contextRef="#ctx0" brushRef="#br0" timeOffset="-101078.81">24917 15797 267 0,'0'0'44'0,"0"0"-29"15,0 0-5-15,0 0-9 16,0 0-1-16,0 0-38 16,0 0-129-16</inkml:trace>
  <inkml:trace contextRef="#ctx0" brushRef="#br0" timeOffset="-99877.17">19894 17151 136 0,'1'0'34'0,"1"0"-6"0,3 0-11 0,3 0 2 16,3 0-6-16,0 0-2 0,7 0 1 15,-2-2 3-15,6 1 8 16,1-1-1-16,6 0-4 15,2 0 1-15,1-2-3 16,3 1-8-16,-1 0-5 16,0 0-1-16,0-1-2 0,-2 1 0 15,1 0 1-15,-2 0-1 16,-1-1 0-16,-2 3-1 16,-2-2-15-16,-2-1-15 15,-5 1-15-15,-7-1-41 16,-3-1-105-16</inkml:trace>
  <inkml:trace contextRef="#ctx0" brushRef="#br0" timeOffset="-99692.46">20351 17061 320 0,'0'0'18'0,"0"0"-11"16,0 0-4-16,0 0-1 15,0 0-1-15,53 29-1 16,-40-14 0-16,1 4-3 0,-5-1-22 16,-3-1-50-16,-6-3-147 15</inkml:trace>
  <inkml:trace contextRef="#ctx0" brushRef="#br0" timeOffset="-98326.11">21074 16851 14 0,'2'-7'-11'0,"1"0"29"0,-1 0 31 0,0 1-4 0,-1 2 19 16,0 1-4-16,-1 1-11 15,1 1-19-15,-1 0-16 0,0 1-9 16,0 0-5-16,0 0-2 15,0 7-3-15,0 8 2 16,0 4 2-16,0 6 2 16,0 4 2-16,0 3-2 15,0-2-1-15,0 1 1 16,6-5 0-16,-1-4 0 16,4-3-1-16,4-6-2 0,1-2 2 15,3-3 2-15,3-3-1 16,2 1 0-16,3-5-1 15,2 2 1-15,1-3-1 0,3 0-5 16,-2 0-21-16,1 0-21 16,2-3-79-16</inkml:trace>
  <inkml:trace contextRef="#ctx0" brushRef="#br0" timeOffset="-97928.67">21678 16990 282 0,'0'0'16'0,"0"0"-12"16,0 0-1-16,0 0-3 0,-49-10 1 15,33 10-1-15,-4 0 0 16,1 7-1-16,-1 3 3 16,1 1 0-16,4 0-1 15,2 3 0-15,3-3 0 16,4 3-1-16,3-4 1 0,3 0-1 15,0-3 2-15,2 0-5 16,5-4 0-16,5 0-9 16,1-3-11-16,2 0 8 15,2 0 4-15,2-7 3 16,-3-3 7-16,0-1 1 0,-3 3 1 16,-3 0 0-16,-2 2 2 15,-2 2 20-15,-5 1 13 16,-1 3-14-16,0 0-15 15,1 0-8-15,0 0-3 16,3 7 7-16,2-1-1 16,-1 1-2-16,5 0-6 0,-2-1-10 15,3-3-18-15,-1-2-46 16</inkml:trace>
  <inkml:trace contextRef="#ctx0" brushRef="#br0" timeOffset="-97537.61">21807 16983 288 0,'0'0'9'15,"0"0"6"-15,0 0-8 16,0 0-6-16,0 0 0 0,41 4-1 16,-34 6 0-16,1 1 1 15,-3 0-2-15,-1 1-2 16,0-2 0-16,-2 0-6 15,-1-3 0-15,-1 0 7 16,0-2-1-16,0-3 0 0,0-2-1 16,0 0 7-16,-1 0-1 15,-1 0 0-15,2-7-1 16,0-2-3-16,0-3 5 16,8 1-4-16,3-3 2 15,3 1-1-15,0 1 1 16,1 1 5-16,2 1 1 0,1 6 1 15,-2 2-3-15,0 2-2 16,-1 0-2-16,0 2 0 16,-3 8-2-16,-2 1-2 15,-2 0-15-15,-1 1-11 16,-1-2-19-16,1-3-32 0,4-3-54 16</inkml:trace>
  <inkml:trace contextRef="#ctx0" brushRef="#br0" timeOffset="-96646.58">22288 16930 313 0,'0'0'5'0,"0"0"2"16,0 0-2-16,0 0-5 16,-19-37-9-16,9 35 9 15,-4 2 0-15,-1 0 1 16,-1 8 0-16,4 5-1 0,2 0 0 15,-1 2 0-15,8-3-1 16,1 1-1-16,2-3-5 16,0-1 2-16,2-3-4 0,6-6 3 15,4 0 8 1,1 0 1-16,2 0 6 0,0 0 0 16,0-4-1-16,-3 2 2 15,-1 2-4-15,-1 0-2 16,-2 8-2-16,0 4-2 15,2 4-1-15,-4 2 0 0,1 4 4 16,-2-1-8-16,-3 2 0 16,0-2 5-16,-2 0 0 15,0 0-4-15,-4-1-3 16,-5-1 2-16,-3-2 0 0,-5-3-2 16,2-1 1-16,-1-5 2 15,3-3 4-15,1-5 0 16,7 0 2-16,3-9 0 15,2-5-6-15,2-4 10 16,7-5-2-16,7-1-1 16,2-2-2-16,6 1 1 0,-1 1-2 15,2 1 1-15,-2 0-1 16,-1 3 0-16,-3 0 0 16,-4 3 0-16,-3 0 0 15,-4 0 0-15,-2 4 1 16,-3 3 0-16,-2 2-1 15,-1 1 2-15,0 4 2 0,0 3-3 16,-1 0 6-16,-2 3-5 16,0 10-2-16,0 1 0 15,1 1 1-15,2 4-2 16,0-4 2-16,0-2-1 0,5-1 0 16,2-3-2-16,5-3 1 15,1-3 3-15,2-1 0 16,1-2-2-16,2 0 1 15,0-6-1-15,1-7 0 16,0-3 0-16,-2-2-2 16,-2-5 2-16,-2 5 0 0,0-1-1 15,-2 4 1-15,-5 3 1 16,-1 5-1-16,-3 2 9 16,0 4-1-16,-2 1-3 15,0 0-7-15,2 9-2 16,-2 2 4-16,1 2 3 0,3 3-1 15,0-2-2-15,2-1 1 16,0-2-1-16,4-1-2 16,1-1-2-16,2-4-2 15,3-1-4-15,1-4-2 0,3 0-7 16,0 0-10-16,2-6-31 16,-1-2-46-16,1-2-3 15</inkml:trace>
  <inkml:trace contextRef="#ctx0" brushRef="#br0" timeOffset="-95763.64">22918 16940 103 0,'0'0'70'0,"0"0"-1"0,0 0-20 0,0 0-20 0,3-41-12 0,-12 37-4 0,0 3-11 15,-1 1-1-15,-1 0 0 16,1 2 0-16,3 7-1 16,-2 1 0-16,4 1 0 0,1 3 1 15,3-2-2-15,1-1 1 16,0 1-4-16,5-3-6 15,2-3 2-15,5-2 6 16,1-2 2-16,2-2-1 16,2 0-2-16,0-1 2 15,0-7 2-15,-1 1-1 0,-4-3 3 16,1 0-3-16,-7 2 0 16,1-1 1-16,-7 4 3 15,0 0-3-15,0 1 1 16,0 1-3-16,0 3 4 15,0 0-2-15,0 0 0 0,0 3-2 16,0 3 1-16,0 1-1 16,0-2 1-16,0 0-2 15,2 1-2-15,4-2 3 16,3-3 0-16,-1-1 3 16,3 0-2-16,2 0 1 0,0-1 0 15,4-5 0 1,-4-3-1-16,-2 0 0 0,-1-3 1 15,-3 1 0-15,-2-2-1 16,-5 2 1-16,0-1-1 16,0 2 1-16,0 2-2 0,0 2 1 15,0-1 6-15,-2 4-1 16,0 3-3-16,0 0-1 16,0 0-1-16,2 3 0 15,-2 4-1-15,2 6 2 16,0 3-1-16,0-1 1 0,0 5-1 15,0 3 2-15,1-2-2 16,6 3 2-16,-2-2-2 16,1-1 1-16,0-2-1 15,-2-1 1-15,-2-4-2 16,-1-3 1-16,-1-2-3 0,0-2 2 16,-4-4 0-16,0-2 1 15,-4-1 0-15,3 0 1 16,4 0-1-16,-1-7 1 15,2-4-6-15,0-2-1 16,8-1 2-16,6-5 1 16,2 1 2-16,5-3 1 0,-1-1-1 15,1 2 2-15,4-1-1 16,-4 1 0-16,0 2 0 16,-4 2 0-16,-4 1 0 15,-2 3-1-15,-8 2 0 0,-2 2 1 16,-1 3-3-16,-2 4 10 15,-6 1-1-15,-2 0-2 16,2 4-4-16,3 6 2 16,-2 4-2-16,6 2 1 15,1-2 0-15,2 4-1 16,7 1-1-16,3 1-1 0,2 4-15 16,-1-3-5-16,1 2-43 15,-7 1-144-15</inkml:trace>
  <inkml:trace contextRef="#ctx0" brushRef="#br0" timeOffset="-95460.16">22672 17301 323 0,'-4'-2'2'0,"2"2"4"0,2 2-10 0,0 14 1 15,0 4 3-15,0 4 1 16,6 1 0-16,1 5 0 0,2-3 2 15,-2 0-3-15,0-3-7 16,-3-2-57-16,-2-7-88 16</inkml:trace>
  <inkml:trace contextRef="#ctx0" brushRef="#br0" timeOffset="-94655.02">22551 17477 48 0,'0'0'152'15,"0"0"-136"-15,52-30 20 16,-29 20-19-16,4 2-2 16,2 2 0-16,2 2 1 15,0 3-4-15,-2 1 0 16,1 0-5-16,-4 5-4 0,-2 5-1 15,-5 3 0-15,-3 1-2 16,-3 1-2-16,-5 0-5 16,-4-2-6-16,-3-2-1 15,-1-1 1-15,0-3 4 16,-5-1 5-16,-3-3 4 0,0-3 4 16,-1 0-1-16,3 0 1 15,0-6 1-15,2-4 5 16,3-3 0-16,1-4-1 15,0-2 8-15,5-1-7 16,6-2-5-16,7 1-3 16,2 1-2-16,2 5-1 0,3 4-13 15,2 3-14-15,-2 2-9 16,0 6-8-16,-4 0-9 16,2 0 2-16,-5 6 14 15,1 1-4-15,-3 0-3 0,-5-2 43 16,-1-1 37-16,-3 0 22 15,-1-3 4-15,-5-1 2 16,-1 0 1-16,0 0-24 16,0 0-26-16,-8 0-4 15,-1 0-6-15,-1 0-1 0,-3 0-3 16,2 0 1-16,-2 8 0 16,-1 1-1-16,1 3 0 15,1 1 0-15,3 1 0 16,4 0 0-16,4-1 0 15,1-2 0-15,0-1-1 0,7-3-4 16,5-4-2-16,3-3 6 16,2 0 0-16,1-3-2 15,1-4 2-15,-1-6-6 16,-1-1 2-16,-2 0 5 16,-3 2 0-16,-5 0 1 15,-1 3 2-15,-3 2 7 0,-3 3 1 16,0 1 5-16,0 2 5 15,0 1-16-15,0 0-8 16,1 5 3-16,2 5 0 16,-1 0 2-16,5 1-3 15,-3 1-8-15,2-1-9 0,2-2-4 16,1-4-13-16,-3-2-51 16,1-3-61-16</inkml:trace>
  <inkml:trace contextRef="#ctx0" brushRef="#br0" timeOffset="-94270.27">23307 17415 229 0,'0'0'28'0,"0"0"20"0,0 0-32 0,0 0-10 16,0 0-2-16,0 0-1 0,42-32 3 16,-30 32 0-16,-3 5-1 15,2 3 0-15,1 4-2 16,-2-1-1-16,1 2-6 15,-5-2-14-15,-2 2 9 16,-3-4-9-16,-1-1-5 16,0-4 14-16,-2 1 9 0,-5-4-1 15,-1-1 5-15,3 0 2 16,-1-3-3-16,2-7 2 16,4 0-4-16,0-3 0 15,0 1 5-15,6-1-2 0,4 0 0 16,3 3 4-16,2 2-2 15,0 3-1-15,0 4-3 16,2 1-1-16,-2 0 0 16,0 1-1-16,-3 9 0 15,-2-1 0-15,0 1-4 16,-3-2-13-16,-2-1-8 0,0 0-15 16,1-4-24-16,1-1-9 15</inkml:trace>
  <inkml:trace contextRef="#ctx0" brushRef="#br0" timeOffset="-93966.02">23691 17369 180 0,'0'0'26'0,"0"0"23"15,0 0-16-15,2-40-20 16,-7 36-3-16,-2 3 1 16,-1 1-10-16,0 0 0 15,-3 8-1-15,2 3-1 0,3 1 0 16,3 2 0-16,1-2 0 15,2-1 1-15,2 0-1 16,5-2-1-16,5-1 4 16,3-2-3-16,-2 1 2 15,1-3 1-15,-3-1 2 16,-3 0-2-16,-4 1-2 16,-4-1 0-16,0 2-4 0,-9-1 11 15,-5 2-6-15,-4-1-1 16,-3 2 1-16,2-2-1 15,2-3 0-15,4 0-9 16,2-2-37-16,8-6-90 0</inkml:trace>
  <inkml:trace contextRef="#ctx0" brushRef="#br0" timeOffset="-93722.58">23755 17152 278 0,'0'0'3'16,"0"0"-2"-16,0 0 0 15,0 0-1-15,0 0-1 0,0 0 8 16,26 54 9-16,-19-30-3 16,-2 2-5-16,3 2 0 15,1 0-4-15,1-2-2 16,1 0-2-16,1-4-13 15,0-5-24-15,-2-4-54 16,3-6-30-16</inkml:trace>
  <inkml:trace contextRef="#ctx0" brushRef="#br0" timeOffset="-93403.87">24053 17388 252 0,'0'0'26'0,"0"0"2"15,-39-10-15-15,21 10-8 16,2 0-2-16,-2 3 0 16,3 4-2-16,1 1 0 0,5 1-1 15,1-1 1-15,5 1-1 16,3-2 0-16,0-3-1 16,1 1-4-16,11-3 2 15,1-2 0-15,2 0 0 16,1 0 1-16,1 0 3 0,1 0 0 15,-1 0 11-15,-3 0 5 16,-1 0 4-16,1 0-8 16,1 0-10-16,-1 0-3 15,0 0-3-15,-2 0-15 16,-3 0-5-16,-1-5-6 0,-2-4-37 16,-2-1-64-16</inkml:trace>
  <inkml:trace contextRef="#ctx0" brushRef="#br0" timeOffset="-93194.87">24169 17185 248 0,'0'0'26'0,"0"0"6"16,0 0-30-16,0 0 1 15,0 0 3-15,11 48-2 16,-8-29-1-16,2 3 0 0,-5 1 3 15,1-2-2-15,-1-1-3 16,0 0 0-16,0-4-15 16,0-4-25-16,0-6-75 15</inkml:trace>
  <inkml:trace contextRef="#ctx0" brushRef="#br0" timeOffset="-92933.5">24128 17330 280 0,'0'0'3'0,"37"-15"5"15,-14 8 7-15,-5 0-2 16,1 6 3-16,-2 1 3 16,2 0 5-16,-3 1-8 0,2 9-8 15,-3 1-4-15,-1 2-6 16,-5-3 5-16,0 3-10 15,-4-2-10-15,-4-1 5 16,-1-3-4-16,0-2-1 16,-2-1 3-16,-6-3-16 15,0 1-33-15,0-2-47 0</inkml:trace>
  <inkml:trace contextRef="#ctx0" brushRef="#br0" timeOffset="-92826.35">24284 17342 82 0,'0'0'58'16,"0"0"5"-16,-7-38-37 15,7 29-18-15,0 2-11 0,8 4-19 16,-1-1-1-16,1 1-24 16,-1 1-48-16</inkml:trace>
  <inkml:trace contextRef="#ctx0" brushRef="#br0" timeOffset="-92257.13">24414 17306 356 0,'0'0'16'0,"0"0"-5"16,0 0-9-16,0 0 0 15,0 0-6-15,0 0-1 0,0 0 2 16,-17 12-1-16,13-1 0 16,-3 2 0-16,2 3-8 15,4-4-2-15,-1 3 3 16,2-5 1-16,0-2-11 0,0 0-7 15,2-3-8-15,5-2 15 16,1-3 12-16,1 0 0 16,2 0 8-16,-1-3 3 15,1-4 3-15,-5-3 2 16,2-1 5-16,-4-2 9 16,-1 0-11-16,0 0-4 0,-3 1-1 15,0 2 6-15,0 1 5 16,2 4 4-16,-1 0-6 15,4 5-8-15,0 0-6 16,1 0 0-16,2 0-1 0,-1 2 0 16,2 5-1-16,-4-2 1 15,3 2 1-15,-5-1 0 16,2-3 0-16,3 1 0 16,-3-3 0-16,1-1-1 15,-2 0-1-15,2 0 2 16,2-5 1-16,-1-1 4 0,2-1 8 15,0-1 4-15,5-1 5 16,-2 2 3-16,4 3 6 16,0 4-18-16,2 0-8 15,3 2-2-15,-2 13-2 16,1 3-2-16,-5 8-13 0,-1 1 9 16,-11 3-29-16,-3-2-15 15,-1-1-24-15,-15-6-147 16</inkml:trace>
  <inkml:trace contextRef="#ctx0" brushRef="#br0" timeOffset="-50842.37">21053 3194 49 0,'2'-2'8'0,"1"-2"-6"0,2 1 0 0,-3 2-1 0,1-2 3 15,-1 0 0-15,0 0 4 16,2-1 4-16,-1 2-1 16,-2-1-2-16,0 1-5 0,0 1-3 15,-1 0-1 1,0 1 1-16,0 0 2 0,0 0 7 16,0 0 2-16,0-1-3 15,0 1-4-15,0 0-1 16,-1 0-3-16,-1 0-1 15,-5 0 0-15,2 3 0 0,-1 1 0 16,0 2-1-16,-1-2-1 16,-1 2 0-16,2-1 0 15,0 1 1-15,1 1 0 16,-1 0 2-16,-1 3-1 16,4-1 0-16,-4 1 0 0,3-2 1 15,-2 2 0-15,2 4-1 16,0-4 0-16,0 3 0 15,0 0 0-15,2 0 1 16,0 2-1-16,1-3 0 16,-1 2 0-16,2-3 0 0,0 2 2 15,0 1-2-15,0-1 2 16,2-3-2-16,1 1 2 16,5-1-2-16,-2-1 1 15,2 1-1-15,0-3 3 16,1-1-1-16,3-2 2 0,-3 0 1 15,2-1-2-15,1-2 1 16,-2-1 0-16,1 0 0 16,0 0 0-16,-1 0-1 15,0 0 1-15,2-2-1 16,-1-4 1-16,-4 2 0 0,2-2 2 16,-3-3-1-16,1 1 0 15,-2 0 1-15,-1-1-1 16,1 0-1-16,-5-2-1 15,2 0 0-15,-2 2 2 16,0-1-1-16,0 0 2 0,-2 2 0 16,-5 1 0-16,2 1 1 15,-5 3-7-15,3-1 0 16,-7 4-2-16,-1 0 0 16,-3 3 1-16,0 5 1 15,-5 5-1-15,1 1 1 16,2 0-2-16,3 4-6 0,3-2-8 15,4 1-20-15,6-4-20 16,4-7-12-16</inkml:trace>
  <inkml:trace contextRef="#ctx0" brushRef="#br0" timeOffset="-50424.63">21455 3338 117 0,'0'0'4'0,"0"0"-1"0,0 0-3 0,0 0 1 15,0 0 4-15,0 0 13 16,0 0 4-16,0 0 6 15,0 0-8-15,43-6-3 0,-21 1-10 16,4-2-4-16,1 3-1 16,-1 1-1-16,4 1-1 15,1 2 1-15,-2 0-5 16,-4 0-82-16</inkml:trace>
  <inkml:trace contextRef="#ctx0" brushRef="#br0" timeOffset="-45938.81">21111 4114 106 0,'-2'0'4'0,"0"0"11"0,1 0 13 16,0 0-6-16,1 0-13 0,0 0 0 16,0 0 4-16,0 0-5 15,0 0-6-15,0 0-2 16,0 0 0-16,0 7 0 16,0 4 2-16,0 3 1 15,0 4 0-15,0 7 0 16,0 0 1-16,0 3-3 0,0-1 2 15,0-2-1-15,0 0-1 16,0-4 1-16,0-1-1 16,0-5-1-16,4-3-20 15,4-7-60-15</inkml:trace>
  <inkml:trace contextRef="#ctx0" brushRef="#br0" timeOffset="-45313.38">21331 4216 96 0,'0'0'1'0,"0"0"1"16,0 0-1-16,-44 16 1 16,35-16-1-16,2 0 5 15,-1 0 5-15,2 0-2 0,4-1 0 16,-2-5 13-16,3 0-2 16,1-1-9-16,0 0-4 15,0 0-7-15,7 0 0 16,0 1 1-16,2 0-1 15,0 2 1-15,0 3-1 0,2-1-1 16,-2 2 2-16,-1 0 1 16,1 0-2-16,-3 3 1 15,0 7-1-15,-3 0 0 16,0 4 0-16,-2 2-1 16,-1 1 2-16,0 1-1 0,0 1 0 15,-4-2 1-15,-4 1-2 16,0-2 3-16,-4-3-2 15,2 0 1-15,1-1 1 16,-2-1-2-16,3-2 1 16,2-2-1-16,-1 0 0 0,1 0-1 15,3-5 1-15,1 1 1 16,0-3 1-16,2 0 1 16,0 0 0-16,0 0 2 15,6 0 1-15,2 0-2 16,3-4 5-16,0 1 1 15,3-2-4-15,-1 5 1 0,3 0-7 16,-1 0 0-16,3 0 0 16,0 0-5-16,2 0-27 15,0 0-69-15</inkml:trace>
  <inkml:trace contextRef="#ctx0" brushRef="#br0" timeOffset="-45135.45">21684 4320 124 0,'0'0'137'0,"0"0"-133"0,0 0-3 16,56-27 0-16,-33 23-1 16,3-1 0-16,4 0-3 15,-4 0-36-15,3 0-47 16</inkml:trace>
  <inkml:trace contextRef="#ctx0" brushRef="#br0" timeOffset="-44502.63">21228 5043 142 0,'0'0'0'15,"0"0"4"-15,0 0-3 0,0 0 0 16,0 0 0-16,-39 0 4 16,33-2 13-16,2 0 13 15,1-1-10-15,2-2-10 16,1 1-6-16,0-1-6 15,7-1-1-15,3 0 4 0,5-1-1 16,0 3-1-16,1-2 1 16,-2 5 0-16,3-1 0 15,-4 2-1-15,-2 0 0 16,1 7-1-16,-4 3-2 16,-2 3 0-16,-3 1-6 0,-3 2-4 15,0-2 1-15,-2 1 8 16,-7-1-1-16,-2-3 5 15,-1-1 2-15,2 1 1 16,3-1 2-16,1-3 3 16,1 1-5-16,5-3 0 0,0 2-2 15,0-1 0-15,0-2 1 16,9-1-1-16,-2 1 0 16,5-2-1-16,3-1 1 15,0-1-11-15,3 0-54 16,1 0-74-16</inkml:trace>
  <inkml:trace contextRef="#ctx0" brushRef="#br0" timeOffset="-44125.13">21476 5029 205 0,'0'0'1'0,"0"0"7"0,0 0 4 0,0 0-13 16,0 0-1-16,0 0 1 16,0 0 1-16,0 0 1 0,-12 37-1 15,12-25 0-15,1 0 0 16,4-4 0-16,3 1 0 16,-2-3 0-16,3-1 1 15,3-2 0-15,0-3-2 16,1 0-1-16,1-1 8 0,1-8-3 15,-1 0 2-15,-3 0 0 16,-2 0 3-16,-3 2-1 16,-1 1 1-16,-2 3-4 15,-3 3 2-15,0 0-9 16,0 3 1-16,0 10 2 0,0 1 1 16,0 6 1-16,0 3-2 15,0 2-13-15,2-2-46 16,4-3-34-16</inkml:trace>
  <inkml:trace contextRef="#ctx0" brushRef="#br0" timeOffset="-43918.77">21895 5109 264 0,'0'0'0'0,"0"0"1"16,40-2 1-16,-16-3 0 15,8 1-1-15,4-3 0 16,4 0-8-16,0-3-75 0</inkml:trace>
  <inkml:trace contextRef="#ctx0" brushRef="#br0" timeOffset="-32994.64">21457 6017 99 0,'0'-3'13'0,"0"-1"14"0,0 0 4 0,0 1-17 0,0-1-2 16,0 0-3-16,0 0 1 16,0 2 1-16,0-1-6 15,0 3-2-15,0 0-2 0,1 0 0 16,2 0-5-16,-1 4 4 15,-1 6 0-15,3 4 0 16,0 3 0-16,0 2 0 16,2 2 2-16,0-1-2 15,-3-2 1-15,1 1-1 0,-2-5 0 16,-1-1 0-16,0 0 1 16,-1-3-1-16,0-2 0 15,0 1-4-15,0-2-17 16,0-3-29-16,0-3-12 15</inkml:trace>
  <inkml:trace contextRef="#ctx0" brushRef="#br0" timeOffset="-32657.91">21332 6007 113 0,'0'0'105'0,"0"0"-92"0,0 0 1 16,0 0-5-16,0 0-4 15,0 0 2-15,0 0-1 0,46-34 0 16,-29 28-2-16,0 0-2 16,2 1-1-16,3 2-1 15,1 0-1-15,0 2-4 16,2 1-24-16,0-3-38 0,-3 2-50 16</inkml:trace>
  <inkml:trace contextRef="#ctx0" brushRef="#br0" timeOffset="-32211.42">21694 6128 94 0,'0'0'44'16,"0"0"-3"-16,0 0-8 16,0 0-11-16,0 0-11 15,0 0-3-15,0 0-4 0,20-40-2 16,-12 29 0 0,-4-1 1-16,1 1-3 0,0 3 1 15,-5 0-1-15,2 1-1 16,-2 3 1-16,0-2-5 15,0 5 8-15,-6-2-4 16,-1 3-3-16,-4 0 2 0,-1 5-1 16,-1 7 4-16,0 3 0 15,2 1 0-15,1 4-2 16,2-1 2-16,4-1 0 16,3-2-1-16,1-2 1 15,0-3 0-15,4-2-1 0,6-3 3 16,3-1 0-16,3-5-2 15,5 0 4-15,3 0-4 16,-1-8-36-16,0-8-92 16</inkml:trace>
  <inkml:trace contextRef="#ctx0" brushRef="#br0" timeOffset="-31898.35">21827 5784 119 0,'0'0'13'0,"0"0"18"0,0 0-20 0,0 0-12 16,0 0 0-16,0 0 2 15,-3 37 1-15,5-17 3 16,4 0 4-16,1 4 0 16,2 2-7-16,-4 1-1 15,1 1 0-15,0 1 0 0,-1-2 1 16,1 1-1-16,-2 0-1 16,-1-4-7-16,-2-5-46 15</inkml:trace>
  <inkml:trace contextRef="#ctx0" brushRef="#br0" timeOffset="-31491.4">22027 6027 267 0,'0'0'-12'16,"0"0"16"-16,0 0 2 15,0 0-4-15,0 0 0 16,0 0-2-16,0 0-3 16,0 0 3-16,1 7 0 15,-2 3 0-15,1 0 0 0,0-1 0 16,0-1 1-16,0-1 0 16,7 0-1-16,1-4 0 15,1-1-1-15,4-2-2 16,0 0 6-16,4-9-2 15,-4-2-1-15,2-3-4 0,-1-1-3 16,-5 1 7-16,-2 3 1 16,-2 2 0-16,-3 2 6 15,-1 4 10-15,-1 2-3 16,0 1-5-16,0 0-13 0,0 1 0 16,0 7 3-16,0 3-1 15,0 1-9-15,3 1-15 16,3-4-22-16,3-1-35 15</inkml:trace>
  <inkml:trace contextRef="#ctx0" brushRef="#br0" timeOffset="-30681.55">22416 5985 158 0,'0'0'29'0,"0"0"-12"15,0 0 15-15,0 0-21 16,2-39-9-16,-11 38 0 15,-3 1-3-15,-5 0-2 16,1 0 1-16,1 4 9 16,-1 4-5-16,2 5-2 15,1-1 0-15,5-1 1 16,3 0 0-16,1-1-1 0,4-2 0 16,0-2 0-16,2-3-2 15,6-1-2-15,4-2 12 16,1 0-2-16,3 0 4 15,-1-4-5-15,-4 2-4 0,0 2 0 16,-3 0-1-16,-3 6-1 16,-2 5-4-16,1 6 9 15,-4 3-4-15,0 1 1 16,0 2-1-16,0-3 0 16,0 1 1-16,0-4-1 0,-2-4 0 15,-3-2-2-15,1-2 2 16,2-5 0-16,-2-1-1 15,2-3 3-15,1 0 3 16,1-5 0-16,0-6-4 16,0-3-6-16,7-3 1 15,3-4-1-15,2 1-2 0,0-1-4 16,-1-1 1-16,1 3 1 16,0-1 5-16,-3 1 3 15,1 2 2-15,0 2 0 16,-4 2 1-16,2-1-1 15,-4 2-1-15,0 4 0 0,1-1 1 16,-5 4 1-16,1 0 5 16,-1 1 1-16,0 4 1 15,0 0-5-15,0 0-6 16,0 7-2-16,0 4 3 16,0 4 1-16,-1 0 1 0,1 1 0 15,0-1-1-15,0 0 0 16,0-3 1-16,0-3-1 15,2 0 1-15,3-4 0 16,2-2-3-16,4-3 2 16,-3 0 2-16,3-8 1 0,3-5 0 15,-1-3-2-15,1-4 0 16,-2 2-1-16,-2-1 1 16,-3 5-1-16,-3 3 1 15,1 2 3-15,-5 5 15 16,0 1-4-16,0 3-6 0,0 0-12 15,0 7 2-15,0 6 1 16,0 1 1-16,0 5-1 16,6-1-5-16,5-1-25 15,2-1-23-15,2-8-74 16</inkml:trace>
  <inkml:trace contextRef="#ctx0" brushRef="#br0" timeOffset="-30297.67">23012 5949 108 0,'0'0'34'0,"0"0"-18"0,0 0 27 15,0 0-27-15,0 0-2 16,0 0 0-16,0 0 5 0,0 0-3 16,48-13-5-16,-27 9-5 15,2 0-5-15,4 0 0 16,2 1 1-16,1 2-2 15,2-3 0-15,2 1 0 16,1 1 0-16,0-1 0 0,1 0 0 16,-1 0-3-16,2 1-4 15,-1 1-10-15,-6-2-21 16,-6-1-65-16</inkml:trace>
  <inkml:trace contextRef="#ctx0" brushRef="#br0" timeOffset="-30034.94">23535 5820 192 0,'0'0'16'16,"0"0"7"-16,0 0-6 15,0 0-9-15,45-7-3 0,-30 7-2 16,-1 0 2-16,-1 2 0 16,1 6-4-16,-3 4-1 15,-4 3-3-15,-4 3 3 16,-3 3-21-16,-5-1-24 0,-11-1-31 16</inkml:trace>
  <inkml:trace contextRef="#ctx0" brushRef="#br0" timeOffset="-29776.96">22972 5905 155 0,'0'0'54'16,"0"0"-52"-16,0 0-3 16,0 0 2-16,-18 51 1 15,28-34-2-15,5 2 1 16,9-1 0-16,-1-1 0 0,4-3-15 16,3-2-48-16</inkml:trace>
  <inkml:trace contextRef="#ctx0" brushRef="#br0" timeOffset="-29378.77">23809 5666 135 0,'0'0'38'16,"0"0"0"-16,0 0-18 15,0 0-14-15,0 0-4 0,38 9-3 16,-30 8 3-16,-1 2 3 16,1 2-2-16,-1 4-1 15,3 0-1-15,-4 0 0 16,1-2 0-16,0-3 0 16,0 0-1-16,-2-2-1 15,0-3-9-15,-3-3-23 16,1-6-42-16</inkml:trace>
  <inkml:trace contextRef="#ctx0" brushRef="#br0" timeOffset="-29015.72">24092 5657 294 0,'0'0'3'0,"0"0"-2"0,0 0-2 16,0 0-1-16,0 0-19 16,0 0 6-16,0 0 14 15,0 0 1-15,-29 48 0 16,17-30 1-16,1-1-1 16,-2-1 0-16,6-2 2 0,-1-3-2 15,3-1 0-15,-2-2 1 16,5-3-1-16,1-1 0 15,1-1 0-15,0 1-1 16,2-1 1-16,8 0-3 16,-3 3 2-16,4-2 3 0,2 3 1 15,-1 0-3-15,-1 1 0 16,2 0 0-16,0-1 0 16,-4 2-21-16,1-4-35 15,0 1-21-15</inkml:trace>
  <inkml:trace contextRef="#ctx0" brushRef="#br0" timeOffset="-28660.28">24208 5774 66 0,'0'0'136'0,"0"0"-132"0,0 0 5 16,-36-4-8-16,24 4 2 15,1 7-3-15,1 2 2 16,1 0 0-16,2 2 2 16,3-2-4-16,3 0 1 0,1-1 0 15,0 1 1-15,1-5-2 16,5 0 0-16,3-3 0 16,2-1 4-16,-2 0 3 15,2 0 6-15,-1-2 4 16,-2-3-8-16,-2 0-5 0,-3 2 2 15,-2 0 9-15,-1 2-1 16,1 1-13-16,-1 0 2 16,1 0-6-16,-1 3-11 15,2 3-1-15,0 1-13 16,1 0-14-16,2-3-25 0,2-2-34 16</inkml:trace>
  <inkml:trace contextRef="#ctx0" brushRef="#br0" timeOffset="-28255.99">24292 5732 281 0,'0'0'4'16,"0"0"2"-16,0 0-4 15,0 0-1-15,0 0-1 0,0 0-1 16,0 0 0-16,0 0-5 15,37 34 1-15,-35-23-1 16,0 0 1-16,-1-2 2 16,2-2 0-16,-3-3 1 15,0-1-1-15,0-1 2 0,0-1 0 16,0-1 1-16,0 0 2 16,1-3 0-16,-1-4-2 15,1-2-6-15,3-2 1 16,-2-2 2-16,0 2 0 15,2 1 3-15,-1 0 5 0,2 2 12 16,0 3-4-16,0 1-3 16,4 3-2-16,-2 1-7 15,2 0 0-15,2 0-1 16,0 5 0-16,0 3-1 16,-1 4 0-16,0-2-22 15,-5 0-20-15,-1-1-22 0,0-4-11 16</inkml:trace>
  <inkml:trace contextRef="#ctx0" brushRef="#br0" timeOffset="-27835.65">24493 5681 264 0,'0'0'0'0,"0"0"0"0,0 0 0 0,0 0 1 15,0 0 0-15,44 5-2 16,-36 6 0-16,-3-2 1 16,1 1-2-16,0 1 1 15,-2-3 1-15,0 0-2 16,-2-2 1-16,0-2-3 16,-2-3-8-16,0 0-5 0,0-1 11 15,0 0 8-15,-2 0-1 16,-4-6 0-16,3-3-1 15,0-2 1-15,3 2 3 16,0-2 3-16,0 0 0 16,0-1 1-16,6 4-1 0,1 0 0 15,1 1-3-15,3 3 2 16,-2 0 1-16,-1 4-2 16,-1 0-1-16,1 0-4 15,-2 4 0-15,-1 7-1 16,-1 0 0-16,0 3 3 0,-3-1-8 15,-1 1-16-15,0-4-15 16,0 1-28-16,0-5-31 16</inkml:trace>
  <inkml:trace contextRef="#ctx0" brushRef="#br0" timeOffset="-27287.08">24733 5658 106 0,'0'0'1'15,"0"0"6"-15,0 0 12 16,0 0-12-16,0 0-3 16,0 0-3-16,0 0 2 0,0 0 2 15,0 0 0-15,-32 13-2 16,30-5-2-16,1 2 0 16,1-2-1-16,0-2-5 15,2-1-8-15,6-3 7 0,3-2 6 16,2 0-1-16,2 0-4 15,-1-5-3-15,1-3 5 16,-3-3 2-16,0 1 2 16,0 0 2-16,-2 1 1 15,-2 1 5-15,-1 3-1 16,-3 0 1-16,-2 4-1 0,0 1 8 16,-2 0-19-16,0 1 0 15,0 6 5-15,0 2 0 16,0 2-2-16,0-2 1 15,0 1 0-15,0-2-1 16,8-1 1-16,2-2-2 0,3-2 1 16,3-3 5-16,1 0-3 15,2-2-1-15,-1-5 0 16,0-6 1-16,-3 0 8 16,-1-5 7-16,-1 1-3 0,-2-3-6 15,-1 0-4 1,-3-1 1-16,-2 2-4 0,-2 2 0 15,-3 3-1-15,0 3-1 16,0 2 10-16,0 2-8 16,-3 4-3-16,-3 3 0 15,0 0-2-15,-1 0-21 0,-1 7-18 16,2 2-12-16,1-2-22 16</inkml:trace>
  <inkml:trace contextRef="#ctx0" brushRef="#br0" timeOffset="-27164.61">25042 5532 198 0,'0'0'18'0,"0"0"6"0,0 0-22 0,0 0-143 0</inkml:trace>
  <inkml:trace contextRef="#ctx0" brushRef="#br0" timeOffset="-24026.7">21611 7084 77 0,'2'-3'2'0,"0"0"7"0,-1 2 4 0,-1 1-2 16,1 0-7-16,0 0 1 15,0 4 4-15,0 6 9 16,0 3 1-16,2 4-1 15,1 3-4-15,-3 2-5 16,4 3-7-16,1-3-1 0,-4 2 0 16,1-1 0-16,0-3 0 15,0-3-1-15,-1-3 1 16,0-1-5-16,-1-3-20 16,-1-6-30-16,0-4-50 15</inkml:trace>
  <inkml:trace contextRef="#ctx0" brushRef="#br0" timeOffset="-23720.14">21470 7104 179 0,'0'0'8'16,"0"0"7"-16,0 0-3 16,0 0 5-16,43-30-4 0,-24 19-1 15,2 0-2-15,2 2-4 16,3-1-3-16,0 1-3 15,1-1-9-15,-4 3-59 16,-2 0-97-16</inkml:trace>
  <inkml:trace contextRef="#ctx0" brushRef="#br0" timeOffset="-23157.22">21930 7156 99 0,'0'0'2'15,"0"0"6"-15,0 0-2 16,0 0-2-16,0 0 0 16,0 0 14-16,-6-41 16 0,1 37 1 15,1 2-18-15,-5 1-10 16,0 1-10-16,-4 0 1 16,-1 7 0-16,1 7 4 15,1 3-2-15,-1 0 2 16,3 3-2-16,2-2 0 0,4 1 1 15,1-5 1-15,3 1-4 16,0-4 1-16,0-3 2 16,7-2 1-16,3-5-2 15,1-1 0-15,4 0-3 16,-1-8-1-16,0-5 4 16,1-1 2-16,-2-2 0 15,-1-2 1-15,-2 2 4 0,-5 4 10 16,-1 2 1-16,0 4 1 15,-1 3-3-15,-3 2-6 16,0 1-8-16,0 0-4 16,1 3-2-16,1 7 3 15,0 2 0-15,3 1-4 0,0 0-17 16,2-1-17-16,0-4-18 16,-1-4-54-16</inkml:trace>
  <inkml:trace contextRef="#ctx0" brushRef="#br0" timeOffset="-22523.53">22070 7078 270 0,'0'0'7'0,"0"0"5"0,0 0-3 0,0 0-9 0,0 0-1 15,0 0-4-15,0 0 2 16,0 0-1-16,0 0 4 15,4 37-1-15,-4-21 2 16,0-2-1-16,0-3 0 16,0 1 0-16,0-2 1 15,0-2-1-15,2-4-2 0,-1-1-4 16,2 0-2-16,-3-3 0 16,0 0 5-16,0 0 6 15,0-6-3-15,0-1 2 16,0-4-2-16,0 1 0 0,0-1 0 15,3-1 0-15,1 2 0 16,5-2 0-16,-2 2 0 16,2 1 0-16,4 0 0 15,-2 4 0-15,2-1 0 16,1 2 0-16,-1 1 1 0,1 3 0 16,-3 0-1-16,0 0 0 15,3 7 1-15,-5 3-2 16,-1 1 0-16,-2 1 0 15,-2 2 1-15,-2-1 0 16,-2-2 0-16,0-1 0 16,0 2-3-16,-5-4 1 0,-2-2-1 15,1-1 2-15,-1-3 2 16,2-2 2-16,1 0-1 16,0 0 1-16,1-3-2 0,3-7 0 15,0 1 0-15,0-5-2 16,5 0 0-16,2 0 4 15,3-2-3-15,3 5 0 16,-1-2 1-16,1 6 0 16,1 0-1-16,-3 3 0 15,3 2 1-15,-2 2-2 0,0 0-2 16,0 7-9-16,-1 3-22 16,0 0-30-16,-4 1 2 15</inkml:trace>
  <inkml:trace contextRef="#ctx0" brushRef="#br0" timeOffset="-22173.57">22426 7151 182 0,'0'0'14'0,"0"0"14"0,0 0-14 0,0 0-2 0,0 0-1 15,0 0-5-15,27-42-4 16,-23 35-1-16,1-3 0 15,1 2 0-15,-1-2-1 16,-1-3 2-16,1 3-2 16,-1-3 0-16,-1 4 0 0,-1 0 0 15,1 2-2-15,-3 1-1 16,0 3 4-16,0 2 1 16,0 1 0-16,0 0-6 15,0 1 5-15,0 6-1 16,0 3 0-16,0 0 1 0,0 3-1 15,2-1 2-15,3-1-2 16,1 0 1-16,1-3-1 16,1 0-3-16,-1-5-11 15,2-2-9-15,-2-1-28 16,0-3-34-16</inkml:trace>
  <inkml:trace contextRef="#ctx0" brushRef="#br0" timeOffset="-22023.76">22500 6868 302 0,'0'0'-3'15,"0"0"10"-15,0 0-4 16,0 0-10-16,0 0-54 16,0 0 3-16,0 0-17 15</inkml:trace>
  <inkml:trace contextRef="#ctx0" brushRef="#br0" timeOffset="-21797.43">22674 6804 249 0,'0'0'6'15,"0"0"-2"-15,0 0-5 16,0 0 1-16,0 0-2 15,27 52 1-15,-21-27 1 0,0 3 1 16,-2 1 0-16,0-1-1 16,-1 2-1-16,-1-2-12 15,-2-1-20-15,0-3-11 16,0-4-11-16</inkml:trace>
  <inkml:trace contextRef="#ctx0" brushRef="#br0" timeOffset="-21555.29">22961 7004 236 0,'0'0'31'16,"0"0"-23"-16,0 0-1 15,0 0 1-15,0 0 0 16,42-24-4-16,-29 19-3 15,3 0-1-15,3 1 1 0,3 1-2 16,0 0 0-16,4-1-15 16,2 1-6-16,1 0-18 15,0-2-30-15,2-2-77 16</inkml:trace>
  <inkml:trace contextRef="#ctx0" brushRef="#br0" timeOffset="-21276.34">23596 6757 160 0,'0'0'95'0,"0"0"-86"16,0 0-8-16,0 0-2 0,0 0 1 15,0 0-3-15,0 0 1 16,8 53 2-16,-8-31 0 16,0 2 0-16,0-2 0 15,0 1 2-15,0-3-2 16,0-1 0-16,0-2-22 16,-1-2-37-16,-2-6-21 0</inkml:trace>
  <inkml:trace contextRef="#ctx0" brushRef="#br0" timeOffset="-21014.27">23669 6733 264 0,'0'0'-21'0,"0"0"27"0,0 0-2 15,0 0-4-15,0 0-1 16,0 0 0-16,0 0 1 16,7 46 0-16,-5-23 1 15,0 2-1-15,-1 0 0 16,2-2 0-16,-2 1 1 0,-1-5-1 16,0 1-10-16,0-5-35 15,-7-5-44-15</inkml:trace>
  <inkml:trace contextRef="#ctx0" brushRef="#br0" timeOffset="-20664.34">23535 6896 301 0,'0'0'3'15,"0"0"0"-15,0 0-2 0,0 0-2 16,50-29 5-16,-26 23-5 15,-1-1 0-15,3 2-10 16,2 1-4-16,-1-1 4 16,0 0 3-16,-1 1 1 15,-2 1 6-15,-3-1 1 16,-2 1 0-16,-5 0 0 0,-3 2 0 16,-7 1 0-16,-1 0 0 15,-3 0-1-15,0 0-1 16,0 7 3-16,-3 1 1 15,-1 2 4-15,0 2-2 16,1-1 1-16,1-1 0 0,2 0-3 16,0-2 0-16,4 1-2 15,3-3 2-15,0-2-5 16,4-4-25-16,-1 0-65 16</inkml:trace>
  <inkml:trace contextRef="#ctx0" brushRef="#br0" timeOffset="-20514.35">23908 6720 294 0,'0'0'8'0,"0"0"-2"0,0 0-7 16,0 0-55-16,0 0-6 15,0 0-61-15</inkml:trace>
  <inkml:trace contextRef="#ctx0" brushRef="#br0" timeOffset="-20124.13">24028 6808 299 0,'0'0'4'16,"0"0"-6"-16,0 0 2 15,0 0 0-15,0 0-2 16,0 0 1-16,0 0 1 16,30 39-1-16,-26-30-2 15,-3 0-5-15,2 1 3 0,-2-4 1 16,-1-1-3-16,1-2 5 16,-1-1-1-16,0-2 2 15,1 0 2-15,0 0 2 16,2-7-1-16,1-5-2 0,2-1-1 15,2-2 0-15,1-1 1 16,0 2-1-16,0 1 1 16,-2 3 1-16,1 3 8 15,0 2 7-15,-1 3-7 16,4 2-8-16,-2 0-1 0,1 2 0 16,1 9-1-16,-4 2-10 15,-2 1-18-15,-1-1-12 16,-2-2-53-16</inkml:trace>
  <inkml:trace contextRef="#ctx0" brushRef="#br0" timeOffset="-19390.09">24373 6778 264 0,'0'0'-24'16,"0"0"27"-16,0 0-4 0,0 0-25 15,0 0-31-15,-36-8 26 16,20 15 26-16,0 4 4 16,3-2 2-16,0 4 2 15,5-2 0-15,1 2 0 16,5-2-1-16,2 0 0 0,0-5-1 16,8 0 0-16,4-2 0 15,3-4 0-15,1 0-1 16,1-4 1-16,4-5 0 15,-6-3 2-15,1-4 5 16,-2-2 4-16,-1-4-3 16,-2-1 1-16,-2-1-4 0,-1 0-3 15,-2-3 3-15,0 2-1 16,-6 3-1-16,0 1-1 16,0 5 1-16,0 2 5 15,-6 4 3-15,0 6-4 16,2 0-8-16,-2 2 5 0,4 2-4 15,-1 0 0-15,1 2-2 16,2 9 0-16,-3 3 1 16,3 2 0-16,0 7 1 15,0 1-1-15,0 0 0 16,0 2 2-16,0-1-3 16,0-2 1-16,4-3 1 0,1-2-1 15,2-5 1-15,1 0-1 16,1-5 4-16,1-2 3 15,1-2-1-15,2-2 0 16,2-2-3-16,-1 0-1 0,1-6-1 16,0-5 0-16,-2-1 0 15,-2-2 0-15,-1-2 2 16,-1 2-2-16,-2 1 0 16,-1 3 0-16,-4 1-1 15,-1 3 0-15,-1 3 0 0,0 1-1 16,0 2-4-16,-2 0 0 15,-2 3 6-15,1 5-1 16,0 1 0-16,2-1 0 16,1 0 1-16,0 2 0 0,0-3 0 15,5 3 0-15,3-3 0 16,0 0 1-16,2-1-2 16,0-2-17-16,-1-4-41 15,-1 0-67-15</inkml:trace>
  <inkml:trace contextRef="#ctx0" brushRef="#br0" timeOffset="-19226.41">24655 6602 234 0,'0'0'30'0,"0"0"-19"0,0 0-5 0,0 0-18 15,0 0-40-15,0 0-66 16</inkml:trace>
  <inkml:trace contextRef="#ctx0" brushRef="#br0" timeOffset="-17957.74">24523 6629 83 0,'-4'6'1'0,"3"-2"1"0,1-1 0 0,0 1 4 16,3-3 0-16,6-1 6 15,0 0 0-15,0-1 1 16,2-6 7-16,-3 0 5 15,1-1-4-15,-4-1-1 0,-1 3-16 16,-4-1-9-16,0-1-68 16</inkml:trace>
  <inkml:trace contextRef="#ctx0" brushRef="#br0" timeOffset="-16392.27">21442 6552 82 0,'-2'1'2'0,"-1"0"-2"0,0-1 0 16,-1 3-7-16,1-2-1 0,0 1 3 15,2-1 5-15,-1-1 0 16,0 0 19-16,1 0 5 16,0 0-12-16,1 0-2 15,0 0-1-15,0 0-7 16,0 0-2-16,0 0-3 0,0 0 3 16,4 0-1-16,3 0 0 15,1 0 2-15,4 0-1 16,1 0 1-16,4 0-3 15,2 0 4-15,4-1-2 16,4-1 0-16,3-2 1 16,3 0-2-16,4 0 2 0,3-2-1 15,4 0 0-15,3-4 0 16,5 2 0-16,6-2 0 16,0 0 0-16,7-2 1 15,1 0 1-15,6 0-1 0,0-2 1 16,-1 1-2-16,3-2 0 15,3 3 1-15,0-3-1 16,2 2 1-16,2 0 0 16,3 0 2-16,3-1-1 15,-2 4-2-15,-1-1 0 16,0-2 0-16,1 2 1 0,-1-1-2 16,-3 1 1-16,0-2-1 15,0-1 2-15,-2 1-1 16,-2 0 1-16,-2-1 9 15,0 0 7-15,-3 1-2 16,1-1-7-16,-1 1-1 0,-2 2-5 16,-1-2 0-16,-3 3 0 15,-4 3-2-15,-4 1 0 16,-11 1-1-16,-6 3-15 16,-9 2-18-16,-5 0-7 15,-8 0-48-15</inkml:trace>
  <inkml:trace contextRef="#ctx0" brushRef="#br0" timeOffset="-14608.67">21530 7626 106 0,'0'0'0'0,"-2"0"-7"0,2 0-15 16,-1 0 19-16,1 0 7 16,0 0 5-16,-1 0-1 15,1 0 3-15,0 0-1 16,0 0-4-16,0 0-6 0,0 0-5 15,0 0 4-15,0 0 0 16,0 0 1-16,0 0 0 16,0 0 1-16,0 0-1 15,0 0 1-15,4 0 3 16,-1 0 8-16,1 0-3 16,5 0-3-16,-2 0-4 0,1 0-1 15,4 0-1-15,-2 0 0 16,3 0 0-16,1 0-1 15,2 0 1-15,0 0-1 16,0-2 1-16,2-1 0 16,4 0-1-16,2-1 1 0,1-1 0 15,4 2 0-15,2-4-1 16,3 3 2-16,1-1-1 16,0 0 0-16,2-1 1 15,2 1-1-15,0 0 2 16,4-2 4-16,1 2-1 0,6-1-2 15,-1-1-2-15,5 1-1 16,3-1 0-16,1 0 1 16,3-3-1-16,4 3 1 15,-1-3 1-15,2-1-1 16,3 2 0-16,3-1 0 0,-1 0 1 16,2-2 6-16,0 0 5 15,2 1-5-15,1-2-1 16,2 0-1-16,3-1-1 15,-1 0-2-15,5 0-1 16,0-1 2-16,-1 1 0 0,-1 0 1 16,-1 0-1-16,-2 1 0 15,-5 0 0-15,2 1-2 16,-7 0-1-16,0 1 0 16,-3 2 0-16,-2-1-1 15,-4 0 0-15,-7 3 0 16,-6 0 0-16,-7 3-3 0,-13-1-37 15,-12-1-47-15</inkml:trace>
  <inkml:trace contextRef="#ctx0" brushRef="#br0" timeOffset="-12949.35">21023 5946 77 0,'0'0'2'0,"0"-1"4"0,0-2 3 16,0-1-2-16,-2 1 3 0,-2-3 3 15,3 3 1-15,-2-1 5 16,1 3-3-16,0 0 0 16,0-1-7-16,-2 2-9 15,-1 0-3-15,1 0 1 16,-5 4-1-16,0 5-1 15,0-1 1-15,0 5 0 0,-2-2 3 16,4 5-1-16,0-2 1 16,1 3 0-16,0 0 0 15,2 1 0-15,1 0 0 16,2 0 0-16,1-1 0 16,0 0-1-16,0-3 0 0,1 1-1 15,5-4 0-15,4 2-1 16,0-3 0-16,3-2 1 15,3-1-3-15,-2-1 6 16,6 0 3-16,0-2-3 16,-2 0 1-16,1 1 0 0,-3 0-1 15,-2 2-1-15,-7 1 0 16,-1 1-1-16,-6 3-1 16,0 2-4-16,0 1 7 15,-8 1-3-15,-3 1 1 16,-1 0-1-16,1-3 3 0,0 2 0 15,-1-3-1-15,4-3 2 16,1-2-1-16,3 1 1 16,1-2-2-16,1-4-2 15,2 5 2-15,0-1-1 16,3 0-1-16,3 5 4 0,0-1-2 16,1 5 0-16,1-1 0 15,1 5 0-15,-3-3 0 16,2 2 0-16,1-1 0 15,1-1 1-15,3 0-1 16,7-4 0-16,7 1-2 16,2-4 1-16,0-7-63 0</inkml:trace>
  <inkml:trace contextRef="#ctx0" brushRef="#br0" timeOffset="-9720.23">20548 6243 25 0,'2'0'11'0,"2"0"-8"0,-1 0-3 0,1 0 2 15,2 1-2-15,-3 1 0 0,2-1 1 16,0 1-1-16,1-2 0 16,-2 0 0-16,2 0 3 15,-4 0 3-15,1 0 3 16,-1 0 1-16,0 0-4 15,0 0-5-15,0 0 0 0,-2 1 3 16,0 2 2-16,1 1-2 16,0 0-1-16,0 1 1 15,1-1-3-15,1-1 1 16,1-2 3-16,0 1 5 0,3-2 6 16,4 0 3-16,5-6 3 15,5-7-1-15,7-3-12 16,7-3-5-16,8-5-2 15,2-6-1-15,-1-2-36 16,0-4-52-16</inkml:trace>
  <inkml:trace contextRef="#ctx0" brushRef="#br0" timeOffset="-8702.3">20804 7415 0 0,'-2'0'63'0,"2"0"-55"0,0 0-1 0,0 0-3 15,0 0 4-15,0 0-4 16,0 0-3-16,0 0-1 16,2 0 0-16,0 1 0 0,0 3 0 15,0 2 0-15,-1 0 0 16,3 1 1-16,-4-3 0 16,3 2 1-16,0-4-1 15,2-2 2-15,3 0 7 16,4-5 11-16,5-11 8 0,7-6-4 15,9-11-13-15,14-11-9 16,11-10-2-16,9-10-4 16,4-7-75-16</inkml:trace>
  <inkml:trace contextRef="#ctx0" brushRef="#br0" timeOffset="9637.07">20791 7409 67 0,'0'0'22'0,"0"0"-14"0,0 0 5 16,0 0-3-16,0 0 0 15,0 0 13-15,0 0 9 16,0 0-12-16,0 0-10 16,0 0-10-16,0 0-5 0,0 0-2 15,-1-13 6-15,1 21-2 16,0 1 2-16,0-2 1 15,3 0 0-15,1-2 0 16,3-1 0-16,-2 0 0 16,3-2 0-16,-2-1 0 0,4-1 0 15,1 0 1-15,0-2 2 16,5-7 1-16,1-7 3 16,8-4 1-16,5-8-2 15,13-9-2-15,14-9-3 16,11-6 1-16,7-13-5 15,3-6-62-15</inkml:trace>
  <inkml:trace contextRef="#ctx0" brushRef="#br0" timeOffset="11708.53">23750 7271 100 0,'0'0'16'0,"0"0"2"0,0 0-7 0,0 0-11 16,2 0-3-16,-1 0 3 16,0 0-1-16,0 0 2 15,-1 0 1-15,0 0-1 16,0 0 0-16,0-1 0 16,2-1 1-16,0 1-2 0,0 1-1 15,0-1 1-15,3-1 0 16,1 2 0-16,3-1 0 15,4-1-1-15,2 0 1 16,4-1 0-16,2 0-1 16,0-3 3-16,4 1-2 0,0-1-1 15,1-3 2-15,2 2 1 16,6-1 10-16,1-1-4 16,5 2-5-16,2 0-1 15,0 0-1-15,1 0 0 16,0 0-1-16,-7 2 0 15,-2-2 0-15,-5 4 1 0,-3-1-2 16,-7 0 2-16,-3 1-1 16,-3 2 1-16,-2 1 2 15,-1 0-3-15,-5 0 0 16,-1 0-9-16,-4 0-51 16</inkml:trace>
  <inkml:trace contextRef="#ctx0" brushRef="#br0" timeOffset="15746.55">20506 6236 4 0,'0'0'40'0,"0"0"-15"0,0 0-6 0,0 0-1 15,0 0-2-15,0 0 3 16,0 0 0-16,0 0-11 0,0 0-3 16,0 0-12-16,0 0 8 15,0 0 0-15,0 0-2 16,-8-7 0-16,10 14 2 15,0 0-1-15,1 3 1 0,-1 1-1 16,2-2 2-16,1 2-2 16,2-2 1-16,0-5 0 15,5-1-2-15,2-3 3 16,6 0-1-16,11-17 7 16,14-9 0-16,11-9-3 15,9-11-4-15,8-9-1 0,2-9-54 16</inkml:trace>
  <inkml:trace contextRef="#ctx0" brushRef="#br0" timeOffset="16883.47">20773 7459 4 0,'0'1'18'0,"0"-1"-2"0,2 0 4 16,-1 0 0-16,1 0 1 15,1 0-3-15,2-1-5 0,1-4-2 16,4-2-2-16,-3 0-1 16,5-1-3-16,3-2-3 15,0-3-1-15,3 0 0 16,1-1 0-16,1-5-2 16,2-3 2-16,1-1-1 0,6-7 0 15,1-1 0-15,8 1-1 16,-3-4-8-16,2 2-38 15</inkml:trace>
  <inkml:trace contextRef="#ctx0" brushRef="#br0" timeOffset="43641.32">10809 11870 112 0,'0'0'4'0,"0"0"8"0,0 0-1 0,0 0-5 16,0 0-3-16,0 0 3 16,0 0 2-16,0 0-3 15,0 0-2-15,0 0-2 0,0 0 0 16,0 0-1-16,4 24 0 15,3-17 0-15,2-1-1 16,-2-2 1-16,1 1 0 16,2-4-1-16,-3-1 1 15,3 0 1-15,5-9 3 0,1-8 16 16,7-8 3-16,4-9-9 16,9-9-6-16,6-9-4 15,7-7 4-15,8-7-2 16,7-2-5-16,3-1-1 15,0 4-49-15</inkml:trace>
  <inkml:trace contextRef="#ctx0" brushRef="#br0" timeOffset="53109.39">20534 6235 41 0,'0'0'9'0,"0"0"11"0,0 0 5 15,0 0-12-15,0 0-7 16,0 0 0-16,0 0-4 15,0 0-3-15,0 0 0 16,0 0-2-16,0 0 3 0,0 0 0 16,0 0 0-16,0 0 0 15,-2-9 0-15,4 10 2 16,1 2-4-16,0 3 2 16,-1-1 0-16,1 0 2 15,0-1-2-15,3 2 0 0,-3-3 0 16,3-2 1-16,1 2-4 15,1-3 8-15,2 0-1 16,1 0-1-16,2-9 4 16,3-2 4-16,4-5 7 0,1-4 4 15,6-4-4-15,6-7-5 16,5-4-8-16,7-4-3 16,1-5-2-16,2-7-11 15,-3-3-93-15</inkml:trace>
  <inkml:trace contextRef="#ctx0" brushRef="#br0" timeOffset="65679.13">21418 7674 73 0,'6'0'-6'0,"1"0"3"0,1 0-3 0,1 0-16 16,-2 0 9-16,-1 0 14 0,-3 0 1 15,-1 0 14-15,-2 0 34 16,0 0-1-16,0 0-19 16,0 0-14-16,0 0-5 15,0 0-14-15,0 0-20 16,-3 0 9-16,-3 1 7 0,2-1 5 16,1 0 3-16,-4 0 1 15,3-3 3-15,1-4 8 16,1-5-1-16,-1-2-4 15,1-3-3-15,0-3-5 16,0-4 1-16,0-2-2 0,-3-2-5 16,-1-3-3-1,1 1 4-15,-1-4 0 0,-1 4 2 16,0 2 4-16,0-2-1 16,-2 6 0-16,5-3 2 15,-3 1-4-15,4 2 2 0,1-3-1 16,2 3-3-16,0-2-4 15,0 2 8-15,0 0 0 16,2 1 5-16,2 3 1 16,0 1 5-16,2 1-3 15,3 1-2-15,-2 3-5 16,1 0-1-16,4 1-2 0,-4 3 4 16,2 2-3-16,1-1 0 15,-4 2-3-15,2 0 1 16,0 1 2-16,-2-1 2 15,3 2-1-15,0 0-1 0,3-2 1 16,3 2 0-16,1-1 0 16,4 0 0-16,1 0 0 15,0-2-2-15,1 1 4 16,2 3-2-16,1-3 0 16,0 2 1-16,3 0-1 0,2-1 0 15,4 3 0-15,1-3 0 16,5 1 1-16,5-2-2 15,4 0 1-15,7-2 1 16,4 0-1-16,5-3 0 16,0 0 0-16,1-2-1 0,0 3 2 15,0-2-1-15,2 0 0 16,-4 2 0-16,3-2 0 16,0 3 0-16,-1-1 1 15,-2 0-1-15,2 0 0 16,0 0 1-16,1 1 2 0,-1-1 1 15,3 1 1-15,-1-1-4 16,2 0 0-16,-1 2-1 16,2 0 0-16,1-1 0 15,-3 3 0-15,-1-2 0 16,-2 2 0-16,1-1 0 0,-8 1 0 16,3-1 1-16,-7 0-2 15,0 1 1-15,-2 0 1 16,1 2 0-16,-5 0 0 15,-3-1 0-15,-3 1-1 16,-4 1 1-16,-2 1-1 16,-6 0 0-16,-3 1 0 0,0-1 0 15,-3 2 0-15,-2 1 0 16,-1-3 0-16,-2 3 0 16,-4 0 0-16,3 0 0 15,-6 0 0-15,0 0 0 16,0 0 1-16,-2 0-1 0,1 4 0 15,0-1-1-15,0 3 2 16,1-2-2-16,-1 3 1 16,-2-1 0-16,0 0 0 15,-3-1 0-15,-1 3 0 16,-1 0-1-16,2 0 0 16,0 2 2-16,-3 1-1 0,5 2 0 15,2 0 1-15,-3 2 0 16,2 0 1-16,4 1-2 15,-2 1 0-15,0 1 1 16,0 0-1-16,-1 1-1 0,0 1-1 16,-1 2 4-16,-4 0-2 15,4 2 1-15,-3-1-1 16,-2 0 0-16,0 0 0 16,0-1 0-16,0 1 0 15,-4-2 0-15,2 1 1 0,-1 1-1 16,0 0 0-16,-3 0 0 15,0 4-1-15,-1 0-4 16,-15 3-9-16,-12 0-8 16,-13 2-4-16,-12 2-39 15</inkml:trace>
  <inkml:trace contextRef="#ctx0" brushRef="#br0" timeOffset="74856.44">22080 4891 33 0,'0'0'24'0,"0"0"0"0,0 0-3 0,0 0-8 16,0 0-4-16,0 0-6 15,0 0-2-15,0 0-1 16,0 0-1-16,0 0 1 16,0 0 0-16,0 0 0 0,-16-37 1 15,12 33 1-15,0 1 8 16,-2-3 1-16,0 2-1 16,0-2-4-16,-3 2-1 15,0 1-3-15,2 0-1 0,-6 0-1 16,4 2-2-16,-2-2 1 15,2 2-1-15,-3-2 0 16,-1 0 2-16,2 2-1 16,-1-2 2-16,1-1-1 15,0 1 2-15,0-1-2 0,-3 1 1 16,1 1-2-16,-1 0 1 16,-1 1 0-16,-4-1 0 15,2 0-2-15,-1 2 4 16,0-3-2-16,-1 2 2 15,2 0 1-15,-2 0 1 16,0 1 0-16,1 0-4 0,-2 0 0 16,-1 1 1-16,1 3-2 15,-2-1 2-15,1 0-2 16,1-1 2-16,0 1 0 16,0-1-1-16,2-1 3 0,-2 2 1 15,2-2 0-15,0 2-2 16,-2 1-2-16,2-1 0 15,-3 3 0-15,1-2 0 16,-2 3 0-16,0-1 0 16,-2 1 1-16,-1 0-2 0,2 1 2 15,-1 0-1-15,-1 0 0 16,1 3 1-16,1 1-1 16,1-1 0-16,2-2 0 15,1 1 0-15,2 0 0 16,-1-2 1-16,2 1-1 15,1-2-1-15,2 1 1 0,2 2 1 16,-2-3-1-16,3 2 0 16,-4-1-1-16,4-2 2 15,1 1-1-15,0 3 0 16,-2-1 0-16,3-1 0 16,0 2 0-16,-1 0-1 0,2 0 1 15,-3 0 0-15,2-2 0 16,1 0 0-16,-1-1 0 15,4 0 0-15,-1 0 0 16,1 0 1-16,0-1-4 16,3 1 3-16,-2 1 0 0,-1-1 0 15,4 2 0-15,-1 1 0 16,0 0 0-16,1-1 0 16,0 1 0-16,-1 1 0 15,1 1 0-15,0-3 0 16,0 4 0-16,0-2 0 15,0 0-2-15,2 0 4 0,6 0-4 16,-3-1 2-16,3-2 0 16,-2 1 0-16,2-4 0 15,0 1 0-15,1 1 2 16,0-4-2-16,1 3 0 0,-1-1 2 16,2 0-2-16,2-1 1 15,0 2-1 1,0-2 0-16,3-1-1 0,-3-2 0 15,3 1 5-15,0-1 7 16,1-1-3-16,3 1-5 16,0 1-1-16,2-1-1 15,2-1-1-15,0 2 0 0,-1-1 0 16,3 0 1-16,-1 1-1 16,-1 1 0-16,1-2 0 15,-2-1 0-15,2 2 0 0,-1-2 0 16,0 0 2-16,0 0-2 15,2 1 0-15,0-1 0 16,2 0 0-16,0 0 0 16,1 0 0-16,1 0 0 15,-1 0 0-15,-2 0 0 16,0 0 0-16,-1 0 0 0,-2-3 0 16,1 3 0-16,2-1 0 15,-4-1 1-15,1 2-1 16,2-1 0-16,0 1 0 15,0-3 0-15,-3 2 0 16,2-1 0-16,-1-2 0 0,2 1 0 16,1-2 2-16,0-1-2 15,0-1 1-15,2 2-1 16,-2-3 1-16,-1 2 0 16,3-1-1-16,-2-2 1 15,-4-2 0-15,2 4 0 0,-1-3 0 16,-2 0 1-16,-1 0 0 15,1-2 1-15,-4-1-1 16,1-1 0-16,0-2 1 16,-3-1-1-16,1-2-2 15,-3-2 1-15,1 1 0 0,-3-4-2 16,-1 1 2-16,-3 1-1 16,-3-1 2-16,-4 0-4 15,-1 0 1-15,0 1 4 16,-13 2-2-16,-1 0-1 15,-5 3 0-15,-6-2 0 0,-9 2 0 16,-3-1 0-16,-7 4-1 16,-6 0-1-16,-10 1 2 15,-5 1 0-15,-11 5 0 16,-8 3-2-16,-8 4-4 16,-14 0-21-16,-10 7-35 0,-12 4-29 15</inkml:trace>
  <inkml:trace contextRef="#ctx0" brushRef="#br0" timeOffset="77041.66">10796 11769 69 0,'0'0'-15'0,"0"0"-18"0</inkml:trace>
  <inkml:trace contextRef="#ctx0" brushRef="#br0" timeOffset="77537.77">10815 11880 86 0,'0'0'9'15,"0"0"-5"-15,0 0-4 16,0 0 4-16,0 0 7 15,0 0 0-15,0 0-1 0,0 0-1 16,0 0-5-16,7 13-4 16,-2-9 1-16,0 2 0 15,3-1-1-15,-1-2 1 16,2 0 0-16,0-3 0 16,2 0 5-16,5-8 25 0,3-11 0 15,8-11-10-15,7-13-8 16,13-16-4-16,12-16-1 15,13-16-1-15,16-17-4 16,10-14-2-16,7-16-10 16</inkml:trace>
  <inkml:trace contextRef="#ctx0" brushRef="#br0" timeOffset="79658.04">10621 9657 6 0,'5'-1'1'0,"-1"1"-1"0,0 0 0 0,0 0-1 15,-1 0 1-15,0 0 0 16,1 4 4-16,-2 2 5 15,0 0-5-15,1 2 0 16,3-1-2-16,-2 3 0 16,1 0-2-16,0 0 2 0,0-2-2 15,1 0 0-15,0-3 1 16,-3-1 3-16,2-4 18 16,1 0 8-16,3-2 13 15,7-10-9-15,6-9-6 16,14-12-19-16,19-11 0 15,22-18-6-15,21-18-2 0,21-16-2 16,16-24-73-16</inkml:trace>
  <inkml:trace contextRef="#ctx0" brushRef="#br0" timeOffset="82076.48">10659 9645 29 0,'0'-2'18'0,"-3"2"4"0,0 0-5 0,0 0-3 0,1 0-2 16,0 0-3-16,2 0-7 16,0 0-2-16,0 0 0 0,-2 2 0 15,2 3 0-15,0 2 1 16,0 2 1-16,0 1 0 16,0 1-1-16,0 5 3 15,0-5-2-15,4 0 1 16,1-2 0-16,3-5 0 15,8-4 3-15,2-5 11 0,13-17 14 16,8-9-6-16,12-14-17 16,13-11-4-16,11-11-4 15,6-8-8-15,5-6-56 16,1-7-59-16</inkml:trace>
  <inkml:trace contextRef="#ctx0" brushRef="#br0" timeOffset="-196029.57">11491 14932 71 0,'0'0'3'0,"0"0"14"0,0 0-4 0,0 0-6 15,0 0-5-15,0 0 1 16,0 0 0-16,0 0 0 15,0 0 0-15,0 0 2 16,0 0 0-16,16-11 0 0,-16 11 0 16,0 0 3-16,0 0 6 15,1 0-5-15,2 0-9 16,-1 0 0-16,2 0-1 16,-1 5 2-16,1 1-1 15,0 0 0-15,1 1 0 0,-1 0 0 16,-1-1 1-16,1-2-1 15,-4-1 1-15,2-2-1 16,-1 1 1-16,0-2 0 16,4 0 4-16,1-2 1 15,4-6 5-15,1-6-3 16,3-3-4-16,3-2-3 0,0-3 1 16,4-4 5-16,0 0 7 15,1-1 4-15,2-3 1 16,2 1-3-16,1 0-4 15,-1 3-6-15,0 4-4 0,-5 3-1 16,-6 6-1-16,-7 6 1 16,0 5-1-16,-8 2-1 15,0 2-7-15,0 14 6 16,-2 2-3-16,-10 2-21 16,1-5-91-16</inkml:trace>
  <inkml:trace contextRef="#ctx0" brushRef="#br0" timeOffset="-195417.47">10719 11897 73 0,'0'0'15'0,"0"0"-11"0,0 0-2 0,0 0 0 0,0 0-1 16,0 0 1-16,0 0-2 15,0 0-4-15,0 0-18 16,0 0-49-16</inkml:trace>
  <inkml:trace contextRef="#ctx0" brushRef="#br0" timeOffset="-192727.82">10912 11468 54 0,'0'0'6'16,"0"0"26"-16,0 0-7 15,0 0-13-15,0 0-2 16,-41-27 3-16,26 21 3 16,-1 1 8-16,-4-1-8 15,0 2-9-15,-2 1-5 0,-1 2-2 16,-4 1-1-16,-4 0-1 15,-1 0-7-15,-1 1-6 16,-3 3 8-16,-3 1 4 16,-1 0 3-16,-1 0 0 15,-1 0 0-15,-1-2 2 0,-4 4-2 16,2-1 0-16,-2-1 0 16,-2 1 0-16,0 1 0 15,-5-1 0-15,0 2 0 16,-1-3 0-16,-3 2 0 15,2-3 0-15,-2 0 1 0,2-2-1 16,2-1 0-16,1-1 2 16,1 0 2-16,-1 0 2 15,0 3-3-15,3-3-3 16,-4 3 0-16,-2-2 0 16,1-1 0-16,-1 0 1 15,-3 0 1-15,2 0 5 0,0 0-2 16,1 0-1-16,0-4 0 15,1-2 1-15,-1 2 1 16,2-3-2-16,-2 1-3 16,3 2 1-16,-3 0-2 0,0-1 0 15,0 1 1-15,0 2-2 16,-5 0 1-16,3 1 0 16,-1-1 1-16,-2 2-1 15,1 0 0-15,-3 0 0 16,3 0 0-16,0 0 0 0,1 0 0 15,1 0 0-15,2 0 0 16,0 0 0-16,0 0 1 16,1 0-1-16,-3 0 1 15,4 0-1-15,-2 0 0 16,0 4 0-16,5-1 0 16,-3-2 0-16,5 2 0 0,2-1 0 15,0 2 0-15,1-2 0 16,2 0 0-16,0 1 0 15,2-3 0-15,1 2 0 16,3 0 0-16,5 0 0 16,4 2 0-16,4 1 0 0,3 0 0 15,4 1 0-15,2 2 1 16,1 2-2-16,-2 0 1 16,5 6 0-16,1 1 0 15,-1 3-1-15,3 2 1 0,3 4 0 16,-2 2 0-1,4 1 0-15,2-1-1 0,0-1 1 16,2-3 0-16,-2 2 0 16,2-3 0-16,0-1 0 15,0 0 0-15,0 5 0 16,0-2 0-16,0 2 0 0,0 0 0 16,0 0 1-16,0-1-1 15,2-1 0-15,4-2 0 16,-3-2 0-16,4-1 1 15,-1-3-2-15,1 0 1 16,0-1-2-16,2 0 1 0,-3-1-3 16,1 2 1-16,-1-1 0 15,2-1 2-15,-1 0 1 16,1-1 0-16,-1-3-1 16,4 2 0-16,0-1-2 15,4-1 3-15,0-1 1 16,5 1-2-16,-1-4 0 0,4 3-1 15,0-3-1-15,1-2 3 16,4-1-4-16,-1-3 8 16,4-1-3-16,3 0 0 15,-3 0 2-15,6 0-2 16,-2 0-1-16,3-1 1 0,0 1-1 16,0 0 0-16,1 0 0 15,0 0 0-15,1 1 0 16,1 4 1-16,-1 0-2 15,0 1 2-15,0-2-1 0,5 0 0 16,0-1 0-16,6-3 1 16,1 1-2-16,4 1 1 15,-3-2 1-15,3 0-2 16,2 0 1-16,-2 0 1 16,2 0-1-16,1 0 0 0,1 0 1 15,-4 0-1-15,3 0 0 16,2 0 0-16,-1 0-1 15,3 0 2-15,4 0-1 16,1 0 0-16,1 0 0 16,4 0 1-16,0 0-1 15,-2-4 1-15,2-2 0 0,-1 2 1 16,-5 0 2-16,0-1 1 16,2 1-2-16,-2 1 2 15,5-1-4-15,-1 0 1 16,3-1-1-16,2 1-1 15,0-1 1-15,4 0-1 0,2-2 0 16,0 1 0-16,0 1 0 16,3-1 0-16,-2 0 0 15,2 1 0-15,-4 2 1 16,-1-1-1-16,0 1 0 16,-5 1 0-16,0-1 0 0,-3-1-1 15,-4 1 1-15,0-4 1 16,-7 0-1-16,-4 0 0 15,-6-3 0-15,-3 0 0 16,-8-1 0-16,-6-1 0 16,-5-2 0-16,-3-1 1 0,-3-4 0 15,-5-2 0-15,0-2 1 16,-5-5 0-16,1-3-2 16,-3-5 1-16,-1 1-1 15,-2-4 0-15,-2 4 2 16,-4-1-2-16,-1 2 0 0,-1 3 1 15,0 1 2-15,-7 0 3 16,-7 0-4-16,-2 1 0 16,-1-1 5-16,-1 0-4 15,0 0-2-15,-5 4-1 16,0 1 0-16,2 4-1 16,-6-1-1-16,-2 7 0 0,-3-1-1 15,-1 2-4-15,-5 2 2 16,-1 3 1-16,-2 0 4 15,-2 3-3-15,-2 1 0 16,-3-1 1-16,0 3 0 16,-3 0 1-16,2-1 1 0,-3 0 0 15,-1 0 1-15,-1 1-1 16,-4 1 0-16,-5 1 1 16,1 1-2-16,-5 0 1 15,-5 0 0-15,1 0 0 0,-3 1 1 16,2 3-2-16,-4-1 1 15,-2 2 0-15,-2-1 0 16,-3 0 0-16,-2 2 0 16,-5 1 0-16,1 0 0 15,-1 0-1-15,4 0 2 0,-1-1-2 16,0 0 0-16,2-2 2 16,2-3-1-16,1 1 0 15,-2-2 0-15,-1 0-1 16,1 0 1-16,3 0 0 15,2 0 1-15,0 0-1 16,4 0 0-16,-1 0 1 0,3 0-1 16,-1 0 0-16,-2 0 0 15,2 0 0-15,-2 4 0 16,2 3 0-16,-3 3 0 16,2 0 0-16,2 0 0 15,4 1 0-15,0 1 0 0,3-3 0 16,4 0 0-16,6 1 0 15,3 0 0-15,5-2 0 16,1 2 0-16,5-2 1 16,4 0-1-16,2 3 0 15,3-2 0-15,2 1 1 0,6 0-1 16,0 0 1-16,3 2-1 16,2 0 0-16,0-1 0 15,6 3 0-15,1-1 0 16,4 0 0-16,0 1-1 15,5 2 1-15,-1 0 0 16,4 2-1-16,1 3 0 0,0 1 0 16,0 3 0-16,0 2 1 15,3 0-1-15,2 0 1 16,1 1 0-16,1-3-1 16,-1-2 2-16,4-1-1 15,-1-2-1-15,2-2 1 0,3-1 0 16,0-1-2-16,5 0 3 15,1-2-1-15,0 2-1 16,2-1 2-16,4 1-2 16,4-2 0-16,4-1 0 0,6-1 2 15,5-1 0-15,6-3-1 16,9-2 2-16,5-2-1 16,10-3 0-16,10-1 0 15,15 0 0-15,18-7 1 16,25-8-2-16,23-9 0 15,21-12-5-15,26-17-135 0</inkml:trace>
  <inkml:trace contextRef="#ctx0" brushRef="#br0" timeOffset="67486.91">11408 14946 79 0,'1'-1'43'0,"-1"0"-30"0,0 0-4 16,0 0-5-16,0 0-1 15,0 1-2-15,0-2 0 16,0 2-1-16,0 0-1 0,0-1 2 15,0 1 1-15,-1 0-2 16,1 0 2-16,0 0-2 16,0 0-2-16,0 0 1 15,0 0 1-15,0 0 0 0,0 0 0 16,4 1 1-16,1 2 1 16,2 0-2-16,1 0 0 15,-1 1 0-15,2 0 0 16,-4-1 0-16,1 1 0 15,-1-2 1-15,2-1-1 0,-3 1 1 16,0-1 2-16,1-1 1 16,1 2 0-16,-2 0-3 15,4 0 0-15,-1-2-1 16,1 0 0-16,-1 0-1 16,2 0 2-16,2-9 3 15,-2-1 7-15,5-3 8 0,-1-5-2 16,5-2-1-16,-1-1-4 15,6-5-4-15,2-1-2 16,0 0-3-16,2-4-1 16,4 3-1-16,-7 1 0 15,0 2-1-15,-3 6 2 0,-4 4-2 16,-3 6 0-16,-5 4 0 16,-5 5-8-16,-4 0-62 15,0 0-59-15</inkml:trace>
  <inkml:trace contextRef="#ctx0" brushRef="#br0" timeOffset="68158.13">11343 14963 47 0,'0'0'6'0,"0"0"8"0,0 0 3 15,0 0-6-15,0 0 0 16,0 0-7-16,0 0 0 15,0 0-2-15,0 0 3 16,0 0-4-16,0 0 0 0,42 16-1 16,-33-12 0-16,-2-1 1 15,2 0-1-15,0-1 1 16,-3 0-1-16,3-2 2 16,1 0 0-16,-3 0 5 15,3 0 1-15,4-5-1 0,-1-3 1 16,1-3-1-16,2-3 5 15,3-4-1-15,3-4 2 16,1-2 7-16,-1-3 1 16,4-3 0-16,3-2-8 15,2-1-2-15,-2 0-8 16,0 1-2-16,0 3 0 0,-5 4-1 16,-1 3 1-16,-3 8-1 15,-3 4 0-15,-5 2-1 16,-1 5-3-16,-5 3-15 15,1 0-14-15,-7 5-33 0,0 5-8 16</inkml:trace>
  <inkml:trace contextRef="#ctx0" brushRef="#br0" timeOffset="68599.33">11471 14912 151 0,'0'0'-1'0,"0"0"12"15,0 0-5-15,0 0-2 0,0 0-5 16,0 0 1-16,0 0 1 16,0 0-1-16,0 0 0 15,0 0 2-15,19 26 5 16,-4-26 11-16,6-11-1 16,0-2-1-16,6-3-8 0,4-4-5 15,2 0-2-15,1-4-1 16,1 3 0-16,0-3 1 15,0 1-1-15,-6 3 0 16,0 2 0-16,-5 3 0 16,-6 4 0-16,-6 3 0 0,-1 3 0 15,-7 5-1-15,-4 0-23 16,0 5-29-16,-2 3 21 16,-9-1-52-16</inkml:trace>
  <inkml:trace contextRef="#ctx0" brushRef="#br0" timeOffset="71054.89">6576 14475 71 0,'-14'0'6'0,"1"1"-2"0,1 2-4 0,-1 4 0 16,0-1-3-16,-1 2-2 16,-1 0 2-16,-1 0 4 15,1-1-1-15,-1 1 3 16,1 0 2-16,-1-2 4 0,1 2-2 15,0 3-3-15,2-1-4 16,0 0 0-16,2 2 0 16,0-1 0-16,-1-3 0 15,1-2 0-15,0 0 1 16,4-2 3-16,-1-3 8 0,3 1 2 16,1 0-2-1,2-1-3-15,0 0-6 0,2 2-3 16,0 1 0-16,0 2 0 15,0 4 0-15,0 0 0 16,0 5-1-16,0 1 1 16,0 4 0-16,-2 1 1 15,2-1-2-15,-2-1 1 0,0 1 0 16,0-1 0-16,2 3 1 16,-2-2-1-16,2 1 0 15,-2 0 0-15,2 0 1 16,-1 1-2-16,0-2 2 0,1 1-1 15,0-1 0-15,0 0 0 16,0-2 0-16,0 3 0 16,0-2 0-16,2-2 0 15,0-3 0-15,0 0 0 0,0-4 0 16,0 0 0-16,-2-4 0 16,2 0 2-16,0-1-4 15,2-2 2-15,-2 1-1 16,0-2 1-16,0 1 0 15,0-1 0-15,1 1 0 0,1 0-1 16,-2 3 1-16,-2-1 0 16,2 1-1-16,0 3 1 15,0-1-1-15,-1 1 2 16,4-2-1-16,-3 1 0 16,0-1 0-16,2-1 0 15,1 3 0-15,-1-2 0 0,0 0 0 16,4 0 0-16,-2 0 0 15,1 0-1-15,4 2-2 16,-1-3-5-16,2 1 2 16,1-2 0-16,1 1 4 15,-1 0 2-15,1-1-1 0,-1-2 1 16,1 3 1-16,-3-2 0 16,5-2 1-16,-3 0 2 15,2 1-1-15,-1 1-1 16,1-2-1-16,1 1 0 15,3-1-1-15,-4 1 1 0,3-1-1 16,-2 2 0-16,2 0 0 16,1-1 1-16,-1 1-1 15,-2-1 0-15,0-3 0 16,-1 2 0-16,1-2 2 16,-3 0-1-16,3 0 0 0,-3 0-1 15,1 0 1-15,1-2-1 16,1 2 1-16,-1 0 0 15,0 0-1-15,2 0 1 16,-1 0 0-16,1 0 0 16,-1 0 0-16,0 0 0 15,4 0-1-15,-2 3 0 0,0-1 0 16,0-1 0-16,-1-1 0 16,-1 0 0-16,0 0 1 15,-1 0-1-15,-1 0 2 16,0 0-2-16,-2 0 0 0,0 0 1 15,-1 0-1-15,0 0 0 16,0 0 0-16,-1 0 0 16,0 0 0-16,2 0 0 15,-3 0 0-15,1 0 0 16,2 0 1-16,-3 0-1 16,0 0 0-16,2 0 0 0,-2 0 0 15,-2 0 0-15,3 0 0 16,-2 0 0-16,-2 0 0 15,1 0 0-15,1 0 1 16,0 0-1-16,-2 0-1 16,1 0 1-16,-1 0 0 0,-2 1 0 15,4 2 0-15,-3-3 0 16,1 2 0-16,-1-2 1 16,1 0-1-16,1 0 0 15,0 0 0-15,-1 0 0 16,-3 0 1-16,5 0-1 0,-3 0 0 15,-2 0 0-15,3 0 0 16,-4 0 0-16,0 0 0 16,-1 0 0-16,1 1 0 15,0-1 0-15,0 0-1 16,0 0 1-16,-2 1 0 0,2-1 0 16,0 0 0-16,-1 0 1 15,2 0-2-15,1 0 1 16,-2 0-1-16,0 0 2 15,1 0-1-15,1 0 0 16,0 0-8-16,0 0-10 16,-1 0-9-16,4 0-34 0</inkml:trace>
  <inkml:trace contextRef="#ctx0" brushRef="#br0" timeOffset="72427.13">7445 15327 72 0,'-2'0'0'0,"2"0"0"0,-2 0-1 0,2 0 1 0,0 0 0 15,0 0 2-15,0 0 1 16,-2 0 6-16,2 0 5 15,0 0-6-15,0 0-5 16,0 0-4-16,0 0-4 16,0 0 3-16,0 0-1 0,0 1-1 15,2-1-2-15,2 0 4 16,-1 0 1-16,1 0 0 16,2 0 0-16,2 0 0 15,-2 0 1-15,1 0 0 16,1-1 0-16,4 1-1 0,-1-2 1 15,0 0 1-15,5 0 0 16,1 1-1-16,1 1 1 16,5 0-1-16,-1 0 0 15,2 0 1-15,4 3-1 16,3 1 1-16,0 0 0 0,3-2 2 16,1-2 1-16,4 0 1 15,1 0-1-15,0 0 2 16,0 0-1-16,5 0 0 15,2 0-2-15,2 0-1 16,1 0-1-16,3 0 0 0,4 1 0 16,2 2-1-16,4-2 0 15,3-1 1-15,4 0-1 16,-1 0 1-16,2 0-1 16,4-7 4-16,0-4 1 15,0-2 3-15,0-3 0 0,1-1 2 16,0 0-3-16,-2 1-2 15,2 1 0-15,-2 1-1 16,4 3-2-16,-5 3 0 16,2 3 0-16,-2 3 1 15,3-1-2-15,0 3 1 16,0 0-2-16,0 0 0 0,2 0 0 16,-1 1 0-16,0 2 0 15,-2 1 0-15,-2 0 1 16,-4 1-1-16,-1 0 6 15,-4-1 1-15,-1 0-1 16,-3-2 2-16,-1-2 1 0,-4 0 3 16,-1 0-5-16,-3 0-2 15,-2-4-2-15,-3-1-1 16,-2-1-2-16,-2-1 2 16,-5 0-1-16,-4-3-2 0,-2-1 5 15,-8 1 1-15,-2 0 0 16,-5 2-3-16,-5-4-1 15,-1 2 0-15,-6-4 0 16,-2 0 2-16,-2-4 0 16,0-3-1-16,0-4-1 15,-2-2-1-15,-6-4 0 0,4-2-1 16,-2-1-10-16,0-3-6 16,1-1 3-16,-3-2 6 15,2-2 7-15,-1-1 2 16,-1 0 0-16,0-1 2 15,-3 2-1-15,3 0-1 0,-3 3 0 16,-1-1-2-16,-1 6-39 16,-7-4-80-16</inkml:trace>
  <inkml:trace contextRef="#ctx0" brushRef="#br0" timeOffset="73344.64">4584 13298 83 0,'-4'0'20'0,"0"0"9"0,-1-1-10 16,2 1-7-16,1 0-8 15,2 0-4-15,0 3-1 16,0 5 1-16,0 3 0 16,0-1 0-16,5 2 0 15,2 1 0-15,-1 4 0 0,3 3 0 16,1 3 0-16,-2 0 0 16,3 2 0-16,1 2 0 15,-1 0 0-15,-1 0 0 16,3-1 0-16,0-2 0 15,1 1 1-15,5 0-1 0,-1 0 0 16,-1 3 0-16,2-2 0 16,3 4 1-16,-6-3-2 15,2 1-8-15,-3-5-5 16,-1 0-1-16,-3-5-3 16,-3-9-7-16</inkml:trace>
  <inkml:trace contextRef="#ctx0" brushRef="#br0" timeOffset="73794.06">4860 13395 82 0,'0'0'4'0,"0"0"0"16,0 0 1-16,0 0-4 0,-38 45-1 16,26-24 0-16,1 3 1 15,-2 3-1-15,-3 6 2 16,1-1 1-16,-4 5 6 16,-1 0 0-16,-2 1-3 15,0 2-3-15,1-3-2 16,-3 2 1-16,4-3-2 15,-3-2 1-15,5-2 0 0,1-3-1 16,-2-6-2-16,2-3-31 16</inkml:trace>
  <inkml:trace contextRef="#ctx0" brushRef="#br0" timeOffset="78929.17">11196 11644 195 0,'0'0'-15'0,"0"0"18"0,0 0-8 0,0 0 5 0,0 0 0 16,0 0 1-16,0 0-3 15,0 0-8-15,0 0 8 16,-21-12 0-16,15 12 2 16,-2 0-36-16,0 0-32 0</inkml:trace>
  <inkml:trace contextRef="#ctx0" brushRef="#br0" timeOffset="80089.21">11119 11626 120 0,'0'0'13'15,"0"0"24"-15,0 0-9 16,0 0-11-16,-27-43-11 0,21 35-4 15,-2-1-1-15,-3 2-1 16,1-1-2-16,-3 0 1 16,-4 1-1-16,1 3 2 15,-1-3-1-15,2 1 2 0,-5-1-1 16,2 0 5-16,0 0 2 16,-3 3 1-16,1-2 1 15,-4 2-7-15,-2 1-3 16,-3 1 1-16,-1 1-1 15,-4 1 2-15,-1-3-2 16,-3 2 2-16,4-1 0 16,-4-2 0-16,1 3 1 0,3-2 0 15,-2 1 0-15,-3 1-2 16,4 1 0-16,-2 0 1 16,-1 0-1-16,0 0 0 15,-1-2 0-15,1 0 0 0,-2-4 0 16,0 2 0-16,-1-2 1 15,-1 1-1-15,-1 2 0 16,-1-2 0-16,-3 3 0 16,3 2 0-16,1 0 0 15,2 0 0-15,-1 0 2 0,2 0-4 16,-3 0 2-16,3 0 0 16,-2 0 2-16,-3 0-4 15,1 0 4-15,-3 0-2 16,0 0 0-16,0 0-2 15,0 0 4-15,0 0-5 16,1 0 2-16,0 0 1 0,2 0-1 16,-1 0 1-16,0 0 1 15,0 0-1-15,-3 0-1 16,0-1 2-16,-3 1-1 16,2-1 0-16,-1 0 0 15,2-2-1-15,-2 0 1 0,-1 0 1 16,-1-1-2-16,-2 1 2 15,-2 3-2-15,-1 0 1 16,0 0 0-16,2 0 1 16,-3 0-1-16,0 0 0 15,2 3-5-15,-2 1-3 0,4-1 1 16,3 0 1-16,-3-2 2 16,2 1 5-16,2-2-1 15,0 1-4-15,0-1 5 16,4 1 0-16,-2-1-2 15,4 0-2-15,0 0-6 0,-1 0 7 16,0 0 2-16,1-1 0 16,-1-2 1-16,0-1 0 15,3 1 2-15,2 0-1 16,-1 0 2-16,3 2-2 16,3-2-1-16,3 3-1 0,1-1 0 15,2 1 0-15,0 0 0 16,4 0 0-16,0 0 0 15,1 1-2-15,4 9 0 16,-1-3-4-16,4 3 1 16,-1 2-20-16,5 3 30 0,-1 0-3 15,3 3-3-15,-3 2-3 16,3 1 2-16,1 0 1 16,0 2-4-16,1 0 0 15,-1 1-4-15,3 0 9 16,0 0 2-16,4 3-1 0,1-2 1 15,2 0-2-15,0-1 1 16,0 2-1-16,0-2 2 16,0 0-2-16,4 0 0 15,1 0 1-15,0 3 0 16,-1 0-2-16,-1 0 1 0,3 1-2 16,-2-2 1-16,1-2 1 15,4-4 0-15,-2 0 0 16,0-4 1-16,3-1-1 15,2-2-1-15,-1-2 2 16,5 2 1-16,3-3 0 0,6 1 4 16,6 0-3-16,5-2-1 15,9 1-1-15,6 0-1 16,5-7-15-16,5-3-139 16</inkml:trace>
  <inkml:trace contextRef="#ctx0" brushRef="#br0" timeOffset="87154.11">10759 11829 46 0,'0'0'-7'0,"0"0"1"0,0 0 4 0,0 0 5 0,0 0 19 16,0 0 7-16,0 0-10 16,0 0-7-16,0 0-3 15,0 0-7-15,0 0-2 0,0 0-7 16,0 0-17-16,0 0 17 16,4-18 5-16,-2 18 2 15,2 0 1-15,0 0 0 16,-1 3 1-16,1-1 4 15,2 2-2-15,-3-1-2 0,2 4 1 16,1-1-2-16,-4 0 0 16,1-1 0-16,1-2-1 15,-2 2 1-15,0-3-1 16,1 1 1-16,1 1 0 16,1-2 0-16,0-1 0 0,1-1 1 15,2 0 3-15,2 0 10 16,1-7 10-16,4-4-4 15,4-5-5-15,5-3-5 16,5-6-3-16,2-5-1 16,5-4 0-16,2-4 1 0,1-5 1 15,5-1-2-15,-2-1-3 16,5 1 1-16,-3 1-4 16,2 5 0-16,-4 4-1 15,-4 5 1-15,-3 8-2 16,-8 5-1-16,-4 6-5 0,-7 9-13 15,-9 1-43-15,-7 0-14 16</inkml:trace>
  <inkml:trace contextRef="#ctx0" brushRef="#br0" timeOffset="107415.05">8670 11435 85 0,'-7'0'3'0,"1"0"-3"0,3 0 0 16,-1 0-21-16,2 0-30 16</inkml:trace>
  <inkml:trace contextRef="#ctx0" brushRef="#br0" timeOffset="107458.34">8670 11435 26 0,'0'0'19'16,"0"0"-22"-16</inkml:trace>
  <inkml:trace contextRef="#ctx0" brushRef="#br0" timeOffset="107629.08">8704 11410 121 0,'0'0'9'15,"0"0"7"-15,0 0-11 16,0 0-8-16,0 0-1 0,0 0-1 16,0 0 1-16,6 33-4 15,-3-23-5-15,1-2-18 16,-2-1-42-16</inkml:trace>
  <inkml:trace contextRef="#ctx0" brushRef="#br0" timeOffset="107764.4">8775 11455 92 0,'0'0'17'0,"0"0"0"16,0 0 16-16,0 0-17 15,0 0-9-15,0 0-10 16,0 0-2-16,6-19-48 0,-4 19 7 15</inkml:trace>
  <inkml:trace contextRef="#ctx0" brushRef="#br0" timeOffset="107885.02">8775 11455 165 0,'42'-34'-3'0,"-42"34"3"16,0 0-48-16,0 0-21 15</inkml:trace>
  <inkml:trace contextRef="#ctx0" brushRef="#br0" timeOffset="108035.56">8820 11418 115 0,'0'0'0'0,"0"0"-14"16,0 0-28-16</inkml:trace>
  <inkml:trace contextRef="#ctx0" brushRef="#br0" timeOffset="108192.15">8820 11418 217 0,'-22'13'4'16,"20"-13"3"-16,1 0-6 0,-1 0-15 16,2 0-57-16,-2 4 37 15,2-2-18-15</inkml:trace>
  <inkml:trace contextRef="#ctx0" brushRef="#br0" timeOffset="108347.87">8780 11441 139 0,'0'0'2'0,"0"0"-2"0,0 0-3 16,0 0-21-16,0 0-13 16,0 0-40-16</inkml:trace>
  <inkml:trace contextRef="#ctx0" brushRef="#br0" timeOffset="108512.5">8780 11441 231 0,'-9'-23'-4'0,"9"23"6"15,0 0-12-15,0 0-58 16,0 2 19-16,0-2-45 15</inkml:trace>
  <inkml:trace contextRef="#ctx0" brushRef="#br0" timeOffset="108662.03">8825 11403 135 0,'0'0'-48'0,"0"0"-12"0</inkml:trace>
  <inkml:trace contextRef="#ctx0" brushRef="#br0" timeOffset="108825.26">8825 11403 221 0,'28'-9'1'0,"-28"9"-32"15,0 2-24-15,0-1 5 16</inkml:trace>
  <inkml:trace contextRef="#ctx0" brushRef="#br0" timeOffset="108991.38">8852 11414 138 0,'0'0'0'0,"0"0"-34"15,0 0-8-15</inkml:trace>
  <inkml:trace contextRef="#ctx0" brushRef="#br0" timeOffset="109161.1">8852 11414 234 0,'-25'-7'4'0,"23"7"-4"15,2 3-51-15,0 1-6 16,0-2-7-16</inkml:trace>
  <inkml:trace contextRef="#ctx0" brushRef="#br0" timeOffset="109360.15">8853 11410 199 0,'0'0'-1'16,"0"0"-11"-16,0 0-23 16,0 0-2-16,0 0-2 15,0 0-28-15</inkml:trace>
  <inkml:trace contextRef="#ctx0" brushRef="#br0" timeOffset="109516.79">8853 11410 110 0,'23'4'-60'0</inkml:trace>
  <inkml:trace contextRef="#ctx0" brushRef="#br0" timeOffset="111943.68">9742 15847 73 0,'-10'0'2'0,"1"-6"-1"0,0 3-1 0,-5-2-1 16,1 0 2-16,-5 1 1 0,-2 0 12 15,0 2 9-15,-7 0 6 16,0 1-10-16,-2 1 0 16,-4 0-11-16,1 0-3 15,-1 0-2-15,-3 0-3 16,-3 4 0-16,0-1 0 0,-3-2 0 16,-2-1 0-16,0 1 0 15,-7-1 0-15,2 0 1 16,-5 0-1-16,0 0 1 15,-6 0-1-15,0 2 0 16,-4 0 0-16,-2 4-2 16,-3 1-13-16,-5 3-5 0,2 1 8 15,-5 1 7-15,0 2 5 16,-1 0 1-16,-1 3 3 16,4-2 8-16,-3 2 4 15,4 2-6-15,0 3-4 16,0 0-5-16,3 3 1 0,3 3-2 15,6-1 0-15,1 3 0 16,6-2-2-16,4 3 2 16,5-2 0-16,4 2-1 15,2-1-2-15,7 1 1 16,2 2 1-16,6 2 1 16,4 5 1-16,6 0-1 0,4 2 0 15,8-2 0-15,3 0 0 16,0-3 1-16,16-5-4 15,4-2-1-15,7-1-3 16,4-4 3-16,10-1 2 0,1 0 2 16,10 2 2-16,1-2 0 15,5 3 0-15,7 0 0 16,3 0 1-16,3 0-1 16,-2-1 1-16,7-2-1 15,-3-1 1-15,3-3 3 0,-1-2-3 16,2-1 1-16,4-3 0 15,2-1 1-15,-3-3 0 16,1 0 1-16,2-6 4 16,-1-2 2-16,-1-2-1 15,0 0-3-15,-1-3-3 0,3-8 0 16,0-2-3-16,-2-6 0 16,0 0 0-16,-3-6 0 15,0 0-1-15,-2-5-1 16,-6-3 1-16,-3-1-1 15,-5-3 2-15,-3 2-1 16,-10-4-2-16,-4 2 2 0,-7-1-1 16,-9-2 0-16,-5 4 1 15,-11-4 6-15,-7-1 5 16,-6-1 0-16,0 0-8 16,-8 0-3-16,-7 0 0 15,-4 3-1-15,-1 0-1 0,-3 0 0 16,0 1-1-16,0 0-3 15,-2-1-4-15,-1 5-2 16,6 0-1-16,-5 6 3 16,2 4-10-16,4 5-10 0,-3 4-25 15,1 4-21-15</inkml:trace>
  <inkml:trace contextRef="#ctx0" brushRef="#br0" timeOffset="116628.84">8663 11438 135 0,'-4'2'5'0,"4"-2"-1"0,-2 1-8 0,2 2-2 15,-1-3 0-15,1 3 2 16,-2-1 0-16,2-1 3 16,-2-1 3-16,2 0 1 15,0 0 2-15,0 0-2 16,-2 0-1-16,2 0-2 15,0 0-1-15,0 0 2 0,0 0-1 16,-3 0 0-16,2-6 1 16,-1 3 2-16,-1-5 9 15,1-1 11-15,0 2-5 16,-3 0-7-16,3-2-2 16,2 4-6-16,0 0-3 15,0 3-4-15,0 0-28 0,3-1-11 16,5 1-15-16</inkml:trace>
  <inkml:trace contextRef="#ctx0" brushRef="#br0" timeOffset="116969.98">8719 11393 99 0,'0'0'55'0,"0"0"-48"0,0 0 3 0,0 0-8 16,0 0-2-16,0 0-7 15,0 0-2-15,0 0-11 16,0 0-5-16,0 0-10 16,-13 4-42-16</inkml:trace>
  <inkml:trace contextRef="#ctx0" brushRef="#br0" timeOffset="119414.62">8630 12945 52 0,'0'0'9'0,"0"0"-10"0,0 0-10 0,0 0-24 0</inkml:trace>
  <inkml:trace contextRef="#ctx0" brushRef="#br0" timeOffset="119569.27">8630 12945 49 0,'0'0'52'0,"0"0"-8"16,-40-4-16-16,37 3-15 0,-1 0-11 15,2 1-1-15,-3 0-3 16,3 0-6-16,-5 0 1 15,0 0 6-15,1 0 1 16,-5 0 0-16,-1 0 0 16,-1 1-1-16,-5 4-14 15,0-2-8-15,-2 3-21 0</inkml:trace>
  <inkml:trace contextRef="#ctx0" brushRef="#br0" timeOffset="120231.72">5237 12939 79 0,'0'0'6'0,"0"0"12"0,-47-44-8 0,33 23-6 0,1 0-4 16,-1-5-2-16,0-1-9 16,-1-6-4-16,0 0-1 15,1-3 4-15,-1 0 3 16,-1-2 7-16,3-2-2 0,-2-1-7 16,1-4-14-16,1-2 15 15</inkml:trace>
  <inkml:trace contextRef="#ctx0" brushRef="#br0" timeOffset="120710.01">4964 12244 9 0,'-6'-50'5'0,"3"0"-4"16,3 0-1-16,0 2 0 0,0 0 1 16,0 1 0-16,5 0 4 15,3 3 0-15,-3-1 3 16,2 1-2-16,-3 2 5 16,1 1-2-16,-3 2-3 15,2 0-3-15,-2 5-2 0,0 1-1 16,4 5 1-16,-2 1-1 15,-2 4 0-15,3 0 0 16,-1 4 0-16,2 0 1 16,2 2-2-16,3 2 2 15,2 0-1-15,3 1 0 16,4 1-3-16,0 2-9 0,3 1 2 16,3 2 9-16,-1 1 0 15,1 2 1-15,1 2 0 16,2-1 1-16,5 3-1 15,2-1 0-15,6 2 0 16,1-3 1-16,8 2-1 0,1-2-1 16,1-1-2-16,1-3-8 15,-2-2 7-15,2 1 6 16,-2-2 0-16,0-2 5 16,-6-2 3-16,-1 3-1 15,-2 0-2-15,-8 1 0 0,-5 1-3 16,-4 3 1-16,-7 1-3 15,-7 2 1-15,-2 1 2 16,-7 1 2-16,-2 0 17 16,-1 1 31-16,0 0-45 15,0 0-10-15,0 0-33 0,0 4 0 16,0 0-14-16</inkml:trace>
  <inkml:trace contextRef="#ctx0" brushRef="#br0" timeOffset="121236.49">8646 11012 91 0,'0'0'0'0,"0"0"1"0,0 0-10 0,0 0-3 15,0 0 4-15,0 0 6 16,0 0 2-16,0 0 0 16,0 0 0-16,0 0 0 15,0 0-10-15</inkml:trace>
  <inkml:trace contextRef="#ctx0" brushRef="#br0" timeOffset="121891.01">9090 11023 40 0,'0'0'2'0,"0"0"0"0,0 0-2 0,0 0 1 0,0 0-1 16,0 0 0-16,0 0 1 15,0 0 2-15,0 0 1 16,0 0 1-16,2 8 0 16,0-8 2-16,0 0 18 15,4 0-3-15,2-7-13 0,1-5-3 16,5-1 0-16,1-6 5 15,3-3-1-15,4-3 6 16,-1-4 4-16,3-2 2 16,-1 0-3-16,-3-1-8 15,2 1-5-15,-2 4-4 0,0 1 0 16,-2 4-2-16,-1 2 0 16,2 3-1-16,-3 4-3 15,1 2-11-15,-3 4-19 16,1 4-4-16,-1 0-6 15,-3 3-7-15</inkml:trace>
  <inkml:trace contextRef="#ctx0" brushRef="#br0" timeOffset="122090.97">9442 10738 45 0,'0'0'19'15,"0"0"-5"-15,0 0-4 0,0 0-9 16,0 0-1-16,0 0-27 16</inkml:trace>
  <inkml:trace contextRef="#ctx0" brushRef="#br0" timeOffset="122775.27">8846 10383 26 0,'0'0'8'0,"0"0"20"0,2-41-6 0,-2 18-7 0,0-7-4 16,0-7 1-16,0-5-1 15,0-5-7-15,0-3-3 16,1-1-1-16,2-1-9 15,1-1-20-15,-2-1-48 0</inkml:trace>
  <inkml:trace contextRef="#ctx1" brushRef="#br0">13300 3775 0,'0'53'31,"0"17"-15,70 36-16,54 0 15,-36 0-15,0-18 16,0 18-16,18 35 15,-18-18-15,1-35 16,-19 18-16,18 18 16,-17-36-16,52 53 15,-34-70-15,-1 52 16,18 18-16,52 36 16,-34-19-16,35 72 15,-18-19-15,-18-52 16,18 70-16,-35-17 15,-18-53-15,36 17 16,-36 1-16,35 17 16,-34-36-16,16 19 15,-16-1-15,16-17 16,19 17 0,17 36-16,35 17 15,-34-35-15,69 106 16,18 53-16,-70-124 15,53 71-15,-89-71 16,36 18-16,0-53 16,-18 18-16,0 35 15,-35-53-15,35-18 16,-17 54-16,122 158 16,-16-88-16,-71-36 15,70 89-15,0-53 16,0 35-16,-52-88 15,35 88-15,-36-88 16,-35-53-16,0-18 16,-35 1-16,17-54 15,-17 18-15,0-35 16,-53 0-16,18 0 16,52 17-16,-70-34 15,35 34-15,0-17 16,1 17-16,-1-34 15,-18-37-15,-34 19 16,34-18-16,-52-35 16,-1-18-16,-17 17 15,0-52 63,0-18-62,0-35-16,0-71 16</inkml:trace>
  <inkml:trace contextRef="#ctx1" brushRef="#br0" timeOffset="1919.91">21220 2875 0,'-18'18'78,"-17"52"-62,-1 1-16,-34 17 15,-1 0-15,18 36 16,0-36 0,-52 35-16,34 1 15,1-18-15,-1 35 16,-17-18-16,35-34 15,-35 16-15,-18 72 16,18-71-16,-18 70 16,18-35-16,-36 53 15,1 35-15,-18 36 16,-53 35-16,35-18 16,-88 53-16,-35 89 15,52-72-15,36-69 16,-88 105-16,53-89 15,35-16-15,-53 34 16,53-35-16,-18-17 16,18 17-16,18-35 15,-1 0-15,18 0 16,-35 88-16,53-106 16,-35 54-16,70-125 15,-35 36 1,35-17-16,-35-1 15,18-35-15,17 36 16,-35 52-16,0-17 16,17-36-16,-52 53 15,52-52-15,18 17 16,-17-18-16,-1 1 16,19 17-16,16 0 15,19-53-15,-1 35 16,18-52-16,36-1 15,-19-17-15,1 0 16,0 17-16,17-35 16,1-35-16,17 0 15,-36-17-15,36-19 16,0 1-16,0-1 16,0 1-16</inkml:trace>
  <inkml:trace contextRef="#ctx1" brushRef="#br0" timeOffset="4768.72">2240 7391 0,'-70'0'109,"-107"17"-109,18 36 16,-35-35-16,36 0 16,-72 52-16,142-52 15,-18 35-15,71-18 16,0-35-16,35 18 15,-18-18-15,0 17 16,18 1-16,-17 17 16,-18 0-16,35-17 15,-18 35-15,0-18 16,-17 36-16,17-36 16,18 0-16,-17 18 15,-19 35-15,36-35 16,0-17-16,-17 17 15,17-1 1,0 1-16,0 0 16,0-17-16,0-1 15,0 18-15,0 17 16,0-52-16,0 35 16,17 0-16,1 35 15,-18-53-15,53 36 16,-18 35-16,1-53 15,-19 35-15,18-18 16,1 19-16,-1-19 16,18 71-16,-35-53 15,35 36-15,-36-36 16,1 36-16,35-1 16,-36-52-16,-17 17 15,0 0-15,0-17 16,0-1-16,-17 1 15,-1 17-15,-35-18 16,36 1-16,-36 35 16,17-53-16,-52 52 15,35-52-15,0 36 16,18-54-16,17 0 16,-35-17-1,36 17-15,-1-35 16,-17 18-16,17-1 15,-35 1-15,36-18 16,-36 0-16,0 18 16,0-18-16,18 0 15,17 0-15,-17 0 16,17 0-16,53 0 125,54 0-125,34 17 16,18 36-16,-35 0 15,0 0-15,0 18 16,-53-36-16,17 53 15,-52-53-15,-1 36 16,19-1-16,-36 1 16,0 17-16,0 0 15,0-17-15,0-1 16,-53 54 0,53-18-16,-18 0 15,1-36-15,-19-17 16,-17 53-16,18-18 15,-18 18-15,35-35 16,-17 17-16,0-18 16,0 18-16,-1-17 15,1 17-15,17-35 16,1 53-16,-1-53 16,1 17-16,-1-17 15,18-17-15,-18 34 16,18 1-16,0-1 15,0 1-15,0-1 16,0 1-16,0 35 16,0-36-16,18 1 15,0 52-15,17-17 16,-35-18-16,17 1 16,-17-19-16,18 1 15,0 17-15,17 0 16,-17-35-1,-1 35-15,1 18 16,17-53-16,0 18 16,1-1-16,-1 1 15,18-18-15,-35-36 16,17 18-16,18 1 16,17-19-16,1 1 15,52 35-15,89-35 16,-18-1-16,35 1 15,-35 17-15,-52-17 16,-1-1-16,-36-17 16,-34 0-16,-18 0 15,-35 0-15,17 0 16,-17 0 0,-1 0-1,1 0-15,-1-17 31</inkml:trace>
  <inkml:trace contextRef="#ctx0" brushRef="#br0" timeOffset="135218.21">1296 3962 90 0,'0'0'4'0,"0"0"-1"0,0 0 6 0,0 0-8 16,0 0-1-16,0 0 1 15,0 0 0-15,0 0 0 0,0 0 0 16,-2 47 1-16,4-33-1 16,3 4 0-16,0 2 0 15,0 3 0-15,1 0 4 16,-2 1-3-16,-2-3-1 0,1-2 1 15,1-1-1-15,-4-4 0 16,0 1 0-16,0-2 2 16,0-1-2-16,0-2 0 15,0 0-1-15,-5-5-26 16,1-5-83-16</inkml:trace>
  <inkml:trace contextRef="#ctx0" brushRef="#br0" timeOffset="135509.83">1154 4052 140 0,'0'0'4'0,"0"0"5"15,0 0-2-15,0 0-2 0,0 0 4 16,42-47 2-16,-27 34 2 16,6-3-2-16,-1 1-5 15,3-2-4-15,-1 0 0 16,6 1-2-16,-1 0 2 16,-2 2-5-16,0 2-15 0,-6 4-19 15,-2 4-10-15,-7 3-36 16</inkml:trace>
  <inkml:trace contextRef="#ctx0" brushRef="#br0" timeOffset="135945.25">1520 4030 137 0,'0'0'4'16,"0"0"-1"-16,0 0-3 0,0 0 1 15,0 0 0-15,0 0 3 16,0 0 19-16,0 0 3 16,24-11-22-16,-12-2-2 15,-1 0-2-15,0-1 1 16,-3 1-1-16,-2 2 2 16,-2 1-2-16,-4 3 1 0,0 1 0 15,-2 3 0-15,-7 3-6 16,-2 0 8-16,0 5-2 15,-3 6-6-15,-1 2 6 16,1 3 1-16,1 2-1 0,4-1 1 16,-1 3-1-16,2-3 0 15,4 0 2-15,4-2-2 16,0 0 3-16,0-4-2 16,2-1 0-16,6 0 0 15,2-3 2-15,1-1-1 0,-1-3 0 16,5-2-1-16,0-1 0 15,3 0 0-15,2-3-1 16,0-4-5-16,0-3-43 16,-5 0-18-16,0-3-17 15</inkml:trace>
  <inkml:trace contextRef="#ctx0" brushRef="#br0" timeOffset="136200.44">1683 3995 74 0,'0'0'13'15,"0"0"22"-15,0 0-8 0,0 0 1 16,0 0-1-16,0 0-12 16,0 0-10-16,0 0-5 15,0 0 0-15,-2-16 0 16,13 17 1-16,3 4 0 16,-1-1-1-16,2 2 1 15,1-2-1-15,-3 0 0 0,1 2 1 16,-3-2-1-16,-2 1 1 15,1 0-1-15,0-1-2 16,-3-2-14-16,0-1-22 16,-4-1-2-16,1 0 6 15,-2-10-32-15</inkml:trace>
  <inkml:trace contextRef="#ctx0" brushRef="#br0" timeOffset="136421">1831 3939 52 0,'0'0'30'0,"0"0"-9"15,0 0 3-15,0 0-12 16,0 0 1-16,0 0-11 16,-41 6-1-16,35 8 3 15,-3 3 0-15,-2 3-1 16,4 1 1-16,0 1 2 16,1-1 1-16,-1-1-2 0,2-2-2 15,3-2 1-15,2-2 0 16,0-2-2-16,0-4-1 15,4-4-11-15,6-4-37 16,3 0 1-16</inkml:trace>
  <inkml:trace contextRef="#ctx0" brushRef="#br0" timeOffset="136691.81">1916 3792 120 0,'0'0'8'0,"0"0"30"16,0 0-29-16,0 0-13 15,0 0 4-15,-3 42 3 16,-1-19 3-16,4 4 0 16,-2-3-1-16,2 0 2 0,0-1-4 15,0-3 0-15,0 1-1 16,4-4 1-16,1 0-2 15,2-2 2-15,-1-1-3 16,-1-3 2-16,1 0-6 16,1-6-47-16,0-5-35 0</inkml:trace>
  <inkml:trace contextRef="#ctx0" brushRef="#br0" timeOffset="136855.6">1971 3986 191 0,'0'0'-5'0,"0"0"20"16,0 0-11-16,0 0-1 15,41-44-3-15,-17 29-7 16,3-3-29-16,0-1-6 0,-2-3-81 16</inkml:trace>
  <inkml:trace contextRef="#ctx0" brushRef="#br0" timeOffset="138300.27">2211 3448 91 0,'0'0'3'0,"0"0"2"16,0 0 7-16,0 0-3 15,0 0-2-15,0 0 2 16,-27-40 7-16,21 33-2 15,1 1 2-15,-2-1-7 16,0 3-2-16,-2-3-5 0,-1 1 0 16,-2 2-2-16,-1-2 1 15,-3 0 0-15,-1 1-1 16,-2 1 0-16,-1-1-1 16,-2 1 2-16,-3 1-3 15,-4 3 2-15,-4 0 0 0,-3 0-1 16,0 6 2-16,-7 2-1 15,1 4 0-15,-3-1 0 16,1 3 0-16,-2 1-1 16,4 2-1-16,-2 0 2 15,-1 4-1-15,-2-1-1 0,0 1 4 16,1 2-2-16,-2 1-2 16,0 0 1-16,1 2 4 15,-1 2-5-15,-1 1 1 16,0 2 4-16,0 4-3 15,0 0 0-15,-1 4 0 0,4-2 0 16,2 3 0-16,2-2 1 16,0 2-1-16,1-3 1 15,0 1-2-15,3 3 1 16,0 2 0-16,-1 1 0 16,3 3-1-16,3-2 2 0,0 1-1 15,2-2 0-15,4-3 0 16,4-2 0-16,1-4 0 15,4-1 0-15,5 0-1 16,1-4 1-16,4 1 0 0,3 1 0 16,1-3 0-16,4 0 0 15,0 2 0-15,0-3 0 16,0 2 0-16,11 1 0 16,1-1 0-16,5 4 0 15,1-3 0-15,4-1 0 16,3-1 0-16,1-4-5 0,3-2 3 15,-1-4 1-15,3-2 4 16,-2-3-1-16,4-3-1 16,1-1 1-16,3 0 2 15,-1 0-1-15,5-1 0 16,1 2-1-16,5-1-1 0,-2 4 0 16,6-1-1-16,2-2 1 15,3-1-1-15,0-1 0 16,-2-2 1-16,2-6-1 15,-1-1 0-15,1-2 0 16,3-11 2-16,1-2 5 0,-1-2-1 16,5-3-3-16,3-1 2 15,3-2-3-15,-1-1 1 16,2 0-2-16,4 0 1 16,-2-2-2-16,0 2 2 15,-2-1-2-15,0-2 1 16,0 0-1-16,-2-3 1 0,1-1 1 15,-1-1-1-15,0-3 0 16,0-1 0-16,5-3 0 16,-3-1 0-16,2-3-1 15,-2-1 0-15,-4-1 1 16,-3 1-1-16,-3-2 0 0,-5-1 0 16,-4-2 0-16,-4-4 0 15,0-1 0-15,-10-1 1 16,1 2 0-16,-8-1 4 15,-1 3-1-15,-5-3-2 16,-3 6-1-16,-5-2-1 0,-5 3 1 16,-1-1-1-16,-7 1 2 15,-4 0-1-15,0 2 6 16,0-2 1-16,-8 2-1 16,-4-1-2-16,1 2-1 15,-4 0-1-15,1 4 0 0,-3 2 1 16,-2 4-3-16,-3 0 0 15,-2 1 1-15,-5 2-3 16,-6 2 0-16,0 1-4 16,-5 5 7-16,-4 5-4 15,-6 5 4-15,-6 6-6 0,-7 7 2 16,-6 4-1-16,-5 13 3 16,-6 7-17-16,-5 6 8 15,0 4 3-15,1 5 1 16,5 2 1-16,0 4-8 0,4 5-9 15,8 2-8-15,4 1-23 16,5-3-22-16</inkml:trace>
  <inkml:trace contextRef="#ctx0" brushRef="#br0" timeOffset="139240.38">3393 3911 66 0,'0'-2'3'0,"0"0"10"0,0-1-1 0,0-1-5 15,0 0-1-15,0-1-1 16,0 1 3-16,0-2 2 0,0-1-1 16,2 1 0-16,0 0-5 15,4 1-2-15,0-1-2 16,0 1 0-16,1 0 1 15,0 1-1-15,4-2 0 16,-2-1 0-16,2 2 0 0,5-2 0 16,-1-2 2-16,5 1-2 15,5-3 0-15,0 0 0 16,4 0 0-16,2-1 0 16,1 1 0-16,1 1 0 15,-2 0 0-15,-1 0 0 0,1 2 1 16,-2 1-1-1,-2 0 2-15,-1 1 1 0,-1 2 0 16,2-1 1-16,0 3-3 16,0-1 0-16,1 0-1 15,4 1 1-15,-5 1-1 0,-2-2 1 16,-2 0-1-16,2 3 1 16,-6-1 3-16,-2 0 1 15,1-1-1-15,-3 2-1 16,1 0-1-16,-3 0 1 15,-1 0-1-15,-1 0-2 0,-3 0 0 16,2 0 1-16,-1 0 0 16,-1 0-1-16,-1 0 0 15,1 0 0-15,0 0 0 16,1 0-2-16,-3 0-28 16,0 0-8-16,0 0-32 0</inkml:trace>
  <inkml:trace contextRef="#ctx0" brushRef="#br0" timeOffset="139546.98">4347 3493 63 0,'0'0'3'0,"0"0"13"0,0 0 1 0,0 0-6 16,43 23-2-16,-32-14 4 16,0 3-4-16,-3 1 5 0,0 1-1 15,-4 6-2-15,-4 3-4 16,-4 8-2-16,-18 13 3 15,-12 13 1-15,-16 11-5 16,-19 10-51-16</inkml:trace>
  <inkml:trace contextRef="#ctx0" brushRef="#br0" timeOffset="141262.17">4817 3155 72 0,'0'0'16'0,"0"0"-2"0,0 0-1 0,0 0 0 0,0 0 14 15,0 0 3-15,0 0-11 16,0 0-4-16,0 0-10 16,0 0-6-16,0 0-1 0,0 0-7 15,0 0-41-15,0 0-55 16</inkml:trace>
  <inkml:trace contextRef="#ctx0" brushRef="#br0" timeOffset="144378.56">4776 3238 57 0,'0'0'5'0,"0"0"0"0,0 0 0 0,0 0-3 16,0 0 3-16,0 0 4 15,0 0 3-15,0 0 4 16,0 0-4-16,0 0-8 15,0 0-3-15,-25 0 0 0,29 1 0 16,2 3 0-16,-2 2 0 16,1 1-1-16,1 3 0 15,-3-3 0-15,4 4 1 16,-3-2-1-16,0 0 0 16,1 1 1-16,1-2-2 0,-1-1-1 15,-3-3-30-15</inkml:trace>
  <inkml:trace contextRef="#ctx0" brushRef="#br0" timeOffset="144584.6">4826 3267 170 0,'0'0'-9'0,"0"0"37"0,0 0-2 16,0 0-9-16,0 0-9 15,0 0-9-15,0 0-1 16,0 0 2-16,-14 9-1 16,22 2-10-16,0-2-16 15,-2 0-33-15,1-3-66 16</inkml:trace>
  <inkml:trace contextRef="#ctx0" brushRef="#br0" timeOffset="145780.23">4839 3238 39 0,'-2'0'6'0,"-2"0"-6"0,3 0 0 0,1 0 0 16,-2 0 0-16,2 0 0 15,0 0-1-15,0 0-6 0,0 0-8 16,-2 0 17-16,0 1 0 15,-3 3 8-15,1 1 6 16,-3-1-4-16,2 0 5 16,1 3-2-16,0-4-4 15,1 3-3-15,2-2-3 0,0 0-2 16,1 2-1-16,0 0-1 16,0-2 0-16,0 3-1 15,1-1 1-15,3 1-1 16,-2-3-8-16,0 0-16 15,-2-3-69-15</inkml:trace>
  <inkml:trace contextRef="#ctx0" brushRef="#br0" timeOffset="146013.34">4822 3239 113 0,'0'0'1'16,"0"0"0"-16,0 0-1 16,0 0 1-16,0 0-1 0,0 0 0 15,0 0 0-15,0 0 0 16,0 0 0-16,33 6 0 16,-31 0-1-16,-2-1 0 15,0 2-4-15,0-1-9 16,0-2-20-16</inkml:trace>
  <inkml:trace contextRef="#ctx0" brushRef="#br0" timeOffset="146240.89">4822 3239 123 0,'29'-37'-3'16,"-27"37"8"-16,-2 0-7 0,2 3 2 16,-2 1 0-16,2 3-1 15,-2-2 1-15,2 2 0 16,-2 4-5-16,0-2-8 16,0-1-5-16,0 2-15 15</inkml:trace>
  <inkml:trace contextRef="#ctx0" brushRef="#br0" timeOffset="146505.47">4828 3235 147 0,'0'0'-5'0,"0"0"15"16,0 0 8-16,0 0-16 0,0 0-3 16,0 0 0-16,0 0 1 15,0 0 0-15,0 21-2 16,0-11 1-16,0 0-8 16,0 2-10-16,2-1-5 15,-2-3-8-15,0-2-43 0</inkml:trace>
  <inkml:trace contextRef="#ctx0" brushRef="#br0" timeOffset="146746.92">4882 3211 106 0,'0'0'5'0,"0"0"0"0,0 0-6 16,0 0 1-16,0 0 1 15,0 0-1-15,0 0 0 16,0 0 1-16,-2 42-5 16,2-36-8-16,0 1-15 15,0-3-44-15</inkml:trace>
  <inkml:trace contextRef="#ctx0" brushRef="#br0" timeOffset="147918.45">5067 3323 73 0,'0'-3'12'0,"-2"0"4"0,0 0-2 0,-1 2 5 15,3-1 2-15,-2 0-2 16,2 2-4-16,0 0-4 15,0 0-11-15,0 0-2 0,0 5 2 16,0 5-2-16,0 2 2 16,5 2 0-16,-1 2 0 15,1-1 0-15,-1 2 2 16,1-2-4-16,-1-3 4 0,0 1-2 16,-2-1 0-16,1-1 0 15,-2-3 0-15,1 1-3 16,-2-1-17-16,0-1-14 15,0-4-8-15,-2-3-57 16</inkml:trace>
  <inkml:trace contextRef="#ctx0" brushRef="#br0" timeOffset="151224.19">5103 3334 17 0,'-4'0'22'0,"0"0"-17"15,3 0 1-15,-4 0-4 0,5 0 0 16,-2 0 1-16,2 0-1 15,0 0 0-15,0 0-1 16,0 0 1-16,0-4 0 16,0 1 1-16,0-1 1 15,0-2-2-15,0 2-1 16,0-2-1-16,2-1 0 0,3 2-1 16,0-3 0-16,-1 1 0 15,0-2 1-15,3 1 0 16,-3-2 0-16,6 3 1 15,-6 0-2-15,2 0 4 0,-1 0 3 16,1 4 0-16,-3-1 1 16,2 2 0-16,1-2 0 15,-1 4-4-15,1 0 2 16,-1 0-3-16,6 0-2 16,-4 4 0-16,2 4 0 15,2 0 1-15,-2 3-1 0,-1 2 0 16,1 0 1-16,-1 0-1 15,-2-2 0-15,-3 2 1 16,3-2-1-16,-4-1 1 16,0 0 0-16,-2-1 0 15,0 2 0-15,0 0 1 0,-8-1-2 16,1-1-29-16</inkml:trace>
  <inkml:trace contextRef="#ctx0" brushRef="#br0" timeOffset="151443.61">5065 3384 96 0,'0'0'23'0,"0"0"-1"0,0 0-15 0,0 0-6 15,0 0 1-15,49-30 0 16,-26 20-2-16,3 0 2 15,1-1 0-15,-3 1-5 16,1 0 4-16,-5 2-19 16,1 0-20-16,-4-2-34 0</inkml:trace>
  <inkml:trace contextRef="#ctx0" brushRef="#br0" timeOffset="151620.65">5368 3195 112 0,'0'0'40'0,"0"0"3"16,0 0-27-16,0 0-12 15,0 0-5-15,0 0 1 16,0 0 0-16,10 54 0 16,1-27-3-16,-3 3-47 0,0-2-44 15</inkml:trace>
  <inkml:trace contextRef="#ctx0" brushRef="#br0" timeOffset="152184.3">4028 3800 92 0,'0'0'4'0,"0"0"1"0,0 0 6 0,0 0-6 0,0 0-3 16,0 0-1-16,0 0 0 15,-25 50 1-15,27-34 1 16,10 3-1-16,5 1 0 16,4 2-2-16,6 0 3 15,4 1-2-15,1-2 0 16,5-2 0-16,1-2 0 0,2-5 0 16,3-3 1-16,1-2-1 15,1-1 2-15,-2-3-1 16,2-3 0-16,-3 0 0 15,0 0-1-15,1-2-1 16,-1-1 1-16,-4-2-1 0,-3-1-28 16</inkml:trace>
  <inkml:trace contextRef="#ctx0" brushRef="#br0" timeOffset="152589.79">5067 3996 148 0,'0'0'-11'0,"0"0"12"15,0 0 0-15,38 0 0 0,-31-1 3 16,-3-2 2-16,-4 0 17 16,0 0 7-16,0-1-15 15,0 0-8-15,0-3-5 16,-2 0 0-16,0 0-2 15,-2-2 2-15,3-2-2 0,-1-2 0 16,2 0 0-16,-2-3 0 16,2-1 0-16,0 2-2 15,0 0 1-15,5 4 0 16,1 0-1-16,2 2 1 16,2 5 0-16,-1 4-1 0,0 0 0 15,4 0-1-15,0 3 0 16,1 5 2-16,-1 2 1 15,2 4 1-15,-1-1 0 16,-1 0-1-16,-1 0-1 16,-3 0 1-16,-3 1-2 0,-1-1-13 15,-5 1-28-15,0-2-16 16</inkml:trace>
  <inkml:trace contextRef="#ctx0" brushRef="#br0" timeOffset="152751.75">5130 3949 177 0,'0'0'-5'0,"0"0"19"15,0 0-2-15,9-44-10 16,9 33 0-16,1-2-2 0,4 2-3 16,2 2-29-16,-4-2-5 15,2 4-17-15</inkml:trace>
  <inkml:trace contextRef="#ctx0" brushRef="#br0" timeOffset="152987.3">5374 3810 59 0,'0'0'16'15,"0"0"1"-15,0 0 0 16,0 0-12-16,0 0-4 16,0 0 3-16,0 0-3 15,17 26 0-15,-17-12 2 16,0 0 2-16,0 0 7 0,0-2 4 15,0-4 3-15,0-2-4 16,0-3-6-16,8-3-4 16,9 0 1-16,5-9 12 15,10-5-6-15,3-9-9 16,3-2-3-16,2-4-9 0,-4 2-44 16,-9 0-16-16</inkml:trace>
  <inkml:trace contextRef="#ctx0" brushRef="#br0" timeOffset="153436.75">4130 4177 79 0,'0'0'2'0,"0"0"-2"0,0 0 1 0,0 0 0 0,5 52 1 15,4-32 1-15,4 4 3 0,3-1 0 16,2 5 0-16,6 2-1 16,4 0-3-16,5 0 1 15,2-2 2-15,5-1-1 16,6-3 0-16,-2-1 0 16,3-4-1-16,-2-4 1 15,2-1 0-15,-1-2 0 0,0-2-1 16,-2 1 0-16,1-3-2 15,-3 0 1-15,0-1-2 16,1-2 0-16,-7-1-5 16,-2-3-36-16</inkml:trace>
  <inkml:trace contextRef="#ctx0" brushRef="#br0" timeOffset="153835.04">5282 4543 101 0,'0'0'0'0,"0"0"2"15,0 0-1-15,0 0 1 16,0 0 3-16,0 0 6 16,0 0 8-16,0 0 2 0,26 3-3 15,-23-10-8-15,-1-3-2 16,-2-2-7-16,1-3 0 15,-1-3-1-15,0-2 0 16,0-2-1-16,1 1-6 16,0-2-6-16,-1-1-12 0,4 2 12 15,-2 1 10-15,2 4 3 16,-1 2-1-16,3 3 3 16,2 5-1-16,2 4 0 15,-1 3-1-15,1 0-1 16,1 10 0-16,1 5 3 0,0 2-1 15,1 1 2-15,-2 3-2 16,1 0 0-16,-3-1-1 16,1 2 1-16,-4-4 0 15,-2-1-10-15,-4-1-32 16</inkml:trace>
  <inkml:trace contextRef="#ctx0" brushRef="#br0" timeOffset="153969.44">5342 4435 121 0,'0'0'-1'15,"0"0"-2"-15,0 0-2 16,45-47-49-16</inkml:trace>
  <inkml:trace contextRef="#ctx0" brushRef="#br0" timeOffset="154371.79">5614 4314 149 0,'0'0'16'0,"0"0"-3"0,0 0 8 16,0 0-12-16,0 0-6 15,0 0-2-15,0 0-1 16,-9-8-3-16,9 6-1 15,3 1 3-15,5 1 2 16,0 0-1-16,-2 0-1 0,1 0 0 16,-1 3-4-16,0 5-6 15,-2 1 1-15,-2-1 1 16,-2 1 4-16,0-1 3 16,0-1 2-16,0-1 0 15,2 0 0-15,-2-2 0 0,3 2 0 16,3-2 1-16,-2 0-1 15,3 2 1-15,2-2 1 16,0 3 1-16,-2-1 1 16,2 0-1-16,-5 1-2 15,-1 1 0-15,-3 4 1 0,-3 2 1 16,-10 2 1-16,-3 2-3 16,-6-1-14-16,-5-5-47 15</inkml:trace>
  <inkml:trace contextRef="#ctx0" brushRef="#br0" timeOffset="154910.33">4001 4185 58 0,'0'0'2'0,"-2"51"4"0,2-18 5 0,0 4-5 16,0 2-1-16,8 6 3 15,4 0-2-15,3 5 5 16,4-1-4-16,3 1-4 15,6 0 0-15,4-2 1 16,4-1 0-16,6-6-1 0,2 2-2 16,8-4 1-16,0-3 2 15,1-2-1-15,3-3 3 16,0-2 6-16,-2-2-4 16,0-2-3-16,-1-5-3 15,1 2 1-15,-2-3-2 0,-2-3-1 16,0 1-1-1,-6-4-34-15,-1-6-29 0</inkml:trace>
  <inkml:trace contextRef="#ctx0" brushRef="#br0" timeOffset="155337.36">5342 5102 76 0,'0'0'3'0,"0"0"5"16,0 0 5-16,0 0-2 15,0 0 1-15,0 0-2 16,14 40-2-16,-10-37-3 16,-2 1-2-16,-2-3-1 15,2 1 1-15,-2-2 2 16,2 0 27-16,-2 0 8 0,0-10-33 15,0-1-7-15,2-6 5 16,-2 0-4-16,1-6-1 16,2 2-1-16,-1-1-5 15,-2 1-2-15,4 4 7 0,-2 4 1 16,2 3 0-16,1 2-1 16,1 2 0-16,4 5 1 15,-1 1-1-15,1 0-1 16,2 4-4-16,3 7 4 15,-1 1 3-15,-3 5-1 0,0 0 1 16,1 1-1-16,-3 0-6 16,-3 0-14-16,-2-1-6 15,-4 0-7-15,0 0-13 16</inkml:trace>
  <inkml:trace contextRef="#ctx0" brushRef="#br0" timeOffset="155492.65">5347 5127 111 0,'0'0'0'0,"0"0"9"0,0 0-6 16,31-45-1-16,-11 30-2 16,4 1-4-16,-1-3-30 15</inkml:trace>
  <inkml:trace contextRef="#ctx0" brushRef="#br0" timeOffset="155906.73">5637 4939 149 0,'0'0'1'16,"0"0"-4"-16,0 0 3 0,0 0 0 15,2 47 0-15,-2-30 1 16,0 3-1-16,0-2 1 15,0-2 0-15,0 1 2 16,0-4 4-16,2-2 3 16,-2-2-4-16,2-2 0 0,4-1-3 15,-2-4 0-15,1 0 0 16,5-2 1-16,-1 0-1 16,3-3 7-16,0-4-5 15,2-3-2-15,-2 1-1 16,-2-5-2-16,0 0 0 0,-2-1-5 15,-1-1-2-15,-3 0-1 16,-1 2 0-16,2 1 6 16,-5 6 3-16,0 3 6 15,0 2 18-15,0 2-5 16,0 2-25-16,0 9 9 16,4 6-2-16,3 3-1 0,1 4 3 15,6 6-3-15,-3 0-1 16,0 1-5-16,3-3-49 15,-5-9-74-15</inkml:trace>
  <inkml:trace contextRef="#ctx0" brushRef="#br0" timeOffset="157296.61">5418 3016 109 0,'0'0'2'0,"0"0"4"0,0 0 2 0,0 0 0 15,0 0-4-15,-40-14 0 16,28 11-3-16,1-1 3 15,0-2 1-15,0 1-2 16,0-1 0-16,0 0-1 16,-1 1-2-16,-1 2 0 15,-3 0 0-15,3 1 1 0,-5 2 0 16,3 0-1-16,-5 0 4 16,2 5-3-16,0 2-2 15,-1 3 1-15,2-2 1 16,-3 2-1-16,3 3 0 15,0 1-1-15,2-1 1 0,-1 4 1 16,-2 2-1-16,1 2 0 16,2 0 1-16,-2 5-2 15,-1-1 2-15,1 2-1 16,0 3-1-16,0 0 2 0,-1 3-1 16,0 4 0-16,0 4 0 15,0 2-1-15,-2 4 2 16,2 2-2-16,0-1 1 15,3 3 0-15,2 0 1 16,1 3-1-16,3 3 0 16,-2 0 0-16,6 7 1 0,-3 1 1 15,3 6-1-15,1 1 1 16,-2 4 1-16,5 1 0 16,1 3 1-16,0 3 0 15,3 2 2-15,9-1-1 16,5 2-3-16,2 3-1 0,4-1 1 15,2-3-2-15,3-3 1 16,0 1 0-16,3-5 2 16,-2-3-2-16,-1-5-1 15,3-5 1-15,-1-5-1 16,6-8-1-16,-3-4 2 0,5-9 0 16,0-5 0-16,5-6 0 15,-1-5 1-15,0-6-1 16,5-6 0-16,0-4 0 15,5-5-1-15,0-2 7 16,1-6 2-16,2-9 1 0,1-5-4 16,1-9-2-16,1-1-1 15,-5-6-1-15,-1-6 0 16,-1-3 1-16,-7-5-1 16,-6-4 0-16,-4-1 0 15,-4-6 0-15,-8-6 2 0,0-3-1 16,-2-5 0-16,-5-4-2 15,-1-4 1-15,-3-2-2 16,-6-5 1-16,-3 1-1 16,-2 2 0-16,-7-2 2 15,-9-1 0-15,-6 2 6 0,-4 3-3 16,-6-1-2-16,-6 0 4 16,-4 1-1-16,-3 6-1 15,-4 3-5-15,0 7-2 16,-7 5 2-16,2 8 1 15,-8 12-6-15,-5 9-31 0,-8 7-61 16</inkml:trace>
  <inkml:trace contextRef="#ctx0" brushRef="#br0" timeOffset="159094.14">1183 3918 47 0,'-7'-6'15'0,"2"-1"-13"0,1-3 11 0,2 2 4 15,2-2-7-15,0 0-5 16,0 0-1-16,0-2 0 15,0 1 1-15,2-3-2 16,4 1-1-16,6-3-1 0,-1-2-1 16,7 1 0-16,4-3 0 15,3 0 1-15,4-1-1 16,4 0 1-16,5-2-2 16,3 2 1-16,-1-2 0 15,4 0 1-15,1-2-1 0,4-4 0 16,7 0 0-16,2-4 0 15,5-1-1-15,4-2 1 16,3 4-2-16,-1 0 0 16,-2 1 3-16,-1 4-1 15,-1 3-2-15,-2 4 2 0,-1 0-1 16,-1 4 3-16,1 1-2 16,3 2 0-16,3-1 1 15,-3 1-1-15,4 3 1 16,-4 0-1-16,1 5 0 15,-1 3 1-15,-5 2-1 0,-1 0 0 16,-4 13 0-16,-2 1-1 16,-5 3 0-16,-3 6 1 15,-3 4 0-15,-4 3-1 16,-7 5 0-16,-4 4 0 16,-6 4 0-16,-8 7 1 0,-8 0 1 15,-5 4 0-15,0 0-1 16,-16 0 0-16,-5 4 1 15,-5-1 0-15,-3 6 0 16,-7-1-1-16,-2 2 1 16,0 0 0-16,0 1 0 15,-4 2-1-15,1-2 2 0,-3-2-2 16,-5-2 1-16,-3-3-1 16,1-8 1-16,-7-1 0 15,0-3-1-15,-3-3 1 16,-1-2 0-16,-1-3 0 15,-4 2-1-15,3-2 1 0,-4-4-1 16,-1 3 1-16,0-3 0 16,-2 4 2-16,0-5-2 15,0-2 3-15,-2-2 7 16,1-4-1-16,3-3-2 16,2-7 2-16,0 0 0 0,2-5-6 15,-1-1 0-15,2-3-2 16,-1 0-1-16,2-2-2 15,-1-1 1-15,-1 0 0 16,1-3 0-16,3 0 0 16,1 0 1-16,-1-3 0 0,5-4-2 15,0-4 2-15,1-1-2 16,3-5 3-16,1-1 1 16,6-5 0-16,2-3 2 15,6-2 1-15,7-3-2 16,4-1-1-16,8 0-2 15,4-2 0-15,6-2 1 0,7-1-2 16,1-4 1-16,3 0-1 16,11-6 0-16,3-1 0 15,5-2-1-15,6 0 1 16,3-2 0-16,4-1 1 0,3-1-2 16,0-1 1-16,3 1 0 15,1-3 0-15,0 3 1 16,1 0-1-16,3 0 0 15,4 3 0-15,0 1-1 16,1 5-1-16,4 1 2 0,1 5 0 16,0 5 1-16,0 7-1 15,2 5-1-15,-6 3-40 16,-3 5-33-16</inkml:trace>
  <inkml:trace contextRef="#ctx0" brushRef="#br0" timeOffset="159567.16">1256 3730 113 0,'1'0'3'0,"1"-1"7"0,4-9 8 15,4-4-5-15,3-6 5 16,7-4-6-16,9-9-1 15,5-8-4-15,8-4-3 0,8-8-3 16,7-5 0-16,8-6-3 16,2-7-92-16</inkml:trace>
  <inkml:trace contextRef="#ctx0" brushRef="#br0" timeOffset="161445.69">5349 3053 33 0,'0'-5'12'0,"0"0"-5"0,2-2-1 0,2 3-3 16,-1-1-1-16,3 1 1 16,-2 0-2-16,2 1 1 15,2 3-1-15,-1-3-1 16,2 0 0-16,2 2 0 0,2 1 1 16,1 0-1-16,-1 0 0 15,4 0-1-15,-2 7 1 16,3 2 0-16,-3 1 0 15,1 1 0-15,-3 3 0 16,1 2 1-16,-1 2-1 0,-4-1-1 16,2 3 1-16,0-1-3 15,-2 2 3-15,3 0 2 16,-3-1-1-16,1 3-1 16,4 2 0-16,-3 2-3 15,5 2 3-15,-3 1 2 0,3 4-1 16,-1 3 0-16,1 3 0 15,-3 3-1-15,-2 3 1 16,-3 4-2-16,-6 0 1 16,-2-1-1-16,0-8-18 15</inkml:trace>
  <inkml:trace contextRef="#ctx0" brushRef="#br0" timeOffset="163025.24">5497 3287 26 0,'0'-5'9'0,"0"-1"-8"0,0 3 0 0,0-1 0 16,0-2-1-16,0 2-16 15</inkml:trace>
  <inkml:trace contextRef="#ctx0" brushRef="#br0" timeOffset="163452.28">5497 3287 7 0,'-5'-20'4'0,"5"23"2"16,0 2 3-16,0 0 1 15,-1 0-1-15,1 2-5 16,0-3-2-16,0 3-1 15,0-3 0-15,0 1 2 16,0-3-3-16,1 0 1 0,3-2-1 16,3 0 0-16,-2 0 7 15,1-4-1-15,1-5 1 16,4 1-2-16,-2-2-1 16,2-2 0-16,3-2 1 15,1-2-3-15,1-1 2 0,-1 0-1 16,4-3 1-16,1 1-2 15,-1-3 0-15,2 1-1 16,1 1-1-16,0 4 0 16,-2 0-1-16,1 4-15 15,-6 2-44-15</inkml:trace>
  <inkml:trace contextRef="#ctx0" brushRef="#br0" timeOffset="164021.3">5697 3716 0 0,'0'0'8'0,"0"0"0"0,0 0 4 0,0 0-2 16,0 0 1-16,0 0-2 16,0 0 6-16,0 0-2 0,0 0 3 15,47-11-5-15,-27-6-5 16,3-3-2-16,4-2-2 16,2-3-1-16,4-3-1 15,-1 1 0-15,1-2 0 16,-6 1-5-16,-2-1-33 0</inkml:trace>
  <inkml:trace contextRef="#ctx0" brushRef="#br0" timeOffset="164428.44">5818 4223 103 0,'0'0'-4'0,"0"0"7"0,0 0 1 0,0 0 0 16,34-38 3-16,-20 21 2 15,5-5 0-15,2 0 9 16,3-2-12-16,3-2-4 15,4-2-1-15,-1 2-2 16,-3 2-5-16,-1 1-60 0</inkml:trace>
  <inkml:trace contextRef="#ctx0" brushRef="#br0" timeOffset="164960.83">5962 4899 3 0,'0'0'13'0,"0"0"16"0,0 0 15 0,0 0-25 15,0 0-7-15,19-38-3 16,-9 20-1-16,2-2 1 0,3-3-2 15,2-1-3-15,6-2-2 16,1-2-2-16,5-5 0 16,5-2 1-16,-1-5-2 15,-2 0-33-15,-2-4-68 16</inkml:trace>
  <inkml:trace contextRef="#ctx0" brushRef="#br0" timeOffset="166211.87">5988 3050 53 0,'0'0'16'0,"0"0"-1"0,0 0-5 0,-40 16-4 0,28-2-4 15,2 5-1-15,-2 3 0 16,3 1 1-16,3 0 0 16,0-2 0-16,6-2 0 15,0-3-1-15,0-3 1 0,8-3-1 16,1-1 0-16,0-5-1 15,4-1 0-15,0-3 2 16,3 0 3-16,-1-10 5 16,2-3 1-16,0-3-5 0,-1-2-2 15,-1-3 0-15,-3-5-3 16,1-2 2-16,-4-4-1 16,0-3-2-16,0 0 0 15,-5 0 0-15,1 4-4 16,-3 3-3-16,-2 4 4 15,0 5 2-15,0 4 2 0,-6 3-2 16,1 5 3-16,-3 4 0 16,3 3-1-16,-2 0-3 15,4 0 1-15,-1 6-1 16,0 4 1-16,1 4-1 16,2 2 1-16,1 2 1 0,0 3 0 15,0 2 1-15,6 0 1 16,1 0-1-16,4 1 0 15,0-3 1-15,0 1 0 16,3-3 1-16,1-3-1 0,5-3-1 16,1-5-9-16,-1-2-11 15,6-6-16-15,-1 0-49 16</inkml:trace>
  <inkml:trace contextRef="#ctx0" brushRef="#br0" timeOffset="166859.91">6345 3030 58 0,'0'0'19'0,"0"0"6"0,-2-44-5 0,-8 34-7 16,0 3 0-16,-3 4 2 16,0 3-8-16,-4 0-6 15,1 3 0-15,1 10-2 0,2 1-2 16,-3 3 3-16,6 0 4 16,3 2-3-16,-2-1-1 15,6-2 2-15,3 1-2 16,0-4 2-16,0-2-1 15,6-4 0-15,5 0-2 16,1-7-3-16,4 0 10 0,-2-1-3 16,4-10-1-16,-3-4-1 15,-1 0 0-15,-1 0-1 16,-4 0 1-16,0 2-1 16,-4 3 1-16,1 2-1 15,-4 1 1-15,2 5-1 0,-1 1-2 16,1 1 0-16,1 0 0 15,0 5-4-15,1 1 4 16,-1 1 3-16,1 0 0 16,1-1 0-16,0-3-1 15,1-2-1-15,-1-1 3 16,0 0 1-16,2-4-1 0,0-6 0 16,-1-3 1-16,2-1-1 15,-4 0-1-15,3-2 4 16,-4 3-5-16,4 3 2 15,-4-1-1-15,1 5-1 16,0 5 0-16,1 1-2 0,0 0 1 16,0 1-4-16,1 9-2 15,1 0 7-15,1 3 0 16,-2-2 1-16,1 1-1 16,-3-4 0-16,2-2 0 0,-3-3 0 15,1-3-2-15,1 0 6 16,2-4 3-16,2-9 8 15,2-4-5-15,3-3-7 16,3 0-1-16,0-3-1 16,1 5-1-16,-1 4 0 15,2 4 0-15,-3 8 0 0,-2 2-1 16,-5 14-17-16,-4 9-62 16,-7 7-40-16</inkml:trace>
  <inkml:trace contextRef="#ctx0" brushRef="#br0" timeOffset="167914.38">6077 3573 87 0,'0'0'34'0,"0"0"-28"0,0 0 14 0,0 0-10 16,0 0-2-16,0 0-6 15,0 0-3-15,0 0-2 0,-38-6 1 16,36 20 0-16,2 3 1 15,0 1 1-15,0 0 2 16,2 1-1-16,3-2 0 16,4-2 0-16,0-2 1 15,0-5-2-15,2-2 0 16,0-6 0-16,2 0 1 16,1 0 5-16,1-13 0 0,3-2 5 15,-3-7-2-15,4-2-4 16,-1-1-3-16,-3-4-1 15,1-2 1-15,-5 1-1 16,-4 2-1-16,-1 4 0 0,-6 4 0 16,0 7 1-16,0 3 0 15,-2 3-2-15,-4 5 1 16,1 2 2-16,-1 0-4 16,1 5 0-16,-2 6-2 15,2 6 2-15,3 2 2 0,0 3 0 16,2-2 0-16,0 1 0 15,9-2 0-15,3-2 0 16,1-1 0-16,1-6 0 16,1-1-3-16,3-3-3 15,-1-6 6-15,2 0 3 0,-2-1-1 16,1-9-1-16,-1-4-1 16,0-3 1-16,-5-2 0 15,-2 1 0-15,-3-1-1 16,-3 1 0-16,-4 3 1 15,0 4 1-15,0 3 7 0,-4 3-1 16,-5 5 1-16,3 0-9 16,-4 6-3-16,3 7 2 15,3 4 1-15,-2 0 1 16,3-1-1-16,2-1 1 16,1-2 1-16,0-3-4 0,0-4 0 15,6-1-1-15,0-3-6 16,1-2 6-16,1 0 4 15,4-9 3-15,-1-2-2 16,3-5 0-16,-1 1-1 16,1 2-1-16,-1-1 0 0,-2 5 0 15,1 5 0-15,-2 3-1 16,-1 1-2-16,1 0 2 16,-1 7-2-16,-1 2-1 15,2 3 2-15,-4-3 3 16,-1 0-2-16,-1-3 2 15,-2-3 0-15,0 0 0 0,0-3 0 16,-1 0 23-16,3-8 1 16,1-5-22-16,-1-3-2 15,3-4 1-15,0 1-2 16,3-2 1-16,0 4-1 16,1 3 0-16,3 3 1 0,-1 6-3 15,2 5 0-15,3 0 1 16,-4 18-5-16,-1 5-21 15,-6 10-31-15,-7 7-2 16</inkml:trace>
  <inkml:trace contextRef="#ctx0" brushRef="#br0" timeOffset="168704.38">6319 3962 134 0,'0'0'11'0,"0"0"18"0,0 0-2 0,0 0-7 15,-43-16-13-15,35 19-10 16,-4 7 0-16,3 6 2 15,-1 4 4-15,2 1-2 16,3 0 0-16,4-2-1 0,1-1 1 16,0-2-1-16,6-3 0 15,3-2 0-15,2-4-1 16,2-3-1-16,2-1 3 16,5-3-1-16,-1 0 2 15,4-11 2-15,-2-3-4 0,0-2-3 16,-1-7 2-16,-1-1-1 15,-6-3 3-15,-1-1 0 16,-1-5 0-16,-1-2-1 16,-6 2 0-16,1-1 0 15,-5 4-5-15,0 6-6 0,0 8 8 16,0 6 3-16,-5 9-3 16,1 1 9-16,-4 8-9 15,3 11-2-15,-3 5 6 16,4 4-2-16,4 1 2 15,0-1 0-15,0-1 1 0,5-2-1 16,4-3 0-16,2-5-2 16,3-1 1-16,-1-8-1 15,2 1-3-15,1-9 3 16,3 0 1-16,2-4 3 16,-2-9 0-16,1-3-3 15,-3-2 2-15,-2-2-2 0,-2 1 1 16,-3 1-1-16,-5 4 1 15,0 2 0-15,-3 4 3 16,-2 2 6-16,0 3 0 16,0 2-6-16,0 1-4 15,0 0-4-15,0 3 2 0,0 4-3 16,0 0 9-16,2 0-5 16,3-1 2-16,3-2-2 15,-1-4-1-15,5 0 2 16,0 0 4-16,5-12 1 15,2-2 2-15,1-1-3 0,1-1-3 16,-4 3 0-16,-1 4-1 16,-9 9-10-16,-7 0-55 15,-2 14-61-15</inkml:trace>
  <inkml:trace contextRef="#ctx0" brushRef="#br0" timeOffset="169771.05">6491 4658 125 0,'0'0'-5'0,"0"0"33"0,0 0 11 0,-49-23-25 16,38 23-7-16,-2 0-6 0,-3 12-2 16,2 3-1-16,-1 5 4 15,3 6-1-15,3 1 4 16,2 1-2-16,5 3 1 15,2-1-2-15,0 1 0 16,9-5 0-16,5-2 2 0,-1-3-4 16,5-4 1-16,-1-7-2 15,2-5-2-15,3-5 6 16,0-5-5-16,3-11 7 16,-1-7-3-16,3-6-1 15,2-3 0-15,-1-1 0 0,-3-1-1 16,-2 3 1-16,-4 3-1 15,-6 7 0-15,-2 2 0 16,-7 7 1-16,-3 3 0 16,-1 3 0-16,0 1 1 15,0 2-2-15,-5 3-1 0,1 0 2 16,-4 0-2-16,0 0 2 16,3 0-2-16,-1 7 1 15,1 0-1-15,2 5 2 16,1-1-2-16,2 6 1 15,-2 0 0-15,2 3 0 16,0-1 1-16,0-1-1 0,4-4 0 16,2-1 0-16,2-6 0 15,-1 0-3-15,-1-5-1 16,-1-2 8-16,2 0-3 16,-4 0 2-16,0-9 1 15,0-1-2-15,-1-1-1 0,-2-2 0 16,0 3-1-16,0 3 1 15,0 1-1-15,0 4 2 16,0 2 0-16,0 0-1 16,0 1-3-16,0 9 2 15,0-1 0-15,2 3 0 0,2-2 0 16,1 0 0-16,2-3-1 16,0-1-1-16,-1-5 0 15,1-1-1-15,2 0 4 16,0-5 2-16,2-8-2 0,3-4 1 15,1-3-1-15,1 0-1 16,-1 0 1-16,-3 3-1 16,-1 4 0-16,-2 2 0 15,0 7 0-15,-3 1 0 16,1 2 0-16,2 1-1 16,-3 0 1-16,2 0-2 0,-4 2 0 15,0 3 0-15,1-2 2 16,-5-1-1-16,2 1 3 15,0-3 0-15,0 0-3 16,1 0 3-16,4-7 7 16,2-6-2-16,2-2-4 0,3-1-2 15,2 0-1-15,1 2 0 16,-4 5 0-16,1 5 0 16,-1 4-1-16,-2 0-1 15,1 9 0-15,-2 5-4 16,-5 2-26-16,-1-1-67 15</inkml:trace>
  <inkml:trace contextRef="#ctx0" brushRef="#br0" timeOffset="173111.96">1740 6441 40 0,'0'0'4'0,"0"0"1"0,0 0 3 0,0 0-3 16,0 0-4-16,0 0 0 0,0 0 1 15,39-26-2-15,-34 22 4 16,-1 1-1-16,0 1 0 15,-1 2-2-15,-1 0-1 16,3 0 1-16,-1 0 0 16,1 0-1-16,1 0 2 0,1 0-1 15,2 0 5-15,0 0 3 16,2 0 3-16,1 0-2 16,3 0-2-16,5 0-1 15,3 0-3-15,1 0-3 16,5-3 1-16,4-2 1 15,4-2-1-15,3-2-1 0,2-1 0 16,5-1 0-16,2-3 1 16,5-2-1-16,2 0 0 15,8-2 0-15,3 2 0 16,4-2 1-16,8-2-1 16,6 3 0-16,1-3-1 0,2 3 0 15,0 0 0-15,7-3 0 16,2 0 2-16,-1-3-2 15,5-1 4-15,6-4-2 16,3 2 1-16,4-3-2 16,6 0 1-16,3 2-2 0,3-1 1 15,1 2-1-15,2 1 1 16,0-1-1-16,3 0 1 16,3-3-1-16,-1-2 0 15,0-4 0-15,2 0 0 0,2-2 1 16,-1-3-1-16,-3 2 0 15,-1-1 0-15,-8 1 1 16,-7 4-1-16,-8 0 0 16,-8 4 0-16,-11 3 0 15,-10 1 0-15,-9 4 0 0,-10 2-2 16,-13 4-11-16,-13 5-11 16,-13 1-26-16</inkml:trace>
  <inkml:trace contextRef="#ctx0" brushRef="#br0" timeOffset="173938.54">2544 6338 37 0,'0'0'4'0,"0"0"6"0,0 0-3 0,0 0 5 0,0 0-6 16,0 0-1-16,0 0 2 15,0 0 6-15,0 0-1 16,0 0-6-16,46-18-4 16,-23 9-1-16,2 2 0 15,2-2-1-15,4 2 1 0,5-1-1 16,1 0 1-16,4 0-1 16,8-3 0-16,0 1 1 15,4 0-1-15,3-3 0 16,3-2 0-16,5-1 1 0,1-1 0 15,7-2 0-15,4-1 2 16,5-2-1-16,3-1 0 16,5-1 0-16,3 1 2 15,4-1 4-15,5 0-4 16,0 1 1-16,5 2-1 0,4 0 0 16,3-2 4-16,2 3-1 15,2 0 1-15,3-4-2 16,3 0-2-16,2-3 0 15,1-3 2-15,5-3-1 16,-1-2 2-16,0-3-1 16,-1-1 2-16,-1-2-1 0,1 1 2 15,-4-1 3-15,-2 0-1 16,-3 1-4-16,1 0-3 16,-6 2-1-16,-1 1-1 15,-7 2-1-15,-4 2 0 16,-7 6-1-16,-6 0 1 0,-10 4-1 15,-4 6 0-15,-7 6 0 16,-11 4 0-16,-11 4-20 16,-16-3-67-16</inkml:trace>
  <inkml:trace contextRef="#ctx0" brushRef="#br0" timeOffset="184059.82">13163 4293 16 0,'0'0'6'0,"65"41"19"0,-30-22-1 0,-1 2-5 0,1 3 3 16,3 3-8-16,-1 7 2 0,4 4 0 15,0 5-8-15,6 4-1 16,0 7-3-16,9 3-2 16,4 2 1-16,3 5-1 15,4 6 0-15,8 1-1 16,3 6 0-16,3 4 0 16,5 4 0-16,7 7 0 15,3 6-1-15,3 12 1 0,3 3-1 16,8 10 0-16,1 4 0 15,1 8 1-15,1 4-1 16,5 5 0-16,0 5 2 16,3 4-2-16,4 6 1 0,2 6 1 15,7 4 1-15,3 6 6 16,10 10-2-16,0 10-5 16,10 14 0-16,1 7 1 15,3 11-1-15,3 5-1 16,-5 2-1-16,2-1 0 0,-1-9 1 15,-1-5 0-15,-1-9 6 16,-4 0 31-16,2-5-8 16,0-3-4-16,-2 4-2 15,-2 1 2-15,-3 2-7 16,-1 4-7-16,-4-1 6 0,-2-1-9 16,-5-2-3-16,-6-1-2 15,-6-10-1-15,-6-1-3 16,-8-9 0-16,-9-6-2 15,-7-6-18-15,-10-13-26 16,-13-9 3-16,-15-17-13 16,-20-18-48-16</inkml:trace>
  <inkml:trace contextRef="#ctx0" brushRef="#br0" timeOffset="185084.2">13661 13793 133 0,'0'0'17'0,"0"0"-14"0,-51 41 12 0,37-32-4 15,1-4 2-15,3-2 4 16,2-1-3-16,0-2-1 16,2 0-8-16,4 0 3 0,-2 0-4 15,3 0-5-15,0 0-4 16,1 0-13-16,0 0 1 15,0-6 11-15,1-4 8 16,6-4-2-16,2-6 1 0,4-4 2 16,5-7 0-16,7-10 1 15,4-8 2-15,8-9-3 16,6-10 0-16,7-9 0 16,6-10-1-16,8-9-1 15,8-8 0-15,2-9 0 16,8-7 0-16,6-7-1 0,6-9 0 15,4-4 1-15,0-10-1 16,12-7 0-16,-1-9 0 16,6-7 0-16,5-9 0 15,3-4 0-15,4-6 1 16,1-8-1-16,5-2 2 0,4-9 19 16,1-3-11-16,4-4 4 15,5-2 1-15,-4-5-3 16,7 1-3-16,1-2 0 15,2-5-4-15,6-4-2 16,1-5 0-16,10-7-1 0,5-3-2 16,5-6 0-16,3-5 2 15,5-3-3-15,7-3 2 16,-1 0-1-16,1-1 0 16,2 0 1-16,4 6 0 15,0 3-2-15,-7 5 1 0,-2 4 1 16,-3 10-1-16,-7 8 1 15,-7 7-1-15,-2 9 2 16,-7 11-2-16,-3 14-1 16,-12 12 0-16,-8 15-12 15,-16 17-33-15,-24 12-67 0</inkml:trace>
  <inkml:trace contextRef="#ctx0" brushRef="#br0" timeOffset="203855.19">10677 9718 37 0,'0'-4'10'0,"0"0"0"0,0-1-3 0,0-3 3 16,0 0-2-16,0 0 2 15,0 1 1-15,2 0-2 0,-1 0-7 16,0 4-1-16,0-1-1 15,1 4 0-15,0-1 0 16,0 1-1-16,-2 0 0 16,2 0-1-16,0 0 1 15,1 1 5-15,4 3-3 0,-3 2 0 16,3 2 2-16,-1 2-1 16,1-1 0-16,1 1-1 15,0-2-1-15,-2 2 2 16,3-2 0-16,-3-1 0 15,2 0 1-15,-3-3-1 16,3 0 0-16,-2-2 1 0,4-2 2 16,-3 0 0-16,2 0 10 15,2-7-3-15,2-5-1 16,1-3 0-16,1-4-5 16,4-2-1-16,0-2-3 15,2-1 2-15,3-2-3 0,-2-1 0 16,2 0 0-16,1 0 3 15,-2-1 1-15,2 2 2 16,-3-2-1-16,2 5-3 16,-4 3 0-16,-2 5-2 15,0 2-1-15,-5 4 0 0,-1 2-16 16,-7 3-41-16,-2-1-26 16</inkml:trace>
  <inkml:trace contextRef="#ctx0" brushRef="#br0" timeOffset="204558.48">10769 9653 47 0,'0'0'2'0,"0"0"-1"0,0 0 1 15,0 0-1-15,0 0 2 16,0 0-2-16,0 0 8 15,0 0 0-15,0 0 1 16,0 0-1-16,0 0 0 0,0 0-4 16,-33 0-7-16,33 3 2 15,0 4 0-15,4 2 0 16,2 3 1-16,3 1 0 16,-1 0 0-16,2-2-1 15,-1-1 0-15,-2-1 1 16,4-2-1-16,-5-4 1 0,1-2 0 15,0-1-1-15,3-3 7 16,0-10 6-16,4-1-6 16,1-6 0-16,2-2-3 15,2-1 1-15,3-1-3 16,1-2 0-16,-2-1 0 16,3-1 2-16,0-1 6 0,1-3 3 15,-2 3-3-15,2-2-4 16,0 1 0-16,-2 5-5 15,-2 3 0-15,-3 4-2 16,-1 5-2-16,-8 6-34 0,-3 4-20 16</inkml:trace>
  <inkml:trace contextRef="#ctx0" brushRef="#br0" timeOffset="205008.36">10807 9650 54 0,'0'0'5'0,"0"0"10"0,0 0-4 0,0 0-10 16,0 0-1-16,0 0 2 15,0 0 5-15,8 36-2 16,2-29 2-16,0-4 0 16,3-3 1-16,4 0 3 15,0-6 9-15,2-8-1 0,3-6-1 16,1-6-10-16,2-2-5 16,2-6-1-16,1-3-3 15,0-2-42-15,-4-2-30 16</inkml:trace>
  <inkml:trace contextRef="#ctx0" brushRef="#br0" timeOffset="210310.36">8715 8439 106 0,'0'-4'5'0,"0"0"9"0,0-1 1 0,0 1-4 16,-1 1-3-16,1-3-1 15,0-4-2-15,0-1-4 16,0-5 0-16,3-9 0 15,5-7-1-15,6-10 0 16,0-14 0-16,2-20-9 0,-3-18-79 16</inkml:trace>
  <inkml:trace contextRef="#ctx0" brushRef="#br0" timeOffset="211035.39">6180 6767 72 0,'0'0'0'0,"-8"71"7"0,0-24 11 0,4 11-5 16,-1 12-14-16,3 5 14 16,2 3-9-16,0 2 0 15,0-4 1-15,1-6-1 16,7-8-1-16,-1-9-1 0,2-9-7 15,-4-13-25-15</inkml:trace>
  <inkml:trace contextRef="#ctx0" brushRef="#br0" timeOffset="211562.64">6289 6662 97 0,'0'0'2'0,"0"0"-2"16,44 0 0-16,-23 0 1 16,8 0-1-16,3 0 1 15,10 0-1-15,7 0 1 16,5 0 0-16,8 0-1 0,6-3 0 16,8-3 1-16,4 1-1 15,5-2 0-15,2 1 0 16,3 2 2-16,1-2-2 15,-1 3 0-15,-3-1 2 16,-2 0 6-16,6 2 10 0,-1 2 1 16,-1 0 2-16,0 0-9 15,3 6-2-15,0 9-6 16,-5 1-3-16,-2 3 1 16,-2 2-1-16,-2-1-1 15,-6-6 2-15,-5 1-2 16,-7-7 3-16,-3-4-2 0,-5-3 0 15,-6-1 1-15,-8 0-2 16,-3 0-9-16,-18 0-44 16,-11 3-76-16</inkml:trace>
  <inkml:trace contextRef="#ctx0" brushRef="#br0" timeOffset="212338.48">6229 7682 163 0,'0'0'-25'0,"0"0"25"0,52-4 2 15,-27 0 0-15,4 0 0 0,2 1-1 16,0 1-1-16,5 0 0 16,1 0 1-16,9 0-1 15,3 2 0-15,6 0 0 16,2 0 0-16,9 10 0 16,3 3-1-16,5 5-5 0,4 4-3 15,5 3-4-15,5 2-3 16,1-3 5-16,-2-5 9 15,0-7 2-15,-2-6 1 16,-2-6 0-16,-5-3 4 16,-2-9 3-16,-6-4 1 0,-2-2 1 15,-5 0-4-15,-2 1-2 16,-3 2-2-16,0 6 0 16,-4 2 1-16,1 4-1 15,1 3 2-15,-4 0-3 16,4 2-1-16,-1 5 1 0,-3 1-1 15,-1 2 0-15,-6-1 0 16,-7-1 1-16,-6-2-1 16,-6-2 0-16,-8-1 1 15,-2-3 15-15,-7 0 10 16,-1 0-8-16,-4 0-6 0,1 0-2 16,-2 0 1-16,-1-7-3 15,-2-3 3-15,0-1-2 16,0-6-3-16,0-5-4 15,0-8 1-15,0-8 0 16,-6-10-3-16,-2-10 1 16,-1-11-2-16,-4-14-5 0,-3-13-21 15,-8-10-38-15,-5-12-71 16</inkml:trace>
  <inkml:trace contextRef="#ctx0" brushRef="#br0" timeOffset="213121.85">7651 5810 66 0,'0'0'8'0,"-3"0"13"0,3 0-6 0,0 1-10 0,0 8-7 15,-2 6 1-15,0 5 2 16,-2 13 1-16,1 11 3 16,-1 10 0-16,0 13-1 15,1 8 3-15,2 10-4 16,1 2-1-16,0-1 3 16,8-9-10-16,5-11-13 0,1-17-29 15</inkml:trace>
  <inkml:trace contextRef="#ctx0" brushRef="#br0" timeOffset="-202106.27">6456 9437 2 0,'-7'0'5'0,"-1"0"-4"0,4 0 19 0,-3 0-4 16,3 0 3-16,2-3-5 16,-2 0-7-16,2-2-4 15,-1 0-1-15,0-1 1 0,1-2-1 16,0 0 3-16,-3-2-3 15,1 1 3-15,2 1-2 16,-2 4-1-16,-3 1-1 16,4 3 0-16,-1 0-1 15,-3 3 2-15,3 5-2 0,-4 5-1 16,2 1-1-16,-1-1 4 16,1 0-2-16,-2-2 2 15,1 4-3-15,-1-2 3 16,2 0-2-16,-3 0 2 15,3 1-4-15,-1-1 4 16,4-2-2-16,-1 1 0 0,1 0-2 16,2-2 4-16,1 2-4 15,0-1 2-15,0 3 0 16,0-1 0-16,6 0 2 16,-2 1-4-16,-1 0 2 0,4 3 0 15,-1-1 0 1,-1 1 2-16,1 4-2 0,-2-2 0 15,2 2 0-15,-2 0 0 16,3-2 0-16,-3-1 0 16,0-1 0-16,1-3 0 15,-1-2 1-15,1 2-2 0,-1-2 2 16,1 0-2-16,-1 0 2 16,3 2-1-16,-3-3 0 15,2 1 0-15,2-1 0 16,-2-3-1-16,1 3 2 0,3-2-1 15,-2 3 0-15,-1-2 0 16,0 1 1-16,4-1-1 16,-5 0 1-16,3-2-1 15,0 1 0-15,3-1 0 16,-4 1 1-16,3 1 0 16,1-2-1-16,-3 0 0 0,1 2 0 15,2-2 0-15,-1-1 0 16,1 0 0-16,1 0 1 15,0 0-1-15,-1 0 0 16,-1 1 0-16,1-1 0 16,1-2 1-16,-1 1-1 0,0-3 0 15,-3 0 0-15,0-3-1 16,2 0 2-16,0 0-1 16,-3 0 1-16,3 0-1 15,-1 0 0-15,1 0 1 16,1 0-1-16,-3 1 0 15,3-1 0-15,2 2 0 0,-3-2 0 16,1 0 0-16,-1 0 0 16,-1 0 0-16,2 0 0 15,-1 0 0-15,-2 0 0 16,1 0 0-16,1 0 0 16,1 0 0-16,0 0 1 0,-1 0-2 15,3 0 2-15,1 0-1 16,-1 0 0-16,1 0 0 15,1 0 0-15,-1 0 0 16,-1 0 0-16,0 1 0 0,1 2 0 16,1-2 0-16,-1 1 0 15,1-2 0-15,2 0 0 16,-3 0 0-16,1 0 0 16,-1 0 0-16,2 0 0 15,0 0 0-15,-1-2 0 0,0 2 0 16,0-1 0-1,1 1 0-15,-1 0 0 0,-1 0 0 16,-1 0 0-16,1 0 0 16,-1 0 0-16,1 0 0 15,-1 0 0-15,1 0 0 16,-1 0 0-16,2 0 0 0,2 0 0 16,-3 0 1-16,3 0-1 15,-1 0 0-15,2 1 0 16,-2 3 0-16,2-1 0 15,1 0 0-15,-3 0 2 16,2 0-2-16,1-3 0 0,-1 0 0 16,2 0 1-16,-2 0 0 15,4 0 1-15,-2 0-1 16,1 0 1-16,-1 0-2 16,0 0 0-16,0 0 1 15,0 1 0-15,-1 2-1 16,3 4 1-16,-3-4-2 0,2 3 2 15,-1-1-1-15,0 0 2 16,2-2-4-16,-2-2 4 16,3 2-1-16,-4-2 0 15,2-1 1-15,1 0 3 0,-2 0 0 16,2 0-1-16,0 0-1 16,2 0-1-16,-4 0-1 15,4 0 1-15,0 2-2 16,2 2 1-16,0 0-1 15,2 3 1-15,2-1-1 0,-1 0 0 16,3-1 0-16,0 0 1 16,-3 0-2-16,5-2 2 15,-4 1-1-15,0-2 1 16,1 2-1-16,-1-1 0 16,0 0 0-16,-2-2 0 0,-1-1 1 15,1 2-1-15,0-2 1 16,-1 2 0-16,2-2-1 15,-3 2 1-15,-1-1 0 16,1 2-1-16,-1 1 0 16,-1-1 1-16,0 1-1 15,0 2 2-15,-1-2 0 0,-1-1 0 16,4 1 2-16,0 1-2 16,2-2 4-16,0 0-5 15,2-2 1-15,0-1-1 16,-2 0 0-16,-2 0 0 0,-1 0 0 15,1-2-1-15,-5-2 0 16,3 1 1-16,-2-2-1 16,-3 1 2-16,2-1-2 15,1 2 0-15,-4-1 1 16,4 1-2-16,-3 2 2 16,0-3-1-16,2 2 0 0,1-2 0 15,-3 1 0-15,4-1 2 16,-1 1 1-16,0 0-1 15,0-1-1-15,2 4 0 16,2 0-1-16,-2 0 1 0,2 0-1 16,2 0 2-16,-2 0-2 15,2 0 0-15,2-3 1 16,-2-3-1-16,0 1 0 16,5-4 2-16,-1 2-2 15,-1-2 1-15,1-2-1 16,-1 2 1-16,5 0-1 0,-3-3 1 15,3 1 0-15,-1-1 0 16,1 1-1-16,-2 0 0 16,-1-1 2-16,1 1-2 15,-3 1 0-15,1 0 0 16,2 0 0-16,-1 0 0 0,1 2 0 16,2 1 0-16,-1 1 0 15,-1 0 0-15,1-1 0 16,-2 2 1-16,1-1-1 15,0-3 0-15,0 1 2 0,-2-1-1 16,3-1-1-16,-3 0 2 16,3-1-1-16,-4-2 1 15,0 0 1-15,0-4 1 16,-3 0-1-16,-4-2 0 16,-2-3-1-16,-1 1 0 15,-4-2 0-15,-2 1 1 0,-1-1-1 16,-3 0-1-16,-2-1 4 15,-3 1 2-15,-3 1-1 16,-2 0-1-16,-2 2 2 16,0-2 0-16,0 3-4 15,-6-4-1-15,-3 3-1 0,-3-4 2 16,-5-1-3-16,-3-5 1 16,-3-4 0-16,-5-5-10 15,-11-4-18-15,-5-3-46 16,-12-1-98-16</inkml:trace>
  <inkml:trace contextRef="#ctx0" brushRef="#br0" timeOffset="-199493.59">7123 2810 2 0,'7'-4'4'0,"0"1"-2"0,-1-1 2 0,-2-1 3 15,1 1 1-15,1 2 0 16,0-1-1-16,-2 0-1 16,1 2-3-16,1 0 0 15,0 1-1-15,2 0-1 0,-2 0 0 16,1 0 0-16,-1 0-1 15,2 2 2-15,-1 4-1 16,1 0 0-16,1 1 2 16,0 1-2-16,0 0 2 15,-4 1 0-15,3 2 0 0,-4 0-1 16,2-2 2-16,-2 2-3 16,-2 4 2-16,0 0-3 15,-2 1 3-15,0 5 2 16,0 1-3-16,-2 5 3 15,-2 1-2-15,-1 0 1 0,0 2-2 16,1 1 0-16,-2 1-2 16,5-1 2-16,-1 0 0 15,0-2 1-15,2-2-1 16,0-1 0-16,0-3-2 16,0-3 2-16,5-2 0 0,5-2-1 15,0-1-2-15,-1-3 3 16,3-2-1-16,2-1 4 15,2-2-5-15,2-5 3 16,-3 0-2-16,1-2 4 16,2 0-1-16,-4-2 0 15,-1-6 2-15,0 3-2 0,-4-1-1 16,-3 0-3-16,0 2 2 16,-4-2-2-16,-2 5 3 15,0-1-1-15,0 2-2 16,0 0-2-16,-8 2 0 0,2 6 0 15,-3 6 1 1,-3 3 2-16,1 2 0 0,3 1-3 16,-4 4 2-16,6 0 0 15,1 2 0-15,3 1 0 16,2-2 0-16,0 3 0 16,0-2 1-16,2 4-1 0,3-3 1 15,1 3-1-15,1 2 0 16,2 2 0-16,-2 3 1 15,0 3 1-15,2-1-2 16,-1 3 0-16,1 2 0 16,1 2 1-16,-3-1 1 0,3-1 1 15,2-1 3-15,-3 0-4 16,0-4-1-16,1-1 0 16,0-5 1-16,-4-2-2 15,-2-4 1-15,-1-4 0 0,-3-2 0 16,0-1 1-16,0-3 8 15,-4 2-1-15,-3-4-2 16,-5 1 1-16,1 0-4 16,-1-2-3-16,-3-2 2 15,2-3 0-15,-3 1-1 16,1-4-2-16,-3-3 0 16,1-3-3-16,0 0-19 0,0-12-38 15,-3-12-48-15</inkml:trace>
  <inkml:trace contextRef="#ctx0" brushRef="#br0" timeOffset="-198340.17">7106 2844 2 0,'2'-7'10'0,"-2"-3"5"0,0 3 3 0,0 0-6 16,2 1 2-16,-2 2-4 15,0 0-3-15,0 0 0 0,2 2 0 16,-2 1-3-16,2-1-1 16,0 2-4-16,1 0 1 15,1 0-2-15,3 5 3 16,-2 1-1-16,1 3-3 16,3 1 3-16,-1 0 2 0,0 4-2 15,0 1 2-15,-1 3-2 16,1 1 1-16,-2 2 3 15,-4 3-5-15,0 1 2 16,-2 2 3-16,0 2 1 16,0 1-2-16,-4 1 2 15,2-1-2-15,0-2-1 0,0 0 0 16,2-2-1-16,0-4-1 16,0-4 0-16,4-1-1 15,4-3 2-15,1-2-1 16,3-3-1-16,1-2 2 15,0-1 3-15,1-3 0 0,1 0 0 16,-1-3-4-16,1 0 3 16,-1 0-1-16,-1 0-2 15,-1-1 3-15,-5-2-2 16,-1 1 0-16,-2 2-1 0,-2 0 0 16,-2 0-3-16,0 0-2 15,0 9 8-15,-4 5 3 16,-4 4-2-16,1 5-4 15,-3 5 0-15,1 4 1 16,1 3 3-16,2-1-4 16,2 0 0-16,2 1 1 0,2-3-1 15,0 1 0-15,0-1 0 16,5 1 0-16,4-2 1 16,4 2-2-16,-1-2 2 15,3 2-1-15,-1 0 2 16,1 1-1-16,1-3 1 0,-1 6-1 15,0-3 1-15,-1 3 1 16,-2-2-1-16,1 2 1 16,-2-3-2-16,-4-2 0 15,0-1 1-15,-5-1 1 16,-2-3 0-16,0-2 0 0,0-2 2 16,-7 1-1-16,-8 0-2 15,-3 2 1-15,-2-4-2 16,-5 0-1-16,-4-8-20 15,-2-9-41-15</inkml:trace>
  <inkml:trace contextRef="#ctx0" brushRef="#br0" timeOffset="-197323.59">7130 2891 24 0,'-7'-2'9'0,"1"0"5"0,1-1 2 16,1 2-5-16,-1 1-3 15,-1 0 0-15,0 0 1 0,3 0-1 16,2-2 1-16,-1 2 2 16,2 0 3-16,0-1-1 15,0-2-12-15,0 3-2 16,3-3 2-16,6 0-1 15,-1-1 2-15,1 1-2 0,5 3 1 16,-3 0-2-16,0 0-1 16,3 0 1-16,-5 9 0 15,1 3 0-15,-2 6 0 16,-2 6-1-16,-4 5 1 16,-2 8 2-16,0 5-1 0,0 0 2 15,-2 2-1-15,-4-1 0 16,1-3 0-16,4-5-1 15,1-5 1-15,0-4-2 16,6-4 2-16,0-5 1 16,3-3-1-16,2-3-4 0,0-6 5 15,1 0 0-15,1-4 1 16,-2-1 1-16,0 0 0 16,-2 0-2-16,-2 0-1 15,-3 0-1-15,-1 0 1 16,-3 0-1-16,0 0 0 15,0 0-2-15,0 5 2 0,-5 4-1 16,-1 3 1-16,1 5 1 16,-2 1-1-16,3 5-1 15,1 1 1-15,2 6 0 16,1 1 0-16,0 1 0 16,1 4 0-16,8-3 1 0,1 1-1 15,1-2 0-15,5-2 0 16,1 1 2-16,2-2-3 15,2 5 2-15,1-2 1 16,1 2-1-16,0 4 1 0,-6-1-2 16,-1 2 4-16,-3 1-2 15,-6-1 1-15,-5 0 1 16,-2-3 4-16,0-1-2 16,-11-2 2-16,-2-1-5 15,-5-3 1-15,-3-3-2 16,-1-2-1-16,-2-3 0 0,-1-4 0 15,0-6-28-15,-2-10-38 16,3-3-69-16</inkml:trace>
  <inkml:trace contextRef="#ctx0" brushRef="#br0" timeOffset="-196454.13">7177 3060 56 0,'0'0'-10'16,"0"0"14"-16,0 0 5 0,-27-40 3 0,23 29-6 15,2 1 1-15,1 2-2 16,1-1 5-16,0-1-5 15,0 2 0-15,0-1-2 0,0 2-3 16,3-3 1-16,5 3 0 16,2 0-1-16,-2 1 1 15,3 2-1-15,1 0 0 16,-1 4 0-16,0 0 0 16,-1 0 0-16,0 9-1 15,1 6 0-15,-4 5 0 0,0 8 2 16,-5 6 0-16,-2 9 0 15,0 4 5-15,0 4-1 16,-4 1-2-16,-3-1 0 16,2-4-3-16,0-4 2 15,3-6 0-15,2-7-1 0,0-8-1 16,0-4 1-16,10-6 0 16,-1-5 0-16,0-3 0 15,4-2-2-15,0-2 2 16,0 0 5-16,-1 0-3 15,-3-1-2-15,-3-2 0 0,-2 3-2 16,2 0 2-16,-6 4-3 16,0 9 1-16,0 5 1 15,0 6 2-15,0 6-1 16,0 3 1-16,0 4 1 0,0 1-3 16,0 0 0-16,4 0 2 15,5 0-2-15,2-3 0 16,3-2 0-16,1 1 2 15,3-7-2-15,-2 3 0 16,2-6 1-16,0 0-1 16,-1-2 1-16,-1 0-1 0,-5 2 2 15,0-1-2-15,-6 4 1 16,-2 4 4-16,-3 3-2 16,0-1-1-16,-8 1 0 15,-3-4-1-15,-2-4 0 16,-5-4 2-16,-1-5-2 0,0-5-5 15,-3-8-21-15,-1-4-38 16</inkml:trace>
  <inkml:trace contextRef="#ctx0" brushRef="#br0" timeOffset="-195500.5">7132 2989 71 0,'0'0'2'0,"0"0"2"0,0 0 10 0,0 0-4 0,0 0-2 15,0 0-3-15,-22-41-4 16,22 34-1-16,0 0 2 16,0 0-2-16,0 0-1 15,0 1 4-15,4 2-2 0,3 1 0 16,0 1-2-16,4 2 1 15,0 0-1-15,3 0-2 16,1 5 2-16,1 6 0 16,-1 6 0-16,-1 2 1 15,-1 6 1-15,-2 3-1 0,-2 7 1 16,-2 3-1-16,-5 0 4 16,-2 5-2-16,0-1 2 15,0 1-3-15,0-3 0 16,0 1 1-16,0-5-1 15,1-4-1-15,5-5 2 0,3-3-2 16,-2-4 1-16,2-5 0 16,1-4 0-16,2-3-1 15,1-5 0-15,-1 0 0 16,1-3 0-16,-2 0 3 16,-1 0-3-16,0 1 1 0,-3 5-1 15,-3 4-1-15,-2 4 1 16,1 7 0-16,-3 2 2 15,1 4 2-15,0 2-2 16,2-1 1-16,1-1-3 16,0 1 0-16,3-2 1 0,-1-2 0 15,2 2 0-15,0-2 1 16,1-1 2-16,3 0-1 16,-4-1 1-16,3-1-1 15,3-1 0-15,-3 0-2 16,-2 1-1-16,-2 1 1 0,-4 1 0 15,-3 2 0-15,0-1 1 16,0 3 4-16,-8 0 1 16,-3 0-2-16,0-3-1 15,-3 0-2-15,1-2 0 16,-1-5-1-16,0-6-1 16,0-4-21-16,2-7-15 0,-1 0-14 15</inkml:trace>
  <inkml:trace contextRef="#ctx0" brushRef="#br0" timeOffset="-194475.69">7197 2843 45 0,'-4'-3'12'0,"-1"2"4"0,0-1-2 0,-1 1-2 15,1-2 2-15,1 0 0 0,-2 0-1 16,1 1 2-16,2-1 2 16,1 0-9-16,2-2-4 15,0 1-5-15,0 0 2 16,0 1-2-16,6 0 2 16,2-1-1-16,-2 4-2 0,3 0 0 15,1 0 1-15,-2 0 0 16,1 7-1-16,0 3-1 15,-2 4 2-15,0 7 0 16,-1-1 0-16,-3 8 1 16,0 4 0-16,0 6 0 15,-1 4-2-15,-2 3 5 0,3 0-2 16,-3 1-1-16,2-5 1 16,1-1 0-16,3-7-1 15,-1-4 1-15,5-3-1 16,2-5 1-16,1-5-2 15,3-5 1-15,-1-4-3 0,2-4 3 16,0-3 1-16,-1 0 1 16,-3 0 0-16,-4-4 0 15,0 0-2-15,-7 2 1 16,-2 2-1-16,0 0 4 0,0 3-5 16,-9 11 3-16,0 3-3 15,0 6-3-15,1 5 4 16,3 7 2-16,5 3-5 15,0 6 3-15,0 4 1 16,11 3-1-16,2 1 3 16,6 0-4-16,3 1-1 0,0-4 5 15,2-3-3-15,1-1 1 16,-4-1 0-16,-2-1-1 16,-5 5 0-16,-5 6 1 15,-9 9-1-15,-5 12-1 16,-28 17-4-16,-25 14-61 15</inkml:trace>
  <inkml:trace contextRef="#ctx0" brushRef="#br0" timeOffset="-178412.83">2720 3135 42 0,'0'0'5'0,"0"0"9"0,0 0 2 0,0 0-7 16,0 0 0-16,0 0-4 16,-38-29 1-16,32 26-1 15,1 0-1-15,-1 3 0 0,-2-1-3 16,0 1 0-16,1 0-1 16,-3 0 1-16,0 1-1 15,-1 3 0-15,-3 1 1 16,1 0-1-16,-7-1 0 15,2 2 1-15,-6 0-1 16,1-1 0-16,-4 1 1 0,-2-2 0 16,1 1 1-16,-5-4 0 15,5 3 2-15,-6-1-2 16,1 0 0-16,-1 0 0 16,-4 2 2-16,-2 1 0 15,-5 1-3-15,-1 4 0 0,-6 4 0 16,-6 2-1-16,-5 4 1 15,-4 6-1-15,-6-1 2 16,1 2 1-16,-2 1-2 16,1 2 0-16,1-1-1 0,5-2 1 15,2 2-1-15,0 0-1 16,3-5 1-16,4 1 1 16,-1-2-1-16,1-3 0 15,2 2-1-15,0-2 1 16,5 2-1-16,0-2 0 0,4 2 2 15,4-1-1-15,5-1 0 16,3-3-3-16,4-1 2 16,6 0 0-16,2-1-1 15,6-1 0-15,1 1-1 16,3 0 3-16,-1 2 0 16,5-1 0-16,-2 2-1 0,2 1 1 15,2 0-4-15,1 5 2 16,-1-1-1-16,1 6 1 15,-2 4-2-15,2 3 2 16,1 3 1-16,-1 4 2 16,4 0 0-16,-1 0 0 0,3 1 1 15,0 3-2-15,0 0 1 16,0 0-1-16,0 1 1 16,0 1 0-16,5-3 0 15,-1-4-1-15,0 1 1 16,3-5 0-16,-1-2-1 0,0 0 0 15,0 0 1-15,1 0-1 16,1 0 0-16,0-3 1 16,-1-1 0-16,3-2 2 15,1-4-2-15,1-2 1 16,1-2-1-16,1 0 0 0,-4-2 0 16,1 1-1-16,1-2 1 15,-1-2-1-15,1-1 1 16,-1-4-1-16,-1-2 1 15,2-2-1-15,-1-1 0 16,2-4 0-16,3 0 1 0,-1-2 0 16,4 0 1-16,-1-2 0 15,1 0-1-15,2 0 0 16,4 0-1-16,-2 0 0 16,4 0 1-16,5-5 0 15,4 1-1-15,6-3 2 0,3-1 1 16,8-2 1-16,6-3-1 15,5-3 0-15,8-5 1 16,6-3-1-16,3-5 0 16,5-5-2-16,4-4-2 15,0-5-24-15,-5-9-27 0</inkml:trace>
  <inkml:trace contextRef="#ctx0" brushRef="#br0" timeOffset="-177310.26">1082 3577 106 0,'9'-10'-4'0,"-2"0"5"0,6-4-1 0,3 1 1 0,4-1 1 15,2-6-1-15,3 2-1 16,4 1 1-16,2-3 0 16,-1-1-1-16,5-1 0 15,3 1 0-15,-2-2 1 16,6 3-1-16,-4-1 0 0,4 1 0 15,-1 2 2-15,3-1 1 16,2 1 1-16,4-1-1 16,4-1-1-16,2-1 0 15,3-3 1-15,-1-2-2 16,1-2 2-16,2 1-2 0,-1-3 1 16,-2 0-1-16,-4 5 0 15,-2-1 0-15,-6 5 0 16,-2 0-1-16,-5 5 1 15,1 1-1-15,1 3 0 16,-3 2 0-16,0 2 0 16,2 2 0-16,-2 3-1 0,-2 3 1 15,-2 0 1-15,-1 0-1 16,-2 7 0-16,-2 2 0 16,-2 2 0-16,-2 3-1 15,-6 0 0-15,2 0 1 0,-6 4-2 16,1 0 1-1,-3 5-1-15,-1 2-2 0,-4 5 1 16,1 4 1-16,-2 6 2 16,2 3-1-16,-2 6 1 15,-1 3 0-15,3 4 1 16,3 1-1-16,-3 3 1 0,4-2-1 16,0-1 0-16,0-5 1 15,3-1-1-15,3-1 1 16,0-3 1-16,0-1 1 15,2 1-1-15,0 1 0 16,1 1-1-16,-1 1 1 0,-2 3 2 16,-2 2-3-16,-3 3 2 15,-2-1-1-15,-10 1-1 16,-2-4-5-16,-5-5-4 16,-14-5-3-16,-8-7 0 0,-9-4 4 15,-7-1 1-15,-7-5 2 16,-9-2 3-16,-8-1 1 15,-9 1 2-15,-6 0-2 16,-15 6 2-16,-10 6-4 16,-18 10-49-16</inkml:trace>
  <inkml:trace contextRef="#ctx0" brushRef="#br0" timeOffset="-170899.27">6618 3124 29 0,'0'0'4'0,"0"0"-2"0,0-1 0 0,0 1 0 0,0 0 0 16,0 0 1-16,0-2 2 15,0 2-1-15,0 0 4 16,0 0-7-16,0 0-1 0,0 0-3 16,0 0 2-16,2 3 1 15,0 4 0-15,3 0 1 16,-3 0 0-16,3 2 0 15,-2-1 1-15,1 0-1 16,0-3 1-16,1 1-2 0,1 1 0 16,0-3 1-16,0-1-1 15,-2-2 3-15,1 1-1 16,1-2 1-16,-2 0 0 16,1 0 5-16,2-3 2 15,0-4 1-15,3-6-4 0,0-5-1 16,3-4-1-16,2-4 0 15,1-5 0-15,2-1-2 16,2-4 0-16,1 1 0 16,3-2-2-16,3 2 0 15,-1-1 1-15,3 0-1 0,-2 1-10 16,-2 1-39-16</inkml:trace>
  <inkml:trace contextRef="#ctx0" brushRef="#br0" timeOffset="-167876.57">6837 3462 72 0,'2'1'-2'0,"-2"0"-2"0,2 1 4 0,0-2 3 15,1 2 0-15,2-2-1 16,0 0 3-16,3-2 6 16,3-9 0-16,3-6 0 15,6-4-7-15,6-8 0 16,4-2-2-16,5-3-1 0,-1-2-1 16,0 0-15-16,-3 4-36 15</inkml:trace>
  <inkml:trace contextRef="#ctx0" brushRef="#br0" timeOffset="-167520.57">6898 3963 122 0,'0'0'-3'15,"0"0"7"-15,0 0 2 16,0 0-2-16,14-39-1 15,-4 22 3-15,5-6 0 16,4-4-2-16,4-3-1 0,6-2 1 16,2-4-2-16,2 0 2 15,-1-2-4-15,1 3-18 16,-4 2-13-16,-2 5-21 16</inkml:trace>
  <inkml:trace contextRef="#ctx0" brushRef="#br0" timeOffset="-167192.72">7116 4685 79 0,'0'0'7'15,"0"0"14"-15,0 0-18 16,0 0 1-16,14-40 5 16,-1 9-2-16,2-3 3 15,2-5 0-15,5 0-5 0,1-4-1 16,5-5-2-16,6-2 0 15,6-8 0-15,3-6-2 16,6-6-14-16,-2-3-37 16</inkml:trace>
  <inkml:trace contextRef="#ctx0" brushRef="#br0" timeOffset="-161080.27">13328 3476 70 0,'0'0'-6'0,"0"0"14"0,-36-12 6 0,24 5-5 15,1-1-3-15,1 1-3 16,0 0 2-16,-1 0-4 0,0 3 0 16,0-2-1-1,0 2 1-15,0-1 0 0,-1 1-1 16,0 2 1-16,0 0-1 15,3 2 0-15,-2 0-1 16,-1 0-2-16,1 0 1 16,2 4 1-16,0 2 1 0,-1-1 0 15,3 0 0-15,0 2 1 16,0 3-2-16,1 1 1 16,1 2 0-16,3 3 0 15,-2-1 0-15,4 4 0 16,0-1 0-16,0 2 0 0,2 3 0 15,6 0 1-15,1 2-1 16,3 5 2-16,1 1-2 16,1 5 2-16,5 2-2 15,0 2 1-15,7 3 0 16,2-1 0-16,5-1 0 0,2-1 2 16,4-3-2-1,4-1 1-15,-1-1-1 0,1 1 0 16,1 2 0-16,0 3-1 15,-3 4 1-15,-1 5-1 16,-2 1-1-16,3 9 1 0,-1 4-1 16,0 0 0-16,0 8-1 15,3 1-4-15,-3 5 4 16,3 0-2-16,5-1-6 16,-3-3-8-16,4-3 14 15,0-5 1-15,0-3-2 0,0-8-1 16,2-4-5-16,1-3-7 15,4 1 7-15,2-2-12 16</inkml:trace>
  <inkml:trace contextRef="#ctx0" brushRef="#br0" timeOffset="-160930.27">15355 6588 106 0,'51'68'-2'0,"-3"6"-40"0,0 7 0 0</inkml:trace>
  <inkml:trace contextRef="#ctx0" brushRef="#br0" timeOffset="-160304.38">16300 8437 165 0,'53'94'-33'15,"-2"4"30"-15,-1 6-6 0,-4 5 14 16,-2-2 7-16,-2-1 5 16,-1-3 11-16,0-3-10 15,1-2-8-15,2-5-7 16,3-2-5-16,4-1 7 15,5 0 1-15,3-2 3 0,7 3 3 16,7 2 1-16,6 1-1 16,7 7-1-16,3 4 1 15,0 6-4-15,3 1-2 16,-2 6-2-16,-2 0 2 16,-3 0-2-16,-2 0-2 0,-5-2-2 15,-1-2-2-15,0-8-6 16,-2-1-2-16,4-4 3 15,4 0 6-15,1-1-2 16,4 3 3-16,3 7 0 16,2 4 1-16,1 7 0 0,-1 10-2 15,0 4 1-15,-4 6 0 16,-5 6-3-16,-6-1 1 16,-4 4 4-16,-6 0 0 15,-6-4 1-15,-4 1-3 16,-2-7-1-16,-2-3-6 0,-4-8 3 15,-2-10 3-15,-3-8 1 16,-5-12-3-16,-6-8-15 16,-5-7-10-16,-7-14-5 15,-9-11-5-15,-9-10 14 16,-4-11 14-16,-13-14 0 0,-15-8 0 16,-14-14 11-16,-14-3 3 15,-16-21-3-15,-17-13 1 16,-21-13 0-16,-22-16-1 15,-27-19 1-15,-24-21-1 16,-27-26-1-16,-23-24 1 0,-12-35-3 16,-3-26-26-16</inkml:trace>
  <inkml:trace contextRef="#ctx0" brushRef="#br0" timeOffset="-158475.39">21103 3198 196 0,'0'0'-10'0,"0"0"14"0,0 0 2 0,0 0-10 16,0 0 1-16,0 0-1 15,-21 41 2-15,7-17-8 16,-3 3 2-16,-5 6-8 16,0 0 2-16,-5 3 4 0,-2 4-1 15,-2 0 4-15,-2 1 4 16,-2 3 1-16,-2-1 6 15,-3 5-1-15,-3 2 3 16,-4 4 2-16,0 5-1 16,-5 4 3-16,-1 5 2 0,-3 6 1 15,-3 6-2-15,0 3 0 16,-1 7 5-16,-1 2-4 16,-3 6-4-16,1 2-3 15,-2 3-1-15,-3 5-1 16,0 6-1-16,-6-1-2 15,1 7-15-15,0 1-16 0,2 0 10 16,-3-3 16-16,1-5 5 16,3-8 7-16,2-9 11 15,3-9 11-15,2-6-4 16,-1-7 1-16,3-2-7 0,-1 2-5 16,1 1-6-16,-3 6 1 15,0 2-4-15,2 2 0 16,-7 2-2-16,2 2-1 15,0-1 1-15,0-3-2 16,2-2 1-16,0-7 3 0,3-3-2 16,4-5 2-16,2-4 4 15,2-3-4-15,2 0-1 16,3-1-2-16,-2 1-1 16,-1 1 0-16,1-1-1 15,-3 3 1-15,-5 3-1 16,0-2 0-16,1 5 0 0,-1-2 0 15,-2 0 0-15,1 0 0 16,0-1 1-16,-1-1-1 16,-3-1 0-16,-1 0 1 15,0-1-1-15,-4 0 2 16,0 0 7-16,-3 1 1 0,-1 0 2 16,2 1-1-16,2-2-1 15,0 1-5-15,3-2 1 16,1 2-1-16,0-4-3 15,-1 2 0-15,3-1-2 16,0 2 0-16,-3 0 0 0,2 0-1 16,-1 1-3-16,-1 3 1 15,0 1 3-15,2 3-1 16,-3 2 0-16,-2 2 1 16,1 4 1-16,-1-1 0 15,2 2 0-15,0 3 2 0,1 4 4 16,0-1-5-16,6 3 2 15,-5 2-4-15,5 0 1 16,2-2-6-16,-3-1 3 16,1-2 1-16,0-1 1 0,0-1-4 15,-1 1-4 1,-1 2 8-16,1 0 0 0,0 0 0 16,0 4 1-16,0-2 2 15,0-1-1-15,1 3 1 16,2-1-1-16,-4 0 4 15,3 1-4-15,-2-2 2 0,2 1 1 16,2-3-2-16,-3-2 0 16,7-2 0-16,-1 0-2 15,2 0 0-15,2 0 0 16,4-2 8-16,2 3-6 16,1 1 0-16,5-1 0 0,1-3-4 15,3 2 7-15,-2-3-6 16,3 0-7-16,-1-4 8 15,3-2-4-15,1-6 1 16,2 0 4-16,1-4-8 16,2-4-7-16,0 0 8 15,5-3-1-15,1-1-1 0,1 0-4 16,4-2-3-16,1 1-6 16,2-5-15-16,2-4 9 15,-1-6-4-15,0-6-8 16,0-8-39-16,-1-7-125 15</inkml:trace>
  <inkml:trace contextRef="#ctx0" brushRef="#br0" timeOffset="-152875.22">1715 5529 16 0,'0'0'17'0,"0"0"-4"0,0 0 2 0,0 0-5 0,0 0-5 16,0 0-3-16,0 0-2 15,0 0 0-15,0 0 0 16,0 0 0-16,0 0 1 16,0 0-1-16,0-2 0 15,2 2-1-15,2 3 1 0,-1 1 0 16,3 2 1-16,-2 0-1 16,4 1 2-16,0-3-2 15,1 3 1-15,1-3-1 16,-2 1 1-16,1-1-1 15,2-3 1-15,-2-1-1 16,2 0 0-16,0 0 2 0,3-12 12 16,1-11 13-16,8-14 9 15,10-19-10-15,13-19-17 16,20-24-5-16,19-27-2 16,24-27-1-16,15-23-14 0,12-27-120 15</inkml:trace>
  <inkml:trace contextRef="#ctx0" brushRef="#br0" timeOffset="-150553.52">8612 15147 15 0,'0'15'1'0,"0"-2"0"0,0-2 1 0,2-4-2 15,-2-1 2-15,2-6 10 16,-2 0 25-16,0-3 0 15,2-7-16-15,3-6-10 16,-1-6-6-16,2-8-4 16,4-9-7-16,-1-11-31 15</inkml:trace>
  <inkml:trace contextRef="#ctx0" brushRef="#br0" timeOffset="-147521.65">3514 12212 24 0,'0'6'1'0,"-3"-3"2"0,-3-3 6 0,-1 0-4 16,-2-6-1-16,0-7 1 16,-2-2 1-16,-3-6-2 0,3-1 5 15,1 2 2-15,0 2-2 16,2 5 5-16,5 3 1 16,1 7-6-16,2 2-3 15,0 1-7-15,6 0 2 16,6 4-1-16,3 0 1 15,4-1 2-15,0-3-3 16,2-1 1-16,6-24 5 0,6-20 10 16,7-20 12-16,8-29-14 15,12-24-11-15,15-21-1 16,8-15-5-16,3-13-58 16</inkml:trace>
  <inkml:trace contextRef="#ctx0" brushRef="#br0" timeOffset="-146824.6">5340 13665 103 0,'109'27'0'0,"8"0"3"0,8 0 1 0,7-1-2 16,11 2-1-16,2 1 0 15,8-1-1-15,1-5 0 16,2-5-22-16</inkml:trace>
  <inkml:trace contextRef="#ctx0" brushRef="#br0" timeOffset="-146497.54">11797 11668 243 0,'0'0'5'15,"27"-61"4"-15,-23 21-2 16,-4-18-5-16,-6-23 0 16,-15-29-2-16,-15-34-12 15,-19-33-61-15</inkml:trace>
  <inkml:trace contextRef="#ctx0" brushRef="#br0" timeOffset="-142066.56">1672 9329 26 0,'0'0'36'0,"0"0"-29"0,0 0 5 0,0 0-3 0,0 0-4 15,0 0-1-15,0 0-2 16,0 0 0-16,0 0-1 0,0 0-1 15,0 0 0 1,0 0 0-16,22-1 2 0,-15 15 1 16,3 2 1-16,2 1-2 15,2 1 0-15,0-1-2 16,4-1 3-16,-3-2-2 16,1-3 0-16,-3 1 0 15,0-5 0-15,-4-1 1 0,0-1-1 16,-4 2 0-16,1-3-1 15,-4 2 0-15,-2 0-7 16,0-5-13-16,0-1-61 16</inkml:trace>
  <inkml:trace contextRef="#ctx0" brushRef="#br0" timeOffset="-141605.42">1686 9387 29 0,'0'0'4'16,"0"0"-1"-16,0 0 6 16,0 0-3-16,0 0 1 15,0 0-1-15,0 0 3 16,-5-38-3-16,12 34-3 16,1 3-2-16,2 1-1 0,3 0 3 15,0 0-2-15,5 5 0 16,1 6 0-16,-2-1 1 15,4 3 1-15,0 0-2 16,-2 1 1-16,1-3 0 16,-1 0-2-16,-3-3 2 15,-1-1-1-15,-2-3 1 0,-3 1 1 16,-1-4 0-16,-4-1 1 16,-3 0 3-16,0 0 2 15,-2 0 15-15,0 0 33 16,-2-7-31-16,-5-3-18 0,-2-1-2 15,-2-5 0-15,-3 0 1 16,-1-2-3-16,-1-1-1 16,-3-3 0-16,1-1-2 15,2 3-1-15,0 3 0 16,5-1 0-16,-1 5 0 16,8 3-1-16,0 3-1 0,4 1-5 15,0 2-27-15,6 0-37 16,4-2 15-16</inkml:trace>
  <inkml:trace contextRef="#ctx0" brushRef="#br0" timeOffset="-141363.69">1949 9089 84 0,'0'0'24'0,"0"0"-19"0,0 0 18 0,0 0-1 16,0 0-12-16,0 0-6 15,0 0-3-15,10-42 0 0,0 30-1 16,-1-5 0-16,7 4 0 16,-3 0 0-16,3 0-2 15,-1 5-29-15,-3 4-18 16</inkml:trace>
  <inkml:trace contextRef="#ctx0" brushRef="#br0" timeOffset="-141206.35">2088 9234 95 0,'0'0'16'16,"0"0"15"-16,0 0-19 15,0 0-8-15,0 0-3 0,0 0 1 16,27-38-1-16,-20 23-3 15,3-6-28-15,-2 0-40 16</inkml:trace>
  <inkml:trace contextRef="#ctx0" brushRef="#br0" timeOffset="-140778.19">2117 8861 97 0,'0'0'0'0,"0"0"10"0,-2-44 0 16,2 27 3-16,7-1-6 16,3 1 0-16,2 0-5 15,1 2-1-15,3 3-1 16,-3 5 0-16,1 4 0 16,-1 3 0-16,-2 0-2 0,-2 9 2 15,-4 6 0-15,1 4-1 16,-4 4 1-16,-2 1 0 15,0-1 1-15,0-2-1 16,-2-3 0-16,0-5 3 16,2-2-3-16,0-5 1 15,2-3-1-15,5-2 0 0,3-1 0 16,0 0 0-16,3 0 1 16,1-1 0-16,1-3-1 15,-1-1 1-15,-1 3 0 16,1 0-1-16,-5 2 1 0,-3 0-1 15,-5 2 0-15,-1 9 1 16,0 10 9-16,-13 9 3 16,-4 13-4-16,-5 7-4 15,-8 5-1-15,-5 0-22 16,-9-6-138-16</inkml:trace>
  <inkml:trace contextRef="#ctx0" brushRef="#br0" timeOffset="-139757.58">3120 10163 84 0,'0'0'3'0,"0"0"9"0,0 0-11 0,0 0 0 0,0 0 0 16,0 0 0-16,0 0 0 16,0 0 2-16,0 0-3 15,0 0 0-15,37 10 1 16,-33-2 0-16,0 1-1 16,-2 4-10-16,-1-3-44 0</inkml:trace>
  <inkml:trace contextRef="#ctx0" brushRef="#br0" timeOffset="-139237.7">2993 10167 28 0,'0'0'7'15,"0"68"3"-15,4-34-7 16,6 0 0-16,0-1-1 0,4-1 2 16,-1-4 0-16,1-3 1 15,4-6 2-15,0-2 1 16,1-6-3-16,2-1 0 16,-4-8 8-16,4-2-1 15,1-2-1-15,-4-9-4 16,2-9 0-16,-2-3 1 0,0-4 3 15,-2-3 0-15,-6-4 0 16,-1 0-1-16,-7-1 1 16,-2-1-3-16,0 1 3 15,-11-1-2-15,-6 5-3 0,-8 1-3 16,-2 7-1-16,-2 5-3 16,-4 7-2-16,-3 7-17 15,-2 4-56-15,-2 6-63 16</inkml:trace>
  <inkml:trace contextRef="#ctx0" brushRef="#br0" timeOffset="-137979.65">3799 7470 75 0,'0'0'4'0,"0"0"7"0,0 0-6 0,0-3-3 15,0 0 0-15,2-3 2 0,4-2 2 16,-2 0-1-16,1-1 0 15,1 1 0-15,1-1-1 16,2 2 0-16,-4 1-3 16,3 2-1-16,-1 4 0 15,0 0 0-15,-2 0 0 0,-1 4-3 16,-2 6 2-16,-2 1 2 16,0 1-2-16,0 5 1 15,-2 0 0-15,-5-1 3 16,-2 2-3-16,2-1 1 15,0-3-1-15,3-4 1 16,2 1 0-16,0-7-1 0,0-3 0 16,2-1 1-16,0 0-1 15,0 0-2-15,6-4 7 16,3-8-2-16,5-2 0 16,-1-1-3-16,2-4 1 15,3 1-2-15,-1-1-4 0,-2-1-21 16,-3 2-40-16</inkml:trace>
  <inkml:trace contextRef="#ctx0" brushRef="#br0" timeOffset="-137296.49">3855 7182 38 0,'0'0'3'0,"0"0"4"0,0 0 4 0,-37-3-4 15,26 3-4-15,1 7 1 16,-1-1 0-16,-1 1 2 15,-1 0-2-15,3 0 1 16,-1 0 2-16,-1 2-5 16,1-2-1-16,-1 3 0 0,2 1 0 15,1-1-1-15,-5 1 0 16,5-1 0-16,-1 0 0 16,0 0 0-16,1 0 0 15,1 0 0-15,1 3 3 16,2-2-1-16,1 4 0 0,2-1-2 15,2 1 1-15,0 2-1 16,0 2 1-16,0-1-1 16,4 2 0-16,3 0 1 15,0 4-1-15,1-3 0 16,3 2 1-16,1 0-1 0,1 0 1 16,3-3 0-16,-1 1-1 15,1-3 2-15,0-1-2 16,2 0 1-16,-3-5-1 15,5-1 0-15,-5-5 0 16,4-3 0-16,-1-3 0 0,1 0 5 16,2-5 4-16,2-6-1 15,-2-5 0-15,2-4-1 16,-3-3-3-16,-2-2-2 16,0 2 0-16,-7-5-1 15,-2 3 3-15,-6-3 1 0,-3 0 5 16,-1 5 1-16,-10-5-3 15,-4 6-2-15,-3-3-4 16,2 5-1-16,-2-1-1 16,-1 3-1-16,4-1-22 15,1-5-45-15</inkml:trace>
  <inkml:trace contextRef="#ctx0" brushRef="#br0" timeOffset="-136526.61">4280 5993 87 0,'0'0'0'0,"0"0"1"0,0 0-1 0,0 0 1 16,0 0-1-16,0 0-2 16,0 0-3-16,0 0-4 15,0 0 9-15,0 0 0 16,0 0 0-16,0 0 4 0,19 37 3 15,-22-29-2-15,3-2 0 16,0 0-2-16,0 1-1 16,1-3-1-16,5 0 1 15,0-1 0-15,1 0 1 16,1 0-4-16,-2-2 6 0,0 2-2 16,1-1-1-16,-3-1-1 15,-2 2 1-15,0 1-2 16,-2-1 3-16,0 4-1 15,-8 2 14-15,-5 2-9 16,-3 5-5-16,-1-1 1 0,0 1-2 16,0-2 0-16,3-1-3 15,3-6-15-15,2-3-12 16,4-4-44-16</inkml:trace>
  <inkml:trace contextRef="#ctx0" brushRef="#br0" timeOffset="-135807.36">4222 5895 52 0,'0'0'1'0,"0"0"3"0,0 0 2 16,-40-20 1-16,31 17-4 15,0 1-2-15,0 2-1 16,-1 0 1-16,0 0 0 16,1 2-1-16,-2 4-1 15,-3 5 12-15,3 0-7 0,-3 4 0 16,2-1-3-16,1 3 1 15,-3 0-2-15,3 3 0 16,2-3 0-16,-2 0 0 16,6 2 2-16,1-2 1 15,-1 1-1-15,3-1 2 0,0 2-2 16,0-1 0-16,2 2-1 16,-2 0 0-16,2 0 0 15,0-2 0-15,0 2 0 16,0 0 1-16,0 1-2 15,6-1 0-15,1-4 1 16,-1 2-1-16,3-4 0 0,3-1 1 16,-2-2-1-16,3-3 0 15,1-4 0-15,3 0 3 16,0-4 1-16,3 0 1 16,0 0-2-16,1-1-1 0,3-9 0 15,1-4-1-15,2-2 2 16,-4-4-2-16,5-3 0 15,-1-1 0-15,-2-1-1 16,1-4 0-16,-3 4 1 16,-3-5-1-16,0 3 1 15,-5-3-2-15,-3 0 2 0,-6 1-1 16,-6 0 1-16,0 3-1 16,-6 1 2-16,-12 2 13 15,-5 3 1-15,-1 2 0 16,-11 4-6-16,0 4-6 15,-3 7 0-15,-6 3-4 0,-3 13-1 16,-5 11 2-16,-3 6-28 16,-8-2-119-16</inkml:trace>
  <inkml:trace contextRef="#ctx0" brushRef="#br0" timeOffset="-128375.37">7104 8695 3 0,'0'0'18'0,"0"0"-10"0,0 0-4 0,0 0-4 0,0 0 1 16,0 0 0-16,0 0-1 16,0 0 2-16,0 0 3 15,0 0 11-15,0-37-5 16,0 35 4-16,0-1-5 16,1 1-3-16,2 0-4 15,-1-2 0-15,0 2-2 0,-2 1 1 16,2-2-1-16,-2 3 4 15,0 0 0-15,0 0-1 16,0 0 0-16,0 0 0 16,2 0-3-16,-2 0-1 15,2 4 0-15,1 6 0 0,-1 3 1 16,3 3 0-16,2 5 0 16,-1 0 1-16,3 5-2 15,-1-2 1-15,2 1 0 16,-1-2 0-16,-3 0-1 0,2-3 2 15,-2-2-1-15,1-1 0 16,-1-3 0-16,-2-2 0 16,4 1 0-16,-4-5-1 15,1 1 1-15,1-2 0 16,-2-2 0-16,1 1-1 16,-3 0 0-16,1-3-12 0,-3-3-26 15</inkml:trace>
  <inkml:trace contextRef="#ctx0" brushRef="#br0" timeOffset="-128042.23">7117 8906 74 0,'0'0'8'0,"0"0"10"0,0 0 3 16,0 0-3-16,0 0-2 15,0 0-5-15,0 0-5 16,26-46 1-16,-5 28-3 16,6-5-4-16,4-4 1 0,4-1-7 15,3-6-63-15</inkml:trace>
  <inkml:trace contextRef="#ctx0" brushRef="#br0" timeOffset="-127392.53">8196 8733 59 0,'0'0'16'0,"0"0"5"0,0 0-4 0,0 0-4 16,0 0-6-16,0 0-7 16,0 0 1-16,0 0-2 0,0 0 1 15,0 0 1-15,18 35 0 16,-11-19 0-16,1 2 0 15,2-1 0-15,-3 2 0 16,3-1-1-16,0-2 0 16,-2 2 1-16,-1-1-2 0,-1-2 2 15,-1 2-1-15,-3-2-4 16,1-2-20-16,-3-4-31 16</inkml:trace>
  <inkml:trace contextRef="#ctx0" brushRef="#br0" timeOffset="-125307.84">8791 8521 48 0,'-5'0'2'0,"1"0"-2"0,2 0-1 0,1 0-1 0,-1 0-3 16,2 0-2-16,0 0 5 16,0 0 2-16,0 4 0 15,0 2 0-15,-2 1 1 16,2 2-1-16,-2 2 0 16,2 0 0-16,-3 2-1 15,2-3 1-15,-2 1 1 0,1-4-1 16,0-2 1-16,0-1 12 15,-2-2 10-15,2-1-11 16,1-1-5-16,0 0-2 16,1 0-1-16,0 3-4 15,0-3 0-15,0 0 0 0,0 0 1 16,0 0 2-16,0 0 10 16,0 0-5-16,0 0 2 15,1-5-6-15,0-1-3 16,-1-4-1-16,1-2 1 15,4-1-1-15,-3-4 0 0,0-3 0 16,1-7-1-16,-1-4-15 16,-1-10-48-16</inkml:trace>
  <inkml:trace contextRef="#ctx0" brushRef="#br0" timeOffset="-122741.52">7608 8842 85 0,'0'0'3'0,"0"0"-3"0,0 0 1 0,0 0 2 15,0 0 2-15,38-11-3 0,-26 11-1 16,-2 0-1-16,3 0 1 16,0 8-1-16,0 4 2 15,3 2-1-15,-1 0 1 16,3 6-1-16,0-3 0 16,-2 1-1-16,0-2-5 0,1-2-15 15,-3-4-37-15</inkml:trace>
  <inkml:trace contextRef="#ctx0" brushRef="#br0" timeOffset="-122593.43">7912 8863 128 0,'0'0'-6'16,"0"0"17"-16,0 0 21 16,0 0 1-16,0 0-19 15,0 0-16-15,0 0 4 16,-31 70-11-16,31-29-52 0,0-2-81 15</inkml:trace>
  <inkml:trace contextRef="#ctx0" brushRef="#br0" timeOffset="-122224.13">9332 8751 172 0,'0'0'4'0,"0"0"5"16,0 0-3-16,0 0-5 0,0 0-4 16,0 0 2-16,0 0-2 15,0 0 1-15,-36 46-2 16,32-33-23-16,2-1-15 15</inkml:trace>
  <inkml:trace contextRef="#ctx0" brushRef="#br0" timeOffset="-122078.49">9367 8828 212 0,'0'0'0'16,"0"0"4"-16,0 0-12 15,0 0-40-15,0 0-26 16</inkml:trace>
  <inkml:trace contextRef="#ctx0" brushRef="#br0" timeOffset="-120435.94">8829 9485 62 0,'0'0'8'0,"0"0"4"0,0 0-2 16,0 0-2-16,-2 0-1 16,0 0 0-16,0 0 3 15,1 0-5-15,-1 0-2 0,2 0-2 16,-3 0-1-16,3 0-1 15,0 0-3-15,0 0-3 16,0 3-5-16,0-3-6 16,0 2-15-16</inkml:trace>
  <inkml:trace contextRef="#ctx0" brushRef="#br0" timeOffset="-117131.28">8357 9238 42 0,'0'0'-1'0,"0"0"6"16,-42 12 8-16,27-8-1 0,0-1 1 15,2-2 0-15,-3-1-1 16,-1 0 1-16,1 0 1 15,1 0-4-15,-3 0-1 16,2 0-1-16,-2 0-3 16,-2 0 0-16,2 0 1 0,-2 0 3 15,1 0 3-15,0 0-2 16,-2-1-4-16,2-1 0 16,-3-2-2-16,3 1-2 15,-2 2-1-15,0-2-1 16,-2 3 0-16,1 0 0 0,-2 0 0 15,-1 0 0-15,-4 0 0 16,0 0 0-16,0 3 0 16,-6 1 0-16,3 0 0 15,-2-1 0-15,3 0 0 16,0-3 0-16,-3 0 2 0,4 0-2 16,-2-4 0-16,-4 0 0 15,2-1 0-15,-2 3 0 16,1 0 0-16,-3 2 1 15,2 0-1-15,2 0 0 0,3 0 0 16,0 0 2-16,4 0-2 16,3-1 0-16,-3-2 1 15,4 1-1-15,-2 1 1 16,1-3 0-16,0 0 0 16,1 1 1-16,-4-1-2 15,3 1 0-15,2 0 0 0,-3-2 1 16,0 1-1-16,2 1 0 15,2-1 0-15,-2 0 0 16,-1 0 0-16,1 0 0 16,1 2-1-16,-3-1 1 15,1 2 0-15,1 1-1 0,-1 0 0 16,2 0 0-16,-3 1-1 16,3 6 1-16,4 2 1 15,-4-1-2-15,5 4 2 16,0-1 0-16,1-1 0 15,-1 1 0-15,1 2 0 0,2 1 0 16,-2-4 0-16,3 1 0 16,-3-2 2-16,3 2-2 15,-3-1 0-15,3-3 0 16,0 2 0-16,-1-1 0 16,1 2 0-16,-1-1 0 0,-1 2 0 15,1 3 0-15,1 1-2 16,-1-1 2-16,1 0 0 15,2 3 0-15,-2-2 2 16,6 1-2-16,0 1-2 16,1-1 2-16,-1 2 0 15,4 1 0-15,1-1 0 0,0 2 0 16,2 1 0-16,0 1-1 16,0-1 1-16,0 1 1 15,0 1-1-15,0 0 0 16,4 3 0-16,-2-2 0 15,4 3 0-15,-2-3-1 0,3 0 1 16,1-3 0-16,-1-2 0 16,3-2 1-16,2-3-2 15,-3-1 2-15,3 0-1 16,-1-3-1-16,-1 0 2 16,2 1-1-16,-1-2-1 0,1-1 2 15,-1 1-1-15,-1-1 0 16,2 1 0-16,-1-1 0 15,-2 0-1-15,1 1 2 16,0-2-1-16,-1 3-1 16,-3-1 2-16,4-1-1 0,-6 1-1 15,3-2 2-15,-3 0-2 16,1-3 2-16,2 3-2 16,-1-1 2-16,1-3-1 15,0 3-1-15,2-2 1 16,-1-1 0-16,2 1 0 0,3-1 0 15,0 0 0-15,0 0 0 16,1-1-2-16,1 1 4 16,0-2-4-16,2 1 4 15,1 0-2-15,-2-1-3 16,1-1 2-16,1 0 1 0,2 0 1 16,-2 0-1-16,0 0-2 15,2 0 1-15,0 0 3 16,0 0-2-16,3 0 1 15,-1 0 0-15,1 0-3 16,1-2 1-16,3-1-1 0,-3 1 4 16,4-2-1-16,-1 1-1 15,0 0 0-15,0 0 1 16,-2 2-1-16,0-1 0 16,0 2 0-16,-2 0 0 15,1-1 0-15,0 1 0 0,1 0 0 16,-2 0 0-16,3 0 0 15,1 0 0-15,-3 0 0 16,5 0-1-16,-2 0 1 16,2 0 0-16,-2-3 0 15,3 0 0-15,-3 0 0 0,1 2 0 16,-1-2 0-16,0 3 1 16,-1 0-1-16,1 0-1 15,0 0 2-15,2 3-1 16,1 0 0-16,-1-3 0 15,2 1 0-15,-2-1 0 0,0 0 0 16,0 0-1-16,-2-7 0 16,0 0-2-16,-3 0 5 15,3 0-1-15,-2 0 0 16,2 1-1-16,0 0 1 16,0 2-1-16,0 1 0 15,0 3 0-15,0 0-1 0,-2 0 2 16,0 0-1-16,0 0 0 15,-3 2 0-15,0 2 0 16,-2 0 0-16,3 3 0 16,-5-2 0-16,2 0 0 15,0 1 0-15,2-3 0 0,-1 0 1 16,1 1-1-16,2-3 0 16,-1 1 0-16,3-1 0 15,-1 1 2-15,4 0-2 16,-4 0 0-16,1 1 0 0,1-1 0 15,0 3-2-15,0-1 4 16,-2 0-2-16,4 2 0 16,0-2 0-16,-2-1 0 15,1 0 0-15,1 0 0 16,0-3 0-16,0 0 0 16,0 0 0-16,1 0 0 0,-1 0 0 15,0 0 0-15,2 4 0 16,-4-1 0-16,0 2 0 15,0 1 0-15,0 0 0 16,-4-2 0-16,2 2 0 16,0-2 1-16,0 0-1 0,0 0 0 15,-1-1 0-15,0 0-1 16,1 0 2-16,-4-3-1 16,2 0 0-16,0 0 0 15,0 0 2-15,1 0-2 0,0 0 0 16,-1-6 1-16,0 1 0 15,3-1 2-15,-1 0-1 16,-1-1 0-16,3 0-1 16,-4 1-1-16,1 1 1 15,-1 2-1-15,-1-1 0 16,2 2 2-16,-3-2-2 0,0 4 0 16,2-3 1-16,2 0-1 15,-3 0 0-15,2-1 1 16,1 0 0-16,0-2 0 15,-3 2 1-15,3-2 0 16,-1 1-1-16,-2-1 0 16,3 0 0-16,-2 1 0 0,-1 0-1 15,0 1 0-15,1-1 0 16,-4 0 2-16,2-1-2 16,-1-1 1-16,3-1-1 15,-4-2 2-15,4 3 2 0,2-2-1 16,-3-1-2-16,4 0 1 15,-1 1-1-15,2 1-1 16,0 1 0-16,-2 1 1 16,-3 1-1-16,3 2 0 15,-1 0 0-15,-4 2 0 16,2-1 0-16,-2 2 1 0,1-3-1 16,-2 1 0-16,2-1 0 15,-2 0 0-15,2-1 0 16,-1-2 1-16,1 0-1 15,-1-1 0-15,2 2 0 16,-2-2 1-16,0-1-1 0,0 1 0 16,-4 0 0-16,0-1 1 15,1-1 1-15,-1-1-1 16,-1-1 0-16,1-1 0 16,-2-2 0-16,3 3-1 15,0-1 2-15,0 0-2 16,-1 0 0-16,-1 3 0 0,-1 1 0 15,-1 0 0-15,0-1 1 16,-1 1-1-16,1-2 0 16,1-1 0-16,-3-1 0 15,2-1 0-15,3-1-3 16,-3 0 3-16,1 1-1 0,-1 0 2 16,-3 3-1-16,0 0 0 15,-1 2 0-15,-4-2-1 16,0 3 1-16,1-2 1 15,-4 0-1-15,0 0 2 0,0-2-1 16,-1-1 0-16,1-3 0 16,0 0-1-16,-2 0 0 15,0-4 0-15,0 4 0 16,0-2 0-16,-7-2-1 16,1 3 1-16,-3 0 0 0,-1 0-2 15,0-1-1-15,-2 0 2 16,-3 1 0-16,-2 2 2 15,0 1-2-15,-3-1 2 16,-3 1-2-16,0 3 1 16,0-1 1-16,-4-2 6 15,0 5-4-15,-2-1-4 0,0 3 3 16,-3 1-2-16,-1 2 0 16,-5 0 2-16,-2 2 2 15,-3 0-1-15,-5 1 1 16,-2 0-1-16,-2 0 2 0,-6 0 0 15,-4 0-3-15,-3 5-1 16,-8 0-1-16,-4 3 0 16,-9 2 0-16,-4 2-1 15,-3 2 1-15,-7 2-1 16,-4 2-14-16,-3-5-10 0,-9-6-22 16,-10-7-64-16</inkml:trace>
  <inkml:trace contextRef="#ctx0" brushRef="#br0" timeOffset="-115347.61">7542 3326 50 0,'-1'-2'16'0,"1"1"-3"0,-2-1-1 15,2 1-6-15,0 1-1 16,0 0-4-16,0-1-2 16,0 1 2-16,0 0 0 15,0 0 1-15,0 0-2 0,0 0 0 16,0 0-2-16,0 0 4 15,0 0-1-15,2 4-1 16,-1 0 1-16,2 3-1 16,2-2 0-16,-1 0 0 0,-2 1 1 15,4-2-1-15,-2 1 0 16,0-3 0-16,1 0 1 16,-1-2-1-16,0 0 2 15,-1 0 6-15,4-3 13 16,-2-7-5-16,3-1-5 0,0-4-3 15,3-3 0-15,1-2-3 16,4-3 1-16,-1-5-1 16,4 0-1-16,0-4-2 15,2-2 0-15,1-2-1 16,0-2-1-16,-2 3 1 16,1 1-1-16,-4 4 0 0,-1 6-1 15,-5 4-8-15,-1 6-26 16,-6 11 4-16,-4 3-9 15</inkml:trace>
  <inkml:trace contextRef="#ctx0" brushRef="#br0" timeOffset="-115083.98">7613 3266 154 0,'0'0'4'0,"0"0"-2"0,14-61 8 15,7 27-4-15,12-9-3 16,9-8-2-16,12-10 1 15,8-11-17-15,1-9-64 16</inkml:trace>
  <inkml:trace contextRef="#ctx0" brushRef="#br0" timeOffset="-112598.49">7103 9444 134 0,'0'0'11'0,"0"0"-6"0,0 0 0 0,0 0-2 15,0 0 5-15,0 0 5 0,0 0-2 16,0 0-8-16,0 0-1 16,0 0-4-16,0 0-9 15,0 0-5-15,0 0-8 16,-4 44-12-16,9-29-22 15</inkml:trace>
  <inkml:trace contextRef="#ctx0" brushRef="#br0" timeOffset="-112356.44">8033 9869 59 0,'0'0'-13'15,"0"0"14"-15,0 0-3 16,0 0-43-16</inkml:trace>
  <inkml:trace contextRef="#ctx0" brushRef="#br0" timeOffset="-112199.37">8145 9978 121 0,'0'0'9'0,"0"0"-7"15,0 0-6-15,0 0-17 16,0 0-41-16</inkml:trace>
  <inkml:trace contextRef="#ctx0" brushRef="#br0" timeOffset="-109175.45">5335 2959 33 0,'0'-4'7'0,"0"0"1"0,-2 1 2 16,0-1-5-16,0-2-2 15,1 2 0-15,-1-2-2 0,-2 2 0 16,0-1 2-16,0 0 2 16,1 1 0-16,-2 1-1 15,3 0 0-15,-2 0 0 16,3 0-1-16,-1 3 5 15,2-4-2-15,-2 4-3 0,2 0 2 16,0 0-3-16,0 0-4 16,0 0 2-16,4 0-1 15,1 0 1-15,2 0 0 16,2 4 0-16,-1 1 0 16,1 2 0-16,1 1 0 0,-2 2-1 15,-1 3-1-15,0 1 2 16,2 0-1-16,-2 2 1 15,1 1-1-15,-1 0 1 16,3 2 0-16,0-1 0 16,-1 1 1-16,0 0-2 15,0 1 1-15,0 1 0 0,0-1 1 16,-2 0-1-16,0-1 0 16,3-1 0-16,-2-2 0 15,2-1 0-15,1 1 0 16,1 0 1-16,-1-3-2 15,2 1 2-15,1 0-1 0,-1 0 0 16,3 0 0-16,-3 2 0 16,3-2 0-16,-3 3 0 15,3 0 0-15,-3 0 0 16,1 2 0-16,-1-1 0 0,0 0 0 16,1 1 0-16,-3-1 0 15,1 1 2-15,-3-1-4 16,1 1 4-16,0-1-4 15,-4 2 4-15,3 0-2 16,-3 0-2-16,4 3 4 0,-3-1-2 16,3 1 0-16,-1 0 0 15,3 1 0-15,-3-1 0 16,4-1 0-16,0 1 0 16,1 0 0-16,0-1 0 15,1 0 0-15,1 4 0 16,-1 2 0-16,-1-1 0 0,-1 5 0 15,-2 4 0-15,-2 4 0 16,0 1 0-16,-1-1 0 16,2 0 0-16,-1-5 1 15,-1-1-1-15,2-3 0 16,1-6 0-16,0 0 0 0,-1-2 0 16,0 2 0-16,-1 1 1 15,2 3-1-15,-2 3-1 16,-2 2 2-16,1 3-1 15,0 3 0-15,-2 1-1 16,-4-1 2-16,3 2-1 0,-3-2-1 16,0 0 2-16,0-2-1 15,-1-4 0-15,0-2 0 16,-1-3 1-16,0 0-1 16,0-2 0-16,0-1 0 15,-2-1 0-15,-4 1 0 16,-1 0 1-16,-1-3-2 0,-4 4 2 15,3-3-1-15,-3 2 1 16,-2-1-1-16,1 0 0 16,-2-1 1-16,-2-1-1 15,1-1 1-15,-1-2 1 16,-1 0 0-16,1 0 3 0,0-2-1 16,-3 0-2-16,0 0-1 15,-2-1-1-15,1 1 0 16,-4 0 2-16,2-1-1 15,0-1-1-15,-2 1 1 0,0-1 2 16,-2 0 1-16,3-2 1 16,-2 0 0-16,3-3-3 15,-2-2 0-15,0-2 1 16,-1-1-2-16,-1-5 0 16,-4-1-1-16,-3 0 2 15,-2-11-1-15,0-3 0 0,-1-5-1 16,-3-4 1-16,-1-6-1 15,1-1-2-15,-2-5 2 16,-5-4-2-16,2-5 1 16,-2-4 1-16,0-5 1 15,0-5 1-15,5-5 6 0,-1-6 5 16,3-11-4-16,4-2 0 16,-1-10-1-16,5-9-3 15,1-4 2-15,4-2-5 16,4 0 0-16,3-2 0 0,5 4-1 15,6 2-1-15,7 0 1 16,2 3-2-16,11 4-1 16,7 1-28-16,4-1-55 15</inkml:trace>
  <inkml:trace contextRef="#ctx0" brushRef="#br0" timeOffset="-107441.65">7441 8003 88 0,'-6'-13'6'0,"0"0"8"0,2 1-6 0,2-2-3 0,2-1-4 15,0-1-1-15,0 2-3 16,0 0-20-16,2-2-33 16</inkml:trace>
  <inkml:trace contextRef="#ctx0" brushRef="#br0" timeOffset="-106494.01">8733 5428 76 0,'0'0'-2'0,"0"0"11"0,0 0 18 0,0 0-10 0,-41-23-4 15,32 23-2-15,1 0-1 16,3 0 0-16,0 6-4 15,1 4-4-15,2 1-3 16,2 6 3-16,0 4 0 0,0-2-1 16,9 1-1-16,0-3 1 15,4-4 1-15,-1-2-1 16,3-7 0-16,-1-4 4 16,1 0-5-16,1-4 2 15,-1-6 5-15,1-5-4 0,-3-1 2 16,-4-4-2-16,-2-3 0 15,-5-1 2-15,-2-1 0 16,0-1 0-16,-7-2-1 16,-4 2-2-16,-2 4 0 15,-1 4-3-15,1 5-2 16,-1 8-1-16,1 5-1 0,2 8-13 16,0 16-24-16,2 5 6 15,0 5-19-15</inkml:trace>
  <inkml:trace contextRef="#ctx0" brushRef="#br0" timeOffset="-106011.51">9117 5617 90 0,'0'0'11'0,"0"0"8"0,0 0-12 15,0 0-1-15,0 0-5 0,-33 42 0 16,33-28 0-16,0-1 0 16,6 3 0-16,2-5 2 15,4-1-2-15,-1-3 1 16,5-3-2-16,-3-4 0 16,3 0 5-16,-2-6 5 0,4-9 2 15,-1-3-1-15,-1-6-6 16,-1-2 0-16,-3-1 2 15,-7-1-1-15,-1 1 4 16,-4-2-1-16,-2 5-2 16,-7 0-2-16,-5 8-2 15,-1 5-3-15,-4 6-1 0,4 5-11 16,-5 12-13-16,1 8-25 16,2 7-10-16</inkml:trace>
  <inkml:trace contextRef="#ctx0" brushRef="#br0" timeOffset="-105470.7">9544 5929 128 0,'0'0'-11'0,"0"0"22"0,0 0-4 0,0 0-7 16,0 0 0-16,-33 43-1 15,32-22 2-15,1 0 4 16,0-1-3-16,7-7 0 0,3 0 0 16,4-8 0-16,2-3-1 15,0-2 2-15,2-3 5 16,0-11-1-16,4 0 1 15,-5-5-4-15,4-2 0 16,-3 0-1-16,-3 1-1 0,-3 1 0 16,-7-1 3-16,-1 3 2 15,-4 3 4-15,0 0-6 16,-7 1-1-16,-7 4-3 16,-1 4-6-16,-3 5-11 15,1 0-4-15,-1 8 1 0,3 8 3 16,2 4 3-16,2 1-19 15</inkml:trace>
  <inkml:trace contextRef="#ctx0" brushRef="#br0" timeOffset="-105057.13">9882 6128 104 0,'0'0'5'0,"0"0"-2"0,0 0 5 0,2 38-2 0,4-25-2 16,-2 3-1-16,4-1 0 15,-1-2 0-15,1-2 3 16,4-4-3-16,-4-2 1 16,5-5 5-16,-1 0 9 15,-1-5 7-15,2-7-4 0,1-4-7 16,-3-2-4-16,-2-5-4 16,-2 0 0-16,-5-1 0 15,-2-1 2-15,-2-1 2 16,-10 1-2-16,-3 0-4 15,-4 3-2-15,0 3-3 16,-5 6-4-16,3 6-21 0,-2 7-27 16,0 0-20-16</inkml:trace>
  <inkml:trace contextRef="#ctx0" brushRef="#br0" timeOffset="-104522.19">9884 4716 89 0,'0'0'10'0,"0"0"12"0,0 0-3 0,-45-11-5 16,32 11-6-16,2 4-7 0,2 7 6 15,-3 4-10-15,5 6 3 16,3 2-1-16,0 4 1 15,4 3 2-15,0 1 0 16,6-1-1-16,3-2-1 0,5-1 3 16,3-6-3-16,0-1 1 15,2-3-1-15,3-2 0 16,1-4 3-16,-5-4-2 16,4 0 2-16,-3-1-2 15,-2-2-2-15,-1 0 2 16,-5-1 0-16,-2 0-1 0,-2 1 1 15,-3-1-1-15,-4 1-1 16,0 2-3-16,-10 2 10 16,-3 1 0-16,-1 1-3 15,-3 1-5-15,2-2-17 16,1-8-13-16,3-1-8 0</inkml:trace>
  <inkml:trace contextRef="#ctx0" brushRef="#br0" timeOffset="-103498.5">10013 4874 158 0,'0'0'-39'0,"0"0"40"16,0 0-1-16,0 0-1 16,0 0-4-16,0 0 3 15,14 47 5-15,-10-31 1 0,1-1 3 16,3-5-5-16,2-4 0 15,0-2 1-15,2-4 4 16,2 0 0-16,-1-8 6 16,3-4-2-16,-3-4-3 15,1-2-2-15,-4 2-4 0,-3-1 0 16,-5-1 0-16,-2 4-1 16,0 2 3-16,-9 2-4 15,-4 5-3-15,-1 3 1 16,-1 2 1-16,-1 0 3 15,1 7-4-15,1 1 4 0,5-2-3 16,3-1 3-16,-1-3-2 16,6-2-1-16,1-4-11 15,0-12 5-15,0-2 0 16,1-3 1-16,2-2-3 16,3-5 3-16,-2-1 2 15,-2 1 0-15,3-1-9 0,-1 4-4 16,1 2 4-16,2 5 13 15,-3 5 2-15,3 3 2 16,-1 7 3-16,1 3-1 16,1 0-4-16,4 9 0 15,-1 8 6-15,5 7 0 0,-1 4-2 16,2 5 0-16,3 2-2 16,-1 0-2-16,2-3 1 15,-2-3 0-15,-2-4-1 16,0-3 1-16,-1-4 1 0,-3-4 1 15,1-4 2-15,-4 0-1 16,1-4 2-16,-1-3-1 16,-5 0-3-16,-1-2-2 15,0-1 1-15,-4 0-1 16,0 0 4-16,0 0 15 16,-8-6-18-16,-1-4-1 0,-7 0-3 15,1-1-2-15,-1-2-6 16,3 2 4-16,-1-2 4 15,5 0 1-15,3 2 1 16,5-3-1-16,1-3-3 16,0-2 3-16,9-4 0 0,5-4 0 15,1-6 0-15,3 1 0 16,-2-5 0-16,-1 3 0 16,-3 0 0-16,-2 3 1 15,-6 4-2-15,-4 4-2 16,0 3 2-16,-1 6 1 0,-10 4-2 15,0 3-1-15,-1 3-3 16,1 2 3-16,0 2 3 16,0 0-3-16,2 0 1 15,0 4-8-15,2 1 4 16,1-1 4-16,3 0-2 16,3 1 6-16,0-2-3 0,0 2 0 15,0 1 1-15,0-1 0 16,5 1 0-16,2 1-2 15,0 0 2-15,3 2-1 16,-1-2 2-16,1 1 0 0,0 1-1 16,-1-1 0-16,0 1 1 15,0 0-1-15,-5 1 0 16,1 2 0-16,-3 1 0 16,-2 1-2-16,0 2-30 15,-8-3-27-15</inkml:trace>
  <inkml:trace contextRef="#ctx0" brushRef="#br0" timeOffset="-103306.35">10254 4672 138 0,'3'-4'9'0,"5"-9"3"0,6-5 1 16,2-2 0-16,6-3-9 15,1-2-2-15,3-1-1 16,0 2-1-16,-1-2-9 0,-4 6-44 16,-3-1-39-16</inkml:trace>
  <inkml:trace contextRef="#ctx0" brushRef="#br0" timeOffset="-102444.94">10485 4411 97 0,'0'0'19'15,"0"0"-19"-15,0 0 0 16,0 0 1-16,0 0 1 16,17 41 0-16,-8-32 1 15,1-1 1-15,-3 2 0 0,3-4 0 16,2-1-1-16,-5 0 0 16,1-3 0-16,-2 0-1 15,0-2 2-15,-2 0 5 16,-2 0-1-16,-2 0 7 15,0-6 11-15,0-2-17 0,0-2-4 16,-2-2-4-16,-2-2 0 16,-1 0 0-16,2 1-1 15,3 0-1-15,0 2 1 16,0 1 0-16,0 4-1 16,10 2 0-16,-4 3 0 0,5-1 0 15,1 2-2-15,-1 0 1 16,2 0-1-16,-1 3 2 15,-3 0 1-15,3 1 0 16,-4 2 0-16,-2-4 0 16,-1 0-1-16,-1-1 1 0,-2 1-2 15,-2-2 4-15,0 0 4 16,0 0 3-16,0-3-3 16,0-5-1-16,0-2-5 15,0-3 1-15,0 1-1 16,0 1-1-16,4 4 0 0,4 0 1 15,-1 4-4-15,3 3 1 16,-1 0 2-16,5 0 0 16,-1 0 1-16,1 0 0 15,-3 0 1-15,2 0-1 16,-1 0 1-16,-1-1 1 0,2-8-2 16,-2-2 1-16,-2-1-1 15,2-2 2-15,-2-3-1 16,-2 0-1-16,-1 0 1 15,-3 4 0-15,-3 2-1 16,0 4 1-16,0 4 0 0,0 3-1 16,-7 0 2-16,1 6-4 15,3 4-1-15,-1 3 5 16,4-2-2-16,0 2 1 16,0-6 0-16,0-2-2 15,7-3-2-15,3-2 6 0,4 0 1 16,-1-4-3-16,3-8 2 15,0-2-1-15,4-3-1 16,0 0 0-16,-4-3 0 16,2 0-1-16,-3 2 1 15,-4-2-1-15,-2 3 1 16,-2 1-1-16,-3 6 1 0,-2 0 0 16,-1 6-2-16,-1 1 3 15,0 2-3-15,0 1 1 16,1 0-15-16,3 1-13 15,0 6 4-15,0 2-6 16,1-1-5-16,1-2-36 0</inkml:trace>
  <inkml:trace contextRef="#ctx0" brushRef="#br0" timeOffset="-101605.04">11236 3971 46 0,'0'0'2'0,"0"0"7"0,18-42 10 16,-16 31-6-16,1 1-3 16,-3 0-3-16,1 0 3 15,-1-1-1-15,0-2 3 16,0 2-2-16,-2-3 4 0,-7-1 0 16,-4 4-9-16,-8-2-5 15,-4 2 3-15,-6 1-7 16,-8 0-10-16,-4 3-4 15,-10-2 12-15,1 2 4 0,-5-3 0 16,-4-1 2-16,-4 0 1 16,2-1 6-16,-4 1-3 15,0-1-1-15,-2 4 3 16,-3 4 3-16,5 4-1 16,0 0-3-16,-2 1 11 0,0 10-14 15,1 6 2-15,3 5-3 16,1 5 2-16,3 5 2 15,1 7 0-15,1 6-6 16,2 5 1-16,1 7-2 16,0 7 3-16,1 6-3 0,3 2 6 15,5 3-10-15,5 3 11 16,6 0-5-16,10 1 1 16,3 0 0-16,9-1 0 15,7 3 0-15,5 0 1 16,2-3 0-16,9-4-1 0,11-2 0 15,5-6-1-15,7-5 0 16,9-6 0-16,9-4 0 16,6-4 0-16,5-4 0 15,8-5 1-15,6-5 4 16,8-7-1-16,0-6-4 0,4-5 3 16,7-7 1-16,0-2-1 15,0-6 1-15,2 0-14 16,4-14 23-16,0-6-11 15,4-13-2-15,-1-5 3 16,3-8 1-16,-4-5-1 16,-5-3-2-16,-4-2 1 0,-4-4-1 15,-7-4 0-15,-8-3 0 16,-9-4-1-16,-7-4 1 16,-12-6 0-16,-7-3-1 15,-15 2 2-15,-10 0-2 16,-12-1 1-16,-2 1 0 0,-20 3 1 15,-12 3 5-15,-11 2 5 16,-11 0 1-16,-9 5-2 16,-6 0-2-16,-12 1-6 15,-4 4 2-15,-9 6 1 16,-6 7-6-16,-14 14-2 0,-9 11 1 16,-16 22-1-16,-17 14-5 15,-25 40-23-15,-25 25-33 16,-31 27-115-16</inkml:trace>
  <inkml:trace contextRef="#ctx0" brushRef="#br0" timeOffset="-12454.84">7227 8700 33 0,'0'-1'42'0,"0"-1"-11"0,0 2-5 15,0 0-10-15,0 0-3 16,0 0-8-16,0 0-4 16,1 0-1-16,2 3 0 0,-1 4 3 15,2 3-2-15,0 4 2 16,6 2 0-16,-1 2 3 15,2 1 1-15,5 1 1 16,-1 0-6-16,3 1 1 16,-1-1 2-16,2 1-1 15,-1-3 1-15,-1 0 0 0,-3 0 0 16,0-4-3-16,-2-1 0 16,0 0-1-16,-3-3 1 15,-1-2-1-15,0 1-1 16,-2-2 0-16,-1 0-3 0,1-3-17 15,-4-4-44-15,3 0-18 16</inkml:trace>
  <inkml:trace contextRef="#ctx0" brushRef="#br0" timeOffset="-12268.57">7456 8761 163 0,'0'0'2'15,"0"0"15"-15,-40 3-3 16,22 15-12-16,-1 11-1 0,-4 11-1 16,0 8 2-16,-2 6 0 15,2 4-2-15,4 3 0 16,1-4-5-16,3-5-82 16</inkml:trace>
  <inkml:trace contextRef="#ctx0" brushRef="#br0" timeOffset="-8320.85">6576 9240 73 0,'0'0'11'0,"0"0"17"0,0 0-12 16,0 0-2-16,0 0-2 16,0 0-6-16,0 0-8 15,0 0 4-15,0 0 0 16,0 0-2-16,0 0 8 16,40-9-2-16,-20 4-2 0,2 0-2 15,3 2 0-15,0-1-1 16,2 1-1-16,2 2 1 15,0-3-1-15,4 1 1 16,-2 0-1-16,3 0 3 16,4 0 2-16,-3-1-2 0,4 1-3 15,-3-1 3-15,-1 0-2 16,1 0 0-16,-2 0 0 16,3 0-1-16,-3 0 1 15,4 1 0-15,0-2 1 16,0 2-1-16,-2 0-1 0,1 0 1 15,-2 2 0-15,-2-1 0 16,-2-1 0-16,-3 2 0 16,2-1 1-16,2-2-1 15,-1 0 1-15,0 0 0 16,5-3-1-16,-2 1-1 0,3 0 2 16,-5 1-1-16,3 2-1 15,-2 0 0-15,-1 3 1 16,-1 0-1-16,0 0 1 15,-2 0-1-15,5 0-1 16,-3 0 2-16,2 0-1 0,2 0 0 16,-1 0 0-16,3 3 1 15,-1-2 0-15,4 1-1 16,-1-2 0-16,3 0 0 16,3 0 0-16,-1 0 2 15,1 0-2-15,4 2 0 0,-5 1 0 16,1 1 0-16,0 2 0 15,2 0 0-15,-2 1 0 16,6-3 0-16,-3 0 0 16,2-3 0-16,0-1 1 15,-2 0-1-15,0 0 2 0,0 0 2 16,0 0-1-16,1-1-3 16,0 0 6-16,3 1-4 15,-1 0-1-15,2 0 0 16,1 0 0-16,0 4 0 15,4 1-1-15,-3 2 1 0,0-2-1 16,0 0 0-16,1-1 1 16,-4 0-2-16,-1-2 1 15,0 0 1-15,1-2-1 16,-1 1 0-16,-3 0 0 16,2 0 0-16,0 1 0 15,-1 1 0-15,-2 1 0 0,0 0 1 16,-2 0-1-16,-3 1 0 15,1-1 0-15,-4 0 0 16,0-1 1-16,1 1 1 16,-4 0 1-16,1-1-1 15,1 0-2-15,1 0 1 0,-4 1 0 16,-1 0-1-16,-4-1 1 16,-1 1-1-16,-3 1 0 15,-4-1 1-15,0 3-1 16,1-1 1-16,-3 0-1 15,2-1 0-15,-3 2 0 0,0 0 0 16,0-1 0-16,-6 1 0 16,0-1 0-16,-2 1 0 15,-2 2 1-15,1-1 0 16,0 2 2-16,-1 1-3 0,3 2 1 16,-2 1 1-16,1 3-1 15,-1-1-2-15,-3 4 2 16,1 1-1-16,-2 0 0 15,2 2 5-15,-3 1-4 16,1-1-1-16,-2 3 0 16,1-3 0-16,0 1 0 0,-3 0-1 15,0-3 2-15,-2 2-3 16,0-2 3-16,0 0-1 16,-2 2 1-16,-5-2 0 15,0 1 0-15,-2-1-2 16,-1 0 1-16,0 0 1 0,-3 0-2 15,-1-2 2-15,-5-1 1 16,0 0-4-16,-5-3 4 16,0 1-4-16,-5-2 4 15,2 0-2-15,-2-1 1 16,-1-3-1-16,-1-1 1 16,0-2-1-16,-2-3 0 0,3 0 1 15,-5-3 1-15,3 1-1 16,-4-2 0-16,-2 0-1 15,0 0 0-15,-4 0-1 16,-3-2 0-16,-4 0 1 16,-4-1 0-16,-3 3 0 0,-3 0 2 15,1 0 1-15,-2 0-2 16,1 0 1-16,-1 0-2 16,0 3 0-16,3 1 0 15,-2 0 1-15,-1-1-2 0,0 1 1 16,-1-1 0-16,-1-1 0 15,1 1 0-15,-2-3 0 16,1 0-2-16,-3 0 2 16,1 0 2-16,0 0-2 15,-1 0 1-15,-2 0 4 0,-2 0 1 16,0 0 3-16,-5 0-1 16,2 0-3-16,0 0-1 15,-1 1-2-15,2 6 1 16,0-1-3-16,-1 1 1 15,3-1-2-15,4-1 1 16,0-2 0-16,1 0 0 0,3-3 0 16,3 0 0-16,-2 0-2 15,3-3 0-15,-1-3-3 16,2 1 1-16,-1-1-1 16,-4 0 4-16,1-1 1 0,-2 2 0 15,1 0 0-15,-3 1 0 16,5 1 0-16,1 3 0 15,2 0 0-15,2 0 0 16,6 0 0-16,5 0 0 16,2 3 0-16,2 0-1 15,2 0 1-15,-1-3-2 0,-2 0 1 16,0 0 1-16,-1 0 1 16,1-2 0-16,-1-3-1 15,2 0 0-15,3-1 0 16,0 0 0-16,5-3 1 15,-4-1-1-15,5-1 1 0,1-3 0 16,-2 0-1-16,2-1 0 16,-2-2 0-16,4-1 0 15,0-2 1-15,0-3-3 16,3 1 4-16,2-3-2 16,3 0-1-16,4-2 0 0,-1 0-1 15,1-2 1-15,1 2-1 16,1 0 3-16,-1 2 0 15,3-2-1-15,0 4-1 16,2-1 0-16,4 0 0 16,3-2 2-16,2 1 0 15,0-1-2-15,0 3 2 0,0 2-1 16,6 1 0-16,2 3 0 16,-2 3 0-16,3 0-1 15,3-1 0-15,-1 3 1 16,2-1 0-16,3 0 0 15,1 2 1-15,4 0-1 0,3 2 0 16,3-1 0-16,2 0 0 16,3 3-1-16,3-3 1 15,3 4 0-15,0-3 0 16,5 1 0-16,-3 0 0 0,2-1 0 16,3-1 0-16,0 2-1 15,6-2 2-15,1-2-1 16,1 0 0-16,1 0 0 15,4-2 0-15,0 1 0 16,1 2 0-16,1 1 0 16,0 0 0-16,-2 3 0 0,-1 1 0 15,4 2 0-15,-3 0 0 16,3 1 0-16,3 0 0 16,4-1 0-16,-1 0 0 15,2-1 0-15,2 0 0 16,2 0 0-16,-3-2 0 0,2 3 0 15,2 0 0-15,-4 2 0 16,-1 1 0-16,0 1 0 16,1 0 0-16,-1 0 0 15,-2 1 0-15,1 2 0 16,0-3 0-16,-1 0 0 0,2 0 0 16,0 0 1-16,-2 0-2 15,3-1 2-15,-3-3-2 16,2-1 1-16,0 2 0 15,-2-1 1-15,3 0-1 16,-3 1 0-16,-3 1 0 0,1-2 0 16,-4 4 0-16,1 0 0 15,-4 0 0-15,1 0 0 16,1 0 0-16,-2 6 0 16,-1 3 0-16,0-1-1 15,-1 2 1-15,-2 1-3 0,-1-1-1 16,-6 0 2-16,-2-1 0 15,-3-2 2-15,-4-3-1 16,-2 1-1-16,0 0 1 16,-2-1-1-16,1 2 4 15,-4 1-1-15,-1 2 0 0,-1 2-1 16,-3 2 1-16,-2 1-1 16,-3 2 1-16,-1 2 0 15,-2 1-1-15,0 2 0 16,-3-1 0-16,-1 5 0 15,-1-2 1-15,1 1-2 0,-4 2 1 16,1 2 0-16,1-1 0 16,-3 4 2-16,2 0-4 15,-4-1 2-15,0 0 1 16,-5 0-1-16,-2 0-1 16,0 1 0-16,-2 0 1 0,-7 1 0 15,-3 2-2-15,-3-2 0 16,-1 1 0-16,-3-2 1 15,0-4-1-15,-6 0 1 16,-2-2 1-16,-3 0-1 16,-4-4 2-16,-2 2 0 0,-6-2 1 15,-3-2-1-15,-3-1 1 16,-4-1 0-16,-7-1 3 16,-7-3 0-16,-8-2-2 15,-9 2-1-15,-8-5 0 16,-3-1-1-16,0 1-1 15,0-3 2-15,2 2-1 0,3 0 2 16,6 5-3-16,5 1 0 16,-1 2 0-16,4 6-10 15,-4 1 0-15,0 1 2 16,0-3-1-16,-6-2 5 0,-1-4 3 16,0-4 2-1,-3-5 2-15,1-1 2 0,-1-2 1 16,4-1-2-16,7-1-3 15,1 0 1-15,2 0-2 16,1 0 0-16,0 0-1 16,-2 0-2-16,-2 0 0 0,-1 0 2 15,-5-1 1-15,3-3 1 16,-2-3 5-16,1 0 1 16,-1-3-3-16,0 0-2 15,3 0 0-15,2 0-2 16,4 0 0-16,4-4 1 0,4 1-1 15,7-1 5-15,4 0-5 16,3-3 1-16,3 0-1 16,6-2 1-16,4 0 0 15,0 0 0-15,1-1-1 16,5 0 0-16,-1 0 0 0,3 0 0 16,4 3 2-16,3-1-3 15,6 1 1-15,2 3-1 16,5 1-2-16,7 0-6 15,4-1-3-15,2-3-15 16,11-2-51-16,7-9-91 16</inkml:trace>
  <inkml:trace contextRef="#ctx0" brushRef="#br0" timeOffset="-7245.03">9863 9613 0 0,'0'2'129'0,"0"-2"-116"0,0 0 4 16,0 0-2-16,0 0-7 15,0 0-7-15,0 1 1 16,0-1-1-16,0 2 1 15,2-1-2-15,1 2 1 16,-2 1-1-16,1 2 2 16,2-1-1-16,-2 0 0 0,0 0 1 15,0 1-2-15,2-2 1 16,1-1 1-16,-1-3 0 16,4 0 9-16,-1 0 3 15,3 0 3-15,4-7-2 16,1-6-1-16,2-2-5 0,4-2-5 15,2-6 1-15,1-4-4 16,3-3 2-16,0-1-2 16,0 1 0-16,-3 0-1 15,1 3 0-15,-3 7-1 16,-1 6-3-16,-6 5-11 0,-2 5-18 16,-5 4-24-16,-4 0-11 15,-4 4-29-15</inkml:trace>
  <inkml:trace contextRef="#ctx0" brushRef="#br0" timeOffset="-6974.56">10013 9611 112 0,'0'0'13'0,"0"0"-3"0,0 0 20 0,0 0 23 0,0 0-17 16,0 0-19-16,48-43-6 16,-33 27-3-16,3-4-5 15,2 2-2-15,-1-3-1 16,2-1-14-16,-4-3-70 15</inkml:trace>
  <inkml:trace contextRef="#ctx0" brushRef="#br0" timeOffset="-6099.52">2219 3753 242 0,'0'0'-25'0,"0"0"35"0,-35-12-2 0,28 10-7 16,1 2-1-16,4 0-7 16,2 0-11-16,0 0 5 15,0 0 10-15,0 0-32 16,4 0-2-16,0 3-24 15</inkml:trace>
  <inkml:trace contextRef="#ctx0" brushRef="#br0" timeOffset="-5764.38">2155 3995 212 0,'0'0'-6'16,"0"0"14"-16,0 0 6 15,0 0-8-15,0 0-3 0,0 0 1 16,0 0-1-16,0 0 0 16,-23 45-3-16,31-36 1 15,2-1-1-15,1 1 0 16,3-2-3-16,1-7-5 15,2 0-7-15,2-17 1 0,6-12 15 16,4-16-1-16,6-17 7 16,13-17 5-16,8-17 0 15,13-18-2-15,18-12-8 16,16-16 5-16,9-13-2 16,3-10-63-16</inkml:trace>
  <inkml:trace contextRef="#ctx0" brushRef="#br0" timeOffset="-4116.48">8550 9610 99 0,'0'-4'18'0,"-3"1"7"0,-1 1 11 0,-3 0-14 0,4-1-8 15,1 2-2-15,0 0-3 16,2 1-4-16,0 0-4 16,0 0-13-16,6 0-19 15,2 0-5-15,-1-4-19 0</inkml:trace>
  <inkml:trace contextRef="#ctx0" brushRef="#br0" timeOffset="-1894.28">8756 5163 29 0,'-3'3'4'0,"0"-1"-3"0,-1 0 1 15,2-1 3-15,0-1 7 16,0 0 4-16,1 0 4 16,1 0 0-16,-2 0-3 15,2 0-1-15,-2 0-8 0,2 1-8 16,0 1 0-16,0-1-1 16,0 3 2-16,0-1-1 15,0-3-1-15,0 0 1 16,2 0-1-16,4 0 6 15,3-6 19-15,5-6-5 16,1-4-7-16,6-5-4 0,3-6-2 16,8-6-2-16,-1-3-2 15,5-2-1-15,1-3-4 16,-1-2-55-16,-4 5-47 16</inkml:trace>
  <inkml:trace contextRef="#ctx0" brushRef="#br0" timeOffset="-1041.14">9273 5476 41 0,'0'0'7'0,"0"0"-2"0,0 0 1 16,0 0-1-16,0 0 2 0,0 0-2 16,0 0 0-16,0 0 4 15,0 0 3-15,0 0 24 16,0 0-2-16,0 0-16 15,43-27 0-15,-23 3-8 0,7-6-4 16,4 0-3-16,3-4-3 16,6 0-6-16,-6 0-52 15,1 1-47-15</inkml:trace>
  <inkml:trace contextRef="#ctx0" brushRef="#br0" timeOffset="-551.3">9796 5841 136 0,'0'0'6'0,"0"0"25"0,0 0-12 15,0 0-3-15,0 0-5 16,7-50 1-16,0 36-1 0,-1-3-4 15,4-2-4-15,4-2-2 16,3 3-1-16,7-5-3 16,-1-1-36-16,2 3-48 15</inkml:trace>
  <inkml:trace contextRef="#ctx0" brushRef="#br0" timeOffset="-187.95">10142 6021 145 0,'0'0'0'0,"0"0"-5"0,0 0 6 16,0 0-1-16,0 0 1 15,50-41 1-15,-30 24 2 16,0 0 1-16,3-3 1 15,1 3-3-15,1-1-2 16,-1 1-1-16,-4 1-8 0,-3 3-66 16</inkml:trace>
  <inkml:trace contextRef="#ctx0" brushRef="#br0" timeOffset="839.39">10173 5131 66 0,'0'0'21'0,"0"0"-5"0,0 0-11 16,0 0-4-16,0 0-2 0,0 0 2 15,0 0-1-15,0 0 1 16,0 0-1-16,0 0 0 16,0 0 1-16,0 0 7 15,-3 0 2-15,3 0 0 16,0 0-8-16,9 0 16 16,-2-6-12-16,6 2-4 0,3-6 1 15,1 1-2-15,4-2-1 16,3-3 0-16,1-6 1 15,1 0 0-15,3-3 0 16,2-2 3-16,-2-2 1 16,1-1 0-16,5-1-2 0,-2-2-3 15,2 1 1-15,2 0 0 16,2 2 1-16,0-1-1 16,0 2 1-16,-4 2-1 15,-1-1 1-15,-5 2 1 16,-4 1 2-16,-5 5-1 15,-2 1-3-15,-5 1-1 0,1 6 0 16,-7 3 0-16,-1 4-3 16,-4 3-20-16,-2 0-35 15,-2 8 17-15,-13 5-29 16</inkml:trace>
  <inkml:trace contextRef="#ctx0" brushRef="#br0" timeOffset="1265.84">10244 5159 59 0,'0'0'3'0,"0"0"1"0,0 0 3 0,48-22 3 16,-25 9 3-16,4-3 0 15,4-2 4-15,4-5 1 16,4-1-4-16,2 1 1 16,1-1-9-16,0 1-3 15,-1 6-3-15,-2 3-6 0,-5 4-42 16</inkml:trace>
  <inkml:trace contextRef="#ctx0" brushRef="#br0" timeOffset="1742.43">8831 5543 123 0,'0'0'-10'0,"0"0"14"0,0 0 3 15,0 0-2-15,0 0-4 16,0 0-3-16,0 0-2 0,0 0-7 16,0 0-15-16</inkml:trace>
  <inkml:trace contextRef="#ctx0" brushRef="#br0" timeOffset="2476.14">9964 6165 34 0,'0'0'7'0,"0"0"9"0,0 0 6 16,0 0-2-16,0 0-5 15,0 0 5-15,0 0-6 0,0 0-5 16,0 0-7-16,0 0-1 16,2 0-2-16,-1 0-5 15,0 0-2-15,0 0 7 16,1 0-1-16,-2 0 4 15,0 0-2-15,0 0 1 16,0 0 1-16,0 0 2 0,2 0-3 16,-2-2-1-16,2 1 1 15,0 0-1-15,-2 1 0 16,1-2 0-16,-1 2-1 16,2 0 1-16,0 0-2 15,0 0 1-15,2 0-1 0,-1 0-1 16,-2 0-1-16,2 0 4 15,0-1-1-15,-1-2 1 16,0 3 0-16,0 0 0 16,1-1 0-16,1 1 0 15,-2-1-1-15,2 0-20 0,-3 1-8 16,4 0-18-16</inkml:trace>
  <inkml:trace contextRef="#ctx0" brushRef="#br0" timeOffset="2796.41">10049 6138 6 0,'0'0'7'0,"0"0"18"0,0 0-2 0,0 0-2 15,0 0 0-15,0 0-1 16,0 0-5-16,0 0-2 15,0 0-1-15,1-10-9 16,-1 10-4-16,0 0-4 16,4 0 0-16,-4 0-1 0,2 0 3 15,-2 0 3-15,0 0 0 16,2 0 1-16,-2 0 2 16,0 0 7-16,0 0-5 15,0 0-3-15,0 0-2 16,0 0 1-16,2 0-2 15,-2 0-11-15,0 0-18 0,0-1-37 16</inkml:trace>
  <inkml:trace contextRef="#ctx0" brushRef="#br0" timeOffset="6010.31">10782 4012 90 0,'0'0'4'0,"-4"-46"10"0,-1 25 10 15,-5-2-2-15,-1 2 2 16,1 0-10-16,-6 1 13 0,1 1-14 16,-3 1 0-16,2 2-6 15,-5 2-5-15,1 3-2 16,1 1 1-16,-2 1-1 16,-1 1 1-16,2-1 0 15,-3 4-1-15,1-1-2 16,0 1 1-16,-4 3 2 0,-4-1-2 15,-1 3 0-15,-6 0 1 16,-4 0-2-16,-1 1 3 16,1 5-1-16,-4 1 0 15,1-1 0-15,-1 1 0 0,1 1 1 16,-2 1-1-16,4 6 0 16,-2 1-2-16,-2 3 3 15,4 3-2-15,0 4 2 16,1 2-1-16,0 2-1 15,-3 4 0-15,4 2 1 0,-2 3 0 16,2 3 0-16,3 2 0 16,4 0 0-16,4 4 0 15,2 0 1-15,2-1-1 16,4 3 0-16,0 2-1 16,3 0 1-16,-1 3 0 15,3-1-2-15,2 1 1 0,0 1-1 16,4-1 2-16,3 1 0 15,3-1 0-15,4 0 0 16,0-2 2-16,2 2-4 16,11-2 4-16,3-2-2 0,2-2-2 15,4-1 0-15,3-2-2 16,2-1 0-16,0-5 0 16,4-4-1-16,2-5 2 15,3-5 2-15,4-6-2 16,2-2 3-16,3-5 2 0,-2 0-1 15,4-3 0-15,1-2-1 16,2-2 1-16,4-3-1 16,0-2-1-16,3-1 0 15,1 0 0-15,2-1-1 16,3-8 0-16,-1-1-1 16,3-4 3-16,1-2-13 0,1-1 8 15,-2-4 7-15,3 0-2 16,0-3 0-16,-3-2 0 15,4-1 0-15,-6-3 0 16,-2-2 0-16,-4 0 0 16,-4-2 1-16,-3 2 1 0,-8-2 10 15,-4-2 4-15,-7-1-4 16,-10-3-2-16,-3-1-3 16,-12-3-4-16,-6 0-5 15,-4-4-13-15,-21-3-79 16</inkml:trace>
  <inkml:trace contextRef="#ctx0" brushRef="#br0" timeOffset="7426.77">7139 2975 31 0,'-8'-8'2'0,"0"0"5"0,-1 0 12 0,0 2-11 0,1-1 3 15,-1-1-1-15,0-1-1 16,2 2-2-16,-4 0 2 16,4 0 1-16,0 1-1 15,3-1 1-15,0-2-1 16,4 2-1-16,0 0-2 0,0-1-1 16,4 0-3-16,5-3-1 15,0 2-1-15,5 1 1 0,-2 1-1 16,0 3 0-1,-1 1 1-15,0 2-1 0,3 1-2 16,-3 0 1-16,3 5 1 16,-2 5-2-16,0 0 2 15,3 1 0-15,-4 1-2 16,1 2 2-16,-1 0 0 0,-2 3 0 16,0-1-1-16,-3 7-1 15,-1 2 0-15,-3 6 1 16,-2 2 2-16,0 3-1 15,0 1 2-15,-4 2-2 16,-2-2 0-16,0 0 1 0,1 0-1 16,1-2 1-16,4 0 0 15,0-1-2-15,0-3 1 16,0-3 1-16,9-5 1 16,3-2-4-16,1-5 1 15,3-6-1-15,1-3 2 16,2-5 0-16,1-2 0 0,-3 0 0 15,-3 0 0-15,-1-2 0 16,-4-2 1-16,-2 1-1 16,-5 3 0-16,1 0 0 15,-1 0 0-15,-2 0-1 16,0 4-3-16,0 6 2 0,0 6 3 16,0 2 0-16,0 4 0 15,2 3-1-15,2 4 0 16,-2 2 0-16,3 3 0 15,1 3 0-15,-1 1 0 16,2-2 1-16,-2-1-1 0,3-2 0 16,-4-6 0-16,2-3 2 15,-2-3-2-15,-2-4 0 16,0-3 0-16,-2-1 0 16,0-3 1-16,0 0 3 15,-8-1 1-15,-4-1 0 0,-1 1-1 16,-3-1-2-16,-4 2 1 15,0-3-5-15,0-4-27 16,2-3-21-16</inkml:trace>
  <inkml:trace contextRef="#ctx0" brushRef="#br0" timeOffset="8046.63">7615 3209 27 0,'-2'-1'12'0,"0"0"3"0,1-1 7 0,-1 2-10 0,2 0 6 15,0 0-5-15,0 0-4 16,0 0-9-16,0 0-2 15,0 0 4-15,0 0-2 16,0 4 0-16,0 3 0 16,2-2 0-16,1-1 0 0,-1-1 0 15,0 1 0-15,3-4 0 16,-1 0-5-16,7-4 24 16,5-11 7-16,6-7-10 15,10-11-10-15,10-8-4 16,5-7-1-16,6-5 1 15,8-5-4-15,2-4 2 0,2-7-38 16</inkml:trace>
  <inkml:trace contextRef="#ctx0" brushRef="#br0" timeOffset="-49748.71">2432 13047 44 0,'-5'0'9'0,"1"0"1"0,0 0 3 0,0-4-4 15,-4 1-3-15,4-1 0 16,-1 1-1-16,-3 2 2 16,0-2-1-16,2 2-1 15,-1 1-2-15,-1 0-1 0,1 0-1 16,-3 0 0-16,4 2 0 15,-3 3-1-15,0 2 1 16,0-1 0-16,1 0 2 16,1 0-1-16,-3-1 2 15,0 0 3-15,1-2 1 16,-1 1 3-16,0-2-5 0,1-1-1 16,-1 2-3-16,-1 1-1 15,-1-1-1-15,-2 4 0 16,1 0-1-16,-2 3 1 15,-4 3 0-15,1-2 0 0,0 4 0 16,-2 0 0-16,0 1 0 16,4 1 0-16,-2-2 0 15,1 1 0-15,-1-2 0 16,4 2 0-16,-4-1 1 16,2-2-1-16,1 0-1 15,-1 4 2-15,-1-1-1 0,0 1 0 16,2 1 0-16,-1 2 0 15,1 3-1-15,1-2 1 16,-1 2 0-16,4 1 1 16,-1 0-2-16,3 2 1 0,3-1 1 15,-2-2-2-15,4 4 2 16,0-4-2-16,0 0 1 16,1-1 0-16,-1 3 0 15,2-3 0-15,0 1 0 16,-1 0 0-16,3 1 1 15,0-1-1-15,0 2-1 0,0-1 2 16,5 0-1-16,-1 2 0 16,3-1 0-16,-1-1 0 15,2-1 0-15,0 0 0 16,1 1 1-16,0 0-1 0,2-1 0 16,-2-1 0-16,4 1 0 15,-1-1 0-15,1-1 2 16,-1 0-2-16,3-4 0 15,-1 3 1-15,1-3-1 16,1 2 0-16,1-1 0 0,-1 2 1 16,2 0-1-16,0 1 0 15,2 2 0-15,2-3 0 16,1 3 1-16,4-1-1 16,0 0 0-16,2-1 0 15,2 0 0-15,0 0 0 16,1-2 1-16,3 1-1 0,-1-3 0 15,1 1 1-15,3 1-1 16,1-2 1-16,1-1 0 16,0 2-1-16,1-2 0 15,-2-1 2-15,1 2-2 16,0-2 0-16,1 0 1 0,-1-1-3 16,2-2 4-16,2-2 1 15,4-1-2-15,-3 0 1 16,0 1-2-16,2-3 1 15,-3 2 1-15,1-2-1 16,-3 1 1-16,6 2 2 0,0-1-2 16,2 1 0-16,1 1-1 15,0 2-1-15,3 1 1 16,-2 1 0-16,3 1-1 16,3 3-1-16,-1-1 2 15,3 2-1-15,2 2 0 16,1 1 0-16,4 0 0 0,0 0 1 15,-1-2-1-15,2-4-1 16,-3-3 2-16,-4-5-5 16,-3-5 3-16,-6-2 2 15,1-2 2-15,-2 0 5 0,-6 0-3 16,6-3 2-16,-1-1-2 16,0-1-1-16,4 1-1 15,3 1-2-15,1-1-1 16,0 1 0-16,-1 1 1 15,-1 1-1-15,-2-2 0 0,-5-1 0 16,0-3 0-16,-4-4 0 16,-2-5-1-16,-4-4-5 15,-3-3-2-15,-2-6 5 16,-4-2 1-16,1-1 2 16,-3-2 0-16,-1 2 0 15,0 0 0-15,-2 2 0 0,-1-2 0 16,-1-1 0-16,-6 0 0 15,-2-2 2-15,-3-2-1 16,-3 1 4-16,-3-1 6 16,-3 0 0-16,0-3 5 0,-3-3-10 15,0 2-5-15,0-5 1 16,-6-1-1-16,-2-2 0 16,-3 0-2-16,-3 2 2 15,-1 1-1-15,-3 0 2 16,-2 2-2-16,-2 1 0 15,1-1 0-15,-4 2 0 0,-1-1 0 16,-3 3-2-16,0-1 1 16,-2 3 1-16,-2-3 3 15,-1-2-3-15,-1-1 1 16,-4-4-1-16,1-2 1 16,-2 2 0-16,-3-2-1 15,1 3 0-15,-4 3-3 0,2 2 1 16,-3 3 0-16,-2 1 2 15,-1 5 2-15,0-1 1 16,0 1-1-16,-3 4-2 16,4 0 1-16,-3 0 0 0,-2 3-1 15,0 2-1-15,-1 1-1 16,-5 5-2-16,-1 0 0 16,-1 4 1-16,-3 3 2 15,-2 2 1-15,1 2-1 16,2 5 0-16,1 0-1 0,-1 2-1 15,3 0 2-15,1 0 0 16,0 0 0-16,1 0 1 16,1 0 0-16,-2 0 0 15,2 0-1-15,-4 0 1 16,0 0 0-16,1 0 0 16,0 0 0-16,1-1 0 0,0-1 0 15,0 0 0-15,1 1 0 16,-1 1 0-16,0 0 0 15,3 0 0-15,-1 0 0 16,-2 3-1-16,2 6 1 16,2 1-2-16,-2 2 2 0,0 1 0 15,4 1 0-15,-2 1-2 16,2 0 1-16,3 1 1 16,0 1 0-16,2 1 1 15,0 2-1-15,6 5 0 16,1 4-1-16,4 1-2 15,0 7 2-15,2 1-2 0,2 1-4 16,6-1 2-16,1 3 2 16,4-4 3-16,5 3 0 15,5 1 0-15,2 0 0 16,3 3 0-16,4 1 0 0,2 0 0 16,2-1 0-16,0-1 0 15,0-1 0-15,2 1 0 16,5-1 0-16,2 1 0 15,4 0 1-15,3-2-1 16,2-2 1-16,4 0-2 0,1-3 2 16,4 0 0-16,1-2-1 15,-1 0 0-15,2 0 0 16,2-1 0-16,-2 0 1 16,3-2-1-16,1 2 0 15,1-2 0-15,4 0 2 0,0 1-2 16,2-1 0-16,3 0 2 15,-3 2-2-15,2-1 0 16,-1 1 0-16,3-2 0 16,2 0 0-16,0-2 0 15,1-4 0-15,2-2 0 0,-1 0-2 16,0-1 4-16,0-3-2 16,0 1 0-16,2 0 0 15,3 0 0-15,-4 1 0 16,3 0 0-16,2 2 0 15,-3 0 0-15,4 1 0 0,-1 0 0 16,2 2 0-16,-1-2 0 16,0-1 0-16,3-3 0 15,0-2-3-15,-2-5 2 16,2-2 1-16,0-7 0 16,-1 1 0-16,-1-3-1 0,1-2 1 15,-1 0 1-15,0 0-1 16,2 0 1-16,-2 0-1 15,-1 1 1-15,3 1-1 16,-2-2 2-16,1 0-2 16,1 0 0-16,-2 0 0 0,-1-4-4 15,1-6 5-15,-2-3-1 16,-2-1-1-16,-2-4 2 16,-2-2-2-16,-2-3 0 15,-3 0 1-15,-3-4 0 16,-4-1 2-16,-3-2 3 15,-4-3-1-15,0 2 0 0,-2-6 1 16,-2-1-1-16,0-5-2 16,-1-2-1-16,-2-4 0 15,-3-3 0-15,-2-1-1 16,-3-1 0-16,-6-1 0 0,-1-2 0 16,-5-2-1-16,-2-1 0 15,0 0 2-15,0 1 0 16,-8-1-1-16,-1-2 0 15,-3 2 1-15,1-1 3 16,-4 2-3-16,-3 1 0 0,-1 2 2 16,2 2-2-16,-6 1 0 15,1 0 0-15,-2 2-1 16,-1 1-1-16,-2 2 2 16,-4 0-1-16,-2 1 0 15,-1 0 1-15,-7 0-2 16,1-1 3-16,-4 1 0 0,1 3-2 15,-3 3 1-15,-2 1-2 16,-2 5 2-16,-2 2 1 16,0 5-3-16,-4-1 1 15,1 5 3-15,-1 1-2 16,-2 4 2-16,-3 0-2 0,1 5 2 16,-3 1-2-16,1 3-1 15,-5 2-1-15,2 6 2 16,-3 2-1-16,-1 0 0 15,0 0-1-15,-5 3 1 16,3 6 0-16,-1 0 0 0,1 0 1 16,-3 1-2-16,1 1 1 15,0 2 0-15,0 1 0 16,2 2 0-16,1 1-2 16,1 2 2-16,2 2 0 15,2 1-1-15,0 5 0 0,3 0-1 16,0 3 0-16,3 3-1 15,1 1 1-15,2 3-1 16,0 0 2-16,5 4 1 16,-3-1-2-16,2 2-3 15,6 1 3-15,1 1-2 0,3 2 2 16,4 2 0-16,2 1 0 16,2 3 1-16,1 0 1 15,5 1 0-15,7 1 0 16,1-2-2-16,7 4 2 15,5-1 0-15,6 0 2 0,2-1-2 16,5 0 0-16,10 0 0 16,6-1 0-16,2-3 0 15,7 1 0-15,3-2 0 16,4-2 0-16,1 0 0 16,4 0 0-16,1-4 0 15,3 1 0-15,3-3 0 0,2 1 1 16,3 2 0-16,0-2-1 15,2-1 0-15,3-1 0 16,3 1 0-16,1-1 1 16,3-1-1-16,3 0 0 15,1-1 0-15,4-1 0 0,-1-1 0 16,4-4-1-16,-2-5-1 16,4 0 3-16,-4-5-2 15,2-3 1-15,-1 0 0 16,0-2 0-16,0 0 0 15,-1 0 1-15,-1-2-1 0,0-2 0 16,0 0-1-16,-1-4-1 16,3-5 2-16,-2-4-3 15,2 0 2-15,0-10 0 16,2-6 0-16,-1-5 1 0,-2-4-1 16,0-3 0-16,-2-3-1 15,-4-3 3-15,-5-3-3 16,-3-1 2-16,-1-3-1 15,-6-3 0-15,-4-2 2 16,-4-1 1-16,-5 0-1 16,-3-4 3-16,-5 0 3 0,-3-3-6 15,-4 3 2-15,-4-5-1 16,-4 4 0-16,-5-2 1 16,-1 0-1-16,-5-1-1 15,-3-1 0-15,-4 0 0 16,0-1 0-16,0-3 0 0,-4 0 0 15,-3-2-1-15,-5-2 0 16,0-1 0-16,-1 2 0 16,-4 2 1-16,-1 4-1 15,-3 3-2-15,-2 0 1 0,-6 1-1 16,-2 1 3-16,-1 3 0 16,-8 0-2-16,-3 0 1 15,-3 2 2-15,-4-2 1 16,-4 1 2-16,-1 1 2 15,-5-1 1-15,-3 4-1 16,-2-1-2-16,-5 2-3 0,-3 2 2 16,-4 0-1-16,0 2 1 15,-4 1 0-15,1 2-2 16,-3 1 0-16,-6 4-1 16,-3 2-1-16,0 4-1 15,-4 3 1-15,-6 5-2 0,-2 7 2 16,-3 2 0-16,-2 7 0 15,-4 1 0-15,-2 8-1 16,-1 12 0-16,-3 8 1 16,2 13-4-16,2 9-3 15,-1 14-8-15,4 10-1 0,11 10-2 16,7 7-14-16,7 1-20 16,14-3-18-16</inkml:trace>
  <inkml:trace contextRef="#ctx0" brushRef="#br0" timeOffset="-48468.5">8561 15922 33 0,'18'-6'1'0,"1"-2"1"0,0-1 3 0,5-2 10 16,-2-2 2-16,5 2-2 15,2-2-9-15,2 3-5 0,1 0 0 16,6 5-1-16,0 1 0 16,0 0 1-16,2 4-1 15,0 0 0-15,0 0 2 16,1 5-2-16,0 9 1 16,1 4 0-16,0 11-1 15,-1 5 1-15,-4 11-1 0,-6 5-2 16,-8 5-23-16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37:00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1755 1032 130 0,'0'0'6'0,"0"0"8"0,0 0 1 0,0-40-2 15,0 32-3-15,-2-2 3 16,-1 3-3-16,-1 0-5 0,-2 0 0 16,-2 1-3-16,-3 3-3 15,-2 0-3-15,-3 3-1 16,-4 0-3-16,-4 0 4 15,-1 0 2-15,-2 0 1 16,-2 0 2-16,2 3 1 0,0-1-2 16,2-1 3-16,-1 3-2 15,0-1 0-15,-1 1 1 16,-3 3-4-16,-1-1 2 16,-2 5-1-16,-5 2 2 15,-5 4-3-15,-4 5 6 0,-6 3-3 16,-1 5 0-16,-4 1-1 15,3 3 0-15,3 3 1 16,2-4-1-16,8 2 0 16,2 1 0-16,1-1 0 15,4-2 1-15,3 4-1 16,1 0 0-16,-2 1-1 0,6-1 2 16,2 1-1-16,3 1 0 15,4-1 0-15,3-1 0 16,3 2 0-16,3-1 0 15,5-3-1-15,2 2 1 16,2-1 0-16,0-1 0 0,6-1 1 16,1 0 0-16,4-2-1 15,3-3 1-15,3 0-2 16,3-2 1-16,1-1 0 16,4-4 1-16,4 3-1 0,2-3 0 15,1 2-1 1,3-4 2-16,3 0 0 0,2 0-1 15,3-2 1-15,1 1-1 16,5-1 0-16,4-1 0 16,1-2-1-16,4 0 0 15,3-1 2-15,1-1-2 0,3-2 1 16,0 1 1-16,5-2-3 16,-1 0 3-16,4-3-1 15,2 1 1-15,-4 1-2 16,4-2 1-16,0 2 0 15,0 2 1-15,0 0-1 0,-2 1 1 16,2 0-1-16,4 1 0 16,2-2-1-16,3-2 1 15,1 2 1-15,5-2-2 16,2-2 3-16,1 0-3 16,3-3 2-16,0-1 0 0,2 0 0 15,6-3 1-15,-2 0-1 16,4 0 0-16,3 0 0 15,1 0-1-15,1 0 1 16,1 0-1-16,2-1 1 0,2-1-1 16,-2 0 0-16,3 1 1 15,-3 1-1-15,0 0 0 16,2 0 0-16,-2 0 1 16,-1 0-1-16,1 0 3 15,1 0-3-15,-6 0 3 16,5-1 0-16,-1-2-1 0,-2 2 0 15,3-1 0-15,-2 1-1 16,-1-2 0-16,1 3 1 16,0 0 0-16,-3 0-2 15,1-3 1-15,3 3 0 16,-2 0-1-16,1 0 1 0,3 0-1 16,1-3 0-16,-2 2 0 15,3-3 1-15,-1 0-1 16,2-1 0-16,-4 2 0 15,3-3 1-15,-4 1-1 16,0 0 0-16,3 0 0 0,-2-1 1 16,0 2 1-16,2-2 0 15,2 2 3-15,-1 0-4 16,-1 1 1-16,2 2-2 16,-2-1 1-16,1-1-1 15,-1 3 1-15,-1-3-2 0,4 2 2 16,0-2-1-16,-1 3 1 15,1-1-1-15,-2-2 1 16,2 2-1-16,-4-1 1 16,1-2 2-16,-4-1 1 15,-3-3 1-15,-1 1 0 16,-3-3 0-16,-1 0-2 0,-4 0 2 16,2-4-3-16,-6 1 0 15,-2-4 0-15,-3 0 0 16,-1-3-2-16,-3 0 1 15,-5-2-1-15,-1-1 1 16,-4-3-2-16,-2 2 1 0,-6-3 0 16,-9-1-1-16,-5-1 1 15,-6 1 0-15,-7-2 0 16,-11-1-1-16,-6 0 1 16,-7 1 1-16,-5-3-1 15,-6 2 1-15,-5-2 3 0,-2-1 0 16,-2 2-2-16,-9-1-4 15,-7 0-1-15,-3 2 6 16,-5-2-4-16,-3 2 1 16,-10-2 0-16,-1 2 0 15,-4 0-3-15,-7 0 4 0,-4 2 1 16,-5-1-4-16,-3 3 4 16,-1 0-3-16,-3 0 1 15,-4 0-1-15,-1-1-2 16,1 5 2-16,-1-2-1 15,-2-1 0-15,-3-1 0 0,-6 3 0 16,-3 0 2-16,-6-2-1 16,-2 1 2-16,-3 1-1 15,-1-2 0-15,1 3 0 16,-4 1 0-16,-4-1 1 16,-6 0-1-16,1 0 0 0,-2 1 0 15,-6 2 0-15,0 0 0 16,-5 0 0-16,-3 1 0 15,-5 2 0-15,1 2 1 16,-6 1-1-16,-3 1-1 16,-2 0 1-16,1 3 0 15,0 2-1-15,-2-1-5 0,-8 3-2 16,2-1-1-16,-1 0 0 16,4 1 5-16,-3 2 2 15,-4-3 2-15,2 3 0 16,2 2 0-16,3-2 1 0,-2 3-1 15,-5 1 0-15,0 0 0 16,0 0 0-16,2 1 1 16,0 8 0-16,-4-1-1 15,0 2 0-15,6 0 0 16,4 3 0-16,0 1 0 0,-5 0-2 16,3 2-1-16,3 1-3 15,0 0-2-15,0-1 3 16,-4 1 5-16,2-1 2 15,3-1 0-15,6-1 3 16,-1-2 6-16,1 0-4 16,3 1 1-16,-2 0-3 0,3 1 1 15,-1 3-2-15,0 6-1 16,-3 5-3-16,2 6 0 16,0 10-1-16,-2 0-20 15,-3-1-108-15</inkml:trace>
  <inkml:trace contextRef="#ctx0" brushRef="#br0" timeOffset="1265.44">12000 1863 85 0,'0'0'3'0,"0"0"1"0,0 0 6 0,0 0-4 0,0 0-4 16,0 0 2-16,0 0 1 16,0 0 0-16,0 0-2 15,0 0-1-15,-2-14 4 16,2 14 0-16,0 0 0 16,0 0-5-16,0 0-4 15,0 1 3-15,0 3 1 0,0 2-1 16,2 1 0-16,0 0 1 15,3-1-1-15,-1-2 0 16,1-1 2-16,2-3-1 16,-1 0 3-16,5-4 27 15,6-10 15-15,11-9-16 0,13-10-13 16,15-7-5-16,19-11-3 16,17-8-3-16,26-8-2 15,24-8-4-15,18-12-2 16,9-12-93-16</inkml:trace>
  <inkml:trace contextRef="#ctx0" brushRef="#br0" timeOffset="24464.89">5547 8036 81 0,'-2'0'15'0,"0"0"-2"0,0 0-9 0,0 0-3 16,2 0-1-16,0 0 0 0,0 0 1 16,0 0-1-16,0 0 0 15,0 0 2-15,0 0 11 16,0 0 1-16,0 0-7 16,0 0-4-16,4 0 0 15,3-1-3-15,4-2 1 16,0 2-1-16,2 0 0 0,-1-2 1 15,3 3-1-15,1 0 0 16,0 0 0-16,2-2 0 16,0 1 1-16,1 1-1 15,2-3 1-15,2 2 0 0,0-1-1 16,2 1 1-16,-2-1 1 16,2 1-2-16,-4 1 0 15,-1 0 0-15,1-1 2 16,-6 1 2-16,1-2-2 15,-5 2 0-15,-2 0-2 16,1 0 1-16,-4 0-1 0,0 0 0 16,-1 0 0-16,-3 6-18 15,-2 1-10-15,0-4-26 16</inkml:trace>
  <inkml:trace contextRef="#ctx0" brushRef="#br0" timeOffset="24812.17">5616 8085 1 0,'0'0'49'0,"0"0"-48"0,0 0 0 0,0 0 0 15,0 0 2-15,0 0 13 16,0 0 1-16,0 0-9 16,0 0-6-16,0 0 9 15,0 14-2-15,21-14-2 0,2 0 3 16,8 0 1-16,4-2-4 15,3-3-2-15,3 3-4 16,-1 1-1-16,0 1-6 16,-4 0-47-16</inkml:trace>
  <inkml:trace contextRef="#ctx0" brushRef="#br0" timeOffset="25730.52">7573 7970 34 0,'0'0'29'0,"0"0"-25"0,0 0 7 0,0 0-1 0,0 0 1 16,0 0-1-16,0 0-4 15,0 0-1-15,0 0-3 16,0 0 0-16,0 0-2 15,0 0 1-15,-28 0-1 0,28 1 0 16,0 2 1-16,5 0 1 16,3 1 0-16,2-1 1 15,5 1-1-15,0 0 0 16,4-2-1-16,1 1 1 16,3 0 2-16,0-2-1 15,1 1 2-15,2-2 4 0,1 1-3 16,0-1-1-16,0 0-4 15,0 0 0-15,-2 0 1 16,-2 0-1-16,2-1-1 16,-2-2 1-16,-2-2-1 15,0 2 0-15,-1-1 0 0,1 0-1 16,-6 1-22-16,-4-1-36 16</inkml:trace>
  <inkml:trace contextRef="#ctx0" brushRef="#br0" timeOffset="26044.28">7530 8102 107 0,'0'0'5'0,"0"0"-1"0,0 0 18 0,0 0-3 16,57-6-6-16,-31 2-6 15,5 0-2-15,2 1-5 16,4 2 1-16,1-1-1 0,-1 2-5 15,-1 0-28-15,-2 0-28 16</inkml:trace>
  <inkml:trace contextRef="#ctx0" brushRef="#br0" timeOffset="26704.56">8498 7656 58 0,'0'0'3'0,"0"0"2"0,0 0 0 16,0 0 5-16,0 0 5 0,0 0-1 15,0 0-1-15,0 0 8 16,0 0-4-16,0 0-13 16,6-10-11-16,-6 16 6 15,0 0 1-15,0 1 0 0,0 0 1 16,0 0-1-16,0 0 1 15,3-1-1-15,1-1 0 16,1-2 1-16,0-2 1 16,3-1 3-16,6 0 10 15,-1-4 5-15,5-8-7 0,2-3-4 16,5-6-2-16,4-3-1 16,6-6-1-16,1-4 3 15,9-3 0-15,2-4-1 16,6-2-5-16,2-1 0 15,2 2-2-15,1 1 0 0,0 2 0 16,0 1-1-16,0 4-10 16,-3 2-23-16,-4 3-43 15,-7 2-67-15</inkml:trace>
  <inkml:trace contextRef="#ctx0" brushRef="#br0" timeOffset="28242.53">10692 3478 75 0,'0'-3'15'0,"0"0"4"0,0 2-9 0,0-1-2 16,0 2 3-16,0 0-1 0,0-1 0 16,0 1-5-16,0 0-3 15,0 0-1-15,0 0-2 16,0 4-1-16,0 2 0 15,0 5 2-15,1 3-1 16,2-1 1-16,3 1 0 16,-4 2 0-16,0-1 0 0,-1-1 0 15,1-1 0-15,2 2 1 16,-2-1 0-16,-2 0 0 16,2-3-23-16,-2 1-45 15</inkml:trace>
  <inkml:trace contextRef="#ctx0" brushRef="#br0" timeOffset="28605.9">10592 3763 33 0,'0'0'57'0,"0"0"-28"16,0 0-2-16,0 0-15 16,0 0-5-16,0 0 2 15,0 0 0-15,0 0-5 16,0 0-2-16,5-3 0 16,8 2-2-16,-2 0 2 0,4-1 1 15,-1-1 3-15,1 3-3 16,1-3 0-16,-3 2 0 15,2 1 0-15,-2-1 0 16,1-1-1-16,-2 2 1 16,2-1-2-16,-1-1-1 15,-2 1 1-15,1-2-2 0,-4 3-11 16,-1-5-39-16,-4 0-38 16</inkml:trace>
  <inkml:trace contextRef="#ctx0" brushRef="#br0" timeOffset="28833.19">10517 3482 217 0,'0'0'-1'0,"0"0"1"16,0 0 2-16,0 0 1 16,57-2-2-16,-28 0-1 0,6-2-5 15,4-4-73-15</inkml:trace>
  <inkml:trace contextRef="#ctx0" brushRef="#br0" timeOffset="29687.12">11975 3516 48 0,'0'0'28'0,"0"0"2"0,0 0-7 0,0 0-3 16,0 0-3-16,0 0-5 15,0 0-1-15,-11-38-4 16,5 32-4-16,-1 2 1 0,0 0 1 16,-4 2-3-16,-1 2-2 15,-2 0-7-15,-2 0 10 16,-2 6-7-16,0 4-2 16,-3 1 8-16,2 5-4 15,-1-2 4-15,5 2-4 0,1 2 4 16,3-1-2-16,4 0 0 15,1-1 1-15,5-2 0 16,1-1 0-16,0-2-1 16,9-1-1-16,0-3 0 15,1-3 5-15,4-2 1 16,0-2-4-16,2 0 2 0,-1 0-1 16,1-5 0-16,-3-3-1 15,1 1 1-15,-1-3 0 16,-3 0-1-16,1-1 0 15,-1-1-1-15,-5 1 1 16,1 1-1-16,-1-3 0 0,-4 5 1 16,-1-1 0-16,1 2-1 15,-1 1 2-15,0 3 1 16,0 1 1-16,0 2-3 16,0 0-2-16,0 0-7 0,0 4 6 15,0 3 2-15,0 3 1 16,1 0 0-16,3 1 0 15,2-1-3-15,-1-1-10 16,3-2-12-16,0-2-19 16,1-3-29-16</inkml:trace>
  <inkml:trace contextRef="#ctx0" brushRef="#br0" timeOffset="30433.62">12078 3516 124 0,'0'0'1'0,"0"0"1"0,0 0-2 0,0 0 2 16,0 0-2-16,0 0 0 0,0 0 0 16,0 0 1-16,0 0 2 15,0 0-1-15,27 30 0 16,-23-17-1-16,1 1 1 15,0-3-2-15,-3 1 1 16,0-2 2-16,-2-2-3 16,1-1 1-16,-1-1-1 15,0-2 1-15,0-1-1 0,0-3 1 16,0 0-1-16,0 0 3 16,0 0 8-16,1 0 0 15,0-6-9-15,3-3 0 16,0-2-4-16,-1 1 4 15,5-4-2-15,-1 3 0 0,0-1 3 16,0 0 2-16,1 0 1 16,0 5 0-16,2 0-4 15,-1 2 0-15,3 3-2 16,-1-1 0-16,2 3 0 16,1 0-1-16,-1 0 1 15,0 3-1-15,-1 4 1 0,-2 4-2 16,-1-2 2-16,-2 2-1 15,-2 1 1-15,-3-3-2 16,-2 0 0-16,0 0 2 16,0-2-1-16,-2 0-1 0,-5 0 0 15,-2-1 3-15,0-2-2 16,2 0 0-16,-3-2 2 16,3-2-1-16,0 0-1 15,2 0-4-15,3 0 0 16,2-6 1-16,0-1-2 0,0-3 6 15,2 1 0-15,7-2 0 16,-1 0 0-16,2-1 1 16,1 2 0-16,0-1 5 15,3 3 0-15,0-1-2 0,1 2-2 16,1 1-2-16,1 2 1 16,0 3 0-16,0 1-1 15,-1 0 0-15,-1 0 0 16,-1 5 1-16,-3 4-2 15,-2 1 1-15,0 1 0 16,-7 3-1-16,-2-2-13 0,0-4-30 16</inkml:trace>
  <inkml:trace contextRef="#ctx0" brushRef="#br0" timeOffset="30719.45">12673 3248 190 0,'0'0'6'0,"0"0"-13"16,0 0 7-16,0 0-1 0,0 0-1 16,0 0 2-16,0 0-2 15,4 44-17-15,-4-40-22 16,0 2-70-16</inkml:trace>
  <inkml:trace contextRef="#ctx0" brushRef="#br0" timeOffset="30848.45">12715 3289 266 0,'0'0'1'0,"0"0"-4"0,0 0 3 15,0 0 0-15,2 49-19 16,-2-38-64-16</inkml:trace>
  <inkml:trace contextRef="#ctx0" brushRef="#br0" timeOffset="31353.56">10194 3016 272 0,'0'0'0'0,"0"0"9"0,0 0-7 0,0 0-3 16,0 0-3-16,0 0 2 15,0 0-7-15,0 0-10 16,0 0-31-16,0 0-29 16</inkml:trace>
  <inkml:trace contextRef="#ctx0" brushRef="#br0" timeOffset="32591.48">12034 2937 189 0,'0'0'-6'0,"0"0"9"0,0 0-3 0,-47-12-1 15,34 8 2-15,-1 0 0 0,-1-1 4 16,-2 1 2-16,-4 1-5 16,-5 2-1-16,-3-2-2 15,-2 3 2-15,-6-3-3 16,-1 3 5-16,-1-4-2 16,-1-1 4-16,-4 0 4 0,-2 1-4 15,-3 0 0-15,-2 1-2 16,-5 1-3-16,-4 2 1 15,-2 0-1-15,-1 3 0 16,-6 6 2-16,-5 6-2 16,0 0-2-16,-5 5 2 15,-2 2-4-15,2 4-9 0,1-1 8 16,2 2 3-16,2 3-1 16,2 0 0-16,0-2 1 15,6 2 3-15,1 0-4 16,3 0 4-16,4-2 2 15,3 2-2-15,7-3 0 0,-1 4 1 16,8 2 1-16,-1-2-1 16,4 5 1-16,6 0-2 15,3 0 0-15,4 2 0 16,2-1 0-16,7 0-1 0,3-2 0 16,5 1 1-16,3 0-1 15,4-1-1-15,1 1 1 16,4-2-3-16,7-3 5 15,5 0-3-15,4-4-1 16,3 0 0-16,3-2 2 16,3 0-1-16,6-2 1 0,5 0 2 15,4-1-1-15,5-1 1 16,7 1 4-16,1-1-3 16,11 2 1-16,-1-1-1 15,7 3-1-15,4-2 0 16,2 2-1-16,7-1-1 0,-3-3 1 15,2-5-1-15,2-2 0 16,1-4 0-16,2-6-1 16,1-4-2-16,5 0 5 15,3-1 2-15,2-12 1 16,4-1-1-16,1-2-1 0,1-7-1 16,-6-2-1-16,-5-2 1 15,-1 0 3-15,-3-3-1 16,-6-2-1-16,0-1 0 15,-1 0 1-15,-6-1-3 0,-3 0-1 16,-6 0 1-16,-4-4 1 16,-5-2-2-16,-12 0 0 15,-4-1 1-15,-10 1 0 16,-2-1 0-16,-12-1 1 16,-4 0 5-16,-8 1 3 15,-5-3-3-15,-5 3-3 16,0-2 3-16,-11 1-1 0,-7-1-1 15,-4 6-2-15,-5 0 1 16,-2 7 0-16,-4 2-4 16,-3 5-1-16,-5 4 0 15,-1 7-14-15,-3 4-43 16,1 2-46-16</inkml:trace>
  <inkml:trace contextRef="#ctx0" brushRef="#br0" timeOffset="33194.62">13167 3259 59 0,'0'-3'4'0,"0"0"4"0,0-1 4 16,0 1-3-16,0 2 5 15,0-1-6-15,0 1 0 16,0-2-2-16,0 3-2 16,0 0 0-16,0 0-3 0,0 0-3 15,0 0 2-15,2 0-2 16,-2 3 3-16,0 1 1 16,1-1-1-16,1-3 2 15,4 0 9-15,7 0 35 0,8-10 13 16,16-8-25-16,15-9-18 15,21-10-6-15,19-6-7 16,22-4-3-16,15-7 2 16,9-10-26-16,6-9-137 15</inkml:trace>
  <inkml:trace contextRef="#ctx0" brushRef="#br0" timeOffset="35366.21">10737 4060 29 0,'-4'0'7'0,"-1"0"3"0,-1 0 3 0,3 1-6 16,-1-1 1-16,2 2 1 16,2 1-4-16,0-2-2 15,0 5 0-15,0-2 2 0,0 1 0 16,0 4 4 0,4 0-3-16,-1 4-2 0,3 4-4 15,-1 1 2-15,-2 6-1 16,1 2 0-16,2 2 0 15,-2 1-1-15,-1 0 0 16,1-2 1-16,-2-2 0 16,-2-1-1-16,0-4 3 0,0 0-1 15,-2-1 1-15,-5 1 0 16,-1 0-2-16,-1-3 1 16,-1-4-16-16,2-3-49 15</inkml:trace>
  <inkml:trace contextRef="#ctx0" brushRef="#br0" timeOffset="35566.42">10623 4461 155 0,'0'0'-2'0,"0"0"9"0,0 0-2 16,0 0-8-16,0 0 2 16,0 0 0-16,0 0-4 15,0 0 3-15,0 0 4 16,11 21 0-16,-3-17-4 15,0-2 1-15,1-2-1 0,-2 0 1 16,2 0 1-16,-5 0 0 16,0 0-32-16</inkml:trace>
  <inkml:trace contextRef="#ctx0" brushRef="#br0" timeOffset="36117.08">10411 4999 183 0,'0'0'-69'16,"0"0"70"-16,0 0 0 16,0 0-22-16,0 0 9 15,0 0 10-15,0 0 4 16,-20-47 7-16,21 37 3 0,7 0-2 15,1 1-4-15,2 2 0 16,3 2-3-16,-1 2-3 16,1 3 0-16,-1 0 0 15,0 1 0-15,-2 8 0 16,-2 2-1-16,-2 1 0 16,-5 2 1-16,-2 1 0 0,0-3 1 15,-1 3 0-15,-7-2-1 16,-1-3 1-16,1-3 1 15,0-3-2-15,2-3 1 16,1-1 2-16,3 0 2 16,0-2 5-16,2-8-6 0,0 0-2 15,0-3 0-15,0-5-3 16,0 2 3-16,4 0-2 16,-2 1 1-16,1 4 4 15,-1 1 9-15,0 4-1 0,0 3-2 16,1 3-7-16,-1 0-4 15,0 0-2-15,3 2 2 16,1 3 0-16,1 4 0 16,3-1 0-16,0 2 0 15,3 0 2-15,1-1-2 16,1-1 0-16,0-1-2 0,0-4-28 16,3-1-31-16</inkml:trace>
  <inkml:trace contextRef="#ctx0" brushRef="#br0" timeOffset="36242.62">10759 4895 227 0,'0'0'10'0,"0"0"21"0,0 0-29 0,0 0-6 16,0 0 2-16,0 0-21 16,50 42-35-16,-30-34-102 15</inkml:trace>
  <inkml:trace contextRef="#ctx0" brushRef="#br0" timeOffset="36699.44">12096 4067 154 0,'0'0'4'0,"0"0"0"0,0 0-4 16,0 0 0-16,0 0 0 16,0 0-1-16,0 0 0 15,29 40 2-15,-22-23-1 16,0 0 0-16,2 4 0 15,-2-1 1-15,1 0 0 0,-4 3-1 16,1-2 2-16,-3 2-5 16,-2-5-30-16,0-2-33 15</inkml:trace>
  <inkml:trace contextRef="#ctx0" brushRef="#br0" timeOffset="36889.71">12105 4317 180 0,'0'0'-9'16,"0"0"4"-16,0 0-1 16,0 0 6-16,0 0 0 0,0 0 0 15,0 0 0-15,43-3 0 16,-38 3 0-16,1 0 0 16,-1 0 3-16,0 0 1 15,3 0-4-15,-5 0-13 16,1-3-140-16</inkml:trace>
  <inkml:trace contextRef="#ctx0" brushRef="#br0" timeOffset="37694.39">12009 4760 165 0,'0'0'8'0,"0"0"9"16,0 0-16-16,0 0 0 0,0 0-2 15,48-35-2-15,-33 33 1 16,1 2 1-16,-3 0 1 16,-2 0 0-16,0 6-2 15,-2 4-1-15,-4 3 2 0,-2 1-3 16,0 0-12-16,-1 2 1 16,-2-5 6-16,0 2 1 15,0-5 5-15,0 0 2 16,-5-3 2-16,2-2-1 15,0-3 1-15,1 0 4 16,-3 0 4-16,3 0-1 0,1-8-3 16,0-2-2-16,1-2 2 15,0-2 0-15,0-2 4 16,1 2 1-16,3-1 2 16,0 3 5-16,0 1 1 15,-3 5-1-15,1 3-10 0,0 3-5 16,2 0-4-16,1 0-3 15,0 7 5-15,1 6 0 16,3 0-1-16,2 3-6 16,1-1-13-16,1 1-4 15,2-2-12-15,-1-4 3 0,0 0 4 16,-1-4-2-16,2-5 9 16,-2-1 4-16,1 0 16 15,0 0 3-15,0-5 2 16,-3-3 7-16,-1 0 5 15,-1 1 2-15,-2 0 9 16,-2 2 0-16,-1 3-5 0,-2 2-12 16,0 0-9-16,0 0-2 15,-2 8 2-15,0 3 0 16,0 2 0-16,0 1 1 16,0-2-1-16,-4-4 0 0,2 1 4 15,-2-5 8-15,4 0 9 16,0-4 15-16,0 0-2 15,13-3-19-15,16-9-14 16,16-6 0-16,13-8-13 16,13-8-62-16,12-11-118 15</inkml:trace>
  <inkml:trace contextRef="#ctx0" brushRef="#br0" timeOffset="38761.46">7437 5520 9 0,'0'1'45'0,"-2"2"-41"0,0 0-4 0,1-3-5 0,0 3-32 16</inkml:trace>
  <inkml:trace contextRef="#ctx0" brushRef="#br0" timeOffset="39196.07">7353 5582 48 0,'0'0'8'16,"0"0"-2"-16,0 0-8 15,0 0 0-15,0 0 2 16,0 0 2-16,0 0 1 0,0 0 0 16,32 18 0-16,-21-16-1 15,3 0 1-15,3 1 0 16,2-2 2-16,5 1-2 15,0-1-1-15,5 3-1 16,2-2 0-16,1 2-1 16,4 0 1-16,2 0-1 0,2 1 1 15,3-1 3-15,1-4 0 16,0 0-3-16,0 0 0 16,0 0 0-16,-1 0 0 15,-3-4 0-15,-3-2-1 16,-1 0 2-16,-5 2 1 0,-3 1-1 15,-4 0-1-15,-5 3 0 16,-2 0-1-16,-5 0-1 16,-1 3 0-16,1-1-24 15</inkml:trace>
  <inkml:trace contextRef="#ctx0" brushRef="#br0" timeOffset="39738.57">8617 5202 16 0,'0'0'23'0,"0"0"-3"0,0 0-5 0,0 0-4 15,0 0-2-15,0 0-4 0,0 0-4 16,0 0 1-16,0 0-1 16,0 0 3-16,0 0-1 15,-21-7-1-15,16 7 2 16,3 0-1-16,0 0-3 16,2 3 1-16,-2 1-1 15,2-1 0-15,0 2 1 0,0 1-1 16,0-2 1-16,0-3 0 15,0 1 2-15,0-2 6 16,0 0 0-16,6 0 18 16,11-13 20-16,9-5-22 15,19-12-14-15,16-11-8 0,22-13-2 16,15-8-1-16,18-9-49 16,9-11-86-16</inkml:trace>
  <inkml:trace contextRef="#ctx0" brushRef="#br0" timeOffset="46321.43">21457 5941 0 0,'6'0'36'0,"1"0"-8"0,4-6-5 0,3-3-4 0,2-1-8 16,5-2-1-16,4-3-3 16,0-1 4-16,2-2-1 15,4-1 3-15,-2-3 2 16,3-2-5-16,3-2 0 0,-1-2-4 15,5 2-4-15,1 1-2 16,1 3 0-16,-5 4-13 16,-5 5-32-16,-8 2-41 15</inkml:trace>
  <inkml:trace contextRef="#ctx0" brushRef="#br0" timeOffset="47709.46">21451 6723 84 0,'0'-1'4'0,"-1"-1"7"0,1 0-4 0,0 1 0 16,-2 0 2-16,2 0 1 15,0 0-1-15,0 0 1 16,0 1-2-16,0 0-4 16,0 0-5-16,0 0 0 15,0 0-1-15,0 3 0 0,0 1-3 16,2 3 3-16,0-1 2 15,-1 1 0-15,1 0 0 16,0-1 0-16,2 1 1 16,-1-1-1-16,0-1 0 15,0 1 1-15,3-2-1 16,-3-1 1-16,0 1-1 0,1-2 0 16,0-1 0-16,1 1 1 15,-1-2-1-15,6 0 0 16,-2 0 1-16,5 0-1 15,-1-2 2-15,5-5-1 16,2-4 0-16,0-1 1 0,4-2 3 16,3-3 3-16,3-1 1 15,1-1-1-15,4-2-1 16,2 1-3-16,2-1-2 16,1 0-1-16,-1 0 0 15,-2 3 3-15,-3 1 3 0,-3 1 3 16,-6 2-5-16,-5 4-2 15,-5 3 3-15,-4 3-5 16,-3 3-1-16,-3 1 0 16,-2 0-10-16,-2 4-16 15,0 4-9-15,-11 1-16 16</inkml:trace>
  <inkml:trace contextRef="#ctx0" brushRef="#br0" timeOffset="48622.33">21388 5928 24 0,'0'0'1'15,"0"0"1"-15,0 0 4 0,0 0 11 0,0 0 0 16,0 0 4-16,0 0 2 16,0 0-7-16,0 0-4 15,0 0-2-15,0 0-5 16,0 0 0-16,0 0-2 0,0-36-2 16,0 36 1-16,0 0-2 15,0 0 0-15,0 0-2 16,1 0 4-16,2 6-2 15,-3 1 0-15,2 1 0 16,-1 1 1-16,1 1-1 0,1 0 1 16,2 0-1-16,-2-2 0 15,3-2 0-15,3 0 1 16,0-5-1-16,3-1 3 16,5 0-2-16,0 0 3 15,3-10 2-15,4-3-1 0,5-5 4 16,0-2 3-16,6-4 2 15,0-5-4-15,5-3 0 16,6-4-1-16,0-3-2 16,7-2-1-16,2 2-6 15,-4 2 1-15,-1 7-1 16,-8 6-1-16,-6 10-12 0,-11 5-11 16,-10 5-26-16,-11 4-28 15</inkml:trace>
  <inkml:trace contextRef="#ctx0" brushRef="#br0" timeOffset="49333.52">21351 6706 91 0,'0'0'4'0,"0"0"-3"0,0 0 2 0,0 0-3 15,0 0 1-15,0 0 0 16,0 0 0-16,0 0 0 16,0 0-1-16,0 0 1 15,5 45 3-15,-5-36-2 16,0 2-1-16,0-1 0 16,0 0-1-16,0-4 1 0,2 0-1 15,5-5 1-15,2-1 2 16,7 0 8-16,1-3 13 15,7-10-4-15,8-3 0 16,6-3 1-16,7-5-5 16,8-3-8-16,7-4-5 0,8-5-2 15,1-6-76-15</inkml:trace>
  <inkml:trace contextRef="#ctx0" brushRef="#br0" timeOffset="52845.43">19776 7846 63 0,'-2'0'36'0,"1"0"-2"0,0 0 8 0,0 0-8 0,1 0-11 16,0 0-7-16,-2-1-11 0,2 1-1 15,0-1-2-15,0-1 3 16,0 2-1-16,0 0-1 16,0-3 1-16,0 2-3 15,0-2-2-15,2 0 0 16,4-1 4-16,3 1-1 0,1 3-1 15,-3-1-1-15,1 1 1 16,0 0-1-16,0 0 0 16,-1 0 0-16,0 0-1 15,0 5 2-15,1 2-2 16,-1 2 1-16,-1-2-1 16,-1 3 1-16,0 0-1 0,-5-1 1 15,0 2 0-15,0-1 0 16,-4-1-1-16,-3 0 0 15,-3 3-1-15,-1-4 3 16,-2 2 0-16,4-3 0 16,-3 3-1-16,3-3-2 0,4-2-9 15,4-2-16-15,1-3-51 16,0 0-30-16</inkml:trace>
  <inkml:trace contextRef="#ctx0" brushRef="#br0" timeOffset="53330.56">20006 7764 100 0,'0'0'61'0,"0"0"-56"0,0 0 19 0,0 0-15 0,0 0-6 16,0 0-2-16,0 0-1 15,0 0-1-15,0 0 1 16,0 0 2-16,-29-8 2 16,23 10 3-16,-2 4 2 0,0 1-4 15,1 2-2-15,-1 1-1 16,-2 1-2-16,4-1 0 15,1 1 1-15,-1-1-1 16,4 0 3-16,2 0 0 16,0-4 0-16,0 1 2 15,0 0 2-15,0-2 1 0,0 1-5 16,4-1 1-16,2-1 0 16,-1-1 0-16,3-2 3 15,-1-1 4-15,0 0-2 16,0 0-4-16,1 0-1 15,-2 0-3-15,0 0-1 0,0 0 0 16,3 0 0-16,-3 0-3 16,4 0-20-16,-3 0-26 15,1 0-56-15</inkml:trace>
  <inkml:trace contextRef="#ctx0" brushRef="#br0" timeOffset="53613.26">20185 7865 252 0,'0'0'29'0,"0"0"-1"0,0 0-7 0,0 0-6 16,0 0 1-16,0 0-11 15,0 0-7-15,0 0 1 16,4 38 1-16,1-16-7 0,-3 2-32 16,-2 1-59-16</inkml:trace>
  <inkml:trace contextRef="#ctx0" brushRef="#br0" timeOffset="60826.41">19952 8365 102 0,'-2'0'26'0,"0"0"9"0,-1 0-5 16,2 0-4-16,-1 0-3 0,2 0-8 16,-1 0-3-16,0 0-2 15,1 0-5-15,0-1 2 16,0 0-1-16,0 1-5 16,0-2-2-16,0 0-1 15,4 2 0-15,2-1 2 0,0 1 0 16,1 0 1-16,1 0-1 15,-1 0 0-15,1 5 0 16,-1 1 0-16,0 1 0 16,-1 2 0-16,-3-1 0 15,1 0 0-15,-2 1 0 16,-2 1-1-16,0-1 1 0,0 1-2 16,-2-2 4-16,-4 2-4 15,-1-3 3-15,-1 3-1 16,-1-3 1-16,1 1-2 15,-2 0 2-15,2-1-2 0,1 0-6 16,2 0-20-16,2-3 0 16,1-1-41-16,2-3-11 15</inkml:trace>
  <inkml:trace contextRef="#ctx0" brushRef="#br0" timeOffset="61150.46">20125 8314 141 0,'0'0'10'0,"0"0"10"0,0 0-6 0,0 0-7 15,0 0-1-15,0 0 1 16,-37-12-3-16,29 14-2 15,2 8-1-15,3 0-1 0,-3 1 1 16,1 3 0-16,4 2 0 16,-1-2 1-16,2 0 0 15,0 1 0-15,0-3-1 16,0-3 4-16,0-1 3 16,5-1-2-16,4-1-6 0,-2 1 3 15,5-4-2-15,2 1-7 16,0-4-33-16,0 0-39 15</inkml:trace>
  <inkml:trace contextRef="#ctx0" brushRef="#br0" timeOffset="61585.18">20190 8461 165 0,'0'0'26'0,"0"0"2"15,0 0-5-15,0 0-9 16,0 0-1-16,0 0-6 0,0 0-5 15,0 0-2-15,3-24-1 16,2 20 1-16,0 0 1 16,1 1 0-16,-1-1 0 15,4 4 0-15,-3 0-1 16,1 0 0-16,-2 0 1 0,4 0-2 16,-4 0 1-16,-1 7-1 15,2 1 0-15,-1 1 0 16,-2 1-2-16,-1 0-1 15,2 0 2-15,-4 2-3 16,0-2 3-16,-4 2 1 16,-3-1-1-16,0-1-1 0,-1-3 4 15,-1 0 1-15,3-1-2 16,0-3 5-16,2 1-1 16,2-4-2-16,1 2 3 15,1-1 0-15,0-1-1 16,0 0-6-16,0 0 3 0,4 0 0 15,5 0 3-15,3-3-2 16,3-1 0-16,2-3-1 16,1 0-2-16,3-1-16 15,-3-2-42-15,-2-2-98 16</inkml:trace>
  <inkml:trace contextRef="#ctx0" brushRef="#br0" timeOffset="63066.14">20471 7751 25 0,'-4'0'12'0,"2"0"13"0,0 0-10 15,-1 0-5-15,3 0 4 16,-1 0 2-16,-1 0 7 0,2 0 2 15,0-1-2-15,0 0-8 16,0-1-7-16,0 2-5 16,0 0-2-16,0 0-2 15,0 0-1-15,2 0 1 16,2 0 1-16,2 0 0 0,1 0-1 16,1-1 1-16,2 0 2 15,-1 0 2-15,2 1-1 16,2 0 2-16,-4 0-1 15,2 0 2-15,1 0-4 16,-1 7-1-16,-1 1-1 16,-3 4 0-16,2 1 0 0,-6 4 0 15,1-1 0-15,-3 2 1 16,0 3-2-16,-1-2 2 16,0 2 0-16,0 3 0 15,0-1-1-15,0 1 0 16,-3 1 0-16,0-3 2 0,1 2-2 15,2-4 1-15,0 1 0 16,0-3 0-16,0-3 1 16,0-1-1-16,4-1 0 15,4-6-2-15,0 0 2 0,1-1-1 16,1-5 1-16,4-1 1 16,-5 0-1-16,3 0 0 15,-1 0 0-15,-1-3-1 16,-5-1 0-16,1 0 1 15,-4 1 0-15,-2 0-1 16,0 2 1-16,-2-2-4 0,-6 3-3 16,-1 0-2-16,0 0 5 15,-2 3 3-15,1 4 2 16,4 0-1-16,-3 6-1 16,4-2-1-16,1 2 1 15,2 3 1-15,1-1 0 0,1 1-1 16,0-2 2-16,0 3 6 15,0-3-1-15,3 0 1 16,3 2 0-16,-1-2 0 16,2 2 1-16,-2-2-4 15,0 3-5-15,0-1 1 16,-2 1-1-16,-1-1 0 0,-2-1 3 16,0-1-3-16,0-1 2 15,-7-4-3-15,-4 0 3 16,-2-1-5-16,-1-1 8 15,-2 0-4-15,-1-3 1 16,1-1-1-16,2 0-22 0,1-3-26 16,6-3-60-16</inkml:trace>
  <inkml:trace contextRef="#ctx0" brushRef="#br0" timeOffset="63720.9">20967 8085 74 0,'-2'0'25'0,"0"0"-25"0,1 0 0 0,0 0 1 16,1 0-1-16,-1 0 1 16,0 0 10-16,1 0 6 15,0 0 15-15,0 0 8 16,0 0-10-16,0 0-10 0,0 0-12 15,0 0-5-15,0 0-8 16,0 0-5-16,0 0 7 16,6 0 4-16,-1 0-1 15,5 0 3-15,0 0-1 16,3 0 2-16,3 0 1 0,1 0 2 16,6-3-2-16,0 2 0 15,1-3-2-15,4 1-2 16,-1-2 0-16,0 1-1 15,-2 0 1-15,-3 1-1 16,-2-1 0-16,-3 4 0 0,-3 0 0 16,-2-2-8-16,-5 2-12 15,-1 0-20-15,-6 0-35 16,0 0-43-16</inkml:trace>
  <inkml:trace contextRef="#ctx0" brushRef="#br0" timeOffset="63898.58">21282 7992 199 0,'0'0'5'0,"0"0"7"0,0 0 4 16,39-6 0-16,-26 10-12 16,-2 7-3-16,-1 6 0 15,-4 3 1-15,-4 0-2 16,-2 3-18-16,-2-3-52 15</inkml:trace>
  <inkml:trace contextRef="#ctx0" brushRef="#br0" timeOffset="64668.37">21953 7780 147 0,'0'0'10'16,"0"0"-6"-16,0 0-2 15,0 0 12-15,0 0-8 16,0 0-3-16,0 0 2 16,0 0 5-16,0 0 13 15,-11-19 0-15,4 15-6 0,2 1-6 16,-5 3-8-16,-1 0-3 15,-3 0-1-15,-3 0 1 16,0 2-1-16,-5 3 1 16,2 4 0-16,0-1-2 0,1 2 2 15,5-3 0-15,3 2 1 16,2 2-1-16,4-2 0 16,3-1 1-16,2 2 0 15,0-3-3-15,0-2-1 16,4 2 6-16,5-3-1 15,2 0-2-15,1-2 2 0,5-1-1 16,-2 1 0-16,4-2 0 16,-3 0-1-16,-1 0 0 15,-2 1 0-15,-1-1 0 16,-4 0 1-16,-5 1-2 16,-2 0 1-16,-1 1 0 0,0 2-1 15,-3 2-4-15,-6 1 6 16,-3 1-1-16,3 3-1 15,-4 0-1-15,2-1 2 16,2 4 2-16,3-4-2 16,3 4 0-16,1-4 1 0,2 1 0 15,0-2-1-15,0 0-2 16,4-2 2-16,5-2 3 16,4 0 0-16,5-3 1 15,2 0 0-15,3-2-3 0,1 0 0 16,1 0-18-16,0 0-31 15,-4-3-32-15,0-4-44 16</inkml:trace>
  <inkml:trace contextRef="#ctx0" brushRef="#br0" timeOffset="65357.93">22130 7899 190 0,'0'0'61'0,"0"0"-60"0,0 0-1 0,0 0 1 0,0 0 0 15,40-6 0-15,-29 6 0 16,0 0-1-16,-2 0 0 16,0 6 0-16,0 2 0 15,-4 1-1-15,-1-1 2 0,0 1-2 16,-2 0 1-16,-2-2-1 15,0-3 1-15,0 0-2 16,0-2-1-16,0-2-1 16,0 0 6-16,-2 0 6 15,2-2-5-15,0-6 0 0,0-1 0 16,0-2-2-16,2-1-2 16,4 1-5-16,3 0 3 15,1 2 2-15,-2 1 0 16,2 2 1-16,1 2 2 15,-2 1 1-15,2 1 3 16,1 2-5-16,0 0-1 0,1 0 1 16,-1 1-1-16,-1 4 1 15,-3 2-2-15,0 2 1 16,-3-1 1-16,-2 1-1 16,0-2 0-16,-1 3 1 0,-2-4-1 15,0 1 0-15,0-3-1 16,0 2 1-16,0-3-2 15,-5-1 1-15,0-2-1 16,0 0-2-16,0 0 5 16,2-1 1-16,0-5-2 0,3-2-6 15,0-2 5-15,0 1 2 16,1-2 0-16,5 1-1 16,2 0 0-16,1 0 1 15,1 3 1-15,-1 3 4 16,1-1-2-16,2 3 2 15,-1 0-2-15,1 2-2 0,1 0 0 16,0 0-1-16,-1 5 0 16,-2 2 0-16,-2 0 2 15,-1 1-3-15,-2 2-12 16,-4-3-11-16,-1-1-36 0,0-5-36 16</inkml:trace>
  <inkml:trace contextRef="#ctx0" brushRef="#br0" timeOffset="65934.22">22592 7661 33 0,'0'0'155'0,"0"0"-156"0,0 0 2 0,0 0-4 16,0 0-2-16,0 0 1 16,0 0 3-16,0 0 2 15,0 0 0-15,18 45 5 16,-15-30 1-16,3 0 1 0,-3 3-1 16,1-1-3-16,3 0-2 15,-2-1 0-15,2-1-1 16,-1-3 0-16,2-1-2 15,-4-4 1-15,0-3-2 16,1 0 1-16,-3-3 1 0,0-1 0 16,-1 0 2-16,3 0 3 15,1-5-2-15,-1-2-3 16,2 0 0-16,1-1 0 16,3 2-2-16,-3 0 2 15,1 1 2-15,1 2 0 0,1 0 4 16,0 3 3-16,-2 0 0 15,2 0-3-15,-1 0-3 16,-3 4-1-16,1 4-1 16,-2-1 1-16,-2 2-1 15,-2 1 1-15,-1 0-2 16,0 0 1-16,-2 1-2 0,-7-2 2 16,-2 0-7-16,-5-2 17 15,-3-3-11-15,-1-1 5 16,-1 0-4-16,2-2 0 15,4-1 0-15,2 0 0 0,3 0-2 16,4 0-22-16,6-7-70 16</inkml:trace>
  <inkml:trace contextRef="#ctx0" brushRef="#br0" timeOffset="66339.83">22947 7803 183 0,'0'0'6'0,"0"0"-5"0,0 0 2 0,0 0 5 16,0 0 2-16,0 0-4 16,0 0-1-16,0 0-2 15,0 0-1-15,38 8-1 16,-32-12 0-16,-2-1 1 15,0-2-1-15,0 0 1 0,-2 2-1 16,0-1-1-16,-1 0 1 16,-1-1-1-16,0 4 0 15,0-1 0-15,-7 4-2 16,-4 0-4-16,-3 0 3 16,1 0 1-16,-3 7 5 0,3 3 2 15,0-3 1-15,3 4-2 16,3-1 2-16,2-1 0 15,3-1 3-15,2-2-4 16,0 1-4-16,7-1 5 16,5-2-4-16,6-4 1 0,-1 2-5 15,6-2-37-15,2 0-76 16</inkml:trace>
  <inkml:trace contextRef="#ctx0" brushRef="#br0" timeOffset="66609.42">23271 7761 203 0,'0'0'28'16,"0"0"5"-16,0 0-4 15,0 0-14-15,0 0-7 16,0 0-8-16,0 0-4 16,0 0 3-16,-39-30 0 0,23 30-1 15,-2 5 3-15,2 4-1 16,2 0 2-16,1 1-1 15,3 0 0-15,7 1 1 16,0-1-1-16,3-1-4 0,0-2-3 16,9-3 4-16,5 1-4 15,2-4-2-15,4-1-3 16,4 0-5-16,-2-1-23 16,0-8-36-16</inkml:trace>
  <inkml:trace contextRef="#ctx0" brushRef="#br0" timeOffset="66901.97">23236 7483 157 0,'0'0'0'0,"0"0"2"15,0 0-6-15,0 0 6 0,0 0 6 16,0 0 19-16,-9 51-3 16,12-29-3-16,5 0-8 15,1 1-2-15,-1 0-6 16,3-1-2-16,1-2-1 16,-5-1-1-16,3-1 1 0,-3-2-1 15,1-2-6-15,-2-1-25 16,0-5-37-16,4-1-57 15</inkml:trace>
  <inkml:trace contextRef="#ctx0" brushRef="#br0" timeOffset="67208.88">23589 7726 278 0,'0'0'2'15,"0"0"-1"-15,0 0-5 0,0 0-16 16,0 0 2-16,-44-13 13 16,28 13 5-16,0 0-2 15,-4 0 4-15,4 4 1 16,1 3-1-16,4 0 0 16,0 2 0-16,6 1 0 0,2-3 2 15,3 2-4-15,0-4 1 16,3 1-1-16,8-2 7 15,2-2 3-15,1-2-6 16,4 0-3-16,2 0-3 16,0 0-14-16,2-9-17 0,-3-1-16 15,-1-3-41-15</inkml:trace>
  <inkml:trace contextRef="#ctx0" brushRef="#br0" timeOffset="67557.17">23573 7378 159 0,'0'0'-8'0,"0"0"10"16,0 0 0-16,0 0-2 15,0 0-1-15,0 0 1 16,0 0 5-16,0 0 9 15,0 0 4-15,-11 40-3 16,11-22-3-16,4 3 1 0,-1 1-4 16,2 2-4-16,1-2 0 15,-1 1-2-15,-1 0 2 16,2-3 1-16,-1 1-2 16,0-4 2-16,0 2-4 15,-3-4 0-15,2 0 1 16,-2 0-1-16,2-2-1 0,-2-2-8 15,2-1-14-15,0-1-17 16,3-2-28-16,1-4-30 16</inkml:trace>
  <inkml:trace contextRef="#ctx0" brushRef="#br0" timeOffset="67748.66">23755 7675 247 0,'0'0'11'0,"0"0"-5"16,0 0-11-16,0 0 10 16,0 0 0-16,0 0 1 15,0 0-2-15,0 0-3 16,0 0-1-16,9 38-12 16,-6-32-22-16,-1-1-35 0,-1-3-29 15</inkml:trace>
  <inkml:trace contextRef="#ctx0" brushRef="#br0" timeOffset="67884.78">23759 7572 252 0,'0'0'3'16,"0"0"1"-16,0 0-5 15,0 0-49-15,0 0-157 16</inkml:trace>
  <inkml:trace contextRef="#ctx0" brushRef="#br0" timeOffset="68347.28">23900 7629 120 0,'0'0'92'0,"0"0"-91"16,0 0 1-16,0 0 2 16,0 0 0-16,0 0-4 0,0 0 0 15,0 0 1-15,20 21 0 16,-20-13 1-16,1-3-1 16,2 2 0-16,-3-2-1 15,0-1 2-15,2-1-2 16,-1-2 0-16,-1-1 1 0,1 0 1 15,0 0 1-15,1 0 3 16,0-5-5-16,-1-3 0 16,2-1-2-16,0 0 1 15,3-4 0-15,1 3-3 16,0 0 4-16,2 0 2 16,2 3 3-16,-2 0-1 0,1 2-2 15,3 3 2-15,-1 2-3 16,1 0-1-16,-1 0-1 15,-3 0 1-15,2 6-1 16,-3 2 1-16,-2 1-1 16,0-1 0-16,-4 2 1 0,-2 2-3 15,0-3-25-15,0 0-32 16,-2-3-44-16</inkml:trace>
  <inkml:trace contextRef="#ctx0" brushRef="#br0" timeOffset="69192.2">24288 7585 37 0,'0'0'42'0,"0"0"-30"0,0 0 12 0,0 0-3 0,0 0 3 16,0 0-2-16,1-38-1 15,-5 34-5-15,1 1-4 16,-4 1-6-16,2 2-4 0,-5 0-2 16,1 0 0-16,-1 0 1 15,-2 5-1-15,2 3 0 16,0 1 0-16,3 0 1 16,1 1-1-16,4 0 0 15,2 0 0-15,0-3-10 0,2-1-5 16,7 0 10-16,1-5 4 15,4 1 0-15,-1-2 1 16,4 0-1-16,-2-2 3 16,0-5-2-16,-1-1 2 15,-1-1 2-15,-2-1 4 0,-1 3 2 16,-2 0-1-16,-2 1 1 16,-4 2-2-16,0 1-1 15,0 3-3-15,-1 0-2 16,0 2-4-16,0 7 1 15,1 4 1-15,2 4 0 0,-3 3 3 16,3 2-3-16,3 3 1 16,-2-1-1-16,3 1 2 15,-1-4-1-15,0 2 2 16,-1-4-1-16,-3-2-1 16,-3-5 0-16,0-4-1 0,0-1-4 15,0-4-2-15,0-1 1 16,-2-2 9-16,0 0 1 15,-1-3 0-15,-2-7 0 16,3-2-3-16,0-2-3 16,1-4 1-16,0-1-4 0,1-2 6 15,0 0-1-15,4-2 0 16,4 2 1-16,1-1 0 16,2 0-1-16,0 0-2 15,0 2 1-15,-1 2 0 16,-2 2-1-16,0 2 1 0,-6 1 0 15,0 5 0-15,-2 1 0 16,0 1 0-16,0 5-2 16,0 1 1-16,0 0 1 15,0 0 0-15,0 5-1 16,-1 4 1-16,1 2 1 0,0 1-1 16,0 0-1-16,0 3 1 15,6-1 1-15,1 0 2 16,0 0 2-16,-2-1 0 15,-2 1-3-15,-3 2-1 16,0-2-1-16,-14 2-5 0,-8-2-43 16,-10-2-121-16</inkml:trace>
  <inkml:trace contextRef="#ctx0" brushRef="#br0" timeOffset="70802.53">20154 8808 117 0,'0'0'18'0,"-3"0"2"0,1 0-9 0,1 0-9 16,0 0 1-16,-1 0-2 15,1 0-1-15,0 0 0 0,0 0 0 16,1 0 0-16,0 0-1 15,-2 0 0-15,0 0-1 16,1 2 2-16,0 0 2 16,1 1-2-16,0 1 0 15,-1-1 0-15,-1 2 1 16,0 0-1-16,0 2 0 0,-2-1 0 16,-1 0 0-16,1-1 0 15,1 2 0-15,0-1 1 16,2 1-1-16,1 4 1 15,0-3 0-15,0 4 1 16,1 1 1-16,5 1 0 16,1 2-2-16,-1 0 0 0,0 1-1 15,1-2 0-15,-4 1 0 16,1-2 2-16,1 0 2 16,-2 1 4-16,-1 0-3 15,0 1-2-15,0-2 0 0,0 0-2 16,2 0 0-16,-2 1 1 15,2-3 1-15,3 1 5 16,0-1-1-16,3-1 1 16,0 1-2-16,4 1 0 15,-1 0-3-15,1-1-2 0,-3 0 0 16,1 3-1-16,1-3 0 16,-4 0 2-16,1 0 2 15,-4-2-2-15,2 0 0 16,-5-1-1-16,1-1 0 15,-2 1-4-15,2-1-18 0,-4-1-20 16,0-2-17-16</inkml:trace>
  <inkml:trace contextRef="#ctx0" brushRef="#br0" timeOffset="71213.92">20209 9387 168 0,'0'0'17'0,"0"0"-9"0,0 0 4 0,0 0 5 16,0 0 1-16,0 0-6 0,41 0-6 16,-34 0-3-16,3 2-2 15,2 2-1-15,-1 3 2 16,0 0-1-16,0-1 1 15,-1 1-1-15,2 1 0 16,-3-3 0-16,1-1-1 0,0-1-5 16,0-3-12-16,-2 0-13 15,1 0-4-15,-4 0-53 16</inkml:trace>
  <inkml:trace contextRef="#ctx0" brushRef="#br0" timeOffset="71384.55">20467 9302 205 0,'0'0'12'0,"0"0"20"15,0 0-16-15,0 0-17 0,0 0-7 16,0 0 13-16,0 0-4 16,-21 56-5-16,11-31-22 15,-4 0-20-15,-1-1-67 16</inkml:trace>
  <inkml:trace contextRef="#ctx0" brushRef="#br0" timeOffset="73912.39">20728 9535 99 0,'0'-1'1'0,"0"-2"3"0,0 0 7 0,0 0 0 16,0 2 3-16,0-1 5 16,0 0 8-16,-2 0 1 15,1 1-3-15,0-1-2 16,0 2-9-16,-1 0-10 15,-4 0-7-15,0 3 2 16,-2 7 0-16,-1 0-3 0,0 3 2 16,3-2 4-16,-3 3-2 15,6-1 1-15,-1 1-1 16,4-2 0-16,0-2 0 16,0-2 2-16,2 1-4 15,5-2 1-15,2-6 1 0,2 1 4 16,-2-2 0-16,5 0 1 15,-3-2-1-15,2-3 0 16,0-3 1-16,-2-3-1 16,1 2-2-16,-5-2 0 15,1-1-1-15,-4 0 0 16,-2-1-1-16,-2 2 1 0,0-2 0 16,0 3-2-16,-6 0 0 15,-6 6-11-15,-1 3-13 16,-1 1-5-16,-1 1-28 15,0 6-10-15,1 3-44 16</inkml:trace>
  <inkml:trace contextRef="#ctx0" brushRef="#br0" timeOffset="74381.92">20945 9505 187 0,'0'0'-20'0,"0"0"21"0,0 0 1 15,0 0 1-15,0 0-6 0,0 0 7 16,0 0-2-16,0 0 2 16,0 0 1-16,0 0-3 15,8 44-1-15,-4-32 1 16,-1-1-1-16,-1 0-1 15,1-1 0-15,-1-2 0 0,0-3 0 16,-1 0-1-16,-1-3-2 16,1-2 2-16,0 0 4 15,-1 0 3-15,0 0 8 16,0-5-10-16,2-4-3 16,-2-1 0-16,1 0-1 0,0-1 1 15,1 1-1-15,0-1 0 16,1 3 3-16,2 0 3 15,1 1 4-15,1 1 4 16,4 0-4-16,1 2-4 16,4 1-4-16,2-1-1 0,0 4 0 15,1 0-1-15,-1 0 0 16,-1 4 0-16,-1 4 0 16,-8 1-10-16,-1 3-18 15,-3-1-31-15,-4 0-6 16</inkml:trace>
  <inkml:trace contextRef="#ctx0" brushRef="#br0" timeOffset="74738.64">21244 9551 144 0,'0'0'2'0,"0"0"-1"0,0 0-7 0,0 0-6 16,0 0-10-16,35-33 21 0,-30 26 3 16,-3 1 4-16,-1-1 8 15,0 1-2-15,-1 2-4 16,0 1-2-16,0-1 7 16,-2 4 15-16,-2 0-19 15,-4 0-2-15,1 0 11 16,0 6 2-16,2 2-11 0,1 4-2 15,0-1-2-15,4 2 2 16,0-2-2-16,0 2-2 16,2-3 2-16,6 0-5 15,4-2 2-15,1 1 0 0,4-3-15 16,1-4-19-16,5-2-21 16,-2 0-61-16</inkml:trace>
  <inkml:trace contextRef="#ctx0" brushRef="#br0" timeOffset="75222.13">21657 9287 204 0,'0'0'-3'0,"0"0"20"15,0 0 2-15,0 0-13 0,0 0-10 16,0 0-6-16,0 0 10 15,0 0 2-15,-10 48-2 16,10-27 0-16,0 2 0 16,0-2 0-16,0 3 0 15,0-4 1-15,2 0-1 0,2-3 2 16,-1-1-1-16,-1-2 0 16,0-4-1-16,1-3 0 15,-1-3 1-15,0-1-1 16,0 0-1-16,-1-3 1 15,0 0-2-15,2 0 11 0,1-9 0 16,3-2-5-16,0-2-5 16,2-4 0-16,2 1 0 15,2 1 1-15,-2 2 8 16,-2 3 2-16,4 4 4 16,0-1-1-16,0 3-6 0,2 4-4 15,0 0-3-15,-1 0 0 16,-2 3 0-16,-1 6 0 15,-1 2 0-15,-5 2-1 16,0 1 1-16,0-1-1 16,-3 0-3-16,-1 1-5 15,0-3-10-15,-1-1-13 0,2-6-22 16,4-1-44-16</inkml:trace>
  <inkml:trace contextRef="#ctx0" brushRef="#br0" timeOffset="75805.71">22002 9440 193 0,'0'0'38'0,"0"0"3"0,0 0-9 15,0 0-19-15,0 0-12 16,0 0-6-16,0 0 8 16,0 0-4-16,0 0 2 0,-22 4 0 15,20 8 0-15,1 0-1 16,1-2 1-16,0 0-4 15,3-4-4-15,6 1 1 16,1-3 4-16,2-2 3 0,-1-2-2 16,3 0 2-16,0-2 0 15,1-6-1-15,-3-1 1 16,-2-1 0-16,-1-1-1 16,-4-2 0-16,-5-1-1 15,0 3 1-15,0 1-3 16,-7 1-8-16,-5 2 2 0,1 3 8 15,0 0 1-15,0 4 2 16,5-2 1-16,3 2-2 16,1 0 2-16,2-1 0 15,0-4-6-15,6-2 2 16,6-1 2-16,3-3-1 16,2-4 0-16,2 1 0 0,1-3 0 15,-1 1-1-15,0 0 1 16,-3 1 0-16,1-2-3 15,-3 6 2-15,-2 2 1 16,-2 2-1-16,-4 4 1 0,2 3-1 16,-6 0 0-16,1 5-2 15,-1 9 2-15,2 3-1 16,-1 5 4-16,1 3-1 16,2 0 1-16,-1 1 0 15,2-2 0-15,-2 0 2 0,-1-1-2 16,0-2 1-16,0-1-2 15,-1-3-6-15,-1-3-20 16,0-1-20-16,1-6-50 16</inkml:trace>
  <inkml:trace contextRef="#ctx0" brushRef="#br0" timeOffset="75962.19">22317 9439 242 0,'0'0'24'0,"0"0"8"0,0 0-18 16,0 0-10-16,0 0-4 16,0 0-5-16,49-36-9 15,-28 30-24-15,1-1-56 16</inkml:trace>
  <inkml:trace contextRef="#ctx0" brushRef="#br0" timeOffset="76552.77">22827 9328 150 0,'0'0'0'15,"0"0"5"-15,0 0 14 16,38-26-2-16,-34 19 4 15,-1 2-1-15,-2 0-2 0,-1-1-3 16,0 2-6-16,0 0-3 16,0 1-3-16,-5 0 2 15,-4 3-3-15,1 0-3 16,-2 0 1-16,-2 0-1 16,1 3 2-16,-2 4 2 0,3 2-2 15,-1 1 0-15,2 1-2 16,2 0 2-16,0 2 2 15,4-3-3-15,2 0 1 16,1 1 2-16,0-2 0 0,3-2-2 16,7-1 0-16,2-1 2 15,1-2-1-15,3-1-1 16,-2-2 0-16,-1 0 1 16,-2 0-2-16,-4 0 0 15,-1 0 1-15,-3 0-1 16,-3 0 2-16,0 0 4 0,0 0 5 15,-5 0-8-15,-2 0 0 16,-1 1 3-16,1 6-4 16,-2 3-1-16,2 0-1 15,3 3 1-15,0 0 0 16,3 1-1-16,1-3 2 0,0 1-2 16,1-3-3-16,6-1 1 15,3-3 2-15,2-2-5 16,3-3-14-16,1 0 14 15,3 0-2-15,0-4-42 16,1-7-32-16,-3-1-24 0</inkml:trace>
  <inkml:trace contextRef="#ctx0" brushRef="#br0" timeOffset="76958.71">23016 9376 160 0,'0'0'29'0,"0"0"24"0,0 0-18 16,0 0-10-16,0 0-11 15,0 0-9-15,0 0-6 16,0 0-1-16,0 0 1 16,0 0 0-16,8 4 0 15,-5 6 1-15,0 0 0 0,0 0 0 16,-1 0 0-16,0-1-2 16,-1-1-4-16,0-2-3 15,3-2 3-15,-4-2 5 16,2-1 0-16,-2-1 1 15,0 0 0-15,1-1 3 0,0-5-2 16,2-4-1-16,-1-1 1 16,0 1 2-16,1-3 1 15,0 3-1-15,3-1-1 16,1 2 0-16,2 3 2 16,0-1-1-16,1 6-2 15,2-1-1-15,-1 2 1 0,0 0 0 16,0 0-1-16,-1 5 0 15,-2 3 0-15,0 1 0 16,-3-1-2-16,0 2-10 16,-3 0-14-16,1-1-21 15,1-4-35-15,2-1-26 0</inkml:trace>
  <inkml:trace contextRef="#ctx0" brushRef="#br0" timeOffset="77336.09">23414 9332 205 0,'0'0'18'0,"0"0"0"0,0 0-5 0,0 0-8 16,0 0-11-16,0 0 3 16,-52-8 1-16,37 8 1 0,0 2 1 15,1 4 3-15,3 4 0 16,1-2-1-16,4 4-1 15,0-2 1-15,6 0-1 16,0-2-1-16,0-1 2 16,8-1 1-16,4-2-2 0,-2-1 8 15,5-3 0-15,0 0-6 16,2 0-1-16,0 0 0 16,0 0-2-16,1-7 1 15,-2-1-1-15,-6 2-1 16,-1-3 0-16,-4 1 0 15,-2 1 2-15,-3 0 0 0,-3 1-5 16,-8 3-6-16,-2 0-10 16,-3 3-9-16,-2 0-24 15,2 0 15-15,4 3 8 16</inkml:trace>
  <inkml:trace contextRef="#ctx0" brushRef="#br0" timeOffset="77884.48">23467 9288 247 0,'0'0'7'0,"0"0"7"0,0 0-12 15,0 0 3-15,-36-10-4 0,19 10-1 16,0 0 2-16,-3 7 1 15,4 3-2-15,-4 3 0 16,6 4 0-16,2-2 1 16,5 1 0-16,4 0 1 15,3 1 1-15,0-3-2 0,3-1-2 16,9-3 2-16,5-2 2 16,7-2-5-16,-1 0-4 15,7-5-10-15,-1-1-55 16</inkml:trace>
  <inkml:trace contextRef="#ctx0" brushRef="#br0" timeOffset="78218.92">23652 9343 259 0,'0'0'5'0,"0"0"-5"0,0 0 0 16,-43 22 0-16,30-12 0 15,4-2 1-15,2 2 0 16,2-1-1-16,4-1-1 16,1-1-5-16,0-2 5 0,8-1-1 15,3-1 2-15,1-3-3 16,1 0 4-16,0 0 1 16,3-5-1-16,-4-2 1 15,-1 0 1-15,-2-3 3 16,-5 0 7-16,-2 0 5 15,-2 2-1-15,0-1-14 0,-5 1-7 16,-7 2 5-16,-2 3-13 16,-1 3-23-16,-2 0-3 15,4 0-26-15,0 5 7 16,7-1-42-16</inkml:trace>
  <inkml:trace contextRef="#ctx0" brushRef="#br0" timeOffset="78537.44">23806 9361 222 0,'0'0'6'15,"0"0"2"-15,0 0-4 16,0 0-3-16,0 0 0 16,0 0 0-16,0 0-1 15,0 0 0-15,0 0 0 0,31 11 4 16,-31-11-1-16,4 0-1 15,-2 0 0-15,0 0 5 16,1 0-3-16,2-3 1 16,-1-3 1-16,-3-4-3 15,1-1 0-15,0-2-1 16,-2-2 3-16,0-2-2 16,0 1 0-16,-2-4-1 0,-3 3-2 15,-5 4-2-15,2 0 1 16,-1 5-2-16,-3 3-21 15,2 4-24-15,-1 1-87 16</inkml:trace>
  <inkml:trace contextRef="#ctx0" brushRef="#br0" timeOffset="79271.78">23939 9321 92 0,'0'0'28'0,"0"0"15"16,0 0-8-16,0 0-4 15,0 0-16-15,0 0-5 16,0 0-7-16,0 0-4 15,0 0-1-15,-42-31 0 16,30 31 0-16,-1 0 5 0,1 4 0 16,3 1-2-16,2 2 1 15,2-1-2-15,3 1 0 16,2-1-7-16,0-2-1 16,6-1 2-16,2-2 4 0,1-1 1 15,2 0 2-15,2 0 0 16,0-4 0-16,1-3-1 15,-1-3 0-15,0-3-1 16,-1-2 0-16,0-4 1 16,-2-2 1-16,0-2-1 15,-3-2 0-15,0-2 0 0,-5 0 0 16,-1 0-5-16,-1 4-25 16,0 3-7-16,-8 5 14 15,-2 7 10-15,-3 4 14 16,0 4 9-16,2 4 0 15,-2 9-6-15,3 4-1 0,3 5-1 16,0 2 0-16,5 0-1 16,2-1 2-16,0-2-2 15,7-1 3-15,6-4 0 16,-2-1 2-16,5-4 6 0,1-1 2 16,2-3 1-16,3-1-8 15,-2-3-1-15,3-2-3 16,-1-1-3-16,0 0 0 15,-2 0 0-15,-2-4 0 16,-3-6 1-16,-2 0-1 16,-3 3 1-16,-5 0-1 0,-3 1-1 15,-2 5-6-15,0 1-16 16,-5 0 5-16,-5 0 13 16,1 3 5-16,2 7 1 15,0 0-2-15,3 0-23 16,4-2-26-16,0 1-47 0</inkml:trace>
  <inkml:trace contextRef="#ctx0" brushRef="#br0" timeOffset="80882.87">22032 8307 97 0,'-5'0'15'0,"2"0"3"0,1 0-2 16,2 0-2-16,0 0-2 15,0 0-10-15,0 0 6 0,0 0 5 16,6 0-8-16,2 1-3 16,1 5-1-16,1-1-1 15,2 1 1-15,1 0-1 16,4 1 0-16,1 0 4 0,6-1 9 15,7-1-2-15,4 2 0 16,5-2-3-16,5-1-5 16,5 0 0-16,2-1-1 15,5 3 0-15,3-2-2 16,2 0 1-16,4 1-1 0,2-2 2 16,5-1-2-16,0-1 0 15,4-1 0-15,-1 0 2 16,3-1 1-16,2-4 0 15,4-4 2-15,2-1-2 16,0-3 0-16,3-2-1 16,-2-1-1-16,0-4-1 0,-3-3 2 15,-4 0-2-15,-5-3 0 16,-3 0 0-16,-7-2 0 16,-2-1 0-16,-5 2 0 15,-6-3 1-15,0 1 0 16,-5-3 2-16,-7-3 5 0,-6 0-3 15,-4-1 0-15,-6-4 1 16,-8-2-1-16,-7-1 3 16,-5 0-5-16,-5 1 1 15,-3-4-5-15,-12 2 2 16,-4 3 0-16,-6-2-1 0,-6 1-1 16,-3 2 2-16,-2 0 2 15,-2 3 1-15,-2 2-3 16,-4 1 0-16,-1 0-2 15,0 0 5-15,-2 2-5 16,-2-3 3-16,-2 4 0 16,-4 1 2-16,-5 4-2 0,-6 4-2 15,-3 3 0-15,-5 5 0 16,-8 3 0-16,-2 4 1 16,-3 2 0-16,1 5-1 15,-2 0 0-15,-3 0-5 16,3 0 3-16,-2 7 0 0,-1 2 2 15,-2 4-1-15,0 2 1 16,4 6 0-16,-2 2 0 16,0 7 0-16,2 4 0 15,2 6 0-15,-1 3 0 0,0 5 0 16,1 6 0-16,6 2 0 16,5 4 0-16,8 1 0 15,9 3 0-15,9 1-1 16,8 0 1-16,10-2-3 15,7-2 1-15,9-4-2 0,9-3 3 16,7-7 0-16,2-3-1 16,16-3 1-16,7-4 0 15,6-3 2-15,11-4 2 16,12-1-3-16,10-4 0 16,12-5-2-16,10-6-19 15,5-9-28-15,3-5-128 0</inkml:trace>
  <inkml:trace contextRef="#ctx0" brushRef="#br0" timeOffset="81847.44">22784 7446 8 0,'0'7'15'0,"0"0"2"0,1-2 2 0,2 0 3 0,1-1-4 15,1 1-2-15,1-3-3 16,-1 0 4-16,0-1-2 16,2-1 4-16,-2 0 6 15,4 0-3-15,0 0-6 0,1-1 0 16,4-5-6-16,-1-1-3 15,3-1-4-15,2-5 3 16,6-3 1-16,4-2 0 16,9-6 0-16,3-8-2 15,10-6-2-15,10-6-3 0,5-9-3 16,6-12-56-16</inkml:trace>
  <inkml:trace contextRef="#ctx0" brushRef="#br0" timeOffset="112614.6">13840 6043 46 0,'0'1'35'0,"0"0"-31"0,0 0 0 0,0 0-2 15,0-1-2-15,0 3 3 0,0 0-2 16,0-2 1-16,0 2 1 16,0 1 0-16,7 2 0 15,1 0 0-15,1-1-1 16,0 1 0-16,2-2 0 0,2-4 2 15,1 0 7-15,1 0 16 16,8-7 6-16,1-9-4 16,10-2-8-16,6-8-9 15,6-2-7-15,6-4-4 16,6-1 2-16,3-3-8 0,0-2-48 16,-2-5-71-16</inkml:trace>
  <inkml:trace contextRef="#ctx0" brushRef="#br0" timeOffset="113447.08">13967 6951 54 0,'0'0'4'0,"0"0"-2"0,0 0-1 0,0 0 2 16,0 0 3-16,0 0 2 0,0 0 1 15,0 0 3-15,0 0-2 16,9 38 3-16,-5-37 1 16,0 1 1-16,3-2 8 15,0 0 6-15,3-2 5 16,5-9-7-16,11-9-6 0,6-6-3 15,17-12-9-15,16-10-4 16,24-8-3-16,22-12-2 16,18-10-7-16,11-17-79 15</inkml:trace>
  <inkml:trace contextRef="#ctx0" brushRef="#br0" timeOffset="141423.32">5988 10292 75 0,'0'-2'12'0,"0"1"2"0,0 1-7 16,0 0-4-16,0 0-1 15,0 0-1-15,-3 0-1 16,3 0-1-16,0 0 2 0,0 0 0 15,0 0-1-15,0 0 0 16,0 1 0-16,0 3 0 16,0 0 1-16,0 0-1 15,0 0 1-15,3-2-1 0,0 4 0 16,-1-2 0-16,2-3 0 16,-2 3 2-16,1-1-2 15,1-1 0-15,0-1 0 16,0 1 0-16,0-1 0 0,0-1 0 15,0 0 1-15,1 0-1 16,3-1 3-16,-2-7 1 16,6-3 4-16,-1-4-1 15,5-7 1-15,2-5 0 16,6-4-1-16,3-7 1 16,2-4 4-16,5-2 1 15,2 0-5-15,1 0 1 0,4 0-7 16,-1 4-1-16,2 1 2 15,-1 2-2-15,-3 2-10 16,-9 0-105-16</inkml:trace>
  <inkml:trace contextRef="#ctx0" brushRef="#br0" timeOffset="143484.69">11651 10217 66 0,'0'0'8'0,"0"0"-3"0,0 0-1 0,0 0-1 0,0 0-2 16,0 0 0-16,0 0 0 16,0 0 4-16,0 0 3 15,0 0-1-15,0 0-3 0,0 0 0 16,0 0-4-16,6-9 2 15,-4 9 0-15,4 0-2 16,-4 0 0-16,1 0 1 16,-1 0-1-16,2 2-1 15,0 2-1-15,-4 3-3 0,2-2 3 16,-2 0 1-16,1 1 1 16,1 0 1-16,0-2 1 15,1 0-1-15,-1 0 0 16,2-1 2-16,0 0-2 15,3-1 1-15,1-2 1 16,2 0-1-16,3-6 4 0,8-11 12 16,3-6 1-16,10-11-3 15,8-9-6-15,14-8-6 16,7-7-2-16,10-15-4 16,6-11-116-16</inkml:trace>
  <inkml:trace contextRef="#ctx0" brushRef="#br0" timeOffset="144879.59">17351 9954 9 0,'-3'4'7'0,"1"-1"-6"0,2 0 2 0,0 0-3 0,0-2-1 15,0 0-16-15</inkml:trace>
  <inkml:trace contextRef="#ctx0" brushRef="#br0" timeOffset="145244.44">17351 9954 21 0,'0'0'19'0,"0"0"1"0,-14 17-6 15,14-17-5-15,0 0-1 16,0-1-5-16,0-2-2 16,1-1 0-16,1 1 0 15,0 0 1-15,2 1 0 16,-2 0 7-16,1 0-6 15,-2 1-2-15,1 1 0 0,0-2-2 16,2 2 2-16,-2 0-1 16,0 0 0-16,-1 0 0 15,1 0 1-15,1 0-1 16,2 0 0-16,-2 3 0 0,2 0 1 16,1 0 1-16,-3 0-2 15,1-2 0-15,2 1 1 16,-3-2 0-16,2 0-1 15,3 0 4-15,-1 0 6 16,4-3 5-16,6-7-5 0,3-6-3 16,7-6 0-16,3-5-2 15,10-8-2-15,2-5 1 16,12-9-1-16,3-4-1 16,7-5-11-16,-1-7-39 15</inkml:trace>
  <inkml:trace contextRef="#ctx0" brushRef="#br0" timeOffset="152348.12">4828 9181 56 0,'0'0'2'0,"0"0"0"0,0 0 2 15,0 0-1-15,0 0 2 16,0 0 0-16,0 0 1 15,0 0-2-15,0 0 0 0,0 0 0 16,-45-31-4-16,34 31 1 16,-2 0-1-16,1 0 1 15,-1 0 1-15,-1 0-1 16,3 0 3-16,-3 0 3 16,4 0 4-16,-3 0-6 0,1 0 1 15,-1 0-5-15,0 3-1 16,-1 1-1-16,-1 2 0 15,-1 0-4-15,0 1 12 16,0 0-6-16,1 3-3 16,-1-2 2-16,-1 4 2 15,1 1-3-15,-5 1 2 0,4 4-1 16,-6 2-1-16,3 0 2 16,-2 1-1-16,0 2-1 15,1 0 0-15,2-1 1 16,0 1-1-16,4-3 2 0,-1 1-1 15,3-1 0-15,2-1 0 16,2-1 0-16,2 2 0 16,1-4 0-16,1 2-1 15,2-1 1-15,3 2 0 16,0-4-2-16,0 1-1 0,3-2 4 16,6 0-1-16,0-2 1 15,-1 1-1-15,6-1 0 16,-1-1-1-16,1-2 2 15,-1 1-1-15,2-1 0 16,0 0 1-16,5-1-1 0,-1 0 2 16,2-1-2-16,2-1-2 15,0-2 4-15,4 2-1 16,0-3-1-16,0 0 0 16,2-1 1-16,2-1 0 15,-2-1-1-15,3 2 0 0,-1-2 1 16,2 0-1-16,-1 0 1 15,-1 0 1-15,2 0-1 16,-1 0 1-16,1 0 0 16,-1 0-1-16,3 0 0 15,0 0 0-15,2 0 0 16,-1-3 0-16,0 2 0 0,1 0-1 16,2-1 1-16,-5 2 0 15,3 0 0-15,-5 0-1 16,3 0 0-16,-2 2 1 15,3 0-1-15,-1-1 0 0,4 1 0 16,1-2 0-16,-2 0 0 16,3 0 1-16,-3 0-1 15,-2 0 3-15,-1 0-1 16,-2 0 0-16,-1 0 1 16,1 0-2-16,-2 0 0 15,1 0 0-15,-1 0 1 0,0 2-2 16,-1-1 0-16,1 1 2 15,0-1-2-15,-2 0 1 16,2-1 0-16,-1 0-1 16,3 0 1-16,-2 0-1 15,2 0 0-15,2 0 0 0,-2 0 0 16,-1-1 0-16,-1 1 1 16,0 0-1-16,-4 0 0 15,1 0 0-15,-1 0 0 16,2 0 0-16,0 0 0 15,3 0 0-15,-1 0 0 0,1 0 1 16,1 0-2-16,-4 0 1 16,2 3 1-16,-4 1-2 15,0 1 2-15,0 0-1 16,-2-1 0-16,2 3 0 16,2-2 0-16,-1-1 0 0,4-1 0 15,4-1 0-15,-1 0 0 16,5 0 0-16,0 0 0 15,-1 1 0-15,1-2 0 16,-4 1 0-16,3-1 0 16,0 1 0-16,-1-2 0 0,0 0 0 15,2 0 0-15,1 0 1 16,-1 0 0-16,1-2-1 16,3-1 0-16,-2-2 0 15,1 2 0-15,-1 0 0 16,0 0 0-16,1 0 1 0,-1 2-1 15,-2-2-1-15,1 3 1 16,-1-3 0-16,0 2 0 16,-3-1 0-16,2-2 1 15,1 1-1-15,-2 2 0 16,3-2 0-16,-5 3 0 0,1 0 0 16,-1 0 0-16,0 0 0 15,0 0 0-15,0 0 0 16,-1 0 0-16,-1 0 0 15,1 0 2-15,-1 0-2 16,0-1-2-16,1 0 4 16,-1-1-2-16,0 0 0 0,-3 1 0 15,0 1 0-15,1 0 0 16,-1-2 0-16,2 1 0 16,-3 1 1-16,5 0-1 15,-3 0 0-15,1 0 0 16,0 0 0-16,-1 0 0 0,-1 0 0 15,0 0 0-15,-2 0 0 16,0 0 0-16,0 0 0 16,0 0 0-16,0 0 1 15,3 0-2-15,-1 0 2 16,-2 3-1-16,0 2-1 0,-1-3 1 16,0 4 0-16,0-3 1 15,0 1 0-15,1 0 2 16,2-1-1-16,0 4 0 15,2-3-1-15,2-1-2 16,-4 2 2-16,1-1-1 0,1-1 2 16,-2-1-2-16,-1 0 1 15,0-1 1-15,2 1-2 16,1 0 0-16,1-1 1 16,-1 0-1-16,3 2 0 15,-1-1 0-15,1 0 0 0,-3 1 0 16,2 0 0-16,-2-2 1 15,-1 1-1-15,1-2 0 16,-1 0 4-16,5 0 5 16,-2-2-1-16,5-5-4 15,0 0-1-15,2 0-2 0,-3 0 1 16,0 0-2-16,-3-1 0 16,-3 1 0-16,0 2 0 15,-1 1 1-15,1-1 3 16,-1 2-2-16,3 2-1 15,1 0 0-15,-3-1-1 16,4 2 0-16,-4 0 0 0,-1 0 1 16,1 0-1-16,-2-1 0 15,-1 0 4-15,3-2 6 16,-2 1-1-16,0-1-5 16,2 0-2-16,1 1-2 15,-1 0 1-15,1 2-1 0,-2-1 1 16,3 1-1-16,-4 0 0 15,0 0 0-15,2 7 0 16,0 0 0-16,1 1 0 16,1 2 0-16,3 0 0 15,0 3 0-15,1-2 0 0,-1-2 0 16,1 0 0-16,-1-1 0 16,-1-1-1-16,1-1 1 15,1-2 1-15,-1-3-2 16,3 1 2-16,-1-1-1 15,4-1 0-15,1 0 0 0,0 0 2 16,4 0-2-16,-2 0 0 16,4-3 0-16,-3 1 0 15,-4-1 0-15,0 0 0 16,-3 0 1-16,-3 0-1 0,-1-1 3 16,2 1 1-1,4 0-1-15,-1-1 0 0,5 0-2 16,-1-1-1-16,2 1 0 15,-2-1 1-15,-2 0-1 16,1 1 0-16,3 0 1 16,-5-1 0-16,4 1 0 0,-1 0 0 15,0 1 0-15,-1-1 1 16,1 1-4-16,-1-1 4 16,0 1-2-16,1 0 0 15,-2 1 0-15,-1 0 0 16,-1 0 0-16,0 1 0 0,0-2 0 15,1 3 0-15,3 0 0 16,0 0 0-16,4 0 0 16,-4 0 0-16,0 0 0 15,-2 0 0-15,1 0 0 16,-5-3 4-16,2 2 6 16,-1-2-1-16,-1 0-5 0,-1 1-2 15,1 1-1-15,-2-3-1 16,-1 1 0-16,-3-1 0 15,-1-2 3-15,-1-1-3 16,0-1 0-16,0-2 0 16,1-3 2-16,-2 0 1 0,6 0-1 15,-2-1-2-15,2-2 0 16,-2-2 0-16,0 3 0 16,-1-4 0-16,-7 3 0 15,0-2 0-15,-8 1 1 0,-2-1 0 16,-3-1 1-16,-4-1 5 15,-3 2-4-15,-3-4-2 16,-4 1 1-16,0 1-3 16,0-4-3-16,-5 1 5 15,-3-1 0-15,-2 1 0 16,-2-1-2-16,-1 2 0 0,-1 0 1 16,-3 2-1-16,0 3 0 15,-2 0-1-15,-2 0 2 16,-3 2 0-16,2 1-2 15,-3-1 0-15,-2 1 2 16,-2 1 2-16,0-3-4 0,-2 1 2 16,-1-1 2-16,-1-1-1 15,-2 3 1-15,-1 1-4 16,-3-1 3-16,-1 3 0 16,-7 2-1-16,0 1 0 15,-4 2-1-15,0 0 1 0,-4-1-1 16,2 2 0-16,-3-2-2 15,-3 1 3-15,0-1-4 16,1 1 4-16,-5 0 2 16,1 2-2-16,-3 1 2 15,2 0-2-15,-2 2 1 0,-2-1 1 16,-2 1-4-16,0-2 2 16,-3 3 2-16,-3-1-2 15,2 1-3-15,-3 0 4 16,1 0-1-16,-2 0 0 15,2 0 0-15,-2-2 2 0,4 2-2 16,-5-2 0-16,2-1 1 16,-3-1-4-16,0 1-1 15,-2-2 0-15,-1 1 9 16,0 0-4-16,-1-2-1 16,1 2 1-16,2-2-1 15,-3-1 1-15,4 3-1 0,1-2 2 16,2 2-2-16,0 0 1 15,3-1-2-15,-5 0 2 16,2-1-1-16,-1 3 0 16,-1-4 0-16,0 3 1 0,-1-2-1 15,0 3 0-15,2-1 1 16,-3 0-1-16,-1 1-1 16,1-1 2-16,-2 4-1 15,0 0 0-15,1-2 0 16,0 2 1-16,-2 0-2 0,5 0 2 15,-3 0 0-15,-2 0-1 16,3 2 0-16,-1 2 1 16,-4-1-1-16,3 0 0 15,-3 1 1-15,2-3-2 0,1 2 2 16,-5 0-1 0,2-1 0-16,-1 2 0 0,-1-3 1 15,-1 3-3-15,0-1 3 16,1 0-1-16,0-3 0 15,1 2 1-15,0-1-1 16,1 0 0-16,-2 1 0 16,1-1 0-16,-6-1 0 0,1 2 0 15,1-2 0-15,-1 2 1 16,-1-1-1-16,-2 1 0 16,1 2 1-16,-1 1-2 15,0 2 1-15,0 0 0 0,0 2-1 16,0-2 1-16,-2 1 0 15,3 2 0-15,1-3-1 16,0 3 1-16,-1-3 0 16,3 2-1-16,1-1 1 15,3 2 1-15,2 0-1 0,-1 1 0 16,2-2 0-16,2 2-1 16,3-1 1-16,0-1-1 15,4 1 2-15,3-2-1 16,1 4 0-16,3-2 0 15,2 2 0-15,-1 1 0 16,3 1-3-16,1-1-2 0,3 0 3 16,1-2 1-16,4-1 0 15,3 0 2-15,2 0-1 16,5-3 0-16,-1-1 1 16,5 1-1-16,1 0 0 15,6-1 1-15,0 1-1 0,2-1 0 16,4 0 1-16,4 1-1 15,-2-1-1-15,2-1 2 16,4 2-1-16,-3 0 0 16,3-3 0-16,4 5 0 0,1-1 0 15,5 4-10 1,1-4-41-16,4-6-69 0</inkml:trace>
  <inkml:trace contextRef="#ctx0" brushRef="#br0" timeOffset="154047.1">14872 9203 69 0,'0'0'18'0,"0"0"4"0,0 0-9 0,0 0-7 16,0 0-7-16,0 0-1 0,0 0 2 16,0 0 1-16,0 0 0 15,0 0-3-15,0 0 5 16,0 0-1-16,0 0 0 15,-4 2-1-15,4 0-1 0,2 1 0 16,-2-2 1-16,2 2-1 16,1 0 0-16,-1-1 0 15,0 0 0-15,2-1 0 16,-2 1 1-16,2-2 8 16,1 0 18-16,4-11 4 0,4-5-2 15,8-9-13-15,10-9-9 16,7-9-5-16,14-8-1 15,10-9-1-15,3-7-21 16,1-8-118-16</inkml:trace>
  <inkml:trace contextRef="#ctx0" brushRef="#br0" timeOffset="163781.49">7475 10754 7 0,'0'15'2'0,"-3"1"-1"0,1 2 1 0,0 0-2 16,0 3-1-16,2-1 1 15,0 1 0-15,-4 3 0 16,3 0 2-16,1 2 12 0,0 0 5 16,0 2-13-16,0 3-5 15,0 3-1-15,0 2 1 16,5 5-3-16,-1 3-11 15,-2 1-11-15</inkml:trace>
  <inkml:trace contextRef="#ctx0" brushRef="#br0" timeOffset="164272.32">7479 11562 8 0,'0'41'25'16,"0"-1"-11"-16,0 0-7 16,0 2-1-16,0 0-3 15,0 2 0-15,0-1-3 0,0 0 0 16,0-2 0-16,-3 0-5 15,1-1 4-15,-2 0 0 16,-3-3 1-16,2-1-1 16,-1-1 1-16,-1 0-1 15,1 2-4-15,-2-1 3 0,4 1 2 16,-2 1 0-16,3-1 0 16,1-1-2-16,0 0-6 15,0-2 6-15,2 0 2 16,0-1 0-16,0-3 0 15,0 3-1-15,2 1 2 0,0-2-1 16,1 3 1-16,0 0 0 16,0-1 9-16,-1-1 7 15,0-2 3-15,-2 2-5 16,0-5-5-16,0 2-3 16,0 0-5-16,0-3-1 15,0 1 0-15,-2-2-1 0,-2-2 0 16,2-3 0-16,0-2 1 15,1-1-1-15,-1-2 3 16,2 2 8-16,0-2-3 16,0 2-5-16,0 2 0 0,0-1-2 15,0-1-1-15,0 1 1 16,0-1-1-16,0 2 0 16,0 0 0-16,0 1 0 15,0 2-5-15,0 1-10 16,0-3-6-16,0-1-30 0</inkml:trace>
  <inkml:trace contextRef="#ctx0" brushRef="#br0" timeOffset="165118.74">4441 10490 76 0,'-6'3'2'0,"1"0"-1"0,-1 1 1 0,1 1-2 0,-2 1 1 16,2-2-1-16,1 3 0 16,0-1 0-16,0 1 0 0,1 0 0 15,1 3 0-15,0 0 0 16,2 4 0-16,0 3 0 16,0 3-15-16,0 3-17 15</inkml:trace>
  <inkml:trace contextRef="#ctx0" brushRef="#br0" timeOffset="165276.47">4195 11867 14 0,'-9'83'0'16,"3"0"-2"-16,-1 3-10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40:03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 4148 60 0,'-4'0'19'0,"-1"-2"1"0,2 0-12 0,1-1-3 0,0 0-2 15,0 2-2-15,0-1 2 16,0 1-2-16,0-2 0 15,1 3 2-15,-1-2 2 16,0 1-4-16,2 1 1 0,0 0-2 16,0 0-2-16,0 0 2 15,0 0-1-15,0 0 0 16,0 0 1-16,0 0-3 16,0 0 2-16,2 0 0 15,2 0 1-15,3 1-2 0,0-1 3 16,4 1-3-16,0-1 1 15,3 0 5-15,1 0-3 16,2 0 0-16,2 0 0 16,3 0 0-16,1 0-1 15,-1 0 1-15,2 0-1 16,1 0 1-16,2 0 0 0,0 0 1 16,2 0 0-16,2 0-1 15,3 0 0-15,-1 0-1 16,3 0 1-16,2 0-1 15,-2 0 0-15,2 0 1 16,0 1-1-16,-2-1 0 0,1 3 0 16,-1-3 0-16,5 3 0 15,-1-3 0-15,5 3 0 16,-3-2 0-16,2 1 0 16,-1 0 0-16,-1-1 0 15,-4 1 0-15,1 2-1 0,-6-3 1 16,-1 1-1-16,-1 1 0 15,-2 0 0-15,-2-2 1 16,-1 1 0-16,-1 2 0 16,-2-3 1-16,-3 1-1 15,-3 1 0-15,-1-2 1 16,-5 1-1-16,0 0 1 0,-2 0 1 16,0-1 1-16,-2-1 4 15,-1 0-9-15,-4-3-39 16</inkml:trace>
  <inkml:trace contextRef="#ctx0" brushRef="#br0" timeOffset="732.4">2017 4202 109 0,'0'0'1'0,"0"0"0"0,0 0 0 0,0 0-2 15,0 0 0-15,0 0 1 16,0 0-1-16,0 0 0 15,0 0 0-15,0 0-4 16,0 0 2-16,0 0 0 16,0 0 4-16,6-3 1 0,5 6-5 15,3-3 3-15,1 1-1 16,4 1 5-16,2-2-2 16,4 0-1-16,2 0-1 15,4 0 1-15,0 0 0 16,0 0 2-16,5 0-2 0,3 0 0 15,3 0 0-15,8 0 0 16,0 0-1-16,6 0 0 16,3-3 0-16,1-4 1 15,2-2 0-15,3 1-1 16,0-2 2-16,2 1 0 16,-3 2 1-16,4 0-2 0,-3 0 1 15,-2 1-1-15,-3 2 0 16,-2 0 0-16,-5 1 1 15,-5-4 0-15,-6 5 1 16,-7 0-2-16,-5-2 2 0,-4 2-1 16,-5 0 0-16,-4 0 2 15,-5 1-2-15,-3 0 2 16,-3 1 0-16,-2-2-4 16,-4 0-27-16,0-2-34 15</inkml:trace>
  <inkml:trace contextRef="#ctx0" brushRef="#br0" timeOffset="1949.31">2955 4442 46 0,'0'0'11'0,"0"0"3"0,-2 0-4 16,2 0-7-16,-2 3-3 15,1 0 0-15,0 1-1 16,0 3 0-16,1 0-2 0,0 2 2 16,0 0 1-16,0 0 0 15,0 1 1-15,1-1-1 16,3-2 2-16,2-1-1 16,4-1 0-16,-1-5-3 15,4 0 5-15,5-3 1 0,4-11 11 16,6-6 1-16,9-7-3 15,7-4 1-15,8-9-3 16,7-3 0-16,9-6-2 16,10-5-4-16,7-3-1 15,5-4 1-15,2-6-74 16</inkml:trace>
  <inkml:trace contextRef="#ctx0" brushRef="#br0" timeOffset="2576.96">4626 4003 2 0,'0'0'5'0,"0"0"-11"0</inkml:trace>
  <inkml:trace contextRef="#ctx0" brushRef="#br0" timeOffset="3003.26">4626 4003 11 0,'0'0'23'0,"0"0"-10"16,0 0-2-16,-37-4-3 15,30 3 3-15,3-1-3 16,-2 1-2-16,2-1 2 0,2 1 0 16,2-2 0-16,-2 3-1 15,2 0-4-15,0 0-1 16,0-1 0-16,0 1-4 16,0 0 2-16,8 0 0 15,2 0 0-15,3 0 0 0,3 0-1 16,7 0 1-16,-1 1 1 15,7 3-1-15,2-1 0 16,2 0 1-16,6 0-2 16,-1-2 0-16,2 1-1 15,5-1 2-15,0-1-2 16,4 0 4-16,4 0-4 0,3 0 6 16,2 0-2-16,3 0-1 15,1 0 0-15,-1 0-1 16,3 0 2-16,-1 0-1 15,1-3 0-15,-3-1-1 16,-1 0 0-16,-1-2 0 0,-4-1 1 16,-3 3-3-16,-7-5 4 15,-4 6-1-15,-4-1 0 16,-11 0 0-16,-7 1 0 16,-5 1 0-16,-6 2 3 15,-6 0-6-15,-2 0-20 0,-6 0-23 16</inkml:trace>
  <inkml:trace contextRef="#ctx0" brushRef="#br0" timeOffset="3651.34">4676 4103 28 0,'0'0'21'0,"0"0"-3"0,0 0-9 0,52-10-4 0,-29 8-3 15,5 2-1-15,7 0 0 16,6 0 0-16,3 0 0 15,4 0 2-15,8 0 2 16,4 0 0-16,5-4 3 16,4 1-2-16,6-4 0 0,6 0-3 15,0 1 0-15,-1-1-1 16,1 0-1-16,-5 0 0 16,-4 1 1-16,-8-1-1 15,-9 4 1-15,-5-1 0 16,-12 3 0-16,-7-1-9 0,-13 2-21 15,-11 0-23-15</inkml:trace>
  <inkml:trace contextRef="#ctx0" brushRef="#br0" timeOffset="4241.88">5091 4396 15 0,'0'0'12'0,"0"0"-6"0,0 0-1 0,0 0-3 15,0 0-1-15,0 0-1 16,0 0 3-16,0 0 1 16,0 0 4-16,0 0-1 15,-13 29 2-15,11-22-4 0,2 2 0 16,0-1-3-16,0-1 0 15,2-1-1-15,5-2 0 16,2-2 2-16,4-2 2 16,8 0 6-16,2-12 3 15,12-7-1-15,10-4-1 0,11-10-6 16,17-7-3-16,14-8 1 16,11-6-1-16,12-6-19 15,4-11-111-15</inkml:trace>
  <inkml:trace contextRef="#ctx0" brushRef="#br0" timeOffset="5139.1">6971 3993 0 0,'0'0'53'0,"0"0"-33"0,0 0-4 0,0 0-9 0,0 0-7 16,0 0-2-16,0 0-3 15,0 0 7-15,0 0 3 16,45 5-1-16,-20-5-2 0,8 0 2 16,3 0-4-16,6 0 0 15,3-2 0-15,6 1 1 16,3-3 3-16,4 1-1 16,3 0 2-16,5-1-2 15,3 1-1-15,3-3-1 16,4 0 0-16,-1-1-1 0,2 0 0 15,2 0 0-15,-3 1-1 16,0-1 2-16,-5 3 0 16,-2 0 1-16,-4 2-1 15,-3 0 1-15,-5 0-1 0,-2 1 0 16,-3 0-1-16,-10-1 1 16,-6 2-1-16,-7 0 0 15,-8 0-2-15,-8 0-9 16,-7 0-8-16,-6 0-32 15</inkml:trace>
  <inkml:trace contextRef="#ctx0" brushRef="#br0" timeOffset="5594.96">7043 4100 16 0,'0'0'26'0,"0"0"-11"0,0 0 12 0,0 0-27 16,0 0 6-16,0 0-2 15,36 0 5-15,-7-4-2 16,4 1-2-16,7-1 0 16,5 1-2-16,6-1 0 0,5 0-1 15,3 3-1-15,5-2 0 16,1 3 1-16,5-1 0 15,-3-2-2-15,2 2 0 16,2-1 1-16,-1 2-1 16,-3-3 0-16,-4 2 1 0,-1-1 0 15,-6 0 0-15,-9 0-1 16,-4 1-14-16,-10-2-16 16</inkml:trace>
  <inkml:trace contextRef="#ctx0" brushRef="#br0" timeOffset="6256.69">7539 4396 77 0,'0'0'6'0,"0"0"-3"0,0 0-3 16,0 0 0-16,0 0 0 0,0 0 0 16,0 0 0-16,0 0-1 15,0 39 1-15,0-35-1 16,2 3-1-16,0-1 1 16,1-2 3-16,1 3-1 15,0-1 1-15,0 0-1 0,2 0-1 16,1-1 1-16,3-2 0 15,2 0 0-15,1-3 0 16,5 0 0-16,0-2 2 16,6-6 4-16,3-5 2 15,5-1 0-15,6-6 0 0,4-1 0 16,7-1-2-16,5-3-2 16,6-5-1-16,7-4 0 15,2-5-1-15,3-3-29 16,-1-5-90-16</inkml:trace>
  <inkml:trace contextRef="#ctx0" brushRef="#br0" timeOffset="10416.56">2859 3239 52 0,'-4'0'10'0,"2"0"3"0,-1 0-6 16,1 0-5-16,0 0-1 16,-3 0 1-16,0 0-2 15,1 0 1-15,0 0-1 16,-1 0-1-16,1 0 1 0,0 3 0 16,-2 1 0-16,0 1-1 15,-1 3-1-15,-3 0 2 16,0 3 0-16,-3 4 1 15,-3-1-1-15,-1 3 1 16,0 2-1-16,0-1-1 0,-1 1-1 16,3-1-4-16,-2 2 6 15,4 0-3-15,2 1 2 16,0-2 1-16,0 2 0 16,4-1 1-16,-2 1-1 15,2 0 0-15,3-2-1 16,0-1 0-16,-1 1-1 0,2 1-4 15,3 0 4-15,-2 0 2 16,2 2-1-16,0-2 1 16,0 3 0-16,-2 1 1 15,0 0-1-15,0 0 1 16,-1 1-1-16,1-1 0 0,-2 0 0 16,2-2 1-16,-2 0-1 15,1-4 2-15,2-1-2 16,1 1 0-16,0-3 0 15,4-1 0-15,4-1 1 16,1 0-1-16,2-2 2 0,0 3-5 16,0 0 7-16,1-1 0 15,-1 2-3-15,0 0 0 16,-1-1-1-16,0 0 1 16,1 1-1-16,1 0 0 15,3-2-5-15,1 1 0 0,2-1 9 16,2 2 6-16,5-1-6 15,-2 1-1-15,4-1-1 16,0-2 2-16,2-2-3 16,3-2 0-16,1 1-1 15,0-5 1-15,4 0 1 0,-1-2 0 16,1-1 0-16,3-1 1 16,1 0-1-16,1 0-1 15,-2 0 0-15,1 0 0 16,-3-3 1-16,-2 0-1 15,-3-2 0-15,0-4 3 0,1-2 2 16,-3 1 1-16,1-3 0 16,1-4-1-16,0 1-2 15,1-1 2-15,2-4-1 16,-2 1 0-16,0-4-4 16,1 3 1-16,-4-5 1 15,-2 2-1-15,1-3 0 0,-1-1 0 16,0-1 0-16,0-5 1 15,0 0 1-15,2-3-1 16,-4-3 0-16,-1-1 0 16,-7 0 0-16,-1-1-2 15,-10 2 5-15,-8 1 10 0,0-2-3 16,-14 2-6 0,-5-1-3-16,-8 0-1 0,-5 1-6 15,-3 0 5-15,-4 3-2 16,-3 3 0-16,-6 4 5 15,-4 6-5-15,-10 4-9 0,-6 8-33 16,-12 1-47-16</inkml:trace>
  <inkml:trace contextRef="#ctx0" brushRef="#br0" timeOffset="15651.58">13995 3346 111 0,'0'0'3'0,"0"0"12"0,0 0 4 16,0 0-12-16,0 0-1 0,0 0-2 15,0 0 4-15,0 0-2 16,0 0 1-16,0 0 0 15,41 22 1-15,-30-13 3 16,1 1 0-16,1 1-2 16,3 2-2-16,0-3-3 15,2 3 1-15,-1-2-2 0,1 3-1 16,-3-1 0-16,2-1-1 16,-4 0-1-16,1 1 1 15,-2-1-1-15,-1 1 0 16,-3-4 0-16,0 4-19 15,-3-5-44-15,1-3-48 0</inkml:trace>
  <inkml:trace contextRef="#ctx0" brushRef="#br0" timeOffset="16043.57">14234 3313 137 0,'0'0'4'0,"0"0"-3"15,0 0 1-15,0 0-2 0,0 0 1 16,-44 15 0-16,31 0 0 15,1-1-1-15,2 4 2 16,-4 2-2-16,3-1 1 16,2-2 1-16,0 0 0 15,0-1 2-15,0-2 0 0,0 1 2 16,0 1 0-16,0-2-2 16,1 0 1-16,-2-1-1 15,4-2-3-15,0-2 0 16,3-2 0-16,3 0-1 15,0-4 0-15,0 0-17 16,3-3-37-16,7 0-65 0</inkml:trace>
  <inkml:trace contextRef="#ctx0" brushRef="#br0" timeOffset="16263.39">14463 3369 253 0,'0'0'3'0,"0"0"5"16,0 0 2-16,0 0-1 16,0 0-7-16,0 0-3 15,0 0-9-15,0 0-37 16,0 0-27-16,20-14 17 15</inkml:trace>
  <inkml:trace contextRef="#ctx0" brushRef="#br0" timeOffset="16392.8">14516 3474 261 0,'0'0'14'0,"0"0"10"0,0 0-15 15,0 0-8-15,0 0-4 16,0 0-59-16,0 0-24 15</inkml:trace>
  <inkml:trace contextRef="#ctx0" brushRef="#br0" timeOffset="17224.57">15073 3325 133 0,'0'0'3'0,"0"0"5"0,0 0-2 15,0 0-2-15,0 0-4 16,0 0 1-16,0 0-1 16,0 0 2-16,0 0 4 15,-40 0 3-15,36 0 2 16,1 0-8-16,3-2-1 0,-2-1 1 15,2 0 4-15,0 0-3 16,0 0-1-16,0-2 4 16,6 1 2-16,3-2-8 15,1 3-1-15,-1-1 0 16,3 2 1-16,2-1-2 0,-1 1 1 16,2 0 1-16,-1 2-2 15,-1 0 1-15,-2 0 1 16,1 0-1-16,-5 0 0 15,0 0 0-15,-4 5-1 16,-1 3 0-16,-1-1-4 0,-1 5 5 16,0-1 1-16,-3 0-1 15,-4 1 1-15,-3 3 0 16,-1-3-1-16,0 0 2 16,-1 1-2-16,0 0 0 15,-1-3 0-15,1 0 0 16,2-2 1-16,1-2 0 0,3-1-1 15,2-1 1-15,1-3 0 16,3-1 5-16,0 0 11 16,0 0-1-16,0 0-6 15,0 0-10-15,0-4 5 0,3-2-4 16,1 2 0-16,2 0-1 16,0-1 0-16,-2 1 1 15,3 1-1-15,-2 2 0 16,4-2-1-16,0 3 2 15,2 0-1-15,2 0 0 0,0 0 0 16,1 0 0-16,2 0 0 16,1 0 0-16,1 0 0 15,0 0 1-15,0 3-2 16,0-2-28-16,-1-1-15 16,-1 0-43-16</inkml:trace>
  <inkml:trace contextRef="#ctx0" brushRef="#br0" timeOffset="17566.61">15452 3282 144 0,'0'0'4'0,"0"0"-2"0,0 0 21 0,0 0-7 15,0 0-1-15,42 17-2 16,-26-13-5-16,-1 3-1 16,5 0 1-16,-2-1 1 0,4 1-4 15,-3 0-2-15,2 0-1 16,-3-1 0-16,-1 1-2 15,-3 0 1-15,-2-2-1 16,1 0 0-16,-4 1-4 16,-2-2-23-16,0-4-27 0,-3 0-34 15</inkml:trace>
  <inkml:trace contextRef="#ctx0" brushRef="#br0" timeOffset="17929.31">15636 3239 100 0,'0'0'4'0,"0"0"15"16,0 0-6-16,0 0-9 15,0 0 1-15,0 0-4 16,0 0 0-16,0 0 1 0,0 0 2 16,-30 17-2-16,25-3 3 15,-2-2 2-15,2 2 1 16,-2 0 3-16,1 0 1 16,-2-2 0-16,2-2-1 15,-2 1-4-15,3-1-4 0,-4-3 0 16,3 0-1-16,-4 0-1 15,6 0 1-15,-4-2-2 16,6-1-10-16,2-3-54 16,0-1-44-16</inkml:trace>
  <inkml:trace contextRef="#ctx0" brushRef="#br0" timeOffset="18719.7">15840 3195 50 0,'0'0'110'0,"0"0"-110"0,0 0 2 16,0 0 1-16,0 0-1 15,42-10-1-15,-37 10 2 0,-1 0 1 16,0 0 6-16,1 0-7 16,2 0-1-16,-4 6-1 15,3 1 0-15,-2 3 0 16,-1 1 2-16,1 2-1 15,-2 0 1-15,-2-2-2 0,0 0-1 16,0-2 0-16,0 0 2 16,-3-2-1-16,-3-3 0 15,-3 2 2-15,0-2 1 16,-1-3-1-16,1 1-2 16,2-2 1-16,-2 0 0 0,4 0-1 15,3 0 0-15,-1-2 0 16,2 0-2-16,1 0-5 15,0-1-2-15,0 3 7 16,4 0-2-16,1 0 3 16,6 0-1-16,2 0 2 0,0 0-1 15,1 0 0-15,1 0 3 16,2 0-1-16,2 0 3 16,-1-1 2-16,1-2-4 15,-1-1 3-15,3-1-1 16,-2-2-2-16,0 0-1 0,-3 0-1 15,-1-1-1-15,-3-1 1 16,-4-1-1-16,-1 1 0 16,-5 0 0-16,-1-1-1 15,-1 0 0-15,0 3-5 16,0 1-4-16,-1 0 6 16,-3 4-2-16,-2 0 5 0,1 2 1 15,1 0 0-15,-3 2-1 16,4 3 2-16,-1 5-1 15,0-1 3-15,2 3 4 16,1-3 1-16,1 5 3 16,0-2 0-16,0 4-1 0,0 2-7 15,0 4-1-15,2 3-1 16,-2 2-5-16,0-2-74 16</inkml:trace>
  <inkml:trace contextRef="#ctx0" brushRef="#br0" timeOffset="21950.66">15137 3961 81 0,'0'0'15'0,"0"-2"10"0,-1 0-4 0,1 0 8 16,0 0-5-16,-2 1-13 16,-1 1 1-16,3-3-6 15,0 3-2-15,-3 0-1 0,2 0-3 16,1 0-3-16,0 0-4 16,0 3 3-16,-2 6 3 15,2-1 2-15,-2 5-2 16,1 0 1-16,1 1 0 15,-2-1 1-15,2 1-1 0,0-4 1 16,0 3-1-16,0-3 0 16,0-1 1-16,0 0 1 15,3-3-2-15,1-1-2 16,5-1 0-16,-4-3 4 0,4 0 2 16,1-1-1-16,2 0 0 15,1 0 0-15,-1-8 0 16,1 1-2-16,-2-4 0 15,2-1-1-15,-2-1 0 16,-5-3-2-16,3 2-2 16,-5-2-3-16,0 4-1 0,-2-1 3 15,-2 4 4-15,0 4 2 16,0 1 1-16,0 3 1 16,0 1-4-16,0 0-11 15,0 6 7-15,0 5 7 16,0 0-1-16,0 0 0 0,2 0 1 15,7-1-1-15,-1 1-2 16,4-2 2-16,-1 0 3 16,3 0-3-16,1-1 0 15,2-3-8-15,0-2-58 16</inkml:trace>
  <inkml:trace contextRef="#ctx0" brushRef="#br0" timeOffset="22241.65">15554 3945 173 0,'0'0'1'0,"0"0"30"0,0 0-14 0,0 0-15 0,0 0-1 16,0 0 0-16,0 0 4 15,0 0 1-15,40 4 0 16,-26 2 2-16,3 1-4 16,-1-1-2-16,2 1-2 15,-1 0 2-15,2 0-2 0,1-1 0 16,-2-1 0-16,4 1-5 16,-4-3-36-16,2-3-31 15,-5 0-61-15</inkml:trace>
  <inkml:trace contextRef="#ctx0" brushRef="#br0" timeOffset="22520.91">15797 3898 211 0,'0'0'-2'0,"0"0"3"15,0 0-2-15,0 0 0 16,0 0 1-16,0 0 0 16,-40 20 1-16,36-11-1 15,-4 2 2-15,4 0 0 0,0 4 0 16,-2 0 0-16,3 1-1 16,1-1 0-16,0 1 1 15,-2-2-1-15,4-1 0 16,0 0-5-16,0-2-28 15,0-7-32-15</inkml:trace>
  <inkml:trace contextRef="#ctx0" brushRef="#br0" timeOffset="23197.56">16041 3834 154 0,'0'0'-5'0,"0"0"11"0,0 0 13 16,0 0-1-16,0 0 9 16,0 0-6-16,0 0-5 15,0 0-6-15,15-38-8 16,-1 32 1-16,-1 1-2 0,1 0-1 16,1 4 0-16,-1 1 2 15,-1 0-2-15,-1 0 0 16,-5 1-2-16,1 9 0 15,-6 0-14-15,-2 6-9 16,0 0-13-16,-7 2 10 16,-6-1 14-16,-2 1 0 0,-3-4 8 15,3-1 4-15,1-5 3 16,4-3 0-16,4 2 3 16,2-4 2-16,1 0-3 15,3-3-3-15,0 0 3 16,7 0-3-16,4 0 26 0,3 0-19 15,1-3-2-15,1 0-1 16,0 0-1-16,2 2 2 16,-1 1 0-16,-3 0-3 15,1 0-2-15,-1 4 1 16,-1 3-1-16,-5 2 0 16,0-2 0-16,-3 1 0 0,-2 1-2 15,-2-1 2-15,-1-2 3 16,-2 1 4-16,-7-2-2 15,-5-1 6-15,-1-1 0 16,-7-2-2-16,5 2-5 16,-2-2-2-16,1-1-1 0,4 0-12 15,8-7-105-15</inkml:trace>
  <inkml:trace contextRef="#ctx0" brushRef="#br0" timeOffset="24806.34">14155 4093 162 0,'-3'-6'6'0,"1"3"17"0,-2-3 11 0,3 2-14 15,1 3-4-15,-2-3-3 16,2 2-6-16,0 2-3 16,-2 0-1-16,2 0-6 15,-2 3 0-15,2 7 2 0,-2 1 1 16,0 3 0-16,2 2 0 16,-1 1 1-16,0 0-2 15,1-1 2-15,0-1-1 16,0-2 0-16,0 0 0 15,0-2 0-15,3-2 0 16,2-5-5-16,3 0-13 0,0-2 7 16,0-2 4-16,2 0 10 15,2-6-2-15,0-1 2 16,-3-4-3-16,2 2 1 16,-1 2-1-16,0 0 0 0,-2 3 0 15,0 2 0-15,-2 2-1 16,2 0-2-16,1 2 2 15,-4 3 0-15,5 2 0 16,-3 1 1-16,4-3 0 16,-2-2 1-16,0-3-2 15,1 0 2-15,2 0 14 0,-3-8 5 16,0-4-6-16,0-2 3 16,0-3-1-16,-3-1-4 15,-1-1-3-15,-2 1-5 16,-1 0-3-16,-2 3-1 15,0 1-2-15,0 4-17 0,0 4-10 16,0 6-5-16,-2 0-33 16,-1 0-59-16</inkml:trace>
  <inkml:trace contextRef="#ctx0" brushRef="#br0" timeOffset="25318.34">14698 4145 82 0,'0'0'20'0,"0"0"18"0,0 0-21 15,-42-13-6-15,30 12-1 0,-3 1-3 16,0 0-2-16,-2 0 0 16,0 6-2-16,-1 1-3 15,2 1 0-15,3 2 2 16,3-1-1-16,1 1 0 16,5 0 0-16,4-2-1 0,0-1-1 15,4-2 1-15,10 0-9 16,1-2 1-16,4-3 9 15,3 0 1-15,0 0 0 16,0 0-1-16,-1 0 4 16,-4 4 8-16,-1 1-1 0,-2 2-10 15,-3 4-1-15,-4 2-1 16,1 1-1-16,-6 2 2 16,0-2 2-16,-1 2 1 15,0-4 1-15,0 0-2 16,1-1 0-16,3-2 0 0,-1-1 1 15,5 0-3-15,2-2 0 16,7 0 0-16,7-2 2 16,4-1-1-16,7-3-17 15,4-2-70-15</inkml:trace>
  <inkml:trace contextRef="#ctx0" brushRef="#br0" timeOffset="26414.79">16551 3171 64 0,'0'0'12'0,"0"0"6"0,0 0-3 16,0 0-5-16,0 0 6 16,0 0-6-16,0 0 4 15,0 0-1-15,0 0-8 16,28-37 1-16,-18 34-1 15,-1 0-2-15,5 2 2 0,-1 1-3 16,2 0-2-16,1 0 0 16,-1 0 0-16,1 7 0 15,-3 0 1-15,-1 3-2 16,-2 1 1-16,-3 1 0 16,-4 2-3-16,0 0 0 0,-3 5 4 15,0-1-3-15,-3 2 4 16,-2 3 0-16,-4 1-1 15,0 2 1-15,0 1-2 16,3-2 0-16,1 4 1 16,0-3-1-16,4 1 1 0,1-4-1 15,0 1 1-15,2-3 0 16,7-5-1-16,3-2-2 16,2-2 2-16,4-4 0 15,0-3 4-15,-2-3-3 16,-1-2 0-16,-1 0 1 0,-3 0-2 15,-4 0 0-15,-1 0 0 16,-2-2 1-16,-4 0-1 16,0 2 2-16,0 0-4 15,0 0-2-15,0 0 7 16,-4 4-5-16,-3 5 2 0,3 4 0 16,0 2 0-16,-2 2 2 15,5 4-2-15,0-2 0 16,1 5 0-16,0-3 0 15,0 2 0-15,1-3 0 16,4 0 0-16,1 0 1 0,-2-3 0 16,1-2-1-16,0-2 1 15,-4 0-1-15,-1-3 1 16,0 0 1-16,0-3 1 16,-10 2-2-16,-3-4 4 15,-2 1-2-15,-1 0 0 16,-1-2-3-16,2 0 2 0,3-2-2 15,1-2-2-15,7 0-23 16,4-3-51-16</inkml:trace>
  <inkml:trace contextRef="#ctx0" brushRef="#br0" timeOffset="26936.31">17300 3611 97 0,'0'0'2'0,"0"0"2"0,0 0 6 0,0 0-6 15,0 0 13-15,0 0 7 16,0 0 7-16,0 0-5 15,0 0-13-15,0 0-6 16,0 0-10-16,0 0 8 0,0 0-1 16,9-13-5-16,7 13 1 15,1 0 0-15,5 0 2 16,3 0 0-16,4 0 3 16,1-4-1-16,1 1 0 15,2 0 3-15,0-1-3 0,-1 0 0 16,1 1 0-16,-4-1-4 15,0 1 1-15,-2 0-1 16,-3 2-8-16,-3-2-23 16,-3 0-30-16,-3-1-12 15</inkml:trace>
  <inkml:trace contextRef="#ctx0" brushRef="#br0" timeOffset="27162.6">17727 3482 180 0,'0'0'21'0,"0"0"-22"16,0 0 2-16,0 0 2 16,0 0-1-16,40 14-2 0,-30-1 2 15,-5 1-1-15,2 2-2 16,-5 1 2-16,0 2-1 15,-2-1-18-15,0-4-34 16,0-2-15-16</inkml:trace>
  <inkml:trace contextRef="#ctx0" brushRef="#br0" timeOffset="27895.6">18180 3457 183 0,'0'0'-3'16,"0"0"-2"-16,0 0 5 0,0 0-3 16,0 0 5-16,0 0-3 15,0 0 2-15,0 0 1 16,0 0 0-16,-14 6 10 16,11-6 4-16,0 0-4 15,-1-1-3-15,0-3-5 0,1 0-4 16,2-2 0-16,-1 0 3 15,2-1-1-15,0 0-3 16,0 1 2-16,0 1-2 16,4 0 3-16,6 0 2 15,0 2-5-15,3 0 1 0,0 3-1 16,5 0 0 0,-1 0 0-16,-1 2 1 0,0 6-1 15,0-2 1-15,-3 2 0 16,1 4 0-16,-4 0 0 15,-1 1-1-15,-6 0 0 16,-1 3-2-16,-2-1-1 0,0 0 1 16,-7-2 1-16,-4-1 2 15,-5-1 0-15,0-2 0 16,-2-2 1-16,1-3-1 16,-1-1 1-16,0 1 1 15,5-4-2-15,4 0 1 0,0 0 0 16,4 0-1-16,2 0 1 15,3 0 2-15,0-2 1 16,3-2-1-16,4 0 1 16,4-1 0-16,2 2-1 15,2-2 0-15,1 1 0 0,3 0 0 16,-2 3 2-16,0-1-4 16,-1 2 0-16,3 0 0 15,-1 0-1-15,-2 0 0 16,1 0-2-16,-3 3-32 15,-1 0-53-15</inkml:trace>
  <inkml:trace contextRef="#ctx0" brushRef="#br0" timeOffset="28221.96">18471 3442 66 0,'0'0'104'0,"0"0"-104"0,0 0 9 16,0 0 4-16,38-8 4 16,-27 8-4-16,3 0-7 15,1 4-3-15,5 3 0 16,3 3-2-16,1 1 0 0,-4-3 0 15,3 0-1-15,1-1 1 16,-6 0 0-16,1 0 1 16,0-2-2-16,-4-1 1 15,0-3-1-15,-3 2 0 16,-3-3-11-16,-2 0-50 0,-2 0-31 16</inkml:trace>
  <inkml:trace contextRef="#ctx0" brushRef="#br0" timeOffset="28485.61">18674 3381 151 0,'0'0'9'0,"0"0"19"15,0 0-18-15,0 0-10 0,0 0 1 16,0 0 5-16,0 0-1 15,-43 44-1-15,35-28-1 16,1 2-1-16,-1-2 1 16,3 2-2-16,0-2 0 15,-1 0-1-15,3-4 1 16,-1 1 0-16,2-1-1 0,2-4-9 16,0-1-40-16,6-7-23 15</inkml:trace>
  <inkml:trace contextRef="#ctx0" brushRef="#br0" timeOffset="29098.13">18899 3387 106 0,'0'0'2'16,"0"0"-1"-16,0 0-3 15,0 0 1-15,0 0 2 16,0 0 2-16,0 0 8 15,45-33 5-15,-31 29 5 0,-1 0-6 16,1 4-9-16,1 0-3 16,1 0-2-16,-3 0-1 15,-4 4 0-15,-1 7-1 16,-3-1-1-16,-2 0-7 16,-3 3 0-16,0 1 0 0,-6-2 8 15,-2-1 0-15,-2-1 2 16,0-2 0-16,1-2 0 15,2-2 2-15,3-1 5 16,0-3 0-16,4 0 3 16,0 0 8-16,0 0 4 15,4 0-18-15,7 0-2 0,3-1 0 16,1-2-1-16,1 2-2 16,-2 1 1-16,0 0-1 15,-2 0 0-15,0 2-1 16,-6 5 2-16,1 1-2 15,-5 0 0-15,0 1-5 0,-2-1 5 16,-2 2 4-16,-8-2-3 16,-6 1 0-16,-5 0 1 15,-5 1 0-15,-3-1-1 16,-2 0-2-16,-1-2-34 16,-2 0-35-16</inkml:trace>
  <inkml:trace contextRef="#ctx0" brushRef="#br0" timeOffset="29488.59">18381 3766 90 0,'0'0'6'0,"0"0"-3"0,0 0-3 0,0 0 0 15,0 0 7-15,0 0 7 16,42 7 0-16,-21-7 2 0,4 0 5 16,4 0-3-16,4-3-5 15,0-1-3-15,3 1-5 16,-2-1-3-16,3 1 0 15,-5-2-1-15,2 0-1 16,-6 2 1-16,1 1-1 0,-6 0 0 16,-3-1 0-16,-2 3 1 15,-3 0-1-15,-5 0 0 16,-2 0-2-16,-5 0-21 16,-3 3-24-16,0 1-1 15,-3-1-15-15</inkml:trace>
  <inkml:trace contextRef="#ctx0" brushRef="#br0" timeOffset="29775.49">18423 3844 135 0,'0'0'4'15,"0"0"-5"-15,0 0 0 16,0 0-3-16,0 0-3 0,0 0 3 16,0 0 11-16,0 0 3 15,0 0 3-15,54 6 7 16,-29-6 1-16,4 0 0 16,1-4-4-16,1 1-5 0,-2-1-3 15,1 2-4-15,0 2-1 16,-5 0-3-16,-3 0-1 15,-2 0-48-15</inkml:trace>
  <inkml:trace contextRef="#ctx0" brushRef="#br0" timeOffset="32108.9">4578 10864 45 0,'0'2'2'0,"0"-1"-1"0,0 2-1 15,0 0 0-15,0 0 0 0,2 0 0 16,0 1 0-16,-2-1 1 15,2 0 1-15,-1 1 5 16,3-1-1-16,-2 1 0 16,0 0-4-16,-2-1-1 15,2 4-1-15,0-3 1 0,-1 2-1 16,2-1 0-16,-1 1 1 16,0 0 1-16,0-3 3 15,0 1-1-15,2-1-1 16,-1 0 0-16,1 0 1 15,0-3 1-15,4 0 3 0,-2 0 2 16,3 0 4-16,-2-6 1 16,6-2-3-16,-2-2 2 15,2-4-2-15,5-2-2 16,3-3-3-16,0-1 1 16,4-5-2-16,4-2-1 0,-2 1-1 15,1-2 1-15,0 1 1 16,-1 1 1-16,-2 1 0 15,-1 2-1-15,-3 2 2 16,-1 2-2-16,-5 2-1 16,-1 3-1-16,-3 4-1 0,-5 3-3 15,1 4 1-15,-2 3-1 16,-1 0-3-16,-4 5-23 16,0 0-33-16,-2-2-48 15</inkml:trace>
  <inkml:trace contextRef="#ctx0" brushRef="#br0" timeOffset="34012.51">11157 10815 154 0,'0'0'-5'0,"0"0"10"0,0-3 7 0,0 1-3 16,0 0-7-16,0 2 1 16,0-2 5-16,0 2-3 15,0 0 2-15,0 0-2 16,0 0-5-16,2 0 0 15,-2 0 0-15,3 0 0 0,2 0 0 16,-3 0-1-16,2 2-1 16,0 4 2-16,3-1 1 15,-3 2-1-15,2-1 1 16,0 1 0-16,0-3-1 16,1 2 1-16,-1-3-1 15,4-2 0-15,-3 1 2 0,1-2-1 16,4 0-1-16,1-5 7 15,0-5 3-15,3-4 3 16,2-4 2-16,2-1-1 16,1-3-2-16,3-3 1 0,0-2-2 15,1-1-3-15,4 2 3 16,2-3-4-16,-2 0-5 16,1 2-2-16,3 5 1 15,-4 2-1-15,-2 4-14 16,-5-1-36-16,-6 3-109 15</inkml:trace>
  <inkml:trace contextRef="#ctx0" brushRef="#br0" timeOffset="35394.81">18707 10799 74 0,'3'0'26'0,"-3"2"-19"0,0 0-6 0,2 1 0 16,-1 1 1-16,1 1 0 15,0-1 0-15,2 3 3 16,0-1 0-16,-2 1 3 15,1 0 3-15,4-3 0 0,-4 3 0 16,1-2-3-16,2 0-2 16,-1 1-3-16,1-3-1 15,1 1 0-15,-2-4 1 16,3 0 7-16,-1 0 6 0,2 0 5 16,3-6-3-16,0-4-3 15,4-4-8-15,0-3-4 16,6-2 0-16,-1-2 0 15,2-3 2-15,4 1-2 16,1-5 2-16,2 1 2 0,1-1 0 16,1-1 0-16,-2 2-1 15,1-1-2-15,-2 4-1 16,-1 1-1-16,-3 4 0 16,-2 4 0-16,-8 4-1 15,0 4-1-15,-5 5 0 16,-3 2-1-16,-6 0-17 0,-1-3-59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40:49.8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4819 4648 29 0,'0'0'4'0,"0"0"-2"0,0 0 3 0,0 0 3 0,0 0-4 16,0 0 7-16,0 0 3 15,0 0 4-15,0 0-6 16,0 0-6-16,-29-37 0 16,25 34-3-16,1 1-2 15,1 1 0-15,0 0-1 0,0-1 0 16,1 2 1-16,-3 0-1 16,-3 0 0-16,-1 0 0 15,-6 0 0-15,-1 0 0 16,-6 0 1-16,-1 4 0 15,-3 0 2-15,-1 0 0 0,-3 3-1 16,0 0-1-16,-2-1 0 16,1 1 0-16,-3 1-1 15,-1 0 0-15,-2-1 1 16,0 4-1-16,-3-1 0 16,1 3 0-16,-1-2 0 0,-1 3 0 15,-2-1 1-15,-1 1-4 16,-1 2 10-16,1-2-6 15,0 3-1-15,1-3 1 16,1 2 2-16,6 0 1 0,3-1 1 16,3 1 2-16,2-1-5 15,2 1-1-15,2 3 1 16,-2 0-2-16,3 1 0 16,0-1 1-16,1 2-2 15,1 1 1-15,1-1-2 16,2-3 2-16,0 2-1 0,1-2 1 15,5-3 0-15,-1 2 0 16,3-3 0-16,5 0-1 16,0 3 0-16,2-1 1 15,2-2 0-15,0 3 0 16,0 0 0-16,0-1 0 0,6-1 0 16,-2-2 0-16,3 2-4 15,1-2 2-15,2 0-2 16,3 0 1-16,1 0 2 15,2 0 2-15,4-1 0 16,2 0-1-16,0-1 1 0,3-1 0 16,2 0-1-16,2-3 2 15,0 3-1-15,2-3 1 16,3-1-1-16,1 1 0 16,3-3 0-16,5 3 1 15,-3-4-2-15,6 1 0 0,0-1 1 16,3-1 0-16,-2 2 0 15,0-1 1-15,2 0-1 16,0-2-1-16,1 2 1 16,-3-2-1-16,2 1 0 15,0 1 1-15,2-1-1 0,3 1 1 16,1 0 0-16,4 1 0 16,3-1 0-16,-1 0 0 15,3 0 0-15,2-3 2 16,-2 0-3-16,1 0 1 15,2 0-1-15,-2 0 1 0,4 0 0 16,-3-3 0-16,1 3 0 16,-1 0 0-16,-1 0 0 15,-2 0 0-15,3 0-1 16,-3 0 0-16,2 0 1 16,0 0-1-16,1 3 0 15,0-2 1-15,-3 0-1 0,1-1 0 16,-1 0 0-16,-3 0 0 15,1 0 1-15,-1-1 2 16,0-3-1-16,0 0 0 16,3 0-1-16,-3 1 0 0,1-2 1 15,1 1-1-15,-2 1 0 16,1-2 1-16,1-1-1 16,-2-1 0-16,-1 3-1 15,1-5 0-15,0 2 1 16,-1-3 0-16,3 0 1 15,-2 0 0-15,1-3 1 0,-1-1 1 16,-2-3-2-16,-3 2 0 16,-3-5 0-16,-5 1-2 15,-2-1 2-15,-6-2-2 16,-2 0 0-16,-6-2 0 16,-1 1 0-16,-5-2 1 0,-2 1-1 15,-2-2 2-15,-3 1-1 16,-1-1 1-16,-5-1-1 15,-5 0 1-15,-1-1-2 16,-3 1 1-16,-1-3-1 16,-2 3 1-16,0 1 1 0,0-1-2 15,0 2 1-15,-5-1-1 16,-5 2 0-16,-2 1 2 16,-2-1-1-16,-3 3 0 15,1-2 1-15,-6 3-2 16,3 0 1-16,-4 3-1 0,0-4 1 15,0 4-1-15,-4 3 1 16,-2-2-2-16,0 3 0 16,-5 2 1-16,-1 0-1 15,-1 1 1-15,-3 1 0 16,-2 2-1-16,-2 1 1 16,1 2 1-16,-3 0-1 0,-4 1 0 15,2 0-1-15,-1-1 0 16,0 1 1-16,-2-1 0 15,4 1-1-15,-5 0 1 16,2-1 1-16,-1 2-1 16,-1 1 0-16,2-2 0 0,-3 2 0 15,3-1 0-15,0-2 0 16,-3 3-1-16,-1-1 1 16,0 0-1-16,-1 2 1 15,2 0 0-15,-1 0 0 0,-1 0 0 16,2 0 0-16,-3 0 0 15,6 0 0-15,-5 0 0 16,2 0 0-16,1 0 0 16,2 0 0-16,-1 0 0 15,-2 0 0-15,2 0 0 0,1 0 0 16,-3 0 1-16,1 4-1 16,0 1 0-16,-1-2 1 15,-1 2-1-15,4-1 0 16,-3-1 0-16,2-2 0 15,4 2-1-15,-1-2 1 16,4-1 0-16,0 0 0 0,1 0 0 16,0 0 0-16,-3 0 0 15,3 0-1-15,-3 2 1 16,1 1 0-16,1 2 0 16,-2 1 0-16,-1 1 0 15,0 1 0-15,2 3 1 0,1 2-1 16,1 2 1-16,6-1-7 15,1-2-63-15,4-4-70 16</inkml:trace>
  <inkml:trace contextRef="#ctx0" brushRef="#br0" timeOffset="1310.24">8233 4895 40 0,'4'0'4'0,"0"-2"-4"0,-2 0 1 0,1-1-1 0,1 2 1 15,-2 1-1-15,2-2 0 16,-2 2 1-16,-1 0 3 15,1 0 3-15,0 0 1 16,1 0-3-16,1 0 0 16,-1 3-3-16,1 1 2 0,0 1-2 15,0 0-2-15,-2 0-1 16,1 0 3-16,1 1-3 16,-1-2 3-16,-1-1 1 15,1 1-2-15,1-2 1 16,0-2 9-16,1 0 7 0,5-5 6 15,4-3-9-15,7-5-8 16,1-1-2-16,7-6-3 16,8-1 0-16,4-2-1 15,3-2 1-15,6-3 2 16,4-3-1-16,-1-4-54 0</inkml:trace>
  <inkml:trace contextRef="#ctx0" brushRef="#br0" timeOffset="14926.76">6524 9189 47 0,'0'0'2'0,"-2"0"0"0,2-1 5 0,0 0 4 0,0-3-7 15,0 3 1-15,0-2 4 16,0 1 3-16,0 0 1 15,0 1 0-15,0-1-8 16,0 0 0-16,2 2-4 16,-2 0 0-16,1 0-2 0,1 0 0 15,0 0 0-15,0 0 0 16,0 0 0-16,0 4 1 16,0-1 0-16,0 0 2 15,1 0-1-15,0 1 4 16,-1-1 4-16,0 1-3 15,0 2-2-15,-1-1-1 0,2 1-2 16,0 2 1-16,1-1-2 16,-2 0 0-16,1 0 1 15,2 1 0-15,-1 1 0 16,0-1 1-16,1-1 1 0,-1 0 0 16,2 2 0-16,4-2 1 15,-3 0-1-15,1 1 0 16,1 0 0-16,3-1 0 15,-3 0 0-15,3 0 1 16,-2-1 2-16,1 1-2 0,-2-1-1 16,2 1 1-16,-2-2 0 15,-1 1-2-15,2 1 0 16,-1-1 0-16,-4-2 0 16,3 2-1-16,-3-2 2 15,2 0-2-15,-1-1 0 16,-2 0 0-16,3 0 0 15,0-2 1-15,2 1-1 0,-4-1 1 16,5 0-1-16,-2 0 1 16,0-1-2-16,1 0-3 15,0 0-13-15,0 0-17 16,-2 0-25-16</inkml:trace>
  <inkml:trace contextRef="#ctx0" brushRef="#br0" timeOffset="15396.85">6875 9292 26 0,'0'0'15'0,"0"0"7"0,0 0 3 0,0 0-3 15,0 0-12-15,0 0-5 16,0 0 0-16,0 0 3 15,0 0 2-15,0 0-3 0,0 0-1 16,0 0-2-16,16 26-3 16,-12-19 0-16,3 3 2 15,-3 0-1-15,1 3-1 16,0-1 2-16,-3 1-1 16,0 3 0-16,-2-2 4 15,0 1-1-15,0 0 0 0,-11-1 3 16,0 1 3-16,-4 1-3 15,-2 1 0-15,-1 0-4 16,-4 1-2-16,-1-2-7 16,3-7-79-16</inkml:trace>
  <inkml:trace contextRef="#ctx0" brushRef="#br0" timeOffset="18878">8125 9763 77 0,'0'-5'61'0,"0"2"-58"0,-2-2 4 16,0 0 3-16,1 2-2 15,-3 1 3-15,2-2 3 0,-3 2-2 16,2 1-2-16,-1 1-1 15,-2 0-8-15,1 0-1 16,-1 0-2-16,-2 2 2 16,-2 5-2-16,3 2 2 15,-2 4 2-15,-4 1-1 0,2 5 0 16,-1-1-1-16,1 3 1 16,0-1-2-16,1-1 1 15,4 0 0-15,0-1 0 16,3-2 0-16,3 0 1 15,0-2-2-15,0-1 1 16,4 1 0-16,5-4 2 0,1 0 0 16,3-3 2-16,0 0 0 15,3-1-1-15,2 0-1 16,-1-5 0-16,4-1-1 16,-3 0 1-16,2 0 1 15,0-4-2-15,-3-6 0 0,2 0 1 16,-6-3-1-16,-1-1 2 15,-3-3 8-15,-3 0 3 16,-4-2 2-16,-2-2-3 16,0 0 4-16,-2-3-2 15,-7 0 0-15,-3-2-7 0,-1 4-4 16,-2 0 1-16,-1 3-7 16,-2 3 0-16,5 4 2 15,-5 4-1-15,3 3 1 16,0 4-3-16,1 1-28 15,0 0-20-15,0 6-11 0,1 1-27 16</inkml:trace>
  <inkml:trace contextRef="#ctx0" brushRef="#br0" timeOffset="19134.09">7914 9860 103 0,'0'0'17'0,"0"0"-18"0,0 0 3 0,0 0-1 16,0 0 3-16,0 0 9 0,45 29 7 15,-27-25-3-15,2 0 2 16,5 2-5-16,-3-2-5 16,2 2-1-16,2 0-3 15,0 1-1-15,-1 1-1 16,-1-2-1-16,-1 4 0 0,-1-3-3 15,-4 0-12-15,2-1-19 16,-2-5-41-16</inkml:trace>
  <inkml:trace contextRef="#ctx0" brushRef="#br0" timeOffset="19305.5">8451 9913 306 0,'0'0'5'0,"0"0"2"0,0 0-5 16,0 0-1-16,0 0-9 15,0 0-30-15,0 0-45 16,0 0-53-16</inkml:trace>
  <inkml:trace contextRef="#ctx0" brushRef="#br0" timeOffset="19626.08">8583 9738 130 0,'0'0'-2'0,"0"0"4"0,0 0 8 16,0 0 8-16,0 0 2 15,7 44-5-15,-3-31-2 16,0 3-5-16,-1-1-3 16,4 3 1-16,-3-2-2 15,-2-2-1-15,1 1 0 16,-1-1 0-16,2-2 0 0,-2-3-15 15,-2 0-18-15,2-6-41 16</inkml:trace>
  <inkml:trace contextRef="#ctx0" brushRef="#br0" timeOffset="20039.63">8733 9736 232 0,'0'0'-8'0,"0"0"15"0,0 0-7 16,0 0 3-16,0 0-9 15,0 0 2-15,0 0 3 16,0 0 1-16,0 11 0 16,0 0-1-16,0-1 2 15,-4 3-2-15,-4 0 3 0,-1 0-1 16,-1-1-2-16,0-3-4 15,-1-1 5-15,1-2 0 16,4-3 2-16,0-2-1 16,3-1 2-16,3 0 3 15,0 0 2-15,0 0-4 0,0 0 1 16,5 0-5-16,4 0 2 16,2 0-2-16,-2 0 0 15,2 0 2-15,1 0 0 16,0 3 2-16,0 1 4 15,-1 1-4-15,1 0-2 16,-4 1 1-16,1 1-2 0,-4 2-3 16,1-4-19-16,-1-2-21 15,-3-3-48-15</inkml:trace>
  <inkml:trace contextRef="#ctx0" brushRef="#br0" timeOffset="20338.03">8954 9551 53 0,'0'0'121'0,"0"0"-117"0,0 0 0 0,0 0-7 15,0 0 3-15,0 0 3 0,0 0 1 16,0 0 1-16,2 48 2 16,0-34-4-16,-1 3 0 15,1 0-1-15,0-2 0 16,0-1 0-16,0-3-1 0,0 1-3 16,0-4-14-16,1-4-14 15,-3-2-31-15</inkml:trace>
  <inkml:trace contextRef="#ctx0" brushRef="#br0" timeOffset="20558.82">8835 9544 252 0,'0'0'-2'0,"0"0"4"15,0 0 0-15,0 0 2 16,0 0 0-16,0 0-2 16,56-12 0-16,-31 12-2 15,7-1 1-15,3 1-4 16,-1 0-39-16,3-3-53 0</inkml:trace>
  <inkml:trace contextRef="#ctx0" brushRef="#br0" timeOffset="20956.83">9652 9669 198 0,'0'0'0'0,"0"0"4"0,0 0 3 15,0 0-3-15,40 7-3 16,-27-5 0-16,1 1-2 16,1-2 0-16,-1 0-19 15,-4-1-62-15</inkml:trace>
  <inkml:trace contextRef="#ctx0" brushRef="#br0" timeOffset="21091.82">9652 9829 214 0,'0'0'80'16,"0"0"-123"-16,0 0 53 15,50 10-15-15,-25-10-55 16</inkml:trace>
  <inkml:trace contextRef="#ctx0" brushRef="#br0" timeOffset="22380.34">10402 9332 71 0,'0'0'4'0,"0"0"6"0,0 0-8 16,0 0-1-16,-40-3 5 16,30 3 6-16,2-1 8 15,-1-1-2-15,-2 1-2 0,4 0-4 16,-2 1-7-16,0 0-4 15,2 0-1-15,-1 0 1 16,3 0-1-16,-1 0-1 16,1 0 1-16,0 0-1 15,3 0 0-15,-3 0 2 16,2 0 4-16,2 0-3 0,-1 0-2 16,-2 1-4-16,2 0 2 15,-1 1 3-15,1-1 2 16,0 2-2-16,-1 1-1 15,1 0 1-15,-2 2-1 0,2 4 1 16,-1 0 4-16,1 4 1 16,2 1-4-16,0 5-1 15,0 2 2-15,0 2-2 16,0 2 0-16,2 0 1 16,1 3 0-16,1 1 1 0,0 1 2 15,1-1 1-15,-4 4 1 16,2 2 1-16,2-2-3 15,-1 1 0-15,-1 0-2 16,1 0-1-16,0-1 2 16,-2 1-1-16,1 2 2 15,-3 2-3-15,0-1 3 0,0 2-1 16,0 1 0-16,0 0-1 16,0-1 1-16,0-2-1 15,0-5-2-15,0 1 1 16,0-7-1-16,0 0 0 15,0-4-1-15,1-2 0 0,1-1 1 16,0-2 1-16,2-2-2 16,-1 1 0-16,0-2 0 15,4-1-2-15,-2 1 2 16,6-2 2-16,-4 0 0 16,3-2 0-16,3 0-2 0,2-2 1 15,1-3 1-15,3-1 2 16,2 0-2-16,4-3-2 15,4-2-7-15,0 0-55 16,4-5-63-16</inkml:trace>
  <inkml:trace contextRef="#ctx0" brushRef="#br0" timeOffset="29342.02">10792 9426 89 0,'0'0'3'0,"0"0"12"0,0 0 1 0,0 0-2 0,0 0 24 15,0 0 8-15,6-37-6 16,-6 33-6-16,0 1-10 15,0 0-7-15,0 0 1 16,0 2-5-16,0 1-9 16,0 0-6-16,0 8-4 0,0 9 4 15,5 5 4-15,1 6-2 16,1 2 1-16,2 0-2 16,-2 0-13-16,-1-2-17 15,0-7-51-15,-3-4-129 16</inkml:trace>
  <inkml:trace contextRef="#ctx0" brushRef="#br0" timeOffset="30125.12">11705 9380 92 0,'0'0'23'0,"0"0"-19"0,0 0 2 16,0 0-4-16,0 0 1 15,-36 6 7-15,26 0 1 0,2-1-2 16,-1 4-1-16,0 2-1 15,1 0-4-15,0 1-1 16,2 5 0-16,2-2 0 16,-3 1 5-16,5 1 4 15,0-2 3-15,0-3-1 0,2 1-5 16,0-2-2-16,0-2 0 16,4-2-2-16,1 0 0 15,3-1 5-15,1-3 0 16,2-2-1-16,2-1 0 15,1 0-2-15,0 0-1 16,4-3-2-16,-3-4 1 0,-1-3 3 16,1-1 0-16,-7-3 4 15,0-2-3-15,-5-1 1 16,-3-2-3-16,0 1-2 16,-3 1-2-16,-9 0-4 15,-3 5 0-15,-3 4-2 0,-2 5-3 16,0 3-8-16,-1 2-6 15,5 8-16-15,4-2-63 16</inkml:trace>
  <inkml:trace contextRef="#ctx0" brushRef="#br0" timeOffset="30757.68">12349 9380 149 0,'0'0'10'0,"0"0"27"0,0 0-16 0,0 0-6 15,0 0-8-15,0 0-4 16,0 0 2-16,0 0-3 16,0 0-1-16,9-38 2 15,5 35 1-15,-1 3 3 16,1 0-3-16,0 0 0 0,1 0-2 16,-3 6-1-16,-1 5-1 15,-1 2-1-15,-6 1-1 16,-2 2 0-16,-2 2-2 15,0-1-1-15,-11 3-3 16,-4-2 4-16,-1 0 2 0,-2-3 0 16,-3 0 4-16,6-4-1 15,1-3 2-15,6-2 1 16,4 0 2-16,4-2-2 16,1-3 2-16,13-1 15 15,10 0-1-15,4 0-6 0,7-2-5 16,8-4-6-16,1 2-2 15,1 0-1-15,-3 2-6 16,-4-1-65-16</inkml:trace>
  <inkml:trace contextRef="#ctx0" brushRef="#br0" timeOffset="31340.14">11027 10119 231 0,'0'0'3'0,"0"0"22"0,0 0-2 0,0 0-4 15,0 0-11-15,0 0 2 16,0 0-9-16,0 0-5 16,0 0 5-16,0 0 0 0,-10 42 0 15,10-16 0-15,0 4 0 16,0-4 0-16,0 0 1 16,6 1-1-16,3-4-14 15,3-6-37-15,3-3-74 16</inkml:trace>
  <inkml:trace contextRef="#ctx0" brushRef="#br0" timeOffset="31705.06">11848 10124 106 0,'0'0'94'16,"0"0"-66"-16,0 0 16 0,0 0-18 15,0 0-18-15,0 0-6 16,0 0 6-16,0 46-2 16,0-23-1-16,-2 2-2 15,2 1-1-15,0 2 1 16,0-3-1-16,0 1-8 0,5-6-19 16,5-5-58-16,4-6-140 15</inkml:trace>
  <inkml:trace contextRef="#ctx0" brushRef="#br0" timeOffset="32010.24">12469 10163 295 0,'0'0'20'0,"0"0"-22"16,0 0 0-16,0 48 2 15,0-25 2-15,0 1 0 16,1 3-1-16,3-1-1 15,-2-2-7-15,2-4-16 0,1-2-27 16,2-8-57-16</inkml:trace>
  <inkml:trace contextRef="#ctx0" brushRef="#br0" timeOffset="32900.58">12642 9258 238 0,'0'0'5'0,"0"0"3"0,0 0-7 0,0 0 0 16,0 0 1-16,49 0-1 16,-29 0 0-16,5 0 1 15,-1 0 0-15,4-1 1 16,2 1-1-16,1-2 1 0,-2 2 2 15,-2 0-1-15,0 0-3 16,-4 0 1-16,-4 0-2 16,-5 3-1-16,-3 0 1 15,-3 4-2-15,-2 0 0 16,-2 1-2-16,-1 1 3 0,-1 1 1 16,0 3 0-16,2 3 1 15,-2 2 1-15,2 2 0 16,4 3 0-16,-1 4 0 15,3 1-1-15,-3 3 0 16,1-1 0-16,4 2-1 16,-5 2 0-16,2-2 1 0,0 2-1 15,2 0 2-15,-1 3 6 16,1 2-4-16,1 1-1 16,2 1-2-16,0 2 1 15,0 4-2-15,-1 1 1 0,-1 2-1 16,2 4 0-16,-5-1 0 15,-2 0 0-15,0-4 1 16,-3-4 6-16,-1-3 1 16,-2-6-3-16,-1-4 0 15,0-1-1-15,-1-2 1 0,-6-2-3 16,-5-4 3-16,-1-1 0 16,-3-1-2-16,0-3-1 15,-1-3 1-15,2-4 0 16,-2-1-2-16,2-4 2 15,-1-3-1-15,-1-3-2 16,-1 0-8-16,-1-10-13 0,0-10-22 16,0-3-92-16</inkml:trace>
  <inkml:trace contextRef="#ctx0" brushRef="#br0" timeOffset="33206.03">13536 9863 315 0,'0'0'24'0,"0"0"-3"0,0 0-12 0,0 0-9 16,0 0-13-16,0 0-60 0,0 0-165 15</inkml:trace>
  <inkml:trace contextRef="#ctx0" brushRef="#br0" timeOffset="41755.32">13891 9130 33 0,'0'0'3'0,"0"0"-3"0,0 0-1 0,0 0 1 16,-40 13 14-16,32-11 14 15,-1-1-4-15,3 2-3 16,-6-2-13-16,0 2-6 16,-1 0-1-16,-3-1 0 15,0 0-2-15,0 1 1 0,-2-2 1 16,1 0 5-16,1 0 17 16,0 0-2-16,1 1-10 15,-1-1-4-15,5 1 1 16,0 0-4-16,4 1 1 0,1 1-2 15,3 2-2-15,1 0-3 16,0 2 0-16,2 4 2 16,0 1-2-16,0 3 0 15,0 3 3-15,2 5-1 16,3 1 2-16,3 3-1 0,0 2 1 16,2 2-6-16,-1 1 4 15,0 1 2-15,1 0 0 16,-2 3-1-16,-3 1 0 15,-1 1-1-15,1 2 0 16,-5 0 2-16,0 2-2 16,0-1 1-16,0 2-1 0,0-1 0 15,0-2 1-15,0 2-1 16,2-2 0-16,-2 2 0 16,2 1 0-16,2 1 0 15,1 0 0-15,1-3-2 16,-3 2 1-16,6-5 1 15,-5-2 1-15,0-4 0 0,1-5-2 16,0-2 0-16,1-6 1 16,-1 1 7-16,1-7 1 15,1-1 7-15,0-2 5 16,1-2-2-16,0-2-1 0,0-3 4 16,3-1-4-16,3-3-4 15,-1 0-7-15,6 0-3 16,2-3 0-16,2-8-6 15,2-1-32-15,2-6-59 16,-2-6-135-16</inkml:trace>
  <inkml:trace contextRef="#ctx0" brushRef="#br0" timeOffset="42643.79">14116 9312 134 0,'0'0'14'0,"-2"0"18"0,-2 0-17 0,1-1-8 0,0-2-3 15,2 3 1-15,-3-2 6 16,1 2-2-16,1-1 3 16,1 1-3-16,-1 0-6 0,1 0-2 15,-1 0-2-15,-5 5 0 16,3 6 0-16,-1 3 0 16,-1 2 1-16,3 2-1 15,1 2 1-15,2-2-1 16,0-1-2-16,3-3-1 0,7-1 2 15,4-1 2-15,1-5 1 16,1-3 1-16,2-2 3 16,2-2 0-16,-3 0-3 15,1-7 3-15,-4-4 0 16,-2-1 3-16,-2-3 8 0,-7 0 5 16,-2-1 0-16,-1-1-7 15,0 1-8-15,-6 2-2 16,-4 1-4-16,-2 5-4 15,-1 2-4-15,-3 6-13 16,3 0-20-16,0 2-27 16,5 2-120-16</inkml:trace>
  <inkml:trace contextRef="#ctx0" brushRef="#br0" timeOffset="43228.89">14951 9251 121 0,'0'0'42'0,"0"0"-29"0,0 0 3 0,0 0-2 16,0 0-8-16,0 0-3 16,0 0 5-16,0 0 0 15,0 0 5-15,0 0 9 0,-18-4-3 16,18 1-6-16,0 2-2 15,0 0-9-15,8-1-2 16,1 2 4-16,2 0-3 16,3 0-1-16,0 0 0 15,1 0 0-15,1 3 1 0,-5 4-2 16,1 1-2-16,-6 2-4 16,-2 4-5-16,-4-1 3 15,0 5-2-15,-4-2 4 16,-8 0 6-16,1 2 2 15,-2-5-1-15,2 0 1 0,4-3 1 16,2-2 0-16,3-3 2 16,2-2-4-16,0-1 10 15,9-2 8-15,5 0 8 16,4 0 0-16,4-4-11 16,3-2-9-16,-1-1-5 0,2 3-1 15,-3 0-19-15,-9 1-54 16,-5 1-52-16</inkml:trace>
  <inkml:trace contextRef="#ctx0" brushRef="#br0" timeOffset="43711.39">14199 9737 251 0,'0'0'8'15,"0"0"31"-15,0 0-19 0,0 0-3 0,0 0 0 0,0 0-13 16,0 0-5-16,0 0-2 16,0 0-1-16,0 0 5 15,-12 55 1-15,11-32-1 16,1 0 0-16,0-3-1 0,0-2-8 16,1-4-24-16,9-5-13 15,4-5-39-15</inkml:trace>
  <inkml:trace contextRef="#ctx0" brushRef="#br0" timeOffset="44261.22">15105 9676 86 0,'0'0'43'0,"0"0"-23"0,40-16 14 16,-23 9-6-16,0 3-3 16,5 0-5-16,-7 2-4 0,1-1-6 15,-3 3-4-15,1 0-3 16,-8 2-3-16,-1 6-2 15,-5 2-8-15,0 4-14 16,-7 1 7-16,-8 3 13 16,0-1 1-16,-2-1 1 15,-1-1 5-15,5-5-1 0,2 0 3 16,3-3 6-16,4-1-2 16,4-4-3-16,1 0 0 15,13-2 14-15,6 0 0 16,6 0-1-16,8-7-13 15,1 3-1-15,4-2-7 0,-2-1-51 16,-4 3-70-16</inkml:trace>
  <inkml:trace contextRef="#ctx0" brushRef="#br0" timeOffset="44750.99">14327 10275 214 0,'0'0'15'0,"0"0"25"16,0 0-6-16,0 0-6 0,0 0-6 15,0 0-10-15,0 0-8 16,0 0-5-16,0 0-1 16,0 37 4-16,0-14 0 15,0-1-1-15,0 1 0 0,2 1-8 16,5-2-25-16,0-2-9 15,2-5-17-15,4-6-86 16</inkml:trace>
  <inkml:trace contextRef="#ctx0" brushRef="#br0" timeOffset="45192.19">15281 10281 243 0,'0'0'42'0,"0"0"-37"0,0 0-3 15,0 0-4-15,0 0 1 16,0 0 1-16,-38 30 0 16,29-16 0-16,1 0-1 15,0 5-1-15,4 1 1 0,0-1-3 16,4 1-5-16,0-4-2 16,0-2-2-16,9-3 4 15,2-4-2-15,4-4 4 16,-1-3 4-16,0 0 8 15,3-1 1-15,-3-10 0 0,-3-2 1 16,0-2 6-16,-5-2 3 16,-1-2-2-16,-3 0-2 15,-2-4-6-15,0 1-3 16,-8-4-16-16,-2-1-40 16,-3-2-25-16</inkml:trace>
  <inkml:trace contextRef="#ctx0" brushRef="#br0" timeOffset="45932.94">15443 9199 84 0,'0'0'55'0,"0"0"-26"0,0 0 2 0,0 0-22 16,0 0-6-16,0 0 0 15,0 0 1-15,40-23 0 0,-26 18 0 16,2 1 4-16,2 0 1 15,0-1 2-15,0 0-4 16,2 2-4-16,-1 2-1 16,0 1-2-16,1 0 1 15,-3 0-2-15,-2 7 1 16,-1 4-2-16,-2 3 0 0,-1 5-2 16,1 2 2-16,-5 5 0 15,1 5 1-15,2 1 2 16,-4 4-1-16,3 7 2 15,2 0-1-15,-1 3-1 16,1 4 2-16,0-2 0 0,2 5-4 16,-2 0 4-16,-1 2-1 15,-1 3-1-15,-3 3 5 16,0 0 3-16,-4 3 2 16,1-3-2-16,-3 0-2 15,0-4 3-15,0-3 1 0,0-4 2 16,0-8 2-16,-4-5-3 15,-1-6 1-15,-6-5 1 16,-3 0-3-16,-5-5-4 16,-4 0 9-16,-8-4-14 15,-7-1 5-15,-13-6-33 0,-8-10-59 16,-10-1-140-16</inkml:trace>
  <inkml:trace contextRef="#ctx0" brushRef="#br0" timeOffset="47027.88">12420 8922 159 0,'0'0'9'0,"0"0"9"0,0 0 7 16,0 0-17-16,-32-44-6 15,18 34 6-15,-3-2 6 0,0 0 0 16,-5-3 1-16,1 1-1 16,-3-2-6-16,-1-2-3 15,-3-3 0-15,0-1-3 16,-3 0-2-16,-4-2 1 15,1-1-2-15,-4 0 1 16,-1 1-2-16,-2-2 2 0,-1 3-1 16,-2-1-3-16,0 0 9 15,-4 3-6-15,0 0 0 16,-4 1 4-16,-2 1-3 16,-2-1 1-16,-4 0-1 15,-3 1-2-15,-2-1 1 0,-1-3 0 16,-1 2 0-16,-2-1 1 15,-1-2 0-15,-1 1 1 16,0 2 0-16,-1-2 0 16,0 2 2-16,-2 1 0 15,0 0 3-15,1 2 3 0,-3-1 2 16,4 2 1-16,1 3 1 16,2-1-7-16,1 2-1 15,1 1-2-15,3 1-2 16,3 1-2-16,1 3 3 15,2 1-4-15,3 2 4 0,3 1-2 16,4 2 1-16,0 1 0 16,3 0-3-16,3 0 4 15,2 0-2-15,3 1 1 16,2 2-1-16,5 1-1 16,3-2 3-16,6-1-2 15,3-1 1-15,2 2-1 0,4-2 0 16,2 0 1-16,3 0-1 15,-2 0 0-15,4 0-1 16,3 0-3-16,0 0-29 16,-2-2-55-16,4-6-140 15</inkml:trace>
  <inkml:trace contextRef="#ctx0" brushRef="#br0" timeOffset="47632.73">9554 7736 82 0,'0'0'50'0,"0"0"-50"0,0 0 1 0,0 0-1 15,-30 38 0-15,23-29 1 16,-2 2 12-16,-3-1 2 16,1 1 2-16,-1 2-4 0,-3 1-3 15,-1 0-6-15,-3-1 1 16,2 0-1-16,-4 1 2 16,3-4-1-16,-4 1 3 15,4-1-5-15,-4 2-1 16,4-2-1-16,-4-2 0 0,3 1 1 15,4-1-2-15,-1-2 1 16,7-2 0-16,1-2 1 16,4 1-1-16,3-2-1 15,1-1 0-15,0 2-5 16,0 0-1-16,7 1 5 0,1 3 6 16,5 1-3-16,2 1 0 15,2 1 0-15,3 4-1 16,-3-2-1-16,2 2 0 15,-1 1 0-15,0 0 1 16,-1 0-1-16,0 2 1 0,-2-3-1 16,-3 1 0-16,1-3 0 15,-4 3 0-15,2-5 1 16,-2 1-1-16,-2-1 0 16,1-2 0-16,-3 0 0 15,2-2 1-15,-3-2 5 0,0 0 3 16,1 1 1-16,-1-2-3 15,-1-2-3-15,4 0 0 16,-5-6-41-16</inkml:trace>
  <inkml:trace contextRef="#ctx0" brushRef="#br0" timeOffset="50200.59">9233 8035 53 0,'0'0'3'0,"0"0"3"0,0 0 8 0,0 0-9 16,0 0-1-16,0 0 3 16,0 0 0-16,0 0 0 15,0 0 2-15,40-18 1 0,-35 14-1 16,6 0-4-16,0-1 1 15,0 2-1-15,5-1-1 16,-3 0 1-16,5 0-1 16,-3 1 4-16,6 1-1 15,-1 1-2-15,3 1-3 0,1 0 0 16,0 0 0-16,2 0-7 16,-2 3-50-16</inkml:trace>
  <inkml:trace contextRef="#ctx0" brushRef="#br0" timeOffset="50963.76">9510 7734 21 0,'0'0'16'0,"0"0"-5"0,0 0 16 15,0 0-8-15,0 0-12 16,0 0 3-16,0 0 0 16,0 0 1-16,0 0-2 15,0 0 3-15,0 0 0 0,0 0-6 16,-27-25-1-16,27 25-14 16,0 1 4-16,0 8 2 15,0 3 2-15,0 4 3 16,0 5 0-16,0 4 1 15,-2 2-2-15,2 2 1 0,-4 3 1 16,2 0-2-16,-1 2 0 16,1-1 0-16,1-3 0 15,0 0 0-15,-2-5-1 16,1 0 0-16,0-4-1 16,-1 0-2-16,0-3-12 15,2-2-15-15,-3-5-36 0</inkml:trace>
  <inkml:trace contextRef="#ctx0" brushRef="#br0" timeOffset="51296.62">9430 7885 84 0,'0'0'19'0,"0"0"1"0,0 0-19 16,0 0 5-16,-5 37-1 15,1-13-1-15,-2 4-1 16,1 5 0-16,-4 0 0 15,4 1-2-15,-3-5-1 16,3-3-4-16,1-5-3 16,-3-6 5-16,6-6 0 0,-1-7-2 15,2-2-14-15,-2 0-12 16</inkml:trace>
  <inkml:trace contextRef="#ctx0" brushRef="#br0" timeOffset="51817.73">9276 7961 154 0,'0'0'4'0,"0"0"3"0,0 0-6 16,0 0 0-16,0 0 0 16,0 0-1-16,0 0 2 15,14 36-2-15,-6-29 0 16,-1 0 0-16,4-4 1 15,-2-2-1-15,-1-1-10 16,4 0 11-16,-3-1-8 0,0-6-3 16,-1-3-3-16,-2 3 0 15,-2-1 2-15,-2 0 3 16,-2 4 7-16,0 1 1 16,0 2-2-16,-2 1-1 15,-3 1 1-15,0 8 5 0,1 3 1 16,-1 3 6-16,3 0-3 15,1 2-2-15,1-1-3 16,0-5-1-16,0 1 0 16,0-4 0-16,1-4-2 15,0-1-2-15,1-3-5 0,0 0 7 16,-2-1 3-16,2-8-1 16,-2-2-1-16,2-3 0 15,-2 2-2-15,2-3-2 16,-2 2-2-16,1 3 2 15,0 6 4-15,1 2 1 16,-1 2 0-16,2 5 5 0,-3 6 1 16,2 2-2-16,-2 0-3 15,2 1-1-15,-2-1 0 16,2-3 0-16,-1-2-7 16,-1-4-27-16</inkml:trace>
  <inkml:trace contextRef="#ctx0" brushRef="#br0" timeOffset="51989.12">9345 8051 147 0,'0'0'1'0,"0"0"-4"0,0 0 4 16,0 0 0-16,0 0 0 15,0 0-1-15,0 0 0 16,11 37-8-16,-6-36-24 15,1-1-42-15</inkml:trace>
  <inkml:trace contextRef="#ctx0" brushRef="#br0" timeOffset="52301.62">9450 7849 40 0,'0'0'8'0,"0"50"10"16,0-21-3-16,2 3-10 15,-2 5-3-15,0 1-1 16,0 1-24-16</inkml:trace>
  <inkml:trace contextRef="#ctx0" brushRef="#br0" timeOffset="81742.14">8062 10386 67 0,'5'0'3'0,"1"-4"1"0,2 0 7 0,2-1 1 0,1 0-3 16,3 0-3-16,3-1 2 16,2 0 1-16,5 1 3 15,3-3 7-15,7-1-7 16,1 1-5-16,5-1-4 15,3-2-1-15,4 0-1 0,2 0-1 16,0-3 1-16,-1 0 0 16,0-2-1-16,-3-1 0 15,-2-1 1-15,-2 1-2 16,-2 0 2-16,-3 1-1 16,-3 3 0-16,-3 2 1 0,-4 3 0 15,-7 5-4-15,-4 3-14 16,-7 0-20-16,-5 2-5 15,-3 7-47-15</inkml:trace>
  <inkml:trace contextRef="#ctx0" brushRef="#br0" timeOffset="82211.72">8261 10514 59 0,'0'0'2'0,"0"0"1"0,54-24 3 0,-29 15-2 0,1 2-1 0,1 0-1 15,0-2 2-15,4 2 1 16,1 0 4-16,1 0-2 16,1 0 1-16,1 1-1 15,1-1-3-15,-1 0 1 16,1-3 1-16,-2 3 1 0,2-3 0 15,-1 2-1-15,-1 0 1 16,-3-2-1-16,-4 2 2 16,-2-1 0-16,-5 2-1 15,-2 3 1-15,-5 0-6 16,-1 2-1-16,-2 2 0 0,-3 0 0 16,-3 0-11-16,-1 5-42 15,-3 0-14-15</inkml:trace>
  <inkml:trace contextRef="#ctx0" brushRef="#br0" timeOffset="87571.17">19388 7345 99 0,'0'0'17'0,"0"-1"12"0,0-1-7 0,0 2-13 16,2 0-8-16,-1 0-2 15,1 0 0-15,0 0 1 0,1 0 0 16,0 0 0-16,0 0 0 15,1 0 0-15,3 0 0 16,3-2 2-16,6-6 12 16,5-7 5-16,9-7-4 0,10-6-5 15,9-6 2-15,8-6-7 16,7-4-3-16,-1-3-5 16,0 1-66-16</inkml:trace>
  <inkml:trace contextRef="#ctx0" brushRef="#br0" timeOffset="88481.36">19483 8276 86 0,'0'0'5'15,"0"0"-4"-15,0 0-3 0,0 0 3 0,0 0-1 16,0 0 0-16,0 0 0 15,0 0 9-15,0 0 2 16,0 0 0-16,0 0-4 16,-16 43 1-16,14-35 0 15,-2 0-3-15,4-1 0 0,0-4 7 16,0-3 1-16,6 0 13 16,11-14 10-16,13-10-11 15,17-9-14-15,17-14-8 16,15-8-12-16,15-14-87 15</inkml:trace>
  <inkml:trace contextRef="#ctx0" brushRef="#br0" timeOffset="90210.74">21255 5991 33 0,'2'-7'34'0,"-1"-1"-6"0,0 0-1 16,-1 0 10-16,0 0-3 15,0 2-11-15,0-1-7 0,0 3-6 16,0 1-10-16,0 0-2 16,-4 3 1-16,-4 0 9 15,-1 0-6-15,-3 7-2 16,-5 5-1-16,-2 3 1 0,2 5-1 16,-4 0-1-16,2 6 0 15,5-1 1-15,0-1-2 16,6 2 0-16,3-2 1 15,5-3-1-15,0 0-1 16,1-2-1-16,11-2 5 0,4 0 3 16,7-4 0-16,-1-2 1 15,6-4 0-15,4-2-1 16,-1-5-1-16,-1 0 1 16,1-5-2-16,-4-6 4 15,-4-3-2-15,-1-5 8 0,-5-2 5 16,-5-3-2-16,-3-3-3 15,-3-4-5-15,-3-1-1 16,-1 0-1-16,-2 0 0 16,0 5-3-16,0 3 1 15,-2 3-2-15,-1 7-2 0,-5 4 3 16,-1 3-11-16,-1 4-18 16,-5 3-24-16,-3 0-29 15,-1 6-14-15</inkml:trace>
  <inkml:trace contextRef="#ctx0" brushRef="#br0" timeOffset="90467.89">21105 6109 102 0,'0'0'0'0,"0"0"-2"0,0 0 4 0,0 0 0 0,0 0 2 0,0 0 0 16,0 0 7-16,43 32 20 15,-25-31 3-15,7 1-9 16,2 0-10-16,2 1-7 16,0 3-6-16,0 1-1 15,-1 3 0-15,-2 0 1 0,-2 0-2 16,0 1 1-16,-1 2-1 16,-1-2-1-16,0-2-6 15,-3 1-26-15,1-6-42 16</inkml:trace>
  <inkml:trace contextRef="#ctx0" brushRef="#br0" timeOffset="90652.34">21678 6155 261 0,'0'0'-6'15,"0"0"32"-15,0 0 2 16,0 0-20-16,0 0-4 15,0 0-3-15,0 0 1 16,0 0-6-16,2-28-51 16,-2 33 16-16,0-1-42 0</inkml:trace>
  <inkml:trace contextRef="#ctx0" brushRef="#br0" timeOffset="90943.7">21812 5999 212 0,'0'0'-27'0,"0"0"47"16,0 0-3-16,0 0-10 15,0 0-9-15,0 0-12 16,0 0 1-16,0 0 11 15,12 35 2-15,-12-12 0 16,0 4 2-16,0-4-1 0,0 1 1 16,0-5 0-16,0-1 2 15,0-3 0-15,3-2 1 16,2-3-10-16,0-6-42 16,3-4-15-16</inkml:trace>
  <inkml:trace contextRef="#ctx0" brushRef="#br0" timeOffset="91287.58">22000 5983 238 0,'0'0'-11'16,"0"0"31"-16,0 0-11 16,0 0-11-16,0 0-11 15,0 0 1-15,0 0 10 16,0 0-1-16,-51 27-4 15,32-14 4-15,0 2 1 0,1-3-1 16,1-1-1 0,4-1 2-16,3-1 3 0,5-1 0 15,2-1-1-15,3 0-3 16,0 0 0-16,11-1-1 16,4 2 5-16,5 0 4 15,4-1 8-15,-2-1-2 0,3-1-2 16,0 1-5-16,-1 0-2 15,-3-1 0-15,0 1 1 16,-2-3 1-16,-2 0-10 16,-1-3-27-16,-3 0-39 15,-3-7-26-15</inkml:trace>
  <inkml:trace contextRef="#ctx0" brushRef="#br0" timeOffset="91570.62">22245 5791 119 0,'0'0'9'16,"0"0"-7"-16,0 0-6 15,0 0 4-15,0 0 1 0,0 0 5 16,3 44 0-16,-3-29 1 15,0 2-1-15,0 1-1 16,0-1-2-16,0-1-1 16,0-2 1-16,0 0 3 0,0-1 0 15,0-2 2-15,-8-4 2 16,3-1-10-16,-3-6-34 16,0 0-21-16</inkml:trace>
  <inkml:trace contextRef="#ctx0" brushRef="#br0" timeOffset="91726.55">22110 5800 231 0,'0'0'10'16,"0"0"1"-16,49-33-7 16,-18 26-3-16,2 4 1 0,6 0 3 15,0 3-16-15,-3 0-41 16,-2 1-37-16</inkml:trace>
  <inkml:trace contextRef="#ctx0" brushRef="#br0" timeOffset="92240.05">21132 6678 44 0,'0'0'7'0,"41"0"18"0,-12 0-7 0,8-2-5 0,8-4 0 15,9-1 2-15,7 0 2 16,7-3 7-16,7-2 2 16,6 0-2-16,7 0-5 15,4 0-5-15,1 2 2 0,2 0-9 16,-2 5-4-16,-4-1 0 16,-9 4-1-16,-12 1-1 15,-11 1-1-15,-13 0-8 16,-13 1-25-16,-16 5-35 15,-13 4-33-15</inkml:trace>
  <inkml:trace contextRef="#ctx0" brushRef="#br0" timeOffset="92922.97">21271 7307 133 0,'0'0'19'0,"0"0"28"16,0 0-27-16,0 0-15 15,0 0-8-15,0 0 0 0,0 0 1 16,0 0 0-16,43 45 1 16,-28-29 1-16,-2 1-1 15,0-2 0-15,-1 0 1 16,1-3 0-16,-1-3 0 16,-4-3 0-16,1-3-2 0,1-3 3 15,-1 0 14-15,2-12 4 16,2-3-2-16,1-7-9 15,1-6-3-15,-1-4 0 16,-3-3-3-16,0-3 0 16,-5-1 0-16,-3 1-1 0,-3 1 1 15,0 3-2-15,0 7 0 16,-6 3 0-16,-2 4 0 16,-1 4 1-16,1 2-1 15,1 4-1-15,-3 3-1 16,2 0-1-16,2 3-2 0,-1 2 3 15,4 1 3 1,2-2 0-16,1 3-1 0,0 0-2 16,0 0-10-16,8 0 10 15,5 0 1-15,4-1 2 16,5-1-1-16,5-3-1 0,6-1 1 16,1-1 3-16,6-3 1 15,3 0 6-15,5-2 0 16,-3 1-1-16,4 3-4 15,-3-1-2-15,-1 5-3 16,-4 0 1-16,-1 2 0 0,-8 2 0 16,-1 0-5-16,-11 6-28 15,-6 2-28-15,-8 2-36 16</inkml:trace>
  <inkml:trace contextRef="#ctx0" brushRef="#br0" timeOffset="93488.9">21944 7213 124 0,'0'0'5'0,"0"0"34"0,0 0-5 0,0 0-17 16,3-39 1-16,-3 30-2 15,-7 5-4-15,-2 2-10 16,-3 2 5-16,-3 0-7 0,1 3 1 16,-5 10-4-16,3 2 1 15,2 4 1-15,1 2-1 16,6 0 1-16,-2-1 0 16,6 0 0-16,2-3 1 15,1-3-3-15,0-2-1 0,7-5-2 16,4 1 3-16,3-6 0 15,3-2 6-15,2 0-1 16,0-4 0-16,1-5-1 16,-3-5 1-16,0-4 0 15,-4-3-1-15,1-4 2 0,-4-4-2 16,-2-3 1-16,0-4-2 16,-3 1-2-16,1-1 1 15,-5 5-2-15,1 4 2 16,-2 7 1-16,0 3 0 15,0 9 1-15,0 3 0 16,0 5 4-16,-2 0-16 0,1 5 12 16,-1 9-8-16,-2 4 2 15,4 8 2-15,0 2 2 16,0 3 1-16,8-1 1 16,3 2 1-16,3-3 0 15,1 1 2-15,2-6-3 0,0-1-26 16,4-11-38-16,1-7 6 15</inkml:trace>
  <inkml:trace contextRef="#ctx0" brushRef="#br0" timeOffset="94411.41">22926 5497 119 0,'0'0'10'0,"-38"-62"12"0,20 31-2 15,-1 1-8-15,-3 0-7 16,-5 1-4-16,-5 1 0 16,-7 1 0-16,-3 3-2 0,-8 1-5 15,-1 2 6-15,-3 1 0 16,-2 2-2-16,-2 1 2 16,-1 1 2-16,-1 4 5 15,-5 3 0-15,-4 2-4 16,-2 4-3-16,-7 3 1 0,0 0 0 15,1 3 1-15,-5 8-1 16,2 9 4-16,-2 3-2 16,1 5-1-16,2 8-1 15,-2 6 0-15,-1 5 0 16,2 3 1-16,3 4-2 0,3 5 1 16,3 2-1-16,2 3 1 15,4 3-2-15,9 3 1 16,2 2 0-16,7 2-1 15,5 3-1-15,9 1-1 16,5 3 0-16,6 5 0 16,6 9-2-16,3 1 6 0,7 5-1 15,5 5 2-15,1 3-1 16,1 1 2-16,14-2-1 16,4 3-1-16,9-4 1 15,8-7 2-15,6-1-2 16,9-5 0-16,3-9-1 0,2-9 4 15,5-3 2-15,4-7-3 16,2-5 3-16,5-6 3 16,7-4 5-16,4-7 0 15,5-3-5-15,4-9-4 16,3-5-2-16,4-9 0 0,5-5 1 16,0-7-2-16,0-6-1 15,4 0-2-15,-4-8-2 16,-3-10-1-16,-3-6 1 15,-2-6 2-15,-3-7 0 16,-1-6 0-16,1-5 1 0,-6-3 0 16,-3-4 0-16,-7-5 1 15,-10-4 0-15,-8-1 0 16,-11-5-1-16,-7-5 0 16,-8-2 2-16,-6-4-2 15,-9-1 3-15,-5-3-1 0,-8-2 4 16,-5-2-4-16,-8 1-2 15,-17-1 0-15,-11-1-3 16,-12 0 5-16,-16 5-3 16,-18 5-12-16,-19 8-23 15,-18 4-56-15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42:38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14843 5986 79 0,'-6'-2'-8'0,"4"0"11"0,0-1-3 0,-1 1-21 0,-1-2-29 16</inkml:trace>
  <inkml:trace contextRef="#ctx0" brushRef="#br0" timeOffset="697.69">14787 5962 13 0,'-8'-2'24'0,"3"1"-3"16,0-2 3-16,2 2-3 0,2-1 4 16,1 1-3-16,0-2-9 15,0 0-9-15,2 2-4 16,3-2 0-16,1 2 3 16,0-1-3-16,1 1 1 15,-1 1-2-15,2 0 1 16,-3 0 0-16,3 1 0 0,-2 6 0 15,2 0-2-15,-3 5 1 16,-1 0 1-16,0 3-1 16,-4 3 0-16,0 3 7 15,0 2-5-15,-4 1-1 16,-5 3 1-16,-5 0-1 0,1 0 1 16,-1 0 0-16,-1-3 0 15,1 2-1-15,4-3 0 16,3-1 1-16,-1 1-1 15,7-2 0-15,1-1-1 16,0-3 1-16,1-2-1 0,9-3-1 16,-3-3-1-16,5-3 1 15,0-1 5-15,-1-3 3 16,3-2 1-16,-3 0-1 16,-1 0-4-16,-1 0 1 15,-3 0-2-15,-2 0 1 0,-4 0-2 16,0 0 2-16,0 0-10 15,-8 4 17-15,-1 3-10 16,-3 4 0-16,-1 5 0 16,-1 5 2-16,-1 2-2 15,3 5-1-15,-1 3 1 0,2 2-1 16,2-1 1-16,4 0 1 16,1 1 0-16,2-2-1 15,2 2 1-15,0-2 0 16,0-2 0-16,6-1 0 15,-3-3 0-15,6-3-1 16,-5-1 1-16,3-3 0 0,-3-2 0 16,0 1 0-16,-1 0 1 15,1 2 0-15,-4-1 0 16,0 2-1-16,0 0 3 16,-9 1-1-16,-3-1-2 15,-5 0 1-15,0-2-1 0,-8-2 2 16,-2-2-1-16,-4 0 0 15,-7-4 0-15,-3-2-2 16,-7-8-19-16,-2-2-152 16</inkml:trace>
  <inkml:trace contextRef="#ctx0" brushRef="#br0" timeOffset="1903.35">10183 4374 61 0,'0'0'20'0,"0"0"-19"0,0-1 2 15,0-1 3-15,0-1 3 16,0 2 0-16,0-2 3 15,0 3-1-15,0 0-4 0,0 0-4 16,0 0 0-16,0 0-3 16,0 0 0-16,0 0 0 15,0 0-3-15,0 0 5 16,1 4-2-16,1 2 0 16,0 1 0-16,0 0 1 0,0 1-1 15,2-2 0-15,-4 1 0 16,2-2 0-16,0-3 0 15,1-1 1-15,2-1 0 16,2 0 23-16,3-7 5 16,4-5-7-16,6-6-16 15,4-5-2-15,8-4 3 0,2-7-4 16,5-2 0-16,4-1 1 16,3-4-2-16,5 1 0 15,2 2-3-15,-4 3-73 16</inkml:trace>
  <inkml:trace contextRef="#ctx0" brushRef="#br0" timeOffset="2450.14">10659 5256 22 0,'0'0'5'0,"0"0"27"0,0 0-5 0,0 0-3 16,0 0 19-16,0 0 2 15,0 0-6-15,0 0-23 0,0 0-3 16,47-31-2-16,-11 5-3 15,12-9-7-15,18-8 3 16,6-12-5-16,8-11-98 16</inkml:trace>
  <inkml:trace contextRef="#ctx0" brushRef="#br0" timeOffset="12660.85">10172 4306 26 0,'0'-6'26'0,"0"2"-11"0,0 1 1 15,0 2-8-15,0-1-4 0,0 1 0 16,0 1 3-16,0 0-2 15,0 0-2-15,0 0-4 16,0 0 1-16,0 0 0 16,0 0 1-16,0 4-1 0,2 3 1 15,3-1-1-15,-1 1 0 16,0-1 1-16,1-1-1 16,0 1 1-16,-1-2 1 15,3-2-2-15,-3-1 1 16,3-1-1-16,2 0 4 15,5-3 12-15,5-8 6 0,2-9-6 16,8-3-6-16,4-8 0 16,1-2-5-16,3-6 7 15,-1-1 0-15,3-2-1 16,1 1-1-16,-1 3-6 16,2 4-2-16,-3 7-1 0,-5 7-1 15,-5 7-3-15,-9 9-49 16,-13 4-63-16</inkml:trace>
  <inkml:trace contextRef="#ctx0" brushRef="#br0" timeOffset="13493.45">10594 5162 101 0,'0'0'9'0,"0"0"9"0,0 0-5 16,0 0-8-16,0 0-2 16,0 0-1-16,0 0-1 0,0 0 0 15,0 0 4-15,0 0 0 16,0 0-3-16,0 0-2 15,0-14-2-15,0 20 4 16,0 3-2-16,2 3 0 16,0 0 0-16,1 0 1 15,1-2-1-15,-1 1 0 0,-1-4 0 16,1-2 0-16,1-1 0 16,2-4-1-16,1 0-2 15,2 0 3-15,4-1 11 16,4-9 2-16,6-5 3 15,4-3-2-15,4-2-3 0,5-4-3 16,1-3-5-16,2-3-2 16,2-4 1-16,-1 4-2 15,1-2 2-15,-2 3-3 16,-3 2-19-16,-13 6-66 16</inkml:trace>
  <inkml:trace contextRef="#ctx0" brushRef="#br0" timeOffset="19795.84">18848 5098 57 0,'0'0'3'0,"0"0"3"0,0 0 1 0,0 0-4 16,0 0-2-16,0 0 0 0,0 0 5 15,0 0 9-15,0 0 2 16,0 0 3-16,0 0 1 15,18-38-1-15,-19 35-4 16,0 0-6-16,-3 3-3 16,-5 0-1-16,0 0-5 0,-2 0-3 15,-3 9 3-15,-1-1-1 16,0 5 0-16,1 0 1 16,0 1-1-16,1 3 1 15,4 0-1-15,-3-1 1 16,6 2-1-16,2-1 2 15,2-1-2-15,2-1 2 0,0 0-2 16,4-1-4-16,6 0 4 16,4-4 2-16,3-1-2 15,4-1 0-15,2-5 2 16,2 0-2-16,3-3 1 0,0 0 1 16,0-4-2-16,0-6 2 15,-4-2 4-15,-2 1 9 16,-6-5-6-16,-1 2-3 15,-8-1-2-15,-3-2 0 16,-4 0 2-16,0 1-4 0,-6-3 0 16,-7 2-2-16,-1 3 2 15,-2-3-3-15,-1 4 2 16,-2 2-4-16,3 1 10 16,1 3-7-16,1 3 1 15,-1 2-5-15,4 2-5 16,2 0-36-16,-3 7-14 0,0 0-25 15</inkml:trace>
  <inkml:trace contextRef="#ctx0" brushRef="#br0" timeOffset="20259.15">18607 5259 66 0,'0'0'31'0,"0"0"-6"0,0 0 2 0,0 0-16 16,0 0-6-16,0 0-4 16,0 0-1-16,0 0 1 15,45-33-1-15,-36 32 0 0,2-1 0 16,3 2-5-16,1 0 11 16,3 0-1-16,3 0-1 15,4 0-3-15,-2 0 6 16,4 0-6-16,1 2 3 15,2 2 1-15,-1-1-1 16,0 0 0-16,-2 0 1 0,0-1-1 16,-4 1-2-16,-2-1 0 15,-2 0-2-15,-4 0 1 16,1-1-1-16,-5 2-2 16,-2-1-30-16,2-2-37 0</inkml:trace>
  <inkml:trace contextRef="#ctx0" brushRef="#br0" timeOffset="20544.09">19257 5191 244 0,'0'0'0'0,"0"0"26"0,0 0-4 16,0 0-15-16,0 0-4 0,0 0-3 15,0 0-1-15,0 0-30 16,0 0-37-16,11-36-47 15</inkml:trace>
  <inkml:trace contextRef="#ctx0" brushRef="#br0" timeOffset="20921.41">19434 4966 171 0,'0'0'7'0,"0"0"16"16,0 0-10-16,0 0-13 15,0 0 3-15,0 0-2 16,0 0 0-16,0 0 1 16,20 37 0-16,-18-18-1 0,1-1 0 15,-1-1 1-15,2 0-1 16,0-1 0-16,-2-2-1 16,1 0 2-16,2-1-2 15,-3-2 0-15,0 1 0 16,-1 0-3-16,0-4-23 0,0-4-44 15</inkml:trace>
  <inkml:trace contextRef="#ctx0" brushRef="#br0" timeOffset="21305.85">19669 4982 209 0,'0'0'-10'15,"0"0"20"-15,0 0-4 16,0 0-5-16,0 0-1 0,0 0 0 16,0 0-1-16,0 0 1 15,-36 24 0-15,15-8-1 16,-1-2-3-16,-3-1 5 16,2-2-1-16,2-1-1 15,-3-3 1-15,8-3 0 0,2 0-2 16,5-1 3-16,5 0 1 15,2-1-1-15,2 0-1 16,0 0-1-16,8-1 1 16,5-1 0-16,4 2 2 15,4-2 8-15,2 2-8 0,2 0 5 16,0 1-5-16,-1 0 1 16,-1 1-3-16,-4 0 1 15,-2 2-1-15,-3-2 0 16,-1 2-4-16,-5-2-20 15,-4 0-21-15,-1-4-23 0</inkml:trace>
  <inkml:trace contextRef="#ctx0" brushRef="#br0" timeOffset="21582.66">19803 4835 6 0,'0'0'119'0,"0"0"-106"0,0 0 10 0,0 0-21 0,0 0 0 16,0 0 5-16,0 0-1 15,10 39 1-15,-12-21-3 16,2 1-1-16,-2 1-3 0,2-2 0 15,0-3 1-15,0 0-1 16,0-4-2-16,0-4-11 16,0-5-46-16</inkml:trace>
  <inkml:trace contextRef="#ctx0" brushRef="#br0" timeOffset="21739.03">19719 4793 85 0,'0'0'163'0,"0"0"-152"16,0 0-5-16,59-26-5 0,-20 26 1 15,3 0 0-15,0 0-2 16,-2 0-54-16</inkml:trace>
  <inkml:trace contextRef="#ctx0" brushRef="#br0" timeOffset="22201.85">18645 5661 150 0,'0'0'4'0,"0"0"40"0,0 0-30 15,0 0-14-15,0 0 3 16,59-17 4-16,-22 8-2 16,9 2-1-16,10-3 0 15,6-1 5-15,8-3-1 16,6-1-4-16,5 2 4 0,4-3-1 16,0 1 1-16,0 1-4 15,0 3-2-15,0-1-1 16,-4 4 1-16,-6 1-2 15,-6 2 0-15,-9 4-2 16,-10 1-17-16,-18 0-43 0,-11 4-42 16</inkml:trace>
  <inkml:trace contextRef="#ctx0" brushRef="#br0" timeOffset="22750.51">19113 6128 208 0,'0'0'5'0,"0"0"-3"16,0 0-3-16,0 0 1 15,0 0 0-15,-11 43 0 0,11-31-1 16,0 0 0-16,8-2-1 16,-1-2-2-16,2-1 3 15,4-5-1-15,0-2 4 16,1 0 8-16,3-4 7 16,-1-8-1-16,-2-2-11 0,-3-3-2 15,0-6-1-15,-8-2-1 16,-3-5-1-16,0-2-18 15,-2-2-30-15,-10-1-4 16,-1 2 13-16,-3 2 8 16,0 4 18-16,0 4 14 0,3 2 4 15,3 7 6-15,3 2 6 16,6 4 3-16,1 1-2 16,4 1-4-16,12-1-11 15,3 0 7-15,6 1 0 16,6-2 6-16,7-1 2 15,1-2 0-15,4-1 0 0,0 1-2 16,1 0-5-16,1 4-8 16,-6 2-1-16,0 0-2 15,-3 3 0-15,-3 2 1 16,-4 0-13-16,-7 0-43 0,-6 3-38 16</inkml:trace>
  <inkml:trace contextRef="#ctx0" brushRef="#br0" timeOffset="23290.83">19592 6061 175 0,'0'0'4'0,"0"0"6"0,0 0-9 0,0 0-1 15,0 0 0-15,0 0 1 16,-46-37 0-16,34 34 3 16,-3 3 0-16,-3 0-1 15,2 5-2-15,0 7-1 16,-1 6 1-16,0 3-1 0,3-1 0 16,4 1-1-16,2-1-1 15,5-6 0-15,3-3 2 16,0-2-1-16,1-3-2 15,7-5 0-15,3-1 2 16,2 0 5-16,3 0 1 0,2-8-1 16,-1-4-1-16,1 0-2 15,1-3 1-15,-4-2-1 16,-3-3-3-16,-3-1-5 16,-1-3-6-16,-2 1-9 15,-2-1-6-15,-2 4 17 0,-2 2 10 16,0 2 5-16,0 6 22 15,0 3 9-15,0 3-3 16,0 2-7-16,0 2-18 16,-2 2-8-16,2 9 0 0,0 3 2 15,0 6 0-15,0 3 0 16,0 1-1-16,2 2 0 16,2-1 0-16,1 1 0 15,1-2-1-15,-1-3-24 16,4-5-25-16,-2-8-30 15</inkml:trace>
  <inkml:trace contextRef="#ctx0" brushRef="#br0" timeOffset="24279.99">17255 5743 49 0,'-9'-2'91'0,"0"-1"-85"0,-3 1 9 0,1 2-11 16,1 0-1-16,-3 5 0 15,3 3 3-15,-3 0 2 16,3 1-2-16,2-2 1 16,3 4-3-16,3-1 0 15,2 0-2-15,0 0-2 0,11-1-3 16,3 2 10-16,3-1-2 16,2 0 0-16,3 1-3 15,2-1-1-15,-4 0 0 16,1 0 0-16,-6 0-1 15,-2-3 1-15,-5 1-1 0,-2-2 1 16,-4 0-1-16,-2 0 3 16,-2 1 6-16,-9 0 2 15,-3 0-5-15,-3 0-3 16,-1 2 0-16,0-1-6 16,5-2 4-16,3-2-1 0,4-1-5 15,6-3-30-15,0-1-78 16</inkml:trace>
  <inkml:trace contextRef="#ctx0" brushRef="#br0" timeOffset="24878.25">17406 5861 150 0,'0'0'86'16,"0"0"-86"-16,0 0-1 15,0 0 0-15,0 0-1 16,0 0 2-16,10 38 3 15,-10-25-3-15,0-3 1 0,0 0 0 16,0-3-1-16,0 0 0 16,4-4 0-16,5 0-1 15,0-3-1-15,2 0 4 16,1-2 6-16,0-5-4 16,-3-4-2-16,-1 0-1 0,-6-1 1 15,-2-1-1-15,0 1-5 16,-7-1-3-16,-5 3 2 15,0 4 2-15,1 3 5 16,-1 1-3-16,3 2-3 16,1 0-9-16,3 0 9 0,0 0 2 15,5 0-7-15,0 0-13 16,9-5 20-16,4-2 2 16,1-7 0-16,-1-3-2 15,0-2 0-15,2-5 0 16,-3-4 2-16,-2 0-2 0,-1-1 2 15,1 2-1-15,-2 3 2 16,-2 7-1-16,-2 4 2 16,-1 6 3-16,1 7 14 15,-4 1-18-15,0 15 0 16,0 7 3-16,2 8 2 0,-1 5-4 16,1 1 1-16,2 1 0 15,4-3 1-15,-2-2-1 16,1-3 1-16,-1-4 3 15,0-1-2-15,0-1-2 16,0 0 0-16,-4-3-1 16,0-2-1-16,-1-1-1 0,0-3 0 15,-1-2 0-15,0-4-3 16,0-1-26-16,0-7-29 16,-4-1-30-16</inkml:trace>
  <inkml:trace contextRef="#ctx0" brushRef="#br0" timeOffset="25033.94">17527 5970 234 0,'0'0'14'0,"0"0"12"0,0 0-24 0,0 0 1 0,37-44-1 16,-17 38-1-16,0 1 0 15,-1-1-6-15,-1-1-57 16,-3 0-60-16</inkml:trace>
  <inkml:trace contextRef="#ctx0" brushRef="#br0" timeOffset="25277.88">17746 5644 231 0,'0'0'6'15,"0"0"9"-15,0 0-17 16,0 0 4-16,0 0 1 16,0 0 0-16,8 55-2 0,-2-31 1 15,-2 2-2-15,3-2 0 16,-1 0 0-16,1 0-3 16,0-4-14-16,-4-1-16 15,-2-4-37-15,-1-2-56 16</inkml:trace>
  <inkml:trace contextRef="#ctx0" brushRef="#br0" timeOffset="25767.9">17845 5831 76 0,'0'0'122'15,"0"0"-94"-15,0 0 12 16,0 0-24-16,0 0-5 16,0 0-7-16,0 0-4 0,0 0-5 15,0-24 6-15,5 31-1 16,1 0 0-16,0 3 1 16,1 1-1-16,1 0 0 15,-2-3 1-15,-1 1-1 16,-2-4 0-16,2-1 0 15,-3-1 2-15,-2-3-2 0,2 0 0 16,-2 0 5-16,0-8-3 16,1-5-1-16,0 0-2 15,3-4 0-15,-1 3-7 16,2 1-5-16,-2 3 8 0,2 5-1 16,1 4-1-16,3 1 9 15,0 0 0-15,2 3-1 16,2 6-1-16,0 1 0 15,-2 1 1-15,-1-1-1 16,-3-1 0-16,-2-4 1 0,0 0 0 16,-3-2-1-16,-1-3 0 15,1 0 4-15,3 0 15 16,1-4-11-16,3-4-8 16,5-6 0-16,1-5-15 15,4-7-93-15</inkml:trace>
  <inkml:trace contextRef="#ctx0" brushRef="#br0" timeOffset="26122.93">18498 5114 174 0,'0'0'-28'0,"-43"27"29"0,19-4 1 0,-6 10-2 0,-2 10 1 16,2 7 2-16,-3 8 10 15,7 10 6-15,7 6-3 0,8 9-6 16,9-1 0-16,4 3-3 15,19-4-1-15,14-3-2 16,14-7-4-16,15-11 4 16,10-9 1-16,10-7-3 15,13-13 1-15,12-8-1 16,6-13-1-16,5-10-28 0,3-3-69 16</inkml:trace>
  <inkml:trace contextRef="#ctx0" brushRef="#br0" timeOffset="26636.64">20060 4774 121 0,'0'0'5'0,"72"28"7"0,-33-4-3 0,-1 8 1 0,-1 12-4 0,-2 6-3 16,-3 7 2-16,-2 8-3 15,-4 6 0-15,-5 6-1 16,-5 0 1-16,-3 1 4 15,-4-3-1-15,-4-7 8 16,-3-7 3-16,-2-4 0 0,0-13-5 16,-7-1-3-16,-6-6-3 15,-2-6-1-15,-3-6-4 16,-1-2 0-16,2-9-3 16,-1-8-38-16,11-6-91 15</inkml:trace>
  <inkml:trace contextRef="#ctx0" brushRef="#br0" timeOffset="26814.3">20677 5392 251 0,'0'0'19'0,"0"0"-14"16,0 0 0-16,0 0-5 15,0 0-10-15,0 0-75 16,0 0-10-16</inkml:trace>
  <inkml:trace contextRef="#ctx0" brushRef="#br0" timeOffset="27241.08">20833 5145 107 0,'0'0'35'0,"0"0"-30"15,0 0-2-15,0 0 2 16,0 0 2-16,0 0-3 0,43 39 2 16,-35-21-2-16,-1 3 3 15,2-1-2-15,-1 4-2 16,1-4-1-16,1 0 4 16,1-4 3-16,-2-5 0 15,3-3 5-15,-2-3 4 0,-3-4-3 16,3-1 4-16,-2-6 1 15,1-8 0-15,0-7-9 16,3-2-8-16,0-4 0 16,3-1-3-16,0-2 1 15,3 3-3-15,1 2-18 0,-3 2-28 16,-3 3-76-16</inkml:trace>
  <inkml:trace contextRef="#ctx0" brushRef="#br0" timeOffset="27967.63">18266 6867 89 0,'0'0'3'0,"0"0"-1"0,0 0-7 0,0 0 6 0,0 0 0 16,46 4 5-16,-17-4 8 15,2-7-4-15,7-1-3 16,7-1-2-16,7-3-3 16,4 0-1-16,8 0 1 15,5-3 0-15,12-2 0 16,6-2 1-16,7-1-1 0,8-2 5 15,7 0 10-15,2-2 0 16,2 0 5-16,5-2-1 16,4 1-3-16,3-2-5 15,1-2-4-15,3 3-1 0,3 0-4 16,-5 0-2-16,-5 2-1 16,-7 3 1-16,-7 2-1 15,-11 2-1-15,-14 2 0 16,-11 0 1-16,-13 1-1 15,-14 4 0-15,-11 3 0 16,-11 1 0-16,-10 4-5 0,-13 2-24 16,-2 0-88-16,-22 0-7 15</inkml:trace>
  <inkml:trace contextRef="#ctx0" brushRef="#br0" timeOffset="28534.49">18355 7034 128 0,'0'0'-5'0,"0"0"8"0,0 0-1 16,0 0-2-16,0 0 5 0,0 0-2 15,0 0 11-15,47 14 6 16,-11-16-12-16,5-6-2 15,9-1-3-15,6-3-2 16,6-1 0-16,8-1 2 16,8-2-2-16,7 1 1 15,9-4 3-15,9 1 3 0,4-1 0 16,3-1-2-16,3-1 3 16,6 0 1-16,1 1-3 15,-3-1-2-15,4-1 6 16,-1 1-1-16,-5 0-3 15,0 1 2-15,-5 0 3 0,-7 2-2 16,-8 2-1-16,-11 3 0 16,-11 0-5-16,-13 5-2 15,-12 1-1-15,-11 1 0 16,-12 3-1-16,-7 2 0 0,-5 0 1 16,-7 1-2-16,-1 0-5 15,-5 0-27-15,0 0-40 16,0 0-44-16</inkml:trace>
  <inkml:trace contextRef="#ctx0" brushRef="#br0" timeOffset="29198.93">21643 5632 67 0,'0'0'6'0,"0"0"10"0,0 0 5 0,0 0 2 16,0 0-7-16,0 0-3 15,0 0-7-15,0 0-4 0,0 0-1 16,0 0-2-16,0 0 4 16,0 0 3-16,15 25-3 15,-17-10-2-15,1-1 0 16,-3 3 0-16,2 0 0 15,2-5 0-15,0 3 0 16,0-7-1-16,0 0 2 0,0-4 1 16,0-1 3-16,4-3 4 15,-1 0 12-15,6 0 0 16,0-6-8-16,4-5-4 16,4-3-6-16,7-5-1 0,4-5 3 15,8-4-2-15,8-5-1 16,11-4 2-16,7-4-3 15,11-3-2-15,8-4 1 16,5-6-16-16,1-7-66 16</inkml:trace>
  <inkml:trace contextRef="#ctx0" brushRef="#br0" timeOffset="31781.05">7282 8176 41 0,'-9'0'18'0,"3"-2"-13"0,3 0 7 0,-3 0-7 0,1 2-3 15,-2-1-1-15,2 1 6 16,-1-3 10-16,4 2 2 16,-3 1-1-16,3 0-4 0,2-2-10 15,0 2-2-15,0 0-9 16,0 0 3-16,1 0 4 16,7 2-1-16,3 3 1 15,3-3-1-15,3 2-2 16,6-3 2-16,8 2 3 0,1 0 1 15,7 0-1-15,5 1 2 16,7-1-3-16,-2 0-1 16,7-2 0-16,6-1 1 15,1 0-1-15,6 0 0 16,5 0 0-16,4-3-4 16,1-1 5-16,0 3 2 0,4-2 1 15,2 0-4-15,3-1 3 16,-4 1 1-16,1-1-2 15,1 1 0-15,-2-3 0 16,-3 2-1-16,-1 1 0 0,-8 0 1 16,-1-1-2-16,-5 1 1 15,-4 0-1-15,-7 2 1 16,-3-2-1-16,-7 3 0 16,-7 0 0-16,-9 0-1 15,-10 1 0-15,-7 5-28 16,-12-1-33-16</inkml:trace>
  <inkml:trace contextRef="#ctx0" brushRef="#br0" timeOffset="32207.89">7441 8295 91 0,'0'0'1'0,"0"0"3"0,47 3 1 16,-23-1 2-16,3-1 0 15,5 2 0-15,7 1-3 0,5-1-1 16,8 0 1-16,4-2 2 16,5 2 4-16,5-3 3 15,5 0-1-15,2 0-2 16,1 0 2-16,6-1 0 15,3-1-5-15,2 1-5 16,6 1-1-16,1 0-1 0,-1 0-10 16,-3 0-83-16</inkml:trace>
  <inkml:trace contextRef="#ctx0" brushRef="#br0" timeOffset="33239.99">14251 8697 56 0,'0'0'3'0,"0"0"23"0,0 0-4 0,-38-23-4 15,31 13 1-15,1 0-3 16,1-1-5-16,-1 1 1 0,1-1 1 16,-2 3 3-16,3 0-2 15,1 3-6-15,1 1-1 16,0 2-1-16,2 2-4 16,0 0-4-16,0 0-1 0,4 6 4 15,3-1 1-15,5 0-4 16,2-4-1-16,7-1 1 15,3-11 5-15,12-15 12 16,11-7 3-16,13-12-9 16,10-5-2-16,4-4-5 15,5 0-1-15,-2 3-5 16,-12 6-44-16,-9 8-72 0</inkml:trace>
  <inkml:trace contextRef="#ctx0" brushRef="#br0" timeOffset="33539.83">14430 9503 160 0,'0'0'6'0,"0"0"47"0,0 0-16 0,0 0-3 15,0 0-9-15,0 0-19 16,0 0 0-16,55-60-1 16,3 12 0-16,18-8-3 15,14-5-2-15,4-1-15 16,4-4-64-16,4 4-157 0</inkml:trace>
  <inkml:trace contextRef="#ctx0" brushRef="#br0" timeOffset="34884.53">19204 10806 153 0,'0'0'-44'0,"0"0"45"0,6-38 1 16,3 25-1-16,-2 0 0 15,2 1-1-15,-2 0 5 16,2 1 8-16,-1 0 7 0,4 0 0 16,-2 2-12-16,3 0-2 15,0 0-4-15,4 2 1 16,1 3-2-16,-1 0 3 16,0 3-2-16,2 1 2 15,-1 0 0-15,2 7 0 0,1 4-2 16,-1 3 0-16,2 3-1 15,3 3 0-15,-4 0 0 16,-2 1-1-16,0 2-1 16,-4 3 2-16,-3 1 1 0,-6 2 0 15,-2 3 0-15,-4 0-1 16,0 5 4-16,-6 2 2 16,-4 3-3-16,-1 0 0 15,0 3-3-15,1 2 2 16,4 1-2-16,1 0-1 0,5 0 0 15,0-1 1-15,1-1 0 16,9-5-1-16,5-3 1 16,5-3 0-16,-1-6-1 15,6-6 0-15,-4-2 0 16,3-8 1-16,-4-2 0 16,-4-6 0-16,-5 1-1 0,-6-4 1 15,-2 0-1-15,-3 2 1 16,-3 3 9-16,-9 4 5 15,-6 5-14-15,-2 7 4 16,-4 3-1-16,1 6 0 16,-1 5 4-16,4 4 0 0,0 4-2 15,5 5 0-15,3 4-1 16,7 3 0-16,1 2-3 16,4 3 0-16,0 0-1 15,2 2 1-15,9 2 0 16,1-1-1-16,1 2 0 0,5-1-1 15,-3 1 1-15,2 1 1 16,-2 1 0-16,3 0 1 16,-1 3-1-16,-1-2-1 15,-3 1 2-15,1-3 0 16,-3-1-2-16,-2-3 0 0,-2-1 4 16,-3-2 1-16,-3-2-1 15,-1 1-2-15,-3-2-1 16,-10-1 1-16,-1-3 0 15,-9-4 3-15,-2-4 4 16,-1-6 1-16,-5-3-4 0,0-4-3 16,1-6-4-16,1-4 0 15,1-5-1-15,-1-5-3 16,-1-8-10-16,0-5-27 16,-1-12-30-16,-1-14-106 15</inkml:trace>
  <inkml:trace contextRef="#ctx0" brushRef="#br0" timeOffset="35553.37">20303 11576 234 0,'0'-6'-23'0,"0"1"36"0,0-1-1 0,0 0-10 16,0 2-2-16,0 1 0 16,0 3 0-16,0-2 1 0,0 2 1 15,0 0 0-15,0 0-2 16,0 4 0-16,0 8 1 15,2 1-1-15,1 3 0 16,0 1 0-16,1-2 1 0,2-2-1 16,1-4 2-16,2-5-1 15,5-4-1-15,5-7 6 16,8-18 11-16,10-14 1 16,10-12-5-16,14-15-2 15,14-13-2-15,7-5-1 16,12-7-7-16,4-4-2 0,2-3-16 15,-9 7-84-15</inkml:trace>
  <inkml:trace contextRef="#ctx0" brushRef="#br0" timeOffset="36756.82">19278 10694 92 0,'0'0'5'0,"0"0"4"0,0 0-6 16,22-39-1-16,-18 31 2 16,-1-2 14-16,1 2 12 15,0 1-1-15,0-3-3 0,6 1-8 16,-1-1-11-16,6 0-2 15,1 3-4-15,2 0 0 16,0 4-1-16,2 2 0 16,-1 1 0-16,2 1 0 15,-2 9 0-15,2 3 0 0,2 3 1 16,-1 2-1-16,-2 1 0 16,0 2 0-16,-4 3 0 15,-3 4 0-15,-6 3 3 16,0-1-2-16,-6 6 0 15,-1 1 0-15,0 4 4 16,0 0 0-16,-3 3-1 0,-2 0-3 16,4 1 1-16,1 1-2 15,0 0 1-15,1-1-1 16,7 2 1-16,4-2-1 16,1-3 0-16,3-5 0 15,-2-5 1-15,2-6-1 0,-1-6 0 16,-1-5 0-16,-3-6 1 15,0-4 1-15,-5-3 2 16,-2-2 3-16,-1 0 6 16,-3-2 2-16,0-5-2 15,0-3-7-15,-5 1-3 0,-3 0 0 16,-4 6 0-16,0 0 0 16,-3 3 0-16,1 4-1 15,-3 13-2-15,-2 5-1 16,1 9 2-16,2 9-3 0,-4 5 2 15,4 5-1-15,2 3 1 16,2 2 0-16,2 5 0 16,2 1 0-16,5 4 2 15,1-1-2-15,2 7 0 16,0 0 1-16,2 0-2 16,3 0 1-16,3-3 1 0,-1-4-1 15,2 0 0-15,-1-5 1 16,0 0 0-16,3-2 1 15,-4 0 0-15,2 1 0 16,2 0-2-16,0 2 2 16,0-1-2-16,3 1 1 0,0-2 0 15,3 0 0-15,-4-4-1 16,-1-1 1-16,-3-3 0 16,-1-1-1-16,-6 0 1 15,-2-3 0-15,0 0 1 16,-9-2-1-16,-7 0 0 0,-3-6-1 15,-6-3 3-15,-2-3 0 16,-2-9 1-16,-4-1 1 16,-3-5-5-16,-2-1 0 15,-4-7-9-15,-3-1-16 16,-6-6 0-16,0-2-12 0,-1-6-43 16,0-11-53-16</inkml:trace>
  <inkml:trace contextRef="#ctx0" brushRef="#br0" timeOffset="37361.41">20241 11509 166 0,'-3'0'-11'0,"1"0"29"0,0 0-6 0,2 0-7 0,0 0-3 16,-1 0 4-16,1 0 4 16,0 0-5-16,0 0-7 15,0 0 3-15,0 6-1 0,0 1 1 16,3 3 2-16,0 0-3 16,1 0 1-16,3-2-1 15,-2-3 1-15,5-3-1 16,2-2 7-16,6-8 6 15,10-15 6-15,13-14-2 0,15-15-9 16,22-16-4-16,20-15-1 16,25-16-1-16,23-9-2 15,23-7 0-15,13-1-24 16,4 4-110-16</inkml:trace>
  <inkml:trace contextRef="#ctx0" brushRef="#br0" timeOffset="134293.94">18967 12183 83 0,'0'0'1'0,"0"0"-4"0,0 0-2 0,0 0 3 0,0 0 3 16,0 0-1-16,0 0 1 15,0 0 1-15,0 0 1 16,-3 39 2-16,1-32 4 15,0 0-1-15,2 1 1 16,-2-1-1-16,2 0-2 0,0-1 2 16,0-2-2-16,3-3 0 15,5-1 1-15,4 0 10 16,8-4 5-16,8-12 4 16,6-5-10-16,13-7-9 15,9-8-3-15,13-5 0 0,3-7-4 16,3-5-38-16,-2-2-67 15</inkml:trace>
  <inkml:trace contextRef="#ctx0" brushRef="#br0" timeOffset="134778.48">19000 12217 109 0,'0'0'-1'0,"0"0"1"0,0 0 2 0,0 0 1 16,0 0 5-16,36-10 1 15,-13-3 2-15,8-4 2 16,7-6-2-16,8-3-3 16,7-5-3-16,6-2-3 0,1-2 1 15,-1-2-3-15,-4 4-45 16</inkml:trace>
  <inkml:trace contextRef="#ctx0" brushRef="#br0" timeOffset="135276.98">19025 12995 79 0,'0'0'6'15,"0"0"1"-15,0 0 2 16,0 0 2-16,0 0 0 16,0 0 2-16,0 0 2 15,0 0-1-15,0 0-9 0,-9 20-3 16,9-12-1-16,0 1 1 15,0-2 1-15,4-1-1 16,3-3-3-16,4-3 8 16,5-1-3-16,4-14 11 15,9-9 11-15,8-8-8 16,9-6-11-16,8-9 1 0,3-5-6 16,2-3 1-16,-8 3-17 15,-2 3-39-15,-11 7-62 16</inkml:trace>
  <inkml:trace contextRef="#ctx0" brushRef="#br0" timeOffset="135583.17">19029 13077 146 0,'0'0'30'0,"0"0"-10"0,0 0-8 16,0 0 1-16,54-52 9 15,-10 12-8-15,21-17-1 0,19-14-4 16,22-13-3-16,13-18 0 16,13-16-66-16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45:09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3000 5609 23 0,'-5'1'15'0,"1"-1"-11"0,2 1 4 0,1-1 2 15,-3 0 1-15,2 0 0 16,-4 0-2-16,3 0 0 16,-4 0 1-16,0 0 0 15,1 0-7-15,1-2 0 16,3 1-1-16,0 0-1 0,2-2 2 16,0 3-1-16,0-2-2 15,2 0-2-15,7 0 12 16,2-2-12-16,3 2 2 15,3 1 6-15,3 1-6 16,1 0 0-16,4 0-1 0,6 0 1 16,3 0 0-16,8 3 0 15,9 0 0-15,5 0 1 16,2-1-2-16,9 0 2 16,4 1-1-16,5-2 0 15,3 1 0-15,2-1 1 0,3-1-1 16,3 0 0-16,-2 1 1 15,-1 2-1-15,0-3 1 16,-2 2-1-16,-1-2 1 16,-9 0 0-16,-5 0 0 15,-1 0 0-15,-5 0 1 0,-5-6-2 16,-7-1 2-16,-4 1-1 16,-7-1-2-16,-8 1-8 15,-7 1-5-15,-14 0-12 16,-9 1-35-16</inkml:trace>
  <inkml:trace contextRef="#ctx0" brushRef="#br0" timeOffset="371.27">3472 5639 127 0,'-34'0'-28'0,"3"0"28"0,10 0 4 0,6-1 1 16,3-3-1-16,8 2 4 15,4 2 12-15,0 0-14 16,11 0-25-16,11 0 21 15,10 0 2-15,11 0-4 0,12 0 2 16,10 0 1-16,13-4-2 16,10-3 0-16,12-5-1 15,12-2-3-15,5 0 5 16,10 0 1-16,4 0 0 16,7 2 1-16,1 5 0 0,3 4 2 15,-2 2-4-15,-3 1-35 16</inkml:trace>
  <inkml:trace contextRef="#ctx0" brushRef="#br0" timeOffset="2030.17">3018 7842 78 0,'-1'0'-9'0,"-1"0"6"0,2 0 7 16,0 0-1-16,0 0-2 16,0 0-5-16,0 0-2 15,0 0 4-15,0 0 2 16,0 0-4-16,5 0-2 0,1 0 2 16,4 0 8-16,1 0 1 15,5 0-1-15,1 0 1 16,3 0 0-16,7-2-3 15,1 0-1-15,9-4 6 0,3 3-6 16,7-1 3-16,6-1 0 16,4 0-3-16,7-2 2 15,6 1-3-15,-1-1 1 16,3 2 0-16,6-2-1 16,-2 2 0-16,5 1 1 0,0 0-1 15,3 1 2-15,3 0-2 16,0 0 0-16,-1-1 1 15,-2 1-1-15,1-2 1 16,-2 0-1-16,1-3 0 16,-1 3 0-16,2-2 1 15,-2 2-1-15,-3-1 1 0,-3-1-1 16,-6 0 1-16,-7 0-1 16,-7-2 2-16,-9 5-1 15,-9-1-1-15,-10 1 1 16,-9 3-1-16,-7-1 1 15,-12 2 0-15,-1 0-17 0,-12 0-44 16</inkml:trace>
  <inkml:trace contextRef="#ctx0" brushRef="#br0" timeOffset="2649.12">3180 8021 79 0,'0'0'-6'0,"68"-4"7"0,-28-3-1 16,2 1 1-16,3 0-1 16,2 1 0-16,5-2 0 0,6-2 2 15,2-1 2-15,5 0-3 16,6 0 1-16,6-2-1 16,5 1 0-16,3-2 0 15,2 1 1-15,7-1 0 16,0 2 3-16,2-2-2 0,-3 3 0 15,3-2-2-15,4 0 2 16,-4 2-2-16,2-1 0 16,-2-1 0-16,-2 1-1 15,-5 1 1-15,-6 0 0 0,-7 0 0 16,-5 0 0-16,-7 2-1 16,-3 1 2-16,-7-1-2 15,-6 2 0-15,-5 1 1 16,-5 4 2-16,-8-1-3 15,-6 2-10-15,-8 0-24 16</inkml:trace>
  <inkml:trace contextRef="#ctx0" brushRef="#br0" timeOffset="4128.99">2953 10032 67 0,'6'-4'3'0,"-1"-3"-1"0,4 1 0 0,-2 1 0 16,-1 0-2-16,1 1 1 15,0 1-1-15,-5 2 2 16,1-1 6-16,-1 2 1 0,0 0-4 16,-2 0-3-16,2 0-1 15,2 0 1-15,3 0-1 16,2 0 0-16,2 2-1 16,5 0 1-16,6 0 0 0,3 2-1 15,2-1 0-15,4 0 0 16,5 1 1-16,1 0 0 15,6 2 0-15,4 0 0 16,7-2 0-16,2 3 0 16,6-3 0-16,3-1 1 15,2-3-2-15,2 0 1 0,3 0-1 16,-1 0 0-16,5 0 1 16,5 0-1-16,6 0 2 15,5 0-1-15,4 0-1 16,4-1 1-16,1-1 0 15,6 0-1-15,0-2 0 0,3 0 0 16,2 0 0-16,-3 0 1 16,-1-5-1-16,-6 4 1 15,-4-1 0-15,-4 3 0 16,-9-1-1-16,-7 3 3 16,-6 1-1-16,-9 0-4 15,-15 0-4-15,-5 1-5 0,-11 3-11 16,-10 1-53-16</inkml:trace>
  <inkml:trace contextRef="#ctx0" brushRef="#br0" timeOffset="4855.1">2959 10089 33 0,'0'0'4'0,"-46"0"8"0,26-6 3 0,4-1-2 0,2-1-4 16,1 1 0-16,2-1-1 16,4 2 4-16,3 1-2 15,4 1-6-15,0 1-4 16,0 0-2-16,6 0 5 0,6 2 0 16,3 1-3-16,6 0 0 15,4 0 0-15,6 0 0 16,2 0 1-16,9 4-2 15,3 1 1-15,8 0 1 16,6 2-2-16,7-4 3 0,7 1 0 16,7-2-2-16,9-2 5 15,7 4-1-15,7-4-2 16,7 4 3-16,10-1-1 16,7 1-2-16,3 2-1 15,3 0 0-15,3-2-1 0,3 3 1 16,3-5-1-16,1 0 1 15,-3-2-2-15,6 0 2 16,-3 0 1-16,-2-8 1 16,-4-2 1-16,-10-4-2 15,-9-1 0-15,-13 0-1 16,-17-1 0-16,-10 2-8 0,-19 3-7 16,-11 2-20-16,-11 2-6 15</inkml:trace>
  <inkml:trace contextRef="#ctx0" brushRef="#br0" timeOffset="5411.59">3297 10176 63 0,'0'0'-18'0,"0"0"12"0,0 0 25 0,58 11-1 16,-24-9-5-16,13-2 0 15,3 0-3-15,15 0-2 16,6 0-6-16,8-3 0 16,11-2 0-16,6-2-2 0,5-4 2 15,4 1-2-15,9-3 1 16,-3-3-1-16,3-2 0 16,5 0 1-16,-3-1 1 15,-3 1 1-15,0 2-2 16,-3 2 2-16,-10 3-2 0,-8 2 0 15,-7 6-2 1,-12 2-10-16,-8 1-22 0</inkml:trace>
  <inkml:trace contextRef="#ctx0" brushRef="#br0" timeOffset="12376.14">2119 14559 88 0,'0'0'-1'0,"0"0"0"0,0 0 2 15,0 0 0-15,-4 1-1 16,2 0 0-16,-3-1-1 0,0 0 2 16,-1 0-1-16,1 2 3 15,1-2 1-15,-2 0-2 16,3 0 0-16,-2 1-2 16,3-1 0-16,-1 2 0 0,2-2 0 15,0 3 0-15,-1 0 0 16,2-1 0-16,0 1 0 15,0 1 0-15,0-1 0 16,0 3 0-16,0 0-2 16,2 2 4-16,5-1-2 15,1 2 0-15,2 1 0 0,-1-2 0 16,5 1 0-16,1-4 0 16,3 0 0-16,3-3 0 15,0 0 0-15,4-2 0 16,2 0 0-16,2 0 1 15,0 0-1-15,0-3 0 0,0 0 1 16,3 2-1-16,-3-2 0 16,2 0 0-16,-2 0 0 15,1-1-1-15,1 2 1 16,-5-3 2-16,1 1-1 16,-1-1 2-16,-3 0-2 0,-2 0 0 15,0 1 0-15,0-2-1 16,-1 2-2-16,2-1 5 15,1 0-2-15,1 2-1 16,1 2 0-16,2 1 1 16,-3 0-1-16,3 0 0 15,0 0 0-15,-3 0 1 0,3 4-1 16,-2-1 0-16,-1-1 0 16,1 0 1-16,0-2-2 15,0 2 2-15,3-1-1 16,0 2 0-16,5 0 0 0,-2 1 0 15,5 0 0-15,-1 2-1 16,1 1 2-16,2 3-1 16,-2 0 0-16,-2 1 0 15,-1 1 0-15,-1 1 0 16,1-2-1-16,-2 0 1 0,-2-2 0 16,2-2 0-16,1-3 0 15,-1-1 1-15,1-2 0 16,1-1 1-16,-2 0 1 15,0 2-2-15,-1 2 0 16,3-1 0-16,-4 5-1 16,2 1 0-16,1-1 0 0,3 1 0 15,-1 0 1-15,3-2 0 16,2 0-1-16,-3-2 0 16,1-2 2-16,1 0 1 15,1-1 1-15,1-1-2 16,0 0-1-16,0 1 1 0,3-2-2 15,-3 1 1-15,3-1-1 16,-3 0 1-16,2 0 0 16,3 0 2-16,-1 0 0 15,4 0-2-15,0 0 0 0,4 0 0 16,-2 2 0-16,1-2-1 16,2 2 0-16,1-2 1 15,1 0-1-15,1 0 0 16,-2 0 1-16,2 1 0 15,0 1 1-15,-1 1-2 16,1 0 1-16,0 1-1 16,-1-2 0-16,0-1 1 0,-1-1-1 15,-1 0 0-15,1 0 0 16,-2-1 0-16,1-8 0 16,-2 1 0-16,1-4 1 15,-3 0-1-15,-4-4 1 0,-1-1 0 16,-4-1-1-16,-1-2 1 15,-6-3 1-15,1 0-1 16,-5-2 1-16,-4-2 0 16,-3-2 0-16,0-1 1 15,-6-2 10-15,-3 0 1 0,-4 0 0 16,-2-2-6-16,0 1-3 16,-3 2-2-16,-4-2 0 15,0 3-2-15,0 0 0 16,-4 1 0-16,-8 3-1 15,-1-1 1-15,-5 3-1 0,-2 0 1 16,-5 2-1-16,-2-2-1 16,-2 3 2-16,-4 0-1 15,-1 2-1-15,-1-1 0 16,-6 2 12-16,3 2-7 16,-6-1-3-16,-1 3-1 0,-2 1-1 15,-6 3 1-15,1 2-1 16,-6-1-1-16,2 2 1 15,-2 0 2-15,-5 1-1 16,3-1 0-16,-2-1-1 16,-3 3 1-16,0 0 0 15,-3 0 0-15,0 1-1 0,-1 0 1 16,-1 0 0-16,-6-1-4 16,0 2 8-16,-3 1-3 15,2-1-1-15,-2 3 0 16,-2 0 0-16,1 0 0 0,2 0 1 15,2 0-1-15,2 5 0 16,-2 0 0-16,3 1 1 16,-1-1-2-16,2-1 19 15,0 1-17-15,1-1 0 16,2 0 1-16,-2 2 0 0,1 0-1 16,1 1-1-16,-4 0 1 15,2 1 0-15,2-2-1 16,0 1 1-16,3-2-1 15,3 1 1-15,0-3-1 16,3 0 1-16,0 0-1 16,1-2 0-16,5 1 1 0,-4-2-1 15,5 3 1-15,0-2-1 16,1 3-1-16,0 3 1 16,3-1 1-16,0 2-1 15,2 1 0-15,2 1-1 16,5 1 1-16,3 0 0 0,1 1 0 15,-1-2 0-15,4 2 0 16,1 0-1-16,4 1 1 16,2 1 0-16,3-2 0 15,3 1 0-15,7 1 0 16,0-3-1-16,7 0 0 0,0 1 0 16,3 1-1-16,-1 1-1 15,2 1 2-15,0 5 0 16,2-1 0-16,-3 2 0 15,3 0 1-15,0-1 0 16,0 0-1-16,5-1 0 0,4 0 0 16,2-1 0-16,7 0 1 15,-1-1-2-15,6-1 2 16,6-2 2-16,0-3-4 16,6-1-1-16,5-4-2 15,1-5-10-15,4-1-21 16,4-5-43-16</inkml:trace>
  <inkml:trace contextRef="#ctx0" brushRef="#br0" timeOffset="12955.84">3393 13895 31 0,'4'5'3'0,"2"0"3"0,0 1 5 0,0 1 4 15,1-4-4-15,5 0 1 16,-1-3 1-16,4 0 5 15,9-6 1-15,6-11-1 16,12-11-1-16,14-9-4 16,16-16-5-16,18-12-4 0,23-16-3 15,23-11 0-15,15-16 0 16,20-11-49-16</inkml:trace>
  <inkml:trace contextRef="#ctx0" brushRef="#br0" timeOffset="15082.9">11656 11825 54 0,'1'-5'16'0,"2"0"1"0,2 0-9 15,-1 0-2-15,-3 1 3 0,1 1 4 16,-1 1 2-16,0 2 0 16,1 0 0-16,-2 0-13 15,2 0-9-15,0 5-2 16,0 5 1-16,-1 2 3 16,2 7 3-16,1 1 8 0,-4 2-5 15,2 1-1-15,2 0 0 16,-3-1 1-16,1 0 0 15,1-2 0-15,0-3 1 16,-1-2 2-16,1-2 1 16,-3-4-2-16,2-4-7 0,-2-2-10 15,0-3-7-15,0 0 17 16,0-10-46-16</inkml:trace>
  <inkml:trace contextRef="#ctx0" brushRef="#br0" timeOffset="15537.83">11716 11826 79 0,'0'0'3'0,"0"0"-3"0,37-14 1 16,-24 11-2-16,1 3 2 15,-4 0-2-15,-1 0-3 16,0 7-2-16,0 3 7 15,-2 6 1-15,3 1 4 16,0 2-2-16,-3 3 1 16,4-1-3-16,0 2 0 0,0-2 0 15,2-1-2-15,-2-4 0 16,0-5 1-16,1-1 3 16,-1-4 5-16,-2-2 3 15,0-4 1-15,2 0 3 16,-6 0-5-16,3 0-1 0,-4-9 1 15,2 1 8-15,-4-4-4 16,-2-2-6-16,0-4-3 16,0-2 0-16,0-1-2 15,0-2-1-15,-2 0 0 16,-3-1-1-16,1 4 0 0,1-1 1 16,-2 5-2-16,2 2 0 15,1 1-1-15,1 3 1 16,-1 5 0-16,2 1-1 15,0 2-1-15,2 2-46 16,3 0-22-16,4 0-15 0</inkml:trace>
  <inkml:trace contextRef="#ctx0" brushRef="#br0" timeOffset="15928.94">12320 11816 79 0,'0'0'4'0,"0"0"4"0,0 0-4 16,0 0-3-16,0 0 6 16,0 0 7-16,0 0 7 15,0 0 6-15,0 0-8 16,0 0-11-16,0 0 1 16,31-9-1-16,-19 5-4 0,3-1-2 15,-2 0 0-15,5 1-2 16,-2 0 0-16,-1 1 2 15,0 3-2-15,-1 0 2 16,0 0-2-16,-2 0-20 16,-4 0-43-16,-3 3-54 0</inkml:trace>
  <inkml:trace contextRef="#ctx0" brushRef="#br0" timeOffset="16141.55">12369 11968 172 0,'0'0'0'0,"0"0"-2"16,0 0-2-16,0 0 4 15,0 0 6-15,0 0 2 16,0 0-2-16,0 0 0 0,32 0-2 16,-11-4-1-16,4-1-2 15,-1 1 1-15,2 0-14 16,-1 0-25-16,-2-2-7 15,-2-2-32-15</inkml:trace>
  <inkml:trace contextRef="#ctx0" brushRef="#br0" timeOffset="16891.18">12861 11600 31 0,'0'0'9'0,"0"0"11"0,0 0 8 15,0 0-17-15,0 0-6 16,0 0 0-16,0 0-5 16,0 0 1-16,0 0-1 15,-36 2 0-15,33 2 0 0,1 2 1 16,-3-1 0-16,2 4 0 15,-2 2 0-15,0 1 0 16,1 0 0-16,-3 2 0 16,1 1 1-16,1 0-2 15,-1 0 1-15,2-1-1 0,1-1 0 16,1-1 0-16,0 0 0 16,0-1 0-16,2-1 2 15,0 0 0-15,0-1 0 16,6 0-1-16,-1 1 0 15,5 0 0-15,-4-2 0 16,4 0-1-16,1 0 3 0,2-5-1 16,1 2 4-16,-1-3 1 15,3 0-2-15,-1-2 0 16,0 0 4-16,-2 0-1 16,1 0-1-16,-2-6 0 15,-3 0-1-15,1-2 0 0,-2-1 3 16,1-1-4-16,-3-1-2 15,-2 0 0-15,0-1-1 16,-4 2 0-16,0-1-1 16,-2 1 1-16,-8 0-2 15,-1 5 3-15,-2 2-3 0,-5 3 5 16,2 0-5-16,-3 1 1 16,2 8-1-16,0 2 1 15,1 0-2-15,3 2-10 16,1 2-17-16,3-3-22 15,5-2 1-15</inkml:trace>
  <inkml:trace contextRef="#ctx0" brushRef="#br0" timeOffset="18357.15">13113 11360 42 0,'0'0'14'0,"0"0"-6"0,0 0 11 0,0 0-10 0,0 0-4 15,-51-35-6-15,36 32 8 16,-2 0-4-16,-4 0-2 15,0 1-1-15,-3-1 0 16,0 0 2-16,1-1 3 16,-4 1 4-16,2 0-4 0,-4 1-3 15,2-1 1-15,-2 2-2 16,0 1-1-16,0-1 1 16,-3 1-1-16,1 0 10 15,-4 0-6-15,1 0-5 16,-5 0 1-16,0 3 0 0,1 1 0 15,2 1 0-15,-4 1 1 16,1-1-1-16,1 0 0 16,-1 1 0-16,-1 1 0 15,-1 0 1-15,-1 0-1 16,2 0 0-16,-3 4 0 0,5-3 0 16,-2 2 0-16,-1 1 1 15,2 0-1-15,0 2 0 16,0 0 0-16,-4 1 0 15,3 2 0-15,-2-1 1 16,1 1-1-16,-1 1 0 0,2-3 0 16,-3 2 0-16,5-1 0 15,-2 1 1-15,1 1-2 16,4 0 1-16,3-1 1 16,3 1-2-16,4 1 1 15,3 1-1-15,2 1 1 0,2 1 0 16,3-1-1-16,2 1 0 15,-3 2 0-15,5 0 0 16,-3-1 0-16,3 4-1 16,1 1-1-16,-1 1 2 15,3 3-1-15,0-2 1 0,2 3-1 16,0 0 1-16,4-3 0 16,2 3 2-16,0 0-1 15,0 0 0-15,0 2 0 16,2 1 0-16,4 2 1 15,3-2-1-15,1 1 0 16,2 0 0-16,3-5 3 0,-1-3-1 16,4-5-1-16,3 0 2 15,-3-6-1-15,6-2 1 16,1-2 0-16,2 0 0 16,2-3 1-16,2 1-2 15,1-1-1-15,3-1 3 16,1-1 1-16,0-1 2 0,5 2 0 15,-1-2-4-15,4 0-1 16,3-2 0-16,1 0 2 16,4-1-2-16,2-1-1 15,0 0 1-15,-3-2-1 0,2-1-1 16,-1 0 1-16,1 0 0 16,1 0 0-16,0-1 2 15,0-3 0-15,-3-2 2 16,0 1 1-16,1 0-1 15,-3-2-1-15,1 0 2 0,0 0-1 16,0-2 0-16,0 1-3 16,0-1 1-16,-1-3-2 15,0-1 0-15,-2 0 1 16,1-4-1-16,-4-1 0 16,-2-1-1-16,0-2 1 0,-3 1 1 15,-5-3 1-15,1 1-2 16,-2 0 2-16,-1-5-1 15,-3 3 0-15,0 0 1 16,0-3-1-16,-4 1 0 16,0-2 0-16,-5 1 0 15,-1-3-1-15,0-3 0 0,-4 2 2 16,-1-3-2-16,-3-3 1 16,-2 1 2-16,1 1 2 15,-2-3-3-15,-1 1-1 16,-1-3 0-16,-1-3-1 0,4-1 0 15,-7-4 1-15,-2-2-2 16,0-2-1-16,-2-1 1 16,-12 4 0-16,-5-3 33 15,-10 1-32-15,-9 2-5 16,-7 1 2-16,-14 3-3 0,-16 7 6 16,-20 5-30-16,-21 6-73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47:58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9200 4652 76 0,'0'0'-5'0,"0"0"6"0,0 0-1 0,0 0-5 16,0 0-3-16,0 0 2 15,0 0 1-15,0 0 1 16,-40-20-3-16,32 19 1 15,0 0 2-15,1 1 5 16,1 0 0-16,1 0 1 0,2 0-2 16,3 0 0-16,0 4-2 15,0-1-6-15,3 1-1 16,6 0 1-16,0-1 7 16,-1-2 0-16,2 2 3 15,1-3 10-15,-2 3 6 16,2-3-2-16,2 1-2 0,0 0 3 15,3 0-7-15,-1 0-2 16,6 0 0-16,0 0-3 16,3 0 2-16,0-1-1 15,3 0-2-15,2 0 1 16,3 0-2-16,3 0 0 0,4 0 1 16,3 0-2-16,0 0 0 15,5 0 0-15,0 0 0 16,2-2 0-16,5-1 4 15,2 1-1-15,5-1 0 0,3-1-1 16,-1 3-3-16,6-1 1 16,-2 2 0-16,4 0-2 15,-1 0 1-15,2 0 1 16,3 2-4-16,4 1 2 16,6-1 2-16,4 1-2 0,9-1 0 15,5-1 0-15,5-1 0 16,7 0-2-16,4 0 1 15,4-3-3-15,7-4-1 16,-3-4 1-16,0 2 5 16,-1-2-1-16,-1 0 0 15,0-2 1-15,-4 1 2 0,-1 0 2 16,1 0 3-16,-3 1-2 16,-2-1 2-16,-3 1-3 15,-2-2 0-15,-4 0-1 16,-1-2-2-16,-6-1 1 15,-6-4 1-15,-6-1-1 0,-4-2 0 16,-2 0-1-16,-3-3 0 16,-6-4-2-16,-2-3-4 15,-3-1 14-15,-8-3-9 16,-8 2-1-16,-5-3 0 16,-9 3 1-16,-9 1 1 0,-6-2 6 15,-2 1 1-15,-6 1 3 16,-5 0-3-16,-4-5-4 15,-3 1 2-15,-3 0-4 16,0-1 0-16,-5-2-6 16,-8 2 3-16,-5 1-1 0,-7 0 3 15,-4 0-3-15,-5 1-1 16,-3-3 0-16,-5 2 2 16,-5 0-1-16,-2-1 1 15,-3 4 0-15,-4-1 1 16,-2 4-1-16,-1 3 1 15,-1-2 0-15,1 5-1 0,-7 2 0 16,0 0 0-16,-3 1-2 16,-3-1 3-16,-6 4-3 15,-4-1 3-15,-2 1-2 16,-1 2 2-16,-5-1-1 0,1 4 0 16,-3 0 0-16,1 2 1 15,-3 2-1-15,-2 3 0 16,-5 2 0-16,1 0 0 15,-1 2 0-15,-3 1 0 16,1 1 0-16,-2 0-1 16,2 2 2-16,-5 0-1 0,3 0 0 15,-2 0 0-15,2 0 1 16,-3 0-2-16,1 3 2 16,-3 1-2-16,-1 2 2 15,0-2-2-15,1 3 1 0,0 0 0 16,3 0 1-16,4 0-1 15,3 2 0-15,0-1 0 16,8 1 0-16,3 2 0 16,3 3 0-16,1 2 0 15,5 0 0-15,1 3 1 0,4 2-2 16,-2 1 0-16,4 0 1 16,4 2 0-16,1 0 1 15,4 2-2-15,5 2 2 16,7 2-1-16,1 2-1 15,6 4 1-15,3 1 0 16,2 1-1-16,5 3 1 0,2-1 0 16,3 3 0-16,1-1 0 15,4 2 0-15,-1 2-1 16,3 1 1-16,1 1 0 16,4 0 0-16,1-1 0 15,1 0 0-15,7-5 0 0,-1 0 0 16,6-3 0-16,4-3 0 15,0 1 0-15,4 0 1 16,10 0 0-16,2 0 0 16,8 0 0-16,5 0-1 15,9-1 0-15,9 0-1 0,10-2 0 16,12 0 3-16,15 0-2 16,17 0 1-16,15 0 0 15,16-4-1-15,12-3-18 16,7-11-67-16</inkml:trace>
  <inkml:trace contextRef="#ctx0" brushRef="#br0" timeOffset="1951.73">14032 3577 7 0,'0'0'2'0,"0"0"-1"0,0 0 0 0,0 0-1 16,0 0 1-16,0 0 4 0,0 0 6 16,0 0 3-16,0 0 7 15,0 0-10-15,0 0-2 16,0 0-1-16,0 0 0 15,-2-11-7-15,2 11 0 16,0 0 0-16,0 0-1 16,0 0 1-16,0 0 2 0,0 0-1 15,0 3 1-15,2 2-2 16,2 2 0-16,0 2 0 16,1 1-1-16,1-2 0 15,2 1-1-15,-1-2 2 16,3-3-1-16,2-2 1 0,4-2 0 15,6-2 2-15,-2-9 5 16,7-3 3-16,3-5 1 16,4-6 3-16,5-4-2 15,5-5 0-15,6-3 2 16,6-3-2-16,6-1-4 0,5-3-1 16,4 3 1-16,0-1-4 15,0 3-2-15,-2 2-1 16,-5 3-1-16,-7 3-1 15,-9 4 0-15,-7 5-1 16,-10 7 2-16,-6 6-1 16,-10 8-1-16,-10 1-12 0,-5 14-47 15,-14 9 11-15,-13 0-27 16</inkml:trace>
  <inkml:trace contextRef="#ctx0" brushRef="#br0" timeOffset="2447.98">14074 3695 78 0,'0'0'7'0,"0"0"-5"0,0 0-1 16,0 0 0-16,0 0 2 15,0 0 2-15,44 1 4 0,-29-2-1 16,4-9 5-16,1 0 2 16,5-4 4-16,2-6 3 15,5-3-7-15,10-8 3 16,14-7-2-16,12-11 4 15,18-9-5-15,21-10-5 16,14-10-7-16,13-5 0 0,11-6-1 16,16 0-5-16,0-4-3 15,-2-1-42-15,-1 1-64 16</inkml:trace>
  <inkml:trace contextRef="#ctx0" brushRef="#br0" timeOffset="5238.97">8791 9094 4 0,'0'0'2'0,"2"0"1"0,0 0-2 0,-1 0 0 0,1 0 0 16,0 0-1-16,0 1 0 16,-2 2 2-16,2-2 6 15,0 3-1-15,0-1 4 0,1 1-1 16,1 1-2-1,3-2 0-15,2 1-2 0,2-4 3 16,5 0 5-16,9-6 3 16,6-11 4-16,11-11-2 15,14-9-5-15,16-9-5 16,14-9 9-16,13-3-16 0,11-3-5 16,-1 1-6-16,-2 1-30 15,-9 3-20-15</inkml:trace>
  <inkml:trace contextRef="#ctx0" brushRef="#br0" timeOffset="5829.02">8996 10008 66 0,'0'0'-12'0,"0"0"15"0,0 0 0 0,0 0-1 16,-27 41-1-16,25-37-1 16,2-1 0-16,0-3 1 15,2 0 6-15,8-4 13 16,5-9-4-16,10-8-2 15,8-3-2-15,11-9-1 0,12-5-4 16,9-6-1-16,10-3-3 16,4-3-3-16,4 5-1 15,-4 2-3-15,-10 6-21 16,-7 9-19-16</inkml:trace>
  <inkml:trace contextRef="#ctx0" brushRef="#br0" timeOffset="6291.49">8911 11644 64 0,'0'0'21'0,"0"0"4"0,0 0-8 0,0 0-7 16,0 0 10-16,0 0 7 15,29-42-2-15,-2 9-12 16,11-7-1-16,15-13-5 0,18-9-4 15,15-15 0-15,16-5-3 16,13-13-5-16,8-10-113 16</inkml:trace>
  <inkml:trace contextRef="#ctx0" brushRef="#br0" timeOffset="79316.5">11640 15068 123 0,'0'-4'12'0,"0"1"20"0,0-1-9 0,0 1-14 16,0 1-3-16,0 0 4 15,-2-1 3-15,2 3 3 16,0-1-1-16,0 0-4 16,-2 0-3-16,2 1-7 15,0 0-1-15,0 0-4 0,0 1 0 16,0 5 0-16,0 3 1 16,0 1 4-16,0 1-1 15,0-1 1-15,0 3 0 16,2-4 0-16,-2 3-1 15,2-3 1-15,0 1-1 16,0-2 0-16,3 1 0 0,-3-1-4 16,3-1-25-16,-3-1-36 15,0-1-16-15</inkml:trace>
  <inkml:trace contextRef="#ctx0" brushRef="#br0" timeOffset="79651.5">11584 15287 83 0,'0'0'31'0,"0"0"-6"15,0 0 15-15,0 0-11 16,0 0-16-16,0 0 0 15,0 0 0-15,0 0-4 0,0 0 0 16,44-13-4-16,-34 12 0 16,1-2-4-16,3 2 0 15,-4-2 0-15,3 0-1 16,0 0 1-16,-1 0 0 16,0 1-1-16,-3 1 0 0,-2 1 0 15,0 0 0-15,-3 0-1 16,-4 0-3-16,0 0-36 15,0 0-47-15,0 0-42 16</inkml:trace>
  <inkml:trace contextRef="#ctx0" brushRef="#br0" timeOffset="79920.55">11517 15098 159 0,'0'0'8'0,"0"0"35"15,0 0-8-15,0 0-13 16,0 0-18-16,46-11 1 15,-20 7-4-15,5 1 0 16,3 0-1-16,-2 0-14 16,-5 0-95-16</inkml:trace>
  <inkml:trace contextRef="#ctx0" brushRef="#br0" timeOffset="81332.03">11299 15794 152 0,'0'0'36'0,"0"0"10"0,0 0-14 0,0 0-17 16,0 0-1-16,0 0-1 16,0 0-6-16,0 0-6 0,0 0-4 15,0 0 1-15,0 0 1 16,0 0 2-16,-17 55 0 16,17-32-1-16,0 0 0 15,0 1 1-15,0-4-1 16,0 0 2-16,0-3-2 15,0-1 1-15,3-4-1 0,0-2 0 16,1-1 0-16,0-1 0 16,1-2-1-16,3 0 4 15,0-2-1-15,1-3-1 16,3 2-1-16,2-3 0 16,2 0 1-16,1 0-2 0,1 0 1 15,1 0 0-15,0 0-9 16,-1-4-14-16,-2 0-2 15,-3-2-4-15,-1 0-1 16,-4-1 8-16,-1 0 6 0,-2 2 9 16,-3-1 4-1,-2 2 0-15,0 1 3 0,0 1 5 16,-1 1 8-16,-3 1 13 16,-2 0-7-16,-1 0-7 15,3 6-5-15,-1 2-2 16,3 1-1-16,1-1 2 0,1 2 1 15,0-1 1-15,1-1-4 16,6-1 0-16,0 0 1 16,3 0-3-16,-1-4-2 15,3-1 1-15,-2-2 1 16,3 0-1-16,-3-2 4 0,-1-6 3 16,-3-1 1-16,-2-1 2 15,0 0 5-15,-4 0-2 16,0-2-3-16,-8 0-6 15,-1 1-3-15,-1 2-4 16,-4 1-2-16,-1 2 5 16,1 5-9-16,3 1-9 0,2 0-6 15,0 3-11-15,5 4-28 16,4-2-66-16</inkml:trace>
  <inkml:trace contextRef="#ctx0" brushRef="#br0" timeOffset="81880.08">11623 15967 119 0,'0'0'-2'0,"0"0"7"0,0 0 39 0,0 0-12 16,0 0-32-16,0 0 5 15,0 0 14-15,0 0-3 16,0 0-10-16,31 45-2 15,-26-34-1-15,3 0-2 0,-3-2 0 16,1-4-1-16,-2-1 1 16,1 0-1-16,0-4 0 15,-3 0 2-15,0 0 0 16,-1-6 5-16,1-5-2 16,-1-4-3-16,2 0-2 15,-1 0-1-15,2 1-3 0,-1 1-2 16,4 5 3-16,-3 1 4 15,1 5-2-15,3 2 2 16,4 0-2-16,-1 0 0 16,2 5 1-16,3-1 0 15,1 3 0-15,2-4 0 16,1 0 1-16,-3-3 0 0,0 0 1 16,-1 0-2-16,-2 0 0 15,-2-5 0-15,-4-3 3 16,0 0 3-16,-4-1 0 15,-4 0-5-15,0 2 1 0,0 0-3 16,-12 4-3-16,-1 3-3 16,-2 0 12-16,-4 6-3 15,1 6 3-15,3 5 0 16,1 4-4-16,4 4 0 16,7 1 2-16,3 2-1 0,0 1-2 15,13-4-19-15,8 2-34 16,0-3-45-16</inkml:trace>
  <inkml:trace contextRef="#ctx0" brushRef="#br0" timeOffset="82328.96">11419 16622 227 0,'0'0'0'0,"0"0"4"0,0 0 23 16,0 0-7-16,0 0-14 16,0 0-4-16,0 0-4 15,0 0 3-15,0 0 3 16,0 0 0-16,20 57-2 0,-13-34 0 15,-2-2-1-15,-3 1-1 16,2-4 0-16,-4-4-3 16,0-1-2-16,0-5-7 15,0-5-26-15,0-3-32 16,0 0 19-16</inkml:trace>
  <inkml:trace contextRef="#ctx0" brushRef="#br0" timeOffset="82618.62">11428 16635 202 0,'0'0'4'0,"0"0"28"0,0 0-23 16,0 0-6-16,0 0 2 15,43 16-3-15,-28 1 3 16,4 1-2-16,-2 1-3 16,3-1 1-16,-1-1-1 15,0-5 1-15,-1-2-1 0,-3-5 1 16,0-4-1-16,0-1 1 15,-1-1 0-15,-2-10 4 16,-3-1 6-16,-1-5 5 16,-2-1-2-16,-4-1 0 15,-2 1-7-15,0-2-5 0,0 3-5 16,-4 2-10-16,-4 4 2 16,2 6-7-16,1-1-15 15,3 3-49-15,-2 2-81 16</inkml:trace>
  <inkml:trace contextRef="#ctx0" brushRef="#br0" timeOffset="82899.09">11757 16581 288 0,'0'0'1'0,"0"0"-2"15,0 0 1-15,0 0-2 0,0 0-2 16,0 0 1-16,22 46-2 15,-22-24-3-15,0 2 8 16,1-2 1-16,1-4-1 16,1-1 1-16,4-4 1 15,0-4-1-15,3-2 0 0,2-3 1 16,1-3 1-16,2-1-2 16,2 0 4-16,3-2 2 15,-1-6-2-15,2-2-3 16,0-1-2-16,3-2-9 15,-6-1-42-15,2-4-111 0</inkml:trace>
  <inkml:trace contextRef="#ctx0" brushRef="#br0" timeOffset="83297.45">12067 16563 301 0,'0'0'3'16,"0"0"-9"-16,0 0 1 15,0 0 6-15,-4 51 0 16,4-33-2-16,5 2-1 16,1 1-4-16,0-1 6 15,0 0 0-15,0-4 0 0,-2-2 2 16,0-3-5-16,1-5-2 16,-3-3 3-16,0-3 2 15,-1 0-4-15,-1-2 6 16,0-8-1-16,0-5-1 15,-5-4-3-15,-4-2-7 0,-2-3 5 16,-1-2 5-16,2 0 0 16,1 0 2-16,0 0 1 15,5 1-1-15,3 2 2 16,1 5 0-16,0 2 1 16,4 3 0-16,8 3-4 0,2 3 0 15,2 3-1-15,3 4 0 16,-3 0 0-16,0 11-1 15,0 9 1-15,-6 6 0 16,-7 3-9-16,-3 6-25 16,-5 3-60-16</inkml:trace>
  <inkml:trace contextRef="#ctx0" brushRef="#br0" timeOffset="84341.94">11729 17285 152 0,'0'0'5'0,"0"0"22"0,0 0 5 0,0 0-13 0,0 0-15 16,0 0-1-16,0 0-2 15,-46-12 10-15,34 12 1 16,-1 0 2-16,-2 0-1 16,2 5-8-16,-1 7-4 0,5 2 2 15,0 4-3-15,3-2 0 16,3 4 1-16,3-3-1 15,0 0-1-15,5-4 2 16,4-3 1-16,1-3-3 16,4-3 1-16,-3-4 1 0,5 0 1 15,-3 0-1-15,0-10-1 16,-1-3 1-16,-2 0 0 16,-1-5-1-16,-1 1 0 15,-2 3 1-15,-3 3-1 16,-2 3 0-16,2 1 2 15,-3 6 4-15,2 1-3 0,0 0-4 16,0 1 0-16,2 8 2 16,2 1-1-16,-1 0 0 15,1 1-3-15,0 0-11 16,1-3-9-16,-2-3-47 16,0-3-92-16</inkml:trace>
  <inkml:trace contextRef="#ctx0" brushRef="#br0" timeOffset="84704.88">11861 17278 242 0,'0'0'9'0,"0"0"-9"0,0 0 7 0,0 0 1 16,0 0-5-16,16 45-3 15,-15-31 0-15,-1 0 2 0,0-3-2 16,1-1 0-16,-1-3 1 15,0-1-3-15,0-5-12 16,0-1-3-16,0 0 6 16,0-3-5-16,0-8 2 15,1-2 7-15,3-3 8 0,0 0 5 16,-1 0 4-16,6 0 8 16,-2 2 1-16,1 3 1 15,1 2-2-15,1 2-2 16,1 4-6-16,2 3-8 15,0 0-1-15,0 0 0 0,1 7-1 16,-5 5 0-16,-1 3-1 16,0 0-10-16,-3 2-15 15,1-2-8-15,-4-2-20 16,2-3-49-16</inkml:trace>
  <inkml:trace contextRef="#ctx0" brushRef="#br0" timeOffset="85089.25">12205 17290 327 0,'0'0'3'15,"0"0"-3"-15,0 0 1 16,0 0-13-16,0 0-24 16,-40-23 15-16,28 25 17 15,0 9 5-15,5 2 6 16,0 4-2-16,6 1-1 0,1-1-1 15,0-1-4-15,4-2-2 16,3-3-12-16,4-5-4 16,0-4 13-16,-2-2 3 15,2 0 3-15,0-13 0 16,-2-6 3-16,0-3 1 0,-2-5-2 16,-3-2-1-16,-3-3-1 15,-1 2 1-15,0 0 1 16,-3 1 16-16,-5 6 3 15,0 1-5-15,-1 6-2 16,3 5-6-16,0 5 1 16,3 6-5-16,3 2-8 0,-3 16-3 15,3 8 0-15,0 11-7 16,-2 7-31-16,-2 5-68 16</inkml:trace>
  <inkml:trace contextRef="#ctx0" brushRef="#br0" timeOffset="85672.55">11822 17866 252 0,'0'0'30'0,"0"0"-29"0,0 0 7 15,-37 0-2-15,32 0-4 16,2 0 19-16,-2-2-4 16,5 0 0-16,0 1-1 15,0-1-11-15,0-1-6 0,9 2 2 16,2 0-1-16,2 1-1 15,1 0-3-15,1 1-2 16,-1 9-2-16,-3 4 6 16,-1 2 0-16,-3 2-12 15,-3 0 1-15,0 1 1 0,-4-3 0 16,0-1 5-16,0-3 6 16,-4-4 1-16,-1-1-1 15,1-4-2-15,-3-1-8 16,4-2-6-16,-1-2-1 15,2-10 17-15,2-3 0 0,0-6-1 16,2-2 0-16,6 1 2 16,3-1 2-16,1 2 15 15,2 5-2-15,1 3-3 16,-1 4 2-16,-1 3-5 16,0 4-6-16,1 2-2 15,0 0-2-15,1 6 3 0,-2 5 0 16,-1 2 0-16,-1 1-2 15,-3 2 0-15,2 1-3 16,-1-3-23-16,-2-1-20 16,-1-5-66-16</inkml:trace>
  <inkml:trace contextRef="#ctx0" brushRef="#br0" timeOffset="86142.43">12156 17845 280 0,'0'0'12'0,"0"0"-3"0,0 0 3 0,0 0-6 0,0 0-9 16,0 0-5-16,0 0 7 15,-33 41 0-15,31-24 2 16,2 0-1-16,0-1 0 16,2-5 0-16,5-2 0 0,1-2-1 15,4-6 0-15,-1-1 0 16,0 0 0-16,1-1-5 15,-3-6 1-15,-1-4-3 16,-4-1-2-16,-3-2 3 16,-1 0 5-16,0-1 2 0,-5-1 1 15,-6 1-3-15,0 1-15 16,-1-1 10-16,2 2 2 16,1 2 4-16,0 0 2 15,7 1 4-15,1-1 5 16,1 2-5-16,1-2 2 0,10 0 0 15,2-1 4-15,0 1 0 16,3 2-3-16,3 0-1 16,0 3-1-16,2 3 0 15,1 3-2-15,-4 0-2 16,0 10-2-16,-1 6 2 0,-3 1-1 16,-5 5-1-16,-1-2 0 15,-3 4 0-15,0-2 0 16,-5-1-17-16,0-1-29 15,0-3-77-15</inkml:trace>
  <inkml:trace contextRef="#ctx0" brushRef="#br0" timeOffset="86284.75">12335 17827 275 0,'0'0'-9'0,"0"0"8"0,53-37 1 0,-27 23-20 16,-2 1-84-16</inkml:trace>
  <inkml:trace contextRef="#ctx0" brushRef="#br0" timeOffset="87415.99">12013 18297 202 0,'-2'0'21'0,"2"-2"28"0,-2 1-11 15,2 1-16-15,0 0-10 16,0 1-9-16,0 9-4 16,0 7 2-16,0 2 0 15,0 3-1-15,0 3 1 0,2-1-1 16,0 0-5-16,-1-1-13 15,-1-2 0-15,0-7-15 16,0-2-25-16,0-8-46 16</inkml:trace>
  <inkml:trace contextRef="#ctx0" brushRef="#br0" timeOffset="87715.84">11980 18317 250 0,'0'0'-6'0,"0"0"7"0,0 0 6 16,47-27 5-16,-30 25-5 16,2 2 6-16,0 0-2 15,-2 0-5-15,3 9 1 16,-5 0-3-16,1 6 0 16,-3-2-5-16,-4 4 2 0,-2 1-1 15,-5-1-3-15,-2 0-4 16,0 0-2-16,-9-3 7 15,-4-1 4-15,-5-1-2 16,0-1 1-16,-6-2-1 16,1 0 1-16,1 0-1 0,2-2-4 15,0-3-19-15,8-2 6 16,6-2-19-16,4-2-37 16</inkml:trace>
  <inkml:trace contextRef="#ctx0" brushRef="#br0" timeOffset="88256.33">12313 18304 340 0,'0'0'4'0,"0"0"-8"0,0 0 1 15,0 0 3-15,0 0 1 16,5 48-2-16,-5-31 0 15,0 0 2-15,0 0-1 16,0 2 0-16,0-6-3 16,-3-1 0-16,1-3-2 0,0-1 1 15,-2-5 0-15,0 0 1 16,0-3 1-16,-3 0 4 16,1-1-2-16,-1-8 0 15,1-1 0-15,-2-3 0 0,4-4-2 16,0 0-3-16,4-3 7 15,0 1-1-15,0 0-1 16,7 3 1-16,5 2-1 16,3 5 0-16,1 5-1 15,1 4 1-15,1 0-1 16,-2 3 1-16,4 9 0 0,-2-1 0 16,-2-1 0-16,0 4 0 15,-3-4-1-15,-1-1-5 16,0-4 0-16,-6-1 6 15,-1-1 0-15,-1-3 0 16,-4 0 2-16,0-3 21 0,0-5 0 16,0-3-5-16,-6-2-1 15,0-3-3-15,1 1-9 16,-1-1-5-16,2 2-6 16,0 1-12-16,2 4-7 15,2 2-7-15,0 4-18 0,0 1-51 16,4 0-43-16</inkml:trace>
  <inkml:trace contextRef="#ctx0" brushRef="#br0" timeOffset="88712.37">12580 18276 371 0,'0'0'1'0,"0"0"-3"0,0 0 3 0,0 0-1 15,0 0-3-15,21 43-6 0,-19-28-4 16,-2 0 3-16,0 1 5 16,0-2 4-16,0-3-4 15,0 0 4-15,-4-3-5 16,-2-1-14-16,1-3 4 16,-1-4-2-16,0 0 5 15,-1 0 13-15,2-11 1 0,4-3 2 16,-1-5-3-16,2-1 1 15,0-1 0-15,2 1-2 16,7 0 1-16,2 5 0 16,1 3 6-16,2 4 3 0,3 6 2 15,-1 2-3-15,2 0-1 16,0 3-3-16,3 8-1 16,-4-2-3-16,3 4-9 15,-7-2-11-15,1-1 10 16,-5-3 9-16,-3 0 1 15,-2-5 1-15,-3-2 10 0,1 0 16 16,-2-1 5-16,0-8 0 16,0-7-7-16,0-4-14 15,-1-5-10-15,-3-6-12 16,-4-10-41-16,-3-7-116 16</inkml:trace>
  <inkml:trace contextRef="#ctx0" brushRef="#br0" timeOffset="91009.04">11665 15276 206 0,'-2'0'-19'0,"-2"0"16"0,2 0 2 0,-1 0-48 0,0 1-74 15</inkml:trace>
  <inkml:trace contextRef="#ctx0" brushRef="#br0" timeOffset="91751.68">11897 16680 248 0,'0'0'-7'0,"0"0"1"0,0 0 7 15,0 0-10-15,0 0-20 16,0 0-33-16</inkml:trace>
  <inkml:trace contextRef="#ctx0" brushRef="#br0" timeOffset="92106.28">12065 17251 125 0,'0'0'-3'0,"0"0"5"16,0 0-11-16,0 0-5 0,0 0-1 16,0 0-5-16,0 0 0 15</inkml:trace>
  <inkml:trace contextRef="#ctx0" brushRef="#br0" timeOffset="92420.64">12217 17861 132 0,'0'0'-2'16,"0"0"5"-16,0 0-3 15,0 0 0-15,0 0-6 0,0 0-24 16,0 0 25-16,0 0-5 16</inkml:trace>
  <inkml:trace contextRef="#ctx0" brushRef="#br0" timeOffset="92655.21">12371 18433 278 0,'0'0'1'15,"0"0"-23"-15,0 0-35 0,0 0-36 16</inkml:trace>
  <inkml:trace contextRef="#ctx0" brushRef="#br0" timeOffset="93765.24">12751 14814 144 0,'0'0'19'0,"0"0"10"0,0 0-12 16,0 0-10-16,0 0-2 15,0 0-3-15,0 0 4 0,0 0 0 16,0 0-2-16,0 0 1 15,0 0-1-15,0 0-4 16,-15-4 0-16,8 4-1 16,2 0-3-16,-3 0 2 15,-1 3 2-15,-1 0-1 0,-3 0-1 16,0 1 2-16,-3 0 0 16,1 2 3-16,1 0-2 15,-2 1 1-15,3 1-1 16,2-1 1-16,-3 2-1 15,3 1 0-15,2 0-1 0,2 1-2 16,0 1 2-16,3 1 0 16,2 0 1-16,2 3 0 15,0-2-1-15,0 0 0 16,0 3 1-16,0-2-1 16,2 2 2-16,0-1-1 0,1 2-1 15,1 3 1-15,-2-1-1 16,-2 1 0-16,0-1 1 15,0 0 0-15,0 0-1 16,-2-2 1-16,-2 4-1 16,1-1 0-16,-1 0 1 15,2 0-1-15,-2-2 0 0,4-2 1 16,0-3 1-16,0-4-1 16,6-1-1-16,5-4-4 15,7-2 5-15,3-3 4 16,4 0-2-16,5-7-15 0,4-9-53 15</inkml:trace>
  <inkml:trace contextRef="#ctx0" brushRef="#br0" timeOffset="94441.22">13010 15118 170 0,'0'0'18'0,"0"0"7"0,0 0-6 15,0 0-3-15,0 0-12 0,0 0-1 16,0 0-1-16,0 0-1 15,0 0 5-15,0 0 2 16,7-41-2-16,-7 30 5 16,0-1-6-16,0-2-1 15,0 3-1-15,0-2-5 0,0 3 1 16,0 2 2-16,0 3 4 16,0 1 0-16,0 3-4 15,0 1-1-15,1 0-6 16,-1 3-12-16,1 6 13 15,0 6 1-15,1 3 6 16,2 1-1-16,0 0 0 0,-1 3 0 16,4-2-1-16,-3 1 1 15,-1-3 0-15,-1 0 0 16,2 0 0-16,-4-2 2 16,0-1-2-16,0-1 0 15,0-1-6-15,0-2-11 0,-8-2 1 16,3-2 0-16,-2 1-2 15,0-5-3-15,-1 0-3 16,3-3-6-16,-4 0 22 16,4 0 7-16,-1 0-3 15,3 0 3-15,1 0 4 0,0 0 16 16,2-1 16-16,0 1 4 16,0 0-22-16,0 0-12 15,0-2-4-15,5 2 5 16,5 0 4-16,2 0-1 15,1 0-3-15,3-1-2 16,1 1-3-16,4-2-1 0,-2 1 0 16,4-3-1-16,0-2-18 15,2-1-72-15</inkml:trace>
  <inkml:trace contextRef="#ctx0" brushRef="#br0" timeOffset="95073.93">13882 15027 241 0,'0'0'0'0,"0"0"7"0,0 0-3 0,0 0-3 16,-42 5-1-16,28 3 0 15,4 6 0-15,0 1 0 16,3 3 0-16,1 0 0 0,3 2 1 15,3-3 0-15,0 0-1 16,7-1 0-16,4-5-3 16,3-2 3-16,1-4 0 15,3-3 3-15,-2-2 0 16,1 0 4-16,0 0-2 0,-2-7 2 16,1-2-1-16,-9-5 1 15,1 0 0-15,-6-2 0 16,-2-1-2-16,-2 0-1 15,-9 0-2-15,-4 0-6 16,-1 4 2-16,-6 6-1 0,1 4-10 16,0 3-4-16,0 3-8 15,1 9-21-15,5 3-42 16</inkml:trace>
  <inkml:trace contextRef="#ctx0" brushRef="#br0" timeOffset="95537.67">14545 15101 152 0,'0'0'-26'0,"0"0"15"0,0 0-10 0,0 0-27 16,-44 20 28-16,33-10 27 16,1-1 20-16,5 2-2 15,4 0-10-15,1 2-8 0,0-2-5 16,4-3 0-16,8-1 0 15,3-3 12-15,2-3 4 16,2-1-1-16,-2 0 5 16,0-1-1-16,1-8 2 15,0-1-7-15,-5-1-1 0,-4-3 5 16,-1-2-7-16,-5 2 0 16,-3-2 2-16,0 1-5 15,-7 2-9-15,-4 3-2 16,-7 4-4-16,-1 6-5 15,-2 0-12-15,-1 9-23 0,4 2-17 16,-2 2-37-16</inkml:trace>
  <inkml:trace contextRef="#ctx0" brushRef="#br0" timeOffset="96069.86">15314 15054 115 0,'0'0'8'0,"0"0"10"0,0 0-8 15,0 0-8-15,-38 22-2 16,32-11 1-16,-1 0-1 15,3 2 1-15,2 0 4 16,2-1 7-16,0-3 0 0,6 0-3 16,6-2 1-16,5-4 8 15,1-2-1-15,1-1-11 16,3 0-1-16,-2 0-2 16,-1-7 3-16,-3-1 3 15,-2-1 6-15,-5 0 0 16,-3-3 0-16,-6 0-6 0,0 1-3 15,-2 1-7-15,-11 3-4 16,-5 1-8-16,0 6-11 16,-4 0-6-16,2 0 3 15,4 9-21-15,2-4-57 0</inkml:trace>
  <inkml:trace contextRef="#ctx0" brushRef="#br0" timeOffset="96709.69">16177 15000 58 0,'0'0'14'0,"0"0"-10"0,-45 19 11 0,28-9 3 16,2-2-7-16,0 5-5 15,4-2 2-15,5 1 2 16,0-1 0-16,6 1-3 16,0-1-3-16,6-3-2 0,7-2 6 15,6 0 9-15,5-2-9 16,0-4-5-16,1 0 0 16,1 0 3-16,0-3 8 15,-4-4 2-15,-4-2-1 16,-2 1 6-16,-5-2 2 0,-5 0-9 15,-4-3 3-15,-2 1-1 16,-4 0-13-16,-8 1-7 16,-5 2-2-16,-3 5-14 15,-5 3-11-15,-2 1-10 16,-2 0-12-16,3 1-56 0</inkml:trace>
  <inkml:trace contextRef="#ctx0" brushRef="#br0" timeOffset="97983.89">16855 14997 188 0,'-5'0'3'0,"-1"-1"18"0,3-2-2 0,-3-1-7 0,1 1 3 16,0 0 8-16,-3 3-6 16,3 0-5-16,-5 0-12 15,1 10 1-15,1 1-1 0,-2 1 0 16,5 5 0-16,-1-3 2 16,3 0-2-16,3-2-2 15,0-2 0-15,0-3-3 16,7-3 3-16,-1-1 1 15,5-3 4-15,-2 0 1 0,3 0-1 16,-1-3 2-16,0-4-2 16,-2-3 2-16,-4-3 3 15,-1 1-4-15,-3-1-2 16,-1 0-1-16,0 0-2 16,-6 4-17-16,-4 0-50 15,-2 0-47-15</inkml:trace>
  <inkml:trace contextRef="#ctx0" brushRef="#br0" timeOffset="98404.07">17058 14750 51 0,'0'0'3'0,"0"0"10"0,49 0 4 0,-34 0-4 15,0 0 0-15,-3 0 1 16,-1 4 1-16,1-3 1 15,-3 3 2-15,-1 0-8 16,2-1-1-16,-2 4 2 16,1 3-2-16,0 1-3 0,-1 2 1 15,-2 4 2-15,-2 3-1 16,-1 2-1-16,-3 4 1 16,0 1 4-16,0 2 0 15,0-1-7-15,0 3-1 16,0-1-1-16,0 1-1 0,-5 1 0 15,-11-4-37-15,-7-4-68 16</inkml:trace>
  <inkml:trace contextRef="#ctx0" brushRef="#br0" timeOffset="99165.64">12849 15666 152 0,'0'0'7'0,"0"0"19"0,0 0 1 16,0 0-12-16,0 0-5 0,0 0 2 15,0 0-4-15,0 0-6 16,0 0 0-16,0 0-2 16,0 0-2-16,-27-22 7 15,14 22-5-15,2 0 0 0,-5 0-2 16,3 0 1-16,-1 4 1 16,4-1-2-16,-1 0 2 15,3 2 2-15,0 1-4 16,5 4 2-16,1 1 0 15,2 4 0-15,0 2 2 16,0 3-2-16,9 3 1 0,-1 0-1 16,5 2 2-16,-1 3-2 15,2-2 0-15,-5 1 1 16,0-2-1-16,0-1 1 16,-2-1 0-16,-1-5-1 15,-1-1 1-15,3-4 0 0,2-1-2 16,1-4 2-16,4-2-1 15,3-5 1-15,4-1 0 16,4-3-22-16,2-11-74 16</inkml:trace>
  <inkml:trace contextRef="#ctx0" brushRef="#br0" timeOffset="99456.74">13214 15830 201 0,'0'0'93'15,"0"0"-90"-15,0 0-1 0,0 0 0 16,0 0 0-16,-42 35-2 16,35-18-4-16,-1 0 4 15,6-1 0-15,2-2 0 16,0-1 0-16,8-3-2 16,7-6 2-16,3-1 0 0,1-3 1 15,4 0 0-15,0-9-1 16,-1-3 0-16,0-4 4 15,-3-1-3-15,-6 0 0 16,-1-1 2-16,-6 2 0 16,-6-1 1-16,0 0-2 0,-5 4-1 15,-6 7-14-15,-4 2-31 16,-1 1-58-16</inkml:trace>
  <inkml:trace contextRef="#ctx0" brushRef="#br0" timeOffset="99836.18">14122 15726 310 0,'0'0'13'0,"0"0"9"0,0 0-20 16,0 0-5-16,0 0 4 16,0 0-1-16,1 50 0 15,6-26-3-15,2 4-9 16,0 2-42-16,0-4-45 0</inkml:trace>
  <inkml:trace contextRef="#ctx0" brushRef="#br0" timeOffset="100212.65">14879 15800 269 0,'0'0'-2'0,"0"0"2"16,0 0 3-16,0 0-3 16,-46 31 2-16,39-14 0 15,3-3-2-15,4-1-2 0,1 0-14 16,11-6 7-16,3-1 3 16,5-5 2-16,-2-1 3 15,0 0 2-15,-2-5 5 16,-4-5 8-16,-3-3 4 15,-3-1 10-15,-5-2-5 0,-1-3-7 16,0 1-8-16,-7 4-8 16,-5 0-5-16,-1 5-5 15,-4 8-14-15,1 1-18 16,1 0-16-16,4 5-70 16</inkml:trace>
  <inkml:trace contextRef="#ctx0" brushRef="#br0" timeOffset="100698.02">15960 15756 262 0,'0'0'0'0,"-39"7"0"0,20 3 0 0,1 0 0 0,1 1 2 0,6 1-2 16,4 0 0-16,5 1-3 16,2 0 0-16,2-2-2 0,11-1-9 15,4-2-7-15,6-3 11 16,4-3 6-16,2-2 1 16,0 0 2-16,-2-5 3 15,-4-3 10-15,-4-2 21 16,-5 0-8-16,-9 0 4 15,-3-2 5-15,-2-2-5 0,-6 3-18 16,-7 0-12-16,-6 1-4 16,-6 5-20-16,1 4 0 15,2 1-26-15,2 0-41 16</inkml:trace>
  <inkml:trace contextRef="#ctx0" brushRef="#br0" timeOffset="101060.28">16539 15752 107 0,'0'0'96'0,"0"0"-94"0,-52 25 3 15,37-11-4-15,2-1 1 16,4 1-2-16,6-1-2 16,3-1-7-16,5-4-1 15,9-3 7-15,5-4 10 16,6-1-1-16,2 0 4 16,2-7-1-16,-2-3 11 0,-5-2-3 15,-2 2 6-15,-6-2 8 16,-7-1-1-16,-5 0 0 15,-2-1-9-15,-3 2-17 16,-11 2-16-16,-3 3-19 0,-3 3-16 16,0 1-55-16,3 1-89 15</inkml:trace>
  <inkml:trace contextRef="#ctx0" brushRef="#br0" timeOffset="101501.1">17076 15502 141 0,'0'0'6'0,"0"0"14"16,0 0-1-16,38-9-4 15,-23 8 1-15,1-3-5 0,1 0 2 16,4 2-3-16,-3-4 3 16,0 3 3-16,2 2 1 15,-5-2-5-15,0 3-4 16,-2 0-6-16,0 0-2 16,-6 7 0-16,0 4-1 15,3 4-5-15,-4-1 4 0,2 4 5 16,0 2 1-16,3-2-4 15,2 1 2-15,0 3 0 16,3-1-1-16,-2 4-1 16,1-1 1-16,-3 2 0 15,-2-2-2-15,-6 3 1 0,-4 0-3 16,-2 1-4-16,-21 2 6 16,-10 2 2-16,-14 3-3 15,-12 2-39-15,-12-4-25 16,-9-3-52-16</inkml:trace>
  <inkml:trace contextRef="#ctx0" brushRef="#br0" timeOffset="102113.14">12878 16470 37 0,'0'0'125'0,"0"0"-124"0,0 0 3 0,0 0 6 16,14-37-3-16,-14 32 9 15,-8 0 8-15,-2 4-8 16,-1-3-4-16,-3 1 4 0,1 0-3 16,-3 2-9-16,1-1-1 15,4 2-2-15,-1 0-4 16,1 0-2-16,5 9-12 16,-1 2 12-16,7 5 4 15,0 5 1-15,1 3-1 16,11 4 0-16,1 4 1 0,4-1 0 15,0 3 2-15,1-1-2 16,-2-2 1-16,0-2-1 16,-3-4 2-16,0-2-2 15,-4-5 0-15,5-4 1 16,-1-3-1-16,5-5-1 0,4-4 2 16,9-2 3-16,2-5-8 15,6-10-40-15</inkml:trace>
  <inkml:trace contextRef="#ctx0" brushRef="#br0" timeOffset="102240.94">13576 16651 97 0,'0'0'178'16,"0"0"-184"-16,0 0 5 15,0 0-40-15,0 0-123 0</inkml:trace>
  <inkml:trace contextRef="#ctx0" brushRef="#br0" timeOffset="102433.84">14760 16513 210 0,'45'4'-8'0,"-5"-1"9"0,0 0-1 16,-7-2-41-16,-1-1-19 15</inkml:trace>
  <inkml:trace contextRef="#ctx0" brushRef="#br0" timeOffset="103456.87">17931 14858 79 0,'0'0'6'0,"0"0"15"0,50 0-3 0,-32 3-2 0,0 6 2 16,2 2-5-16,-3 3-2 15,0 6-2-15,-2 4-1 16,-4 9-6-16,-4 7-3 15,-5 5 5-15,-2 8-5 16,0 5-10-16,0 6 1 0,-6 4 2 16,4 2 4-16,2-1 2 15,0-1 1-15,1-2 2 16,8-7-1-16,5-5 0 16,2-3 3-16,6-4-2 15,-2-4-1-15,3-5 1 0,1-2 0 16,-3-4 2-16,-3-2 0 15,-1 1-1-15,-7 2-1 16,-3 1-1-16,-6 7-1 16,-1 2 2-16,-3 7-2 15,-10 2 1-15,-3 5 5 16,-2 8 10-16,1 0-8 0,4 5-1 16,2 3-2-16,4 2-2 15,6 3-1-15,1 2 0 16,0-3 0-16,7-2 0 15,9 0 5-15,4-4 5 0,0 1 4 16,5-5 2-16,-1 1-2 16,1 3-7-16,-1-1-1 15,0 1-4-15,-1-3-1 16,-3 3-2-16,-2-5 1 16,-8-3-1-16,-2-3 1 15,-7-2-1-15,-1-5 0 0,-5-2 1 16,-13-4 0-16,-5-2 1 15,-6-2 5-15,-7-5 3 16,-6-2-4-16,-11-6-4 16,-8-2-2-16,-14-4 1 0,-13-3-3 15,-19-8-13-15,-19-7-26 16,-26-6-141-16</inkml:trace>
  <inkml:trace contextRef="#ctx0" brushRef="#br0" timeOffset="105017.64">11034 14864 209 0,'0'0'-9'0,"0"0"22"0,0 0-5 0,-42-10-1 16,27 10-7-16,-1 3 3 16,-4 5-3-16,4 2 1 0,-4 3 2 15,0 4-1-15,-5 3-1 16,0 3 1-16,-1 8-2 16,-6 0 0-16,1 5-1 15,-2 2-4-15,-1 2-2 16,3 1 7-16,4 3 0 15,0 1 0-15,6 2 0 0,6 2-1 16,7-2 1-16,1-1 1 16,7-1 0-16,0 0 2 15,9-3 0-15,4-2 0 16,3 2 0-16,2 1-1 16,6-1 0-16,-1 0 1 0,0 1-2 15,0 0 0-15,0 3 0 16,-7 0 0-16,-3 3 0 15,-5 3 0-15,-5 0-1 16,-3 1-1-16,0-1 1 16,-9-2 1-16,-3-2 5 0,0-4 9 15,1-2-5-15,2 0-1 16,0-1-5-16,6-2 0 16,3-2-1-16,0 1-1 15,12-3-1-15,5 1 1 16,2 4 0-16,2 5-1 15,-3 9-2-15,-5 9-13 0,-5 9-19 16,-8 9-18-16,-12 8-12 16,-12 7 39-16,-12 3 25 15,-2 2 6-15,-4-2 24 16,6-1 9-16,9-7-10 0,16-6-3 16,16-4-12-16,33-9-12 15,26-6-4-15,28-10-4 16,22-8-31-16,18-13-25 15,18-10-116-15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48:10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4999 13552 37 0,'0'0'2'0,"0"0"-1"0,0 0 0 0,0 0 4 0,0 0 7 15,0 0-1-15,0 0 3 16,0 0 0-16,0 0-2 16,0 0 0-16,0 0-5 15,0 0-2-15,0 0 0 16,0 0-3-16,-15-6-3 0,15 6 0 15,0 0 1-15,0 0 1 16,0 0-1-16,1 0 0 16,3 0-2-16,0 4 2 15,0-1 0-15,-1 3 0 16,2 1-1-16,1 0 2 16,-3 3-1-16,1-2 0 0,2 1 0 15,-1-5 1-15,2 3-1 16,2-4 0-16,-1 1 0 15,4-3 1-15,1-1-1 16,3 0 1-16,2-1 3 16,4-11-4-16,5-5 8 0,0-4-1 15,3-7-3-15,3-4 3 16,2-7 3-16,3-1 2 16,4-5 4-16,4-2-5 15,4-4-2-15,0 2-1 16,-1-1-3-16,-2 1 1 0,-2 5-1 15,-5 4-3-15,-6 7 0 16,-5 7 0-16,-2 5-1 16,-3 8-1-16,-4 6-1 15,0 4-4-15,-5 3-33 16,-3 0-44-16</inkml:trace>
  <inkml:trace contextRef="#ctx0" brushRef="#br0" timeOffset="1260.39">11627 13474 126 0,'0'0'2'0,"0"0"0"0,0 0 2 0,0 0-2 15,0 0-1-15,0 0 0 16,0 0 1-16,0 0 4 16,0 0 3-16,0 0 2 0,0 0-2 15,-13-37-5-15,13 37-1 16,0 0-5-16,0 0 0 16,0 0 0-16,0 5 2 15,3 5-1-15,5 2 1 16,-3 0 0-16,3 1 0 0,-1 1 0 15,2-1 0-15,0 0-1 16,-2-2 1-16,1-1 0 16,1-3 0-16,0-1 0 15,0-3 0-15,1-1-2 16,3-2 2-16,0 0 2 16,5-12 3-16,2-5 2 0,2-6 0 15,7-5 1-15,0-5 3 16,4-4 1-16,6-4-1 15,1-3-3-15,2-6 0 16,2 1-1-16,4-1-1 0,0 2-3 16,0 2-2-16,-2 6 0 15,-4 8-1-15,-5 7-5 16,-8 4-28-16,-13 4-89 16</inkml:trace>
  <inkml:trace contextRef="#ctx0" brushRef="#br0" timeOffset="2662.36">19038 13743 82 0,'0'0'6'0,"0"0"7"0,0 0-6 0,0 0-3 16,0 0-3-16,0-2 1 15,0 0 2-15,0 2 3 16,0-1 7-16,0-1-1 15,-2 2-1-15,2 0-3 16,-1-1-3-16,1 1-3 0,0 0-3 16,0 0-1-16,0 0 1 15,0 0 0-15,0 5 0 16,5 3-2-16,-3-1 1 16,2 3-1-16,0 1 1 15,0-1 0-15,0 1 0 0,1-1 1 16,1-2 0-16,2-2 0 15,0-3 1-15,3 0 0 16,3-3 2-16,-1 0 4 16,4-3 2-16,3-6 1 15,5-4 0-15,3-4-2 0,5-2-5 16,1-2 0-16,4-5-1 16,2 2 1-16,0-3 0 15,0-3 1-15,-1 0-1 16,0-1 3-16,1 1-2 15,0-1 0-15,2 1-1 0,-2 5-2 16,-3 1 1-16,-5 5-2 16,-3 1 0-16,-5 5 0 15,-5 3 0-15,-6 3 0 16,-1 3 0-16,-1 2 0 16,-1 2-6-16,-4 0-10 0,-3 0-27 15,-3 0-71-15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0:08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4053 5845 52 0,'0'0'11'0,"0"0"-5"0,0 0-5 15,4 0 3-15,-4 0 0 16,4 0 0-16,-3 0-2 16,0 0 1-16,2 0-1 15,-1 0 1-15,0 2-1 0,2-1-1 16,2 1-1-16,0 2 1 15,-1 1 0-15,5 1 1 16,0-1-2-16,-1 0 1 16,1-2 1-16,2 1 2 0,-1-2 3 15,4-2 8-15,1 0 6 16,3-12 14-16,4-3-8 16,5-11-9-16,9-8-2 15,6-9-6-15,6-9-1 16,9-9-5-16,7-10 2 0,13-9-3 15,10-5-2-15,8-3 0 16,8-6-1-16,0-8-55 16</inkml:trace>
  <inkml:trace contextRef="#ctx0" brushRef="#br0" timeOffset="1097.4">13122 5475 67 0,'-3'0'3'0,"0"0"5"0,3 0 3 0,-2 0 0 16,1 0-4-16,-1 3-1 0,0 1-4 15,0 6-1-15,-1 1 0 16,1 3 2-16,1 1 1 15,1 3 0-15,0-3 0 16,0-2 0-16,0 0 0 16,8-4 2-16,1-5 1 0,6-4 14 15,7-2 9-15,12-19 3 16,13-13-9-16,14-16-10 16,16-15-5-16,15-13-3 15,14-6-5-15,12-11 0 16,5-2-1-16,0-2-39 15,-9 4-138-15</inkml:trace>
  <inkml:trace contextRef="#ctx0" brushRef="#br0" timeOffset="2065.37">19678 5523 97 0,'0'0'6'0,"0"0"12"0,0 0-3 0,0 0-12 16,0 0-3-16,0 0 1 15,0 0 0-15,0 0-1 16,0 0 0-16,0 0 3 16,0 0-1-16,0 0 4 15,0 0 12-15,-19 20-6 0,19-19-1 16,0 2 2-16,3-1 0 16,0-1 2-16,1 2-4 15,3-3-4-15,3 0-5 16,0 0 5-16,5 0-7 15,3-5 6-15,2-7-1 0,6-4-1 16,3-7 0-16,3-4-1 16,4-7 2-16,3-7-2 15,5-4-2-15,5-6 0 16,1-3-1-16,5-3 0 16,3-3-3-16,1-5-32 0,-1-2-62 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0:27.8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4759 11894 66 0,'0'0'12'0,"0"0"-9"0,0 0 5 0,-41 9 4 0,32-8-3 16,1 1-4-16,1-1 1 15,0-1-2-15,1 0 1 16,3 0 6-16,1 0 2 15,0 0 0-15,2 0-4 0,0 0-7 16,0 0-4-16,0 0-4 16,0 1 4-16,4 1 1 15,3-1 2-15,-1 3-2 16,0 0 1-16,4 0 0 0,-1 1 0 16,3 2 0-16,1-1 0 15,3 0 0-15,4-2-1 16,6 0 0-16,1-2 1 15,5-2 0-15,5 0 0 16,1 0 0-16,7 0 1 0,2 0-1 16,4-3 1-16,3 0-2 15,0 2 2-15,1-1-1 16,2 1 0-16,1-2 0 16,4 0 0-16,0-3 0 15,4-1 0-15,2 0 0 0,2-3 0 16,-2 3 1-1,1 0-2-15,-1 1 2 0,-2 2-2 16,-1 3 2-16,-2 1 1 16,3 0-1-16,-3 3 1 15,6 5-1-15,0 3 0 16,5 2 0-16,2 2-1 0,2-1 0 16,4 1 1-16,6-1-1 15,4-1 1-15,3 0-1 16,2-2 0-16,2 1 0 15,3-5 0-15,-4-2 1 16,0-2-1-16,2-2 0 0,0-1 1 16,-4 0 2-16,2 0 6 15,5 0 1-15,-2-4 0 16,1 2-1-16,4-1-3 16,-1 1-2-16,-1 1-3 15,-1-2 1-15,0 3-2 0,-5-4 1 16,-4-2-1-16,0-4 1 15,-3-1-1-15,-1-5 1 16,-3-2-1-16,-4-2 0 16,-1-3 1-16,-5-1-1 15,-4-3 0-15,-6-1 2 0,-5-3 7 16,-1-4-1-16,-9 0 0 16,-3-5-5-16,-9 3 0 15,-4-1-2-15,-11 2 1 16,-5 5-1-16,-9 0 2 15,-9 2 1-15,-2 2 2 16,-2-1 0-16,-9 1-2 0,-5 0 0 16,-5 1-3-16,0-2-1 15,-2 4 0-15,-4-2-1 16,0-2-2-16,-4 5 3 16,-6-1-2-16,-3 0 2 15,-4-1-2-15,-7 0 1 0,-2 3 2 16,-5 0 1-16,-3 2-1 15,-3 0-1-15,-1 1 3 16,-2 0-3-16,-3 1 1 16,-1 1-1-16,-1-2 2 15,-2 2-3-15,-3 1 1 0,-3 2 1 16,-3-1-2-16,-3 2 1 16,-1 1 0-16,-2 2-1 15,1-1-2-15,-3 4 2 16,1 1 1-16,-2 2-1 15,-4 0 1-15,0 3 0 0,-2 1 1 16,2 0 0-16,-4 0-2 16,-2 0 4-16,4 5-6 15,-2 2 4-15,-2 0 1 16,0 1-1-16,2 1-1 0,0 0-1 16,1 1 2-16,1-2 0 15,2 1-1-15,0-2 0 16,-1 0 0-16,1-1-1 15,3 0 1-15,1 1 1 16,-2-2-1-16,3 2 0 16,5-1 0-16,1 1 0 0,1-1 0 15,1-2 0-15,4 3 0 16,4-1 0-16,0 1 0 16,4-1 0-16,2 1-1 15,2 1 2-15,2 2-1 16,3 0-1-16,4 0 2 0,4 1-2 15,2 0 2-15,6 1-1 16,0 0 0-16,6 0 0 16,5 5 0-16,-1 0-1 15,5 5 1-15,2 3 0 16,2 5 0-16,2 5-1 0,0 1-1 16,1 5 2-16,2 3-1 15,0 0 2-15,3 2-1 16,4-1-1-16,4 2 2 15,4 1-1-15,7-2-2 16,0-1 2-16,14-4 0 16,10-4-2-16,10-4 1 0,14-6 1 15,17-6 0-15,21-8 0 16,23-4 1-16,23-9-1 16,24 0-7-16,23-15-19 15,15-13-58-15</inkml:trace>
  <inkml:trace contextRef="#ctx0" brushRef="#br0" timeOffset="990.43">9850 11353 29 0,'-2'0'17'0,"0"0"3"0,-2 0-1 16,2 0-3-16,-1 0 0 0,0 0-1 15,3 0-8-15,-2 0-5 16,2 0 1-16,0 0-3 16,5 0 6-16,10-10 5 15,16-8 7-15,15-14-9 16,13-9-6-16,18-12-3 0,12-13-16 16,7-11-113-16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1:13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6245 8476 110 0,'0'0'0'0,"0"0"5"0,0 0 2 0,0 0-4 16,0 0-3-16,0 0-1 16,0 0-2-16,0 0 3 0,0 0 1 15,0 0 0-15,0 0-1 16,15 22 1-16,-7-9 0 15,-2 0-1-15,3 0 1 16,0-1 0-16,2 0-1 0,-2-2 1 16,2-4 1-1,-1-2 4-15,2-4 15 0,4 0 14 16,4-9-5-16,3-9-10 16,6-5-4-16,6-4-6 15,8-7-3-15,0-5-4 0,10-3-2 16,-2-1 0-16,3 1 0 15,0 5 0-15,-6 3-2 16,0 8-1-16,-11 12-32 16,-5 10-40-16,-12 4-62 15</inkml:trace>
  <inkml:trace contextRef="#ctx0" brushRef="#br0" timeOffset="717.27">6277 9994 103 0,'0'0'8'0,"0"0"14"0,0 0 2 0,0 0-15 16,0 0-5-16,0 0-3 16,0 0-1-16,0 0 0 15,0 0-1-15,0 0-4 16,0 0 5-16,0 0 1 15,-1 18 0-15,4-9-1 0,5-1 1 16,-2 0-1-16,4-1 2 16,-3-3-2-16,-1-1 2 15,4-2 2-15,-4-1 6 16,3 0 5-16,0-8 6 16,4-8 6-16,5-8-8 0,5-10-7 15,8-8-3-15,9-11-4 16,12-4-2-16,6-7-3 15,-2-6-27-15,0-4-169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1:21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10319 1492 69 0,'0'0'5'0,"0"0"-1"0,0 0-1 0,0 0 1 15,0 0-4-15,0 0 0 0,0 0 0 16,0 0 1-16,0 0 0 16,0 0 0-16,0 0-1 15,0 0 1-15,14 20-2 16,-11-13 2-16,1-1 2 16,0-1 1-16,0 0-1 0,-1-2 1 15,1-2 2-15,1 1 2 16,-2-2 0-16,7 0 6 15,1-5 17-15,9-10-2 16,10-8-12-16,16-8-7 16,17-11-2-16,21-6-5 0,20-10-1 15,19-10-1-15,18-12-10 16</inkml:trace>
  <inkml:trace contextRef="#ctx0" brushRef="#br0" timeOffset="2548.55">4412 5747 112 0,'0'0'-4'0,"0"0"8"0,0 0-2 0,0 0-1 16,0 0-2-16,0 0 2 16,0 0 0-16,0 0 4 15,47 5 1-15,-22-18 1 16,6-9 0-16,12-9 0 16,13-11-1-16,13-14 1 15,14-8-1-15,10-11-7 0,6-7-61 16</inkml:trace>
  <inkml:trace contextRef="#ctx0" brushRef="#br0" timeOffset="3139.49">8028 5593 126 0,'0'0'-10'0,"0"0"18"0,0 0 3 0,0 0 6 16,0 0-4-16,0 0 4 15,0 0-6-15,0 0 1 16,0 0-1-16,0 0-4 16,0 0-6-16,34-49 0 0,2 22 1 15,6-8-2-15,7-4-16 16,3-6-44-16,4-6-18 16</inkml:trace>
  <inkml:trace contextRef="#ctx0" brushRef="#br0" timeOffset="3730.94">9731 5318 51 0,'0'0'19'0,"0"0"-15"0,0 0-4 0,0 0 3 16,0 0 6-16,0 0-1 16,0 0 0-16,0 0 2 0,0 0 3 15,0 0 7-15,0 0 10 16,48-18 5-16,-21-9-13 15,15-14-6-15,19-12-8 16,24-16-3-16,23-15-5 16,17-17-9-16,15-14-86 15</inkml:trace>
  <inkml:trace contextRef="#ctx0" brushRef="#br0" timeOffset="9972.04">19825 7685 78 0,'-2'-5'23'0,"-1"0"12"0,1-1 1 15,1 2-10-15,0-2-13 16,1 5-7-16,0-1-4 0,0-1 0 16,0 3-5-16,0 0 3 15,2 0-2-15,3 0-1 16,-1 0-1-16,-1 0-1 16,1 0 2-16,0 0 2 15,-1 0 0-15,2 0 0 0,-3 3-4 16,0 3 2-16,0 2 1 15,0 2 2-15,-1 3 0 16,-1 3-1-16,0 2 1 16,1 4 1-16,-1 0-1 15,0 5 0-15,0 3 1 0,0 1-1 16,0 6 0-16,0 3 1 16,0 1 0-16,-2 3-1 15,-4 4 0-15,1 1 1 16,2-2-1-16,1 1 0 15,2-5 0-15,0-4 0 0,0-5 0 16,5-7 0-16,6-7 0 16,-3-4 0-16,2-8 1 15,1-2 2-15,-2-3 2 16,-2-3-1-16,-1 1-3 16,-1-1 1-16,-4 2-2 15,-1-1 0-15,0 1 4 0,-3 3 0 16,-8 4-4-16,0 2 0 15,-3 6 0-15,2 3 1 16,-1 3-1-16,0 4 1 16,4 0-1-16,-1 4 0 15,2-1 0-15,1 0 0 0,5-3 0 16,0 2 0-16,2-1 0 16,0 1 0-16,6-2 1 15,5 3-1-15,4 3 0 16,1-2 0-16,5 2 0 15,-1 0 2-15,3 1-2 0,-2 0 0 16,3 1 0-16,1-1 0 16,1 0 0-16,-2 0 0 15,3 2 0-15,-1-1 1 16,0 1-1-16,0 2 0 16,-2 3 0-16,-1-1 0 0,-2 3 0 15,1-4 0-15,-4-3 0 16,1-2 0-16,-2-2 0 15,-2-6 1-15,-2-1 0 16,-1 0 6-16,-2-1-6 16,-1 0 1-16,1 2-2 0,-6-3 0 15,-1-1 1-15,-2-5-2 16,-1 1 2-16,0-5-1 16,-3-1 1-16,-2-2 0 15,-5-3 1-15,2 3 4 16,1-3 6-16,-1-1-4 15,0-1-4-15,0 0-2 0,3 0-1 16,-1 1-1-16,1 4 0 16,-4-1 0-16,4 3 0 15,1 5 0-15,-4 5 2 16,3 2-4-16,-1 4 2 16,3 3-1-16,1-2-1 0,1 5-3 15,1-3-2-15,0-4 2 16,0 1 3-16,0-3 2 15,-2-2 0-15,-5-1 1 16,-1 1 4-16,-2-2 0 16,-2-1-2-16,1-3-1 0,1 0-2 15,3-3 1-15,-1-4-1 16,4-1 0-16,2-2 0 16,1-4 1-16,1 0-1 15,0-2-3-15,0-1-9 16,3 3 12-16,3-3 0 15,1 1 1-15,3-1 0 0,1 0-1 16,2 0 1-16,4 0 0 16,-2 0 0-16,3 0 0 15,0 0-1-15,2 0 2 16,-1 0-2-16,2 0 1 0,-2 0 1 16,3 0 0-16,-4 0-1 15,4 3-1-15,-3 1 0 16,-2 2 1-16,3 1-2 15,-5 0 1-15,0 2 0 16,-2-2-20-16,0 0-29 0,-2-3-57 16</inkml:trace>
  <inkml:trace contextRef="#ctx0" brushRef="#br0" timeOffset="10753.76">20974 10267 31 0,'-2'1'158'0,"2"-1"-133"0,0 0-8 0,-1 0-10 0,1 0-2 16,0 0-6-16,0 0 1 15,0 0 7-15,0 0 1 16,0-3-4-16,0 0-4 16,1-2-2-16,3 0 5 15,0 1-1-15,1 2-2 0,-2-2 0 16,1 2-3-16,0 2 4 16,-1 0-2-16,2 0 1 15,1 0-2-15,0 6 2 16,-1 2 0-16,-1 3 3 15,-1 2-4-15,-1 1-2 0,-1 5 0 16,-1-1 1-16,0 3 2 16,0-2-1-16,0-1 1 15,0-1 1-15,1-1 0 16,3-3-1-16,-1-2 1 16,3 1-1-16,3-3 0 0,2-3 1 15,0 1-1-15,0-1 0 16,3-1-1-16,0 2 3 15,-2-2-2-15,-2 2 1 16,1 2-1-16,-4-1 1 0,-1 4 2 16,-1 3 0-16,-1 1-1 15,1 1 0-15,-2 3-1 16,1 0-1-16,3 2 1 16,1-2 6-16,3 3 4 15,1-2 2-15,2 2-4 16,-1 0-1-16,0-1-4 0,0 3 0 15,-2-3 0-15,-4 4-2 16,0-2 0-16,-7 4 1 16,-2 1-2-16,-14 2-1 15,-11 4 0-15,-13 2-8 16,-16-4-78-16</inkml:trace>
  <inkml:trace contextRef="#ctx0" brushRef="#br0" timeOffset="15703.21">6522 12572 0 0,'-2'1'2'0,"0"3"-1"0,0-1 0 0,0-1-1 15,0-1 2-15,2 0-1 16,-1 0 3-16,1 0 7 16,0-1-4-16,0 0 5 15,0 0 7-15,1 0-5 0,7 0-2 16,1-6-3-16,2-2 0 16,9-8 1-16,1-5-1 15,5-8-4-15,2-3 1 16,5-5-4-16,0-3-1 15,3 3-1-15,-5 0-2 0,-2 6-48 16</inkml:trace>
  <inkml:trace contextRef="#ctx0" brushRef="#br0" timeOffset="16687.02">6431 13512 61 0,'0'0'3'0,"0"0"6"0,0 0 12 0,0 0 2 0,0 0 0 16,0 0 4-16,0 0 2 16,0 0-10-16,0 0-17 15,0 0-2-15,0 0 1 16,0 0 0-16,49-33-1 16,-17-1 5-16,12-10-2 15,9-11 1-15,10-9-4 0,6-9-2 16,6-3-50-16,4-9-69 15</inkml:trace>
  <inkml:trace contextRef="#ctx0" brushRef="#br0" timeOffset="19089.03">14274 11982 87 0,'-5'0'2'0,"2"-4"12"0,-2 1 0 15,2 2-1-15,2-1-5 16,0 2-2-16,0-1-5 15,1 1 0-15,0 0-1 16,0 0 0-16,0 0 0 16,0 0-1-16,0 0-7 15,0 0 3-15,3 1 0 0,5 2 2 16,2 0 1-16,3 1 2 16,5-4 2-16,0 3 0 15,4-3 0-15,5 0 0 16,2 1 2-16,2-1 0 15,2 2 3-15,3-1-2 0,2 0-1 16,5 0 2-16,-1-1-3 16,4 0-1-16,2 0-1 15,4 0 0-15,-1 0-1 16,1 0 1-16,-1-4-1 16,-2-1 0-16,-2 2-1 0,-3-1 0 15,0 0-5-15,-3 1-2 16,-3 0 3-16,-6 2-3 15,-3-2 4-15,-3 2-5 16,-5 0-17-16,-12-1-41 16</inkml:trace>
  <inkml:trace contextRef="#ctx0" brushRef="#br0" timeOffset="19431.79">14407 12043 122 0,'0'0'13'0,"0"0"-10"0,55 1 11 0,-26-1 0 0,8 0-3 16,5 0-4-16,6 0-3 16,7 0-2-16,6-2-2 15,0 0 1-15,1 1-2 0,-4 1-16 16,-5 0-49-16</inkml:trace>
  <inkml:trace contextRef="#ctx0" brushRef="#br0" timeOffset="21409.11">11569 12247 60 0,'-2'1'25'0,"-2"-1"10"0,2 0-6 0,0 0-10 15,2 0-4-15,-4 0-6 0,4 0-6 16,-2 0-2-16,2 0-1 15,0 0-1-15,-2 0 1 16,1 0-2-16,0 0 1 16,1 0 2-16,0 0 1 15,0 0-5-15,0 0 3 0,0 0 3 16,0-4 2-16,0 2-1 16,0-1-3-16,4 1 0 15,0 0 1-15,2-1-1 16,0 1-1-16,-2 1 0 15,0 0 0-15,3 0 0 0,-1 1 0 16,2 0 0-16,-2 0 0 16,1 0 0-16,-2 0 0 15,2 0 0-15,-1 5 0 16,-1 0-1-16,1 2 2 16,-3 1-2-16,3 2 1 0,-1 3 1 15,-3-2-1-15,1 3 0 16,1 2 0-16,-2-2 0 15,0 0 1-15,0 2-1 16,0-3 0-16,-1 1 0 16,-1 0 0-16,0 2 1 15,0 2-1-15,0-1 1 0,0 3 0 16,0-1 0-16,0 2 0 16,-3 0 0-16,1 3-1 15,-2-1 0-15,0 2 0 16,1 0 0-16,1 3 0 15,-3-1 1-15,0 0-1 0,4-1 1 16,0-2-1-16,1-1 0 16,0-1 1-16,0-2-1 15,7-1 2-15,0-3-2 16,0 0 0-16,0-1-2 0,1-4 4 16,-1-1-4-16,0-3 2 15,-1-1-1-15,-1-1 1 16,-1-2-1-16,-2-1 1 15,-1-1-1-15,-1 0 2 16,0-1 1-16,0 0 3 16,0 1-1-16,-1 0-3 0,-3 3 1 15,-2-1-2-15,1 1 0 16,-3 5 0-16,2-1 0 16,-2 5-2-16,1 1 4 15,0 2-2-15,0 4 0 16,1 1 0-16,1 5 0 0,1 1 1 15,0 3 2-15,2 2-1 16,2 1-1-16,-1 1 0 16,0 3-1-16,1-3 0 15,0 0 0-15,0 1 0 16,0-2 0-16,0 1 0 0,0 0 0 16,0-1 0-16,0 0 0 15,0-2 0-15,0 0 0 16,0-2-1-16,0-4 1 15,0-4 1-15,-1-2-1 16,-7-4 0-16,0-3 1 16,-2-4 0-16,-3 1 0 0,-1-3 5 15,-5-3 3-15,0-1-4 16,0-2-3-16,-1 0-2 16,-2 0-7-16,2-7-22 15,3-4-53-15</inkml:trace>
  <inkml:trace contextRef="#ctx0" brushRef="#br0" timeOffset="22620.3">12076 12915 99 0,'0'0'14'0,"0"0"10"0,0 0-15 16,0 0-5-16,0 0-1 15,0 0-1-15,0 0 2 16,0 0 0-16,-2-1 1 16,0-1 4-16,1 1 0 15,0 1-2-15,1 0 2 16,-1 0 2-16,0 0-7 0,1 0-3 15,0 0-1-15,0 0-1 16,0 0-2-16,0 0 3 16,1 0 1-16,2 3-2 15,3 0 1-15,-2 2-1 16,0 0 1-16,2 0-1 16,-2 0 1-16,3 0 0 0,-3 1 0 15,1 1 0-15,4-1-1 16,-3-2 0-16,1 2-5 15,0-1 3-15,2-2 1 16,-2 0 2-16,0-1-1 0,1-2 1 16,1 0-3-16,2 0 0 15,0 0 4-15,5-8-2 16,0-3 5-16,6-3 2 16,0-4 1-16,4-5 5 15,5-3-1-15,2-4-4 0,5-5-3 16,2-1 0-16,7-3-4 15,-2 2 2-15,6 1-2 16,-7 3 0-16,0 6-2 16,-6 3-35-16,-3 7-12 15,-10 4-3-15,-7 4-24 0</inkml:trace>
  <inkml:trace contextRef="#ctx0" brushRef="#br0" timeOffset="23374.87">12020 12979 31 0,'0'0'8'0,"0"0"-3"0,0 0-1 16,0 0-2-16,0 0-1 0,0 0-1 15,0 0 3-15,0 0 3 16,-9-38 6-16,9 36-2 15,-2 0-4-15,2-1 1 16,0 2 1-16,0 0 3 16,0-3 0-16,0 4-4 0,0 0-3 15,0 0-3-15,0 0 0 16,2 0-1-16,2 0 1 16,1 6 0-16,2 0-1 15,0 2 0-15,-1-1 2 16,-1 3-2-16,4-3 2 0,0 1-2 15,-1 0 1-15,3-3-1 16,1 0 0-16,-1-2 0 16,3-3-1-16,1 0 1 15,2-3-2-15,4-8 2 16,1-7 3-16,6-3 3 16,3-6 8-16,4-7 0 0,5-6 5 15,3-4-4-15,2-1-5 16,6-4-6-16,1 4-2 15,-1 1 0-15,-1 4-2 16,-2 6 0-16,-7 4-4 16,-7 7-21-16,-6 8-5 0,-8 4 0 15,-4 6 1-15,-11 5-18 16</inkml:trace>
  <inkml:trace contextRef="#ctx0" brushRef="#br0" timeOffset="23738.02">12023 12905 64 0,'0'0'2'0,"0"0"-1"0,0 0 1 16,0 0-2-16,0 0-2 16,0 0-2-16,0 0-14 15,40 40-12-15</inkml:trace>
  <inkml:trace contextRef="#ctx0" brushRef="#br0" timeOffset="23966.34">12132 13002 13 0,'0'0'28'0,"0"0"-3"15,48-18-2-15,-27 2-3 0,4-4-1 16,2-3-2-16,4-4 1 16,0-5-7-16,5-4-3 15,4-2-1-15,5-4 0 16,4-4-4-16,4-3 0 16,4 1-3-16,3-2 2 0,0-1-2 15,-3 3 0-15,0 1-1 16,-6 5-1-16,-1 5-7 15,-6 6 2-15,-5 8-12 16,-8 4-20-16,-9 4-47 16</inkml:trace>
  <inkml:trace contextRef="#ctx0" brushRef="#br0" timeOffset="29731.04">11991 12884 63 0,'0'0'3'0,"-1"0"2"0,-1 0-3 0,-1 0-1 0,2 0 2 15,-1 0 5-15,0 0 4 16,-1 0 2-16,2 0 0 16,-1 0-10-16,2 0-1 0,0 0-3 15,0 0 0-15,0 0 0 16,0 0 0-16,0 0-2 15,0 2 4-15,0-1-2 16,0 2 0-16,0-2 1 0,0 2-1 16,0-1 0-16,0 0 1 15,0 1-1-15,2 1 0 16,2 1 0-16,-2 0 0 16,0 2 0-16,-1 3 1 15,1-3 1-15,0 2 5 0,0-2-1 16,3 0 1-16,-3 0-4 15,1-1-2-15,3-1 0 16,-2 0 0-16,0-1 1 16,4-1-2-16,-3 1 0 15,3-2 0-15,-2 0 0 16,6 1 0-16,-3-3 1 0,4 0 0 16,3 0-2-16,-1 0 0 15,3-8 1-15,2-5 0 16,3-1 0-16,2-3 1 15,1-2-1-15,2-5 9 16,2-4 6-16,2-1-1 0,2-3 4 16,3-5-5-16,3-1-6 15,3-2-4-15,1 0 0 16,0 2-1-16,1 1 1 16,-1 1-2-16,-5 4-1 0,-2 2 1 15,-2 4-1 1,-6 2 0-16,-2 7 0 0,-4 3 0 15,-2 1 0-15,-5 6 0 16,-2 2-3-16,-1 4-21 16,-4 1-21-16,-7 0-22 15</inkml:trace>
  <inkml:trace contextRef="#ctx0" brushRef="#br0" timeOffset="30585.61">12036 12895 88 0,'0'0'4'0,"0"0"-2"0,0 0-1 0,0 0 0 0,0 0 0 15,0 0 1-15,0 0-2 16,0 0 1-16,0 0-2 16,0 0 1-16,0 0 1 15,0 0-1-15,0 0 0 16,0 0 0-16,32 22 0 15,-28-17-1-15,2 1 1 0,-4 0 1 16,4-2-1-16,-2-1 0 16,2 2 2-16,1-3-1 15,0 1 2-15,4-2-2 16,2-1 1-16,4 0-2 16,4-6 1-16,3-7-1 0,5-8 2 15,7-4 9-15,5-9-1 16,3-5-3-16,8-6-1 15,1-2-1-15,6-4-3 16,3 2-1-16,0-3-1 0,3 3-2 16,-4-1-4-16,-1 3 2 15,-4 3 4-15,-6 4 2 16,-4 7 0-16,-9 8 1 16,-9 5 3-16,-6 9 1 15,-8 4-3-15,-10 5-2 0,-3 2 0 16,-1 2 14-16,-3 9-10 15,-6 3-5-15,-2 0-6 16,0-1-69-16</inkml:trace>
  <inkml:trace contextRef="#ctx0" brushRef="#br0" timeOffset="80509.07">12013 12914 63 0,'0'0'6'0,"0"0"13"0,0 0-3 0,0 0-4 15,0 0 1-15,0 0-7 16,0 0 1-16,0 0 5 16,0 0-4-16,0 0-3 15,0 0-4-15,-6 0-3 16,6 0-2-16,0 0 4 0,0 1 0 16,0 2 0-16,0 4 0 15,2 1-2-15,0 0-1 16,0 5 0-16,-1-2 0 15,2 2 3-15,3 0 1 16,-1-3-2-16,3-2 1 0,0-1-1 16,5-4-2-16,3-3 1 15,5 0 11-15,2-4-1 16,5-11 1-16,7-6 0 16,4-6 0-16,6-8 0 15,4-6-4-15,5-6 4 0,4-5 1 16,3-3-1-16,4 1 0 15,3 0-2-15,-1 0-2 16,2 3-2-16,-2 3-2 16,-1 4 1-16,-3 6 1 15,-4 6 0-15,-3 11-2 0,-8 2-24 16,-11 5-70-16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2:18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4305 6021 69 0,'0'0'2'0,"0"0"1"0,0 0 5 0,0 0-4 0,0 0-4 16,0 0 0-16,0 0 0 15,0 0 1-15,0 0-1 16,0 0 1-16,0 0-2 16,0 0 1-16,0 0 1 0,19 15-1 15,-11-10 1-15,-1-1 0 16,5 1 0-16,2-5-1 16,-1 0 3-16,8 0 6 15,0-6 10-15,7-12-4 16,4-8-1-16,6-8 3 0,8-6-2 15,10-5-7-15,11-9-6 16,7-6 1-16,4-8-6 16,3-9-115-16</inkml:trace>
  <inkml:trace contextRef="#ctx0" brushRef="#br0" timeOffset="763.19">7481 6179 51 0,'0'0'1'0,"0"0"3"0,0 0 7 16,0 0 10-16,0 0 4 0,0 0 8 15,40-40-12-15,-22 13 4 16,2-4-5-16,7-6-1 15,7-5-7-15,6-4-5 16,6-2-6-16,6-3 0 16,0-3-3-16,-3-3-40 0,-4-3-162 15</inkml:trace>
  <inkml:trace contextRef="#ctx0" brushRef="#br0" timeOffset="1452.69">9702 6027 83 0,'0'0'16'0,"0"0"4"0,0 0 8 0,46-57 2 0,-15 23-5 16,9-10-3-16,12-10-8 16,13-12-8-16,14-4-2 15,9-7-4-15,5-7-5 16,-3-8-127-16</inkml:trace>
  <inkml:trace contextRef="#ctx0" brushRef="#br0" timeOffset="12604.38">11381 12526 63 0,'0'0'9'0,"0"0"18"0,0 0-5 0,0 0-7 15,0 0-1-15,0 0-4 16,0 0-5-16,0 0-3 16,0 0-1-16,0 0-2 15,0 0 0-15,0 0 2 16,0 0-1-16,9 6 1 0,-5-2 1 16,3 0-1-16,3 2 0 15,0-2-1-15,-1-1 1 16,2 0 1-16,3-2 2 15,2-1 5-15,1 0 5 16,0-10 3-16,4-5 0 16,0-8-1-16,5-7-3 0,1-6-4 15,1-6-2-15,7-2-2 16,-1-1 0-16,5 0-3 16,-1 3-2-16,3 5 1 15,-5 3-1-15,-1 8-1 0,-4 5-1 16,-4 10-15-16,-6 5-34 15,-4 6-26-15,-8 9-22 16</inkml:trace>
  <inkml:trace contextRef="#ctx0" brushRef="#br0" timeOffset="13381.1">11569 13234 64 0,'0'0'3'0,"0"0"11"0,0 0 4 0,0 0-9 15,0 0 2-15,0 0-4 16,0 0 0-16,0 0 1 16,0 0 8-16,0 0-8 0,-29-38 1 15,29 37 0-15,0 1-9 16,0 0 0-16,0-1-1 15,0 1 1-15,0 0 0 16,0 0 0-16,0 0-3 16,4 0 7-16,-2 7-4 0,1 1 0 15,1 4 1-15,0-1 0 16,2 0 0-16,0-1 0 16,-2-1 0-16,3-2 0 15,-1-1-1-15,2-2 2 16,-2-1 0-16,3-3-3 15,-2 0 2-15,5 0-1 0,0-6 5 16,4-8 2-16,-1-3 10 16,6-6-1-16,0-7 2 15,7-4-2-15,5-6-4 16,4-5-6-16,3-1-2 16,1-5 0-16,5 2-1 0,-6 1-1 15,2 4-1-15,-6 6 0 16,-2 6-1-16,-7 9 0 15,-7 9 1-15,-3 7-1 16,-7 7-3-16,-6 1-21 16,-4 7-29-16,-4-4-94 0</inkml:trace>
  <inkml:trace contextRef="#ctx0" brushRef="#br0" timeOffset="27628.84">11374 12552 46 0,'0'0'15'0,"0"0"12"15,0 0-6-15,0 0-6 0,0 0-7 16,0 0-2-16,0 0 0 0,0 0-1 16,0 0 1-16,0 0 0 15,0 0-6-15,0 0-1 16,0 0 2-16,0 0-1 16,-2 8 0-16,2-2 0 15,5 1 0-15,-3-1-1 0,1-2 1 16,-1 2 0-16,4-5 0 15,-4 2 0-15,-2-2 0 16,2-1-1-16,1 0 0 16,1 0 9-16,0-4 18 15,6-4-13-15,3-5-7 0,5-4 0 16,2-7-1-16,6-6-1 16,3-3 6-16,3-7-4 15,4-2 2-15,3-1-1 16,2 1-6-16,0 3 3 15,3 7-2-15,-2 3-1 16,-3 9-2-16,-3 6-18 0,-13 8-54 16,-6 6-93-16</inkml:trace>
  <inkml:trace contextRef="#ctx0" brushRef="#br0" timeOffset="28362.1">11603 13319 28 0,'0'0'1'0,"0"0"3"0,0 0-2 0,0 0 4 0,0 0 9 15,0 0 0-15,0 0-1 16,0 0-5-16,0 0-1 16,0-39 0-16,0 37-6 15,0 0-3-15,0-1 1 16,0 2-1-16,0-2 1 0,0 2 0 16,0-1 1-16,0 2-1 15,0-1 2-15,0 1 1 16,0 0-2-16,0 0 2 15,0 5-1-15,1 4-1 16,2-1 0-16,-1 2-1 16,0-1 0-16,1-1 1 0,1-2-1 15,1-3 1-15,0-3 6 16,5 0 15-16,1-4 11 16,9-13 0-16,8-10-13 15,11-14-10-15,13-9-5 16,9-10 1-16,14-7-4 15,14-6 1-15,7-6-2 0,0 1-8 16,-4-1-115-16</inkml:trace>
  <inkml:trace contextRef="#ctx0" brushRef="#br0" timeOffset="31728">11571 16688 38 0,'0'0'31'0,"0"8"6"0,0 1-4 0,0 3-7 15,0 4 1-15,0 5-7 16,0 2-9-16,0 4-2 0,0 4-4 16,2 3 0-16,-1 3 0 15,0 2-3-15,0-1 1 16,0-3-1-16,0-2-1 16,1 0 0-16,-2-5-1 0,2-2 1 15,0-2-1-15,0-1 0 16,1-6-7-16,4-4-25 15,-2-8-21-15,1-5-13 16</inkml:trace>
  <inkml:trace contextRef="#ctx0" brushRef="#br0" timeOffset="32585.13">11615 16699 91 0,'0'0'3'0,"0"0"10"0,0 0 5 0,0 0-5 16,0 0-2-16,0 0 12 15,0 0 3-15,0 0-13 16,0 0 0-16,0 0 0 15,0 0-5-15,-8-4-1 16,8 4-6-16,0 0-3 16,0-2 2-16,2 2 2 0,4-2-4 15,6 1 6-15,1-3-2 16,4 0 5-16,4 0-4 16,4 0-1-16,4-1 0 15,0 2-2-15,3 0 0 16,3-1 0-16,-1 3 1 0,4-1-1 15,0-2 0-15,0 3 0 16,3-4 2-16,2 2-1 16,2-2 1-16,2 2-1 15,-2-1-1-15,2 0 1 16,-5 1-1-16,0-2 1 0,-1 1 2 16,-3 0 4-16,-2-2 0 15,1-1-2-15,0 0-2 16,-4 0-1-16,-1 0-2 15,-1 2 1-15,-4 0-1 16,-3-1 0-16,-1 2 0 0,-3 2 1 16,-3-1-1-16,-5 1 0 15,-1 0 0-15,-3 1 0 16,-2 1-1-16,0 0 0 16,-2 0-4-16,-1 0-9 15,1 0-10-15,-2 4-18 0,0 0-32 16,-2-2-30-16</inkml:trace>
  <inkml:trace contextRef="#ctx0" brushRef="#br0" timeOffset="33314.58">11686 17222 101 0,'0'0'34'0,"0"0"-32"0,0 0 3 0,0 0-2 16,0 0-4-16,0 0 1 0,0 0 3 16,0 0 3-16,0 0 12 15,50 0 2-15,-33 0-1 16,4 0-10-16,0-2-4 15,7 1-3-15,0-5-1 16,5 3 0-16,0-3-1 16,-1 0 1-16,4 0 1 0,4 0 1 15,-2-1 2-15,4 0 0 16,3 0 1-16,0 0-4 16,4 1 0-16,-4-1-1 15,4 2-1-15,-3-2 0 16,-2 3 1-16,0-1 0 0,1 0-1 15,-5 2 0-15,-2 2 1 16,-3-2-1-16,-3 2 0 16,-6 1 0-16,-3-2-1 15,-5 1 2-15,-2-2-1 16,-4 2 0-16,0-1 0 0,-6 0 1 16,1-3-9-16,-4-2-45 15,-1-3-72-15</inkml:trace>
  <inkml:trace contextRef="#ctx0" brushRef="#br0" timeOffset="33678.49">12836 16499 174 0,'0'0'-7'0,"0"0"15"0,0 0-3 0,0 0-3 16,0 0-2-16,0 0 0 16,0 0 1-16,-14 38 0 15,12-19 5-15,2 3 4 16,0 4-4-16,0 4-1 15,2 5-4-15,6 4 0 0,1 2 0 16,1 0-1-16,4-3 1 16,-1-1-1-16,3-3 1 15,-3-2 0-15,1-3 1 16,-3-2-2-16,-2-3 2 16,-3-4-6-16,-2-7-78 15</inkml:trace>
  <inkml:trace contextRef="#ctx0" brushRef="#br0" timeOffset="34140.25">13764 16490 148 0,'0'0'-1'0,"0"0"14"0,0 0 6 16,0 0-6-16,0 0-7 0,0 0-6 15,0 0 1-15,6 37 8 16,-2-13-2-16,-1 5-1 16,4 6-3-16,-1 6-1 15,3 5 0-15,-2 2 1 16,3 2 0-16,-2-2-2 0,0 2 0 15,0-7-1-15,-3-4 1 16,1-6-2-16,-1-5-7 16,-1-7-12-16,2-9-29 15,0-7 1-15</inkml:trace>
  <inkml:trace contextRef="#ctx0" brushRef="#br0" timeOffset="34766.71">13799 16524 107 0,'0'0'-1'0,"0"0"3"16,0 0 0-16,0 0 1 16,0 0 3-16,50-15 0 15,-31 15 1-15,1-2-3 0,6 1 4 16,4-1-6-16,6-3-2 16,2 0 1-16,3-1-1 15,3-2 0-15,-4 1 0 16,3-1-2-16,-5-1 2 15,2 2 1-15,-4 0-1 16,2-1 1-16,0 3 3 0,-4 0 2 16,-1 0-1-16,-4 4-2 15,-2-1-2-15,-4 2 1 16,-4 0 0-16,-2 0-2 16,-3 0 0-16,-4 6 0 15,-1 0 1-15,-3 0 4 0,-1 3 3 16,-1 0-2-16,1 5-1 15,-3-1-2-15,-1 1 2 16,1 3-2-16,0-3-3 16,4 0 2-16,-3-1-2 0,3 1 1 15,0-3 1-15,0 0 3 16,0 0 17-16,0 2-5 16,1 1-5-16,1 2-4 15,0 2-4-15,0 1-2 16,1 2-1-16,1 2 0 0,-2 2-1 15,0-2 1-15,0 5-1 16,-3-1-1-16,0 2-5 16,-1-4-15-16,-4 2-23 15,0-5-38-15</inkml:trace>
  <inkml:trace contextRef="#ctx0" brushRef="#br0" timeOffset="35265.41">13976 17145 114 0,'0'0'19'0,"0"0"-5"0,56-17 6 0,-29 8-11 16,4 1-6-16,1-1-2 15,3-1 1-15,-1 2 0 16,1-1 13-16,-3 2 5 0,3 1-1 16,-2 2-8-16,3 0-7 15,-1 0-3-15,2 1-1 16,-1-1 0-16,-3 1 0 16,-1-2 0-16,1 1-1 15,-6-1 0-15,2-1 2 0,-2 0-1 16,-4 0 0-16,-1 0 1 15,0 1-1-15,-3 0 1 16,-5 0-2-16,0 2 2 16,-9 1-8-16,-1-3-62 15,-4 1-79-15</inkml:trace>
  <inkml:trace contextRef="#ctx0" brushRef="#br0" timeOffset="36219.9">12343 17254 36 0,'0'0'56'0,"0"0"-54"0,0 0-13 0,0 0 4 0,0 0 8 16,0 0 6-16,0 0 8 15,0 0 8-15,0 0 5 16,0 0-1-16,0 0-12 15,0 0-4-15,0 0-2 16,42 36-4-16,-28-22-1 0,4 4 1 16,3 1 0-16,0 5 1 15,3 1 4-15,5 1 1 16,2 1 1-16,4 2 1 16,2-1-3-16,-1 0-4 15,3-1-2-15,-1-2-3 0,3 0-1 16,-3-2 2-16,-2 1-2 15,-1-3 2-15,-5-1-2 16,-2 0 1-16,-3-2 0 16,-2-1 0-16,-6-2 1 15,-1-1-2-15,-5-1 0 16,1-5 0-16,-5-1-1 0,-1-1 2 16,-4-3-3-16,0-2-5 15,0-1-2-15,-2 0 3 16,1 0-15-16,1 0-71 15,-2-7-70-15</inkml:trace>
  <inkml:trace contextRef="#ctx0" brushRef="#br0" timeOffset="36659.01">13035 17987 262 0,'0'0'6'0,"0"0"4"0,0 0-7 0,0 0-3 15,0 0 2-15,0 0 4 16,0 0 2-16,40 26 3 15,-29-15-6-15,0 5-2 16,3-2-1-16,-3-1-2 16,3 1 0-16,-4-3-8 0,0-1-11 15,3-4-13-15,-6-3-25 16,0-3-26-16</inkml:trace>
  <inkml:trace contextRef="#ctx0" brushRef="#br0" timeOffset="36887.87">13169 17980 173 0,'0'0'95'0,"0"0"-88"16,0 0 1-16,0 0 2 0,0 0-5 16,-40 8-5-16,33 4 0 15,-2 3 1-15,-1 1-1 16,-2 4 2-16,3 1-2 15,-2-1 0-15,1-1-2 16,4 1-8-16,0-4-11 16,4-3-16-16,1-1-45 0,1-7-22 15</inkml:trace>
  <inkml:trace contextRef="#ctx0" brushRef="#br0" timeOffset="37128.61">13288 18092 177 0,'0'0'25'15,"0"0"-14"-15,0 0 7 16,0 0-11-16,0 48-3 15,0-35-3-15,-5 0-1 16,2 3 0-16,-1-5-21 0,0-1-35 16,-1-7-15-16</inkml:trace>
  <inkml:trace contextRef="#ctx0" brushRef="#br0" timeOffset="37351.48">13330 18061 294 0,'0'0'1'15,"0"0"-6"-15,0 0 8 0,0 0-2 16,0 0-1-16,0 0 1 16,37 13-1-16,-28-7 0 15,1-1 2-15,1 2-2 16,-3-1 0-16,4-1-27 15,-3-3-58-15,-2-2-43 16</inkml:trace>
  <inkml:trace contextRef="#ctx0" brushRef="#br0" timeOffset="37590.85">13451 18037 219 0,'0'0'28'15,"0"0"-24"-15,0 0 9 16,0 0 2-16,0 0-8 16,0 0 0-16,0 0 4 15,0 0-6-15,-17 6-1 0,17 3-1 16,3 2-2-16,4 3 1 16,-1-3-1-16,2 4-2 15,0-4 0-15,-1 1-16 16,0-6-19-16,-2-2-33 0,1-4-26 15</inkml:trace>
  <inkml:trace contextRef="#ctx0" brushRef="#br0" timeOffset="37812.86">13529 18020 270 0,'0'0'1'15,"0"0"0"-15,0 0-2 16,0 0 1-16,0 0 0 16,0 0-1-16,-20 38 1 0,10-26 0 15,4 0 0-15,-2 1 1 16,-1-2-1-16,1 0 0 16,-2 0-6-16,5-4-37 15,-3-4-49-15</inkml:trace>
  <inkml:trace contextRef="#ctx0" brushRef="#br0" timeOffset="38090.33">13542 18112 304 0,'0'0'1'0,"0"0"-2"15,0 0 3-15,0 0 0 16,0 0-1-16,38-27-1 15,-35 27 0-15,0 0-2 16,2 3-3-16,-5 7-4 0,0 3-3 16,0 2 0-16,0 0-1 15,-4-1 9-15,-2-3 5 16,1-1 10-16,1-6 6 16,3-1-1-16,1-3-8 15,5-3-7-15,8-12-5 0,5-3-21 16,3-6-25-16,2-5-73 15</inkml:trace>
  <inkml:trace contextRef="#ctx0" brushRef="#br0" timeOffset="38652.07">13889 17879 180 0,'0'0'3'0,"0"0"-3"16,0 0-1-16,0 0 1 15,0 0 1-15,0 0-1 16,0 0 12-16,0 0-3 16,0 0-5-16,4-21-3 0,3 7-1 15,2-4-1-15,2 0-1 16,0-3 2-16,2-3 0 16,3-2 2-16,0-2-2 15,2-3 2-15,-1-5 15 16,6-1 4-16,0-3-16 15,-2 1 3-15,4 0 3 0,0-1 3 16,-3 1-3-16,0 0-6 16,1 0 1-16,-3 2-2 15,-2 2-1-15,2 1-1 16,-5 2-1-16,1 5 0 16,-2 0-1-16,0 4 1 0,-4 2-1 15,-3 4 0-15,2 2 1 16,-6 4-1-16,-2 4 0 15,0 3 0-15,-1 1-2 16,0 3-7-16,0 0-4 16,0 0-18-16,0 7-31 0,-4 7 25 15,-1-2-15-15,-3 3-55 16</inkml:trace>
  <inkml:trace contextRef="#ctx0" brushRef="#br0" timeOffset="38900.81">14253 17118 63 0,'0'0'14'0,"0"0"22"0,0 0-7 16,0 0-6-16,0 0-3 16,0 0 1-16,0 0-14 0,0 0-5 15,0 0 0-15,0 0 5 16,-2-37 5-16,9 37 0 15,3 0 4-15,2 0-2 16,-1 0-6-16,3 3-3 0,-1 5-5 16,-3 2-1-16,0 4-17 15,-10 1-37-15,0 2-63 16</inkml:trace>
  <inkml:trace contextRef="#ctx0" brushRef="#br0" timeOffset="39463.22">12428 17270 125 0,'0'0'22'0,"0"0"23"0,0 0-21 0,0 0-19 16,0 0-4-16,-40 10-1 16,34 0 0-16,-2 4 0 15,1 4 0-15,-2 2 0 16,2 0 0-16,-2 0 1 16,1 0-1-16,0-2 1 0,1-2-2 15,1-5-4-15,0-2-23 16,2-5-21-16,0-4-28 15</inkml:trace>
  <inkml:trace contextRef="#ctx0" brushRef="#br0" timeOffset="39633.6">12362 17301 214 0,'0'0'7'16,"0"0"-6"-16,0 0 0 15,39 0 2-15,-18 3-2 0,4 3 0 16,4 2-2-16,3-1 0 16,0-1-29-16,2-6-69 15</inkml:trace>
  <inkml:trace contextRef="#ctx0" brushRef="#br0" timeOffset="42068.04">11976 16263 50 0,'0'-2'23'0,"0"0"10"0,0-1-2 16,0 2 3-16,0 0-3 16,0 1-6-16,0 0-14 15,0 0-18-15,0 1 7 16,0 7 6-16,0 3 0 15,0 5-2-15,6 3-2 0,-3 3 2 16,1 2-3-16,3 2 0 16,-1-2 0-16,1 0 0 15,-2-4 0-15,1 1 0 16,-3-1 1-16,-1-1-1 16,-2-1 1-16,0-1-10 15,0 2-17-15,0-4-59 0</inkml:trace>
  <inkml:trace contextRef="#ctx0" brushRef="#br0" timeOffset="42480.32">12000 16240 125 0,'0'0'3'0,"0"0"10"0,0 0 1 0,0 0-4 0,0 0 5 16,0 0 3-16,0 0-14 16,0 0-5-16,0 0 1 15,-36 43 0-15,29-22 1 16,1 3-5-16,-1-1-14 0,3 0-7 15,-1-5-13-15,2-5-28 16</inkml:trace>
  <inkml:trace contextRef="#ctx0" brushRef="#br0" timeOffset="42650.44">11949 16254 218 0,'0'0'11'0,"0"0"-24"0,0 0 16 16,49 9 1-16,-24 0-2 15,1-2-9-15,1-3-98 16</inkml:trace>
  <inkml:trace contextRef="#ctx0" brushRef="#br0" timeOffset="43613.16">11756 15922 103 0,'0'0'20'0,"0"0"9"0,0 0-5 0,0 0-9 16,0 0-2-16,-37 4 0 15,33-4 1-15,4 0-1 16,-2 0-4-16,2 0-4 0,0-1-4 15,4-2-1-15,5-1 0 16,3-2 0-16,3-1-1 16,4 1 1-16,1-1 0 15,3-1 0-15,-3-1 1 16,2 3-1-16,-4 2 0 0,-4 0 0 16,1 1 0-16,-8 3 0 15,-1 0 0-15,-3 3-1 16,-3 6 0-16,0 3-1 15,0 4 3-15,-3 1-1 16,-3 1 2-16,0 1 1 16,3-1-3-16,3 0 3 0,0-2-2 15,0-3-1-15,3-3-1 16,7-3-1-16,-1-2 4 16,1-5-1-16,1 0 1 15,1 0-1-15,0-3 1 16,1-6-1-16,-1-1 0 0,-4 0-2 15,1 0-14-15,-6 1-41 16,-3 0-58-16</inkml:trace>
  <inkml:trace contextRef="#ctx0" brushRef="#br0" timeOffset="43855.65">11835 16000 155 0,'0'0'10'0,"0"0"21"0,0 0-8 0,0 0-13 16,0 0-7-16,0 0-1 15,41-35-1-15,-26 29-2 0,5 2 1 16,-5 1-17-16,3 0-17 15,-4 0-7-15,1 0-14 16</inkml:trace>
  <inkml:trace contextRef="#ctx0" brushRef="#br0" timeOffset="44075.22">12058 15952 40 0,'0'0'120'15,"0"0"-96"-15,0 0-3 16,0 0-1-16,0 0-7 0,0 38-10 16,0-24-1-16,0 1-2 15,1 2 1-15,3-2-1 16,-2 1 1-16,0-2-1 16,1 0 0-16,0-2-2 15,0-1-14-15,-1-5-46 0,0-5-99 16</inkml:trace>
  <inkml:trace contextRef="#ctx0" brushRef="#br0" timeOffset="44266.29">12150 16002 185 0,'0'0'43'0,"0"0"-40"16,0 0-3-16,0 0 0 0,0 0 0 15,0 0 1-15,0 48-1 16,0-38-13-16,1-2-7 16,3 0-6-16,2-6-1 15,-1-2-20-15</inkml:trace>
  <inkml:trace contextRef="#ctx0" brushRef="#br0" timeOffset="44658.61">12235 15756 247 0,'0'0'-4'16,"0"0"2"-16,0 0 2 15,0 0-1-15,41-28 0 16,-29 23-2-16,-3 4-1 0,-1 1 3 15,0 0-1-15,-2 1 1 16,1 7-1-16,-5 4 0 16,2 2 1-16,-2 2 0 15,-2 2 1-15,0 1-1 16,0-3-2-16,0-1 1 16,0-2 2-16,0-3 1 0,0-2 1 15,0-3 5-15,0-1 2 16,0-1-2-16,4 1 2 15,0-4-4-15,1 0-3 16,3 0 2-16,-1 0-2 16,0 0-1-16,2 0-1 0,-3 0-3 15,-1-4-19-15,0-1-15 16,-3-2-38-16</inkml:trace>
  <inkml:trace contextRef="#ctx0" brushRef="#br0" timeOffset="44829.44">12290 15851 247 0,'0'0'15'15,"0"0"18"-15,0 0-15 16,0 0-18-16,0 0 2 0,0 0-1 16,0 0-1-16,38-18-12 15,-19 12-23-15,3-1-20 16,-3 1-32-16</inkml:trace>
  <inkml:trace contextRef="#ctx0" brushRef="#br0" timeOffset="45128.42">12494 15794 139 0,'0'0'49'15,"0"0"1"-15,0 0-26 0,0 0-9 16,0 0-1-16,0 0-8 15,0 0-6-15,3 0 0 16,3 0-2-16,-1 0 2 16,4 0 0-16,-4 0-1 15,3 3 0-15,-4 6-1 0,-2 1 0 16,-1 2 1-16,-1 1-2 16,0 0 3-16,0-3 0 15,-3-2-1-15,1-3 3 16,-2-2 9-16,4-2 1 15,0-1-4-15,11 0-9 0,11-9 3 16,11-8 1-16,8-7-6 16,10-9-70-16</inkml:trace>
  <inkml:trace contextRef="#ctx0" brushRef="#br0" timeOffset="46644.55">11790 16865 130 0,'-6'-3'4'0,"2"2"23"0,1 1 5 0,0 0-8 16,1 0-7-16,2 0-11 15,0 8-2-15,0 7 2 16,5 3-4-16,2 5 0 15,4 2-1-15,0 2-1 16,4 0 1-16,-2-1-3 16,-1-4-10-16,-1-2-14 0,-3-5-29 15,0-7-16-15</inkml:trace>
  <inkml:trace contextRef="#ctx0" brushRef="#br0" timeOffset="46857.42">11922 16797 177 0,'0'0'37'16,"0"0"-25"-16,0 0 2 0,0 0-13 16,0 0-1-16,-1 38 0 15,6-14 1-15,2 3-1 16,2 2 0-16,-3-1 0 15,3-1-6-15,-3-3-21 16,0-5-43-16</inkml:trace>
  <inkml:trace contextRef="#ctx0" brushRef="#br0" timeOffset="47021">11878 16999 271 0,'0'0'-4'0,"0"0"1"16,0 0-26-16,0 0-10 15,0 0-25-15,40-34-10 0</inkml:trace>
  <inkml:trace contextRef="#ctx0" brushRef="#br0" timeOffset="47754.21">12059 16952 163 0,'0'0'3'0,"0"0"6"0,0 0 9 15,0 0-3-15,24-43-8 16,-20 35-5-16,-3 1-1 16,-1 1 5-16,0 2 11 15,0 1-2-15,-5 1-5 0,0 2-8 16,-3 0-3-1,3 9 1-15,-1 2-1 0,4 3 3 16,1 2-3-16,1 1 1 16,0-1 1-16,9-1-1 15,2-2 0-15,5-2-4 16,-1-4-5-16,3-4-9 16,2-3-8-16,1 0-10 0,-1-7 3 15,-1-4-6-15,-2-5 0 16,0-1 4-16,-5 0 32 15,-1 0 17-15,-5 2 25 16,-3 2 5-16,-3 1 7 0,0 3 9 16,-3 4-24-16,-6 2-17 15,-3 3-11-15,-2 0-6 16,1 3-2-16,-1 6 2 16,3 3-1-16,4 0 1 15,-1 1-1-15,5-1-1 16,3 0 1-16,0-2-1 0,0-2-1 15,3-1-1-15,5-4-13 16,3-3-7-16,0 0 5 16,1 0 4-16,0-8 8 15,-2-2 5-15,-1 1 0 16,-1 1 6-16,-4-1 9 0,2 3 0 16,-2 3-7-16,0 1-6 15,1 2-3-15,-1 0-4 16,-1 0 3-16,3 4-5 15,-1 3-1-15,1 3-3 16,2-3 0-16,0-1-17 0,2-3-27 16,0-1 1-16</inkml:trace>
  <inkml:trace contextRef="#ctx0" brushRef="#br0" timeOffset="48038.3">12417 16919 15 0,'0'0'107'0,"0"0"-67"0,0 0 13 0,0 0-24 0,0 0-2 15,0 0-17-15,0 0-1 16,0 0-13-16,0 0 0 16,0 0-4-16,-19-6 0 15,15 15 6-15,-2-1 2 0,4 0-6 16,2-3 4-16,0-1-2 16,0-3 0-16,1-1-2 15,6 0 6-15,-2-3-2 16,3-7 4-16,-4-6 5 15,1 1 6-15,-1-3 2 0,-2-3-1 16,-2 3-2-16,0-1-7 16,0 2-4-16,0 4-3 15,-5 5-16-15,1 1-19 16,0 5-57-16,0 2-47 16</inkml:trace>
  <inkml:trace contextRef="#ctx0" brushRef="#br0" timeOffset="48280.57">12536 16864 247 0,'0'0'39'16,"0"0"-43"-16,0 0 6 15,9-37-1-15,-6 21-2 16,-1 2-18-16,0-2 12 0,-1 3 6 15,-1 1 1-15,1 3 1 16,2 5-1-16,-1 1-1 16,0 3-14-16,0 0-53 15,1 10 21-15,1 7 4 16,2 4-33-16</inkml:trace>
  <inkml:trace contextRef="#ctx0" brushRef="#br0" timeOffset="48358.1">12536 16864 26 0,'56'15'51'15,"-47"4"-9"-15,-1-8-6 16,5-1-12-16,5-6-16 15,1-4-5-15,6-4-15 16,2-14-159-16</inkml:trace>
  <inkml:trace contextRef="#ctx0" brushRef="#br0" timeOffset="48935.69">13916 16685 198 0,'0'0'2'0,"0"0"3"0,0 0-5 0,0 0-1 16,-13 47 0-16,13-25 2 15,0 3-2-15,1 2 2 16,7 2-1-16,0-2-1 16,-1 1 0-16,2-5-28 0,-4-1-31 15</inkml:trace>
  <inkml:trace contextRef="#ctx0" brushRef="#br0" timeOffset="49184.52">14001 16705 249 0,'0'0'3'0,"0"0"0"16,0 0-3-16,0 0 0 16,7 39 1-16,-2-20 0 15,0 2-1-15,0 0 1 16,4-1-1-16,-5 0-2 16,-1 0-17-16,-2-6-43 0,-1-2-61 15</inkml:trace>
  <inkml:trace contextRef="#ctx0" brushRef="#br0" timeOffset="49369.36">13967 16855 204 0,'0'0'-2'15,"0"0"0"-15,0 0 3 16,0 0-1-16,0 0 1 0,40-17-2 15,-24 10-9-15,4 3-16 16,0-3-14-16,-2-2-49 16</inkml:trace>
  <inkml:trace contextRef="#ctx0" brushRef="#br0" timeOffset="49718.31">14143 16770 227 0,'0'0'24'0,"0"0"-24"16,0 0-1-16,0 0-14 0,0 0 4 15,0 0 2-15,0 0 8 16,-29 37-1-16,29-34 1 16,2-3 1-16,4 0 0 15,0 0-1-15,0 0-3 16,1-5-10-16,-3-2 8 15,0 0 5-15,-4-1 9 0,0 1 17 16,0 1-3-16,0 3-4 16,0-1 0-16,0 2-10 15,-4 2-4-15,2 0-4 0,-2 0-4 16,2 2-6-16,1 5-5 16,1 2 3-16,0 0-1 15,0 1-5-15,3 0 1 16,3-3-22-16,2-2-7 15,2-5-37-15</inkml:trace>
  <inkml:trace contextRef="#ctx0" brushRef="#br0" timeOffset="49952.71">14251 16761 130 0,'0'0'17'0,"0"0"36"16,0 0-14-16,0 0-16 15,0 0-7-15,0 0-12 0,0 0 4 16,0 0-9-16,0 0 0 15,7-10 1-15,-7 15 0 16,0-2 1-16,0-1 0 16,0-2-1-16,2 0-1 15,2 0 1-15,-2-7 10 0,0 0 7 16,-1-6-10-16,2 1-5 16,0-4-3-16,2 2-3 15,-2 1-22-15,1 0-36 16,0 3-58-16</inkml:trace>
  <inkml:trace contextRef="#ctx0" brushRef="#br0" timeOffset="50223.36">14316 16811 225 0,'0'0'41'15,"0"0"-28"-15,0 0-12 16,0 0-2-16,0 0 2 15,0 0-2-15,0 0-1 16,0 0 0-16,20 7-1 16,-17-7-5-16,-1 0 0 0,-1 6 7 15,0 1 1-15,-1 0 0 16,0-1 1-16,0-2 1 16,0 0 7-16,0-2-2 15,1-2-4-15,6 0-2 16,2-3-2-16,5-10-2 0,1-3-15 15,3-7-77-15</inkml:trace>
  <inkml:trace contextRef="#ctx0" brushRef="#br0" timeOffset="50927.42">14148 16434 104 0,'0'0'17'0,"0"0"14"0,0 0-1 0,0 0-12 15,0 0-5-15,0 0-2 16,0 0 3-16,0 0-2 15,-39-19 0-15,34 16-3 16,2-3 0-16,-5 2 1 0,5-3-5 16,-6 2-1-16,4-4 2 15,-4 0-4-15,1-3 0 16,-2-3-2-16,-2 0 0 16,-3-4 1-16,-2 1-1 0,-3-3 0 15,0-1 0-15,-4-2 0 16,0-2 1-16,0-1 3 15,-1-1-1-15,0 2 1 16,0 1-2-16,0 1 1 0,2 1 0 16,-2 0-3-1,2 3 0-15,0 2 1 0,0 0-1 16,1 1 0-16,4 2 0 16,-2 1-1-16,1 1 2 15,0 1-1-15,4 1 0 16,-1 0 0-16,2 4 0 0,1 0 0 15,2 1 0-15,-1 2 0 16,3 3-1-16,3 1 1 16,-2 0-6-16,5 0-3 15,-2 4-5-15,3 3-7 16,2 1-4-16,0 0-6 16,0-1-21-16,0-3-21 0</inkml:trace>
  <inkml:trace contextRef="#ctx0" brushRef="#br0" timeOffset="51190.4">13473 15869 117 0,'0'0'-1'0,"0"0"7"0,0 0 9 0,0 0-2 15,0 0-6-15,0 0-3 16,0 0 6-16,-18 42-1 16,10-22 1-16,1 0-4 15,-2 1-4-15,4 0 0 16,3-4-1-16,-2-3 0 0,4-2-1 16,0-7-4-16,0-5-35 15,0 0-37-15</inkml:trace>
  <inkml:trace contextRef="#ctx0" brushRef="#br0" timeOffset="51347.61">13411 15884 235 0,'0'0'6'0,"0"0"12"16,0 0-15-16,46-14-1 15,-23 11-2-15,6 0 0 0,2 1 0 16,1 0 1-16,1-1-22 15,-6 0-84-15</inkml:trace>
  <inkml:trace contextRef="#ctx0" brushRef="#br0" timeOffset="51959.21">13176 15502 170 0,'0'0'-2'0,"0"0"7"15,0 0 0 1,0 0-1-16,0 0-2 0,0 0 9 16,0 0 0-16,0 0 1 15,0 0-1-15,-7 2-4 16,7-2-3-16,4 0 0 15,3-4 1-15,4 1-2 0,3-2-2 16,-1 0 1-16,1 0-1 16,-1 2 0-16,3 2 0 15,-6 1-1-15,0 0 0 16,-1 5 1-16,-5 7-2 16,-2 3 2-16,-2 2-1 0,0 3 0 15,0 1 0-15,-2-2 0 16,0-1 0-16,0-3 3 15,0-3-1-15,2-2 0 16,0 0-1-16,4-3 1 16,5-4-1-16,0 0 5 15,6-3 2-15,1 0 3 0,2 0-4 16,-2-4-5-16,1-5-2 16,0 2 1-16,-2-1-8 15,-6 0-20-15,0 1-17 16,-7 0-41-16,-2 0-37 0</inkml:trace>
  <inkml:trace contextRef="#ctx0" brushRef="#br0" timeOffset="52150.87">13236 15625 205 0,'0'0'13'0,"0"0"-6"0,0 0-1 0,0 0-2 16,54-21-3-16,-34 11-2 16,5 2 2-16,1 0-8 0,-1 0-38 15,0 1-19-15,-5 1-32 16</inkml:trace>
  <inkml:trace contextRef="#ctx0" brushRef="#br0" timeOffset="52294.4">13513 15540 81 0,'0'0'78'0,"0"0"-50"15,0 0 13-15,0 0-3 16,0 0-15-16,0 47-11 16,0-33-8-16,0 1-2 15,0 1-2-15,0 3 0 16,0-2-13-16,-2-4-29 16,-2-5-62-16</inkml:trace>
  <inkml:trace contextRef="#ctx0" brushRef="#br0" timeOffset="52642.37">13143 15216 73 0,'0'0'4'0,"0"0"-2"0,0 0-4 0,0 0-11 15,0 0-34-15</inkml:trace>
  <inkml:trace contextRef="#ctx0" brushRef="#br0" timeOffset="52799.48">13143 15216 110 0,'-14'13'23'0,"12"-13"16"16,1 0-11-16,1 0-19 16,-2 0-7-16,2 0-1 15,0 0-4-15,0 0-16 0,0 1-4 16,2-1-10-16,1 0 3 16,2 0-27-16</inkml:trace>
  <inkml:trace contextRef="#ctx0" brushRef="#br0" timeOffset="52997.64">13212 15121 270 0,'0'0'2'0,"0"0"16"0,0 0-19 15,0 0 1-15,0 0 0 16,0 0 1-16,35 41-2 15,-19-21 2-15,-1 3-10 16,2 2-30-16,2-1-25 0,1-1-38 16</inkml:trace>
  <inkml:trace contextRef="#ctx0" brushRef="#br0" timeOffset="53461.44">13717 15584 200 0,'0'0'34'0,"0"0"12"0,0 0-27 16,0 0-13-16,0 0-6 0,0 0 1 16,-14 50 0-16,14-30-2 15,2 2-11-15,1 2-25 16,1-4-20-16,1-7-40 15</inkml:trace>
  <inkml:trace contextRef="#ctx0" brushRef="#br0" timeOffset="53845.55">13743 15379 268 0,'0'0'-2'16,"0"0"2"-16,0 0 2 15,0 0-1-15,29-42-1 0,-15 35-1 16,-1 2-1-16,1 3 1 16,-1 2 1-16,-2 0-1 15,0 4 1-15,-3 10-2 16,-3 6-1-16,0 1 2 15,-5 2 0-15,0 1-2 16,0-2-2-16,0-3 6 0,0-3-1 16,0-3 4-16,0-5 6 15,0-2-4-15,0 0 1 16,7-2-1-16,2-3-1 16,2-1-2-16,3 0 0 0,-1 0 0 15,3-1-5 1,-3-6-10-16,-2-3-15 0,-3-3-36 15,-6-1-41-15</inkml:trace>
  <inkml:trace contextRef="#ctx0" brushRef="#br0" timeOffset="54017.61">13824 15466 245 0,'0'0'13'0,"0"0"-2"15,0 0-4-15,0 0-3 16,0 0-3-16,47-30-2 16,-28 20-35-16,2 2-43 15,2-2-45-15</inkml:trace>
  <inkml:trace contextRef="#ctx0" brushRef="#br0" timeOffset="54343.43">14020 15450 225 0,'0'0'34'0,"0"0"-9"15,0 0-18-15,0 0-8 16,0 0-1-16,0 0 4 16,0 0-1-16,0 0 0 15,25-1-1-15,-20 1-1 16,2 0-4-16,-1 3 1 0,-5 4-4 15,0 4-2-15,-1-1-2 16,0-1 4-16,0 1 5 16,-2-2 4-16,-2-2-1 15,-1-3 5-15,4 1 7 16,0-1-1-16,1-3-5 0,0 0-5 16,2 0 1-16,7 0 1 15,0 0-2-15,4-4 1 16,3-5-2-16,-3-4-24 15,-1-4-64-15</inkml:trace>
  <inkml:trace contextRef="#ctx0" brushRef="#br0" timeOffset="54685.32">13891 14934 122 0,'0'0'84'0,"0"0"-39"0,0 0-12 0,0 0-22 0,0 0-12 15,0 0 0-15,0 0 0 16,13 55 2-16,1-19-1 16,4 3 0-16,-3 1-45 0,1-7-117 15</inkml:trace>
  <inkml:trace contextRef="#ctx0" brushRef="#br0" timeOffset="58413.13">12092 15445 108 0,'0'0'4'0,"0"0"-4"0,0 0-11 0,0 0 10 15,0 0 1-15,0 0 3 16,0-1 2-16,2-2 6 16,-2-2 9-16,2 3 6 0,-2-1-7 15,2-1-15-15,3-1-4 16,1-1-1-16,2-2-19 15,1-5-27-15,4 0-9 16,3-3 19-16,3-2 36 16,0-3 15-16,3-2 19 0,5-1-2 15,-1-6 0-15,3 0-8 16,5-3-4-16,0-2-6 16,1-2-4-16,1 1-2 15,-1-1 3-15,-1 0 5 16,-3 3-1-16,-2 1 5 0,-1 3-3 15,-2 2-2-15,-3 2-3 16,-4 3-6-16,0 5-2 16,0 0-1-16,-3 4-2 15,1 4-2-15,-1 4-29 16,-3 1-24-16,0 1-72 16</inkml:trace>
  <inkml:trace contextRef="#ctx0" brushRef="#br0" timeOffset="59196.2">13659 14770 6 0,'0'0'31'0,"0"0"-2"0,0 0-1 0,0 0-3 16,0 0-6-16,0 0-4 15,-39 3-3-15,33-3 2 16,1 0-3-16,-1 0 1 15,-1 0 2-15,-3-2-6 0,2 0-4 16,-1-1-1-16,-2 3 1 16,2-1-3-16,-2-1 0 15,-3-2-1-15,1-1 2 16,-3-2 6-16,1-4 1 16,-7 0 3-16,1-1-2 15,-5-3-5-15,-1-1-4 0,-2 0-1 16,-2 1 1-16,2 0-1 15,0 0 0-15,3 2 0 16,2-1-1-16,2 4 2 16,2 0-1-16,2 2 5 15,4 2 2-15,2 2-1 0,6 1-3 16,1 1-3-16,3 2 0 16,2 0-7-16,0 0-54 15,3 0-2-15,3 0-62 16</inkml:trace>
  <inkml:trace contextRef="#ctx0" brushRef="#br0" timeOffset="60122.14">12318 14125 99 0,'0'0'8'0,"0"0"2"0,0 0-7 0,0 0-2 0,0 0 0 16,0 0 4-16,0 0 4 15,0 0 3-15,0 0 1 16,-43 2-6-16,32-2-2 0,2 1-4 15,-2 1 0-15,-1-2-1 16,2 0 0-16,-1 2 0 16,1-2 0-16,1 1 0 15,-1 0 0-15,2 1 1 16,-2 0-2-16,5 1 1 16,-3 1 0-16,2-1-1 0,1 1 1 15,1-1 0-15,2 0 0 16,0 0-1-16,0 0 1 15,2 1-1-15,0-1 1 16,0 3-2-16,0-1 2 0,0 1 0 16,0 1 0-16,0 0 0 15,0 0-2-15,0 3 2 16,4-3-1-16,-2 3 1 16,1-1 0-16,-1-1 0 15,2 3 1-15,-1 0-1 0,-1 0 2 16,0 1-2-16,0 3 0 15,0-2 0-15,1 1 1 16,-1-1-1-16,0 2 0 16,-1-1 0-16,1-1 0 15,2 3 0-15,0-2 0 16,-1-1 0-16,-1 1 1 0,0 0-1 16,1-1 0-16,1-1 1 15,-2-1 0-15,2-3 3 16,3 0 4-16,3-3-1 15,4-3 1-15,10-2-1 16,6 0-4-16,10-12-3 0,10-8-52 16</inkml:trace>
  <inkml:trace contextRef="#ctx0" brushRef="#br0" timeOffset="61054.5">13664 13868 120 0,'0'0'40'0,"0"0"-11"0,0 0-10 0,0 0-9 15,0 0-2-15,0 0-5 16,0 0-1-16,0 0-4 0,0 0 1 15,0 0 1-15,0 0 3 16,0 0-2-16,0 0 1 16,29-18-2-16,-17 14 1 15,0-1-1-15,-1 1 1 16,2-1-2-16,3 0 2 16,-1 0-2-16,1 1 1 0,-2-1 0 15,0-1 0-15,-2 2 0 16,0 3 0-16,-5-1-1 15,1 0-1-15,-4 2 1 16,-1 0-1-16,1 0 1 16,-2 0 2-16,1 0-2 0,-3 4 1 15,1 1 1-15,1-1-2 16,-2 3 1-16,2-1-1 16,0 3 1-16,0 1-1 15,-2-1-1-15,2 2 0 16,-2 1-2-16,2 0 1 0,-1 1 1 15,1-1 1-15,1 1 1 16,0 3 1-16,1-2-1 16,-1 0 0-16,4 1 1 15,-2 1-1-15,0-1 1 16,2 2 0-16,-1-2 0 0,2 2 0 16,-2-1-1-16,1 1 1 15,0-3-1-15,0 1 2 16,-4-3-2-16,0 1 0 15,-2-4 1-15,-1 0-1 16,-1 0-7-16,-8-1 8 0,-4 1 2 16,-2 0-1-16,-8 1 2 15,-1 2-1-15,-4 1 0 16,-3 1 0-16,-4 4-3 16,-1-2-9-16,-2-3-70 15</inkml:trace>
  <inkml:trace contextRef="#ctx0" brushRef="#br0" timeOffset="62925.69">13255 18205 9 0,'6'3'8'0,"-4"-3"14"0,1 0-9 0,0 0-6 16,2 0-5-16,-1 0-3 16,-2 0-13-16</inkml:trace>
  <inkml:trace contextRef="#ctx0" brushRef="#br0" timeOffset="63338.24">13299 18151 150 0,'0'0'5'0,"0"0"15"16,0 0 1-16,0 0-2 15,0 0 0-15,0 0-4 16,0 0-3-16,0 0-12 15,-2-6-6-15,2 6 7 0,0 3 8 16,0 5-5-16,1 2-2 16,2 3 1-16,-1-2-1 15,-2 3 1-15,0 1-1 16,0-1 0-16,0-1-1 16,-2-1 0-16,-2 2 0 0,1-3 2 15,1-1-10-15,0-2-10 16,2-4-27-16,-2-4-81 15</inkml:trace>
  <inkml:trace contextRef="#ctx0" brushRef="#br0" timeOffset="63900.97">13488 17970 161 0,'0'0'14'0,"0"0"-15"0,0 0 5 0,0 0 5 16,0 0-3-16,0 0 7 15,0 0 9-15,0 0-10 16,34 38-4-16,-28-26-1 0,4 3 0 16,-2-2-2-16,4 2 0 15,2 1 0-15,1-2-2 16,5 1 1-16,-4-4-2 15,3 2 2-15,0-3-4 16,-2-1-2-16,-2-1-3 0,-2-4-7 16,-2 2-1-16,-3-2-6 15,-1-4-18-15,-5 0-38 16</inkml:trace>
  <inkml:trace contextRef="#ctx0" brushRef="#br0" timeOffset="64206.54">13681 17910 238 0,'0'0'10'0,"0"0"20"0,0 0-10 16,0 0-10-16,-45 39-9 15,32-18 1-15,4 6 0 16,0 3 0-16,0 1 1 16,-2 3 1-16,6 0-2 0,-3-4-10 15,3-1-28-15,1-4-26 16,-3-5-71-16</inkml:trace>
  <inkml:trace contextRef="#ctx0" brushRef="#br0" timeOffset="64669.07">13855 18155 54 0,'0'0'121'0,"0"0"-118"0,0 0 3 15,0 0 1-15,0 0-2 16,0 0 2-16,0 0 7 15,0 0 1-15,0 0-8 16,-2-15-5-16,9 10 0 0,4 1-2 16,0-1 1-16,-3 3-2 15,0 1 1-15,1 1-7 16,-4 0 2-16,-3 8 2 16,-2 4 3-16,0 1 0 15,0 4 3-15,-5-2 1 16,-1 0 2-16,1-4-2 0,2-1 1 15,1-3-3-15,2-4 0 16,0 0-2-16,4-3 2 16,6 0 3-16,5-10-1 15,5 0 0-15,5-7-3 16,3-1-2-16,-1-5-17 0,1-3-59 16</inkml:trace>
  <inkml:trace contextRef="#ctx0" brushRef="#br0" timeOffset="65686.12">11932 17149 58 0,'0'0'4'0,"0"0"6"0,0 0 17 0,0 0 9 16,0 0-6-16,0 0-7 16,0 0-2-16,0 0-7 15,0 0-14-15,0 0 0 16,0 0 1-16,0 0-1 0,26-9 0 16,-15 7 0-16,0 1 0 15,3 1 0-15,-1-1 0 16,0 1-1-16,5-1 2 15,1-1-1-15,2 1-1 16,4-2 1-16,-1 2 0 0,4-2 1 16,3 0 0-16,0-3-1 15,0 2 1-15,1 0 0 16,1 0 0-16,-1-2-1 16,3 1 0-16,-3 0 0 15,3 1 0-15,-2-1 0 16,-1 0 0-16,1 1 0 0,-2 2 0 15,-4 1 0-15,-2-1 1 16,-5 2-2-16,-4-1-1 16,-3-1 1-16,-3 2 0 15,0-1 1-15,-4 1 1 16,0 0 0-16,0 0-1 0,-3 0 1 16,3 0-2-16,-4 0 1 15,1 0 0-15,2 0-1 16,-1 0 0-16,2 0-1 15,1 2-7-15,0 0-4 0,4 1 2 16,0-1 6-16,0-2-11 16,-1 2 7-16,2 0 10 15,0-2-1-15,1 0 0 16,-4 0 0-16,2 0 1 16,-1 0 0-16,-2-4-4 15,-1-3-128-15</inkml:trace>
  <inkml:trace contextRef="#ctx0" brushRef="#br0" timeOffset="66142.48">12780 16449 138 0,'0'0'17'0,"0"0"-21"0,0 0 2 0,0 0 4 16,6 47 0-16,-3-29-3 16,2 6 4-16,-3 3 1 15,1 3 0-15,3 6 0 16,-4 2 0-16,3 6-2 15,1 0 2-15,1 3-1 0,0-1-3 16,1-2-7-16,1-2-7 16,-2-5-15-16,0-4-11 15,-4-5-42-15</inkml:trace>
  <inkml:trace contextRef="#ctx0" brushRef="#br0" timeOffset="67038.08">12699 16467 153 0,'0'0'2'0,"0"0"5"0,-42 2-4 16,27-1-3-16,-5 1 0 16,1 1-11-16,-4-1 7 0,-5 1 4 15,-1 0 0-15,-2-2 1 16,-4 1 0-16,0 0 0 16,-2 0-1-16,-1 2 1 15,-2-1-1-15,-2 2 0 16,0 0 0-16,-2 1-1 0,-3 0 2 15,2 2-1-15,-1-1 1 16,1 0-1-16,-3 3 3 16,4-1-1-16,1-1 0 15,1 1 3-15,2-2-2 16,3 1-2-16,4-2-1 0,2-2 6 16,4-1 7-16,3 0 5 15,-1 0-3-15,5 0-7 16,1 1-7-16,2 0 2 15,3-1-2-15,3 1-1 0,5-2-1 16,0 1 1-16,3-2 0 16,2 0 1-16,1 1-5 15,0 0 3-15,0 1 1 16,0 2 0-16,0 1 0 16,2 2 1-16,2 2-1 0,-4 1 0 15,2 4 0-15,-2 0 0 16,0 2 0-16,0 3-1 15,0 0-2-15,0 1 2 16,0 2 1-16,0 1 1 16,-2 0 0-16,2 4-1 15,0-1 2-15,0-1-2 0,0 1 0 16,0-3 1-16,0-1-1 16,0-2 2-16,6-1-1 15,-3-3 0-15,5 0-1 16,-4 2 0-16,2 1 1 15,0-2-1-15,-1 1 0 0,3-1 1 16,0-2-2-16,3-1 1 16,7-3 0-16,1-5-1 15,10-3-1-15,7-4-9 16,9-10-10-16,6-11-86 16</inkml:trace>
  <inkml:trace contextRef="#ctx0" brushRef="#br0" timeOffset="67643.46">13681 16509 176 0,'0'0'2'0,"0"0"2"0,0 0-3 0,0 0 1 16,0 0-1-16,0 0 1 15,0 0-2-15,0 0-2 16,0 0-4-16,0 0 8 16,0 0 1-16,0 0-2 15,-3 50 1-15,5-26-2 0,1 4 1 16,2 1 0-16,-1 3-1 16,0-2 0-16,3 2 2 15,-2 1 4-15,6-2-1 16,-4-1 3-16,2-1-6 15,1-1 0-15,2-4-1 16,-4-1 0-16,1-5-2 0,-1-5-10 16,-2-3-10-16,-4-8-28 15,1-2-79-15</inkml:trace>
  <inkml:trace contextRef="#ctx0" brushRef="#br0" timeOffset="68454">13737 16494 108 0,'0'0'22'0,"0"0"-18"0,0 0 0 16,0 0 3-16,45-22-3 16,-30 18 1-16,1-1 6 15,1 0 1-15,4-1 3 16,0 1 2-16,4-2-1 16,2 1-9-16,2 0-3 0,2 0-3 15,3 0-1-15,2 1 1 16,1-1-1-16,0 2 0 15,-1-2 1-15,0 2-1 16,1-3 0-16,0 2 0 16,1-2 0-16,2 0 0 0,-1-1 1 15,0 2-2-15,-3 0 2 16,-3 1-1-16,-4-1-1 16,-8 6 1-16,-2-3-1 15,-7 3-2-15,-4 0 2 16,-1 0 2-16,-3 0-1 15,-2 0 0-15,1 0 1 0,1 3-1 16,-4 1 0-16,3 2 0 16,-1 0-1-16,-1 1 1 15,1 1 1-15,0 2-1 16,2 2 0-16,0 0-2 0,-3 4 3 16,3-2 0-16,0 4-1 15,0 1 0-15,0 1 1 16,-1 3 0-16,2 1 2 15,-3 2 1-15,1-1 0 16,1 6-3-16,2-3 1 0,0 3-2 16,2 0 1-16,-3 0-1 15,3 1 0-15,-3-1 0 16,0-2 1-16,-1 0 0 16,-4-5-1-16,0 0 0 15,0-6 1-15,0-1 0 16,0-3-1-16,-7-3 1 0,2-1 0 15,-2-1 1-15,1-1-1 16,-3-3 1-16,0 4-2 16,-2-2 0-16,-5 0 0 15,1 0 0-15,-7 2 1 16,-2-1-1-16,-3 0 0 0,-8 2-4 16,-2-2-7-16,-4 3-14 15,-2-4-1-15,-1 0-28 16,2-1-41-16</inkml:trace>
  <inkml:trace contextRef="#ctx0" brushRef="#br0" timeOffset="74450.08">13399 18084 8 0,'2'0'68'0,"-2"0"-45"0,0 0 16 0,0 0-3 16,0 0-8-16,0 0 2 15,0 0-5-15,0 0-3 0,1 0-12 16,1 0-11-16,3 0-3 16,1 4 5-16,5 3 3 15,0 4 1-15,-1 2-2 16,1 8-5-16,2 2-12 16,-4 4-15-16,-4 3 3 0,-3 1-1 15,-2-1-11 1,0-1-24-16</inkml:trace>
  <inkml:trace contextRef="#ctx0" brushRef="#br0" timeOffset="75125.64">13623 18210 208 0,'0'0'-9'0,"0"0"8"0,0 0-4 0,0 0-5 15,0 0-23-15,0 0 8 16,0 0-6-16,0 0-2 16,0 0 5-16</inkml:trace>
  <inkml:trace contextRef="#ctx0" brushRef="#br0" timeOffset="75999.57">12109 17124 130 0,'0'0'18'0,"0"0"22"0,0 0-11 0,0 0-10 0,0 0-10 15,0 0-4-15,0 0-3 16,0 0-1-16,0 0-1 16,0 0-2-16,0 0-5 15,0 0 4-15,0 1 1 16,0-1 1-16,0 4 0 0,1-2-2 15,1 0-13-15,0 1-17 16,1 1-5-16,-1-2 3 16,-2 0-13-16</inkml:trace>
  <inkml:trace contextRef="#ctx0" brushRef="#br0" timeOffset="76434.63">12880 16766 11 0,'0'0'62'0,"-23"-43"-60"0,13 22 0 0,-1-2 0 0,0-1-3 16,-2-2-13-16,3 2-4 15</inkml:trace>
  <inkml:trace contextRef="#ctx0" brushRef="#br0" timeOffset="76518.8">12644 16507 6 0,'0'0'1'0,"-68"4"-1"0,29 5 0 15,-3 1-4-15</inkml:trace>
  <inkml:trace contextRef="#ctx0" brushRef="#br0" timeOffset="77217.19">12761 17051 115 0,'0'0'2'0,"0"0"0"0,0 0-2 0,0 0-7 0,0 0-36 15</inkml:trace>
  <inkml:trace contextRef="#ctx0" brushRef="#br0" timeOffset="80832.14">12028 16618 45 0,'0'1'31'0,"0"-1"0"0,0 0-13 15,0 0-7-15,0 0-8 16,0 0-1-16,-1 0-2 16,1 0 1-16,0-1-1 0,0-4 3 15,0-1-3-15,0-3-15 16,0-1-56-16</inkml:trace>
  <inkml:trace contextRef="#ctx0" brushRef="#br0" timeOffset="81228.97">12036 16257 100 0,'0'0'2'16,"0"0"0"-16,0 0 0 16,0 0-1-16,0 0 1 0,0 0-2 15,-6 40 0-15,5-26 0 16,0 5 1-16,1 0-1 16,0 4 0-16,0-1 0 15,0 2 0-15,0 0 1 0,0 1-1 16,0-2 0-16,0-1 0 15,0-3-10-15,0-4-29 16</inkml:trace>
  <inkml:trace contextRef="#ctx0" brushRef="#br0" timeOffset="81535.91">11969 16317 76 0,'0'0'6'0,"0"0"-2"0,0 0 1 16,0 0 0-16,0 0-4 15,-45 33 1-15,34-19-2 16,-2 1 0-16,-1 1 0 16,1 1 0-16,1 0 0 15,1-3 1-15,5-1-1 0,-2-6-6 16,6-2-50-16</inkml:trace>
  <inkml:trace contextRef="#ctx0" brushRef="#br0" timeOffset="81763.66">11947 16290 130 0,'0'0'0'0,"0"0"-2"16,0 0 2-16,0 0 0 15,0 0 1-15,0 0-1 16,0 0 0-16,30 44 0 16,-22-35 0-16,3-1-7 15,-4-2-38-15</inkml:trace>
  <inkml:trace contextRef="#ctx0" brushRef="#br0" timeOffset="82133.38">12030 16372 95 0,'0'0'15'16,"0"0"20"-16,0 0-9 0,0 0-14 15,0 0-9-15,0 0-6 16,0 0-15-16,0 0-6 16,0 0-6-16,-3 2-29 15</inkml:trace>
  <inkml:trace contextRef="#ctx0" brushRef="#br0" timeOffset="89840.76">13357 18277 226 0,'0'0'11'0,"0"0"4"0,0 0-14 0,2 0-5 15,-2 0-2-15,2 0-25 16,-1-5-16-16,0 1-2 0,-1-1-9 15</inkml:trace>
  <inkml:trace contextRef="#ctx0" brushRef="#br0" timeOffset="91335.01">12213 17159 116 0,'0'0'-2'0,"0"0"-2"0,0 0 5 16,0 0-2-16,0 0 1 0,0 0-1 15,0 0 3-15,0 0 1 16,0 0 2-16,0 0-3 16,0 0 1-16,0 0 1 15,0 0 1-15,15 0-4 16,-13 2-1-16,1 0 0 0,1 0 0 16,1 0 1-16,-1 1-1 15,-1 0 2-15,3 0 3 16,0 3 2-16,4 0-1 15,-2 1-4-15,4 0 0 16,2 3 0-16,1 2-1 0,3 0-1 16,-3 1 0-16,3 2 0 15,-4 1-2-15,0-1-11 16,-1-2 2-16,-3-1 11 16,-3-3 0-16,0-3 0 15,-3-1 3-15,-3-3 9 0,2 0 2 16,-2-1 8-16,-1-1 17 15,0 0-6-15,0 0-11 16,0 0-14-16,0 0-5 16,0 0 2-16,0 0-5 15,0 0 2-15,-2 0-2 16,2 0-1-16,0 0 1 0,0 0-1 16,0 2-2-16,0 0 1 15,0 1-2-15,1 0-3 16,2-3 3-16,-1 3-2 15,0-3 2-15,0 1 1 16,-2-1 3-16,0 0 0 0,0 0 0 16,0 0 2-16,0 0 1 15,0 0 2-15,0 0 0 16,0 0-1-16,0 0 2 16,-2 0-5-16,2 0 0 0,0 0-1 15,0 0 0-15,0 0-1 16,0 0 1-16,0 0-2 15,0 0-1-15,0 0 1 16,0 0 1-16,0 0 1 16,0 0-1-16,0 0 2 15,0 0 0-15,0 0-1 0,0 0 0 16,0 0-1-16,0 0-1 16,2 0-11-16,0 0-1 15,0 0-12-15,2-1-19 16,0-8-4-16,-2-2-78 15</inkml:trace>
  <inkml:trace contextRef="#ctx0" brushRef="#br0" timeOffset="92684.52">12070 16466 24 0,'6'0'17'0,"-2"0"0"0,1 0-14 15,-2 0-2-15,-1-3-1 0,0 2 1 16,-2-2 0-16,0 0 4 16,0-1 10-16,0 1 8 15,0 1-3-15,0-2 2 16,0 2-3-16,0 1-2 15,0-1-9-15,-2 0-3 0,2 2-5 16,0 0 0-16,0 0-18 16,0 0-2-16,0 0 19 15,0 0 1-15,0 0 1 16,0 0 0-16,-2 0 4 16,2 0 18-16,-1-3-3 0,0-1-6 15,1-2-2-15,-1-1-7 16,1 0-5-16,-2-3 1 15,2 1-1-15,-1-2 1 16,-1-1 0-16,0-1 0 16,0-1 6-16,-1 0 1 15,0-2 0-15,1 0-3 0,1-1-1 16,-3 1-3-16,2 1-1 16,0 1 0-16,1 1 0 15,0 0 0-15,0 3 0 16,0 2-1-16,0 1 0 0,1 2 0 15,-3 2 1-15,1 2-2 16,0-2 1-16,0 3 0 16,-1-1 2-16,1 1 0 15,0 0 1-15,0 0-2 16,0 1-3-16,-2 9 2 0,2 1 0 16,-1 1 0-16,-2 5 1 15,1-2-2-15,-1 3 2 16,1 3-1-16,-3 0 0 15,-2 0 1-15,2 1-5 16,-3 1-2-16,3-1-1 16,-3-2-7-16,0 1 8 0,1-4-6 15,-1-1 5-15,2-3 5 16,1-3 1-16,1-3-15 16,3-5-20-16,1-2-22 15</inkml:trace>
  <inkml:trace contextRef="#ctx0" brushRef="#br0" timeOffset="93036.81">11985 16252 59 0,'0'0'7'0,"0"0"0"0,0 0-3 0,0 0 1 15,0 0 5-15,0 0 5 16,0 0 0-16,0 0 3 16,0 0-7-16,0 0-8 15,0 0-4-15,0 0 1 16,11-12 0-16,-7 12 1 0,3 5-1 15,2 0 1-15,2 1 3 16,2 0-3-16,3 2-1 16,4-1 1-16,0 2-1 15,3-1 0-15,-1-1-1 16,3-1-21-16,-3 0-37 0</inkml:trace>
  <inkml:trace contextRef="#ctx0" brushRef="#br0" timeOffset="94828.12">13845 18043 97 0,'-2'0'-5'0,"1"0"8"0,1 0-1 0,0 0 0 16,0-2-1-16,0-1 5 16,0 0 0-16,0-1 7 15,0 1 0-15,0-1-4 16,1 0-4-16,1 0-3 0,0-1-2 15,2 0 1-15,0-1-1 16,-1-3-1-16,3-1 1 16,1-1-2-16,-2-3 2 15,3-2 0-15,-2-1 0 16,2-1 1-16,3-2 0 0,-3-6 7 16,4-2 4-16,1-3-2 15,1-5-3-15,2-5 0 16,1-3 0-16,1 0 1 15,1-1-4-15,0 0 0 16,-1 4-2-16,-2 3 2 16,0 2 6-16,1 2 1 0,-3 3-4 15,1 1-1-15,1 3-3 16,-1 2 0-16,0 0-1 16,0 1-1-16,1 2 0 15,-1 1-1-15,0 2 0 0,-1-1 0 16,0 5 0-16,-4 2 0 15,-3 3 0-15,-2 4 0 16,-1 0-1-16,-1 2 2 16,-3 1 0-16,0 0-3 15,0-1 3-15,0 3-3 0,0-1-10 16,0 1-4-16,0-2-14 16,0 3-7-16,-3-1 2 15,0 1 5-15,2 0 5 16,-2 0-2-16</inkml:trace>
  <inkml:trace contextRef="#ctx0" brushRef="#br0" timeOffset="95398.2">14205 17037 125 0,'0'0'24'15,"0"0"3"-15,0 0-23 0,0 0-5 0,0 0-3 16,0 0-1-16,0 0-2 16,0 0-1-16,0 0 5 15,0 0 2-15,0 0 1 0,0 0 0 16,40 17 0-16,-30-15 1 15,3 0-1-15,1-2 1 16,-1 2 3-16,3-2 1 16,-2 0-2-16,2 0 2 0,-2 0 1 15,-1 0 3-15,-3 0 4 16,-3 0 2-16,-1 0-2 16,-4 0-3-16,1 0-4 15,-1 0-3-15,1 1 0 16,-3 1-3-16,0 3-1 15,0 2 1-15,0 3 1 0,0 3 0 16,0 5-1-16,0 2 1 16,0 3-4-16,0 1-15 15,0-3-32-15,0-3-42 16</inkml:trace>
  <inkml:trace contextRef="#ctx0" brushRef="#br0" timeOffset="97042.02">13484 15902 19 0,'1'-3'4'0,"1"1"11"0,-1-1 9 0,0 0-5 16,3-1-1-16,-2 1-8 16,0 0-7-16,-1 0-2 15,0 2-1-15,0-1 0 16,-1 2 1-16,0 0 15 16,0 0 0-16,0 0-4 15,0 0-2-15,0 0-4 0,0 0-3 16,0 0-3-16,5 0 0 15,-1 0-1-15,0 0 2 16,-3 0-1-16,3 0 0 16,-2 0 0-16,2 0 0 15,-2 0-1-15,-1 0 1 0,5 4 0 16,-1 1 0-16,0 1 1 16,3 2-1-16,0-1 0 15,3 3 1-15,0-2-1 16,4 3 1-16,-2 0 0 15,1-1-1-15,2 3 3 16,1 0-1-16,1 3-2 0,1 1 0 16,0 3-1-16,3 2 1 15,1 2-2-15,-1 1-1 16,0 1 2-16,1-2 6 16,-4 0-2-16,0-3 1 15,1-1 8-15,-4-4 1 0,3-5-1 16,2 1-3-16,-2-1-5 15,2-4-1-15,-1 2-2 16,0-1-1-16,-4-1 1 16,-3-1-1-16,-1 4-1 0,-6-3-3 15,1 0-13-15,-5 2-8 16,-2-2-29-16,0-2-42 16</inkml:trace>
  <inkml:trace contextRef="#ctx0" brushRef="#br0" timeOffset="100373.07">12782 14677 52 0,'0'0'24'0,"0"0"-15"0,0 0-3 0,0 0 2 15,0 0 0-15,0-1 11 16,0 1 6-16,0-1-6 0,0 1-4 16,0 0-2-16,0 0-2 15,0 0-7-15,-2 0-3 16,-4 9 0-16,-1 5-3 15,-5 6 1-15,-3 4 0 16,-5 4-12-16,-3 3-17 0,-1-1-31 16</inkml:trace>
  <inkml:trace contextRef="#ctx0" brushRef="#br0" timeOffset="102564.49">12025 15563 37 0,'0'0'34'0,"0"0"-17"0,0 0-6 0,2 0 3 16,-2 0 3-16,0 0-5 16,1 0-4-16,-1 0 0 0,2-2-3 15,0-2 0-15,0 1 2 16,2-1-2-16,-1-2-1 15,2 3-3-15,3-2-1 16,-2-2 0-16,3 0 0 16,0-2 0-16,0 1 0 0,1-4 0 15,2 1 0-15,-2-2 0 16,1-1 3-16,0-3 8 16,4 1-1-16,1-5-2 15,0 1-3-15,1-3-3 16,2 1 0-16,3-1-1 15,-5-1 1-15,4 1 4 0,-3 0 3 16,0 2 2-16,-2-1 2 16,-1 1-4-16,1 3-4 15,-3-1-1-15,1 2-1 16,-1 0-2-16,0 0 0 0,-2 3 0 16,0-2 0-16,0 0-1 15,1 1 0-15,-3-2 1 16,0 4-1-16,3-1 0 15,-2 1 0-15,2 2 0 16,-5-3 0-16,1 5 1 0,0-2-1 16,0 1 2-16,-1 0-2 15,1 0 1-15,1 2 0 16,-1-1-1-16,2-1 2 16,-4 0-2-16,1 3 0 15,0-1 1-15,-2 1-1 16,-1 1 0-16,0 0 1 0,1 2-1 15,-1-1 0-15,-2 1 0 16,1 1-1-16,2 1 0 16,-3 0 1-16,0-1-2 15,-1 3 1-15,-1 0 0 16,2 0-1-16,-2 0-3 0,1 0-15 16,2 0-7-16,-3 0-21 15,0-3-31-15</inkml:trace>
  <inkml:trace contextRef="#ctx0" brushRef="#br0" timeOffset="103255.89">13102 14540 66 0,'2'2'6'0,"0"-1"-1"0,1 0-3 0,1 2-2 15,-1 0 2-15,5 0-2 0,-3 1 1 16,6 0 3-16,0 1 9 16,3 3-4-16,1 1-7 15,3-1 1-15,2 2-2 16,5 3 0-16,2-2 0 16,4 3 4-16,0-1-1 0,0 1 0 15,3 2 7-15,-3 0 1 16,-1-1-4-16,0-2 0 15,0 0-1-15,-3-2-5 16,-2-1-1-16,-4-4-1 16,-7-2-10-16,-10-4-81 0</inkml:trace>
  <inkml:trace contextRef="#ctx0" brushRef="#br0" timeOffset="104166.78">12263 14064 88 0,'0'0'19'0,"0"0"-11"0,0 0-3 0,0 0-2 16,0 0-2-16,0 0-1 0,0 0 1 16,0 0 0-16,0 0-1 15,0 0 6-15,0 0-3 16,-4 2 0-16,0 0 3 16,-3-1 4-16,1-1-2 15,-2 0-3-15,2 0 1 0,-2 0-1 16,1 0 3-16,-1 0-1 15,-1 1 0-15,3 0-2 16,-2 0-4-16,0 1-1 16,0 1 0-16,1 0 0 15,1 1 0-15,1-1-1 0,0 0 1 16,3 0 1-16,0 1-2 16,1 0 1-16,0-1-1 15,1 4-1-15,0 0 1 16,0 0 1-16,0 1 1 15,0 0-1-15,0 2 0 0,0 1 0 16,0 1 0-16,0 0 0 16,0 0 0-16,0-1 0 15,0 5 0-15,0-2 0 16,0 0 0-16,0 3 1 16,0 0-1-16,3 1 0 0,5 1-2 15,1-2 2-15,0 0 0 16,4-1 0-16,-2-2 0 15,0-1 0-15,1 1 2 16,-3-3-2-16,1 0 1 16,2-1-1-16,-3-1 1 0,2 0-1 15,3-3-1-15,3-2 0 16,3-4-3-16,7 0-45 16</inkml:trace>
  <inkml:trace contextRef="#ctx0" brushRef="#br0" timeOffset="105170.86">13707 13864 39 0,'0'0'6'0,"0"0"12"0,0 0-5 0,0 0-1 0,0 0-1 16,0 0-6-16,0 0-3 15,0 0 0-15,0 0-2 16,0 0 1-16,0 0-1 0,-35-3 1 16,33 3-1-16,2 0-1 15,0 0-5-15,0 0 4 16,7 0 8-16,2 0 0 16,1 0-2-16,0-3 2 15,4-1 0-15,-2 1 2 0,1-1 0 16,1 2-3-16,-1-2-2 15,3 0 2-15,-3 1-2 16,-1 1 1-16,-1 0-2 16,-2-1 2-16,1 2-1 15,-2 1 1-15,-3-2 1 0,-1 2-3 16,2 0-1-16,-4 0 0 16,1 0-2-16,0 0 1 15,1 3 0-15,-2 0-1 16,0 1 0-16,0 2 0 15,-1-1 1-15,1 1-1 16,0 1 1-16,2 3 0 0,-2-2 0 16,1 3 0-16,2 0 0 15,-1 2 0-15,-2 1-2 16,1 0 1-16,1-1 1 16,0 1-1-16,0 0 2 15,-1-1 0-15,4-3 1 0,-3 0-1 16,-1 0 0-16,1 0 0 15,0 0 0-15,0 0-1 16,-1 1 1-16,-1-1-1 16,0 2 1-16,0-1 1 0,-2 0-1 15,0 2 0-15,0-1 0 16,3 0-1-16,-3-2 0 16,0 0 0-16,0-1-1 15,0-1 2-15,0-3 10 16,0 0 1-16,0 0 1 0,-5-1 2 15,0 0-4-15,1 0-4 16,-2 2-4-16,0 0-3 16,1-1 1-16,-5 1 0 15,-1 2-1-15,-2 0 0 16,-3 4-16-16,-7-2-36 16,-6-1-70-16</inkml:trace>
  <inkml:trace contextRef="#ctx0" brushRef="#br0" timeOffset="107170.22">16099 16591 22 0,'0'0'11'0,"0"0"-6"0,0 0 14 0,0 1 3 15,0 1 0-15,1-1-4 0,-1 2-5 16,0 1 3-16,0 1-2 15,0 0-3-15,0 3-2 16,0 1-5-16,-1 2-1 16,-3 0 0-16,0 1 0 15,-1 1 0-15,2 1-1 16,1 2 0-16,-2-2 2 0,3 0 2 16,1 2-2-16,0-2 2 15,0-1-1-15,1 0-3 16,5-3-5-16,2-2-2 15,0-3-1-15,1-1 0 0,0-3 2 16,2-1 4-16,0 0 1 16,-2-5 1-16,0-3 0 15,0-3 0-15,-4 1-1 16,1-1 3-16,-1 0 5 16,-3 1 4-16,-1 2 0 15,1 1-3-15,-2 3-3 0,0 1-2 16,1 2-1-16,-1 1-2 15,3 0-3-15,-1 0-4 16,0 4 0-16,3 5 8 16,1 0 2-16,3 0-3 15,-2-2-2-15,2-1 2 0,-2-2-2 16,4 0-1-16,-4-4 2 16,1 0 0-16,2 0 1 15,-3 0 0-15,-1-7 7 16,-1-3 8-16,-2 0 8 0,0-1-6 15,-1-3-1-15,-2 1-3 16,0-1-8-16,0 0-7 16,-6 1-3-16,3 3-5 15,-1 0-1-15,2 1-2 16,1 3-18-16,1 0-18 16,0-1-37-16</inkml:trace>
  <inkml:trace contextRef="#ctx0" brushRef="#br0" timeOffset="107668.49">16456 16527 203 0,'0'0'5'0,"0"0"22"0,0 0-14 16,0 0-9-16,0 0-5 0,0 0 2 15,0 0 0-15,0 0-1 16,0 38 1-16,4-20 0 16,-1 1-1-16,2 1 2 15,-2 2-1-15,0-1-4 16,-1 0 0-16,1-1-5 0,-3-1-5 16,0-1-3-16,0-5 9 15,0-2 0-15,0-5 6 16,0-2 2-16,0-4-1 15,0 0 5-15,0 0 6 16,0-2-5-16,0-5-3 0,2-2-6 16,1-1 2-16,2-2-4 15,3 0-2-15,-2 0-2 16,3 4 6-16,3-2 4 16,-1 1 1-16,2 2 3 15,1 1 3-15,1 2 2 0,-1 1-3 16,1 3 0-16,1 0-3 15,-3 0-2-15,1 6 1 16,-5 4-2-16,0 3-1 16,0 0-1-16,-4 1-1 15,3 0-5-15,-1 0-10 0,2-1-2 16,0-6-13-16,4 0-21 16</inkml:trace>
  <inkml:trace contextRef="#ctx0" brushRef="#br0" timeOffset="108045.75">16879 16705 161 0,'0'0'23'0,"0"0"15"0,0 0-7 0,0 0-15 16,0-40 0-16,-6 37-3 16,1 0-2-16,-3 1-5 15,2 2-4-15,-2 0-3 0,1 6 1 16,-3 4-1-16,2 3 5 15,1 3-1-15,1-1-2 16,1 1 0-16,3-2-2 16,0-2 1-16,2-3-7 15,0-2-4-15,0-2-2 0,2-2 1 16,1-3 3-16,5 0 9 16,-1 0 0-16,2-6 4 15,0 2 0-15,0-1 0 16,0 0-2-16,0 3-2 15,-1 1 1-15,1 1 1 0,-1 0-1 16,0 0 0-16,-1 1 1 16,0 2-1-16,-1 2 0 15,1-1-2-15,-3-1-15 16,1-2-12-16,-1-1-3 16,-2 0-20-16</inkml:trace>
  <inkml:trace contextRef="#ctx0" brushRef="#br0" timeOffset="108279.33">16998 16544 204 0,'0'0'-5'0,"0"0"34"16,0 0 4-16,0 0-17 15,0 0-10-15,0 0-11 16,0 0 4-16,0 0 5 0,0 0 1 15,0 50 0-15,0-26-3 16,1-1 2-16,2 1-2 16,1-3 0-16,-2 1-25 15,0-5-10-15,-1-2-8 16,1-5-34-16</inkml:trace>
  <inkml:trace contextRef="#ctx0" brushRef="#br0" timeOffset="108435.73">16997 16709 242 0,'0'0'26'0,"0"0"11"15,0 0-36-15,0 0 0 16,0 0 1-16,56-19-2 16,-30 12-21-16,1 3-41 15,-2-3-101-15</inkml:trace>
  <inkml:trace contextRef="#ctx0" brushRef="#br0" timeOffset="108942.42">17508 16628 243 0,'0'0'0'0,"0"0"4"16,0 0-2-16,0 0-4 0,0 0-5 16,0 0-2-16,0 0 9 15,0 0 0-15,-2 41 0 16,2-29 1-16,0 0-2 16,0 0 2-16,0-4-1 15,0 1 0-15,0-5 0 0,0 0 2 16,0-4-4-16,0 2 1 15,0-2-2-15,3 0 3 16,2-2 9-16,1-3-2 16,3-3 0-16,1-1-3 15,-1 0 0-15,2 0-1 0,3 1-1 16,-1 1 0-16,1 1 2 16,1 2-2-16,0 2 0 15,-1 1-1-15,-1 1 0 16,1 0 0-16,-3 0-1 0,0 4 1 15,-4 4 0-15,-1 0-2 16,-4 0-1-16,-2 2-3 16,0-1 5-16,0-1-4 15,-6-2 6-15,-3 3 0 16,-3-4 1-16,-2 2-5 16,0-2-9-16,0-3-7 0,0-2-7 15,2 0-36-15</inkml:trace>
  <inkml:trace contextRef="#ctx0" brushRef="#br0" timeOffset="109084.43">17571 16499 208 0,'0'0'-10'0,"0"0"8"0,0 0-2 0,0 0-74 0</inkml:trace>
  <inkml:trace contextRef="#ctx0" brushRef="#br0" timeOffset="110058.31">18220 16518 202 0,'0'0'-4'15,"0"0"4"-15,0 0 3 0,0 0-3 16,-36-4-2-16,27 12 1 15,-1 4-1-15,1 5 4 16,2 2-1-16,4 2 0 16,3 2 0-16,0-1 0 15,2-1-1-15,6-2 0 16,3-3 0-16,2-2-2 0,2-5 3 16,0-4-3-16,4-3 2 15,-2-2 3-15,2 0 1 16,-1-9-2-16,-2-2-1 15,0-3-1-15,-4-2 1 16,0-4-1-16,-6 0 0 0,-3 1 0 16,-1 0 1-16,-2-1 0 15,0 3 0-15,0 4 7 16,-4 2 5-16,1 2 5 16,1 4-3-16,0 3-6 15,0 1-6-15,2 1-3 0,0 0-3 16,0 7-2-16,0 4 3 15,0 6 3-15,0 4 1 16,0-1 0-16,0 3-2 16,0-1 1-16,4 0 0 15,-2-3 0-15,3-4-1 0,-1-2 1 16,1-2-2-16,0-5-2 16,2-2-2-16,-1-2 1 15,2-2 0-15,1 0 0 16,-1-9 2-16,2-1 1 15,1-3 1-15,-2 1 0 0,1 0-1 16,0 4 1-16,-2-1 3 16,1 5 5-16,1 1-3 15,-4 3-2-15,4 0-1 16,-5 0-2-16,4 2 0 16,-1 5 2-16,-1 1-1 0,0 0 1 15,0 1-1-15,1-2 0 16,-3 0 1-16,6-4-2 15,-2-1 1-15,2 1 0 16,4-3 0-16,-1 0-1 16,1-3 2-16,-2-4-2 0,0-5 1 15,-3 1 0-15,-1-2 0 16,-2 0-1-16,-2-1 0 16,-3 4-1-16,-2 1-8 15,0 1-3-15,0 5-5 16,-6 3 12-16,0 0 7 0,-2 0 1 15,3 3 7-15,3 5-7 16,0 1 0-16,2 4-1 16,0-2-2-16,0 0 2 15,4 0 0-15,2-3-2 16,3-1 0-16,1 0-5 0,1-6-17 16,-2-1-21-16,1 0-91 15</inkml:trace>
  <inkml:trace contextRef="#ctx0" brushRef="#br0" timeOffset="110201.11">18619 16513 163 0,'0'0'-61'0,"0"0"35"0</inkml:trace>
  <inkml:trace contextRef="#ctx0" brushRef="#br0" timeOffset="110643.1">19105 16546 183 0,'0'0'34'0,"0"0"8"16,0 0-15-16,0 0-12 15,0 0-7-15,0 0-2 16,-36-16-5-16,23 17-1 16,0 6 1-16,2 2 5 15,4 3-4-15,-1 1-2 0,7-2 2 16,1 1-3-16,0 0-6 15,0-1-9-15,5-4-7 16,4 0 5-16,1-3 6 16,0-2 6-16,1-2 5 0,-1 0 1 15,2 0 4-15,-1-7 6 16,-2 1 7-16,1 0-3 16,-2 1-5-16,-4 0-3 15,-1 3-3-15,1 0-1 16,0 2 0-16,-1 0-2 15,2 0-1-15,1 4 2 0,2 2-1 16,3 1 1-16,6 0-7 16,1-2-31-16,4-4-20 15,3-1-126-15</inkml:trace>
  <inkml:trace contextRef="#ctx0" brushRef="#br0" timeOffset="111097.36">19457 16574 191 0,'0'0'9'0,"0"0"22"15,0 0 14-15,22-44-22 16,-22 34-6-16,-3 3-11 0,-6 1-7 16,-4 3 2-1,-1 3-3-15,-4 0 3 0,1 0 1 16,0 8-3-16,3 3 3 16,1 2 0-16,3 2 2 15,5-1-9-15,5 1-9 16,0-3-6-16,1 0 6 0,10-3 5 15,0-2 3-15,2-3 0 16,1-3 2-16,1-1 1 16,1 0-3-16,-1-6 5 15,0-5 0-15,-2-3 1 16,0-3 0-16,-5-3 0 0,-1-3 0 16,-4 0 0-16,-2-1-3 15,-1-1-3-15,-1 1 5 16,-4 4-3-16,-5 1-5 15,3 4 7-15,-3 5 12 16,4 3 5-16,2 2-2 0,0 4-6 16,1 1-2-16,0 0-4 15,1 4 0-15,1 10 0 16,-1 2 1-16,2 5 2 16,0 3 0-16,2-1 0 15,6 2 1-15,-1-2-10 16,2-1-19-16,2-4-12 0,-5-5-15 15,1-5-90-15</inkml:trace>
  <inkml:trace contextRef="#ctx0" brushRef="#br0" timeOffset="111397.08">19567 16514 261 0,'0'0'-3'0,"0"0"-1"0,0 0 3 0,0 0 3 16,0 0-2-16,43 13 1 0,-34-2-1 16,3 2 0-16,-5 1 1 15,3-1 0-15,-1-1-1 16,-2-1 1-16,-1-3-3 16,-1-2-3-16,-2-4-2 15,0-2 7-15,2 0 3 0,-2-5 7 16,1-6 7-16,1-3-2 15,1-3-3-15,1-3-10 16,1-1-2-16,4 1-12 16,-3 1-23-16,3 2-9 15,1 6-17-15,1 1-19 0</inkml:trace>
  <inkml:trace contextRef="#ctx0" brushRef="#br0" timeOffset="111753.39">19948 16493 108 0,'0'0'37'16,"0"0"14"-16,0 0-16 16,0 0 2-16,0 0-15 15,0 0-18-15,0 0-3 16,0 0-3-16,-29-5-1 16,15 5 7-16,1 2-4 15,2 5 1-15,1 3 1 0,4 2-2 16,0-1 0-16,6-1-8 15,0-2-17-15,0-1 12 16,3-1 4-16,5-4-1 16,3-1 2-16,-4-1 3 0,3 0 8 15,2-1 0-15,-3-5 8 16,-2 0 4-16,1-1-4 16,-2 3 2-16,0 1 0 15,-2 0-6-15,-1 3-5 16,0 0-2-16,0 0-3 15,1 4-1-15,0 2-9 0,2 1-11 16,-1-2-6-16,1-4-18 16,2 1-75-16</inkml:trace>
  <inkml:trace contextRef="#ctx0" brushRef="#br0" timeOffset="111944.25">20075 16500 175 0,'0'0'51'0,"0"0"-49"16,0 0 1-16,0 0-3 0,0 0 0 16,0 0 0-16,0 0 0 15,38 11 0-15,-35 1-2 16,-1-1-4-16,0 1-11 16,-2-1-9-16,0 0-16 15,0-5-9-15,0 0-36 16</inkml:trace>
  <inkml:trace contextRef="#ctx0" brushRef="#br0" timeOffset="112122.31">20109 16561 102 0,'0'0'7'0,"0"0"24"15,0 0-4-15,20-45-6 16,-9 35-1-16,3 0-4 0,-1 2-8 16,2 3-3-16,2 2-5 15,1 2 1-15,-1 1-1 16,1 0 0-16,-5 4-1 15,1 6-2-15,-5 1-7 16,-1 2-6-16,-3-3-35 0,-1 1-46 16</inkml:trace>
  <inkml:trace contextRef="#ctx0" brushRef="#br0" timeOffset="112399.35">20406 16338 231 0,'0'0'7'16,"0"0"16"-16,0 0-8 15,0 0-10-15,0 0-7 16,0 0 0-16,0 0 3 15,0 0 2-15,27 37 0 0,-23-15 1 16,-1 0-1-16,1 1 0 16,-4 0-11-16,0-4-17 15,0-2-24-15,0-5-55 16</inkml:trace>
  <inkml:trace contextRef="#ctx0" brushRef="#br0" timeOffset="112582.63">20323 16446 243 0,'0'0'-8'0,"0"0"7"0,48-13 1 16,-25 10-3-16,3 2-12 15,4-2-3-15,0 1-15 16,1 0-24-16</inkml:trace>
  <inkml:trace contextRef="#ctx0" brushRef="#br0" timeOffset="112946.69">20703 16384 200 0,'0'0'38'0,"0"0"26"0,0 0-29 16,0 0-22-16,0 0-8 15,0 0-3-15,0 0 0 16,-46-7-1-16,34 16 2 15,1 3-2-15,2 1 0 16,1 0-3-16,3 1-10 16,5-3-13-16,0 2-11 0,0-5-6 15,9-1 7-15,1-4-5 16,3-3-20-16,2 0 37 16,3 0 10-16,-5-8 14 15,2-2 23-15,-4-1 22 0,-1 0-5 16,-2 0-13-16,-3 1-9 15,-2 3-5-15,-2 1 3 16,-1 2 1-16,0 1 0 16,0 3-6-16,0 0-6 15,-1 0-4-15,-1 6-4 16,1 3 3-16,1 1-1 0,0 0-7 16,1 1-24-16,7 0-6 15,3-4-1-15,3-3-41 16</inkml:trace>
  <inkml:trace contextRef="#ctx0" brushRef="#br0" timeOffset="113716.64">21010 16398 193 0,'0'0'8'0,"0"0"48"16,0 0-7-16,0 0-20 15,-1-43-15-15,-12 42-9 0,-1 1-9 16,-1 0 5-16,-1 1-1 15,3 9 1-15,2 2-12 16,0 1-7-16,8-1-8 16,1 1-17-16,2-3 7 15,0-2 5-15,8-3-9 0,5-3 8 16,0-2 19-16,3 0 13 16,-2 0 11-16,0-7 20 15,-3 0 0-15,-1-1 3 16,-1-1-6-16,-3 2-3 15,-2 0-8-15,1 4-4 0,-3 1-2 16,-2 0-4-16,1 2-4 16,0 0-4-16,0 7-2 15,-1 7-2-15,0 5 5 16,0 5 3-16,0 3-2 16,0 3 1-16,0 1-2 0,0-1 0 15,0 1-2-15,-2-3-2 16,-1 0-2-16,-3-3-23 15,1-2 13-15,-4-6-9 16,2-6 7-16,-3-4 14 16,0-7 6-16,-1 0 19 15,2-4-5-15,-1-9 1 0,-2-4-13 16,5-1-1-16,-2-2 2 16,5-2 1-16,-1 1 4 15,5 1-5-15,0 3 2 16,5 2-4-16,3 1-4 0,4 1 0 15,6 1 1-15,-1 2-1 16,2-1 1-16,1 2 0 16,-1-2-1-16,2 1-1 15,-1-1 4-15,-4-1-2 16,0-1 1-16,-1 2 0 16,-2-1 1-16,-3 0 0 15,-3 1 0-15,-2 1 0 0,-3 1 3 16,-1 2-2-16,-1 2-1 15,0 0 0-15,-2 2 5 16,-3 2-3-16,-2 1-3 16,-1 0-3-16,-2 6 2 15,0 5 1-15,1 3-2 0,1 2 3 16,1 0-1-16,5 1 0 16,2 0 1-16,1-2-5 15,11-2 2-15,2-3-10 16,7-2-23-16,0-6-16 15,3-2-15-15</inkml:trace>
  <inkml:trace contextRef="#ctx0" brushRef="#br0" timeOffset="114120.69">21432 16267 193 0,'0'0'8'0,"0"0"10"0,0 0-12 0,0 0-4 0,0 0 0 16,0 0 1-16,0 0 0 15,-6-41 0-15,6 35 1 16,0-2 4-16,0 1-5 16,0 1-3-16,10-1-1 15,2 1 1-15,1 2-2 0,4 1 1 16,0 3 0-16,1 0 0 15,-1 0-2-15,-3 0-3 16,-3 7-8-16,-4 3 3 16,-3 0 8-16,-4 3 2 15,0 1 0-15,-4 0-1 16,-9 3 4-16,-4 2 1 0,-1-1 0 16,-1 1-1-16,0-2-1 15,1 1 0-15,4-1 0 16,4 1 1-16,0-2-2 15,7 1 0-15,-1 0 0 16,4-5-13-16,0 2-36 0,6-5-110 16</inkml:trace>
  <inkml:trace contextRef="#ctx0" brushRef="#br0" timeOffset="114263.32">21533 16607 117 0,'0'0'104'0,"0"0"-106"16,0 0 4-16,0 0-1 16,0 0-1-16,0 0-32 0,0 0-97 15</inkml:trace>
  <inkml:trace contextRef="#ctx0" brushRef="#br0" timeOffset="116840.32">16191 17206 127 0,'-3'0'15'0,"2"0"15"0,1 0-14 0,-1 0-11 16,1 0-3-16,0 0-2 16,0 0-2-16,0 2-1 0,0-1 3 15,0-1-1-15,3 1 2 16,3 1-1-16,-1-1 0 15,3 2 0-15,6 0 0 16,0-2-2-16,5-1-3 16,4 2 2-16,1-1 2 0,5-1-1 15,0 1 2-15,1 0 0 16,1-1 0-16,4 0 0 16,0 0 0-16,2 0 3 15,5 0 3-15,3-5-2 16,3-2 1-16,3 0-2 0,3 0-2 15,3 0-1-15,1-2 0 16,3 1 1-16,4-1-1 16,2 1 0-16,0-1 0 15,2 4-2-15,3-1-11 16,4 3-12-16,-3 0-13 0,4 2-2 16,0 1 16-16,2-2 20 15,-3 2 8-15,1 0 7 16,-2-1 11-16,2-2 4 15,-2-2 8-15,0 0-5 16,-2 1-6-16,2-2-9 0,0 2-4 16,0 0-1-16,-3 2-5 15,0-2-3-15,0 1 0 16,3 0 0-16,1-2-2 16,2 0-6-16,2-2-3 15,5 1-2-15,3-1-1 0,1-1-2 16,-1-2 4-16,3 0 9 15,1 1 2-15,0-1 5 16,1-1 7-16,3 4 1 16,5-4-7-16,1 1-5 15,-3 1-2-15,4 1-5 16,-1-1-8-16,-4 2 4 0,-1 0 7 16,0-3 3-16,-2 3 0 15,-5-3 0-15,0 2-4 16,-3-1-17-16,1-2 3 15,-5 1 7-15,0-2 4 16,-6 1 8-16,0-3 1 0,-5 1 4 16,-3-3 7-16,-7-1 1 15,-3-1-4-15,-5 1-2 16,-8 0-3-16,-5-2-3 16,-6 2-3-16,-8 0-7 15,-9 0-13-15,-4-1-1 0,-6-1 16 16,-5 1 8-16,-3-5 8 15,0 3 24-15,-1-5-11 16,-7 0-5-16,1-2-7 16,-5-5-5-16,0 3-5 0,-3-3-5 15,0-2-10-15,-4-1-10 16,-1-4 9-16,-3-1 7 16,-4-1 3-16,0-2 6 15,-4 2 6-15,1-1 5 16,-1 3 2-16,-2 2 1 15,1 5-4-15,1 2-1 0,-2 4-3 16,1 2-5-16,-1 4-1 16,-2 3 6-16,-4 5 1 15,-2 3-7-15,-4 4-1 16,-1 4 1-16,-4 1 0 16,0 0 1-16,0 9-2 0,-4 3-1 15,-1-1-9-15,-7 2 1 16,-3 0 1-16,-5 0 5 15,-6 1 1-15,-7-1 1 16,-2-2-1-16,-1 1-1 16,-4-1 2-16,-6 1 4 0,-1 0-2 15,-1 0 0-15,-6 0 0 16,-5-2-2-16,1 0-1 16,-4 0 1-16,-2-1 3 15,2-1 10-15,-4-2 3 16,0 2-3-16,-3 2-3 0,3-2-1 15,-2 0-5-15,1 3-2 16,-1 0 0-16,1 1-1 16,1-1 0-16,3-2 0 15,1 2-1-15,4 1 0 16,2-1 1-16,5-2-1 0,2 2 1 16,3-4-4-16,1 2-2 15,4-1-2-15,2-1 10 16,-1 1-3-16,4-1 2 15,0 0 0-15,2 1-1 16,-1 0-1-16,2 0 1 0,3 0 1 16,4 2-1-16,2-2 0 15,0 4 0-15,4-1 2 16,6-2-4-16,0 1 2 16,5 0 0-16,5-1 0 15,4 0-1-15,4-1 1 16,2 0 0-16,1 1 0 0,5 0-1 15,2 1-2-15,3-2-15 16,0 1 1-16,5 0 11 16,2-2 3-16,3 4 2 15,3-3-2-15,3-1 1 16,4 1 4-16,2-1 4 0,5 2 0 16,2 3-1-16,2 0-3 15,2 5 2-15,0 4 1 16,4 5-1-16,4 6 0 15,5 3-2-15,2 4 1 16,1 4-2-16,1 1 3 16,-1 0-1-16,0 2-2 0,4 0 0 15,1-3-1-15,2-3 1 16,4-4 2-16,7-3-2 16,5-6 5-16,6-2-2 15,8-3 0-15,11-5-3 0,9-6-7 16,8-8-23-16,7-3-60 15</inkml:trace>
  <inkml:trace contextRef="#ctx0" brushRef="#br0" timeOffset="117928.32">21930 16274 153 0,'0'1'23'0,"0"0"-21"0,0 0-1 0,0 2 0 15,3 0 3-15,0 0 1 16,3 1 2-16,0-1 1 15,3-2 2-15,1 1 0 0,3-1 0 16,2-1-5-16,3 0 0 16,4-4 3-16,8-6 5 15,6-7-2-15,10-9-5 16,9-6-4-16,11-8-6 16,10-10-31-16,2-7-47 0</inkml:trace>
  <inkml:trace contextRef="#ctx0" brushRef="#br0" timeOffset="178468">6799 17736 11 0,'0'-3'22'0,"0"0"-4"0,0 0 6 15,0 0-8-15,0 2-4 16,0-2-4-16,0 0-3 0,0 2 1 16,-4-2-3-16,2 1 1 15,-2 1 2-15,1 0-3 16,0 0 5-16,1-1 4 16,2 2 0-16,-2 0-2 0,2 0 2 15,0 0 1-15,0 0-6 16,0 0-10-16,0 2-5 15,0 3 6-15,0 6 2 16,0 2 5-16,0 4-6 16,0 3 8-16,0 4 0 15,0 1-3-15,0 3-2 0,0 2-2 16,0 0 1-16,0 1 1 16,0 0-3-16,0-3-3 15,0-1-7-15,0-7-21 16,0-3-10-16,0-6-23 15,0-8 14-15</inkml:trace>
  <inkml:trace contextRef="#ctx0" brushRef="#br0" timeOffset="179150.14">6864 17736 33 0,'0'0'19'0,"0"0"1"0,0 0-3 16,0 0 0-16,0 0-3 15,0 0-7-15,0 0-5 0,0 0-1 16,0 0 3-16,0 0-1 15,0 0 0-15,42-12-2 16,-26 12 2-16,-1 0 3 16,4 0 3-16,1 0-1 15,4 5 3-15,1 0-3 16,0-1-3-16,2 2-1 0,-1-2 0 16,-4-1 0-16,0-1 6 15,1-2-2-15,-2 0-2 16,-2 0 2-16,2 0-4 15,1 0-1-15,0 0-1 16,0 0 1-16,3 0-1 0,0 0 0 16,-1 1-3-16,1 1-10 15,-2 3-22-15,-1 1-45 16</inkml:trace>
  <inkml:trace contextRef="#ctx0" brushRef="#br0" timeOffset="180090.01">6802 18088 49 0,'0'0'7'0,"0"0"1"16,0 0 2-16,0 0 7 0,0 0-5 15,0 0 7-15,0 0 5 16,0 0 5-16,0 0-2 16,0 0-13-16,0 0-12 15,0 0-4-15,-2 0-2 16,8 0 4-16,2 3-1 15,5-1 0-15,2 3-1 0,5 0-1 16,0 0 2-16,4-2 1 16,1 2 1-16,0-2-1 15,4 0 1-15,-2-1 1 16,0 0-1-16,-4-2-1 0,3 0 1 16,-4 0-1-16,-2 3 1 15,-5-1-1-15,4 2 0 16,-6 1 0-16,3 1 0 15,-1 3-1-15,3-1 0 16,-2 2 0-16,4 2 1 0,-3-4 1 16,1 2-2-16,1-3 1 15,0 0 0-15,-4-1 2 16,0-3-1-16,-1-2-1 16,-2 1 1-16,-3-1 0 15,1-1 0-15,-2 0 2 0,-1-4-9 16,-1-8-28-16,-2-3-46 15</inkml:trace>
  <inkml:trace contextRef="#ctx0" brushRef="#br0" timeOffset="180622.92">7544 17743 94 0,'0'0'15'0,"0"0"10"0,0 0 6 0,0 0-1 16,0 0-13-16,0 0-6 15,0 0-3-15,0 0-4 16,0 0-7-16,0 0-4 15,0 0 16-15,-9 34-11 0,9-14 4 16,0 3-2-16,0 5-3 16,4 0 3-16,1 2 0 15,-1 1 0-15,0-4-3 16,-2 2 6-16,-2-5-3 16,2 0 0-16,-2-5 0 0,0-1-2 15,0-2 2-15,-2-2-10 16,-4-3 12-16,-1-1-2 15,-4-3 3-15,-1-1-6 16,-1-3-12-16,-4-3-41 16,1 0-33-16</inkml:trace>
  <inkml:trace contextRef="#ctx0" brushRef="#br0" timeOffset="181144.2">6933 17911 165 0,'0'0'23'0,"0"0"7"0,0 0-10 0,0 0-14 16,0 0-5-16,0 0-3 16,0 0 3-16,-9 39-2 15,16-19-3-15,0 3 6 16,4-1-2-16,-2 0-2 15,-2-4-8-15,2-3-4 16,-4-3 5-16,-1-3 3 0,0-5 1 16,-2 0-6-16,-2-4-25 15,0 0-13-15</inkml:trace>
  <inkml:trace contextRef="#ctx0" brushRef="#br0" timeOffset="181499.19">6935 17963 76 0,'0'0'2'15,"0"0"2"-15,0 0 6 0,0 0-5 16,0 0-3-16,0 0 1 16,0 0 5-16,0 0 9 15,21-37-4-15,-15 33-8 16,3 1-1-16,-1-1-2 15,4 0 0-15,-3-1-1 0,-2 4 0 16,2-2-1-16,-5-1-1 16,1 1 2-16,-1 1 7 15,1 1-1-15,0 1-3 16,1 0-3-16,-1 0-2 16,1 11 6-16,-1 2 0 0,4 6-3 15,-3 1 3-15,1 2-4 16,-2 2 5-16,1 2-5 15,1-1 2-15,0-1-2 16,-1-2-9-16,1-5-38 16,0-3-32-16</inkml:trace>
  <inkml:trace contextRef="#ctx0" brushRef="#br0" timeOffset="182210.86">7141 18031 59 0,'0'0'14'0,"0"0"0"0,0 0-2 0,0 0-7 16,0-47 6-16,0 33-1 15,0 0-3-15,0-2-2 16,0-2-3-16,2 1-2 0,-2 2 1 15,1 1 0-15,1 4-1 16,0 3 0-16,0 4 0 16,2 3 1-16,-1 0-4 15,1 5 4-15,1 8 10 16,-1 5-2-16,3 3-6 0,-3 4-4 16,-1 1 0-16,4 3 5 15,-3 1-14-15,0 1 20 16,-2-3-13-16,1-2-43 15</inkml:trace>
  <inkml:trace contextRef="#ctx0" brushRef="#br0" timeOffset="182587.69">7255 17958 147 0,'0'0'-6'0,"0"0"7"16,0 0 1-16,0 0-7 0,0 0 3 15,0 0 18-15,0 0-8 16,7 46-3-16,-3-27-1 16,3-1-3-16,-1-1-1 15,0-3 1-15,0-5-2 16,0-5-2-16,-1-4 0 15,1 0 8-15,-2-3-1 0,0-10 5 16,0-2 0-16,-4-4 1 16,0-1 0-16,0-2-3 15,0 1 0-15,-2 2-4 16,-7 3-1-16,4 2 2 16,-3 4-2-16,1 6 0 0,1 4-2 15,0 0-10-15,-1 6-34 16,3 5-16-16,-2 3-56 15</inkml:trace>
  <inkml:trace contextRef="#ctx0" brushRef="#br0" timeOffset="183000.19">7351 17926 99 0,'0'0'35'0,"0"0"-30"0,0 0-3 0,0 0-2 16,0 0 3-16,0 0 0 15,0 0 3-15,7 44 2 16,0-31 1-16,2-2-4 15,-4 1-1-15,1-1 0 16,0-1-1-16,-1-3 3 0,-3-1 1 16,0-2-2-16,0-1-3 15,-2-2 1-15,3 2-3 16,-3-3-3-16,1 0 2 16,0-7 11-16,1-6 12 15,1-5-17-15,-1-3-7 0,0-4 6 16,1-2 2-16,3 2-18 15,0 2-9-15,2 4 0 16,-1 4-17-16,1 5-8 16,-2 5 3-16</inkml:trace>
  <inkml:trace contextRef="#ctx0" brushRef="#br0" timeOffset="183157.03">7479 17938 97 0,'0'0'2'16,"0"0"1"-16,4 48 6 15,0-36-6-15,1-2-1 16,0-2 4-16,0-1-2 0,1 0-3 16,0-2-1-16,1-3 0 15,-3-1 0-15,0-1-7 16,-1 0-21-16</inkml:trace>
  <inkml:trace contextRef="#ctx0" brushRef="#br0" timeOffset="183314.16">7445 17777 195 0,'0'0'16'0,"0"0"-12"16,-8-47-2-16,8 36-1 16,8 1-3-16,-1 1-29 15,1 5-39-15</inkml:trace>
  <inkml:trace contextRef="#ctx0" brushRef="#br0" timeOffset="183669.25">7613 17954 63 0,'0'0'49'0,"0"0"-48"16,0 0 1-16,1-41 3 0,-1 31 1 15,0-1-3-15,0 2 4 16,0 2 6-16,-3 1 1 16,-2 3 3-16,-1 2-2 15,1 1-8-15,1 0-5 16,-4 3-3-16,4 9 8 0,0 3-1 15,2 1-4-15,2 2 3 16,0-1-1-16,2-2-3 16,6-3-1-16,2-3-1 15,1-5 1-15,2-3-1 16,-1-1-2-16,-2-1-42 0,-1-13-50 16</inkml:trace>
  <inkml:trace contextRef="#ctx0" brushRef="#br0" timeOffset="184736.35">7105 17785 190 0,'0'0'20'0,"0"0"-9"0,0 0-3 0,0 0-8 15,0 0 2-15,0 0-4 16,0 0 2-16,0 0-3 15,42-8 1-15,-21 8 0 16,0 0-1-16,3 0 3 16,6 0-1-16,4-3 2 0,-2-4-1 15,8 1 0-15,-4-4-1 16,4 1 2-16,-3-1-1 16,3 1 2-16,-1 2-2 15,-1 0 0-15,-4 1 0 16,1 2 1-16,-4 3-1 0,-3 1 0 15,0 0 0-15,-3 1 0 16,-6 8-1-16,-2-1 1 16,-1 0-2-16,-3 2 2 15,-3-1 0-15,-2 2 2 16,-5-2-2-16,-1 1 0 0,0 0 1 16,0 2 0-16,-2 1 1 15,0-2 0-15,0 2-2 16,0 3 0-16,2 0 0 15,2-1 0-15,-1 5 0 16,4-1 0-16,-1 0 0 0,1 2-1 16,0-3 1-16,-1 2 0 15,-1-2 0-15,-1 1-1 16,-1-2 2-16,-3-2-1 16,0 1 0-16,0-3 1 15,-7-1 8-15,-3 1-1 0,-2 0-5 16,-6 1-2-16,0 0-2 15,-9 2-23-15,-2-5-53 16,-4-3-40-16</inkml:trace>
  <inkml:trace contextRef="#ctx0" brushRef="#br0" timeOffset="185623.93">6744 17723 23 0,'0'0'27'0,"0"0"-6"0,0 0-11 0,0 0-8 0,0 0-2 16,0 0-1-16,0 0 1 15,0 0-1-15,0 0 3 16,0 0 16-16,0 0 5 16,-37 30-2-16,37-27-7 0,0-1-13 15,0 3-2-15,1-1 4 16,3 3-2-16,1 4 1 16,-2 2-2-16,3 0 3 15,-2 6 2-15,-1 3 0 16,1 4-1-16,-2 5-3 0,2 0 0 15,-4 3 0-15,1-2-1 16,-1-3 0-16,2-3-1 16,-1-3-1-16,2-2 4 15,1-2-2-15,1 0 0 16,0 0 0-16,1 2-1 0,-1-4 1 16,1 0 0-16,-2-3 0 15,2-2-1-15,-2-1 1 16,1-2-2-16,1-1 2 15,-2-2 2-15,3-2-2 16,2 0-2-16,-2-2 0 0,3-1 0 16,3-1 2-16,4 0 0 15,3 0 2-15,3 0 2 16,1-4-3-16,5 0 1 16,7 0 1-16,-2 0 2 15,1 0-3-15,1 1 8 16,1-2-3-16,1 3-4 0,1 0-1 15,3 0 2-15,-2 2-1 16,3 0-2-16,-5 0-43 16</inkml:trace>
  <inkml:trace contextRef="#ctx0" brushRef="#br0" timeOffset="186614.22">6357 16781 2 0,'0'-6'1'0,"0"1"2"0,0-1 5 16,0 3 11-16,0-1 10 0,-3 3-4 16,3-1-6-16,-2 2-5 15,2 0 2-15,0 0-7 16,0 0-10-16,0 0-5 15,0 0 6-15,7 0 0 16,-3 0-1-16,3 0 0 0,-1 0 1 16,3 2 0-16,1 8 0 15,1 3 0-15,3 6 1 16,1 3 2-16,5 9-2 16,0 5 0-16,2 3-2 15,3 7 4-15,0 2-1 0,2 4-1 16,-1 1 2-16,1 1-1 15,0-1 3-15,0-1-3 16,0-2-1-16,2-3 4 16,-2-3 5-16,0-4-3 15,-1-5-1-15,0-1 4 16,-1-4-3-16,0-2 1 0,-2-2-4 16,-4-2-2-16,-2 0 1 15,-3-3 0-15,-2-2-1 16,-3-5 0-16,-5-2 0 15,-1-7 2-15,-3-1-12 0,0-4-35 16,-3-14-29-16</inkml:trace>
  <inkml:trace contextRef="#ctx0" brushRef="#br0" timeOffset="187091.48">6373 16698 81 0,'0'0'6'0,"0"0"20"0,0 0-2 16,0 0-3-16,0 0-2 15,0 0-7-15,0 0-5 16,0 0-10-16,0 0 8 16,0 0-5-16,0 0-2 0,-23 24 1 15,23-6-2-15,0 5 2 16,2 4 0-16,3 1 2 16,0 1-2-16,1-2-2 15,-4-2-10-15,1-5-6 16,-1-4-2-16,-2-8-6 0,0-8-45 15</inkml:trace>
  <inkml:trace contextRef="#ctx0" brushRef="#br0" timeOffset="187289.91">6330 16648 101 0,'0'0'8'0,"0"0"-3"0,36-10 14 16,-17 10-2-16,2 0-13 15,2 0 0-15,1 2-4 16,-2 3-34-16,0 1-17 16</inkml:trace>
  <inkml:trace contextRef="#ctx0" brushRef="#br0" timeOffset="187888.02">5760 16196 115 0,'0'0'4'0,"0"0"4"0,0 0-6 16,0 0 2-16,-4 48-2 0,8-25-1 15,2 4 0-15,4 9 0 16,-3 6 0-16,3 5 0 15,2 6-1-15,-3-2 2 16,0 0-10-16,2-3 15 16,-5-2-7-16,1-5-4 0,-3-6-31 15</inkml:trace>
  <inkml:trace contextRef="#ctx0" brushRef="#br0" timeOffset="188479.4">5860 16142 16 0,'0'0'4'0,"56"-18"18"0,-24 7-4 16,8 0-6-16,0 2-6 0,3-1 0 16,4 2-2-16,2-2 3 15,4 1-1-15,1 1 4 16,0 1-2-16,-1 0-5 16,1 0-1-16,0 0-1 15,-4 4 1-15,2 0 0 0,0 3-1 16,-5 0-1-16,0 0-2 15,-7 2-18-15,-5 2-52 16</inkml:trace>
  <inkml:trace contextRef="#ctx0" brushRef="#br0" timeOffset="189368.97">5866 16720 33 0,'0'0'6'0,"0"0"-5"0,0 0 1 0,37-27 7 16,-21 20 1-16,4 1 2 0,3 1-1 15,3 2 4-15,0-1-6 16,3 1-6-16,3 0 0 15,4 0-2-15,4 0-1 16,0-1 1-16,5-2-1 16,0 0 1-16,2-2 2 0,-2 0 0 15,2-2 2-15,-3 0 0 16,0-2-1-16,0 4-2 16,-2 1-1-16,-1 2 0 15,-2 1-1-15,-5 1 0 16,-1 3 1-16,-4 0-1 0,-2 0 2 15,-2 0-1-15,-5 0-1 16,2 0 1-16,-4 0 0 16,-4 0 0-16,2 0 1 15,-4 0-1-15,-5 0-1 16,-1 0 1-16,-3 0 2 0,0-4 1 16,-3-1 7-16,0-1 1 15,0-3-9-15,-4-1-1 16,0-1-1-16,-2 0 0 15,1-3-1-15,1-2 0 16,0-1-2-16,0-4 0 16,1-1 1-16,2-3 1 0,1 0 1 15,-2-3-1-15,2 0 0 16,-2-2 1-16,0-3 1 16,-2-4 3-16,1 0 4 15,1-1 4-15,-2-1-2 16,-2 0-2-16,3-1 15 0,-2 6-17 15,-1 2-8-15,3 3-2 16,-1 6-32-16,-2 7-48 16</inkml:trace>
  <inkml:trace contextRef="#ctx0" brushRef="#br0" timeOffset="189639.43">6091 16374 108 0,'0'0'-7'0,"0"0"-4"0,0 0-43 0</inkml:trace>
  <inkml:trace contextRef="#ctx0" brushRef="#br0" timeOffset="190531.84">6053 16317 162 0,'0'0'24'0,"0"0"4"16,0 0-14-16,0 0-17 15,0 0 2-15,0 0 1 16,0 0 1-16,4 45-1 15,1-27 1-15,1 1 0 16,-2 0-2-16,4-3 1 0,-4-1 1 16,-3-1-6-16,0-2-13 15,-1-3 2-15,0-3-7 16,0-1 5-16,-1-4 12 16,-2-1 5-16,-2 0-2 15,-2-6-4-15,3-5 7 16,-2-3-9-16,1-4-2 0,1 0-10 15,2-2-17-15,-1-1 22 16,2 1 14-16,1 3 7 16,0 0 16-16,0 6 3 15,0 1 1-15,4 1-1 16,0 2 1-16,2 0-9 0,1 1-7 16,0 3-4-16,2-1-4 15,0 2-1-15,0 1 0 16,3 1-1-16,-2 0-1 15,-1 3-1-15,1 6 0 0,-2 2 1 16,-4 2 1-16,-1 2-7 16,-1-2 1-16,-2 3-6 15,0-1 4-15,-5 0 7 16,-1-4-1-16,0-1-3 16,2-3 0-16,0-3-4 15,2-1 6-15,-1-3 5 16,3 0 1-16,0 0 9 0,0 0 7 15,0 0-13-15,7 0-3 16,5 0-3-16,-1 0 0 16,3 0 0-16,-2 3 1 15,4 0-5-15,-2 1-11 0,-1-2-15 16</inkml:trace>
  <inkml:trace contextRef="#ctx0" brushRef="#br0" timeOffset="190920.34">6276 16247 72 0,'0'0'4'0,"0"0"-1"0,0 0-1 0,-16 37-2 0,16-23 1 15,0 3 0-15,0-1 1 16,2 1 3-16,4 0 0 16,0-1-4-16,-1-2 0 0,1-2 1 15,-1-3-2-15,2-2 0 16,-3-4-3-16,0-3-2 16,1 0 6-16,-1 0 6 15,0-4-2-15,-2-6 4 16,4 0-3-16,-4 2-3 0,2 0-1 15,-2 1-1-15,3 3 0 16,-1 1 5-16,0 1 0 16,1 2-4-16,3 0 2 15,-2 0-3-15,1 5 2 16,1 4-7-16,-4-1-24 16,2-1-40-16</inkml:trace>
  <inkml:trace contextRef="#ctx0" brushRef="#br0" timeOffset="191183.19">6462 16272 66 0,'0'0'4'16,"0"0"9"-16,0 0-8 15,0 0-11-15,0 0 16 0,0 0-1 16,0 0 0-16,0 0-5 15,33 46 3-15,-24-33-5 16,3-3-1-16,-4-1-1 16,-1-5 6-16,0-3 4 15,2-1-3-15,-5 0 3 16,1-8 15-16,1-8-8 0,4-8-10 16,-2-6-4-16,-1-9-70 15</inkml:trace>
  <inkml:trace contextRef="#ctx0" brushRef="#br0" timeOffset="192293.01">7159 17670 29 0,'0'0'4'0,"0"0"-2"0,22-38 4 0,-15 22 9 15,2-1-1-15,2-1 1 16,1-3 1-16,1-3-2 0,5-1-2 16,0-3-4-16,4-5-4 15,5-2 1-15,2-5-3 16,3-1-1-16,3-6 0 16,0-3 0-16,4-2 0 15,2-4-1-15,0-3 1 0,0-3-1 16,2 1 0-16,0 0 1 15,-4-1-2-15,1 5 2 16,-9 0 0-16,-1 6-1 16,-6 3 1-16,-2 4-1 15,-5 3 1-15,0 7 1 0,-4 5-5 16,-4 6-23-16,-2 5-24 16</inkml:trace>
  <inkml:trace contextRef="#ctx0" brushRef="#br0" timeOffset="192733.88">7894 16111 12 0,'0'0'-9'0,"0"0"6"0,0 0 13 0,0 0 32 15,0 0-4-15,0 0-6 16,0 0 5-16,0 0-21 16,0 0-26-16,0 55 16 0,0-19 0 15,0 11-4-15,0 4-1 16,0 3-1-16,0 3 2 15,0-1-14-15,0-3-36 16,0-5-27-16</inkml:trace>
  <inkml:trace contextRef="#ctx0" brushRef="#br0" timeOffset="193274.18">7956 15977 69 0,'0'0'-2'16,"0"0"2"-16,0 0 2 0,0 0-2 16,54-1 1-16,-35 1 6 15,4 0 5-15,6 0 2 16,4 0-4-16,1 0-1 16,5 0 1-16,3-3-3 15,2-1-1-15,0-3-2 0,3 1-1 16,-3 4-1-16,0-1 2 15,-1 3 0-15,-2 0 2 16,-2 0-1-16,-2 8-1 16,-3 2-3-16,-3 2 1 15,0 0-2-15,-4 0 2 16,-2-1-1-16,-4-3-1 0,0-1 0 16,-3-1 1-16,-3-4 0 15,-2 0 0-15,-1 0 2 16,-3-1-1-16,-3-1 0 15,-3 0 3-15,-2 3-5 16,-1-3-7-16,0 3 0 0,0-2-10 16,-6 2-11-16,-2 0-16 15,1 1 21-15,-2 0-45 16</inkml:trace>
  <inkml:trace contextRef="#ctx0" brushRef="#br0" timeOffset="193744.57">8840 16036 7 0,'0'0'28'0,"0"0"-1"0,0 0-4 16,0 0-12-16,0 0-3 0,0 0-2 15,22 36-4-15,-17-35 3 16,-1-1-2-16,1 0 2 16,2 0 5-16,1 0 0 15,-1 0 3-15,-1-3-6 16,1 0-5-16,2 1 1 15,0 2-2-15,-4 0-7 0,1 0-22 16,-4 10-6-16,-2 2-28 16</inkml:trace>
  <inkml:trace contextRef="#ctx0" brushRef="#br0" timeOffset="194520.18">8046 16517 12 0,'0'0'21'0,"0"0"-12"0,0 0-15 0,0 0-14 16,0 0 17-16,0 0 2 16,0 0 11-16,0 0 14 15,36 1 3-15,-23 1-3 0,2 1-8 16,4-2-8-16,2 2-5 15,5 0 0-15,0-3-2 16,1 1 0-16,3-1 0 16,3 0-1-16,0 0 0 15,4 0 0-15,-1 0 2 0,6 0 2 16,3 0 0-16,-3-2-2 16,2-3 1-16,-1 1-3 15,-3 2 1-15,-2-2 0 16,-4 2 0-16,2 1-1 15,-3 1 1-15,-4 0 0 0,0 0 0 16,-4 0 1-16,-1 0-2 16,-5 3 0-16,-2 0-1 15,-6-2 1-15,-2-1 0 16,-4 0 0-16,-1 0 2 16,-2 0 1-16,0 0 2 0,-2-4 6 15,0-5 1-15,0-3-7 16,-2-6-3-16,-5-1 1 15,1-7 5-15,-3-3 1 16,2-4-4-16,1-8-1 16,4-7-2-16,2-5-2 15,0-4-9-15,0 2-57 0</inkml:trace>
  <inkml:trace contextRef="#ctx0" brushRef="#br0" timeOffset="195552.15">8154 16300 74 0,'0'0'5'0,"0"0"15"0,0 0-4 15,0 0-1-15,0 0 1 16,0 0-12-16,-36-6-3 16,32 6-1-16,0 0-5 15,1 0-2-15,0 3 10 0,-1 2 1 16,2 6-1-16,-2-1 1 16,3 4 1-16,1 1-4 15,0 1 0-15,0 0-2 16,0-2 1-16,5-3 0 15,1-1 3-15,2-3 1 0,1 0 1 16,3-4-1-16,0-1-3 16,1-2 5-16,0 0-6 15,3 0-14-15,-3-5-15 16,-1-3 4-16,-1-1 8 16,-3 0 10-16,2 0 8 15,-6-2 2-15,1-1 2 0,-1 2-2 16,-2-1-1-16,0 1-2 15,-2 4 2-15,0 2-1 16,0 4 16-16,0 0 9 16,-2 0-15-16,0 7-1 0,0 4-10 15,2 2 0-15,0 0 0 16,0-1-3-16,7-4-2 16,2-1 0-16,0-4 5 15,-1-3-1-15,1 0 9 16,0-1 0-16,0-5 1 15,-4-3 0-15,-1 1-2 0,0-1 4 16,-4-2 3-16,0 1 10 16,0-3-13-16,-6 3-5 15,-1-1-5-15,-3 4-1 16,2 1-26-16,1 6-24 16,1 0-10-16,2 0-48 0</inkml:trace>
  <inkml:trace contextRef="#ctx0" brushRef="#br0" timeOffset="196291.5">8354 16338 108 0,'0'0'3'0,"0"0"5"0,0 0-3 0,0 0-4 15,0 0-1-15,41 0-1 16,-39 5 2-16,1 1 2 0,-1 0 1 15,0 3 0-15,0-1 5 16,-2-2-7-16,0 0-3 16,0 0-5-16,0-3 2 15,0-1 6-15,0-2 0 16,-2 0 3-16,0 0 4 0,2 0 3 16,-2-5-1-16,2-3-9 15,0-2-1-15,0 0-3 16,0 0 1-16,4 2 1 15,1-2 0-15,3 6 0 16,0-1 3-16,2 2 0 0,-1 1 0 16,3 2-2-16,-2 0-1 15,1 0-2-15,-1 3 0 16,-4 4 2-16,1 1-1 16,-3-1-1-16,-3 0 0 15,-1-1 2-15,0 1 7 16,0-3-4-16,0-1 1 0,0 0-1 15,0-3 0-15,0 0-2 16,-1 0-1-16,-1 0-8 16,2-1 4-16,0-5 8 15,0-2-3-15,0 0 2 16,0 0-2-16,0 2 1 0,5-1-2 16,6 3-2-16,-2 2 2 15,2-1-1-15,0 1 1 16,0 2-2-16,0 0 1 15,-1 0 0-15,-3 0 0 16,3 0 0-16,-2-2 0 0,2-1-14 16,-1-5-13-16,0 2 0 15,1-1 3-15,-2 0 17 16,-4-1 8-16,-1 1 5 16,-3 2 23-16,0-1 29 15,0 2-18-15,-3 3-8 0,-3 1-13 16,-3 0-16-16,-2 0-8 15,2 5 14-15,2 4-13 16,-4 4 3-16,4-2 1 16,1 2 1-16,3 2-2 15,3-3-15-15,0-2-16 0,1-2-14 16,9-2-5-16,4-3-35 16</inkml:trace>
  <inkml:trace contextRef="#ctx0" brushRef="#br0" timeOffset="196634.22">8740 16306 35 0,'0'0'10'0,"0"0"18"0,0 0 2 0,0 0 3 0,0 0 23 15,0 0-25-15,0 0-26 16,0 0-5-16,0 0-6 16,0 0 10-16,0 0-8 0,0 0 4 15,-32 7-5-15,28 0 0 16,0-1-5-16,4-1 4 15,0-2-8-15,2 0-3 16,6-3 9-16,-1 0 1 16,2 0 10-16,2-4 1 0,-2-4 0 15,-1-2 5-15,0-3 3 16,-2 2 4-16,-3-3 0 16,-3-2 2-16,0-1 1 15,0-1-4-15,-9-3-5 16,-1-2-6-16,0 0-2 0,3 4-1 15,-5 1-4-15,4 3-13 16,1 7-10-16,3 6 1 16,0 2-18-16,3 0-39 15</inkml:trace>
  <inkml:trace contextRef="#ctx0" brushRef="#br0" timeOffset="196818.98">8809 16226 66 0,'0'0'10'0,"0"0"-3"15,0 0 6-15,0 0 2 16,0 0-3-16,0 36-8 16,0-29-4-16,0-2 0 15,0-2-11-15,0-3-31 16</inkml:trace>
  <inkml:trace contextRef="#ctx0" brushRef="#br0" timeOffset="199153.99">6297 16572 44 0,'0'0'0'0,"0"0"2"0,2 0-2 15,-2 0-9-15,2 0-2 16,-2 0 10-16,0 0 1 0,0 0 4 16,2 0 13-16,0 0-3 15,3 5 1-15,-1-1-13 16,0 3 0-16,4 3 1 16,-1-1-3-16,1 1 0 15,-1 0 0-15,2 3 0 0,-2-1-1 16,1 1 2-16,3-2 1 15,1 3 1-15,-1 1-1 16,5 0 0-16,-1 2-1 16,3 6-1-16,2 0 2 15,0 5-2-15,1 2 0 16,-2 3 1-16,4 2-1 0,-1 3 1 16,1-2 2-16,1-1 2 15,3-2 1-15,-2 0-1 16,2-3-3-16,-1 1 0 15,1-1-2-15,-5 1 0 16,3 3 0-16,-4-1 1 0,0-1-1 16,-1-2 5-16,1 0 4 15,-2-3 1-15,-1-3-2 16,3 0 0-16,-2-4-3 16,4 2-4-16,-2-3 4 15,0 3-4-15,0 0 1 0,-3 1 0 16,-3 1-1-16,-3 0-1 15,-4-2-1-15,-1 1 0 16,-3-4 2-16,-1-3 0 16,-1-2-1-16,0-4 0 0,0 0-10 15,-2-7-20-15,0-3-23 16</inkml:trace>
  <inkml:trace contextRef="#ctx0" brushRef="#br0" timeOffset="199871.8">6390 16662 39 0,'0'0'3'0,"0"0"7"0,0 0 1 0,0 0-2 16,39 40-2-16,-31-29 2 15,4 3 0-15,-3 2-3 16,3 2-7-16,3 2 15 16,4 6-9-16,1 4-3 15,5 3-1-15,2 9-1 16,4 1 1-16,-2 3-1 0,5 2 1 15,-3 1-1-15,1 2 0 16,-3-1 1-16,0 0-1 16,-3-1 0-16,0-2 0 15,0 0 0-15,1-4 0 16,1-4 1-16,-1-3-2 0,-2-5 2 16,-1 0-1-16,1-4 2 15,-3-2 3-15,-1-1-4 16,-4-2 0-16,-1-2-5 15,-5-1-2-15,-6-4 5 16,-1-2-6-16,-2-4-13 0,-2-7-42 16</inkml:trace>
  <inkml:trace contextRef="#ctx0" brushRef="#br0" timeOffset="200511.96">6989 17713 96 0,'0'0'-2'0,"0"0"0"0,0 0 5 15,0 0-1-15,0 0 0 16,0 0 0-16,0 0 7 0,36-4 5 15,-26 4 3-15,2 3-3 16,-1 4-4-16,3 0-8 16,-3 0 1-16,0-2-2 15,-1 1-1-15,0-2 1 16,-3-3-1-16,2-1 1 0,-2 0-1 16,-1 0 0-16,1-1 2 15,-3-6 0-15,0-3 0 16,-2-1 4-16,-2-3 7 15,0-4 5-15,0-2-5 16,0-6-7-16,-3-7-3 16,-4-8-2-16,0-7-29 0,-1-9-102 15</inkml:trace>
  <inkml:trace contextRef="#ctx0" brushRef="#br0" timeOffset="202170.35">7199 17666 70 0,'-2'0'20'0,"0"0"-8"0,0 0-4 0,2 0-5 15,0 0-3-15,0 0 0 0,0-1 0 16,0-1 0-16,0 2 0 15,0 0 0-15,0 0 1 16,0 0-1-16,0 0 0 16,0-1 0-16,0-2 0 15,0 2 0-15,0-4 1 0,0 1-2 16,2-3 1-16,0 0 0 16,1-2-2-16,1-1 3 15,2-1-3-15,1-4 1 16,2-1 2-16,0-3-5 15,0-3 7-15,3-1 1 16,1-3-1-16,0 1 5 16,1-1-5-16,4-2 1 0,-1 2-2 15,1-2-1-15,2-1 1 16,3-2 1-16,3-1 4 16,-1-1-1-16,2-2 1 15,2-1-2-15,-3 0-4 0,3-2 0 16,0 1 0-16,0 1 1 15,1-2-2-15,1 4 1 16,-4-3 4-16,0 5 6 16,-2 0 1-16,-1 2-3 15,-4 2-4-15,2 3-2 0,-3 2-3 16,-2 0 2-16,-1 3-1 16,-1 0 1-16,-1 2-2 15,-1-1 1-15,3 2-1 16,-3-1 0-16,0 1 0 0,1 1 0 15,-1 2 1-15,1 0-1 16,-1 1 0-16,-1 3 0 16,-3 1 0-16,-1 2 0 15,-1 3-5-15,0 0-8 16,-4 2-20-16,1 1-12 16,-4-2-38-16</inkml:trace>
  <inkml:trace contextRef="#ctx0" brushRef="#br0" timeOffset="202697.17">7954 16548 92 0,'0'0'-7'0,"0"0"3"0,0 0 0 0,0 0-2 15,0 0 6-15,0 0 2 0,0 0 4 16,0 0 9-16,0 0-1 16,0 0-10-16,0 0-10 15,0 0-27-15,0 0-23 16</inkml:trace>
  <inkml:trace contextRef="#ctx0" brushRef="#br0" timeOffset="203442.98">7950 16070 40 0,'0'0'4'0,"0"0"-1"0,0-46-1 0,-2 33-2 16,2-1 1-16,0 3-1 15,0 0 1-15,0 1 7 16,0 1 12-16,0 3 4 0,0 1-3 15,-3-1 0-15,2 3-9 16,-1 1-6-16,1 1-4 16,-1-1 1-16,0 0-1 15,0 2 3-15,2 0-3 16,-4 0-1-16,2 0 0 0,1 0 0 16,-2 0-2-16,1 4-1 15,0 6 9-15,0 3-6 16,-1 6-8-16,1 6 8 15,0 5-1-15,-2 4-3 16,0 6-1-16,0 3 2 0,1 2 5 16,0-1-5-16,1 0 3 15,2-4-1-15,0-3-5 16,0-3-2-16,8-2-1 16,2-3-7-16,1-1 0 15,0-4-5-15,-1-5-56 0</inkml:trace>
  <inkml:trace contextRef="#ctx0" brushRef="#br0" timeOffset="204255.34">7975 15875 54 0,'0'0'61'0,"0"0"-11"0,0 0-16 0,0 0-18 0,0 0-16 16,0 0-2-16,0 0 1 16,0 0 0-16,45-5-1 15,-28 7 2-15,8 1-3 0,4 3 2 16,2 0 1-16,3-1-1 16,2-2 2-16,2-1-1 15,4-2 0-15,-2 0 0 16,2-2 0-16,-1-3 0 15,1-3 0-15,-2 1 0 0,1 1 0 16,-3 2 0-16,-5 2 0 16,1 1 1-16,-3 1-1 15,-4 0 0-15,-2 0 0 16,-2-1 0-16,0 0 0 16,-2-2 2-16,1 0-2 0,-4-2 0 15,0 0 0-15,-3 0 0 16,1 0 1-16,-5 1-1 15,-1 1 0-15,-4 0 0 16,-1 1 0-16,-1 0 0 16,-2 1 0-16,0 0 1 15,0 1-1-15,-2 0 0 0,0 0 0 16,0 0 0-16,0 0-1 16,0 0-3-16,0 0-2 15,1 0 7-15,2 4-2 16,3 1 2-16,-2 2-2 0,1 0 0 15,1 1-1-15,-1 0 1 16,1 2-2-16,-1 2-3 16,-2 3 4-16,1 2-4 15,0 4 4-15,-1 2 6 16,1 4-2-16,0 1 1 0,-2 3-3 16,0 1 1-16,1 0-2 15,-3 1 1-15,0-2 0 16,0 1 1-16,0-3 1 15,-5-2-1-15,-2 0 1 16,-1-1-4-16,-4-2-24 0,-3-3-30 16,-5-1-15-16</inkml:trace>
  <inkml:trace contextRef="#ctx0" brushRef="#br0" timeOffset="205428.79">7183 17409 76 0,'0'2'5'0,"-2"0"-1"0,0 1 2 0,2 1-2 16,-2 1-3-16,2 0 0 0,-2 0-1 15,2 0 2-15,0 2-2 16,0-1 0-16,0 3 1 16,0-1 0-16,0 4 1 15,0 2-1-15,0 3-1 16,0 1 2-16,0 4-5 0,0 0 0 15,2 2-1-15,-2-1-6 16,0-5-1-16,0 1 9 16,0-5 4-16,2 0 5 15,-2-2 0-15,0-2-6 16,2 0 0-16,1-3-2 0,-1-3 1 16,3-4-2-16,-1 0 1 15,-2 0 3-15,1-4 10 16,3-5 6-16,0 1 2 15,2-2-8-15,0-1-6 16,3 2-5-16,1-1-1 0,-1 0 0 16,2 0 0-16,1 2 1 15,-1 2-1-15,-1-3 1 16,-2 3-1-16,1 1-7 16,-3-1-25-16,-4 0-30 15</inkml:trace>
  <inkml:trace contextRef="#ctx0" brushRef="#br0" timeOffset="205708.61">7191 17494 125 0,'0'0'1'0,"0"0"-2"0,0 0 5 16,0 0 0-16,38 41-3 0,-21-29 0 15,1 2-1-15,-3-3-12 16,-1-3-44-16</inkml:trace>
  <inkml:trace contextRef="#ctx0" brushRef="#br0" timeOffset="206731.98">9683 15986 97 0,'0'0'39'0,"0"0"16"0,0 0-14 0,0 0-18 15,0 0-21-15,0 0-5 0,-10 45 5 16,4-9-2-16,-1 8 1 16,-3 6 0-16,2 2-1 15,-1 3 1-15,3-3-1 16,0-4-1-16,2-4-5 15,2-7-22-15,-2-6-21 0,0-11-26 16</inkml:trace>
  <inkml:trace contextRef="#ctx0" brushRef="#br0" timeOffset="207207.97">9757 15886 39 0,'0'0'5'0,"37"-11"10"16,-15 6 1-16,1 0-3 0,1 2-2 15,1 3-3-15,2 0-1 16,4 0 1-16,0 0-2 15,3 3-1-15,1-1-2 16,-1-1 0-16,1-1 2 16,-2 0-2-16,-2 0 0 0,-4 0-1 15,-4-3 1-15,0 0 1 16,-2-1-3-16,-4 0 2 16,-1 1-1-16,-3 2-1 15,-1 1-5-15,-6 0-20 16,-1 1-4-16,-5 9-22 0</inkml:trace>
  <inkml:trace contextRef="#ctx0" brushRef="#br0" timeOffset="207714.33">9685 16527 13 0,'0'0'70'0,"0"0"-67"0,57-2 14 0,-32 0 1 0,4-1-3 15,0 3 9-15,1 0-2 0,5 0-2 16,-1 3-1-16,6 0-9 16,-2 1-2-16,2-1-5 15,1-2-1-15,-1 2 1 16,-4-3-1-16,-1 0 3 16,-1 0-3-16,-3 0-4 15,-2-7-10-15,-2-1-6 0,-4-2-8 16,-4-3-17-16,-1-2-20 15</inkml:trace>
  <inkml:trace contextRef="#ctx0" brushRef="#br0" timeOffset="208276.16">10364 15740 33 0,'0'0'3'0,"0"0"3"0,0 0 15 15,0 0-8-15,0 0-1 16,0 0 1-16,0 0 1 0,0 0 9 15,0 0-4-15,-31 40-9 16,29-36-7-16,2 6-6 16,0 2 2-16,0 5 0 15,0 5-1-15,0 5 4 16,4 3 4-16,5 7 5 16,2 1 0-16,3 4 0 0,-2 0-2 15,1 4-3-15,-2-1-1 16,-1 1-2-16,-3-4-2 15,-4-5 2-15,-3-3 0 16,0-4-1-16,0-1-1 16,-8-5 1-16,0-2-3 0,-1-2-11 15,-5-7-38-15,-1-2-73 16</inkml:trace>
  <inkml:trace contextRef="#ctx0" brushRef="#br0" timeOffset="209066.46">7879 17923 77 0,'0'0'-6'0,"0"0"-13"0,0 0-30 0</inkml:trace>
  <inkml:trace contextRef="#ctx0" brushRef="#br0" timeOffset="209535.37">7879 17923 62 0,'0'0'37'0,"0"0"-14"16,0 0 2-16,0 0-7 0,-5-17-8 15,5 16-13-15,0-1 7 16,0-2-4-16,0 1 0 16,1-1-1-16,5 0 0 15,-2-2 1-15,3 0 0 16,3-4 1-16,0 2-1 0,6-5 1 15,-1-1-1-15,4 0 0 16,1-2 0-16,4-4-1 16,1-1 1-16,4-5-1 15,2-2 1-15,5-6 1 16,1-2-1-16,6-5 1 0,4 0-1 16,1-4 0-16,4-1 0 15,0-1 1-15,2 0-1 16,-3 0-1-16,0-1 2 15,3 0 6-15,-2 1 1 0,1 1-2 16,1 0-3-16,2 0 0 16,-2 2 2-16,1-1-4 15,-3 4 1-15,1-1-2 16,-2 1 0-16,1 3 0 16,0-1 1-16,-3 0-1 15,2 0 1-15,-4 2-1 0,0 1 0 16,-4 1 1-16,-3 1-1 15,-4 5 1-15,-1 3 0 16,-6 2-1-16,-2 6 1 16,-7 6-1-16,-4-1-1 15,-6 6-6-15,-2 2-16 0,-5 2-20 16,-3 1-6-16</inkml:trace>
  <inkml:trace contextRef="#ctx0" brushRef="#br0" timeOffset="210275.35">7935 17672 72 0,'0'0'32'0,"0"0"-12"0,0 0-4 0,0 0-3 16,-7 41-6-16,4-23-6 15,1 2 0-15,0-1 0 16,-3 2-1-16,1-1-1 0,0-4 2 16,0-1-2-16,2-2 2 15,2-2 4-15,0-1-1 16,1-1-6-16,10-6-2 15,3 1 1-15,3-4 2 16,6 0 4-16,4-13-2 0,5-2-1 16,5-7 2-16,1-3 0 15,0-4-22-15,1-1-49 16</inkml:trace>
  <inkml:trace contextRef="#ctx0" brushRef="#br0" timeOffset="213555.45">8690 17352 83 0,'0'0'23'0,"0"0"-2"0,0 6-13 0,0 1-17 16,0 2 16-16,7 3-6 16,0 5-1-16,1 0 1 15,1 0-1-15,-1-1 0 0,0-3 1 16,-3-2-1-16,1-2 0 16,-2-4-13-16,-4-4-21 15</inkml:trace>
  <inkml:trace contextRef="#ctx0" brushRef="#br0" timeOffset="213734.22">8671 17401 116 0,'0'0'6'16,"0"0"6"-16,-8-36-5 0,8 19-6 16,5 1 1-16,4-1-2 15,4 3 0-15,1 3 0 16,-1 2-3-16,1 2 0 15,1 7-1-15,-1 0-15 16,-1 0-35-16</inkml:trace>
  <inkml:trace contextRef="#ctx0" brushRef="#br0" timeOffset="214004.14">8822 17402 79 0,'0'0'3'15,"0"0"3"-15,4 38-2 0,1-32-1 16,2-2-4-16,1-4 3 15,2 0-1-15,-2-2 1 16,1-9-2-16,3-4 0 16,-3-5-3-16,1-1-4 15,-3-2-8-15,1 0-8 0,-2 3-2 16,-2 5 6-16,-2 3 20 16,0 7 17-16,-2 5 26 15,0 0-8-15,1 7-27 16,0 4-9-16,2 5 1 15,1-1-1-15,0-2 1 16,2-3-2-16,-2-4-1 0,0-6-18 16,1 0-18-16</inkml:trace>
  <inkml:trace contextRef="#ctx0" brushRef="#br0" timeOffset="214702.26">8925 17183 59 0,'0'0'2'15,"0"0"28"-15,0 0-5 16,-38-14-18-16,34 14 0 16,1 3-3-16,3 3-4 15,0-1-2-15,11 2-7 0,2-1-7 16,2-2-1-16,0 0 8 16,3-2-2-16,-3 0 5 15,-1-2 6-15,-3 0 2 16,-2-2 7-16,0-4 1 15,-3-2 4-15,-1-1 6 0,-3 1 3 16,-2 0 1-16,0 0-8 16,0 5-7-16,-5 2 1 15,-3 1-10-15,-2 3 2 16,0 8 9-16,1 5-9 16,2 3-1-16,-2 1-1 0,5 3 0 15,2-3 0-15,2-1-1 16,0-4 0-1,4-1-1-15,7-5-2 0,0-4-5 16,2-3 2-16,1-2 15 16,1 0-8-16,0 0 1 0,-1 0-1 15,1 0-2-15,-2 0 0 16,-1 3 0-16,-2 7-4 16,-3 4-4-16,1 3 2 15,-4 3 7-15,2 1 6 16,-4 0-4-16,-2-2 0 0,0-2 0 15,0-7 0-15,0-3 2 16,0-7-2-16,0 0 5 16,0-8 3-16,0-7-2 15,0-4-5-15,2-6-2 16,1-2-2-16,3 0 4 0,-2 0-2 16,2 3 1-16,4 3-1 15,-3 4-1-15,2 7-1 16,4 6 2-16,-4 4-3 15,2 0-7-15,-1 4 0 16,0 6 2-16,-1 1 9 16,1-3 1-16,-2-2-3 0,1-3 0 15,-1-3-2-15,4-3 12 16,-3-11-1-16,2-3-2 16,3-8-4-16,-2-4-2 15,3-4-6-15,0-5-24 16,-3-3-54-16</inkml:trace>
  <inkml:trace contextRef="#ctx0" brushRef="#br0" timeOffset="-206039.74">5789 16148 84 0,'-2'0'4'0,"-3"0"12"0,3 0 2 0,-2-3-4 15,-2 2-5-15,4 1-5 16,0-2-2-16,0 2-1 0,0 0-2 16,2 0 1-16,0 0-6 15,0 0-13-15,0 0 12 16,0 0 5-16,0 0 2 16,0 0 0-16,4 0 0 15,-1 0 0-15,6-1 2 0,0-2-2 16,-1-1 0-16,6-1 1 15,-1 0-2-15,3-2-1 16,2-2 0-16,2 1 0 16,3-2 1-16,1 0 1 15,5-2 2-15,0 0-1 0,4 0 0 16,-2-1 0-16,6 2-1 16,-1 2 0-16,-1 0 2 15,1 1-4-15,2 1 2 16,-3-1 0-16,2-2 2 15,-3 0-1-15,1 1 2 0,-2 0-2 16,-1 0-1-16,-1 0 1 16,0 1-1-16,-2-1 1 15,-2 2-1-15,2-1 1 16,-2-1-1-16,-3 2 1 16,3-1-1-16,-2 1 1 15,-3-1-1-15,-1 4 0 0,-2-1 0 16,-3 1 0-16,-4 2 0 15,0 2 0-15,-2-1 0 16,-5 1-1-16,1 0 2 16,0 0-1-16,-3 0 0 15,4 0 0-15,-5 0 0 0,1 0 0 16,0 0 0-16,0 0 0 16,-3 0 0-16,2 0 0 15,-2 0 0-15,0 0 0 16,2 0 1-16,0 0-1 0,0 0 0 15,-1 0 0-15,3 0 2 16,-2 0-2-16,1 0 0 16,-3 0 0-16,2 0-2 15,0 0 0-15,-1 5 0 16,3 11 0-16,0 8 0 16,0 14 0-16,-1 20 4 0,3 16 1 15,-1 13-19-15,-3 12-10 16,3 9-32-16</inkml:trace>
  <inkml:trace contextRef="#ctx0" brushRef="#br0" timeOffset="-204807.38">5803 16112 86 0,'0'3'3'0,"0"0"-3"0,0-1-1 0,0 3 0 0,2-2-2 16,0 1-2-16,0 0 1 16,1 0 3-16,-1-2 0 15,2 3 1-15,-2-1 0 16,0 0 0-16,-1 0 0 15,3 2 0-15,0 2 1 0,-1 3 1 16,1 5-1-16,1 3 0 16,1 2-1-16,-3 6 0 15,3 0 0-15,1 1-2 16,0 0 3-16,-3-1-1 16,1-2 0-16,1-1 1 0,-2-1 6 15,-2-2-3-15,2 1-2 16,-2-1-1-16,-2-1 1 15,2-2-2-15,-2-1 1 16,0-5 0-16,0-4-1 16,0-2 1-16,0-2-1 15,4-1-1-15,-3-2 0 0,3 1 1 16,0-1-3-16,-2 1 0 16,0 0 0-16,-1 0 0 15,1 2 2-15,-1-1-2 16,-1 1-1-16,1-1 3 15,-1 1 0-15,0-1 0 0,0 0-5 16,3-2-13-16,-3 0 6 16,4-1 12-16,-1 0-6 15,5 0 3-15,0-5 6 16,5-2 0-16,1 1-2 0,1-1-1 16,0 0-7-16,-1 0 5 15,1 3 3-15,-4 1 7 16,3 2 11-16,-1-1 1 15,3 2-10-15,-1 0-4 16,3 0-4-16,3 0-1 16,0 0-9-16,2 3-14 0,-2 1 5 15,2-1 15-15,-3-3 5 16,3 0 4-16,-2 0 2 16,2 0-5-16,0 0-2 15,2 0-12-15</inkml:trace>
  <inkml:trace contextRef="#ctx0" brushRef="#br0" timeOffset="-201128.12">6712 17780 21 0,'0'0'55'0,"0"0"-32"0,0 0-7 16,0 0 1-16,0 0-9 15,0 0-7-15,0 0-1 0,0 0-3 16,0 0 1-16,0 0 2 15,0 0 2-15,-13-2 0 16,13 2-2-16,0-1 1 16,0 1 0-16,0 0-1 15,0 0-1-15,0-1 1 0,0 1-2 16,0-2 0-16,4 1 2 16,1-2-1-16,4-2 1 15,6 0 1-15,1-1-1 16,6-1 0-16,5-3 0 15,3 0 1-15,5 2-1 0,0 0 0 16,5 0 0-16,1 2 0 16,-3-1 0-16,0 5-1 15,-3 1 0-15,-1 0-8 16,-3 0 10-16,1-1 4 16,2 2-4-16,-1-1 0 15,1-2 0-15,3 1 0 0,-1-2 0 16,0 3 0-16,-1-3-1 15,2-1 0-15,-4 1 0 16,-2-2 0-16,1 2 1 16,-1-1-2-16,-2-1 1 15,-5 4 1-15,1-1-1 0,-4 1-1 16,-1 0 2-16,-5 1-2 16,-1 1 2-16,-3 0-1 15,-1 0 1-15,0 0-1 16,-1 0 3-16,-3 1-3 0,1 3-2 15,-3-1-1-15,0 2 0 16,-2-1 3-16,0 0 0 16,0-1 1-16,-2 0 2 15,0 0 1-15,0 0-1 16,0 2-1-16,0 1-1 0,0 1 0 16,0 1-1-16,0 2 0 15,0 2 0-15,0-1 0 16,6 6-1-16,1 2 0 15,2 1 1-15,2 4-1 16,0 2 1-16,1 1 0 16,-4-1 0-16,1 0 1 15,-4-1-1-15,-1-2 4 0,1-2 0 16,-2 2-1-16,-1-4-1 16,2 2 1-16,0-3-3 15,-2 1-2-15,0-2-7 16,-2-3 2-16,0-1 2 0,0-2 2 15,0-2 1-15,-4 0 0 16,-3-1-8-16,-4-2-25 16</inkml:trace>
  <inkml:trace contextRef="#ctx0" brushRef="#br0" timeOffset="-200223.82">6851 17888 101 0,'0'4'5'0,"-3"-3"-3"0,1 4-1 0,-2 0 0 16,3 1-1-16,-1 1-1 0,0 4 1 15,0 4 0-15,2-1-1 16,0 4 2-16,0 2-2 16,0 3 2-16,0 1-1 15,0 0 0-15,0 3-1 16,2-3 0-16,0 0-5 15,1-2 1-15,3-2-3 0,-3-5 3 16,1 0 3-16,1-3 2 16,-1-2-2-16,0-1 2 15,3-1 0-15,0-1 0 16,2 1 0-16,-2-2-2 0,4 0-8 16,4-3 4-16,-1 3 1 15,6-5 1-15,1-1 2 16,5 0 0-16,0 0-2 15,1-3 1-15,2-4 3 16,-2-1 11-16,0-2 6 16,2-2-7-16,0 1-2 0,3-2-3 15,-1-1-10-15,2 1 17 16,1 1-11-16,-1 0 0 16,1 1-6-16,1 2 9 15,0 3 0-15,-2-1-1 16,0 0-2-16,-1 0 0 0,-3 3 0 15,-5-3-1-15,-2 0 0 16,-3 2 0-16,-4 1 0 16,-3 0 0-16,-4 2-6 15,-3 1-8-15,-3 0-19 16</inkml:trace>
  <inkml:trace contextRef="#ctx0" brushRef="#br0" timeOffset="-198295.62">5766 16138 66 0,'0'0'0'0,"-2"-4"3"0,2 1 3 0,-2 2 1 15,2 0-2-15,0 1 4 16,0 0-8-16,0 0-3 15,2 0 2-15,3 0 0 0,8 0-1 16,-2 0-1-16,6 0 1 16,2-2 1-16,2-7 0 15,7-2 3-15,1-1-2 16,5-2 1-16,4-2-2 16,1 2 2-16,5-1-2 0,0-1 0 15,8 1 0-15,0-1 0 16,6-1 0-16,-3 0 0 15,1-2 0-15,-5 2 0 16,-1-3 0-16,-6 2 4 16,-3 1 5-16,-3 2-1 0,-7 0-2 15,-5 5-3-15,-3 2-3 16,-7 3 1-16,-3 1 1 16,-2 3-1-16,-4 1-1 15,-3-2 0-15,1 2 1 16,-3 0-1-16,0 0-1 15,0 0 2-15,1 0-2 0,1 0-3 16,1 3 1-16,0 3 1 16,1-1 0-16,3 0 2 15,-3 2 0-15,4 0 0 16,-4 1-1-16,3 3 0 0,-4 2-2 16,2 6 2-16,-1 2 1 15,-4 6 0-15,1 6 0 16,-1 5 3-16,0 6-2 15,-2 2 0-15,2 2 0 16,-2 0 0-16,0-1-1 16,2-4 0-16,-2-4 0 0,0-6-3 15,0-4 0-15,0-2 0 16,0-6 2-16,-10-4-2 16,-4 1 3-16,-2-3 4 15,-4 0-1-15,-5 2-3 16,-6-4-15-16</inkml:trace>
  <inkml:trace contextRef="#ctx0" brushRef="#br0" timeOffset="-196978.55">6258 15895 2 0,'4'-4'6'0,"4"-5"11"0,-4 1 2 0,1-1-5 0,3-2-3 16,-3 0 1-16,6-2-2 15,-2-1-4-15,2-1-2 16,3-3-2-16,1-2 1 16,5-3-3-16,3-1 1 15,2-1-1-15,6-2 1 16,4-5-1-16,6 0 0 0,8-7 0 15,2-6 0-15,7-3 0 16,7-8 1-16,2-2-1 16,7-5 0-16,0 0 1 15,6-3 0-15,-2 2 1 16,3-1 2-16,-2 1 2 0,-4 3 0 16,-6 0 6-16,-2 3-4 15,-5 2 1-15,-4 5 0 16,-4 3-2-16,-4 4-3 15,-4 5 0-15,-4 7-2 16,-5 4 0-16,-7 8 0 0,-4 5-1 16,-4 6-4-16,-6 3-42 15,-5 3-29-15</inkml:trace>
  <inkml:trace contextRef="#ctx0" brushRef="#br0" timeOffset="-196410.47">8093 14642 51 0,'0'0'16'0,"0"0"-12"0,0 0 4 16,0 0 3-16,0 0-2 15,16-38 1-15,-16 35 2 16,0 0 7-16,0 2-2 16,0-2-7-16,0 3-4 0,0 0-7 15,0 0-12-15,5 7 8 16,1 3 3-16,1 6-2 16,6 7-3-16,3 4 4 15,4 7 5-15,0 7 0 16,7 5 1-16,0 7 2 15,4 1-3-15,1 2 0 0,1-1-1 16,0-3-1-16,-1-2 2 16,1 0-1-16,-2-2 2 15,-2 2-2-15,-2 3 2 16,-4 2 0-16,-3 0 1 0,-3-1-1 16,0-1 2-16,-6-2 1 15,-1-4-2-15,-2-4-9 16,-6-7-26-16,-2-13-21 15</inkml:trace>
  <inkml:trace contextRef="#ctx0" brushRef="#br0" timeOffset="-195754.78">8621 14343 69 0,'0'0'5'0,"0"0"0"0,0 0-2 0,0 0-4 16,0 0 2-16,0 0-2 16,0 0 1-16,0 0-2 15,0 0 4-15,0 0-1 0,0 0 0 16,23 27 0-16,-8-11-1 16,10 1 0-16,3 5 0 15,6 1 1-15,4 8-1 16,7 3-1-16,1 6 0 15,0 8 1-15,2 3 1 16,4 5 1-16,-2 2 2 0,2 3 5 16,2 0-6-16,2-1 1 15,0-2-1-15,-5-3 1 16,3-4 5-16,-4-1 1 16,-2-3 0-16,-2 0 0 15,-5-2-4-15,-3 1-3 0,-7-2 1 16,-5-3 1-16,-4-3 1 15,-9-8-2-15,-6-6-22 16,-7-11-20-16,0-13-13 16</inkml:trace>
  <inkml:trace contextRef="#ctx0" brushRef="#br0" timeOffset="-195170.52">7269 13982 78 0,'0'0'9'0,"0"0"-5"0,0 0-5 16,0 0 2-16,0 0 0 15,0 0-9-15,0 0 14 16,-9 51-1-16,9-27-1 15,2 8 3-15,5 6-4 16,6 6-1-16,2 8-1 16,6 4 0-16,-1-1 0 0,2-1-1 15,1-1 1-15,-4-4 0 16,-2-6 0-16,-4-3 1 16,0-5-1-16,-6-4 0 15,-5-5-1-15,0-5-4 16,-2-11-11-16</inkml:trace>
  <inkml:trace contextRef="#ctx0" brushRef="#br0" timeOffset="-194543.84">7237 13972 63 0,'0'0'1'0,"0"0"9"0,0 0-8 16,0 0 0-16,0 0 1 15,0 0-3-15,5 38 0 16,8-33 1-16,2-4 2 0,6 2 0 16,2-3-2-16,8 0 1 15,7 0-1-15,4 0 1 16,5-1-1-16,9-7-1 15,5 0 1-15,4-1 0 16,5-1 1-16,4-2-2 0,3 0 0 16,4-1 1-16,3-1 0 15,3 0 1-15,2-3 1 16,5-1-1-16,0-1-1 16,-2 3-1-16,-1 1 1 0,-1 3 1 15,-7 1-1-15,-7 4 1 16,-5 2-1-16,-1 3 0 15,-5 2 1-15,-5 0-2 16,-2 0 1-16,-5 0-1 16,-2 0 1-16,-4 0-1 15,-6 0 0-15,-7 0 0 0,-5 0 0 16,-7 0 1-16,-5 0 0 16,-8 0 0-16,-3 4 0 15,-6 3-1-15,0 5-6 16,-12-4-37-16</inkml:trace>
  <inkml:trace contextRef="#ctx0" brushRef="#br0" timeOffset="-193632.79">7479 14706 1 0,'0'0'6'0,"0"0"7"0,0 0 5 0,0 0-5 15,0 0-2-15,46-24-2 16,-32 20-3-16,3 0-2 16,4-1-2-16,2 1 0 0,6 0 1 15,4-2 5-15,5-1-4 16,0-1 0-16,7 0 0 16,-1-3-2-16,4 1 0 15,2 0-1-15,4-3 0 16,0 1 1-16,4 0 1 0,-2-1-3 15,2 1 1-15,3 0-1 16,-4 1 0-16,4 0 0 16,1-1 0-16,1 5 2 15,-1 0-3-15,0 1 2 16,-1 2-1-16,-2 0 0 0,-1 2 0 16,0-2 0-16,-5 1-1 15,-1-1 1-15,-3 0 0 16,-2 1 0-16,-6 1 0 15,0 0 1-15,-2 0-1 0,-6-1 1 16,-1 1-1-16,-5 0 1 16,-5 1 0-16,0-2 0 15,-7 0 0-15,1 0 0 16,-3-1 0-16,-1 0 0 16,-3-3 2-16,-3-2-1 15,2 0-1-15,-4 0 1 0,0-3 0 16,-4 1 9-16,0-2 3 15,0-1-1-15,-2-2 0 16,-4-2-2-16,-2-2 0 16,-1-4 0-16,1 1-4 15,-2-4 3-15,2 0-4 0,1-3-5 16,3-1 1-16,0-3-2 16,4 1 1-16,-1-1-1 15,0-2 0-15,0 4 1 16,-2 1-1-16,1 1-1 15,-2 4-2-15,3 2-14 0,0 0-16 16,1 3-38-16</inkml:trace>
  <inkml:trace contextRef="#ctx0" brushRef="#br0" timeOffset="-185664.09">6462 15583 92 0,'-4'1'5'0,"2"-1"1"0,2 0 0 16,-1 0-4-16,1 0-4 16,0 0 2-16,0 0 8 0,-2 0-3 15,2 0-2-15,-2 0 1 16,0 2-1-16,2-1-3 15,0 0-2-15,0 0 2 16,0 0-2-16,0-1-2 16,0 0 1-16,0 0-7 15,2 0 12-15,3-2 5 0,5-3-8 16,4-3 3-16,3-1-1 16,2-3-1-16,2-1 1 15,6-1-1-15,-2 0-1 16,4-2 0-16,-2-1-3 0,2 0 3 15,0-2 8-15,0 0-4 16,3-4-1-16,3 2-1 16,1-5 0-16,6-1 1 15,6-1-1-15,3-2 0 16,2-1-1-16,3 0 0 16,2-2 1-16,0-4-1 0,1 0 1 15,-3-1 0-15,-1-2-1 16,-3 0 0-16,-1 1 0 15,-4 0-7-15,-4 2 10 16,-1 3 3-16,-2 1 7 16,-2 1-3-16,-1 1-2 0,0 2-3 15,-6 1-1-15,-1 2-1 16,-2 3-2-16,-2 2-1 16,-2 1 2-16,0 3-1 15,-4 4 0-15,1 2-2 16,-2 3-20-16,-3 0-32 0</inkml:trace>
  <inkml:trace contextRef="#ctx0" brushRef="#br0" timeOffset="-185079.02">8085 14501 42 0,'0'0'6'0,"0"0"12"0,0 0-6 0,31 46-6 0,-18-20 0 15,3 5-1-15,-1 6-1 16,6 8-2-16,-2 1 0 16,4 5 1-16,1 4 0 15,4 1 0-15,3 1-1 0,-2-1-1 16,4-2-1-16,-2 0 5 15,3-4-1-15,-5 0-2 16,-2-2 1-16,-5 1 0 16,-2 0-2-16,-3-5 1 15,-4-3 0-15,-3-5 0 0,2-6-4 16,-5-11-16-16,1-11-25 16</inkml:trace>
  <inkml:trace contextRef="#ctx0" brushRef="#br0" timeOffset="-184367.54">8766 14405 104 0,'0'0'8'0,"0"0"12"0,0 0-7 0,0 0-4 16,0 0-6-16,0 0-12 15,0 0 3-15,0 0 2 16,0 0 2-16,0 0-1 15,0 38-1-15,9-26 3 16,0-2 0-16,7 1-1 16,-1 2-1-16,5 0 0 0,5 3 3 15,0 2 0-15,4 2 0 16,-1 1 1-16,1 6 0 16,1 2-1-16,1 2 0 15,0 0 0-15,2 3 1 16,4 0 1-16,-3 0 2 0,3 3 2 15,-3 0 0-15,-1 6 3 16,-1 2-1-16,-4 2-3 16,0 1 1-16,-1 3-1 15,-1-1-1-15,1 1 1 16,2-3-2-16,1-2 0 0,3-5-1 16,0-1-1-16,0-9 0 15,3-4 2-15,-4-3-2 16,1-7 3-16,-4-2-3 15,-2-4 1-15,-5-4-2 0,-2-1-10 16,-2-5-18-16,-6-1-15 16,-1 0-13-16</inkml:trace>
  <inkml:trace contextRef="#ctx0" brushRef="#br0" timeOffset="-183691.49">8856 14536 13 0,'0'0'1'0,"0"0"1"0,0 0 6 16,0 0 8-16,0 0 0 16,46 21-8-16,-29-14-2 0,6 5-5 15,0 0 0-15,6 7-1 16,4 2 0-16,1 6 0 15,7 7 2-15,5 3-1 16,3 8 1-16,2 7-2 16,4 6 1-16,1 3-2 0,-1 4 2 15,1 2 3-15,-1-1-3 16,-1-1 0-16,0-4 0 16,-7-4-3-16,0-6-18 15</inkml:trace>
  <inkml:trace contextRef="#ctx0" brushRef="#br0" timeOffset="-182658.62">7350 14001 77 0,'-1'1'1'0,"-1"0"0"0,2 1-2 16,-2 1-1-16,2 1-2 15,0 0 2-15,-2 3 1 0,2 0-1 16,0 3 2-16,0 0 0 16,0 4-1-16,0 6 9 15,0 4-4-15,6 8 0 16,1 8-3-16,3 8 0 16,3 7 0-16,0 3 0 0,4 4 0 15,-1 0-1-15,0-4 0 16,-3-4-4-16,1-4-28 15</inkml:trace>
  <inkml:trace contextRef="#ctx0" brushRef="#br0" timeOffset="-181918.39">7502 14026 17 0,'0'0'2'0,"0"0"-1"15,60 0 3-15,-29 0 0 0,3-3 1 16,8-2-2-16,7-4 0 16,-1 2-1-16,5-4-3 15,4-1 7-15,2-1 4 16,1 1 0-16,1-1 1 0,3-1-1 16,1 1-5-16,2-1-1 15,4 0-1-15,1 1-1 16,-2 0 0-16,3 0-1 15,-1 3 1-15,-3-1 1 16,0 1 8-16,-2 1-2 0,1-1-1 16,-5 0-3-16,3 1 2 15,-5-1-3-15,-1 0 0 16,-5 0-2-16,-3 1-1 16,-3 0 0-16,-9 1 0 15,-2 1-1-15,-9 1 1 0,-2-1 1 16,-4 5-2-16,-4-1 0 15,-5 3 1-15,-5 0 1 16,-5 1-12-16,-2 9-13 16,-2 4-3-16,0 3 25 15,-6 5-4-15,-3 2 1 0,-1 4 7 16,2 0-2-16,-1 2 0 16,2 1 1-16,3 3-2 15,0-2 0-15,-1 0-7 16,2 1-35-16</inkml:trace>
  <inkml:trace contextRef="#ctx0" brushRef="#br0" timeOffset="-180722.74">6001 16024 19 0,'11'-5'4'0,"1"-1"8"0,1-1 4 0,3 1-5 15,1 0-6-15,4 0-2 16,2 0-1-16,8-1-1 15,2-1 0-15,3-1 0 16,6-1 1-16,1-2-2 0,1 1 1 16,1 1 0-16,0-3-1 15,-3 3 0-15,3-1 0 16,-5 0 0-16,0-1 4 16,-3 2 0-16,-4 0 1 15,-6 0 0-15,-6 4-1 0,-2 0-1 16,-6 4 0-16,-4-1-2 15,-2 3 0-15,-3 0 0 16,-1 0-2-16,1 0 2 16,-2 2 0-16,0 3-3 15,0-1-4-15,0 1 3 16,1 2 2-16,0 2-3 0,1 0-1 16,0 4 7-16,3 3 3 15,0 5-3-15,4 5-2 16,-2 5 1-16,0 7 0 15,4 4 0-15,-2 3 1 0,-2 3 0 16,1-1 0-16,-2 0-1 16,-2-3 0-16,1-3-1 15,-5-1-7-15,-2-4-20 16</inkml:trace>
  <inkml:trace contextRef="#ctx0" brushRef="#br0" timeOffset="-180289.15">5825 16172 67 0,'0'0'14'0,"0"0"-6"0,0 0-10 0,0 0 0 15,-3 48 0-15,10-24-4 16,5 5-5-16,3 2-28 0</inkml:trace>
  <inkml:trace contextRef="#ctx0" brushRef="#br0" timeOffset="-179668.63">7846 15976 56 0,'0'0'34'0,"0"0"-10"0,0 0-12 0,0 0-9 0,0 0-2 15,0 0-7-15,0 0-7 16,0 0 4-16,0 0 7 16,-19-7 3-16,17 7 6 15,2-1-2-15,0 0-2 0,0 1-2 16,0 0-3-16,0 0 2 15,2 3-1-15,3 9-1 16,2 5-2-16,-1 7 0 16,1 9 12-16,0 8-4 0,4 4 0 15,-2 6-1-15,1 0-2 16,2 3-4-16,-1-3-5 16,2-7-8-16,-3-4-4 15,-1-10 7-15,1-7 1 16,-2-14-24-16</inkml:trace>
  <inkml:trace contextRef="#ctx0" brushRef="#br0" timeOffset="-179056.47">7979 15857 44 0,'0'0'37'0,"0"0"-35"16,0 0 6-16,41-3-3 16,-24 3-4-16,4 0 1 15,2 0-2-15,2 0 0 16,2 1 0-16,1 0 0 0,2 0 0 15,-1-1 1-15,1 0 3 16,1 0 2-16,0 0-2 16,0 0-3-16,3-2 1 15,-1-2 0-15,3 0-2 16,-2 0 1-16,4-1-1 0,-6 0 1 16,1-1-1-16,0 2 0 15,-5-3 0-15,1 2 0 16,-2-2 0-16,-1 0 1 15,0-1-1-15,-1-4 0 16,-2 1 1-16,-1 2 0 0,-2 1-1 16,-4-2 0-16,-3 4 1 15,-4 2 6-15,0 1 5 16,-4 2-5-16,1 1-4 16,0 0-3-16,2 1 0 15,-4 6-4-15,-1 4 0 16,1 2 8-16,-2 4-3 0,0 3-1 15,0 2-2-15,0 5 6 16,0 2 1-16,1 5-3 16,1 6-1-16,0 3-1 15,-2 4-2-15,0 1-6 16,-2 0-8-16,0-2-4 16,-2-2 8-16,-8-5 11 0,-3-2-9 15,-3-5-33-15</inkml:trace>
  <inkml:trace contextRef="#ctx0" brushRef="#br0" timeOffset="-178530.18">9553 15837 9 0,'0'0'3'0,"0"0"11"0,0 0 18 15,0 0-14-15,0 0-13 16,0 0 6-16,0 0-6 15,0 0-3-15,20 49 5 16,-18-30-4-16,1 5 4 16,-1 6 2-16,2 5 6 0,0 7-5 15,1 3-1-15,-2 4-3 16,3 0-6-16,-2 2 2 16,5-1-2-16,-2-3 3 15,2-2-6-15,2-5-9 16,-1-5-23-16,0-7-8 15,1-9-34-15</inkml:trace>
  <inkml:trace contextRef="#ctx0" brushRef="#br0" timeOffset="-177989.52">9752 15841 31 0,'0'0'2'0,"37"-10"-2"0,-13 6 0 16,2 1 1-16,0 1 4 15,3 2 7-15,1 0-6 16,3 0-5-16,1 3 1 0,-2 3-1 16,3 1 0-16,-3 0 0 15,3-1-1-15,-4-3 1 16,-1-3-1-16,3 0 0 15,-4 0 2-15,0-7 7 16,-2-4 6-16,0-2-4 0,-5 1-4 16,0 1-4-16,-3 1-1 15,-2 2 0-15,-3 2 0 16,-5 3-2-16,-1 2 2 16,-1 1-2-16,0 0-2 15,-2 8-2-15,1 9 3 0,-1 2 5 16,-1 6-3-16,2 7-1 15,-1 6 5-15,-2 6-1 16,1 7 7-16,-2 8-8 16,-2 3-9-16,0 1-25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7:21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7183 6653 29 0,'3'-4'6'0,"2"1"-3"0,-3-1 1 0,-2 1 3 16,2 2 4-16,-2-1 0 16,0 2-6-16,0-1-2 15,0 1-1-15,0 0-1 16,0 0 0-16,0 0 3 15,0 0 0-15,0 0-1 0,0 3 2 16,0 4-4-16,0-2 0 16,-2 3 0-16,2-1 0 15,0 0 0-15,0-2-1 16,0 0 2-16,4-2-1 0,3-2 1 16,-1-1 1-16,6 0 10 15,5-11 11-15,8-8 3 16,9-6-5-16,11-9-6 15,8-9-4-15,9-5-7 16,11-8-2-16,9-2-3 0,3-6-3 16,0-7-87-16</inkml:trace>
  <inkml:trace contextRef="#ctx0" brushRef="#br0" timeOffset="1040.88">11830 6749 21 0,'0'-3'1'0,"-2"0"2"0,2 3 5 16,-2-1 1-16,0 1-1 0,0 0-6 15,1 0-2-15,-1 0 0 16,-2 5 1-16,-2 2-1 16,2 2 1-16,0-1 2 15,0 0 1-15,2 1 2 16,2-3 3-16,0-2 0 0,0-1-3 15,2-3 6-15,10 0 9 16,9-6 20-16,4-11-6 16,8-4-13-16,10-2-10 15,8-5-7-15,8-2-4 16,11-1 0-16,7-4-7 0,0-7-88 16</inkml:trace>
  <inkml:trace contextRef="#ctx0" brushRef="#br0" timeOffset="3980.01">13261 7239 0 0,'0'0'41'0,"0"0"-32"0,0 0 12 15,0 0-3-15,0 0-1 16,0 0 3-16,0 0 1 16,0 0-6-16,0 0-2 15,-27-39-3-15,27 36-5 16,0 2-4-16,0 0-3 0,2-1 1 15,7 2 1-15,-1 0 0 16,5 0 1-16,0 0-1 16,5 0 1-16,4 0-2 15,0 0 1-15,2 0 0 16,3 0-1-16,2 0 0 16,-1 0 2-16,3-1-1 0,0-1 0 15,1 2 1-15,3 0-1 16,-1-1 1-16,4 1-1 15,2-1 0-15,0-1 0 16,0 2 0-16,1 0 0 0,1 0 0 16,-2 0 0-16,5-1 0 15,-3 0 0-15,0 0 0 16,1 1 0-16,-2 0 1 16,-4 0-1-16,-3 0 0 15,2 0-1-15,-5 0 2 0,1 0-1 16,1 0 0-16,-1 0 0 15,5 0 0-15,1 0 0 16,0 0 0-16,1 0 0 16,1 0 0-16,-3 0 0 15,4 0 0-15,-6 0 0 0,2 0 0 16,2-1 0-16,-1-1 0 16,5 1 0-16,-3 1 1 15,0 0-2-15,1 0 1 16,-3 0 1-16,2 0-2 15,3 0 1-15,1 0 0 0,1 0 1 16,-1 0-1-16,4 0-1 16,-2-1 2-16,-2 0-1 15,0 1-1-15,2-1 1 16,0 1 0-16,-1 0-1 16,5 0 1-16,-3 0 0 15,4 0 1-15,-4-1-1 0,2 1 0 16,-3 0 0-16,0 0 0 15,2 0 1-15,0 0-1 16,0 0 0-16,0 4 0 16,1 0 0-16,-1-1 0 15,-2 0 0-15,2-2 0 0,-2 0 0 16,1 0 0-16,-5 0 0 16,1-1 3-16,-2 2 0 15,-3 0-2-15,0 2 0 16,-1 1-1-16,1-2 0 15,0 1 1-15,2 0-1 0,1 1 0 16,-1 0 0-16,0 1 0 16,0-1 0-16,-3 1 0 15,2 1 0-15,0-1 0 16,1 1 0-16,3-1 0 16,0-2 0-16,3-1 0 0,0-1 0 15,1 0 0-15,3-2 3 16,1 0 4-16,3 0-2 15,2 0 1-15,-3 2-4 16,5-2 0-16,-2 0-1 16,0 1 0-16,0 0-1 0,-1 0 0 15,0 1 0-15,2 0 1 16,0-1-1-16,0 2 2 16,4-1-2-16,-4 0-2 15,1 2 2-15,-1-2 0 16,-1 1 2-16,-1-2-2 0,-2 2 0 15,-2-3 0-15,0 0 0 16,-1 0 3-16,-2 0 1 16,-3 0-1-16,-2-3 0 15,-1 2 0-15,-1-2-2 16,-3 0 0-16,1-1 0 0,0-2 0 16,-3 3 0-16,1-4-1 15,-2 0 0-15,-1-1 1 16,-2-4-1-16,-3 1 1 15,-2-5-1-15,-2-2 2 16,-1-2 0-16,-4-3 4 16,3-2-3-16,1-1-1 0,-3-1-1 15,3-2-1-15,2 0 0 16,1-1 1-16,0-2-1 16,1 2 0-16,0-2 0 15,-4 0 0-15,-1 2 0 16,-5 0 0-16,-5 1 0 0,-7 1 0 15,-5 4 0-15,-1 0 1 16,-2 0-1-16,-8 2 2 16,-4 1-4-16,-4 3 2 15,-3 0 0-15,-4 1-2 16,-1 1-4-16,-4 0-3 0,-1-1 3 16,-1 0 2-16,-1 0 2 15,-1-3 3-15,1 2 0 16,-3 2-1-16,0-1 2 15,1 0-2-15,-4 1 0 16,-1-1 0-16,1 0 0 0,-2 1 0 16,-1 2 0-16,-2-1 1 15,1 0-1-15,-8 1 0 16,1 1-1-16,-3 0-2 16,-3 1 6-16,-2 2-3 15,-4 0 0-15,-1 1 0 16,-2-1-2-16,-3 2 1 0,-1 1 1 15,0 0-1-15,-4 1-1 16,1 0 2-16,1 2-1 16,1 0 1-16,-2 0-1 15,-3-1 1-15,-2 2 0 0,0-1 0 16,-2 0 0-16,1 3 1 16,-3-1-2-16,1-1 1 15,-1 3 0-15,-1 0 0 16,0 0-1-16,-4 0 2 15,1 0-1-15,2 0-1 16,1 0 1-16,-3 0 0 0,2 0 1 16,5 0-1-16,-3 0 1 15,2 0-2-15,0 0 2 16,0 0 0-16,2 0-1 16,2 1 0-16,0 1 0 0,-1-1 0 15,-1 1 0-15,2-1 0 16,-4 2 0-16,-4-1 0 15,2 0 0-15,0 1 1 16,2-1-1-16,5 0 0 16,1 0 0-16,-1-1 1 0,6 2-1 15,2-1 0-15,-1-1 0 16,0 2 0-16,1 0 1 16,-1-2-2-16,3 2 1 15,2-2 0-15,3 1 0 16,1-1 0-16,3 1 1 0,1-2-2 15,-2 1 2-15,4 1-1 16,-1-1-1-16,-1 2 1 16,0-2 1-16,3-1-2 15,2 2 1-15,-2-1 0 16,2 0 0-16,1 1 0 16,4-2 0-16,-1 1 0 0,1-1 0 15,1 3 1-15,-1 0-1 16,1-1 0-16,-6 2 0 15,4 0-1-15,-4-1 1 16,2 1 0-16,4-1 1 16,3 2-2-16,-3 0 2 0,3-1-2 15,0 3 1-15,1 3 0 16,2-3 0-16,-1 3 0 16,1 0-1-16,3 0 1 15,2 4 1-15,1-1-1 0,2 1-1 16,2 6 2-16,0-1-1 15,3 5-1-15,1 1 2 16,2 5-1-16,0-1 0 16,1 2 0-16,4 3 0 15,-2-2-1-15,-1 4 1 16,3 0 1-16,3 5-1 0,0 0 1 16,5 4-1-16,8-1 0 15,0 2 0-15,18 2-1 16,12 3 0-16,18 1 0 15,12 4 0-15,19-2-8 16,15-1-61-16</inkml:trace>
  <inkml:trace contextRef="#ctx0" brushRef="#br0" timeOffset="5844.8">13556 7266 64 0,'-3'0'-2'0,"1"0"9"0,-2 0-1 0,1 0 1 15,-1 0-5-15,0 0-1 0,-2 0 1 16,2 0-2-16,-2-2 3 16,-1-1 6-16,-3-1-5 15,2 1 3-15,-3 0 2 16,-2-1-5-16,-3 3-2 16,-4-1-2-16,-2 2 0 0,-3 0 0 15,-4 0 0-15,0 0 0 16,-4 0 1-16,3 0-1 15,-3 0 1-15,0 0-1 16,1 6 1-16,-4 0-1 0,2 2 0 16,-2 2 0-16,3-1 1 15,0 3-1-15,0 0 0 16,1 2-1-16,1 0 2 16,-1 3-2-16,2 3 2 15,0 0-1-15,3 4 0 16,0 1 0-16,1 4 1 0,2 1 1 15,1 1-1-15,1 3-1 16,2 0 0-16,-1-4 1 16,3 3-1-16,3-5 1 15,-2 2 0-15,7-3 0 16,2 0 2-16,5 1 1 0,0-1-1 16,3 2-1-16,0 1 0 15,3-1 0-15,2 0-1 16,5-1 2-16,-1-5-3 15,3 0 1-15,-1-3 0 16,3-2 0-16,0-2 1 0,3-1-1 16,-2-2 1-16,1 1-2 15,2 2 0-15,2-3 0 16,0-2 0-16,6 3 0 16,-1-4 0-16,4 0 0 15,1 0 0-15,1 0 0 0,4 2 1 16,-1-1-1-16,3-1 1 15,0 0-2-15,-3-2 1 16,5 2 1-16,-1-4 2 16,3 0 1-16,3-1 0 15,2 1 0-15,4-2-1 16,4 0-2-16,0 2 0 0,4-2-1 16,-2 2 0-16,2-2 1 15,2 1-1-15,0-1 0 16,0 0 1-16,3-1-1 15,-1-2 0-15,2-1 0 16,3 3 0-16,0-3 0 0,2 0 2 16,2 0 2-16,1 2-1 15,2-1 1-15,-1 0-1 16,2 2 0-16,2-1-2 16,-1 1 3-16,1-1-4 15,1 1 1-15,-3 1 0 0,4-2-1 16,-5-1 1-16,2 2-1 15,-4-2 0-15,0 1 0 16,1-2 1-16,-2 0 4 16,-2 0 1-16,0 3 0 15,1-2-2-15,0 2-3 0,3 3 1 16,3 2-1-16,-2-1-1 16,6 2 1-16,0-2-1 15,1-3 0-15,2-2 1 16,-3-2-1-16,1 0 0 15,4 0 0-15,-1 0 1 0,1 0-1 16,0 0 0-16,2 0 0 16,3 0 0-16,-5 0 0 15,0 0 2-15,4 0-4 16,-1 0 4-16,1 0-2 16,1 0 0-16,3 0 1 0,1-2-2 15,0 2 1-15,-6-1 1 16,1-3-2-16,-3-2 1 15,-5-1 1-15,-2-2-1 16,-1 1 0-16,0-2 1 16,-5 0 0-16,0-2 3 0,-2 3-1 15,0-3-2-15,-2 2 0 16,1 0-1-16,-1-2 2 16,-4 0-2-16,0 1 0 15,-5-2 1-15,-4-1-1 16,-6 0 0-16,-5-1 2 0,-2 0-2 15,-7-2 0-15,1 0 0 16,0-2 0-16,-1 1 0 16,1-3 0-16,-4-1 0 15,1-1 0-15,-4 1 1 16,-2-4-1-16,-3 1 0 0,-5-1 1 16,-2-1 0-16,-2 0 0 15,-3 0 0-15,1-1 0 16,-4-1 0-16,0 1-1 15,-1 2 1-15,-6 1 2 16,-3-1-2-16,0 0 1 16,-9 0 0-16,-7 0 1 0,-9-1 0 15,-8-3-1-15,-9 2 3 16,-14-3-4-16,-14 1-1 16,-18-2 3-16,-17 3-5 15,-17 2 2-15,-17 1-2 16,-19 5-7-16,-21 5-25 0,-19 4-28 15,-20 1-40-15</inkml:trace>
  <inkml:trace contextRef="#ctx0" brushRef="#br0" timeOffset="12370.8">5780 5315 47 0,'2'2'2'0,"0"-2"5"0,1 1 0 0,1 1-1 16,-2-1-2-16,1-1-1 15,1 3-1-15,1-3 1 0,0 0 0 16,1 0 3-16,0 0 0 16,-1 0 0-16,2 0 5 15,0-1 8-15,1-6 3 16,-1-5 8-16,2 1-2 16,0-6-9-16,4-4-2 0,1-5 0 15,6-4-10-15,4-10 1 16,10-9-3-16,11-12 0 15,13-15-3-15,16-12-1 16,19-17-1-16,12-16-7 16,7-15-78-16</inkml:trace>
  <inkml:trace contextRef="#ctx0" brushRef="#br0" timeOffset="13533.56">5592 8408 23 0,'0'0'18'0,"0"0"-17"0,7 59 2 0,-7-32-3 15,0 4 1-15,0 2 0 16,0-2 2-16,-4 2 1 16,-3-1-1-16,-2-3-2 15,0 2-1-15,0-5 0 0,0-5-1 16,-2-2-32-16</inkml:trace>
  <inkml:trace contextRef="#ctx0" brushRef="#br0" timeOffset="14927.98">9702 4106 24 0,'0'11'3'0,"0"3"-1"0,0 1 4 0,0 7 5 0,0 2 2 16,-2 3-2-16,0 4-4 16,-3 3-1-16,2-4-1 15,2 1-1-15,-1-2 3 16,2-3-3-16,0-2 2 16,0-2 0-16,0 0 3 15,4-1-6-15,1 3 2 0,-1-1-1 16,-2 2 1-16,0 0 2 15,-1 0-4-15,-1-1 0 16,0-3-2-16,0 0 1 16,-2-2-1-16,-1-2-1 0,-4 0 0 15,3-2 1-15,-2-1-2 16,1-3-3-16,1-1-18 16,1-4-14-16,-1-3-27 15</inkml:trace>
  <inkml:trace contextRef="#ctx0" brushRef="#br0" timeOffset="15305.18">9580 4848 99 0,'0'0'4'0,"0"0"19"15,0 0 1-15,0 0-4 16,0 0 2-16,0 0-10 16,0 0-10-16,0 0-5 0,0 0 2 15,-5-1 1-15,7 9 0 16,2 1-1-16,3 1-1 16,1-3-2-16,2-1-4 15,-1-2-1-15,-1-3 1 16,3-1 0-16,-1 0 5 0,2-5 3 15,-1-5-1-15,-3-3 2 16,2 4-1-16,-6 1 0 16,0 1 2-16,-1 4 12 15,-3 3 13-15,0 8-24 16,-9 15-3-16,-5 13 1 16,-5 9-1-16,-4 6-2 0,-4-1-91 15</inkml:trace>
  <inkml:trace contextRef="#ctx0" brushRef="#br0" timeOffset="16573.59">9738 8214 78 0,'0'0'4'0,"0"0"-2"0,-6 0 0 0,1-3-1 16,-1 2-1-16,1 0 1 16,0 1 1-16,-1-2 5 15,3 2 5-15,1 0 1 16,0 0-9-16,0 4-4 16,2 9 0-16,-4 1 1 0,4 7-1 15,-1 5 1-15,0 1 0 16,1 5 0-16,0-1 1 15,-1 1-1-15,-1-2 1 16,0 2-1-16,0-4 0 0,-5 2 0 16,4 0-1-16,-3-2 1 15,-1 0-1-15,-1-2 1 16,-2-1-1-16,-1 0 0 16,-1-1 0-16,-1-4 1 15,1 0-3-15,2-5-5 16,1-6-35-16</inkml:trace>
  <inkml:trace contextRef="#ctx0" brushRef="#br0" timeOffset="16785.38">9495 8731 97 0,'0'0'0'0,"0"0"2"15,0 0-2-15,0 0 1 16,0 0 1-16,46-5 0 0,-34 6 1 16,1 7 0-16,1 2-1 15,2 2-1-15,1 2 0 16,-3 0-1-16,-6-2-12 16</inkml:trace>
  <inkml:trace contextRef="#ctx0" brushRef="#br0" timeOffset="20117.43">19794 6649 71 0,'0'0'4'0,"0"0"0"0,0 0 0 16,0 0-4-16,0 0 1 15,0 0 0-15,0 0-1 16,0 0 0-16,0 0 0 15,0 0 1-15,0 0 1 16,0 0 12-16,0 0-2 0,0 0-9 16,0 1-4-16,2 2 2 15,1 0-1-15,-1 3 0 16,2-2 0-16,0 2 0 16,0 0 2-16,0-1-4 15,2 1 4-15,-4 0-2 0,1-1 0 16,1 1 0-16,2-2 0 15,-1 0 0-15,1 2 1 16,0-3-1-16,2 1 0 16,0-2 0-16,3-1 0 15,1-1 1-15,2 0 2 0,2-3 5 16,6-8 9-16,2-3 7 16,3-5 2-16,9-2-4 15,2-6-6-15,1 0-5 16,5-6-6-16,3-2-4 15,4 1 0-15,-2-4-3 0,3 3-30 16,-1 1-39-16,-9 6-45 16</inkml:trace>
  <inkml:trace contextRef="#ctx0" brushRef="#br0" timeOffset="20843.16">19813 6679 69 0,'0'0'4'0,"0"0"-1"0,0 0-3 15,0 0-1-15,0 0 2 16,0 0-1-16,0 0-1 0,0 0 1 16,0 0 0-16,0 0 0 15,0 0 1-15,0 0-1 16,0 0 1-16,-6 34 1 15,6-27 0-15,0-2-2 16,0 0 0-16,2 1 0 16,2 0-2-16,2-2 2 0,0-4 0 15,3 0 4-15,5 0 4 16,5-6 7-16,6-7 2 16,7-4 0-16,9-5 0 15,7-3-4-15,6-4-1 16,6-1-6-16,0-3-3 0,5-4-4 15,-2-1-44-15</inkml:trace>
  <inkml:trace contextRef="#ctx0" brushRef="#br0" timeOffset="22195.2">19847 7811 49 0,'5'-3'2'0,"-2"-1"-1"0,1 3 1 0,0-1 0 0,0-2-1 16,-4 2 0-16,1-1 3 16,0 1 10-16,0 0 0 15,-1 2-1-15,0 0 1 0,0-2-7 16,0 2 1-16,0 0-7 15,0 0-4-15,0 0-1 16,0 2 4-16,0 3 0 16,0 1 0-16,0 3 1 15,0-2-1-15,0 5 0 0,0-1 0 16,3 0 0-16,3 1 0 16,-2-2 0-16,1 0 0 15,2-2 0-15,-1-1 0 16,3-4 0-16,2-3-1 15,2 0 2-15,4 0 0 0,3-7 0 16,5-7 2-16,5-1 2 16,4-3-1-16,2-2 1 15,2-3 1-15,2-2 2 16,5-3-2-16,1-2-2 16,4-3-2-16,4 1-3 0,-2 0-15 15,-5 5-31-15,-10 4-61 16</inkml:trace>
  <inkml:trace contextRef="#ctx0" brushRef="#br0" timeOffset="22762.76">19850 7930 1 0,'0'0'11'0,"0"0"-3"0,0 0-1 16,0 0 4-16,0 0-1 0,0 0 5 16,0 0 6-16,0 0 2 15,0 0 7-15,44 17-9 16,-28-28-6-16,3-1-1 15,9-4-3-15,9-3-4 16,10-7-1-16,9-5-2 16,14 0-3-16,10-9 0 0,8-2-3 15,3-7-58-15</inkml:trace>
  <inkml:trace contextRef="#ctx0" brushRef="#br0" timeOffset="23433.46">19761 7788 75 0,'0'0'6'0,"0"0"8"0,0 0-1 0,0 0 3 0,0 0-3 16,0 0-4-16,0 0-8 16,0 0-3-16,0 0 2 15,0 0 1-15,0 0 0 16,-7 14-1-16,12 1 0 16,2 0 0-16,1 2 1 0,0-3-1 15,2-1-1-15,-1-1 1 16,3-4 0-16,0-1-1 15,3-4 0-15,2-3 2 16,1 0 0-16,5-2 6 16,5-7 5-16,5-5-1 0,8-5-2 15,5-1-3-15,8-8 0 16,8-3-6-16,10-3 2 16,9-6-2-16,4-6-22 15,2-5-40-15</inkml:trace>
  <inkml:trace contextRef="#ctx0" brushRef="#br0" timeOffset="24366.5">19744 6656 7 0,'0'0'5'0,"0"0"0"0,0 0 5 0,0 0-1 16,0 0 3-16,0 0 6 16,0 0-5-16,0 0-4 0,0 0-3 15,0 0-3-15,0 0-1 16,0 0-2-16,8-14 0 16,-6 14-3-16,0-1 2 15,-2 1 1-15,0 0 1 16,0-2 2-16,0 1 1 15,0 1 7-15,0-3 2 0,0 3-2 16,-2-1-1-16,-1 0-1 16,3 1-3-16,0 0 1 15,0 0-4-15,-2 0-3 16,1 0-1-16,0 3 2 16,-1 6-1-16,-1 2 1 0,3-1-2 15,0 2 1-15,0-1 0 16,0 2 1-16,0-3-2 15,5-4 0-15,4 1 0 16,-2-3 0-16,4-3-1 16,3-1 6-16,3 0 1 0,5-1 8 15,3-8-2-15,4-5-1 16,7-3-2-16,6-4 1 16,6-5-5-16,2-2 1 15,6-6-3-15,2-2 0 16,1 1-1-16,3-1-2 15,-4 2-9-15,-2 6-16 0,-3 3-9 16,-10 7-5-16,-7 4 2 16</inkml:trace>
  <inkml:trace contextRef="#ctx0" brushRef="#br0" timeOffset="26381.08">19731 6617 95 0,'0'0'8'0,"0"0"12"0,0 0-8 16,0 0-13-16,0 0 2 0,0 0-1 15,0 0 1-15,0 0-1 16,0 0 1-16,0 0-1 16,0 0 0-16,25 8 1 15,-20-4-2-15,5-2-1 16,1-2 2-16,6 0 4 15,3-9 10-15,7-6 0 0,8-7-8 16,5-2 0-16,3-6-3 16,3-4-5-16,-1-3-49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8:08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5466 5978 1 0,'-8'0'3'0,"-1"0"6"0,3 0-3 0,-3 0-3 16,0 0 0-16,0 0-1 16,2 0 0-16,-4 1 0 15,4-1 0-15,1 0-2 0,1 0 0 16,-1 0 0-16,1 0 0 16,4 0 1-16,-1 0 10 15,2 0 11-15,0-3-3 16,0-1-6-16,0-1-9 15,5 1 1-15,2 1-4 0,0-1 0 16,1 1 1-16,-1 0-2 16,2 2 1-16,0-2-2 15,-3 3 3-15,4 0-2 16,-1 0 1-16,-1 0 0 16,3 0-1-16,3 0 1 0,-1 0-1 15,5-1-1-15,1-1 6 16,0 2-4-16,2-1 6 15,1 1-4-15,2 0-2 16,3 0 1-16,-2 0 1 16,4 0 4-16,2 0-3 0,5 0-2 15,0 3 0-15,9 0 2 16,3 1 0-16,4-3 0 16,6 1 1-16,5-1-2 15,1 2 1-15,3-3-1 16,0 0-1-16,1 0-1 0,1 0 1 15,-4 0 4-15,-1 0-5 16,1 0 3-16,-6 0-2 16,-2 0 1-16,0 0-2 15,-8 0-1-15,0 0 0 16,-3 0 1-16,-2 0-1 0,-2 0 0 16,-5 0 1-16,-5 0-2 15,-5 0 1-15,-5 0 0 16,-11-2-2-16,-6 1-31 15,-5 0-11-15,-14-1-36 16</inkml:trace>
  <inkml:trace contextRef="#ctx0" brushRef="#br0" timeOffset="577.32">5472 6073 4 0,'0'0'63'0,"0"0"-60"0,0 0 3 16,0 0 2-16,0 0-2 16,0 0-2-16,0 0-1 15,0 0 2-15,0 0-3 0,46-32 2 16,-27 32 2-16,5 2-4 15,0 5-1-15,3 0 1 16,4 1-1-16,6 0 0 16,3 0 3-16,4-1-2 15,8-1 1-15,2 0-1 0,-1-1 0 16,7-1-2-16,0-2 1 16,3-2 0-16,3 0 2 15,3 0 0-15,0-4 2 16,0-3-1-16,1-2-1 15,-3 2 4-15,-5-2-3 0,-5 2-2 16,-3 0 2-16,-10 3-3 16,-9 1 0-16,-8 2 0 15,-8 1-1-15,-5 0-1 16,-7 0 1-16,-5 0-8 16,-2 0-44-16,0 0-20 0</inkml:trace>
  <inkml:trace contextRef="#ctx0" brushRef="#br0" timeOffset="3025.67">6877 5107 63 0,'-2'0'4'0,"-3"-3"3"0,3 1 1 15,-4-2-6-15,0 1-1 16,-2 1 0-16,-1-1-1 0,-1 0 0 16,-2 1 0-16,1 1 0 15,-2-2 0-15,-3 3 1 16,3-2-1-16,-5 1 0 15,2 0 0-15,-2 1 0 0,0 0 0 16,-2 0 0-16,0 0 0 16,0 0-1-16,-2 0 1 15,1 0 0-15,2 0 1 16,-4 0-1-16,3 1 1 16,-3 2-1-16,2 1 1 15,-2 2 1-15,0 1-1 0,-1 2 1 16,2 1-1-16,-1 1-1 15,-1 2 0-15,4 0 1 16,-3 1-1-16,3 0 0 16,2 0 0-16,0 1 0 0,2 0 0 15,1 2 0-15,2-1 0 16,-1 2 0-16,3 2 0 16,-3 1 0-16,1 2 0 15,1 1 0-15,-1 0 0 16,-2 3 0-16,-1-2 1 15,1 2-1-15,-1 1 0 0,-3 0 2 16,5 1-2-16,1-1 0 16,1 1 0-16,3-1 1 15,5-1-1-15,-1-3 1 16,2 3-1-16,3-3 0 16,0 0 0-16,0 0 1 0,0-4-1 15,0 3 0-15,8-1 1 16,-2-1-1-16,3 2 0 15,1 0 0-15,3 0 1 16,0 0 1-16,7 1 1 0,-2 0 1 16,0 0 0-16,6-2 2 15,1-1-2-15,0-3-2 16,6-1 3-16,1-1-3 16,3-6 2-16,5 0-4 15,0-3 5-15,7-4-5 16,3-2 2-16,3-1-1 15,9 0 0-15,1-4 0 0,7-6-1 16,5 2-1-16,1-8-13 16,3-4-26-16</inkml:trace>
  <inkml:trace contextRef="#ctx0" brushRef="#br0" timeOffset="4607.88">20948 10985 76 0,'0'0'14'0,"0"0"15"0,0 0-9 0,0 0-2 0,0 0-3 15,0 0-4-15,21-37-2 16,-20 36-6-16,1 1-2 16,0 0-2-16,0 0-4 15,0 1-17-15,0 2-17 16,0 0 13-16,-2-3-21 15</inkml:trace>
  <inkml:trace contextRef="#ctx0" brushRef="#br0" timeOffset="5049.49">20811 10069 96 0,'0'0'-7'0,"0"0"15"0,0 0 8 0,0 0-4 0,0 0-7 16,0 0-6-16,0 0-3 15,0 0-8-15,0 0-15 16</inkml:trace>
  <inkml:trace contextRef="#ctx0" brushRef="#br0" timeOffset="6543.52">6839 5067 99 0,'0'0'3'0,"0"0"-1"0,0 0 0 0,0 0 1 16,36-26-1-16,-24 22 0 0,0 1 0 15,3 1-1-15,0 1 0 16,1 1 1-16,1 0-2 15,0 0 0-15,4 3 0 16,-1 3 0-16,3 1 0 16,-1 3 0-16,2 0 1 0,1 2-1 15,0 0 0-15,0 1-1 16,-3 1 1-16,4 3 0 16,-3 0 0-16,0 1 0 15,1-1 0-15,-4 4-2 16,0 0 1-16,-3 3 1 15,2 2 0-15,-3-1 1 0,-1 5-1 16,-4 1 0-16,-1-1-1 16,-2 4 2-16,-6 3-1 15,0-3 0-15,-1 2 2 16,-1-2-2-16,0-1 0 0,0-4 1 16,-5 1-1-16,-4-3 2 15,-4 0 3-15,-2 0 3 16,-4-3-2-16,0 0 3 15,-6-2-1-15,-2-1 0 16,0-1-2-16,-4-1-1 16,-2 3-2-16,-1 3-3 0,-4 0-2 15,-3-7-49-15</inkml:trace>
  <inkml:trace contextRef="#ctx0" brushRef="#br0" timeOffset="7223.37">20009 11641 117 0,'0'0'-38'0,"0"0"42"0,0 0-3 0,0 0-1 0,0 0-84 16</inkml:trace>
  <inkml:trace contextRef="#ctx0" brushRef="#br0" timeOffset="9166.1">20757 11693 91 0,'-1'-3'4'0,"0"0"9"0,1 1-4 15,-2-1-2-15,1 3-2 16,0-2-4-16,1 2-1 0,-1 0-5 16,1 0-20-16,0 0 3 15,0 0-3-15</inkml:trace>
  <inkml:trace contextRef="#ctx0" brushRef="#br0" timeOffset="9355.69">20757 11693 99 0,'25'-46'23'0,"-28"42"1"0,-1 1-10 16,0 0-9-16,-1 2-5 15,1 1-13-15,1 0-32 16,-1-3-27-16</inkml:trace>
  <inkml:trace contextRef="#ctx0" brushRef="#br0" timeOffset="9502.24">20742 11614 182 0,'0'0'11'16,"0"0"-8"-16,0 0-19 15,0 0-9-15,0 0-34 16</inkml:trace>
  <inkml:trace contextRef="#ctx0" brushRef="#br0" timeOffset="9637.74">20742 11614 173 0,'4'-12'-21'0,"-2"12"26"0,1 0-15 16,0 0-43-16</inkml:trace>
  <inkml:trace contextRef="#ctx0" brushRef="#br0" timeOffset="9936.75">20797 11623 100 0,'0'0'-14'0,"0"0"2"16</inkml:trace>
  <inkml:trace contextRef="#ctx0" brushRef="#br0" timeOffset="10199.62">20797 11623 13 0,'-35'7'71'0,"35"-7"-71"0,0 0-18 16,2 0-15-16</inkml:trace>
  <inkml:trace contextRef="#ctx0" brushRef="#br0" timeOffset="10363.77">20765 11637 88 0,'0'0'0'0,"0"0"-25"0,0 0-31 15</inkml:trace>
  <inkml:trace contextRef="#ctx0" brushRef="#br0" timeOffset="10619.33">20765 11637 70 0,'-30'16'2'0,"30"-16"-2"0,0 0-21 15,0 0-10-15</inkml:trace>
  <inkml:trace contextRef="#ctx0" brushRef="#br0" timeOffset="10968.09">18759 11579 154 0,'-65'-19'-20'0,"3"-2"31"0,5-3 14 15,1 1-6-15,2 2-4 16,2-3 0-16,7 1-10 16,0-1-5-16,1 3-7 15,3-4-34-15,3 2-34 16</inkml:trace>
  <inkml:trace contextRef="#ctx0" brushRef="#br0" timeOffset="12385.69">20643 11705 124 0,'0'0'-1'0,"0"0"20"0,0 0 6 16,0 0-13-16,0 0-1 0,0 0-5 15,0 0-4-15,-43-11 0 16,30 8 1-16,-3 2-1 16,1-1-1-16,-6 2-2 15,-1 0 2-15,-4 0-1 0,-1 0 0 16,-2 0 0-16,-4-1 2 16,1 1-2-16,-2 0 0 15,-3-1 0-15,0 0 0 16,0 0 0-16,-4-1 0 15,-1 2 0-15,-3-4 0 16,-2 4 0-16,-5-2 0 0,-1 1 0 16,-3 1 0-16,-2 0 1 15,-6 0-1-15,1 0 0 16,-6 0 0-16,-1 0-1 16,-3 1-3-16,1 1-2 15,0 0 1-15,1 0 4 0,2 0 1 16,-4 0-2-16,4 3-3 15,0-2-3-15,1 1 1 16,3-1 0-16,-1 1 1 16,4 0 0-16,3-1 3 15,3-1 2-15,1 1 0 0,2-2-4 16,4 2 0-16,0-1 4 16,7 0 1-16,0-1 0 15,3 1 0-15,5-2 1 16,0 0 0-16,4 0-1 15,2-2 5-15,1-2 3 16,1-3 3-16,5 1-2 0,2-2 0 16,2 1 2-16,0-4-1 15,3-1 0-15,1 1 2 16,-3-5 1-16,3 1-6 16,-1-2-4-16,-2-2 0 0,1 2-3 15,0-3 0-15,0 0 0 16,2-1 1-16,1-2 1 15,2-2 2-15,2-1 6 16,3-1-1-16,1-7-2 16,1 1-2-16,1-4-2 0,0-1-2 15,2-4 0-15,-3-1 0 16,0-1-1-16,3-2 0 16,0-2 0-16,0-2-1 15,1-1 0-15,7-3 1 16,0 2-5-16,0-3 9 15,1 2-3-15,1-2 0 0,-2-1-2 16,2-1 2-16,1-1-1 16,-3 1 0-16,0 3 0 15,-2 0 0-15,1 1 1 16,-6 3-1-16,-1 0 0 16,0 0 0-16,0 2 1 0,0 4 0 15,0 1-1-15,0 6 0 16,2 3 0-16,6 3 0 15,2 1 0-15,3 2-1 16,1 2 1-16,2 2 0 16,2 1-2-16,-2 4 0 0,1 2-2 15,4 2 4-15,-1 4 0 16,2 0-2-16,3 1 3 16,4 3-2-16,1 1 2 15,7 0 0-15,3 2-3 16,5 0 5-16,2-1-4 0,2 2 4 15,1-1-5-15,-1-4-25 16,-4-5-78-16</inkml:trace>
  <inkml:trace contextRef="#ctx0" brushRef="#br0" timeOffset="13552.68">8601 6105 183 0,'0'0'-34'0,"0"0"42"0,0 0-2 0,0 0-3 0,0 0-2 16,0 0-2-16,40-3 3 15,-21 3 0-15,9 0 4 16,5 0 0-16,8 0-1 15,5 0-3-15,6 0-1 16,6 0 0-16,5 0 0 16,6 1 0-16,5 0-2 0,8 0 2 15,4 1 1-15,8 0-2 16,4 0 0-16,6 2 0 16,8 2 1-16,9-2-1 15,4 2 0-15,6-2-1 16,7 2 2-16,4-2-2 0,5 0 2 15,4-1-1-15,5 0 0 16,3 0 0-16,9-2 0 16,5-1 0-16,4 0 0 15,2 0 0-15,2 0 2 16,5 0-7-16,0-5 3 0,1 0 7 16,-1 1-3-16,3 1-2 15,-1-1 1-15,-9 2 3 16,-3 2 2-16,-3 0-3 15,-3 0-1-15,-6 0 2 16,-5 2 1-16,3 2 0 0,-2-1 3 16,1-1-3-16,-6 0-3 15,0-1-1-15,0 1 0 16,-3-2 1-16,-7 0-2 16,-8 0 1-16,-5 0-1 0,-6-4 0 15,-6 1 2-15,-9-1 0 16,-3 1 2-16,-8 0 1 15,-4-1-2-15,-9 1-3 16,-9-2 1-16,-8 0 0 16,-13 3 0-16,-9 1-1 15,-12 1 0-15,-7 0-2 0,-9 0-37 16</inkml:trace>
  <inkml:trace contextRef="#ctx0" brushRef="#br0" timeOffset="14767.65">19908 9542 71 0,'0'0'1'0,"0"0"1"0,0 0 0 0,0 0 4 15,0 0 3-15,0 0 8 16,0 0 16-16,0 0-8 0,0 0-14 16,0 0-9-16,0 0-1 15,0 0 1-15,9 16-1 16,-3-16 0-16,1 0 0 16,7-1 4-16,6-9 3 15,6-5-6-15,6-6-1 16,6-5 0-16,6-8 0 0,2-4-1 15,6-3 0-15,3-2-1 16,2-2-22-16,4-2-46 16</inkml:trace>
  <inkml:trace contextRef="#ctx0" brushRef="#br0" timeOffset="23514.79">11136 13590 34 0,'1'-3'13'0,"-1"0"-4"0,1 2-4 0,-1-2 0 0,2 0 0 16,-2 2-1-16,0-1 4 15,0 1-2-15,0 1-3 16,0-1 2-16,0 0 1 15,0 1 3-15,0 0-1 0,0 0-6 16,0 0-2-16,2 1 1 16,-2 6-1-16,2 1 1 15,0 0-1-15,-1 1 2 16,3 1 0-16,2-3 2 16,2-1-1-16,2-3 1 0,5-3 7 15,8-2 13-15,8-12 0 16,13-9-7-16,16-11-6 15,16-11-8-15,19-8-3 16,14-19-19-16,15-15-145 16</inkml:trace>
  <inkml:trace contextRef="#ctx0" brushRef="#br0" timeOffset="24723.33">20773 8565 61 0,'0'0'10'0,"0"0"10"0,0 0 1 0,0 0-4 15,0 0 1-15,0 0 1 16,0 0-2-16,0 0-2 15,0 0 2-15,0 0-14 16,0 0-3-16,0 0-2 16,-5-11 1-16,5 28 3 15,0 1 0-15,0 7 0 16,0 4-2-16,0 7 1 0,0 1-1 16,2 1 1-16,3 2 0 15,-4-2 0-15,2-1 0 16,0 0-1-16,1-4 1 15,-2-3-1-15,-1-2 0 0,1-4 1 16,0-3 0-16,0-2-1 16,0-5 2-16,3 0-2 15,-3-4 0-15,-2 1 0 16,1-5 0-16,-1-1 0 16,0-4-2-16,0-1-11 0,0-1 11 15,0-15-37-15,0-7-46 16</inkml:trace>
  <inkml:trace contextRef="#ctx0" brushRef="#br0" timeOffset="25050.54">20804 8547 163 0,'0'0'-26'0,"0"0"39"0,0 0 2 0,0 0-8 0,0 0-5 15,0 0 0-15,0 0-2 16,0 0 0-16,0 0 0 0,-38 11 0 16,23 10 1-16,-2 4-2 15,-3 0 2-15,-1 3-1 16,-1-2 0-16,3 1 0 15,0-8 0-15,3-1 0 0,0-4 1 16,5-5-1-16,3-3-2 16,0-1-1-16,3-5-11 15,3 0-9-15,2-5-11 16</inkml:trace>
  <inkml:trace contextRef="#ctx0" brushRef="#br0" timeOffset="25205.68">20695 8562 202 0,'0'0'-19'0,"0"0"34"15,0 0-10-15,0 0-2 0,56-5 0 16,-31 16-2-16,6 3 0 16,-1 5-2-16,2-1-41 15</inkml:trace>
  <inkml:trace contextRef="#ctx0" brushRef="#br0" timeOffset="26746.7">20755 9531 108 0,'-2'0'5'0,"1"0"5"0,0 0-7 0,1 0 1 15,0 0-1 1,0 0-3-16,0 0-5 0,0 0-20 15,0 0-24-15</inkml:trace>
  <inkml:trace contextRef="#ctx0" brushRef="#br0" timeOffset="26909.4">20811 9522 226 0,'0'0'-20'16,"0"0"28"-16,0 0-7 0,0 0-18 16,0 0-20-16,0 0-16 15</inkml:trace>
  <inkml:trace contextRef="#ctx0" brushRef="#br0" timeOffset="27052.56">20819 9522 120 0,'0'0'-82'0,"0"0"46"16</inkml:trace>
  <inkml:trace contextRef="#ctx0" brushRef="#br0" timeOffset="27990.82">20719 8480 19 0,'0'0'18'0,"0"0"-3"0,0 0-5 0,0 0 0 15,0 0 1-15,0 0-3 16,0 0 0-16,0 0-5 0,4-37 2 16,-3 34-3-16,1 2-1 15,-2-1-1-15,0 1 3 16,0 0 3-16,0 1-4 15,0 0-1-15,0 0 0 16,0 1-1-16,-2 5 0 0,1 2 0 16,-1 5 1-16,0-2-1 15,-2 4 0-15,2 2 0 16,0 1 0-16,-1 1 0 16,0 3 1-16,1 2-1 15,-2 3 1-15,2 3-1 16,0 3 2-16,2 1-2 0,0 1 2 15,0 2 0-15,0 0 0 16,2 3-1-16,4-2 1 16,-1 2-1-16,-2 1-1 15,0-4 2-15,-1-3-1 16,1-4 0-16,-1-2 2 0,-1-6-1 16,0-4 0-16,2-1-1 15,-1-4-1-15,2-3 0 16,-2-3 0-16,0-4-12 15,1-3-27-15</inkml:trace>
  <inkml:trace contextRef="#ctx0" brushRef="#br0" timeOffset="28476.13">20776 8492 88 0,'0'0'7'0,"0"0"1"0,0 0-4 0,0 0-4 15,0 0 0-15,0 0 0 16,0 0 1-16,0 0 2 15,0 0 3-15,-49 29 1 16,30-15-1-16,-3 2 1 16,-1 2-2-16,-2 2 0 0,-3 1-2 15,4-2-1-15,0 1-2 16,2-3 1-16,1-3 0 16,5-1-2-16,2-6-4 15,4-3-9-15,4-4-12 16,4 0-23-16</inkml:trace>
  <inkml:trace contextRef="#ctx0" brushRef="#br0" timeOffset="28688.64">20580 8521 0 0,'0'0'46'0,"0"0"-41"15,0 0 15-15,41-8 0 16,-33 8-3-16,2 0-1 15,3 4 0-15,-2 3-3 16,5 4-4-16,-1 3-6 16,5 2-1-16,1 1-1 0,5 3 1 15,-1-2-2-15,4-2-5 16,-2-5-34-16,-3-6-41 16</inkml:trace>
  <inkml:trace contextRef="#ctx0" brushRef="#br0" timeOffset="30242.23">20065 8317 46 0,'0'0'7'0,"0"0"2"0,0 0 4 15,0 0-1-15,0 0-7 16,0 0 2-16,0 0 3 0,0 0-4 16,0 0-4-16,0 0 2 15,6-22 0-15,12 22-1 16,8 0-1-16,-1 0-2 16,4 4-1-16,2 1 0 15,1 5-6-15,4-3-3 0,5-1 2 16,1 1 5-16,3-2 4 15,5 1-1-15,4-2 0 16,2-1 1-16,2 1 4 16,7-1 2-16,2-1 2 0,2 0-3 15,3-1 1-15,6 0-2 16,1-1 0-16,2 0-3 16,1 0 1-16,0 0-2 15,1 0 0-15,-2-3-1 16,-4-3 1-16,-2 1 0 15,-1 0 5-15,2-2 3 16,-2 3-4-16,0 0-3 0,-2 0-1 16,-5 1-1-16,-6-2 0 15,-10 1 0-15,-8 0 0 16,-8-3 0-16,-8 0 1 16,-9-2 0-16,0-2-1 0,-6-1 10 15,1 0-4-15,-3-1-4 16,0-1 0-16,-1-2 0 15,-1 2-1-15,0-3 0 16,1-2 0-16,1 2-1 16,-4-2 3-16,3-3 1 15,-1 1 0-15,-1-3 1 0,3-2 0 16,-4-1-2-16,4-3-1 16,-4-1 1-16,1 1-1 15,-3-1-1-15,-2 1-1 16,-2-1-2-16,0 0 4 15,-1 1 2-15,-6-1 2 0,-4 1-2 16,-1-2 0-16,0 0 0 16,-4-1-1-16,-2 1-1 15,-2-2-1-15,0 2-1 16,-5 2 0-16,-3 2 0 16,-2 2 0-16,-4 2-1 0,-1 3-2 15,-4 2 1-15,-1 3 1 16,-1 1 2-16,-2 3-2 15,0 0 1-15,-4 1-2 16,0 2 0-16,-6-1 3 16,-1 3-1-16,-1 2 1 0,-6 0-1 15,-7 4 0-15,-4 1-1 16,-4 0 2-16,-6 0-1 16,-3 1-1-16,-4 4 2 15,1 2 0-15,0-2-1 0,-3 3 0 16,3-1 0-16,-1-2 0 15,1 1 0-15,-5-1 1 16,2-3-1-16,2-2 0 16,-3 0 0-16,3 0 0 15,-2 0 0-15,6 0 1 16,0 0-2-16,-2-2 1 0,4-2 1 16,5 1-1-16,0-1 0 15,8 3 0-15,-1 1 0 16,6 0 0-16,7 0 0 15,0 1 0-15,6 4 0 16,6 1-1-16,4 0 0 0,8 1 0 16,5 0-1-16,3 2 0 15,6 0 1-15,3 2 0 16,3 0 0-16,3 2 1 16,2 1-1-16,3 3 1 15,1 1 0-15,3 1-1 0,-5 3 1 16,3 3 1-16,-1 3-2 15,-3 4 2-15,1-1-1 16,-5 3 0-16,2 0 0 16,0 0 0-16,-1 4 0 15,2 0 1-15,3 1-1 0,3 2 0 16,3-1 1-16,7 1-1 16,16 0 2-16,15 1-3 15,20 0 2-15,25 1-1 16,23-2 0-16,22-5-21 15,24-8-107-15</inkml:trace>
  <inkml:trace contextRef="#ctx0" brushRef="#br0" timeOffset="31657.14">7622 14108 47 0,'-10'-5'13'0,"2"0"-11"0,1 0 9 15,1-1 5-15,-2 2-2 16,4-2-1-16,-2 0-2 15,3 1-2-15,1 2 1 16,0-1 1-16,2 2-2 0,0 1-2 16,0 1-6-16,0 0-2 15,5 0 1-15,8 0 0 16,3 5 0-16,8 0-1 16,5 1 1-16,9 1 0 0,2 0 1 15,6 0 0-15,4 0-1 16,6-3 0-16,2 1 0 15,5-3-2-15,0-2 1 16,6 0 0-16,5 0 1 16,1 0 0-16,4-2 1 0,-4 1-1 15,4 1 0-15,-1 0 0 16,-2 3 0-16,0 4 0 16,-2 3 1-16,-5-1-2 15,-2-1 1-15,-2-1 0 16,-5-2 0-16,-5-4 1 0,-2-1-1 15,-9 0 0-15,-6 0 0 16,-8 0-1-16,-8-5-10 16,-11 0-11-16,-9 2-25 15</inkml:trace>
  <inkml:trace contextRef="#ctx0" brushRef="#br0" timeOffset="32134.62">8158 14175 88 0,'0'0'-1'16,"-56"0"14"-16,31 0 0 0,8 2-3 0,5-2 2 15,2 0 1-15,9 0 11 16,1 2-3-16,1-1-23 16,15 3 4-16,7 0-2 15,9 0 3-15,8 1-3 16,7-1 2-16,9 0-2 0,5-1 0 16,10-2-2-16,9 2 1 15,3-2-3-15,9 2 5 16,2 0 0-16,2 3 1 15,2-2-6-15,2-1 4 16,4 1 5-16,-2-1 9 0,3-1 1 16,2 0-6-16,-2-2-3 15,-1 2-2-15,-1-2 1 16,-3 0 0-16,-6 0 0 16,-5 0 1-16,-4 0-2 15,-11 0-2-15,-7 0-1 16,-5 0-1-16,-10 5 0 0,-7 2-1 15,-12 0-22-15,-13-5-58 16,-10-2-83-16</inkml:trace>
  <inkml:trace contextRef="#ctx0" brushRef="#br0" timeOffset="43393.48">1923 16785 46 0,'0'0'24'0,"0"0"2"0,0 0-7 0,0 0-1 15,0 0-5-15,0 0-4 16,-39 0 1-16,35 0-4 16,2 0-2-16,-1 0-2 15,1 1-2-15,0 1 1 0,2 0-1 16,0-1 1-16,0 1-1 15,0-1-1-15,0 1-1 16,0-1 0-16,5-1 0 16,1 0 8-16,0 0-4 15,4 0-7-15,-1 0 8 0,-1-1-3 16,4-2 1-16,-3 1 0 16,2-1-1-16,0 0 2 15,2 1-2-15,1-1 0 16,0-1 0-16,4-2-2 15,-1 3-1-15,3-3-3 0,0-1 2 16,0 2 3-16,1-1 1 16,-2 0 0-16,2 2 0 15,1-2-1-15,-2 2 1 16,0 1 0-16,1 0 0 16,-2 2 1-16,0-2-1 15,1 2-1-15,-3 1 1 0,1-3 0 16,0 0 0-16,2 2 0 15,1-4 1-15,-2 2-1 16,4-1 0-16,-2 1 0 16,3 3 0-16,-2-2 0 0,0 2 0 15,-1 0-1-15,-2 0 1 16,2 0 0-16,-3 0 0 16,0 0 0-16,0-2 0 15,-1 2 0-15,1 0 0 16,-2 0 0-16,2 0 0 15,0 0 0-15,0 0 0 0,2 0 0 16,-1 0 0-16,2 0 0 16,-1 0-2-16,2 0 2 15,0 0 0-15,3 0 2 16,0-5-2-16,2 0 0 16,0 2 0-16,-3-1 1 0,1 3-2 15,-1-1 2-15,-1 2-1 16,-1 0-1-16,2 0 1 15,-1 0 0-15,2 0 0 16,2 0 0-16,-3 0 1 0,3 0-1 16,1 0 0-16,-1 0 0 15,0 2 0-15,-2-1 1 16,0 2-1-16,1-3 0 16,-1 0 0-16,2 0 0 15,-2 0 0-15,3 0 0 16,2-3 1-16,-1 0-1 0,0 2-1 15,2 1 2-15,-2 0-1 16,0 0 0-16,-3 0 0 16,3 0 0-16,-2 1 0 15,0 2 0-15,-2 0 0 16,2-2 0-16,0 1 0 0,-1-2 0 16,3 0 0-16,2 0 0 15,-2 0 0-15,3 0 2 16,-3 0-2-16,0 0 0 15,-4 0 0-15,2 0 0 16,-4 0 1-16,-2 0-1 0,0 0 0 16,1 0 0-16,-3 0 0 15,2 0 0-15,2 0 1 16,2 0 1-16,0 0-1 16,0 0-1-16,2 0 1 15,-2 0-1-15,0 1 0 0,0-1 1 16,-2 0-1-16,2 0 1 15,-3 0 0-15,3 0-1 16,-3-1 3-16,3-1-1 16,-3-2 1-16,3 3 0 15,-3-2 2-15,3 1-2 16,-3 0 0-16,3 0 0 0,-2 2 1 16,-2-2-3-16,4 1 0 15,-2 1-1-15,-2 0 1 16,0 0-1-16,1 0 0 15,1 0 0-15,-4 1 0 16,4 1 0-16,0-2 0 0,-2 2 1 16,0-1-1-16,1-1 0 15,1 0 0-15,-1 1 0 16,1 1 0-16,3-1 0 16,-1 1 0-16,-3-1 1 0,2 2-1 15,2-2 0-15,-2 1 0 16,1-2 0-16,-1 1 1 15,0 1-1-15,-1-1 0 16,0-1-1-16,-1 0 1 16,0 0 0-16,-1 1 0 0,2-1 0 15,-4 2 0-15,3-1 0 16,-4-1 1-16,4 2-1 16,-3-1 0-16,0-1 0 15,1 2 0-15,-1 0 0 16,0-1 0-16,-1 3 0 15,0-1 0-15,2 4 0 0,-2 0-3 16,-2-2-43-16,-1-2-75 16</inkml:trace>
  <inkml:trace contextRef="#ctx0" brushRef="#br0" timeOffset="45557.68">6806 16831 59 0,'35'0'7'0,"4"-4"-3"0,-1-1 9 16,4 0-4-16,3 1-2 15,-1-1-2-15,4 2-1 0,-1 2-2 16,6-1-2-16,-2 2 1 16,3 0-1-16,4 0 0 15,0 0 0-15,-2 2 0 16,1 1 1-16,3-2-1 16,-3 1 1-16,2-2 5 0,3 0 4 15,0 0 0-15,-1 0-3 16,2 0-4-16,-1 0 0 15,0 0-2-15,-1 0 1 16,1 0 0-16,-1 0-1 16,-1 1 1-16,2 5-1 0,4-1-1 15,-1 1 0-15,0 1 0 16,0-1 0-16,2-2 1 16,2-1-1-16,1 0 0 15,-1-3 1-15,1 0 1 16,2 0-2-16,0 0 0 0,-3 0 0 15,2 0 0-15,0-3 0 16,2 0 0-16,-2-2 3 16,3 0 6-16,-2-2 1 15,3 2-4-15,-1 0 0 16,-2 4-4-16,2-1-2 16,-1 2 0-16,-2 0 1 0,2 0-1 15,0 2 1-15,-4 1-2 16,1 2 1-16,-1 1 1 15,0-2-1-15,-2-1 0 16,-2 1 1-16,-2-2 1 16,1-1 8-16,-5-1-1 0,3 3-3 15,-2-1-1-15,-2-1-3 16,3 0-1-16,-3 1-1 16,0-2 1-16,-2 1 0 15,0-1-1-15,-3 0 0 16,1 2 0-16,0-1 0 0,2 0 0 15,-3-1 0-15,3 0 1 16,2 0-1-16,-2 0 0 16,1 0 0-16,-2 0 0 15,-1 0 0-15,-1 0 1 16,1 0-1-16,-6-2 0 0,2 0 0 16,-1 1 0-16,1-2 0 15,1 2 0-15,-5-1 0 16,4-1 0-16,-3 0 0 15,2 1 0-15,-1-1 0 0,0-3 0 16,-2 3 0-16,-2 0 1 16,0 0-1-16,-1-1 0 15,-1 1 0-15,1-1 0 16,-3 1-1-16,0 1 1 16,1 0 0-16,-5-1 1 15,1 2-1-15,-1-1 0 0,-2 1 0 16,1 0 0-16,-1-1 0 15,0-1 0-15,-1 3 0 16,0-1 1-16,1-1-1 16,-3 2-1-16,-1 0 2 15,1 0-1-15,-2 0 2 0,0 2-2 16,-2 1 1-16,1 2 1 16,-1-1 1-16,2 1-1 15,0 1-1-15,0-1 2 16,3-1-1-16,1-1-2 15,1 2 3-15,4-4-3 0,-2 2 1 16,2-2-1-16,0 1 0 16,5-2 1-16,-3 1-1 15,1-1 0-15,0 0 0 16,0 0 0-16,-1 0 1 16,-1 0-2-16,-2 0 2 0,0 0-1 15,1 0 0-15,-2 0 0 16,5 0 0-16,-1 0 0 15,4 0 0-15,1-1 0 16,-1-3 0-16,1 2 1 16,-2-2-2-16,2 1 1 0,-5-1 1 15,2 2-1-15,-1-1 0 16,3 1 0-16,-3 0 0 16,1 1 0-16,-2-1 0 15,-2 2 0-15,-3 0 0 16,2 0 0-16,-5 0 0 15,-1 0 0-15,2 0-1 0,-3 0 1 16,2 2 1-16,2 1-2 16,-1-1 1-16,1 1 1 15,0-1-2-15,1 2 1 16,-4-1-1-16,-1 0-1 0,-1-2-1 16,-2 2 1-16,-3-2 2 15,-2-1 2-15,0 0-2 16,1 0 3-16,-4 0-3 15,0 0 1-15,1 0 0 16,0 0-1-16,-2 0-1 16,-5 2 0-16,1-1-14 0,-3 2-18 15,-3 1-15-15,-2 2-3 16,-4-3-51-16</inkml:trace>
  <inkml:trace contextRef="#ctx0" brushRef="#br0" timeOffset="46453.29">15837 16833 112 0,'6'0'2'0,"2"0"-2"0,3 0 0 16,3 0 1-16,1 0-1 16,2 0 0-16,1 1-1 15,4 0 0-15,4 1 1 0,-1-2 0 16,1 1-1-16,5-1 1 15,-2 0-1-15,3 0 1 16,4 0-3-16,2 0 2 16,2 0 0-16,3 0 1 15,2 0 1-15,2 0 0 0,2 0 0 16,2 0 0-16,0 0-1 16,3 0 0-16,0-1 0 15,2 1 0-15,-1-2 0 16,-1 0 1-16,1 0 2 15,0 1 7-15,1 1 0 0,2-2-5 16,-1 2-3-16,1 0-2 16,-1 0 0-16,-1 0 0 15,-1 0-3-15,-1 0 0 16,-3 0 1-16,-1 0 2 16,-2 0 0-16,-4 0 2 0,0 0 3 15,-1 0 2-15,-1 0 1 16,-2 0-2-16,2 0-2 15,-2 0-3-15,0 0 0 16,0 0 0-16,-1 0 1 16,-1-1 3-16,-1-1 3 0,1 0-4 15,1 1 0-15,-3-1 1 16,0 0-3-16,2 1-1 16,0-1 0-16,-4 0 0 15,3 0 1-15,-3-1 0 16,2 1 2-16,1 0 2 15,2-1 1-15,-1 0-1 0,2 2-3 16,0-2-2-16,3 0 1 16,-3 2-1-16,1-2-1 15,0 1 1-15,-3 0-1 16,2 2 0-16,-2-2 0 16,-1 1 0-16,-2-2 1 0,-3 3 4 15,-1-2 8-15,-3 1-1 16,-1 0-4-16,-4-2-5 15,-1 3-1-15,-1-2 0 16,-4 2-2-16,-2-1 0 16,-4-2 0-16,0 3 0 0,-3-1 1 15,-2 1-1-15,-1 0 0 16,-1 0-1-16,-1 0-17 16,-3 0-50-16,0-2-42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59:14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18332 5970 9 0,'80'0'10'0,"4"-4"-4"0,9 0 6 0,4-2 1 16,9 2-2-16,6-3-3 15,9 0-3-15,0-2-1 0,8 2-1 16,2-2 0-16,5 1 1 16,1-2 0-16,3 3 1 15,4-6 0-15,6 3 1 16,0-3 1-16,2 2 1 15,-2-3-3-15,-2 0 0 0,-1 0 4 16,-4-1-5-16,-6 2-1 16,-5 1-1-16,-7 0 4 15,-5 1-2-15,-9 2-2 16,-6 2 0-16,-8 3-2 16,-10 1 0-16,-10 3-3 0,-11 0-8 15,-14 0-21-15,-15 3-35 16</inkml:trace>
  <inkml:trace contextRef="#ctx0" brushRef="#br0" timeOffset="1729.74">16897 7275 12 0,'11'-1'3'0,"3"-3"11"0,-3 1 1 0,4 0-2 16,3-2-7-16,5 0-2 0,4 2 0 16,2-4-2-16,5 2 0 15,4-1 1-15,4 0-2 16,5-1 1-16,3 2-1 16,7-1-1-16,8 3 1 15,6-3-1-15,7 1 0 0,7-2 0 16,4-2 0-16,7 0 1 15,7-2-1-15,7-2 1 16,7-1 1-16,10-3 2 16,2 3 0-16,8-2 0 15,10 1 1-15,5-1 3 0,6 2-1 16,5-2 0-16,6 1-1 16,7 0-1-16,2 1 2 15,-1-1-3-15,3 1-1 16,7 1 0-16,0-2 2 15,1 2 1-15,-2 2 3 0,5 0 3 16,-4 1-6-16,-6 0-2 16,-7 6-2-16,-1-1-1 15,-6 2-1-15,-9 3-1 16,-11 0-2-16,-9 0-12 16,-15 0-20-16,-18 3-11 15</inkml:trace>
  <inkml:trace contextRef="#ctx0" brushRef="#br0" timeOffset="2556.07">17293 8420 46 0,'71'-11'-1'0,"7"-2"4"0,7 2 0 0,9-2 3 0,2 0 3 16,6 0 9-16,6-2-3 16,5-1 2-16,9-1-1 15,3 0-2-15,9-3-2 16,7 3-5-16,10-1-6 0,7-1-1 16,9 1 0-16,6-1 1 15,10-1-1-15,7 2 0 16,4-1-1-16,6 1 1 15,4 1 0-15,4 0-1 16,0 1-5-16,1 1-13 16,-2-1-14-16,-3-1-34 0</inkml:trace>
  <inkml:trace contextRef="#ctx0" brushRef="#br0" timeOffset="3246.45">16503 9910 107 0,'0'0'1'0,"37"-3"7"0,-2-1 12 0,12-3 2 16,15 0-9-16,24-3-4 16,21 0 3-16,23-3-8 15,21-7-4-15,16-10-82 16</inkml:trace>
  <inkml:trace contextRef="#ctx0" brushRef="#br0" timeOffset="4137.67">22626 11661 106 0,'0'0'17'0,"0"0"-14"0,0 0-2 0,0 0 1 16,0 0 3-16,0 0 1 15,0 0 1-15,23 43 0 16,-11-36 0-16,1-3-2 16,6-4 6-16,6 0 7 0,8-8 0 15,11-14-2-15,12-6-7 16,10-10 0-16,10-5-7 16,5-4 0-16,4-2-1 15,-1 0-2-15,-7 1-7 16,-9 5-44-16,-18 6-38 0</inkml:trace>
  <inkml:trace contextRef="#ctx0" brushRef="#br0" timeOffset="4392.87">22774 11793 188 0,'0'0'-9'15,"64"-49"18"-15,-13 14 5 16,14-7 3-16,11-4-4 16,7-3-5-16,2 2-4 15,1 1-4-15,-8 8 0 16,-12 5-17-16,-18 9-36 0,-19 7-49 15</inkml:trace>
  <inkml:trace contextRef="#ctx0" brushRef="#br0" timeOffset="4563.43">22974 11668 157 0,'0'0'108'15,"0"0"-76"-15,0 0-14 16,0 0-16-16,87-54 2 15,-3 12-1-15,23-9 0 16,15-9 0-16,10-2-3 0,3-1-5 16,-6 1-35-16,-14-4-66 15</inkml:trace>
  <inkml:trace contextRef="#ctx0" brushRef="#br0" timeOffset="5268.83">17370 9765 71 0,'-41'-7'12'0,"7"-1"-6"0,7 1 8 0,5 1 4 0,9 4-5 0,3 0-3 16,3 2 3-16,5 0 1 16,2 0-10-16,0 0-7 15,9 4 6-15,9 3 1 16,9 2 2-16,9-1-6 16,13-1 2-16,14-1 1 15,11-2-3-15,17-4 5 0,12 0 0 16,15-3 3-16,13-7 0 15,16 0 3-15,13-2 0 16,10 0-1-16,13 2-4 16,11 2-4-16,6 2 0 0,3 4-1 15,2 2 1-15,-2 0-1 16,-9 0-1-16,-14 2 0 16,-12 2 0-16,-20 1 0 15,-21-2-1-15,-22-1-3 16,-22 1-8-16,-23-3-19 0,-29 0-35 15</inkml:trace>
  <inkml:trace contextRef="#ctx0" brushRef="#br0" timeOffset="5581.23">17742 9940 165 0,'0'0'34'0,"0"0"-2"0,0 0-28 0,78-1-3 0,-6-4 1 0,25-1-1 16,23-5 2-1,20 0-1-15,15-5-1 0,21-1 1 16,17-1-1-16,7-4-2 16,10 1-6-16,5-1-10 15,6 0-14-15,-5-1-13 16,-5 0-10-16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0:13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14904 4563 17 0,'0'0'14'0,"0"0"3"0,0 0-4 15,0 0 13-15,0 0-9 16,0 0 0-16,0 0-2 0,0 0-9 16,0 0 3-16,0 0-6 15,0 0-6-15,0 0 2 16,3 8 1-16,0-3 0 16,1 0 1-16,0-2-1 15,0 2-1-15,0-3 1 0,1 0 0 16,3-2 0-16,4-2 11 15,5-15 14-15,12-7-2 16,14-13-3-16,15-10-2 16,18-10-11-16,10-9 0 15,18-5-4-15,6-3-3 16,3-3-5-16,0-8-93 0</inkml:trace>
  <inkml:trace contextRef="#ctx0" brushRef="#br0" timeOffset="3335.28">20756 6226 31 0,'0'0'8'0,"-1"0"6"0,1 0-4 0,0 0-3 0,0 1-3 15,-1 1-2-15,0 3 1 16,-1 1 1-16,0 1 0 16,1 0 0-16,1 0 2 0,-2 0-2 15,2-2 1-15,0-1-1 16,0-3 0-16,0-1 6 16,3 0 11-16,9-5 11 15,5-9-3-15,12-9-7 16,8-8-6-16,17-11-7 0,13-10 2 15,16-6-9-15,15-7-1 16,8-10-4-16,9-7-91 16</inkml:trace>
  <inkml:trace contextRef="#ctx0" brushRef="#br0" timeOffset="6562.19">17402 7940 12 0,'0'0'9'0,"0"-1"17"0,-2-2-7 16,1 2-3-16,-1-1-3 0,1 1-6 16,1-1-2-16,0 1-3 15,0 1-2-15,0-1 0 16,0 1-1-16,0 0 1 16,-1 0 2-16,1 0-1 15,0 0 1-15,0 0 5 0,0 0-4 16,0 0-3-16,0 0 0 15,0 0 1-15,0 5-1 16,1 1 1-16,2-2-1 16,0 0 0-16,0 0 1 15,-1-3-1-15,-1-1 2 16,2 0 7-16,4-2 19 0,6-13 7 16,7-11-22-16,12-8-4 15,14-13-5-15,19-11 2 16,14-15-1-16,12-11-2 15,10-5-4-15,6-11-53 16</inkml:trace>
  <inkml:trace contextRef="#ctx0" brushRef="#br0" timeOffset="9660.36">17295 7936 49 0,'3'0'1'0,"1"0"-2"0,0-4-33 16</inkml:trace>
  <inkml:trace contextRef="#ctx0" brushRef="#br0" timeOffset="12308.33">15351 9674 3 0,'0'-2'10'0,"0"0"-13"15,0 1 2-15,0 1-2 0,0-2-2 16,0 2 6-16,0-1 8 16,0 0 8-16,0-2 2 15,0 1 0-15,0-2-7 0,0 0 1 16,0-1-2-16,0 1 0 16,0 1-7-16,0 2 0 15,0-1-1-15,0 2 2 16,0 0 2-16,-3 0 2 15,3 0-5-15,0 2-3 16,0 5 0-16,0 1 1 0,3 1-1 16,-1 0 0-16,3 0 1 15,1-4 0-15,2-4 1 16,4-1 6-16,2-5 5 16,12-15 7-16,8-10-2 15,13-13-5-15,10-9-6 0,11-11-7 16,6-4 1-16,8-7-17 15,-1-4-71-15</inkml:trace>
  <inkml:trace contextRef="#ctx0" brushRef="#br0" timeOffset="15739.96">17266 10924 66 0,'0'-1'5'0,"0"-1"-1"0,0 2-2 0,0 0-1 0,0 0 0 16,0 0-1-16,0 0 0 16,0 0 0-16,0 0 2 15,0 0-2-15,0 0 0 16,0 0 1-16,0 0 5 15,0 0 1-15,0 0-5 0,0 0 0 16,0 0-2-16,0 0 0 16,0 0 1-16,0 0 0 15,0 0 2-15,2 0 3 16,-2 0 3-16,1 0-5 0,0 5 1 16,0 0-1-16,2-1-2 15,0-2 0-15,1-1 1 16,-1-1 2-16,6 0 1 15,1-7 10-15,9-10 10 16,7-11-4-16,11-9-12 16,11-13 0-16,13-8-7 0,10-14-2 15,8-7-4-15,4-4-67 16</inkml:trace>
  <inkml:trace contextRef="#ctx0" brushRef="#br0" timeOffset="18029.81">18328 12788 33 0,'-8'-8'4'0,"2"3"11"0,2-1-1 0,0 2-11 16,0-2-1-16,3 2-3 15,0-3 0-15,0 0-17 0</inkml:trace>
  <inkml:trace contextRef="#ctx0" brushRef="#br0" timeOffset="20515.68">12387 12498 134 0,'0'0'5'0,"0"0"15"0,-45-13 3 0,31 3-12 0,-1 2-3 15,1 0 0-15,-1-3 1 16,-3 4-3-16,1 1-2 16,0 1-1-16,-2 2-3 15,-2 3 1-15,1 0-2 16,-2 0 1-16,-3 0 0 0,0 3 0 15,1 2 0-15,-3 0 0 16,1-1 0-16,1 0 1 16,-4 2-1-16,2 0 0 15,-2-1 0-15,-2 4 0 16,0 1 0-16,-1 0 0 0,-4 2-1 16,1 0 1-16,-2 2 0 15,2 0 0-15,-3 2 1 16,1 1-1-16,1 1 0 15,-1 4 2-15,1 0-2 16,3 2 0-16,0 2-2 0,4 0 2 16,2 1 0-16,5 1 0 15,0 0 0-15,3 1 0 16,4 2 0-16,-2 0 0 16,5 3 0-16,3 2 0 15,-1 1 0-15,6 1 2 0,0 2-2 16,4-2 0-16,0 2 0 15,4-3 0-15,7 0 1 16,7-6-1-16,1 2-1 16,5-4 1-16,3-3 0 15,6 0 0-15,4-4-2 0,2 1 2 16,4 0-1-16,3-2 2 16,3 0-1-16,3-1-1 15,0-1 2-15,4-2-2 16,-1-3 1-16,5 1-2 15,-3-3 1-15,5-2 1 0,-2 0 1 16,1-4 1-16,1-1-2 16,-3-2 0-16,3 1-3 15,-1-4 4-15,-2 0-2 16,2 0 1-16,-2 0 1 16,3 0-1-16,-1 0 0 0,1 0-1 15,-1 0 1-15,3 0 1 16,-1-2-1-16,2 0 0 15,3 2 2-15,-3 0-2 16,3 0 0-16,1 0 1 16,-3 2 2-16,0 1-2 0,1 1 0 15,0 0-1-15,2 1 1 16,0 0 0-16,-2-2-1 16,2-2 0-16,1-1 1 15,-1 0-1-15,1 0 1 16,-2-1 1-16,1-6-1 15,-1 0-1-15,-1-1 1 0,0 1-1 16,0 0 0-16,-4 3 0 16,3-2 0-16,0 3 0 15,-3 1 0-15,2 0 0 16,-1 2 0-16,-2-2 0 0,1 1 0 16,-2-3 0-16,1 1 0 15,-3-3 0-15,2 0 2 16,0-2-2-16,1-2 2 15,1 2-1-15,2-2 1 16,-2 0 0-16,2 3-1 16,1 0-1-16,-3 2 1 0,2 1-1 15,-1 4 1-15,4 0-1 16,-3 0 0-16,2 6 0 16,0 1-1-16,0 0 1 15,2-3 0-15,-2-1 0 16,-2 0 0-16,-3-3 0 0,3 0 1 15,-2 0-1-15,1 0 1 16,1-6 2-16,2 1 1 16,3-1-1-16,-1 2-1 15,0-1 2-15,-2 3-3 16,-1 0-1-16,1 1 1 16,0 1 0-16,0-2-1 0,-1-2 0 15,1 0 0-15,3-2 0 16,-3-1 0-16,2-3 0 15,-2-1 3-15,2-1 2 16,-3-2 2-16,-1-3-2 0,1 0 1 16,-3 1-2-16,0-2-2 15,1-2-1-15,-3 1 0 16,1-3 1-16,-3-1-2 16,-2-4-1-16,-2 2 4 15,-3-7-2-15,0-2-1 0,-5-2 0 16,-1-3 0-16,-3-3 0 15,-4-3 0-15,-3-2-3 16,-6-2-6-16,-4-1-1 16,-6-1 4-16,-6-1 3 15,-8 2 2-15,-6 0 1 0,0 2-1 16,-14 4-2-16,-6 0 1 16,-5 3 0-16,-4 2 1 15,-3 4 1-15,-3 2 7 16,-3 3-1-16,-5 3-2 15,1 0-2-15,-5 3 2 0,1 1-1 16,-2 1-3-16,-1 0 0 16,-3 2 0-16,-2 2 0 15,0 1 1-15,-2 1-1 16,0 4 0-16,-2 0 1 16,-5 4-1-16,0-1-2 0,-4 2-2 15,-3 5-9-15,-1 0 8 16,-5 0 3-16,2 2 3 15,-2 0 0-15,2 0 0 16,-1-1 1-16,-1-3 1 16,2 0 3-16,-1-3 0 15,0 1-5-15,-3-3-1 0,-1-1 1 16,0 0-1-16,-2 2 2 16,-2-1-4-16,-4 2 4 15,-3 2-2-15,-4-1 0 16,-4 3 1-16,-6-1-2 15,-5 2 2-15,-3 2-1 0,-7 0 0 16,-6 0 0-16,-5 6 0 16,-9 2 1-16,-8 4-2 15,-7 2 4-15,-1 6-9 16,-6 3-7-16,-3 5-31 16,-3 0-35-16,-7 4-49 0</inkml:trace>
  <inkml:trace contextRef="#ctx0" brushRef="#br0" timeOffset="21632.59">13705 13334 89 0,'-10'-2'2'0,"3"-1"4"0,-1 1 4 0,4 2 2 16,0 0-1-16,2 0 3 15,1 0 2-15,1 0-4 16,0 0-12-16,7 0 0 0,5 0 0 15,3 3 1-15,4 1-1 16,4-1 0-16,4-1-1 16,3-2 1-16,2 0-1 15,5-6 0-15,1-4 1 16,2-1-3-16,-3-1-16 0,0 1-23 16</inkml:trace>
  <inkml:trace contextRef="#ctx0" brushRef="#br0" timeOffset="21858.99">13755 13479 209 0,'0'0'5'0,"0"0"16"0,0 0-25 15,0 0-3-15,0 0 6 16,56-40 2-16,-21 17 0 16,8-3 0-16,7-2-1 15,0 0-17-15,-2 2-82 0</inkml:trace>
  <inkml:trace contextRef="#ctx0" brushRef="#br0" timeOffset="22786.14">13345 12512 88 0,'0'0'3'0,"0"0"9"0,-49 0 10 0,32 3-3 16,1 0-3-16,-2 1-5 15,-1 3-3-15,2 0-1 0,-4 4-4 16,2 4-2-16,-1 0 0 16,0 4-1-16,2 2 0 15,0 3 1-15,3 1-1 16,1 3 0-16,3 3 0 16,3 6 1-16,0 4-1 15,3 2 0-15,3 5 0 0,2 3 0 16,0 0-1-16,0 3 1 15,4 0 0-15,8 0 0 16,1-3 0-16,2-2 0 0,2-7 0 16,3-2 0-16,-1-9-1 15,4-4 1-15,2-7-1 16,-2-6-1-16,3-5 2 16,2-5-3-16,0-4 3 15,3-4 0-15,-2-12 3 16,2-4-2-16,-3-8 0 0,0-3 0 15,-1-6 6-15,-7-4-3 16,-2-5-2-16,-2-2 2 16,-7-5-3-16,-5-4 0 15,-2-3 0-15,-2-5-2 16,0-5 1-16,-10 1 0 0,1-3-2 16,-5 4-8-16,1 5-18 15,-5 7-21-15,0 12-26 16</inkml:trace>
  <inkml:trace contextRef="#ctx0" brushRef="#br0" timeOffset="23299.18">13874 13321 136 0,'0'0'24'0,"0"0"-21"0,0 0-16 0,0 0 16 15,0 0-3-15,0 0 4 16,42-5-2-16,-22 1 2 16,0-1-1-16,6 1-1 15,3 1 1-15,5 0-3 0,-2 2 1 16,5-2-2-16,-3 0-3 16,2-2-2-16,-4-2 0 15,3-2-1-15,-3-4-5 16,-1 2-5-16,-3-1-11 15</inkml:trace>
  <inkml:trace contextRef="#ctx0" brushRef="#br0" timeOffset="23433.32">14424 13350 96 0,'0'0'17'0,"0"0"-16"0,0 0-2 16,0 0-1-16,54 4 2 15,-29-19-34-15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1:29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20973 10943 54 0,'0'0'34'0,"0"0"-14"0,0 0-4 0,0 0-6 16,0 0 2-16,0 0-3 16,0 0-1-16,0 0-6 15,0 0-2-15,0 0 0 16,0 0-3-16,0 0 3 16,0 0-1-16,-2-6 1 15,4 6 0-15,1 3-1 0,-2 1 1 16,2 3 1-16,-1 0-1 15,-1 0 1-15,2 2 0 16,-1-2 1-16,0-1-2 16,2-1 0-16,-1 0 0 15,1-2 1-15,2-2 1 0,-1 0 3 16,1-1 1-16,1 0 3 16,2 0 1-16,2 0 0 15,2-6-2-15,2-3-2 16,4-3-2-16,2-2 1 15,3 0 0-15,3-5 1 0,2 1 2 16,4-3-1-16,-2-1 1 16,3 1-4-16,3-2-1 15,-2 2-1-15,1-1 0 16,1 0-2-16,-2 2 1 16,0 0 0-16,-1 0-2 0,-3 2 2 15,-5 2 0-15,-3 2-1 16,-3 3 0-16,-7 1 0 15,-5 4 1-15,0 1-1 16,-5 2 0-16,-1 1 1 16,-2 2-2-16,0 0-4 0,-3 4-21 15,-11 4-11-15,-3 0-55 16</inkml:trace>
  <inkml:trace contextRef="#ctx0" brushRef="#br0" timeOffset="918.33">20972 10931 45 0,'0'0'2'0,"0"0"0"0,0 0 5 16,0 0 8-16,0 0 5 16,0 0-2-16,0 0-2 15,0 0-1-15,0 0 4 16,0 0-6-16,0 0-7 16,0 0-1-16,0 0-5 15,-25 3-3-15,25 1 3 0,0 2-1 16,0 1 0-16,0 2 0 15,0-1 1-15,0 0-1 16,0 1 1-16,4-2-1 16,-2 0 1-16,3-2 0 15,0-1 2-15,1 0-1 0,-1 1 1 16,3-3 0-16,0 0 0 16,2-2 1-16,2 0 1 15,3 0 1-15,3-2-1 16,2-6-1-16,3-2 0 15,2-2 1-15,6-2-1 0,-2-1-1 16,1-2 0-16,4-2 0 16,0 1 1-16,1-2-1 15,1-2-1-15,0 1 1 16,0-3 2-16,1 1 0 16,0 2-1-16,-4 0-2 15,-1 0 1-15,-3 3-1 0,-4 1 0 16,-4 3-1-16,-2 3 1 15,-6 1 3-15,-2 2 0 16,-4 3-1-16,-1 2-2 16,-4 2 0-16,-1-1-1 0,0 2 0 15,0 0-1-15,-1 0 0 16,1 0-1-16,0 0-2 16,-1 3-11-16,0 1-15 15,0 2-20-15,0-1-12 16</inkml:trace>
  <inkml:trace contextRef="#ctx0" brushRef="#br0" timeOffset="1836.53">21034 10912 44 0,'0'0'2'0,"0"0"-1"0,0 0 0 0,0 0 1 16,0 0-1-16,0 0 4 15,0 0 17-15,0 0-9 16,0 0-3-16,0 0-5 16,0 0 0-16,0 0-1 15,0 0 1-15,3-9-2 0,-3 9-2 16,0 0-2-16,0 0 0 15,0 0 2-15,0 0-2 16,4 1 2-16,-2 5-1 16,0-2 0-16,1 3 0 15,-1 0 0-15,-1 2 1 0,0-2-1 16,0 2 1-16,-1-1-1 16,0-1 0-16,0 1 0 15,0 1 0-15,0-2 0 16,0 0 0-16,2-1 0 15,0-3 0-15,0 3 1 0,4-2-2 16,-2-1 2-16,3-3-2 16,2 1 2-16,2-1 0 15,4 0 0-15,2-1 0 16,3-8 0-16,2 1 1 16,1-4-2-16,5-2 1 0,0-3-1 15,5 0 2-15,1-3 2 16,3-1 4-16,4-3 2 15,1 0-2-15,3-3-3 16,-1 0 5-16,2 0-6 16,-6 2-1-16,-2 0 1 0,-3 2 1 15,-7 3-2-15,-2 6-2 16,-9 1 0-16,-4 5 0 16,-3 3 0-16,-7 1-1 15,-1 4 0-15,-2 0-4 16,0 0-3-16,0 0 5 0,-2 9 4 15,-5-1-15-15,-2 1-18 16,-5 2-10-16</inkml:trace>
  <inkml:trace contextRef="#ctx0" brushRef="#br0" timeOffset="2506.17">21065 10954 7 0,'0'0'46'0,"0"0"-46"0,0 0 1 0,0 0 1 0,0 0-2 16,0 0 0-16,0 0 0 15,0 0 1-15,0 0-1 16,-13 38 2-16,13-36 2 16,0 1 3-16,2-3-1 15,3 1 1-15,2-1-2 0,3 0 1 16,4 0 1-16,2-1 1 15,5-5-1-15,5-4 2 16,3-1 1-16,2-2-3 16,3-3 1-16,1-2 3 15,1-2-1-15,3 0-2 0,1-3 2 16,0 2-1-16,3-3-6 16,-1 2 5-16,-2 2-7 15,0-1 0-15,-7 4-1 16,-1 2 1-16,-8 3-1 15,-3 2 0-15,-3 3 0 0,-5 2 1 16,-4 2-1-16,-1 3-1 16,-3 0-1-16,-2 0-5 15,-2 0-17-15,-1 3-13 16,0-1-5-16</inkml:trace>
  <inkml:trace contextRef="#ctx0" brushRef="#br0" timeOffset="5024.68">20943 8637 36 0,'-1'-1'8'0,"1"0"6"0,0 1-6 0,0-2-3 15,0 2-3-15,0 0-1 16,0-1 0-16,0 1 0 0,0 0 0 15,0 0 1-15,0 0 5 16,0 0-5-16,0 0-1 16,0 0-2-16,0 0 2 15,0 0-1-15,1 3 1 16,2 0 0-16,0 2 0 0,1 1 1 16,-1 1 0-16,0-1-1 15,-1 2 1-15,2-2-2 16,-2 1 0-16,1 0 1 15,-1 0 0-15,1-3 0 16,0 1 0-16,1-4 4 0,0 2 0 16,0-3 3-16,4 0 3 15,1 0 7-15,5-6-2 16,1-3-4-16,3-3-4 16,7 1-4-16,1-4 2 15,9-3-3-15,1-1 0 0,4-2-1 16,3-1 0-16,1-1 1 15,-2 3-2-15,-1-1 0 16,-4 1 0-16,-3 4 0 16,-3 2 0-16,-6 1 0 15,-6 6-1-15,-3 3 1 0,-7 4-7 16,-6 0-25-16,-3 0-21 16,-5 4-2-16</inkml:trace>
  <inkml:trace contextRef="#ctx0" brushRef="#br0" timeOffset="5720.26">20982 8694 26 0,'0'0'1'0,"0"0"1"0,0 0 2 0,0 0 7 16,0 0-4-16,0 0-4 15,0 0 1-15,0 0-8 16,0 0 7-16,0 0-2 16,0 0-1-16,0 0 1 0,-17 19-1 15,17-15 0-15,0 0 1 16,0 1 2-16,0 0 1 16,2 1 3-16,2-1-3 15,2-2 3-15,4-1 2 16,0-2 6-16,3 0-4 0,3 0-2 15,2-3-2-15,4-7-2 16,2 0 0-16,3-3 1 16,4-2 3-16,3-4 3 15,4-1-3-15,2-4-1 16,5 1-3-16,-2-5-2 0,3 2 0 16,-6 1-1-16,0 4 0 15,-8 1 1-15,-6 6-2 16,-7 5-1-16,-7 5 0 15,-4 1-6-15,-8 3-12 16,-3 0-35-16,-11 10 27 0,-8-1-3 16</inkml:trace>
  <inkml:trace contextRef="#ctx0" brushRef="#br0" timeOffset="6488.96">20969 8669 24 0,'0'0'1'0,"0"0"5"0,0 0 4 16,0 0 1-16,0 0 10 15,0 0-7-15,0 0 1 16,0 0-3-16,0 0-1 15,0 0-10-15,0 0-3 0,0 0 2 16,-22 6 0-16,22 1-1 16,0 1 0-16,0 2 0 15,0 1 0-15,4-1 1 16,-2 0 0-16,3-1 0 16,-1-1 0-16,1-2 0 0,-1-2 0 15,1-1 0-15,2-3 0 16,2 0 4-16,0 0 5 15,3-4-2-15,2-6-1 16,3-3-2-16,2 0 1 16,2-4 5-16,2-4 1 0,5 0-2 15,2-4-3-15,4 0 1 16,1-3-5-16,0 1 1 16,2 0-2-16,-1 1 0 15,0 5 2-15,-6 2-3 16,-1 5 0-16,-5 3 1 0,-4 4 0 15,-6 4-1-15,-4 1 1 16,-6 2-3-16,-4 0-21 16,0 10-19-16,-13-1 8 15,-3 2-76-15</inkml:trace>
  <inkml:trace contextRef="#ctx0" brushRef="#br0" timeOffset="6816.07">20960 8731 57 0,'0'0'13'0,"0"0"-12"0,0 0 2 0,0 0 1 16,0 0 1-16,0 0 9 15,0 0 8-15,36 7 0 0,-15-18 2 16,5-2-3-16,7-1-7 16,6-3-8-16,5 3-2 15,0-3-2-15,4 0 2 16,0 1-3-16,-6-4-47 15,-3-2-73-15</inkml:trace>
  <inkml:trace contextRef="#ctx0" brushRef="#br0" timeOffset="7479.26">22680 8456 45 0,'0'0'13'0,"0"0"10"0,0 0-5 15,0 0-4-15,0 0 0 16,0 0-3-16,0 0 4 16,0 0 4-16,33-37-6 15,-33 31-6-15,0 2-1 16,0 3-6-16,0 0 0 0,-10 1-7 15,0 0 4-15,-3 2 8 16,-3 9-2-16,-2 0-4 16,4 2-2-16,1 3 1 15,2 0-1-15,8 1-1 16,1-2 0-16,2 1 1 16,0-2 1-16,3-1 6 0,7-2 0 15,0-1-1-15,4-3 1 16,5-1 3-16,-3-2-1 15,4-1 0-15,2-3-3 16,-2 0-5-16,1 0-27 16,-2 0-14-16,-3-4-5 0</inkml:trace>
  <inkml:trace contextRef="#ctx0" brushRef="#br0" timeOffset="7897.8">22858 8474 74 0,'0'0'37'16,"0"0"-21"-16,0 0 12 16,0 0-10-16,0 0-11 15,0 0 0-15,0 0-2 16,0 0 1-16,0 0-6 0,-5-17-2 16,10 17 2-16,5 0-1 15,0 6-1-15,-1 2 1 16,3 2-1-16,0 2 0 15,-2 1 2-15,0 0-1 0,-2 0 1 16,-2-1 0-16,-2-2 0 16,-3-2-2-16,-1-1 2 15,0-4 0-15,0-1-2 16,0-1 9-16,0-1 4 16,-3 0 1-16,-2 0-3 15,1-6 3-15,0-3-2 0,0-4-1 16,2-2-5-16,0 0-2 15,2-5 3-15,0 2-4 16,0-1 1-16,0 2-2 16,2 3 1-16,4 2-1 15,1 1-1-15,2 4 2 0,5 1-11 16,0 2-19-16,3 2-20 16,-1 0-29-16</inkml:trace>
  <inkml:trace contextRef="#ctx0" brushRef="#br0" timeOffset="8275.85">23144 8433 200 0,'0'0'9'0,"0"0"6"0,0 0-15 16,0 0-5-16,0 0 0 0,0 0 5 15,0 0 0-15,-18 39-1 16,12-27 0-16,2 0-1 15,1-1 1-15,3-3 1 16,0 1 0-16,0-3-1 16,0-1-2-16,2-2 3 15,1-3 3-15,3 0 2 0,1 0 1 16,4-3 2-16,-2-5-3 16,2-2 1-16,2-4 0 15,-1-1 0-15,-1-2-2 16,2 0 0-16,-7 0 2 15,1 2-5-15,-6 2 1 0,-1 3-1 16,0 1-1-16,-3 5-2 16,-10 3-3-16,-1 1 8 15,-2 0-3-15,-1 8-3 16,2 5-15-16,3 0-24 16,5-3-23-16,2-2-71 0</inkml:trace>
  <inkml:trace contextRef="#ctx0" brushRef="#br0" timeOffset="8696.12">23349 8403 112 0,'0'0'5'16,"0"0"13"-16,0 0-6 16,41-44-7-16,-39 34 0 15,-2 3 0-15,0 0 5 16,-2 1-3-16,-7 2 1 15,-2 4-5-15,-2 0-4 0,-4 0 10 16,-1 4-8-16,1 5-1 16,1 1 0-16,3 0 0 15,3 1 0-15,3-1-1 16,5-1-2-16,2-1-3 16,0-1-3-16,8 2 17 0,1-2-6 15,5-4 3-15,3 5 0 16,-1-1-2-16,1-2-1 15,-2 0-1-15,-2 1-1 16,-2-2 0-16,-5 0 2 16,-1-1-2-16,-5 0-3 0,0 2-2 15,-4-1 1-15,-9 0 18 16,-1 1-11-16,-4 2 0 16,-1-2-1-16,1-1 2 15,5 2-3-15,5-3-3 16,5-2-13-16,3-1-18 0,0 0-20 15,11-7-25-15</inkml:trace>
  <inkml:trace contextRef="#ctx0" brushRef="#br0" timeOffset="9088.14">23582 8336 94 0,'0'0'3'0,"0"0"4"0,0 0-1 15,0 0-2-15,16-36 1 16,-16 31-1-16,0 2-3 0,-3 1 1 16,-3 0 0-16,-1 2 0 15,-3 0-3-15,0 0 6 16,1 0-4-16,-2 4-2 16,0 3 5-16,3 2-4 15,3 1 1-15,1-1-1 0,3 2-1 16,1-2 2-16,0 0 0 15,5 0 6-15,5-2-3 16,2 0 3-16,3 1 0 16,0-2 0-16,1 1 1 15,-2 0 1-15,0-1-7 0,-3 1 0 16,0-1-2-16,-8-2 0 16,-1 2 0-16,-2-2-4 15,0 2 2-15,-12-2 20 16,-3 5-9-16,-4 1-4 15,-8 0 0-15,2 1-2 16,-4-1-22-16,2-2-65 0</inkml:trace>
  <inkml:trace contextRef="#ctx0" brushRef="#br0" timeOffset="9663.95">23509 8817 49 0,'0'0'0'0,"0"0"0"15,0 0 3-15,0 0 6 0,0 0 14 16,-37-7-1-16,31 3-3 16,0 2 0-16,-1 0-8 15,0 2-1-15,-2 0-10 16,-2 0 0-16,1 2 0 16,-2 6 0-16,2 1-2 0,1 1 1 15,3-2-1-15,3 2 0 16,1-3-2-16,2 2 4 15,0-2-2-15,2 0-2 16,2-1 7-16,6-3-1 16,-5-2 0-16,4-1 3 15,1 0-2-15,-2 0 4 0,1-4-4 16,-1-5 0-16,0 2 0 16,0 0 5-16,-3 1 0 15,-1-1-2-15,-2 3 4 16,-1 1 1-16,-1 3-1 15,1 0-2-15,1 0-6 0,-2 0-4 16,2 0-1-16,1 0 1 16,4 0 2-16,-1 3 0 15,3 1 1-15,0 0 0 16,2-1 1-16,0-1-1 16,3-2-10-16,-1 0-32 0,-2 0-19 15,-1 0-7-15</inkml:trace>
  <inkml:trace contextRef="#ctx0" brushRef="#br0" timeOffset="9971.07">23610 8646 107 0,'0'0'8'0,"0"0"15"0,0 0-11 0,0 0-14 15,0 0-5-15,0 0 5 16,0 0 3-16,0 0 4 16,1 36-1-16,3-17-1 15,-1 1 0-15,3 1 0 16,-1-3-1-16,2-2 0 0,-4 0-1 16,1-4 1-16,0-1-1 15,-2-2 3-15,0-1-1 16,-2 2 0-16,0-3 3 15,0-2-4-15,0-1-21 16,0-2-8-16,0-2-1 0,1 0-43 16</inkml:trace>
  <inkml:trace contextRef="#ctx0" brushRef="#br0" timeOffset="10240.77">23740 8606 50 0,'0'0'54'0,"0"0"-41"15,0 0 14-15,0 0-12 0,0 0-12 16,0 0-12-16,0 0 5 16,0 0 8-16,0 0 2 15,12 45-3-15,-9-22 6 16,3 0-5-16,-5 0-1 15,2-1 1-15,0-3-1 16,0-2 0-16,0 0 1 0,-3-4 2 16,0-2-5-16,0-1-32 15,0-3-23-15</inkml:trace>
  <inkml:trace contextRef="#ctx0" brushRef="#br0" timeOffset="10773.67">23569 8778 76 0,'0'0'9'16,"0"0"8"-16,0 0 8 15,0 0 5-15,0 0-10 16,0 0-14-16,0 0-6 15,0 0 7-15,27-7 6 0,-8 4-8 16,4-2-2-16,4-1-1 16,0 0 0-16,3 0 0 15,3-1 0-15,0 0 0 16,-4 0 0-16,0 0-1 16,-3 0 0-16,-1 0-1 15,-6-1 1-15,-2 0-1 0,0 1 0 16,-1 1 0-16,-6 1-1 15,-1-1 0-15,-4 0 2 16,-2 2-1-16,-3 0 1 16,0 0-2-16,0 1 0 0,-2 0-4 15,-6 3 7-15,-1 0-5 16,-2 0 4-16,-1 0-2 16,-2 6 1-16,1 2-1 15,2 1 0-15,-3 1-2 16,5 1 2-16,3 3-2 15,2-4 3-15,2 3-1 16,2-4-1-16,0 0 0 0,7-1 3 16,5-3 2-16,2-2 0 15,4 1 1-15,2-4-5 16,2 0-23-16,0 0-21 16,-1-7 1-16,1-1-57 0</inkml:trace>
  <inkml:trace contextRef="#ctx0" brushRef="#br0" timeOffset="11196.17">24112 8657 76 0,'0'0'14'0,"0"0"12"0,0 0-3 0,0 0 5 15,0 0 0-15,0 0-17 16,0 0-12-16,0 0-6 16,0 0-2-16,0 0 8 15,9 0 3-15,-3 9-1 16,-1 0 1-16,-2-1 0 15,1 2-1-15,-2 0 1 0,2-3-2 16,-3 0 1-16,0-3 1 16,-1-1 0-16,0-1-1 15,0-2-6-15,0 0 11 16,-2 0 7-16,-4 0-9 0,1-5-3 16,0-3-3-16,1-2-2 15,3-1-3-15,1-2 1 16,0 1 7-16,8 1-5 15,2 0 2-15,4 1 2 16,2 1-1-16,0 3 1 0,-1 1 0 16,1 1 0-16,0 3 5 15,0 1-2-15,1 0 2 16,-3 0-2-16,-1 5-2 16,-5 5-2-16,-1 1 1 15,-3 2 0-15,-4-2 0 16,0 1-2-16,0-1-15 0,0-4-21 15,0-4-6-15</inkml:trace>
  <inkml:trace contextRef="#ctx0" brushRef="#br0" timeOffset="11487.33">24393 8447 135 0,'0'0'13'0,"0"0"-14"0,0 0-2 15,0 0 0-15,0 0 8 16,0 0 3-16,0 50-2 16,4-33-1-16,0 0 2 0,3-1-2 15,-1 2-2-15,0-1 1 16,-1-1-2-16,-1-1 1 15,0-2 0-15,-4 0 3 16,3 0-6-16,-3-3-10 16,0-3-17-16,0-6-10 0,-8-1-77 15</inkml:trace>
  <inkml:trace contextRef="#ctx0" brushRef="#br0" timeOffset="11749.52">24387 8572 114 0,'0'0'-8'0,"0"0"15"15,41-18-4-15,-26 14-2 16,-2 1-1-16,0 1 2 16,-2 2 4-16,-1 0 6 0,1 0 0 15,-3 3 0-15,2 3-5 16,-1 4-1-16,-3 0-3 15,-1-2-1-15,-1 2-1 16,-1-1 1-16,-1-2 1 16,0-1 2-16,-1-1-2 0,4-4-13 15,-1-1-22-15,0 0-17 16</inkml:trace>
  <inkml:trace contextRef="#ctx0" brushRef="#br0" timeOffset="11879.06">24591 8446 72 0,'0'0'65'0,"0"0"-56"15,0 0 0-15,0 0-18 16,0 0-22-16</inkml:trace>
  <inkml:trace contextRef="#ctx0" brushRef="#br0" timeOffset="12589.71">24737 8514 152 0,'0'0'-23'16,"0"0"30"-16,0 0-4 15,0 0-4-15,0 0-11 0,0 0 5 16,0 0 7-16,-40 0 1 15,28 4-2-15,0 3 4 16,0 1-3-16,3 2 0 16,1 1 1-16,3-1-1 15,1-2 0-15,3 2 0 16,1-3-2-16,0-1 3 0,0-2-1 16,7 0 1-16,0-3 0 15,3-1 1-15,0 0 0 16,-2 0 0-16,3-2 0 15,-3-4-1-15,-2-1 0 16,1-1-1-16,-1-1 0 0,-2-1 1 16,2 0-1-16,-1 0-2 15,-2 1-1-15,0 1 2 16,1 1 1-16,0 0 0 16,0 3 4-16,0 1-3 15,3 0 0-15,1 0 0 0,0 2 0 16,1 1 0-16,1 0 0 15,-1 0 0-15,1 1 3 16,-1 5 1-16,-1 1-1 16,0 0-4-16,-2 0 0 15,-2 3 0-15,-3-2 0 0,1 1 0 16,-2 0 0-16,0-2-1 16,0-3 3-16,-5 1-1 15,-1-3 1-15,0-2 0 16,1 0 1-16,1 0 0 15,2-4 3-15,2-3-2 0,0-3 5 16,2-1-6-16,11-1 0 16,1-2-2-16,3 1 0 15,0 1 0-15,2 3-1 16,0 2 6-16,-3 1 4 16,1 6-3-16,-1 0-2 15,-2 0-4-15,-3 3-1 0,-3 8-3 16,-1 5 3-16,-6 5 0 15,-1 5-1-15,-1 0-31 16,-12 3-24-16,-10-2-71 16</inkml:trace>
  <inkml:trace contextRef="#ctx0" brushRef="#br0" timeOffset="12989.45">23741 9102 86 0,'0'0'2'0,"38"-7"6"0,-13 1 0 0,2-2-1 15,4-4 1-15,1 1 0 16,5 0 2-16,2-2 2 16,3 0 6-16,2 0-2 15,5 2-9-15,-4 2-5 16,0 0 1-16,-3 1-3 0,3 4 3 15,-11 0-3-15,1 2-2 16,-8 1-5-16,-7 1-11 16,-4 0-5-16,-9 0-9 15,-5 4-18-15</inkml:trace>
  <inkml:trace contextRef="#ctx0" brushRef="#br0" timeOffset="13224.73">23892 9153 103 0,'0'0'20'0,"0"0"-3"16,0 0-13-16,0 0 1 15,62-20 9-15,-27 9 2 0,12-5-2 16,0 2-2-16,8-1-5 15,0 1-5-15,-3 2 1 16,0 1-2-16,-12-1-45 16,-9 1-36-16</inkml:trace>
  <inkml:trace contextRef="#ctx0" brushRef="#br0" timeOffset="13672.12">23159 8710 128 0,'0'0'8'0,"0"0"-2"0,0 0-3 16,0 0-2-16,39-9-1 16,-19 4 1-16,3-4 0 15,5 1 0-15,2-1-1 16,1-1 0-16,1 0 0 16,-1 2 0-16,0-1 0 0,-4 2 0 15,-5 3-10-15,-5 1-25 16</inkml:trace>
  <inkml:trace contextRef="#ctx0" brushRef="#br0" timeOffset="13863.98">23211 8750 138 0,'0'0'13'0,"0"0"1"15,35-13-8-15,-7 3-2 16,7 3-2-16,7-2 0 16,3 1-5-16,2 0-21 15,-1 0-19-15</inkml:trace>
  <inkml:trace contextRef="#ctx0" brushRef="#br0" timeOffset="14106.24">23603 9074 200 0,'0'0'10'16,"0"0"-4"-16,0 0-1 16,53-9-3-16,-18-1-63 15</inkml:trace>
  <inkml:trace contextRef="#ctx0" brushRef="#br0" timeOffset="-91331.22">19375 2825 136 0,'-50'-8'14'0,"-2"-2"-3"0,-2 2 3 0,-4 1-6 0,-1 3-5 15,-3 3 1-15,-5 1 2 16,-1 0-7-16,-2 9-1 16,-2 1 7-16,-1 4-11 15,-1 3 10-15,0 0-4 16,1 6 2-16,-2 1-2 0,0 6 0 16,4 5 0-16,-1 1-2 15,2 5 4-15,3 2-2 16,-2-1 0-16,2 2 0 15,6 2-2-15,-1-1 2 16,4 5 0-16,4 0-1 0,5 3 1 16,7-1 0-16,6-1 0 15,9 3 0-15,4-6 0 16,9 3 0-16,8-2 1 16,6-1-1-16,0 2 0 15,17-2-3-15,7-3 1 16,5-2 0-16,7-2 1 0,8-3 4 15,8-3 2-15,8-1-3 16,3-2 0-16,6-1 0 16,8 1 1-16,5-2 0 15,5-2-1-15,6 0-1 16,9-3 2-16,3 0-2 0,7-4 1 16,2 1-1-16,6-4 0 15,3-2 1-15,2 2-1 16,3-5 0-16,4 0 0 15,1-4 0-15,-1-2-1 16,5-2 1-16,-2-4 1 0,3-1-2 16,-2 0 1-16,0-8 1 15,-2-6-1-15,-2-6 5 16,-3-4 1-16,-6-7 3 16,-4-4-3-16,-6-4 0 15,-7-4 0-15,-10-2-2 0,-9-1-1 16,-8-2 4-16,-14 1 1 15,-10 0-2-15,-14 1 0 16,-10-3-2-16,-6-1 0 16,-10-1-1-16,-4-3-4 15,-9-1 0-15,-2-2 0 0,-2 2-3 16,-11-4 3-16,-3 0-1 16,-7-1-1-16,-4 2 0 15,-4-2-1-15,-6 2-3 16,-5 1 4-16,-7 1-1 15,-6 1 3-15,-6 0 2 0,-6 1 0 16,-5 0 3-16,-9 3-1 16,-5 0-4-16,-10 2 3 15,-13 3-1-15,-17 3-2 16,-19 9 4-16,-25 8-8 16,-32 17-2-16,-38 10-6 0,-40 33-16 15,-48 17-57-15</inkml:trace>
  <inkml:trace contextRef="#ctx0" brushRef="#br0" timeOffset="-40201.71">20583 8804 106 0,'0'0'-17'0,"0"0"20"0,0 0-1 16,0 0-2-16,0 0-2 15,0 0-1-15,0 0 0 0,0 0 1 16,0 0 2-16,0 0 3 16,11 0-1-16,-11 0-1 15,0 0-2-15,0 0-19 16</inkml:trace>
  <inkml:trace contextRef="#ctx0" brushRef="#br0" timeOffset="-39690.03">20335 7992 17 0,'0'0'37'0,"0"0"-43"0</inkml:trace>
  <inkml:trace contextRef="#ctx0" brushRef="#br0" timeOffset="-39341.5">20214 7308 38 0,'0'0'7'16,"0"0"2"-16,0 0 0 15,0 0-2-15,0 0-2 0,0 0-1 16,0 0-2-16,0 0-2 16,-2-17-5-16,8 11-23 15</inkml:trace>
  <inkml:trace contextRef="#ctx0" brushRef="#br0" timeOffset="-38256.71">16968 8856 67 0,'0'0'-1'0,"0"0"5"16,0 0-1-16,0 0 1 0,0 0 0 16,0 0-2-16,0 0-2 15,0 0 1-15,-14 37 0 16,14-30 1-16,0 3 0 16,0-3 3-16,0 1 0 15,4 0-2-15,3 2 2 16,0 0-1-16,4 1-2 0,0-1 0 15,1 1 0-15,2 0 2 16,-1 0 0-16,1-1-1 16,-1 0-2-16,-5-2-19 15,0-1-27-15</inkml:trace>
  <inkml:trace contextRef="#ctx0" brushRef="#br0" timeOffset="-37988.47">17129 8910 58 0,'0'0'4'0,"0"0"8"16,0 0 5-16,0 0-12 15,-44 10-2-15,24 7-1 16,-2 6-1-16,-3 7-1 16,-2 4 1-16,-2 2 0 0,0-1-1 15,0 3 2-15,1-6 0 16,2-5-26-16</inkml:trace>
  <inkml:trace contextRef="#ctx0" brushRef="#br0" timeOffset="-37711.18">16833 9086 82 0,'0'0'3'15,"0"0"3"-15,36-7 2 16,-18 7-1-16,5 0-3 16,0 0-2-16,0 0-2 0,1 0 1 15,2 0-1-15,-1 0 1 16,0 3-1-16,0 1 2 16,-3-1 1-16,-1 0-12 15,-4-3-18-15</inkml:trace>
  <inkml:trace contextRef="#ctx0" brushRef="#br0" timeOffset="-37369.6">16916 8979 66 0,'0'0'31'16,"0"0"-28"-16,0 0 0 15,0 0 5-15,0 0 4 0,42 11 0 16,-23-7-2-16,3 6-6 15,2 0-3-15,3 3 2 16,0 2 1-16,-2 0 1 16,-2 0-2-16,-2-1-26 15,-6-2-4-15,-3-4-3 0,-4-6-42 16</inkml:trace>
  <inkml:trace contextRef="#ctx0" brushRef="#br0" timeOffset="-36984.01">16854 9017 62 0,'0'0'-2'0,"0"0"8"15,0 0 2-15,0 0-5 16,0 0 2-16,0 0-1 0,45-14 0 15,-29 18 0-15,4 3-4 16,-1 3 1-16,0 1-1 16,2 2 0-16,1-3 2 15,-2 3-2-15,2-2 2 16,-1-4-9-16,-2-4-31 16</inkml:trace>
  <inkml:trace contextRef="#ctx0" brushRef="#br0" timeOffset="-36779.65">17149 8927 97 0,'0'0'-6'16,"0"0"14"-16,0 0-4 15,-39 4-3-15,23 12-9 16,-2 5 19-16,-6 7-17 0,3 3 12 15,-4 2-6-15,-1 1 1 16,2-2-3-16,1-2-15 16</inkml:trace>
  <inkml:trace contextRef="#ctx0" brushRef="#br0" timeOffset="-36537.54">16829 9126 138 0,'0'0'-29'0,"0"0"31"15,0 0-1-15,0 0 0 16,0 0-2-16,48-11 1 16,-28 11 1-16,0 0 0 15,3 0 0-15,4 0 0 0,2 0 0 16,0 0 1-16,1 0-2 15,2 0 0-15,-5 0-8 16,-5 0-27-16</inkml:trace>
  <inkml:trace contextRef="#ctx0" brushRef="#br0" timeOffset="-36274.28">17050 8963 103 0,'0'0'-1'0,"0"0"12"16,0 0-1-16,0 0-6 16,0 0-5-16,0 0-1 0,0 0 0 15,0 0 0-15,-17 44 2 16,23-26 1-16,2 2 0 15,0 0 1-15,0 3-1 16,0-3-7-16,-3-2-16 16,-4-4-75-16</inkml:trace>
  <inkml:trace contextRef="#ctx0" brushRef="#br0" timeOffset="-36103.29">17087 9020 195 0,'0'0'-44'0,"0"0"42"15,-37 15 0-15,26 1 3 16,3 1-1-16,-2-1-14 16,2-5-47-16</inkml:trace>
  <inkml:trace contextRef="#ctx0" brushRef="#br0" timeOffset="-35348.14">16788 8432 81 0,'0'0'3'0,"0"0"-3"0,0 0 1 0,22 39 1 16,-7-23 0-16,2 4 0 15,3 1 1-15,4 3 0 16,5 3-1-16,1 2 0 16,4 2 0-16,1 2 1 15,-2-2-1-15,-4-1 2 0,-3-3-1 16,-5-6-8-16,-3-4-11 16,-7-9-25-16</inkml:trace>
  <inkml:trace contextRef="#ctx0" brushRef="#br0" timeOffset="-35163.25">17120 8742 33 0,'0'0'50'16,"0"0"-45"-16,-43-49 10 15,28 38-1-15,-2 6 2 16,-2 5-11-16,-1 6-3 16,-7 14-1-16,-1 8 0 15,-6 8-1-15,0 5 2 0,1 5-1 16,0 0 0-16,3-1-1 15,4-3-17-15,3-8-12 16,3-10-40-16</inkml:trace>
  <inkml:trace contextRef="#ctx0" brushRef="#br0" timeOffset="-34985.23">16747 8876 152 0,'0'0'-23'0,"0"0"21"16,0 0 0-16,0 0 1 16,0 0 2-16,30 46 0 15,-18-31 1-15,3-2-7 16,2-3-14-16,-1-3-23 16</inkml:trace>
  <inkml:trace contextRef="#ctx0" brushRef="#br0" timeOffset="-34899.26">16877 9001 104 0,'0'0'3'0,"-30"47"-3"16,14-20 0-16</inkml:trace>
  <inkml:trace contextRef="#ctx0" brushRef="#br0" timeOffset="-31669.41">19898 11102 101 0,'0'0'1'0,"0"1"0"0,0-1-5 0,0 1-12 16,1 2 2-16,1-2-18 15,2 1 14-15,-1 0 16 0,-1 0 2 16,-1-2 6-16,2 1 0 15,-1 0-2-15,1-1-4 16</inkml:trace>
  <inkml:trace contextRef="#ctx0" brushRef="#br0" timeOffset="-30026.97">19761 10115 116 0,'0'-2'-1'0,"0"-3"8"0,0 3-4 16,1 2-3-16,0-1-3 0,-1-3-33 16</inkml:trace>
  <inkml:trace contextRef="#ctx0" brushRef="#br0" timeOffset="-27157.29">21271 4634 15 0,'0'0'8'0,"-2"0"-7"0,2 0 1 0,0-3 5 16,0 3 11-16,0 0-6 16,0-2-4-16,0 1-5 15,0 0-4-15,0-1 2 16,0 1-1-16,0 1 2 0,0-1-1 15,2-1-1-15,0 2 0 16,0 0 0-16,0 0 0 16,3 0 0-16,-2 0 0 15,1 0 1-15,3 0 0 16,-2 0-1-16,1 0 0 16,-1 0 2-16,-1 2-2 0,0 0 0 15,1 1-2-15,-3 0 4 16,-1-2 0-16,1 2-1 15,-1 0 1-15,0 0-1 16,1 0 0-16,2 1 0 16,-4-2-1-16,3 0 1 0,-1 1 0 15,0 0 0-15,1-1 1 16,0-1-1-16,1-1 1 16,0 0 0-16,2 0 0 15,-1 0 3-15,5 0-1 0,-1-9 0 16,3-1 9-16,2-3-6 15,5-2-3-15,-2-1-1 16,6-4 0-16,-1 2-1 16,2-3-1-16,2 1 0 15,1-1 0-15,-5 0 0 16,0 3 0-16,1-2 1 0,-7 4 0 16,0 2 0-16,-4 3-1 15,0 1 1-15,-5 3-1 16,-1 4-1-16,-2 2 2 15,-2 1 0-15,-2 0-13 16,0 2-24-16,-4 6 13 0</inkml:trace>
  <inkml:trace contextRef="#ctx0" brushRef="#br0" timeOffset="-26432.15">21317 4634 70 0,'0'0'8'0,"0"0"-7"0,0 0 2 0,0 0-3 16,0 0 1-16,0 0 0 0,0 0 1 15,0 0-1-15,0 0-1 16,0 0 0-16,0 0 0 16,0 0-2-16,0 0 1 15,28 1-1-15,-26 5 1 16,2-2 2-16,-2 3 0 0,2-1-1 15,0 0 0-15,2 2 0 16,-4-2 0-16,3-2 1 16,1-1-2-16,0 1 0 15,0-4 1-15,-1 0 1 16,3 0 0-16,0-1 3 16,3-6 7-16,1-3-1 0,2-3-5 15,0-3-2-15,4-1 0 16,1-3-2-16,3-4 2 15,4-1 0-15,1-4 3 16,1-2 2-16,2-1 1 16,-1 0-2-16,2 2-3 0,0 2-2 15,-4 2 0-15,-1 5-1 16,-2 5-1-16,-3 4 1 16,-6 4 0-16,-3 6-1 15,-5 2-2-15,-3 0-22 16,-4 7-6-16,0 6 21 0,-10 2-17 15</inkml:trace>
  <inkml:trace contextRef="#ctx0" brushRef="#br0" timeOffset="-25828.16">21399 4581 73 0,'0'0'4'0,"0"0"14"0,0 0-10 0,0 0-2 16,0 0-5-16,0 0 0 15,0 0-2-15,0 0 0 16,0 0 0-16,0 0-1 15,0 0 0-15,11 21 2 0,-8-12 0 16,-1 0-1-16,0-1 2 16,2-1-1-16,-2-4-2 15,2 1 1-15,-1-2 3 16,3-2-1-16,-1 0 5 16,4-2 1-16,0-6 11 0,2-5-9 15,4-1 0-15,1-7 0 16,4-2-5-16,3-4 2 15,0 0 1-15,2-3 3 16,1-1-3-16,0 1-3 16,-1 4-1-16,-5 4-1 15,-2 5 1-15,-3 5-1 0,-5 5-2 16,-3 3-2-16,-5 4-18 16,-2 0-18-16,0 7 20 15,-5 8 2-15,-9 1-15 16</inkml:trace>
  <inkml:trace contextRef="#ctx0" brushRef="#br0" timeOffset="-25337.14">21367 4630 44 0,'0'0'3'0,"0"0"-4"0,0 0 8 15,0 0 0-15,0 0-3 16,0 0 1-16,7 39-3 16,-1-33-1-16,-5 0 1 15,2-5 0-15,1 2 0 16,0-2 4-16,-2-1 1 0,1 0 5 16,5-1 12-16,-1-9 6 15,5-3-14-15,4-4-9 16,5-5 0-16,6-4-2 15,2-4 1-15,3-1-3 16,0-2 0-16,2-1-1 0,-2 4 2 16,-3 2-1-16,-5 5 1 15,-6 6-3-15,-2 7-3 16,-9 4-14-16,-5 6-7 16,-2 0-30-16,-4 12 40 15,-9 2-11-15</inkml:trace>
  <inkml:trace contextRef="#ctx0" brushRef="#br0" timeOffset="-24903.33">21359 4635 106 0,'0'0'5'0,"0"0"-3"0,0 0-2 0,0 0 6 0,0 0-1 16,0 0 4-16,0 0-6 16,0 0-1-16,46-1-1 15,-33-5 7-15,3-4 5 0,0 0-3 16,3-4-5-16,2 1 3 16,1-4-1-16,-1 3-2 15,3 0-2-15,-5 1 0 16,-2 3 4-16,-3 3-4 15,-5 4-19-15,-6 3-18 0,-3 0-14 16,-2 7 31-16,-11 5-22 16</inkml:trace>
  <inkml:trace contextRef="#ctx0" brushRef="#br0" timeOffset="-24725.3">21463 4666 22 0,'0'0'70'0,"0"0"-51"16,0 0-16-16,0 0 3 16,0 0 3-16,0 0-3 0,0 0-2 15,0 0-2-15,5 2 2 16,1-2-1-16,-1 3-17 16,-2-3-36-16</inkml:trace>
  <inkml:trace contextRef="#ctx0" brushRef="#br0" timeOffset="-23564.41">21369 3685 13 0,'0'2'2'0,"0"-1"4"0,1-1 9 0,3 0 20 15,2-4-7-15,2-9-6 16,3-3 2-16,7-5-7 16,6-9-5-16,9-7-3 15,7-7-5-15,6-7-1 16,7-7-11-16,1-6-64 0</inkml:trace>
  <inkml:trace contextRef="#ctx0" brushRef="#br0" timeOffset="-14488.61">19146 8416 72 0,'0'0'10'0,"0"0"10"0,0 0-9 0,0 0-11 0,0 0-2 16,0 0-3-16,0 0 6 15,0 0-11-15,0 0-1 16,0 0 3-16,0 0 6 16,0 0 1-16,0 0 0 15,23 4 3-15,-19-2 1 0,2 2 0 16,-1-1-1-16,1 1 0 16,0 0 0-16,4-1 0 15,-3 3 2-15,2-2 1 16,2 2 0-16,-4-1 2 15,3 1-5-15,3 1 0 0,-1 2-1 16,-1 0 0-16,1 0 1 16,1 4-1-16,5-2-1 15,-5 2 1-15,5 0-1 16,-2 3 0-16,0-1 0 16,-1 4 1-16,-1-2 0 0,1 0-1 15,-2 1 0-15,0 1 1 16,1 2-1-16,0-3 1 15,-1 2-1-15,3 0 0 16,-3-3 0-16,3 0 1 16,-3 0-1-16,0-4 0 15,1 0 0-15,2-2-1 0,-3-5-12 16,-3-2-27-16</inkml:trace>
  <inkml:trace contextRef="#ctx0" brushRef="#br0" timeOffset="-13975.55">19624 8361 92 0,'0'0'7'0,"0"0"-5"0,0 0-1 16,0 0-1-16,0 0 0 15,0 0 0-15,-44 22 0 16,35-15 1-16,-1 3-1 16,-1 3 0-16,-3 1 3 0,1 5-1 15,-2 2 0-15,-3 5 0 16,1 2-1-16,-1 5-1 15,1 2-1-15,-4 2 2 16,2-1-1-16,-2-1 0 16,2-5 0-16,-2 0 0 0,1-6 0 15,3-3-1-15,-4-1-1 16,4-3-5-16,-1-5-10 16,4-3-22-16</inkml:trace>
  <inkml:trace contextRef="#ctx0" brushRef="#br0" timeOffset="-13457.05">19133 8383 88 0,'0'0'2'0,"0"0"-1"0,0 0 0 0,0 0 2 16,38-4-1-16,-27 12 0 16,1 0-1-16,0 1 0 15,1 4 0-15,1-1 0 0,1 1-1 16,1 1 1-16,1 0-1 16,2 0 2-16,0 2 0 15,2 1-1-15,1-1 1 16,1 2-1-16,-5 3 0 15,4-1-1-15,-4 3 0 0,1-2 1 16,2 0-1-16,-3-2 0 16,4-2 1-16,-2-3-1 15,2 0 0-15,-1-4 0 16,1 1 0-16,-3-6 1 16,2 1-1-16,-2-5 0 0,0-1-5 15,-3 0-19-15</inkml:trace>
  <inkml:trace contextRef="#ctx0" brushRef="#br0" timeOffset="-13015.23">19651 8282 25 0,'0'0'41'0,"0"0"-40"0,0 0-1 0,-27 39 2 16,20-22-1-16,-4 4-1 0,-3-1 4 15,-1 4 1-15,-1 2 3 16,0 1-1-16,-1 0-2 16,0 1-3-16,0 3-1 15,2-1-1-15,-2 2 1 16,2 1-1-16,1-1 0 0,0-1 0 15,0-1 0-15,1-3 0 16,1-3-2-16,1-4-5 16,1-4-8-16,-2-6-14 15</inkml:trace>
  <inkml:trace contextRef="#ctx0" brushRef="#br0" timeOffset="-12516.28">19190 8403 61 0,'0'0'2'0,"0"0"-2"0,0 0 8 0,0 0 3 16,0 0-4-16,41 21-4 15,-26-12 0-15,4 1 1 16,0 1-3-16,2 2 1 15,1 1-1-15,1 1 2 0,0 0-1 16,-4 2-1-16,2 0 0 16,-2 2 1-16,-1-2 0 15,-1-1 0-15,1 0 1 16,0-1 0-16,5-1 2 16,1 0 1-16,-2-1-1 0,1-3 2 15,2-2-2-15,-1 0-2 16,-4-2-1-16,-2-1 1 15,0-1-2-15,-5-4-1 16,-3 0 0-16,-4 0-14 16,-4 0-19-16,-2-9-31 0</inkml:trace>
  <inkml:trace contextRef="#ctx0" brushRef="#br0" timeOffset="-12124.37">19579 8385 69 0,'0'0'2'0,"0"0"11"0,0 0 3 0,0 0-3 16,0 0-5-16,0 0-3 15,0 0 2-15,0 0-5 16,0 0-2-16,-37 5 1 16,24 13-1-16,0 3 0 15,-4 7 1-15,1 3-1 16,-2 6 1-16,-3 3-1 0,4 5 0 15,-3-2 0-15,3-2 0 16,2-4 0-16,3-4 0 16,2-5-1-16,1-10-6 15,-1-6-21-15,5-5-18 16</inkml:trace>
  <inkml:trace contextRef="#ctx0" brushRef="#br0" timeOffset="-11762.08">19103 8460 72 0,'0'0'4'16,"0"0"4"-16,0 0-8 16,0 0 0-16,0 0 1 15,0 0 4-15,41 27 2 16,-20-17-1-16,2 1-2 0,6 2 0 16,0 0-3-16,3 0 6 15,2 1-6-15,1-1 2 16,3-1-1-16,-4 3-1 15,3-2 0-15,-2-1-1 0,0 1 0 16,2-2 0-16,-6-1-2 16,1-5-22-16,-5-4-64 15</inkml:trace>
  <inkml:trace contextRef="#ctx0" brushRef="#br0" timeOffset="-10077.3">16989 7883 66 0,'0'2'3'0,"-4"-1"-8"0,-1 2 1 0,0 0 0 16,-3 0 2-16,3-2 2 15,0 1 2-15,1-1 0 16,2-1 4-16,-1 0 6 16,3 0 3-16,-4 1-7 0,4 2-8 15,-2 1 0-15,0 2 1 16,-1 3-1-16,-1 2-1 15,-2 3 1-15,-1 0-4 16,-3 5 0-16,-1-2 1 16,-3 1 3-16,0 2 0 15,-1-4 0-15,0 2 0 0,-1-2 1 16,-2 0 0-16,0 2 0 16,1-1-1-16,-1 3 0 15,-3 0 1-15,2 3-1 16,-1 0 0-16,2 1 0 15,-2 4 0-15,2-4 0 0,2 3 0 16,2 0 2-16,1 2-4 16,2-1 4-16,-1 0-2 15,4 2 0-15,-2 0 0 16,2 1 0-16,2 2 0 16,1-2 0-16,1 2 0 0,0 0 0 15,1 2 1-15,-4-2-1 16,1 1 0-16,1-2 0 15,-1 1 0-15,1-4 0 16,0 0 0-16,1-2-1 16,4 0 2-16,0-1-1 0,0-1 0 15,5 1-1-15,4-1 1 16,3 0 0-16,3 0 0 16,0-1 0-16,5-4 0 15,-3 0-2-15,3-3 2 16,1-3-1-16,2-2 1 0,-1-3 0 15,2-1 4-15,-4-2 0 16,2-1-3-16,-1 0 1 16,0-1-1-16,-2 0 2 15,1-1-3-15,-1 0 2 16,0 0 0-16,-1-1 0 0,-2 1-1 16,0-1-1-16,-2 0-1 15,-1-2-12-15,-3 0-34 16</inkml:trace>
  <inkml:trace contextRef="#ctx0" brushRef="#br0" timeOffset="-9791.24">16895 9143 66 0,'0'0'22'0,"0"0"-21"0,0 0 0 0,45 0 4 16,-31 0-1-16,-2 0 1 15,1 7 5-15,-3 6 1 16,-5 5-6-16,-5 8-1 15,-5 13 2-15,-28 14-8 0,-23 13-54 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2:16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7568 6115 19 0,'-2'-1'19'0,"0"-2"4"0,0 1-12 0,0 1-1 16,-2 0-5-16,2 1-2 15,0 0-2-15,0 0-1 16,0 0-1-16,-1 0 0 15,2 0-3-15,-1 2 0 0,2 0 0 16,0-2 1-16,-1 3 3 16,1-3 0-16,0 1-1 15,0-1 0-15,0 0 0 16,0 0 1-16,0 0 5 16,2 0 3-16,5 0-4 0,-1-1-1 15,2-2 0-15,-1 0-2 16,3 0-1-16,0 1 1 15,-3-1 0-15,3 1-3 16,-1 1 1-16,0-1 1 0,2-2 1 16,3 4 3-16,1-3-2 15,1 1 0-15,4 0-1 16,0-1 2-16,5 0-1 16,-1-1-2-16,-2 0 0 15,1 1 0-15,2 0 2 16,-7 0-2-16,2 0 2 0,0 2-2 15,0-2-3-15,-2 2 3 16,0-2 2-16,4 2-2 16,0-1 4-16,3 0-1 15,-1 0-2-15,1 0-1 16,2 0 1-16,0-1 0 0,0 1-1 16,-2-1 0-16,-2-1 0 15,2 1 0-15,-2-1 0 16,-1 1-1-16,0 2-1 15,1-2 4-15,1 0-2 16,1 3 1-16,0-1 0 0,-1-1 0 16,1 2-1-16,0 0 1 15,2 0 0-15,0 0-1 16,-1 3 1-16,0 0-1 16,-1 0 1-16,0 1-1 15,-2-3 0-15,1 2 0 0,-2 0 1 16,1-2-1-16,3 0 0 15,2 0 0-15,1-1 0 16,4 0 0-16,0 0 1 16,-1 0-1-16,-1 0 2 15,2 1-2-15,-4 1 0 16,0-2 0-16,3 1 1 0,-3 1-2 16,4 0 1-16,-1-1 1 15,3 0-1-15,1 0 0 16,0-1 0-16,2 0 0 15,-2 0 1-15,1 0 0 16,-1-1 4-16,-2-1 0 0,4-2-2 16,-2 4-2-16,2 0 0 15,0 0 0-15,1 0-1 16,0 0 1-16,-1 0-1 16,-3 0 0-16,1 0 2 15,-2 0-2-15,2 0 1 0,-2 0 1 16,1 0-1-16,1 0 0 15,0 0-1-15,-1 0 1 16,0 0 0-16,2-3 3 16,-5 0-3-16,1 2 4 15,0-3 1-15,3 3-1 0,-3 0-1 16,1 1-1-16,1 0-2 16,-1 0 0-16,-1 0 0 15,-3 2-1-15,1 2 0 16,0 0 0-16,0-1 1 15,1 1-1-15,4-1 0 0,-3 0 2 16,3 0-1-16,-2 0 1 16,1 1 0-16,-3-1-1 15,-1 1 1-15,0-1-1 16,-2 0 1-16,0 0 1 16,1 1-1-16,2-1-1 0,2-2 0 15,-1 2 0-15,3-2-1 16,-3 1 1-16,2-2 0 15,-2 0-1-15,1 0 0 16,-3 0 1-16,1 0 0 16,3-3 4-16,-3 0-1 0,5 2 0 15,-1 1-4-15,1 0 1 16,0 0 2-16,-3 0-2 16,-1 0 1-16,-2 0-1 15,-1 0 4-15,3 0 3 16,-2 0-3-16,1 0 2 0,3 0-5 15,1 0 1-15,2 0-2 16,-2 0 0-16,-1-4 2 16,-1 1-2-16,-3-2 1 15,-2 3-1-15,-2-1 0 16,0 0 1-16,-2-1-1 0,-4 1-1 16,3 0 2-16,0-1 0 15,-4-1 1-15,2 1-1 16,-1 1-1-16,1-1 1 15,-4 0-2-15,0 2 0 16,-1 1 1-16,-1 1 1 16,-5 0-2-16,-4 0-2 0,-7 4-19 15,0-1-80-15</inkml:trace>
  <inkml:trace contextRef="#ctx0" brushRef="#br0" timeOffset="1610.39">16046 3912 96 0,'0'0'1'16,"0"0"5"-16,0 0 0 0,0 0 1 0,0 0 2 15,0 0-8-15,0 2-1 16,0-2 2-16,0 4 4 16,0 0 0-16,1 3 1 15,0 2-3-15,1 1 2 0,0 1-4 16,0 3 0-16,0-1-2 16,0 0 1-16,1 0 0 15,0-2 1-15,1 0-2 16,-2-4 0-16,-1 2 0 15,1-2 1-15,-1 2-1 0,-1-1 0 16,0-2-6-16,0-2-30 16,-2-4-31-16</inkml:trace>
  <inkml:trace contextRef="#ctx0" brushRef="#br0" timeOffset="1931.61">15899 3912 115 0,'0'0'6'0,"0"0"0"0,0 0-3 16,0 0-1-16,0 0 1 16,0 0-2-16,39-11 1 15,-25 11 0-15,4 0-2 16,0 0 1-16,3-1-1 16,2 0 1-16,1 0-1 0,1 1-1 15,2-4-7-15,-4-2-36 16</inkml:trace>
  <inkml:trace contextRef="#ctx0" brushRef="#br0" timeOffset="2509.69">16254 3782 171 0,'0'0'-23'0,"0"0"33"16,0 0 0-16,0 0-6 0,0 0-4 15,0 0-1-15,0 0 1 16,0 0 0-16,-9 20 0 16,9-5-1-16,0 2 1 15,2 2 1-15,3 1-1 16,3 0-1-16,-1-1 3 0,2-2-2 16,-4-1 1-16,1 0-1 15,-2-4 0-15,-1-1 1 16,-1-2 0-16,-2-2-1 15,0 0 1-15,0-1-1 16,0 0 1-16,-2-1-1 16,-1 0 2-16,-4-2-2 0,2-1-1 15,0-1 1-15,-3-1 0 16,4 0 1-16,-4-1-1 16,4-4 1-16,-1-5-1 15,0 1 2-15,3 1-2 16,0-2 1-16,2 0 4 0,0 1-2 15,0 0 1-15,3 0-1 16,5 0-5-16,1 1 2 16,2 1 2-16,1-2-1 15,2 1-2-15,2 5 2 16,0-3-1-16,2 2 3 0,-3 1 1 16,2 3 4-16,-1 0-1 15,-1 0-4-15,-2 0 0 16,-2 9-2-16,-2-2 0 15,-2 4 1-15,-1 2-2 16,-4-2 1-16,0 2-2 0,0 0 1 16,-1 1-13-16,0-4-27 15,1-2-24-15,4-3-50 16</inkml:trace>
  <inkml:trace contextRef="#ctx0" brushRef="#br0" timeOffset="2964.01">16585 3929 115 0,'0'0'5'0,"0"0"-4"0,0 0-1 16,0 0 1-16,0 0 2 15,0 0 0-15,43-7-1 16,-31 3 4-16,2 0 4 15,-1 2 2-15,1-3-4 0,-1-1-3 16,3 0-2-16,-3-1-1 16,0-2 0-16,-2 0 0 15,-2-1 1-15,-2 0 1 16,-2 1 5-16,-3 0-1 16,-2 4 0-16,0 1-3 0,-2 1-4 15,-10 3 3-15,-1 0-7 16,-3 3 3-16,-3 4 0 15,0 6 0-15,1-1 0 16,0 3 0-16,3 0 2 16,4-2-2-16,4 1 1 15,1-2-1-15,1-1 1 0,4-1 0 16,1 0-1-16,0-3 1 16,1 0-1-16,10-1 3 15,2 0 1-15,8-1 2 16,6 0-1-16,8-1-4 15,5-3 0-15,1-1-10 0,4 0-132 16</inkml:trace>
  <inkml:trace contextRef="#ctx0" brushRef="#br0" timeOffset="3562.77">17777 3826 77 0,'0'0'12'0,"0"0"12"0,0 0 3 15,0 0-2-15,0 0-7 16,0 0-3-16,0 0-2 0,0 0-6 16,0 0-2-16,0 0-4 15,0 0 0-15,-42-13-1 16,31 13 0-16,-2 3 1 16,0 4-1-16,-1 1 0 15,0 1 1-15,1 1-1 16,0 1 1-16,4-1 2 0,0 3-3 15,2-2 0-15,2 1 1 16,3-1-1-16,0 0 2 16,2-1-2-16,0 0 0 15,0 0 1-15,5 0-1 16,5-1-1-16,4-2 2 0,3-1 0 16,6-1 0-16,-1-2-3 15,4 1-20-15,1-4-41 16,1 0-9-16</inkml:trace>
  <inkml:trace contextRef="#ctx0" brushRef="#br0" timeOffset="4074.69">18002 3931 109 0,'0'0'21'0,"0"0"21"15,0 0-24-15,0 0-5 0,0 0-6 16,0 0-2-16,0 0-5 15,-16-38 6-15,7 37-5 16,0 1 0-16,-5 0 0 16,1 0-1-16,-3 0 1 15,0 4 0-15,1 3 0 16,2-1 0-16,1 2 0 0,1 0 1 16,4 2-2-16,2-3 1 15,4 3-1-15,-2-3-1 16,3 0-1-16,0 0 0 15,5-1 1-15,4-3 2 0,4 0-1 16,1-3 1-16,1 0 2 16,2 0 0-16,-2-3-2 15,2-3-1-15,-3-2 1 16,0-1 0-16,-3 2-1 16,-1-3 0-16,-2 3 1 15,-2-3 0-15,-5 6 1 0,1-1 2 16,-2 1 9-16,0 4 0 15,0-1-6-15,0 1-4 16,0 0 0-16,0 0-3 16,0 1 0-16,0 5-2 0,2 0 0 15,1 1 2-15,3-3-1 16,1 3 0-16,2-3 2 16,-1 2-1-16,1-3-1 15,3 0-10-15,0 0-17 16,1-3-13-16,-3 0-19 15,3 0 3-15</inkml:trace>
  <inkml:trace contextRef="#ctx0" brushRef="#br0" timeOffset="4395.84">18158 3721 120 0,'0'0'-9'0,"0"0"30"0,0 0 1 0,0 0-9 16,0 0-4-16,0 0-6 0,0 0 6 15,0 0-6-15,0 0-4 16,0 0 2-16,-3-7 0 16,8 25 2-16,-2 5 0 15,1 1-3-15,2 1 3 16,-1 0-2-16,2-4 0 0,-2-1 1 15,-1-2-1-15,0-5 2 16,0-2-3-16,-1-2 0 16,1-1 1-16,3 0 0 15,-4-3-1-15,1-1-10 16,0-2-56-16,-2-2-67 16</inkml:trace>
  <inkml:trace contextRef="#ctx0" brushRef="#br0" timeOffset="4530.89">18197 3857 195 0,'0'0'19'0,"0"0"10"0,0 0-15 15,0 0-13-15,0 0-2 16,61-40 0-16,-27 34-24 16,6-2-79-16</inkml:trace>
  <inkml:trace contextRef="#ctx0" brushRef="#br0" timeOffset="5199.78">19125 3731 107 0,'0'0'-1'0,"0"0"12"15,0 0 7-15,0 0-9 16,0 0-2-16,0 0 7 16,0 0-6-16,0 0-4 15,19-39 4-15,-19 35-3 16,0 3 4-16,0-1-4 0,-4 2 1 16,-5 0-6-16,-1 0-1 15,-7 0 3-15,-1 0-1 16,-1 4 0-16,-2 5 0 15,2-1 0-15,0 2-1 16,7-1 1-16,4 2-2 0,5 1 1 16,3-1-1-16,2-1-1 15,11 0 0-15,5 0 1 16,4-3 1-16,5 3 1 16,0-3 0-16,2 0 0 15,0 0 0-15,-4 0 0 0,-2 0 0 16,-2 1-1-16,-4 0 1 15,-6-2-1-15,-1 0 0 16,-2-1 0-16,-6 0 1 16,-2 0-1-16,0-1 0 15,-6-1 6-15,-9 1-1 0,-7 0-1 16,0 2-1-16,-7-3-3 16,2 3 2-16,2-2-2 15,-1-1 0-15,8 1-2 16,6 0-2-16,5-2-41 15,7-2-51-15</inkml:trace>
  <inkml:trace contextRef="#ctx0" brushRef="#br0" timeOffset="5797.47">19510 3813 63 0,'0'0'32'0,"0"0"-18"0,0 0 5 0,0 0 1 16,-43-20-1-16,35 17 0 16,1 0-5-16,-1 3-8 15,4-3 0-15,-2 3-2 16,2 0-1-16,1 0-1 0,-3 0-2 15,2 0 0-15,0 6 0 16,-2 0 0-16,2 5 0 16,1 1 0-16,1 0-2 15,0 1 2-15,2 0-1 16,0-2 0-16,0-1-3 0,4 0 3 16,1-5 2-16,1 0-1 15,2-5 2-15,1 0 0 16,1 0 2-16,2 0 1 15,0-3 0-15,0-4-4 16,2-3 1-16,-1 0 3 16,-1-1 1-16,-2 2 5 0,-3 1-2 15,-1 2 0-15,-2-1-3 16,-3 4-1-16,0 3-1 16,1 0-4-16,2 0 0 15,-2 2-1-15,2 3 1 0,3 4 0 16,-2-1 0-16,2 0 0 15,0 0 0-15,3-3 1 16,-2 0-2-16,4-1 2 16,-1-2-4-16,1-1-3 15,-1-1-6-15,-2 0-11 0,1-3-5 16,0-7-5-16,-6-1 6 16,1-5 7-16,-1-2-11 15,-1-5-9-15</inkml:trace>
  <inkml:trace contextRef="#ctx0" brushRef="#br0" timeOffset="6103.91">19702 3640 96 0,'0'0'19'0,"0"0"25"0,0 0-7 0,0 0-16 16,0 0-7-16,0 0-7 16,0 0-6-16,0 0-6 15,0 0-1-15,0 0 6 0,-13-17 1 16,13 28-1-16,0 5 0 15,3 1-1-15,2 0 1 16,0 1-1-16,-2 1 2 16,2-1 0-16,0-2 1 15,-2-2-2-15,0 1 1 0,3 0 1 16,-2-3-1-16,-2 0 0 16,1-1 0-16,1-1-1 15,0 0 0-15,-1 0 1 16,1-1-1-16,3-1 0 15,-4-1-1-15,0-1 1 0,-2-2-10 16,1-2-47-16,-2-2-16 16</inkml:trace>
  <inkml:trace contextRef="#ctx0" brushRef="#br0" timeOffset="6274.95">19682 3785 177 0,'0'0'35'0,"0"0"-5"16,0 0-18-16,0 0-8 0,0 0-4 15,0 0-1-15,45-12 3 16,-24 12-38-16,5 0-58 16</inkml:trace>
  <inkml:trace contextRef="#ctx0" brushRef="#br0" timeOffset="6930.26">20281 3863 221 0,'0'0'10'0,"0"0"-12"0,0 0-22 0,0 0-8 15,0 0-26-15,0 0-49 16</inkml:trace>
  <inkml:trace contextRef="#ctx0" brushRef="#br0" timeOffset="7107.68">20543 3834 151 0,'0'0'0'0,"0"0"2"16,0 0-2-16,0 0-16 16,0 0-24-16</inkml:trace>
  <inkml:trace contextRef="#ctx0" brushRef="#br0" timeOffset="7264.76">20849 3804 193 0,'0'0'12'0,"0"0"-12"15,0 0-1-15,0 0-21 16,40 0-59-16</inkml:trace>
  <inkml:trace contextRef="#ctx0" brushRef="#br0" timeOffset="7422.7">21126 3779 139 0,'0'0'89'0,"0"0"-63"16,0 0-15-16,0 0-11 16,0 0-1-16,0 0-48 15,0 0-42-15</inkml:trace>
  <inkml:trace contextRef="#ctx0" brushRef="#br0" timeOffset="8401.91">20366 3893 188 0,'0'0'12'0,"0"0"6"0,0 0-5 0,0 0-7 16,0 0-2-16,0 0-1 15,0 0-4-15,0 0-2 16,0 0-24-16,0 0-41 16,34-9-39-16</inkml:trace>
  <inkml:trace contextRef="#ctx0" brushRef="#br0" timeOffset="8573.34">20657 3841 122 0,'0'0'127'16,"0"0"-111"-16,0 0-6 16,0 0-8-16,0 0-3 15,0 0 0-15,0 0-2 0,0 0-40 16,33 0-38-16,-22 0-34 15</inkml:trace>
  <inkml:trace contextRef="#ctx0" brushRef="#br0" timeOffset="8722.85">20983 3810 284 0,'0'0'-34'16,"0"0"45"-16,0 0-13 15,0 0 2-15,0 0-5 16,38 11-50-16,-36-9-41 0</inkml:trace>
  <inkml:trace contextRef="#ctx0" brushRef="#br0" timeOffset="9613.86">15411 3682 129 0,'0'0'3'0,"0"0"-3"0,0 0 1 16,-9 57 0-16,9-30 1 16,0 6 2-16,0 2 2 15,0 2 0-15,6 4 2 16,2-1 0-16,0-1 1 0,1 0-3 16,-2 4-1-16,4-2-1 15,-6 2-3-15,1 2 1 16,-2-5-1-16,-3-2-1 15,0-1-1-15,0-6-1 16,0-5-1-16,0-5-24 0,4-9-12 16,-3-9-28-16</inkml:trace>
  <inkml:trace contextRef="#ctx0" brushRef="#br0" timeOffset="11493.6">15408 3621 70 0,'0'0'13'0,"0"0"0"0,0 0-2 16,0 0-9-16,0 0-2 15,0 0 1-15,48-27 0 0,-26 23 1 16,2 0-2-16,5 0 0 15,2 0 2-15,4 1-1 16,2-2 0-16,3 2 2 16,6-1-1-16,3-2 0 15,6 1-1-15,8-1 1 0,2-1 3 16,5 0-2-16,7 0 1 16,1-1-1-16,1 0 7 15,1-2-1-15,3 0 1 16,6-1-4-16,3 1 0 0,5-3-1 15,8 0-1-15,4-1 0 16,4 2-1-16,4-4 0 16,4 3 0-16,2-1-3 15,6 2 1-15,-1-1 1 16,3 2-1-16,2 1-1 16,2 0 0-16,2 2 0 0,0-2 0 15,2 0 0-15,5 1 1 16,0-1-1-16,2-1 0 15,2 1 0-15,-1-1 1 16,4-2-1-16,1 0 0 16,1 2 0-16,-2 1 0 0,-5 0 0 15,2 1 0-15,-7 1 1 16,-8-1-1-16,-5 2 0 16,-7-3 4-16,-7 3 6 15,-4-3 4-15,-7 3-4 16,0 0-3-16,-3 3-5 15,-5 1 0-15,-2 3-2 0,-11 0 1 16,-7 0-1-16,-13 0 2 16,-12 4-4-16,-8 2 2 15,-11-3 2-15,-10 1-2 16,-4 0-2-16,-4 1 4 0,-3-1-2 16,-2-1-2-16,-3 1 4 15,3 0-2-15,-2 1 0 16,0 4 0-16,1 0 0 15,1 5-2-15,0 2 2 16,0 2 0-16,-1 5 0 0,-1 1 0 16,-1 4 0-16,-1 2 2 15,1 3-4-15,-3 2 2 16,0 4 0-16,1 0 2 16,3 3-2-16,-1-2 0 15,3 2 0-15,0 1 0 16,2-2 0-16,-2 0 1 15,3 0-2-15,-3-4 2 0,0-3-1 16,0-3 0-16,-3-2 0 16,-1-6 0-16,-4-1 0 15,0-2-1-15,-6-3-1 16,-7-1-2-16,-3-2 3 0,-3 3 6 16,-6 0-3-16,-4-1-2 15,-5 2 0-15,-1 2 0 16,-7-2 0-16,-6 0 0 15,-1-1 0-15,-6 0 1 16,-5-3-1-16,-3-1 0 0,-7-2 1 16,-5-1-1-16,-6 0 1 15,-3 3-1-15,-6-2 0 16,-6 5-1-16,-5-1 0 16,1 2 0-16,-1-5-4 15,-5 1 5-15,6-2 0 0,2-3 0 16,-3-2 2-16,0 1-1 15,-2-3 1-15,-3 1-2 16,-6 0 0-16,-4-2 0 16,-3 0 0-16,-8 0 0 15,-3 1 0-15,-5-1-2 0,0 0-3 16,-1 0-25-16,6 0 14 16,-2-2 14-16,11 2 3 15,0-2 0-15,4 1 1 16,5 2 0-16,0-2 0 15,2 0 2-15,1 2-1 0,1-1 0 16,-1 2-2-16,4-1 0 16,2-1-1-16,3 1 0 15,4-1-1-15,6 0-1 16,5 0 1-16,5-1 1 16,1 1 0-16,4 0 1 0,3 1 0 15,4-1 0 1,2 3 2-16,5-1-3 0,-1 1 0 15,5-2 0-15,3 1 0 16,4-2 0-16,1 1-2 16,6 0 1-16,3-3 0 15,2 1 0-15,6 1 2 0,1 0-1 16,-1 1 0-16,2 1 0 16,1 0 0-16,1 0-1 15,1 1 1-15,1 0 0 16,2-1 0-16,-1 0 0 15,3-2 1-15,4-1-1 0,0 0 1 16,3-2 2-16,1 0 6 16,5 0 8-16,1 0-6 15,-1 0-1-15,3 0-3 16,2 0 0-16,-2-1-4 0,3 0-1 16,-1 1-1-16,0 0 0 15,0-2 1-15,1 2-1 16,0-1 0-16,1 0-1 15,-3 1 0-15,2 0 0 16,0 0-1-16,-5 0 0 0,-3 0-3 16,1 2-4-16,-7 2-2 15,1-1 3-15,-3-2 3 16,-1 0 3-16,3-1 1 16,0 0 1-16,4 0 0 15,-1 0-1-15,2-2 3 16,5-1 0-16,-2 2-2 0,2 0-1 15,1 1 0-15,1 0-1 16,-1 0-5-16,3 0-29 16,-4 1-29-16,3-1-16 15</inkml:trace>
  <inkml:trace contextRef="#ctx0" brushRef="#br0" timeOffset="14369.09">21218 4516 91 0,'0'0'57'15,"0"0"-39"-15,0 0 15 0,0 0-15 0,0 0 7 0,0 0-23 16,0 0-3-16,0 0 0 16,0 0 1-16,0 0 1 15,0 0-1-15,10 37-1 16,-4-21-2-16,-2-1-1 15,2 3-4-15,-3-6 4 16,2-1-2-16,0-2-6 0,-2-2-13 16,0-3-25-16,-1-1-42 15</inkml:trace>
  <inkml:trace contextRef="#ctx0" brushRef="#br0" timeOffset="14775.97">21284 4493 82 0,'0'0'2'16,"0"0"10"-16,0 0 8 16,0 0-1-16,44-24-3 15,-32 21-5-15,-1 1-2 16,3 1 0-16,-1-1 4 15,3 2-2-15,-3 0-1 0,3 0-5 16,-3 2-2-16,-1 4-2 16,-1 4 0-16,-2 0 0 15,-1 0 0-15,-2 3-1 16,-4-2 2-16,-1 0-1 16,-1-2-1-16,0 1 2 0,-1-3-2 15,-5 0 1-15,-2 0-2 16,-1 0 4-16,-2-1-2 15,-3 0-1-15,1-1 0 16,-3 0 1-16,3-1-1 16,-1 0 0-16,1-1 0 0,-1 1-5 15,5-1-20-15,3-3-18 16,1 0-1-16,5 0-59 16</inkml:trace>
  <inkml:trace contextRef="#ctx0" brushRef="#br0" timeOffset="15252.02">21638 4497 82 0,'0'0'4'0,"0"0"7"0,0 0 5 0,0 0-6 0,0 0 5 16,0 0-5-16,0 0-1 15,29-36-1-15,-27 31-2 16,0 1-2-16,-1 0-1 16,0 1 3-16,-1 0 8 15,0 0 0-15,0 3-5 0,0 0-3 16,-4 0-7-16,-5 0 2 15,2 3-2-15,-4 4 1 16,-3 0 1-16,2 3 0 16,2 0-1-16,-1 0 1 15,3 0 1-15,2 0-1 16,2-3 2-16,2 0 0 0,2 0 1 16,0 0 1-16,0-1-4 15,3 1 2-15,5-1-1 16,2-2 3-16,3 2-4 15,0-3 1-15,5 0-1 16,-2-1 1-16,4-2-2 0,2 0-5 16,0 0-33-16,1 0-44 15,0-7-47-15</inkml:trace>
  <inkml:trace contextRef="#ctx0" brushRef="#br0" timeOffset="15629.1">21962 4411 85 0,'0'0'14'0,"0"0"13"0,0 0-3 16,0 0-9-16,0 0-10 15,0 0-3-15,-42 0-1 16,31 1 1-16,-2 5 2 16,0 1 9-16,2 2-3 0,2-1-4 15,-1 3-3-15,5 0-1 16,-1 0 0-16,3-1 0 15,3-2-1-15,0 2-1 16,6-3-3-16,6-1 1 16,5-3 6-16,4 1-2 0,3-4-25 15,2 0-64-15</inkml:trace>
  <inkml:trace contextRef="#ctx0" brushRef="#br0" timeOffset="16005.89">22232 4398 96 0,'0'0'3'16,"0"0"1"-16,0 0 9 0,-48 0-3 16,34 6 0-16,-2 1 3 15,3 1 1-15,0 2-1 16,3-2-5-16,3 1-4 15,5 0-3-15,2-3-1 16,0 1 1-16,0-2-4 0,7-3 1 16,7-1 6-16,1-1-2 15,5 0 0-15,1-1 1 16,0-5-3-16,1 0 2 16,-1-2-2-16,-4-1 0 15,-3 1 1-15,-4-1 0 16,-6 2 0-16,-4-1 1 0,0 4 8 15,-6 1-4-15,-8 1-1 16,-2 2-7-16,-5 0-4 16,2 4-14-16,0 1-11 15,5 2-11-15,6-3-31 16</inkml:trace>
  <inkml:trace contextRef="#ctx0" brushRef="#br0" timeOffset="16547.05">22496 4361 123 0,'0'0'4'16,"0"0"3"-16,0 0 21 16,0 0-22-16,0 0 1 0,0 0-7 15,0 0 1-15,-43 9-1 16,31-1 1-16,0-1 0 15,4 2-1-15,3-1 0 16,3-1 1-16,2 0-3 16,0-2 1-16,1-1 0 15,8 0-3-15,0-4-2 0,2 0 0 16,1 0 1-16,2 0 0 16,-1-6 3-16,2-3 2 15,-1 2 1-15,-1-5-1 16,-1 1 1-16,-3-3-1 15,1-1 0-15,-3-3 1 0,-4 0 0 16,-1-5 0-16,-2 4 0 16,0-5 0-16,0 5 2 15,0 1 1-15,-4 4 6 16,-1 1 1-16,0 5 5 16,1 4-2-16,1 2-9 0,-1 2 0 15,0 0-4-15,1 4-1 16,-3 6 1-16,2 3 0 15,0 1 0-15,2 2 1 16,0-2-1-16,2 3 1 16,0-1-1-16,0-2-1 15,0 0 2-15,4 2-2 0,2-5-2 16,2-1 4-16,-1 1-4 16,1-2-11-16,4-2-33 15,-3-4-27-15</inkml:trace>
  <inkml:trace contextRef="#ctx0" brushRef="#br0" timeOffset="16888.32">22696 4348 141 0,'0'0'9'0,"0"0"3"0,0 0-8 0,0 0 1 15,0 0-3-15,0 0-1 16,0 0-1-16,0 0 0 15,0 0 1-15,0 0 2 16,33-35 8-16,-31 29-1 16,0 1 1-16,-2-1 3 0,0 2-1 15,0 1-1-15,0 0-7 16,-2 3-2-16,-3 0-2 16,-2 0-5-16,1 0 6 15,-6 7-2-15,2 2 0 16,1 0 1-16,2 0-1 15,1-1 0-15,3 0 0 0,3-1 0 16,0 0 0-16,1-2-2 16,7 1-2-16,5-3-13 15,0 0-11-15,1-2-37 16,0-1-18-16</inkml:trace>
  <inkml:trace contextRef="#ctx0" brushRef="#br0" timeOffset="17286.13">22829 4307 77 0,'0'0'4'0,"0"0"21"0,0 0 1 16,0 0-7-16,0 0-3 15,14-37 2-15,-9 34-16 16,1 0 7-16,0 0-7 16,2 2-2-16,-1 0 2 15,1 1 3-15,0 0-1 16,2 0 0-16,-1 0-1 0,1 5-2 15,-3 3 0-15,0 0 2 16,-1 1-2-16,-1 1 1 16,-1-2-2-16,-3 1 1 15,1-1 1-15,-1-2-1 0,-1-2-2 16,0-1 2-16,0 1-1 16,0-4-2-16,0 0 7 15,-2 0 2-15,0 0 0 16,-4 0 5-16,2-5 2 15,1-3-3-15,3-1 0 0,0-3-6 16,0-2 2-16,0 0-6 16,4-2 1-16,6-1-1 15,3 3-2-15,0 3 2 16,3 2-4-16,-3 5-15 16,1 2-25-16,-6 2-44 0</inkml:trace>
  <inkml:trace contextRef="#ctx0" brushRef="#br0" timeOffset="17756.25">22431 4641 102 0,'0'0'2'0,"0"0"24"0,0 0-7 0,0 0-6 15,0 0 2-15,0 0 4 16,0 0-4-16,0 0-8 0,41-18 2 16,-24 13 0-16,1 1-7 15,1 1-1-15,0 0 0 16,4 0 0-16,-1 0-1 16,-2-2 0-16,2-1 0 15,1 2 0-15,-3 1 2 16,1 0 0-16,-1-1-2 0,-5 3 2 15,1-1-2-15,-3 2 0 16,-3 0 0-16,-3 0-8 16,-2 0-20-16,-3 0-10 15,-2 6-9-15,0-2 10 16</inkml:trace>
  <inkml:trace contextRef="#ctx0" brushRef="#br0" timeOffset="18097.22">22541 4675 92 0,'0'0'10'0,"0"0"15"16,0 0-19-16,0 0 3 16,0 0 7-16,0 0 0 15,0 0-2-15,0 0-7 0,0 0-2 16,43 0 5-16,-27 0-3 15,3-3-5-15,-2-1 3 16,3 0-1-16,0 1 0 16,3-2 2-16,-3 1-1 15,3 0 2-15,-4 1-4 16,4 0 0-16,-5-1-2 0,0 3 0 16,0-1-1-16,-3 2 1 15,-3 0-1-15,-3 0 0 16,0 0 0-16,-4 0-3 15,0 0-16-15,-2 0-32 0,-2 2-15 16,-1-2-54-16</inkml:trace>
  <inkml:trace contextRef="#ctx0" brushRef="#br0" timeOffset="22790.86">21497 7665 66 0,'1'-2'13'0,"0"1"-9"0,0-2-2 0,2 2 1 15,-1-1-2-15,-1 2 2 16,0 0 1-16,1 0 2 16,-2 0 4-16,0 0 3 0,0 0-1 15,0 0-2-15,0 0-5 16,0 0 0-16,1 0 0 15,0 0 1-15,1 0-6 16,-1 0 2-16,2 0-2 16,-1 0 0-16,-2 0 1 0,1 0-1 15,1 0 0-15,-1 0 0 16,0 0-3-16,1 0 8 16,0 3-3-16,0 0-1 15,1 0 0-15,0-1 0 16,1 1 0-16,0 2-1 0,0-1 0 15,-1 0 0-15,-1 2 0 16,2-2 0-16,-2 0 1 16,0-1-1-16,0 0 0 15,1 0 2-15,-2-2-2 16,3-1 0-16,-2 2 1 0,-1-1-1 16,1 1 0-16,-1-1 0 15,2-1 1-15,-2 0-1 16,2 0 0-16,0 0 3 15,1 0 6-15,4-4-1 16,-1-2 2-16,2-1-1 0,2-3-6 16,3-1-1-16,-3-3 1 15,5-1 3-15,-1-3-2 16,3-3 0-16,4-2 1 16,1-3 0-16,5-1-1 15,4-1 1-15,0-1-4 0,2-2 1 16,2 4-1-16,1 2-1 15,-7 2 1-15,-1 3-1 16,-5 3 1-16,-4 3-1 16,0 0 0-16,-9 4 1 15,-2 3-2-15,0 4 1 0,-4 1-1 16,-5 2-16-16,0 3-35 16,-5 8-13-16,-14 1-25 15</inkml:trace>
  <inkml:trace contextRef="#ctx0" brushRef="#br0" timeOffset="24363.42">21500 7675 31 0,'1'-1'2'0,"1"-3"15"0,-2 4-6 0,0-1-5 0,0-2 1 16,0 3-5-16,0-1-1 15,0-1 0-15,0 2 4 16,0-1-1-16,0-2 3 16,0 3-4-16,0-1 0 0,0 1-1 15,0-2 0-15,0 2 0 16,2 0 0-16,-1-2-1 16,2 1 1-16,-1 1 2 15,0-1 2-15,-1 1-2 16,2-2 0-16,-1 2 0 15,-2 0-3-15,1 0 0 0,-1 0-1 16,0 0 2-16,1 0 0 16,0 0-1-16,0 2-1 15,0-1 1-15,0 2 0 16,1 0 2-16,1 1-1 16,-1 2 0-16,-1-3 0 0,3 1-2 15,3 0 1-15,-4-1-1 16,2 0 0-16,0 3 0 15,-2-3 1-15,1-1-1 16,3 0 0-16,-5-1 1 16,1-1-1-16,1 0 1 0,2 0-1 15,-3 0 4-15,3 0-3 16,2 0 1-16,-1-1-1 16,1-3-1-16,0-2 0 15,2-1 0-15,-1-1-1 16,1-3 1-16,4-2 1 0,-1-1-2 15,4-3 9-15,2-3-3 16,4-4-3-16,4 0-2 16,3-6 3-16,4-1 0 15,2 0 1-15,2 1 7 16,0 0 0-16,-2 6-3 0,-3 1-6 16,-4 5-2-16,-2 2 0 15,-9 5 0-15,-2 2 2 16,-4 2-2-16,-2 4 1 15,-5 3-1-15,-2 0-5 16,-3 0-11-16,0 3-9 0,-3 7-9 16,-10-3-11-16</inkml:trace>
  <inkml:trace contextRef="#ctx0" brushRef="#br0" timeOffset="26968.25">21476 7656 76 0,'0'0'5'0,"0"0"5"0,0 0-7 0,0 0 2 16,0 0-5-16,0 0 1 16,0 0 0-16,0 0 0 15,0 0 7-15,0 0-3 0,0 0 0 16,0 0-4-16,0 0-1 16,7-11 0-16,-4 11 1 15,1 0-1-15,-3-2 0 16,1 2 0-16,0 0 0 15,-1 0 0-15,0 0 0 16,1 0 1-16,0 0-1 0,0 3 2 16,0 3-2-16,-1 0 1 15,2 1-1-15,-1-2 0 16,0 1 0-16,-1-2 1 16,2-1-1-16,-1 0 1 15,-1 0-1-15,0-3 0 0,1 1 5 16,1-1 2-16,3 0 4 15,2 0 1-15,2 0-3 16,3-5-3-16,2-2 0 16,2-2-5-16,3-2 2 15,1-4 1-15,1-2-1 0,5-3 4 16,1-5 2-16,5-2-1 16,4-6 4-16,5-2-1 15,2-1 0-15,4-1-2 16,-1 0-4-16,2 2-1 0,-3 2-1 15,-4 6-1 1,-4 3-1-16,-5 5 0 0,-5 5-1 16,-3 0 0-16,-5 7 0 15,-4 1 1-15,-5 4-1 16,-1 0-1-16,-4 2 0 16,-3 0 0-16,0 0-7 0,-2 0-1 15,-1 0 7-15,0 6 1 16,0 1-1-16,-6 0-8 15,-1 4-16-15,-1-1-20 16,-2-4-14-16</inkml:trace>
  <inkml:trace contextRef="#ctx0" brushRef="#br0" timeOffset="29130.38">5451 11208 52 0,'0'0'2'0,"0"0"0"15,0 0 0-15,0 0 6 0,0 0 7 16,0 0 3-16,0 0-3 16,0 0 3-16,0 0-4 15,0 0-2-15,0 0-8 16,0 0-4-16,0 0 0 16,0 0 0-16,-6 23 0 0,6-13 0 15,4 0 0-15,-1 0 1 16,3 1-2-16,2-2 2 15,-2-1-1-15,1 1 0 16,3-4 0-16,0-2 0 16,0 0 0-16,3-3 2 0,4 0-1 15,3-3 5-15,2-7 0 16,2-7 3-16,6-4-5 16,1-6 1-16,4-1-1 15,3-4 2-15,3-2 0 16,-1-1 3-16,0-1 2 0,1 2 2 15,-7 1-2-15,-1 4-3 16,-4 3-5-16,-4 6-1 16,-4 8-2-16,-2 7-1 15,-9 2-16-15,-2 3-104 16</inkml:trace>
  <inkml:trace contextRef="#ctx0" brushRef="#br0" timeOffset="30176.51">10782 10894 74 0,'0'0'91'0,"0"0"-86"0,0 0 7 0,0 0-9 16,0 0-2-16,0 0-1 16,0 0 2-16,0 0-2 0,0 0-1 15,0 0 2-15,0 0-1 16,0 0-2-16,0 0 3 16,0 0 0-16,-15 22-1 15,15-17 0-15,0 4 0 16,0-2 0-16,0 3 1 0,4-3-1 15,1 3 1-15,1-4-1 16,0-1 0-16,4 1 1 16,-3-2-1-16,1-4-1 15,4 0 1-15,-2 0 3 16,2-5 6-16,2-7 0 0,3-2 1 16,1-3-5-16,-2-2 0 15,6 0 2-15,0-4-1 16,3 0 1-16,2-4-4 15,-1 4-1-15,4-5-1 16,0 3 0-16,2-3 0 0,-1 3-1 16,-1-2 3-16,-1 0-4 15,1 3 2-15,-2-2-1 16,-2 6 0-16,0 2-1 16,-2 2-1-16,-4 5 1 15,-2 2-19-15,-7 2-50 0</inkml:trace>
  <inkml:trace contextRef="#ctx0" brushRef="#br0" timeOffset="31706.88">16743 10794 107 0,'0'0'3'0,"0"0"23"0,0 0-10 0,0 0-9 16,0 0-3-16,0 0-1 15,0 0-1-15,0 0 2 16,0 0 0-16,0 0-2 0,0 0-2 15,0 0 1-15,2-26-1 16,1 26-1-16,0 1 2 16,2 3 0-16,0 2 1 15,2 1-1-15,-2 1-2 16,1 1 2-16,1-2-1 16,-1 2 0-16,1-2 0 0,0-2 0 15,1 0 1-15,1-5-1 16,3 0 1-16,3 0-1 15,3-11 6-15,7-6 4 16,2-4 3-16,4-8-2 0,7-3 3 16,6-6 2-16,1-3-1 15,2-5-4-15,3-2-7 16,-2 0 0-16,0 1-4 16,-4 6 1-16,1 6-1 15,-8 6 0-15,-1 11 0 0,-8 5-2 16,-8 7-20-16,-9 2-34 15,-10 4-72-15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2:54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5234 4554 6 0,'0'0'8'0,"0"0"4"0,0 0 1 0,0 0 6 16,0 0-2-16,0 0-5 16,0 0-4-16,0 0-4 0,0 0-4 15,0 0 1-15,0 0-1 16,0 0-1-16,0 0 1 16,-4-29 4-16,4 29-4 15,0 0-2-15,0 0 1 0,0 0 0 16,0 0 1-16,0 0 0 15,0 2 0-15,0 1 0 16,0 1 0-16,2-2 0 16,0 1 0-16,3 1 1 15,-3 0-2-15,3-1 2 16,2 1-1-16,-3-1 0 0,0 0 1 16,3 0-1-16,-3-2-1 15,4 1 2-15,-4-2 2 16,3 0 1-16,-1 0 0 15,1 0 0-15,2-3 0 16,-2-4 0-16,2-2 0 0,4-3 0 16,0-4 1-16,4 0 2 15,2-5-3-15,1 1 2 16,3-4 1-16,1 0 2 16,3-2 5-16,0-1-5 15,0 0 3-15,2 0 5 0,-4 2-12 16,-2 2 0-16,-2 3-2 15,-3 7-2-15,-3 6 0 16,-5 6 0-16,-4 1-1 16,-4 10-10-16,-2 5-36 15,-2-1-26-15</inkml:trace>
  <inkml:trace contextRef="#ctx0" brushRef="#br0" timeOffset="1649.93">12324 4274 28 0,'0'0'26'0,"0"0"-20"0,0 0-5 0,0 0 1 16,0 0 2-16,0 0 3 15,0 0 3-15,0 0 1 0,0 0 1 16,0 0-2-16,0 0 2 16,0 0-2-16,0 0-4 15,4-21-3-15,-4 21-1 16,0 0-1-16,0 0-2 16,0 0-1-16,0 0 0 0,0 0 0 15,0 0-1-15,0 3 2 16,3 2 1-16,0 0 0 15,-1-1-1-15,0 3 1 16,0-2 0-16,1-1 0 16,-1 1-1-16,1 0 1 15,2 1 0-15,-1-2 0 0,4 1 0 16,-2-3 1-16,1-1 0 16,-1-1 0-16,4 0 2 15,-4 0-3-15,3 0 1 16,-2 0-1-16,3-3 1 0,0-5 1 15,-2 1 1-15,4 0-1 16,0-3 0-16,1-2 1 16,3-2-1-16,0 0-1 15,5-3 0-15,-1-3 0 16,4 0 1-16,1-1-2 0,0-3 0 16,2 0 3-16,0-2 5 15,0 0 3-15,-3 2 0 16,-1-1 3-16,1 2-3 15,-5 2-3-15,-4 5 0 16,-1 3-3-16,-4 3 2 0,-4 3-2 16,1 3-2-16,-3 4-3 15,2 0-1-15,-4 11-3 16,-2 2-22-16,0-3-81 16</inkml:trace>
  <inkml:trace contextRef="#ctx0" brushRef="#br0" timeOffset="3071.47">20527 4013 75 0,'0'0'14'0,"0"0"1"0,0 0-7 16,0 0-1-16,0 0-1 15,0 0-3-15,0 0-1 0,0 0 0 16,0 0 0-16,0 0 3 15,0 0 4-15,-9-3-4 16,9 3-5-16,0 0-2 16,0 0 1-16,0 0 0 0,0 0 1 15,1 3 0-15,5 2 0 16,-4 0-1-16,0-1 0 16,-1-1 0-16,1 3 1 15,0-2-1-15,-1 1 0 16,1-1 2-16,1 0-2 0,-1 0 2 15,0 0-1-15,0-1 0 16,1 0 1-16,2-3 0 16,-1 2 1-16,0-2 0 15,1 0 1-15,-1 0 3 16,1 0-1-16,1 0-2 16,-2 0 3-16,2-3-2 0,1-2 1 15,1 1-2-15,3-3-1 16,1 0-1-16,3-1 0 15,3-1 1-15,0-4-1 16,2 2 2-16,1-2-1 0,3-2 2 16,-4 0 0-16,5 0 2 15,1-1 1-15,-1-1 0 16,-2-1-2-16,1-1-2 16,0 2-1-16,-3 1-1 15,-2 2 1-15,0 0-1 16,-1 4 0-16,-3 0-1 15,-1 4 0-15,-4-1 1 0,-1 2 1 16,1-1 3-16,-5 3 4 16,0-3 2-16,0 2 2 15,-2 1-2-15,1-1-6 16,2 1-1-16,-1 2-4 0,1-2 0 16,2 3 1-16,0 0-2 15,3 0 1-15,0 3-7 16,-3-2-40-16,-1-1-65 15</inkml:trace>
  <inkml:trace contextRef="#ctx0" brushRef="#br0" timeOffset="5584.22">5231 4519 64 0,'0'0'6'0,"0"0"0"0,0 0 0 0,0 0-1 16,0 0 2-16,0 0 2 15,0 0-5-15,0 0-4 16,0 0-3-16,0 0 1 16,0 0 1-16,0 0 1 15,0 0 1-15,37 16 0 0,-25-14 0 16,1-2 4-16,2 0 5 16,7-7 10-16,5-10 6 15,11-10-3-15,7-4-7 16,12-10-7-16,8-5-4 15,3-9 2-15,1-10-90 16</inkml:trace>
  <inkml:trace contextRef="#ctx0" brushRef="#br0" timeOffset="6388.91">12365 4313 106 0,'0'0'-3'0,"0"0"2"0,0 0 1 0,0 0 4 0,0 0 0 15,0 0 5-15,0 0 7 16,44 0 4-16,-25-19-4 16,9-5-7-16,8-6-4 15,8-5-2-15,2-8-4 0,0-7-79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3:05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7105 5614 63 0,'0'0'3'0,"0"0"1"0,0 0-5 0,0 0-11 0,0 0-10 16</inkml:trace>
  <inkml:trace contextRef="#ctx0" brushRef="#br0" timeOffset="491.62">7105 5614 25 0,'9'-12'27'0,"-9"10"-7"15,0-1-5-15,0-1-2 16,0 1-2-16,0 1-3 15,0-2 0-15,0 1-5 0,0 0 1 16,0 0 0-16,0 2 3 16,0 0-1-16,0-1 8 15,0 2-4-15,0 0-5 16,0 0-8-16,0 0-4 16,0 0 2-16,0 3 2 15,0 3 2-15,2-1 1 0,-1 1-1 16,0 0 1-16,0-1-1 15,1-2 1-15,0 2 0 16,0 0 0-16,1-2 1 16,1 1 0-16,1-1 0 15,1-3 2-15,3 0 2 0,0 0 0 16,1-2 0-16,2-7 0 16,2-5-4-16,2-1 1 15,2-3-1-15,2-2-1 16,0-2 1-16,4-3 0 15,3 0 1-15,1-4 3 0,2-1-1 16,2-2 3-16,-3-2-2 16,2 5 0-16,-4 0 2 15,-3 4-4-15,-4 5-1 16,1 7-1-16,-6 5-1 16,-3 7 0-16,-6 1-14 15,-6 3-39-15,0 9-15 0</inkml:trace>
  <inkml:trace contextRef="#ctx0" brushRef="#br0" timeOffset="1196.38">7110 5567 62 0,'0'0'11'0,"0"0"2"0,0 0 3 0,0 0-6 15,0 0-7-15,0 0-3 0,0 0-2 16,0 0 0-1,0 0 3-15,0 0 0 0,0 0-1 16,0 0 1-16,13 4-1 16,-11-1-1-16,4 0 1 15,0 1 0-15,0-1-1 16,1 1 2-16,0-1-1 16,0 1 1-16,-1-1-1 0,-2-1 1 15,3 0-1-15,-2-2 0 16,2 0 1-16,-1 0 0 15,3-2 2-15,0-7-1 16,5-1 3-16,-2-1 1 16,5-5-1-16,-2-2-2 0,5-1 2 15,1-2 1-15,1-3 4 16,3-3 0-16,3-2 0 16,-1-2-2-16,0-1 1 15,0 0 1-15,-2 3 0 16,-5 3-1-16,0 3-3 0,-3 5-3 15,-1 4-2-15,-5 5 0 16,-1 5 0-16,-6 4 0 16,-2 0-10-16,-2 7-31 15,-6 11 5-15,-10-1-16 16</inkml:trace>
  <inkml:trace contextRef="#ctx0" brushRef="#br0" timeOffset="1552.16">7112 5581 47 0,'0'0'4'0,"0"0"2"0,0 0 6 0,0 0-3 16,0 0 2-16,0 0-3 15,0 0 1-15,0 0-2 16,0 0-3-16,0 0-2 15,0 0 7-15,2 0 12 16,14-8-8-16,6-4-9 0,3-2 0 16,4-6-40-16</inkml:trace>
  <inkml:trace contextRef="#ctx0" brushRef="#br0" timeOffset="5194.6">9579 6138 69 0,'0'0'9'0,"0"0"5"0,0 0-3 16,0 0-3-16,0 0-4 0,0 0 4 15,0 0-1-15,0 0 4 16,0 0 1-16,0 0-4 16,0 0-3-16,0 0 0 15,-8-35-3-15,8 34 0 16,0-1-3-16,4 2 3 0,5 0-1 16,0-1 0-16,2 1-1 15,2 0 0-15,1 0 0 16,1 0 0-16,0 0 0 15,0 0 0-15,1 4 0 16,1 1 0-16,-3 2 0 0,-4 0-1 16,1 2 0-16,-3 1-2 15,-2 1 0-15,-1 2-1 16,-1 1 1-16,-2 2 0 16,-2-1 1-16,0 4 2 15,0 1-4-15,0 2 4 0,-2 1 1 16,-2 4 2-16,-3-1-1 15,1 2-1-15,-2 3 0 16,0-1 2-16,1 1-2 16,-2-1 0-16,2 1 2 15,-2-1-3-15,-1 1 1 0,3 2 0 16,-2 1-1-16,2-1 0 16,1 3 1-16,4-1 0 15,1 0 1-15,1-3-1 16,0-3 1-16,5-6-1 15,4-3 2-15,4-4-1 0,2-4 2 16,0-3 0-16,-1-4 2 16,3-1 0-16,-2-3-2 15,-2 0-2-15,-2 1-1 16,-2-2 0-16,-4 0 0 16,0 1-1-16,-3 0 0 15,-2 1-3-15,0 2-8 0,0 3 6 16,-2 3 3-16,-6 2 1 15,-2 6 0-15,-2 6 2 16,1 5 0-16,-2 4-1 16,-1 5 0-16,1 4 0 15,2 1 0-15,-1 0 0 0,2 1 2 16,5-2-2-16,-2 2 0 16,0 0 0-16,3 3-2 15,0 0 2-15,0 1 0 16,1 2 0-16,-1 0 2 15,-1 4-2-15,3 1 1 0,-1 3 1 16,3 2-2-16,0 0 1 16,0-1 0-16,0-2 0 15,0 0 1-15,3-3 4 16,4 0-2-16,0 0 1 16,3 0-2-16,-4 1 0 0,4 1-1 15,-4 0-1-15,3 1 0 16,0 1 2-16,-1 1-3 15,0-2 3-15,1-1-2 16,-1 0 0-16,2-4 0 16,-1 1 1-16,-1-5-1 0,2-1 1 15,-3-2 1-15,1-2 3 16,-4 0-2-16,2-1 0 16,-4 1-1-16,-2 1-1 15,0-1-2-15,0-1 1 16,-6-1-1-16,0-4 2 0,-2-1-2 15,1-4 0-15,-5-2 1 16,2-1 1-16,1-1-1 16,-5-1 0-16,1 3 1 15,-3-2-1-15,-1-1 0 16,-2-3 0-16,-2-1-2 16,0-3 2-16,-2-3-1 0,-3-3 1 15,1-4 0-15,1-1 8 16,-3-5 7-16,2 0-3 15,-2-1-7-15,2 0-2 16,-1 1-1-16,2-2-3 16,-4 2 0-16,-1-1-3 0,-4-1-23 15,-12-2-53-15</inkml:trace>
  <inkml:trace contextRef="#ctx0" brushRef="#br0" timeOffset="21695.33">14016 5158 66 0,'-4'0'31'0,"0"-1"-29"0,1-2 0 0,1 1-1 16,-1 2 0-16,0-2-2 0,-3 1 0 15,0 1 1-15,1-1 0 16,-5-2 1-16,2 2 1 15,-1-1 6-15,-1-1 3 16,1 1-4-16,-1 0 0 16,1-1-4-16,1 1-1 15,-4 0 0-15,1-1-1 0,-2 2-1 16,-3 1 0-16,-4 0 0 16,0 0 0-16,-4 0 0 15,1 0 0-15,-4 0-1 16,-2 0 1-16,0 4 1 15,-1 3-1-15,2 0 1 0,-1 3 0 16,0-1-1-16,0 1 0 16,0 0 0-16,-3 1 6 15,-1 1-4-15,0 1 0 16,-4 2-2-16,0 0 0 16,1 0 0-16,-2 2 1 0,2 0-1 15,3 0-1-15,-4 1 2 16,6 1-1-16,-2-1 0 15,1 1 0-15,1-1 0 16,2 2 0-16,0 0 0 16,0 0 0-16,5-1 1 0,1 1-1 15,3 1 1-15,5-2 0 16,1 0-1-16,5-1 0 16,-1-1 0-16,2 0 0 15,3-4 1-15,2 4-1 16,2-3 0-16,1-1-1 0,0 0 0 15,0 1 1-15,3 0 1 16,8 0 0-16,0 0 0 16,0 1 1-16,3-1-2 15,1 0 1-15,1-1 0 16,2-2-1-16,4-1 0 0,1-1 0 16,3-1 1-16,2-2 3 15,-2 0-4-15,3-1 4 16,0 0-2-16,-4-2-3 15,0 1 3-15,1-1-1 0,-4 0-1 16,5 0-1-16,0-1 1 16,2 2 3-16,0 2-3 15,3-2 1-15,3 2 0 16,-4-2-1-16,-1 1 1 16,-1 0-1-16,-2-2 1 15,-1 1-2-15,-1-2 3 16,0-2 4-16,1 2 5 0,3-2-3 15,2 0-1-15,1 1-2 16,4 0-4-16,-2 3 0 16,1-1 0-16,-1 4-1 15,1-1 1-15,-5 0-1 0,2 1 0 16,2 0 1-16,-5-2-1 16,4 1 0-16,1 1 0 15,-2-1 0-15,3-2 2 16,0-1-2-16,2 1 0 15,1-1 0-15,-1-3 0 0,5 0 0 16,0 0 0-16,4 0 3 16,-2 0-2-16,1 0 0 15,3 0 0-15,-6 0 0 16,3 0-1-16,-2 0 1 16,4 0 0-16,-1 0-1 15,4 0 0-15,-4 0 1 0,2-1 0 16,0-1-2-16,0 1 2 15,0-2-1-15,-1 0 0 16,3 1 1-16,1-2-1 16,1 0 0-16,0-1 0 15,0 0 1-15,2 2-1 0,1-1 0 16,0 4 0-16,-2-1 0 16,1 1 1-16,2 0-1 15,-2 0 0-15,-1 0 2 16,0 0-2-16,4 0 0 15,-3 0 0-15,1 0 1 16,1 0 0-16,0 0 2 0,2 0 2 16,1-2 2-16,3 1-1 15,-2-2-1-15,3 2-2 16,-3 1-2-16,0 0 0 16,1 0 0-16,0 0-1 0,-1 5 0 15,1 0 0-15,-1 0 0 16,2 0 1-16,-3 0-1 15,3 1-1-15,0-2 2 16,3-1-1-16,0 0 1 16,4-2-1-16,2-1 1 15,1 0-1-15,-1 0 0 0,0 0 0 16,2 0 1-16,-2-4 0 16,-4 0-2-16,5-1 4 15,-3 0-1-15,3-1 5 16,2 3-6-16,1 0 2 0,-2 2-2 15,4 0-1 1,-5-1 0-16,1 2 1 0,-3-3-1 16,-3 0 0-16,0-1 0 15,1 0 0-15,2-2 1 16,0 1-1-16,-1-2 0 0,2-2 1 16,-1 2-1-16,-5-3 0 15,-2 0 0-15,-4-4 1 16,-2-2-1-16,-5-1 1 15,0-3 1-15,-2-1 1 16,-3-4-2-16,0 0 1 0,-3-2-2 16,1 0 0-16,-8 0 0 15,-2 1 1-15,-4 1-1 16,-5 0 0-16,-3-1-1 16,-6 1 2-16,-2-1-1 15,-2 0 0-15,-3 2 0 16,-2-3 0-16,-1-1 0 0,-3-1-1 15,-3 1 1-15,-1-1-3 16,0 1 1-16,-2 1 1 16,-6 3 0-16,-2 0 1 15,-3 1-2-15,-5 3 0 16,-3 0 1-16,-5 2 1 0,-2 0 1 16,-3-1-1-16,-1 2 0 15,-1 0 0-15,-1-3 0 16,-3 4 1-16,0-2-1 15,-4 0-1-15,-4 2 0 16,-5-1 0-16,-5 1 1 0,-4 2 0 16,-6 3-1-16,-4-2 1 15,-3 2-2-15,1 2 4 16,-1 0-4-16,3 2 4 16,-4 2-2-16,4-1 0 15,3 2 0-15,-1 1 0 0,-3-1 0 16,1 1 0-16,-4-1 0 15,1 1 0-15,1 0-2 16,1-1 4-16,1 1-4 16,-1 0 0-16,-1 2-2 15,2 0-1-15,-4 0-3 16,3 1-3-16,-3 0 3 0,0 0 1 16,1-2 4-16,2 1 2 15,0 1 1-15,0-3 0 16,1 2 0-16,-1-2 1 15,-1 3 0-15,0-3 1 0,-2 2-1 16,-2-2 2-16,2 3 1 16,-2 0-1-16,2 0-1 15,-2 0-1-15,-1 0 0 16,0 3 0-16,-3 1-1 16,-1 3 1-16,-3-1-2 0,-6 1 2 15,-1 1-1-15,-1 0 0 16,-4 2 1-16,-5 2 1 15,-7 4-2-15,-5 0 0 16,-8 7 1-16,-7 3 0 16,-8 3-1-16,-3-1-10 0,-8 2-33 15,-2-3-63-15</inkml:trace>
  <inkml:trace contextRef="#ctx0" brushRef="#br0" timeOffset="31461.28">15278 7863 10 0,'0'0'24'0,"0"0"0"0,0 0-5 0,0 0-6 0,0 0 8 15,0 0-12-15,0 0-3 16,0 0 1-16,0 0-4 16,0 0-1-16,0 0 1 15,0 0 0-15,0 0-1 16,-10-2 2-16,8 2 1 16,2-2 0-16,0 2 0 0,0 0-3 15,0 0 1-15,0 0-2 16,0 0-2-16,0 0-2 15,4 0 4-15,0 0 1 16,3 0-1-16,1 0 0 16,0 0-1-16,0 0 0 0,2 0 1 15,1 0 17-15,2 0-10 16,1-3-3-16,1-1-3 16,3 1 0-16,2 2-2 15,1-2 1-15,1 0-1 16,3 3 0-16,-3-4 0 0,2 1 1 15,-1-1-1-15,-3 1 0 16,-2 0 1-16,0 2-1 16,-7 1 0-16,-2 0 0 15,0 0-3-15,-5 0-25 16,-3 0-16-16,-1 1-26 0</inkml:trace>
  <inkml:trace contextRef="#ctx0" brushRef="#br0" timeOffset="34819.53">19665 7579 72 0,'-1'-1'16'0,"1"-2"4"0,0 2-5 0,0-2-5 16,0 1-2-16,0 0-2 15,0 0-4-15,0 1-1 16,1-1 0-16,1 2-1 16,2 0 0-16,0 0 0 15,-1 0 0-15,2 0 0 0,1 2 0 16,1 2 0-16,-1 0 0 15,-1 2 0-15,1 0 0 16,-1-1 0-16,0 1 0 16,1 0 0-16,-2-1 0 15,-1-3 0-15,1 1 0 16,-2-1 0-16,0 0 0 0,0 1 0 16,-1-2 0-16,1-1 0 15,0 0 1-15,3 0-1 16,-2 0 1-16,3 0-3 15,2 0 2-15,1-5 0 0,1-1 3 16,1-1-3-16,3-3 9 16,0 0 2-16,2 0-7 15,2-3 0-15,-1 0-1 16,0-2 0-16,3-1 5 16,-1-2 1-16,1-1-1 15,4-1 0-15,2-4-3 0,2 4-2 16,1-4 3-16,-2 3 0 15,-1 2 1-15,-2 4-2 16,-5 2-4-16,-2 6 0 16,-3 4-2-16,-3 3-6 15,-5 0-47-15,-6 0-44 0</inkml:trace>
  <inkml:trace contextRef="#ctx0" brushRef="#br0" timeOffset="37147.12">19818 8406 16 0,'-3'0'19'0,"1"0"3"0,0 0 3 15,2 0-7-15,-2-3-5 16,2 2-3-16,0-1-1 0,-3 2-1 15,2-1-1-15,1 1-5 16,0 0 0-16,0 0-2 16,0 0-2-16,0 0 1 15,0 0 1-15,4 0 0 16,-2 0 0-16,2 2 1 0,0 0-2 16,0 1 2-16,0 0-1 15,1 0 1-15,1 0 0 16,-1-1 0-16,2 1 1 15,-1-1-2-15,-1-2 0 16,1 0 1-16,0 0 1 16,2 0 6-16,1-2 13 0,2-5-6 15,5-3-5-15,3-4 0 16,6-3-3-16,2-3 2 16,5-1-4-16,5-6 2 15,2 4-2-15,1-1-5 16,0 3 1-16,-3 5-8 0,-7 2-56 15,-6 4-37-15</inkml:trace>
  <inkml:trace contextRef="#ctx0" brushRef="#br0" timeOffset="37758.35">19686 9204 54 0,'0'0'28'0,"0"0"-9"0,0 0 8 15,0 0-1-15,0 0 0 16,0 0-4-16,0 0 0 16,0 0-5-16,0 0-7 0,0 0-3 15,0 0 0-15,59-44-3 16,-17 27-3-16,9-4 0 16,11-3-1-16,11-2 1 15,8-2-2-15,10-2-6 16,5-3-57-16,4-5-59 0</inkml:trace>
  <inkml:trace contextRef="#ctx0" brushRef="#br0" timeOffset="38618.43">19828 7608 110 0,'0'0'-1'0,"0"0"2"0,0 0-1 0,46-23 0 15,-28 19-16-15,0-3-52 16</inkml:trace>
  <inkml:trace contextRef="#ctx0" brushRef="#br0" timeOffset="39133.06">19749 8378 92 0,'0'0'19'0,"0"0"-1"0,0 0-7 0,0 0 4 0,0 0 6 16,47-19-5-16,-32 9-3 15,5-4 0-15,6-2-3 16,3-2-2-16,4-2-4 16,5-3-2-16,3 1-2 15,5 0 1-15,-1-2-4 16,-1 0-33-16,-3-3-55 0</inkml:trace>
  <inkml:trace contextRef="#ctx0" brushRef="#br0" timeOffset="39680.71">19745 9116 144 0,'0'0'17'0,"0"0"4"0,0 0-16 0,0 0 0 16,58-39-4-16,-29 22 1 15,8-1 1-15,9-4-3 16,11-1 0-16,9-4 0 16,9-4-14-16,2-5-106 15</inkml:trace>
  <inkml:trace contextRef="#ctx0" brushRef="#br0" timeOffset="41794.33">11996 7551 115 0,'-2'-6'1'0,"-3"-1"20"0,4 4 4 16,0 3 3-16,0 0-20 0,0 3-11 15,1 11 0-15,0 2 4 16,0 4-1-16,0 1 2 16,0-1-2-16,0 3 1 15,0-5-1-15,4 1 2 16,-4-4-2-16,0 1 0 0,0-4-3 15,0-1-16-15,-4-7-13 16,-5-4-8-16,2 0-41 16</inkml:trace>
  <inkml:trace contextRef="#ctx0" brushRef="#br0" timeOffset="42426.12">11851 7513 96 0,'0'0'1'0,"0"0"11"0,0 0 1 16,0 0-15-16,0 0 4 15,0 0 0-15,0 0 0 16,53-6 4-16,-37 6-2 16,4 0 0-16,-2-3 0 15,0-4-2-15,0 0 0 16,-1-2-1-16,0-2 0 0,-2 1 0 15,2 0 0-15,-1-1 0 16,-2 2-1-16,-5 4 1 16,-1 0-1-16,-3 5 0 15,0 0 0-15,-3 0-5 16,0 9 2-16,0 4 6 0,-1 4-1 16,0 1-1-16,1 2 0 15,1 3-1-15,1-2 1 16,-1 0-1-16,0-1 1 15,2 2-1-15,-2-5 0 0,-1-2 2 16,-2-2-1-16,0-3-1 16,0 0 1-16,0-4 0 15,0-2 0-15,0-1-1 16,0-3 1-16,0 0 2 16,1 0 8-16,2 0 30 15,2-4-37-15,-1-4-1 0,2-1-3 16,4-3 1-16,1-1-1 15,0 2 0-15,1-1-1 16,0 1 0-16,3 0 0 16,-2 5 0-16,-2-1 1 15,2 3 0-15,-1 1 0 0,-2 1 0 16,2 2 0-16,-3 0 0 16,0 0 0-16,2 6-2 15,-5 1 1-15,3 1-1 16,-2 1 2-16,0 0-3 15,-1-1 2-15,1 1 0 0,-2-1-14 16,2 0-21-16,-2-3 0 16,3-2-14-16</inkml:trace>
  <inkml:trace contextRef="#ctx0" brushRef="#br0" timeOffset="42775.27">12455 7622 53 0,'0'0'20'0,"0"0"6"0,0 0-5 0,0 0-2 15,0 0-8-15,15-41 1 16,-9 34-3-16,0 1-5 16,4-1-3-16,-3 0-1 0,3 0 1 15,0 1-1-15,-2 0 0 16,1-1 1-16,-2 0-1 16,-2 0 1-16,-1 0-1 15,1 0 1-15,-5 0-1 16,0 0 2-16,0 4-1 0,0 1-2 15,-7 2-3-15,-6 0 3 16,0 2 1-16,-3 9 1 16,0 5-1-16,-4 2 1 15,1 2-1-15,4 3 1 16,2-3-1-16,2 1 2 0,6-2-1 16,5-4 2-16,0-2-1 15,16-3 3-15,8-5 0 16,17-2 0-16,6-3 1 15,11 0-3-15,6-18-86 16</inkml:trace>
  <inkml:trace contextRef="#ctx0" brushRef="#br0" timeOffset="45857.34">17311 7268 53 0,'0'-4'10'0,"0"1"3"0,0 1-5 16,-3 0-6-16,-3 1 0 15,-1-1-3-15,-3 2 2 0,2-1-1 16,-1-1 1-16,0 1-1 15,0-2 1-15,0 0 0 16,-1-1 0-16,-1 0-1 16,1 2 3-16,0-2 1 15,-2 3-1-15,0-1 1 16,-2 0-2-16,0 1 1 0,-4-1-1 16,2 2 1-16,-2 0 2 15,1 0-2-15,-2 0-1 16,-1 0 0-16,3 2-1 15,-2 1-1-15,-2 3 1 16,2-3-1-16,-1 4 0 0,1-1 0 16,2 1 2-16,-2-2 1 15,1 4 1-15,1-2-1 16,0 0 1-16,-1 0-2 16,1 3-1-16,0 0-1 15,2-3 0-15,-1 3 1 0,-1 0-1 16,1-2 0-16,1 2 1 15,1 2 0-15,1-1-1 16,0 1 1-16,1 1-1 16,3 1 1-16,-1 1-1 15,-1 3 1-15,2 1-1 0,0-3 2 16,1 2-2-16,1-1 0 16,0 0 0-16,0-2 0 15,3-1 1-15,1-3-1 16,1 1 1-16,2-1 0 15,0-1-1-15,0-2 1 0,0 2 0 16,1 0 0-16,5 1 1 16,-2 1-2-16,-1-2 0 15,0 1 0-15,1 2 0 16,-2-2 0-16,0 1 0 16,-1 0 0-16,1 0 0 0,1-1 1 15,2-1-1-15,0 0 0 16,1-1 0-16,1 0 0 15,2 0 1-15,-2-2 0 16,4 0 1-16,0 0-1 16,0-1 1-16,0 1 0 0,2 0-1 15,2 0 1-15,2 0-1 16,-1-1 0-16,1 1 1 16,2 0 0-16,1-1 0 15,0 1-1-15,2-1 0 16,3-1-1-16,-4 1 1 15,5-1-1-15,0-1 1 0,1 1-1 16,1-1 0-16,1-1 0 16,0-1 1-16,2 1-1 15,0-2 1-15,-2-1-1 16,2 0 1-16,1 0-1 0,1 0 0 16,-3 0 2-16,4-5-2 15,1-1 0-15,0 0 1 16,0-3-1-16,2 1 0 15,-3-3 2-15,-1-1-2 16,-2 0 0-16,-1 0 0 0,-3-2 0 16,-1-2 1-16,0-2 0 15,-1 2 0-15,-2-2 0 16,-1-2 3-16,0-3 2 16,-1 2-2-16,-1-5-2 15,-1-1 1-15,-2-4-2 0,0 0-1 16,-3-4 1-16,-3-1 0 15,-1-3 0-15,-6 1 1 16,-3 4 2-16,-1 3 2 16,0 0-1-16,-11 5 0 15,-4 2-2-15,-5 4-3 16,-5 4-1-16,-4 8 0 0,-1 5-21 16,-3 3-15-16,3 0-49 15</inkml:trace>
  <inkml:trace contextRef="#ctx0" brushRef="#br0" timeOffset="46703.04">18620 7256 40 0,'-17'-2'4'0,"3"1"1"0,-4 1 0 0,-1 0-1 0,1 0 0 16,-1 0 4-16,0 0 1 15,0 0 1-15,-1 0 1 16,1 0 5-16,-2 0-3 16,0 0-5-16,-1 4-4 0,0 6 0 15,-2 0-4-15,2 1 1 16,-1 3-1-16,-1 1 0 15,-3 1 0-15,2 2 0 16,1-1 1-16,1 4-2 16,-1 2 2-16,5-2-1 15,1 5 0-15,1-1 2 0,4 4-2 16,1-1 0-16,3 3 1 16,1-1-1-16,3-3 0 15,2 2 0-15,2-4 1 16,1 1-1-16,0-1 0 0,4 0 0 15,3 0 0-15,5-1 1 16,3-1 0-16,4 0 3 16,4 1 1-16,2 0 3 15,5-2-3-15,4 0-1 16,2-3 0-16,5 0-1 0,2 0 1 16,2-4-2-16,3-2-3 15,3 1 3-15,-2-5 0 16,1-2-1-16,1-1-4 15,-2-2 1-15,2-3 6 16,-2-1-1-16,-1 0 1 0,3 0 0 16,-4-5 2-16,4-4-4 15,-7-2 3-15,2-4 1 16,-5-3 0-16,-2-4 2 16,-3-5 1-16,-1-2-2 15,-3-4-3-15,-2-2 2 16,-1-2-3-16,-4-1-2 0,0-1 0 15,-6 2-1-15,-5-2 0 16,-7 0-1-16,-7 4-1 16,0-1 0-16,-18 3-4 15,-12 5-1-15,-8 4-24 16,-10 4-40-16</inkml:trace>
  <inkml:trace contextRef="#ctx0" brushRef="#br0" timeOffset="47940.13">15795 13312 22 0,'0'0'1'0,"0"0"-1"0</inkml:trace>
  <inkml:trace contextRef="#ctx0" brushRef="#br0" timeOffset="48012.04">15795 13312 40 0,'0'0'18'16,"0"0"-18"-16,21 4-54 15</inkml:trace>
  <inkml:trace contextRef="#ctx0" brushRef="#br0" timeOffset="48558.21">15724 13298 33 0,'0'0'23'0,"0"0"-13"16,0 0-1-16,0 0 3 15,0 0 4-15,0 0 3 16,0 0-6-16,0 0-2 0,-7 0-4 16,7 0-6-16,0 0-1 15,0 0-1-15,0 0 1 16,0 0 0-16,0 0 0 16,0 0 0-16,3 0 1 15,3 0 0-15,1 0 1 0,4 0 2 16,3 0-2-16,5 0 0 15,0 0 3-15,3-2-2 16,2-3 4-16,0 0 6 16,4 2-1-16,0-1 0 15,1 1-3-15,1-1-4 0,-2 1-2 16,-1 0-2-16,-2 2 0 16,-3-2 0-16,-5 2 0 15,-2-1-1-15,-1 2 0 16,-3 0 0-16,0 0 0 0,-6 0 0 15,0 0-2-15,-2 0-8 16,-1 0-20-16,-2 0-17 16,0 0-1-16,-2 0-50 15</inkml:trace>
  <inkml:trace contextRef="#ctx0" brushRef="#br0" timeOffset="48893.25">15812 13329 112 0,'0'0'8'0,"0"0"23"0,0 0-8 16,0 0-11-16,0 0-8 15,0 0-2-15,0 0-1 0,0 0 1 16,0 0-1-16,0 0-1 16,0 5 0-16,6-2 0 15,2-1 2-15,4 0-4 16,4 1 1-16,4-1 2 16,3-2 2-16,5 1 0 0,5-1-2 15,3 0 0-15,3 0 0 16,1 0-1-16,1 0-6 15,-1 0-56-15</inkml:trace>
  <inkml:trace contextRef="#ctx0" brushRef="#br0" timeOffset="49507.28">18265 13309 17 0,'0'0'2'0,"0"0"-1"0,0 0 1 0,0 0 9 16,0 0 3-16,0 0-3 0,0 0-7 15,0 0-4-15,0 0 0 16,0 0-21-16</inkml:trace>
  <inkml:trace contextRef="#ctx0" brushRef="#br0" timeOffset="50053.58">17404 13329 59 0,'0'0'5'0,"0"0"6"0,0 0-7 0,0 0-1 0,0 0 4 16,0 0 10-16,0 0 1 16,0 0-3-16,48 1 1 15,-24-1 1-15,2 0-9 16,3-1-1-16,2-2-5 0,3-2-1 16,-1 2 0-16,2-3-1 15,-4 1 0-15,-1 1 0 16,-1 1 1-16,-5 1 0 15,-5 1-2-15,-2 1-1 16,-8 0-1-16,-3 0-26 0,-6 0-12 16,0 0-19-16</inkml:trace>
  <inkml:trace contextRef="#ctx0" brushRef="#br0" timeOffset="50444.43">17420 13390 46 0,'0'0'3'0,"0"0"0"15,0 0-1-15,0 0 2 0,0 0 5 16,0 0 3-16,41 10 3 16,-26-10 2-16,3 0 4 15,4 0-11-15,1 0 0 16,1 0-3-16,5-5-5 16,0 1-2-16,2 1 2 0,-1-1-2 15,-2 0 2-15,0 2-2 16,-2 1 0-16,-3-2 1 15,-4 2 4-15,-4 1-3 16,-3 0-2-16,-5 0 0 16,-5 0-5-16,-2 0-37 15,-6 2 13-15,-9 0-55 0</inkml:trace>
  <inkml:trace contextRef="#ctx0" brushRef="#br0" timeOffset="50835.26">17416 13427 103 0,'0'0'12'15,"0"0"6"-15,0 0-17 16,0 0 6-16,0 0-3 16,0 0 6-16,0 0-7 0,37 0 4 15,-17 0-2-15,1 0 5 16,4-2-4-16,4 2-5 16,1-3 0-16,2-1-1 15,-3 1 1-15,1-1 0 16,1 1 0-16,-4-1-1 0,0 1 0 15,-4 0 0-15,-4 2 0 16,-6-1-1-16,-3 2 1 16,-4-1-2-16,-6 1-15 15,0 0-6-15,-7 0 7 16,-7 0-20-16,-1 0-53 0</inkml:trace>
  <inkml:trace contextRef="#ctx0" brushRef="#br0" timeOffset="51156.21">17479 13420 64 0,'0'0'7'0,"0"0"6"16,0 0 0-16,51 0-3 15,-32 0 4-15,3-2-6 16,-2-1 2-16,3-1-2 16,0 3-4-16,2-2-1 15,-1 0 1-15,0 0-3 0,1 2-1 16,0-1 1-16,-3-1-1 16,1 2 0-16,1-2 0 15,0 3 1-15,-2-1-1 16,-4 1 0-16,-2 0-1 15,-6 0-8-15,-4 0-21 0,-6 0-20 16</inkml:trace>
  <inkml:trace contextRef="#ctx0" brushRef="#br0" timeOffset="52380.5">15791 13383 58 0,'0'0'12'0,"0"0"7"0,0 0-7 0,0 0 1 16,0 0 2-16,0 0-2 15,0 0-2-15,0 0-4 16,0 0-5-16,0 0-2 0,0 0 1 16,-12 8 1-16,24-5 1 15,1 0-3-15,5 0 2 16,3 0-1-16,2 1 0 15,5 0 0-15,2-1-3 16,4-2 4-16,2-1 1 0,1 0 3 16,2 0-3-16,-1-4 0 15,-1-2-1-15,0 1 0 16,-4-4 4-16,-1 2-3 16,-5 0-2-16,-5-2 1 15,0 0 2-15,-8 0 0 0,1-2 0 16,-6-1 1-16,1 0-1 15,-1-3 0-15,-1-2-1 16,1-4 3-16,0-2 0 16,0-4 1-16,-2 0-3 15,1-1-2-15,-2-1 2 16,-3 1-1-16,-2-1-2 0,-1 3 0 16,0-3 2-16,0 5 3 15,-7-3 1-15,-4 3-1 16,0-2 1-16,-3 1-4 15,-1-1 1-15,-2 1-4 16,2-2-1-16,-7 0-1 0,1 1 2 16,-3-1 0-16,-4 3 3 15,0 1-6-15,-3 2 3 16,-3 1-1-16,1 4 2 16,-1-1-2-16,-2 3 1 15,-1 1 1-15,1 2-2 0,0 3 0 16,-4 0 1-16,-1 4-2 15,-1 1 1-15,-3 3 0 16,-4 0-1-16,-4 5 2 16,-1 6 0-16,-1 3 0 0,-3 6-1 15,3 3 1-15,2 5-2 16,6 3 3-16,4 4-2 16,3 3 1-16,7 1 0 15,3 3-3-15,6-1 1 16,7-2 1-16,3 0 0 15,9-1 1-15,3 1 1 0,2-1-1 16,0 0 1-16,9 0 0 16,7-2-1-16,5-4 1 15,4-3-1-15,6-3 1 16,5-5-1-16,7-4 2 16,2-3-2-16,9-5 0 0,6-2 0 15,5-5 0-15,3-2-23 16,5-6-76-16</inkml:trace>
  <inkml:trace contextRef="#ctx0" brushRef="#br0" timeOffset="53227.44">17554 12579 123 0,'0'0'0'0,"0"0"9"0,0 0-3 16,0 0-3-16,0 0 2 16,-40-40 2-16,24 33 12 0,-1 1-7 15,0 1-1-15,0 0-5 16,-1 4-4-16,-2 0-1 16,2 1-2-16,-4 0 1 15,1 0 1-15,-2 5-2 16,-2 2 1-16,2 2 0 0,-2 2 0 15,2 3 0-15,-1 3 0 16,2 3 0-16,-3 3 0 16,1 3 0-16,4 2-1 15,-2 3 1-15,4 3-1 16,-1 2 2-16,3 1-1 0,6 1 0 16,1-1 0-16,0 0 0 15,7 0 0-15,2 2 0 16,0-3 1-16,7 1 0 15,2 1 0-15,5-1-1 16,5 0 1-16,0-3 2 0,2-1-3 16,0-2 2-16,3 0-1 15,1-2 0-15,-1-1-2 16,1-1 2-16,4 0-1 16,0-4-2-16,4-5 3 15,5-5 0-15,1-4 2 0,5-6 2 16,-2-3 0-16,4 0 0 15,-2-9 0-15,-1-4-3 16,-3-1-1-16,-5-3 1 16,-3-3 1-16,-5-5 2 15,-2-2 3-15,-3-5 7 0,-3-2-5 16,-2-7-1-16,2-3-5 16,1-3-2-16,-4-1-1 15,0-2-1-15,-2 3 0 16,-3 0 0-16,-5 5-1 15,-4-1 1-15,-2 2 0 16,-4 0 1-16,-9 1 0 0,-8 3-1 16,-5 3 4-16,-4 3-4 15,-8 4-2-15,-3 6-4 16,-3 5-13-16,-3 3-14 16,-4 6-22-16,-3 3-19 15</inkml:trace>
  <inkml:trace contextRef="#ctx0" brushRef="#br0" timeOffset="60000.38">4672 14209 56 0,'8'0'1'0,"-1"0"0"0,3 0 0 0,2 0 1 16,-1 0 1-16,5-1 5 15,-2-1 4-15,6 0-1 16,2-1-5-16,-2 0-1 0,5 0-3 16,-1-1 1-16,3 0 1 15,-2-1 3-15,2-2-1 16,1 1 1-16,1-1-3 16,3 0-2-16,4 0-1 15,2 0 1-15,-2 0-4 0,1-7-48 16</inkml:trace>
  <inkml:trace contextRef="#ctx0" brushRef="#br0" timeOffset="60889.22">13583 8842 132 0,'8'0'19'0,"4"0"-19"0,7 0-12 0,8-7-32 15</inkml:trace>
  <inkml:trace contextRef="#ctx0" brushRef="#br0" timeOffset="62334.3">15868 8182 59 0,'0'0'3'0,"0"0"8"0,0 0-6 0,0 0 1 15,0 0-3-15,0 0-2 16,0 0-1-16,0 0 1 0,-41 0-1 15,36 0 1-15,-3-2-1 16,3 1 1-16,2-2 0 16,-2 1 4-16,1 0 5 15,2-1-2-15,-2-1-4 16,-2 1-2-16,3-1-2 16,-5 0 1-16,3 1-1 15,-2-2 0-15,0 1 0 0,-2-2 0 16,2-1 1-16,-3 0-1 15,1 0 0-15,-1 1 0 16,0 0 0-16,-2 2 0 16,-1 0 0-16,-1 1 1 0,-2 1 0 15,-1 1 0-15,-4 1-1 16,1 0-2-16,-4 0 5 16,1 1-4-16,-1 4 1 15,-3-1 1-15,2 1-2 16,-2 0 3-16,2 1 0 15,-1 1 1-15,1 2-2 0,3-1-1 16,-2 2 0-16,3-1 1 16,1 2-1-16,3 0 0 15,-2-1 0-15,2 3 0 16,3-2 0-16,-1 2 0 16,3 3 0-16,0-1 0 0,2 1 0 15,-1 0-1-15,0 1 2 16,0-2-1-16,2 1 0 15,0-2 0-15,-2 3 0 16,4-4-1-16,-1 1 1 0,3-1 0 16,1 0 0-16,2-2 0 15,1 2 1-15,1 0-1 16,0-1 1-16,1 1-2 16,5 0 3-16,0 3-2 15,1-1 1-15,0 1-1 0,2 1 1 16,-1-3-1-16,1 0 0 15,0-2 0-15,3-1-1 16,1-2 1-16,3-1-1 16,1-1 3-16,3-1 1 15,3-1 1-15,2-1-3 16,-1-1 1-16,3 0-1 0,-1 0-1 16,0-3 1-16,0 2-1 15,-1-2 1-15,1 1-1 16,1-1 0-16,0 0 0 15,0 0 1-15,4 0-1 16,-3-1 1-16,3-3-1 0,0-1 0 16,0 1 0-16,-1-6 3 15,1 3-3-15,-1-4 0 16,2 0 1-16,-3-4-1 16,-2-2 1-16,2 0 0 15,-5-5-1-15,-1 0 6 0,-1-2 13 16,-3-2-4-16,-5-2-1 15,-4-2-1-15,-1 0-3 16,-7-1-5-16,-2 2 0 16,0 3-4-16,-13 4-1 15,-1 5-4-15,-6 6-3 0,-1 4-50 16,0 2-23-16</inkml:trace>
  <inkml:trace contextRef="#ctx0" brushRef="#br0" timeOffset="63074.98">17092 8104 92 0,'-5'0'-6'0,"-1"-1"9"0,1-3-1 16,-6 1-1-16,-2-1-1 15,-3 1 0-15,1-1 0 0,0 1 2 16,0-1-1-16,-3 1 5 16,3 0 1-16,-1 2-5 15,0 1-1-15,-2 0-1 16,-6 0 1-16,0 1-2 0,-3 6 2 16,-5 2-1-16,-3-1-1 15,-2 2 1-15,-2 4 0 16,1-1-2-16,0 4 2 15,1 2 2-15,3 2 1 16,2 5-2-16,2 2 0 16,1 5 0-16,2 1 1 0,1 1-2 15,2 1 1-15,5 1-1 16,4-4-1-16,5-1-1 16,8 1 1-16,2-5 2 15,10-1-1-15,9 0-1 16,6-4 2-16,6 0-1 0,4-4 0 15,9-1 2-15,2-3 0 16,6-2 1-16,6-3-1 16,1-4-1-16,5-5-1 15,1-1 1-15,0 0 0 16,-1-5-1-16,-1-7 3 0,-2-6 2 16,0-4 4-16,-2-3 4 15,-3-4 1-15,-7-3-4 16,-2-3-3-16,-7 0 1 15,-9 0-1-15,-6 0 1 16,-12 4-2-16,-5 0-1 0,-8 3-5 16,0 5-3-16,-10 4-5 15,-6 2-42-15,-1 4-28 16</inkml:trace>
  <inkml:trace contextRef="#ctx0" brushRef="#br0" timeOffset="64747.51">18632 8163 45 0,'0'0'3'0,"0"0"5"0,0 0 3 0,0 0-2 16,0 0-6-16,0 0 0 15,0 0-1-15,0 0 4 16,0 0 0-16,0 0-2 15,0 0-3-15,0 0 1 0,0 0-1 16,-36-25 2-16,32 22 2 16,-1 0-1-16,-4 0-3 15,0-1 1-15,-2 1-2 16,-3 0 2-16,1-1-1 16,-5 2-1-16,0 1 0 0,0 0 1 15,-2-1-1-15,1 1 0 16,0-1 0-16,-1 0 0 15,2 2 0-15,-4 0 3 16,4 0-1-16,-4 0 2 16,1 0-6-16,0 4 5 0,0 1-2 15,-1 3-1-15,2-1 0 16,-3 1 1-16,1 1-1 16,1-1-1-16,0 2 2 15,1 2-1-15,0-1 0 16,1 0 0-16,1 2 0 0,-1 1 0 15,1 0 0-15,1 1 0 16,0 1 0-16,0 0 0 16,2-1 1-16,0 0-1 15,1-1 0-15,-1 1 0 16,2-3 1-16,2 1-1 0,1-3-1 16,3 0 1-16,3 0 0 15,2 0 0-15,-2 1 0 16,4-1 0-16,0 0 1 15,0 0-1-15,0 0 0 16,6 0 1-16,-1-1-1 0,1 0 0 16,2 0 1-16,0 0-1 15,-3-1 1-15,3-1-1 16,0 0 0-16,1 2 1 16,1-1-2-16,-1-1 2 15,3 2 0-15,1-1-1 16,1 2 2-16,1-1-1 0,1 2-2 15,-1-2 2-15,3 1-1 16,-3-2 1-16,2 2-1 16,0-1 0-16,1-1 0 15,3-1 1-15,0 0-1 16,3 0 2-16,1 0-1 0,1-1 0 16,1 2 0-16,-3-2 0 15,0 0 0-15,-2 0 0 16,1-2 3-16,-4 1 0 15,3 0 1-15,2-1-2 0,0 2-1 16,1-3-2-16,3 1 1 16,4-1 0-16,-1 0-1 15,0-2 1-15,2-1-1 16,-1 0 1-16,0 0 5 16,1 0 1-16,0 0 2 15,0-1-5-15,3-4-2 0,1 2-2 16,-2-2 1-16,2 1-1 15,1-2 2-15,-3 3-2 16,-1-1 0-16,-2-2 0 16,-1 2 1-16,-2-3 0 15,1 0 2-15,0 0 2 0,-1-2 0 16,-2 1-3-16,-1 0 0 16,-1 0-1-16,-3-3 0 15,-2 1-1-15,-2-3 2 16,-2 1-1-16,-2 0 1 15,1-4-1-15,-1 3 0 0,-1-2 0 16,-2-1-1-16,0 0 0 16,-3 1 1-16,0-2-1 15,-3 1 1-15,-1-1 0 16,0 0-1-16,-2 1 1 16,-2 0-1-16,0-2-1 15,0 3 0-15,0-4 0 0,-2 2 1 16,-8 0 1-16,0 2-2 15,-4 1 0-15,-2 1-1 16,-3 1 4-16,-3 1-2 16,2 1-2-16,-5 1 1 15,0-2 1-15,1 4 0 0,-1-3-3 16,3 3 3-16,-4-3 0 16,1 3-2-16,-1-2 1 15,0 2 2-15,-1-1-1 16,-1 2-1-16,0-1 1 0,1 1 1 15,-1 1-1-15,1 0 0 16,0 0 2-16,2 1-4 16,1-1 4-16,-2 1-2 15,3 0-2-15,0 1 2 16,-1 1-1-16,1 0 1 16,-3 2-1-16,-3 0 2 0,-3 0-8 15,-7 2-44-15,-5-2-16 16</inkml:trace>
  <inkml:trace contextRef="#ctx0" brushRef="#br0" timeOffset="67479.28">17114 7264 26 0,'0'0'7'0,"0"0"7"15,0 0 5-15,0 0-1 0,0 0-1 16,0 0 2-16,0 0 2 15,-16-38 3-15,16 32 1 16,0-1-10-16,5 3-7 16,4 1-6-16,1 0-2 0,5 1 1 15,6 1-2-15,7 1 1 16,9 0 1-16,8 0 0 16,2 1-16-16,6 4-81 15</inkml:trace>
  <inkml:trace contextRef="#ctx0" brushRef="#br0" timeOffset="71456.72">4828 7674 99 0,'4'0'22'0,"-1"0"-14"0,7-4-4 16,5-5 0-16,9-6 5 16,5-3-4-16,5-6-3 0,10-2 0 15,3-5 1-15,4-3-13 16,3-5-61-16</inkml:trace>
  <inkml:trace contextRef="#ctx0" brushRef="#br0" timeOffset="71920.02">6385 7554 39 0,'0'0'14'0,"0"0"-13"0,0 0 8 0,0 0 2 16,0 0-4-16,43 2-2 15,-29-8-2-15,6-3-1 16,2-1-1-16,2-3 1 15,5-1-1-15,6 0 1 0,2-2 0 16,2-1-1-16,-2-1-12 16</inkml:trace>
  <inkml:trace contextRef="#ctx0" brushRef="#br0" timeOffset="72446.38">7989 7440 48 0,'0'0'8'0,"51"-13"-8"0,-20 2 0 0,0 1-40 16</inkml:trace>
  <inkml:trace contextRef="#ctx0" brushRef="#br0" timeOffset="74467.13">17212 7259 50 0,'0'-3'2'0,"0"-2"0"0,0 1 0 0,0 0-11 16,0 0-4-16,0-1 3 15,0 1 10-15,0 1 10 16,0 0 13-16,1-3-1 15,3 1-11-15,2 2-9 16,2-1 1-16,2 1-3 0,-1-1 1 16,5 0 0-16,-1-1-1 15,1 1 2-15,1 1-1 16,1-2 1-16,0 2 3 16,2 0 0-16,-1 1 0 0,2 0-1 15,0 2-2-15,3 0 0 16,-2 0-2-16,2 6 1 15,1 2-1-15,4 0 1 16,-3 3-1-16,5 1 0 16,1 0 0-16,-1-1 1 15,0 3-1-15,0-1-1 0,-5-1 1 16,-3 1 0-16,-1 0 0 16,-7-1 0-16,1 0 0 15,-3 3 0-15,-2 1 0 16,0 0 1-16,-1 4-1 15,-1 1 0-15,0 2 1 0,1 3-1 16,-1-2 0-16,1 3 0 16,0-2 1-16,-2 2-2 15,-2-3 0-15,0 1 0 16,-2-3 0-16,-2 1 2 16,0-3-1-16,0 1 2 0,0-2-1 15,-7-2-1-15,0 1 0 16,-2-1 2-16,-1 2 1 15,-5-5-1-15,-2 4 0 16,-5-1 0-16,-3 0 1 16,-5-2 0-16,-3 0-1 0,0-2 1 15,-5 1-1-15,0-3-1 16,-3-2 2-16,0-2-2 16,-2 0 1-16,0-1-1 15,1-2-1-15,-1-2 1 16,1-1 1-16,4-1-1 0,1 0 1 15,3 0 2-15,-4-1-1 16,3-5 1-16,1-2 3 16,0-1-3-16,1-1-2 15,3 0 1-15,1 0 0 16,3 0-3-16,8 0-19 0,2-7-38 16</inkml:trace>
  <inkml:trace contextRef="#ctx0" brushRef="#br0" timeOffset="75592.84">19110 7338 101 0,'0'0'-2'0,"-2"-6"9"0,-4-1 1 0,1 3-3 15,-3 1-3-15,0-1-4 16,-3-2 5-16,0 4-3 16,-2-1 1-16,-1 1 0 15,-1-2 0-15,-1 3 0 0,2 0-1 16,-5-1 1-16,1 0 0 16,-1 2-1-16,-2-3-1 15,-1 1 2-15,-1 0-2 16,-3-1 2-16,-2 0-2 0,-2 0 0 15,-1 2 1-15,-2-2 0 16,-1 3 0-16,-3 0 2 16,0 0-1-16,-1 0-1 15,0 7 0-15,-1 1-1 16,1 1 6-16,3 3-4 0,-2 2 0 16,2 0-1-16,0 5 0 15,-1 1 0-15,0 2 0 16,3 2 0-16,3-1 0 15,5 4 0-15,4 0 0 16,5 0 1-16,6 1-1 0,3-1 0 16,4 0 1-16,2-1-1 15,1 0 1-15,0-1-2 16,0 1 2-16,0-1-1 16,0 1 1-16,2 0 0 15,0-1 0-15,2 2 2 16,-2-4-1-16,3-2 1 0,3 0 0 15,2-4 2-15,1-1 0 16,4 1 0-16,3 0 1 16,0-3-1-16,2 2 0 15,3-5-1-15,3 2-2 16,0-3 0-16,3-2-1 0,3-3 3 16,2-3 0-16,1 0 0 15,3-1 0-15,2-1-2 16,1 0-1-16,0 0 1 15,0 0-1-15,0 0 0 0,-1 0 0 16,2 0-1-16,0-4 0 16,0-1 0-16,4-3 0 15,1-1 1-15,2-4-1 16,1-2 4-16,-3-1 1 16,2-3 0-16,-5-4-1 15,-3 0-1-15,-5-2-2 16,-4-4 0-16,-7-2 0 0,-6 1 0 15,-5-2 0-15,-5-2 3 16,-3 1-1-16,-2 2 0 16,-4 1-1-16,0 3-1 15,-6 3-1-15,-7 8 0 0,-8 5-18 16,-11 4-46-16,-5 6-23 16</inkml:trace>
  <inkml:trace contextRef="#ctx0" brushRef="#br0" timeOffset="76624.99">18471 8113 24 0,'0'0'24'15,"0"0"-19"-15,0 0 15 0,0 0-7 0,22-39 0 16,-22 30 4-16,0 2 0 16,0 0-2-16,-9 0 3 15,2-1 1-15,-2 0-6 16,-1 4-9-16,2-2-4 15,-4 3 1-15,-2 2-3 0,0 1 5 16,-4 0-3-16,-1 0 0 16,-2 0 1-16,-4 3-1 15,0 0-2-15,0 1 2 16,-2 2-1-16,-2-1 2 16,2 2-1-16,-2 2 0 0,1 0 0 15,2 0 0-15,2 1 1 16,3 0-1-16,0 0-1 15,2 2 0-15,3 1 1 16,-4-1 0-16,3 4 0 16,1 1-2-16,1-3 0 0,0 3-1 15,0 0-2-15,1-1 4 16,3 1 1-16,0 1 1 16,2-2-1-16,2 1 0 15,3 1-1-15,-2-3 0 16,4 0 2-16,-1 2-1 0,0-1 0 15,3 0 1-15,-2 1-1 16,1 0 1-16,1 1 0 16,0 1-1-16,0 0 1 15,1 1-1-15,5 2 0 16,1-1 0-16,1 0 2 0,4-1 1 16,0-2-3-16,1-2 2 15,3 0 2-15,0-4 1 16,4 0 0-16,1-2 0 15,4 0 0-15,2-1-1 16,2 0-1-16,3 0-2 0,1 0 1 16,-1 0-1-16,4 2 1 15,-3-3-1-15,0 2-1 16,-1-2 0-16,0-1 0 16,1 0 0-16,0 0 1 15,1-2-1-15,1-2 1 0,0-1 0 16,3-1 0-16,-1-1 0 15,1 0 0-15,-3 0 0 16,3-1 1-16,1-4-2 16,-3-1 1-16,4 0 0 15,1-2 0-15,2 1-1 16,0-3 0-16,2 0 0 0,-3-3 1 16,0-1 0-16,-1-2 0 15,-3-1-1-15,-2-3 1 16,-1-1-1-16,-4 0 0 15,-1-2 0-15,-3-1 3 16,-2 0 7-16,-3 1 0 0,-5-4-3 16,-2 0-2-16,-5 0-2 15,-5-1-1-15,-5-4-1 16,0 0-1-16,-9-1 0 16,-12 0 0-16,-10 1-1 15,-11 3-21-15,-15 1-24 0,-15-1-54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4:38.5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9631 7824 9 0,'0'0'19'0,"0"0"3"0,0 0-5 0,0 0-3 16,0 0-5-16,0 0-2 0,0 0-1 16,0 0-1-16,0 0 0 15,0 0 3-15,0 0-2 16,0 0-1-16,0 0 1 15,-2-10 2-15,2 10-9 16,0 0 0-16,0 0 1 0,2 0 0 16,1 1 1-16,3 4-1 15,0-1 0-15,0 0 0 16,2 3 0-16,-1-2 0 16,-1 0 0-16,1-1-1 0,2 1 1 15,-2 0-2-15,-1 1 1 16,1-2 0-16,0-1 1 15,-3 1 1-15,3-1-1 16,-4 0-1-16,1 0 1 16,0-3-1-16,2 0 2 15,0 0 0-15,0 0 2 0,1 0 3 16,2-7-3-16,4-2 2 16,1-2-4-16,3-3 2 15,4-5 0-15,-1 1-6 16,5-4 9-16,4-2 0 15,2-1-1-15,2-1 0 16,3-1 6-16,-3 0-4 0,-1 0 3 16,-1 0 2-16,-2 0-2 15,-2 3-1-15,-4 0-1 16,-1 1-2-16,-5 5 2 16,-2 2-1-16,-5 5 0 0,-4 2-1 15,-1 5 0-15,-1 1 1 16,-1 3 0-16,2 0-8 15,2 0 2-15,3 7-2 16,-4-1-21-16,-5-6-95 16</inkml:trace>
  <inkml:trace contextRef="#ctx0" brushRef="#br0" timeOffset="4168.38">22055 7808 11 0,'3'2'15'0,"2"-1"-1"0,1-1-4 0,-4 3-4 15,1-2-1-15,0 3 1 16,0-1-2-16,0 0-1 0,-1 1-1 16,0 2-1-16,1 1 0 15,1-2 0-15,-1 2 1 16,-1 0-1-16,0 1 0 16,0-2 0-16,2 0 0 15,-2-1 1-15,-1 1 2 0,2-2-1 16,0 2-1-16,3-4-1 15,-1 1 1-15,1-1-2 16,3-2 4-16,1 0 7 16,3 0-6-16,0-1-1 15,4-5 3-15,0-3-3 0,5-2 0 16,-1-2 0-16,4-2 2 16,-1-1-1-16,3-2 1 15,0-1-3-15,-1-1 1 16,1 2 0-16,-2-1-3 15,0 1 2-15,3-1 0 0,0-2 2 16,1 5-1-16,3-5 1 16,-3 1 2-16,1 0-3 15,0 1 0-15,-2 1 1 16,-1 0-1-16,-2 2-3 16,-4 2 1-16,-2 3-2 15,-2-1 3-15,-1 2-1 0,-2 3 0 16,-3 2 2-16,-2 3-2 15,-2-1-2-15,0 3 1 16,-4 0-1-16,0 0-1 16,-3 0-2-16,0 5-4 15,0 2-1-15,-3 3-9 0,-8 1-29 16,-4-2-26-16</inkml:trace>
  <inkml:trace contextRef="#ctx0" brushRef="#br0" timeOffset="4985.97">22019 7831 19 0,'0'0'16'0,"0"0"-14"0,0 0 5 0,0 0-3 16,0 0 2-16,0 0-1 15,0 0 11-15,0 0-2 16,0 0 0-16,0 0-4 0,0 0-8 16,0 0-3-16,0 0 1 15,3 7 1-15,1-3-1 16,-3 3 1-16,2 0-1 16,1-1 0-16,0 1 0 15,0 0 0-15,-1 0 0 16,0 2 0-16,2-2 0 0,-3 0 0 15,1 0 0-15,2 0 0 16,-1-2 0-16,1 0-1 16,0-2 0-16,3 0-1 15,3-3-1-15,0 0 11 16,2 0 3-16,6-6-3 0,5-2-5 16,1-5 2-16,4 2-3 15,5-4-1-15,1-2 0 16,0 0 0-16,1-4-1 15,0 1-1-15,2-2 7 16,2 0 14-16,1 0 8 0,1 0-11 16,3 3-2-16,-4 1-9 15,-1 2-2-15,-5 2 0 16,-6 3-2-16,-5 1 0 16,-7 4-1-16,-2 1 0 15,-3 2-1-15,-2 1 1 0,-2 2-1 16,0 0-6-16,-5 2-30 15,-3 1-35-15,0-3-69 16</inkml:trace>
  <inkml:trace contextRef="#ctx0" brushRef="#br0" timeOffset="9148.58">6089 6821 22 0,'0'0'2'0,"0"0"3"0,0 0 4 16,0 0 5-16,0 0 0 15,0 0-3-15,0 0-4 16,0 0-3-16,0 0 0 16,0 0-2-16,0 0 3 0,0 0-2 15,0 0 3-15,-18-26-1 16,17 24-2-16,1-1 0 15,-2 1-1-15,0-2-1 16,0 1 0-16,-3 0-1 16,3 1 2-16,-4-1 1 0,-1 1-2 15,2-2-1-15,-2 1 1 16,1 0 1-16,-2-1-1 16,0 1-1-16,1-1 1 15,1 0 0-15,-3 0-1 16,2 1 1-16,0 0-1 15,-1 2 0-15,3 0 0 0,-4 1 0 16,2 0 0-16,-1 0 0 16,-1 0-1-16,-3 0 1 15,1 0 0-15,-3 4 0 16,-1 1 0-16,-1 3 0 16,-1-2 0-16,1 3 0 0,-1-1 0 15,0 1-1-15,0-1-5 16,1-1 10-16,-1 2-4 15,0-2 1-15,2 2-1 16,-1-1 0-16,1 0 1 0,1 0-1 16,1-1 0-16,1 0 0 15,-1-3 1-15,3 3-1 16,2-1 1-16,1 1-1 16,-1-1 0-16,2 2 0 15,0-1 0-15,4 2-1 16,-4-1 1-16,5 2-1 0,-1 0 1 15,0 0-1-15,0 2 1 16,0 2 0-16,-2-1 0 16,1 2 0-16,-2-1 0 15,3 3 0-15,-3-1 0 16,3-2 0-16,0 3 0 0,0 0 0 16,0-1 0-16,2 2 0 15,-4-1-1-15,3 2 1 16,1-2 0-16,-2 1-2 15,2 2 4-15,0-1-4 16,0-2 2-16,0-1 0 0,0-1-1 16,0-1 0-16,0-1 1 15,2-1 0-15,-1 0 0 16,1 1 0-16,0 1 1 16,0-1-1-16,0 0 0 15,0 0-1-15,0 0 0 0,-1-2 1 16,1 0 0-16,0 2 0 15,0-1 0-15,1 0 1 16,1-1-2-16,-3-1 1 16,1 0-1-16,2-3-1 15,-2 0 1-15,0-2 1 0,0 0-2 16,1-2 2-16,-1 1 1 16,0-2-1-16,0 2 1 15,-2-2-1-15,0 1 0 16,2-1 1-16,1 1 0 15,-3 1-1-15,1 1 0 0,0-1 1 16,2 0-1-16,1 2 0 16,-2-2 0-16,0-1-3 15,2 2 1-15,1 0 1 16,1-2 0-16,0 1 3 16,-2 0-1-16,1-1 0 15,1 3 0-15,0-1-1 0,0 0 1 16,0 0-1-16,1-2 1 15,1 4-1-15,2-4 0 16,-3 1-3-16,3-1 0 16,1 0 2-16,-1-1 1 15,0 0 4-15,1 0-5 0,-1-1 2 16,1 2 0-16,-1-2 0 16,3 1-1-16,-1 0 1 15,2-1-1-15,-1 0-1 16,1-1 1-16,0 0-1 15,2 0 2-15,1 0 0 0,-1 0 1 16,-1 0 2-16,1 0-1 16,1 0-1-16,-2 0-1 15,2 0-1-15,-1 0 0 16,1-1 0-16,-1 0 0 16,0-3 0-16,4 3 1 0,-4-1 0 15,1 2 0-15,0-1-1 16,2 1 0-16,1 0 1 15,1 0-1-15,0 0 0 16,4 0 2-16,0 0-2 16,2 0 1-16,-4-1-1 15,0 1 0-15,0 0 0 0,-2 0 0 16,-2 0 0-16,2 0 0 16,1 0 1-16,-2 0-1 15,2-2 1-15,1 2-1 16,-4 0 0-16,2 0 1 0,-1 0-1 15,-4 0 0-15,2 0 0 16,-1 0 0-16,1 0 0 16,1 0 0-16,0 3 1 15,2 1-1-15,1-2 1 16,-2 1-1-16,4 1 0 0,-1-1 1 16,2-2-1-16,-3 1 0 15,4-2 0-15,-1 0 0 16,2 0-1-16,0 0-1 15,0 0 3-15,-3-3 1 16,3 0 0-16,-3-1-1 0,1-1 0 16,-2 1 1-16,-3-1 0 15,2 0 1-15,-2-2 0 16,-2-1-2-16,4-1 3 16,1-1-2-16,-4 0-1 15,2-1 0-15,0-2 1 16,-2 0-1-16,-3-1-1 0,-3 0 2 15,3-2 5-15,-5 1 0 16,-1-1-1-16,1-1-2 16,-1 1-1-16,-1 1 1 15,-2-1-1-15,0 0-1 0,-3 0 1 16,0 0 1-16,-4 0 0 16,0 0 2-16,0-1 0 15,0 2 0-15,-4-2-1 16,0 0 0-16,-3 1-2 15,0-4 1-15,0 2-4 0,1 0 1 16,-1 0 2-16,3 1 7 16,-5-3-10-16,2 3 1 15,-2-1 0-15,-2-1-4 16,2 1 5-16,0 2 0 16,0-2-1-16,-3 2 0 15,6-1-1-15,-4 3 0 0,2-2 1 16,-1 2-1-16,-1 0 0 15,3 1-2-15,-3 0 1 16,-1 0 0-16,3 2 2 16,-2 1 0-16,0-3 0 0,0 3 0 15,1-2-1-15,0 0 0 16,-1 1 0-16,0 1-1 16,-1-3-1-16,0 3 0 15,-5 2 1-15,1 1 0 16,-1 1-2-16,-4 2-1 15,2 2 4-15,-4 2 1 0,2 0-3 16,-1 0 2-16,3 0 1 16,1 0-1-16,1 0 1 15,1-4-1-15,1 1-1 16,1-1 2-16,-1 0-1 16,-2 1 0-16,0-1 0 0,1 1 1 15,-3 1-1-15,1 2 0 16,-2 0-3-16,0 0 2 15,-1 0 1-15,1 0 2 16,0 2-2-16,-1-1 1 16,1-1-1-16,-2 0 0 0,2 0 1 15,-1 0-2-15,2 0 2 16,-2 0-1-16,1 0 0 16,0 0 0-16,1 0 0 15,0 0 0-15,2 0 0 16,1-1 0-16,-1-1 0 0,1 1 1 15,1 0-1-15,-1-1 0 16,1 1 0-16,-3-1 0 16,0 1 0-16,0-1 0 15,-3 2 0-15,1 0 0 16,0-1 0-16,0 0 0 0,2-1 0 16,-1 2 0-16,1-1 0 15,-1 1 0-15,1 0 0 16,2 0 0-16,-3 0 1 15,3 0-2-15,-3 0 2 16,4 0-2-16,-2 1 1 0,1 3-2 16,1-2 2-16,1 2 0 15,-3-1 1-15,1 0-1 16,1-2 0-16,-1 2 0 16,2 1 0-16,-1-1 0 15,1 1 1-15,-1-1-1 16,1 0 0-16,1 1 0 0,-1-1 0 15,-3 2 0-15,3 1-8 16,-5 3 12-16,-2 1-3 16,0 4-12-16,2-4-40 15,0-6-42-15</inkml:trace>
  <inkml:trace contextRef="#ctx0" brushRef="#br0" timeOffset="13307.06">18963 6827 11 0,'0'0'5'0,"0"0"10"0,0 0 0 16,0 0 5-16,0 0-3 0,0 0-6 15,0 0-2-15,30-36 1 16,-29 33-6-16,-1 0 1 16,0 2 0-16,0 0 3 15,0-1-8-15,0 2-2 16,0-1 8-16,-3-1-5 15,0 1 0-15,-3 0-1 0,0-2 0 16,-3 1 0-16,0 1 1 16,-3-1 1-16,-3 1-2 15,-1 0 0-15,-2-1 1 16,0 2 0-16,1-1-2 16,-3 1 2-16,0-2-1 0,4 1 0 15,-3 0 1-15,2-1-1 16,-1 1 1-16,-2-2 0 15,3 1 0-15,-2 2-1 16,-1-1 1-16,-4 1-1 16,-1 0 1-16,-2 0-1 0,-5 0 0 15,2 0 0-15,0 3 1 16,1-2-1-16,1 2 0 16,1-1 0-16,1-1 0 15,-1-1 1-15,0 1-1 16,0 1 0-16,0-2 0 0,2 0 1 15,2 0-1-15,1 0 2 16,4 0 0-16,-1 0 0 16,2 0-1-16,0 1 0 15,3 3-1-15,1 1 0 16,0 0 0-16,2 0-1 0,0 0 2 16,3 2-1-16,-3-1 0 15,1 0 0-15,2 1 0 16,-2 3 0-16,0 1 0 15,1 1-1-15,-2 0 1 16,1 1 0-16,-2 0 0 0,3-2 0 16,1-1 0-16,2-1 0 15,-2-1 0-15,3 2 0 16,1-1-1-16,0 0 1 16,-1 0 0-16,0 3 0 15,0-1 0-15,1 0 0 0,0 1-1 16,-1-1 1-16,1 3-1 15,-2 0 1-15,1 1 0 16,0 0 1-16,-3 1-1 16,3 2 0-16,-2-1 0 15,0-1 0-15,1 1 0 16,3 1 0-16,-4 0 0 0,2 0 0 16,2-1 0-16,-3 0 0 15,3 2 0-15,-1-4 0 16,3 1 0-16,-1-2-2 15,2-3 1-15,0 1-1 16,0-1 0-16,0 0 4 0,2 0-3 16,1-2 1-16,2 1-1 15,1-1 1-15,-3-2-1 16,1 0-1-16,2 0 2 16,-3 1 1-16,1-3-1 15,0 2 1-15,0 3 0 0,0 0 0 16,-1-3 0-16,2 0-1 15,-2 0 0-15,1-1-1 16,2 0 0-16,-2-1-3 16,3-2 5-16,-1 3 4 15,2-2-3-15,1 0 3 0,2-1-2 16,2 3-3-16,-1-2 1 16,3-1 0-16,0 1 0 15,0-2 1-15,1 1-2 16,-3-1 2-16,0 1-2 15,0 0 2-15,0-2 0 0,0 1 0 16,0 2-1-16,3-3 0 16,0 1 1-16,3 1-2 15,-2-2 1-15,0 1-1 16,0-1 0-16,1 2 1 16,0 0-1-16,-2 1 1 0,1-1-1 15,-1 1 0-15,2-1 0 16,-3 1 0-16,2-1 1 15,0 0-1-15,1-2 0 16,-1 2-1-16,4-2 2 16,0-1-2-16,-1 0 3 0,2 0 1 15,2 0 0-15,-2 0 0 16,0 0-1-16,1 0-1 16,2 0 1-16,-2 0-1 15,0-1 1-15,0 0 0 16,0-2-2-16,1 3 3 0,1 0-3 15,-3 0 1-15,3 0 0 16,0 0 0-16,3 0-1 16,-1 0 0-16,0 0 0 15,-1 0 0-15,3 1 0 16,-2-1 1-16,0 2-2 0,2-2 2 16,-2 0-1-16,0 0-1 15,0 0 2-15,2 0-1 16,-2 0 0-16,3 0-1 15,0 0 1-15,-2 0 0 16,0 0 1-16,-3 0-2 0,-1 0 1 16,-6-2 0-16,2 1 1 15,-4 0-1-15,-3-1 1 16,-3-1 0-16,1 0 0 16,-2 0-1-16,1-1 1 15,-4 0 0-15,2 0 2 16,-1-2-2-16,1 1 0 0,-3-1 0 15,4-3 0-15,-3 3 0 16,3-2 0-16,-3-2 0 16,3 0 2-16,3-1-2 15,-3 1 3-15,3-2-2 16,-1 1-1-16,0-2 1 0,2 2 0 16,-5-1 2-16,1 0 0 15,1 0 2-15,-3 0 1 16,0 0-4-16,-1 0 0 15,-1-1 2-15,-1 0-3 16,0 1 0-16,-1 0 0 0,1-3-1 16,-4 1 0-16,2 0-1 15,-1-3 1-15,-1 0 0 16,0 1-1-16,0-2 0 16,0-2 1-16,0 4-3 15,0-3 1-15,-3 1 3 0,-5-1 1 16,3 0-1-16,-6-1-1 15,3-1 1-15,-2-2-2 16,-2 1 1-16,-3-1-1 16,-5 0-1-16,-3 0-1 15,-7 3-3-15,-5 3 10 0,-12 3-10 16,-6 6-9-16,-11 2-24 16,-6-1-51-16</inkml:trace>
  <inkml:trace contextRef="#ctx0" brushRef="#br0" timeOffset="14967.04">20858 6734 77 0,'4'0'0'0,"-1"0"8"0,1-1 8 15,-1-2-1-15,-2 0-1 16,0-1 5-16,-1 3-6 15,0-1-7-15,0 0 0 16,0 1-5-16,-3 0-1 16,-4 0 1-16,-2 0 0 0,-2 1 0 15,-2 0-1-15,-5 0 0 16,-2-1-1-16,-5 1 2 16,-1 0 0-16,-4 0 0 15,-2 0-1-15,-3 0-1 16,-1 0 2-16,0 0-1 15,0 0 2-15,-1 1-4 0,0 2 4 16,0 0-4-16,1-1 4 16,1 1-4-16,2 1 4 15,1 0-2-15,-1-1 1 16,3 3-1-16,1-1 0 0,0 1 0 16,0-2 0-16,2 2 0 15,2 1 0-15,0 0 1 16,3 0-1-16,1 2-1 15,3 1 2-15,1 1-2 16,3 0 1-16,0 2 0 0,1-2 0 16,1 1 0-16,3-1 0 15,-2 1-1-15,0-1 2 16,4 0-1-16,-1 1-1 16,3 3 1-16,-3 1-3 15,4 1 3-15,0 1 0 0,0 1 0 16,1 2 0-16,0-2 0 15,0 2 0-15,-1-1 0 16,2 0-1-16,-1-2 0 16,2 2 1-16,0-3 0 15,0 3 0-15,-3 0 0 16,2-2 0-16,0 1 0 0,-1 1 0 16,1-1 0-16,2 0 0 15,-2 0 0-15,2-3 0 16,-2 0 0-16,2 1 0 15,0-3-2-15,0 1 1 0,0 0-1 16,0-3 2-16,2 3 1 16,1-2-1-16,1 1 0 15,2 0-2-15,-1-2 2 16,1 1-4-16,2-1 4 16,0-2-2-16,-1 0-1 15,2 0 3-15,0-1 0 0,0-2-1 16,3 0 3-16,0-1 0 15,1-1-1-15,1 1-1 16,0-2 2-16,2 2 0 16,-1-2-1-16,2-1 1 15,2 0-1-15,-1-2 2 0,1-1 3 16,1 0-2-16,1 0 0 16,0 0-2-16,-2 0 1 15,3 0-1-15,-2 0-2 16,2 0 0-16,1 0 2 15,1-1-2-15,2-1 0 0,1-1 1 16,2 2 0-16,2-2-1 16,1 2 0-16,1 0 0 15,3 0 1-15,-1 0 0 16,1-2 0-16,-1 2-1 16,3-1 0-16,-1 1-1 0,0-2 1 15,0 0 0-15,1 2 1 16,0-1-1-16,-4-1-1 15,1 1 1-15,-2-1 0 16,1 0 1-16,-2 0-1 16,-1 1 0-16,1-1 0 15,-2 1 0-15,0-2 0 0,-1 1 0 16,-2-1 0-16,1 0 1 16,-1 1-1-16,0-2 0 15,-2 1 0-15,0 0 0 16,0-2 2-16,-6 3-2 15,0-2 0-15,-3 0 0 0,-1-2 0 16,-4-1 1-16,-1 1 3 16,-1-2 7-16,-2-2 1 15,2-1-7-15,-2 0-2 16,1-1-2-16,1-1 2 16,-2-2-3-16,2 2 1 0,-1-2 1 15,0-1-1-15,2 0 0 16,-2 0-1-16,3-3 0 15,0-1 1-15,-1-3-1 16,0-2 1-16,-1-2 2 16,-4-3 6-16,-2-1 2 0,-3 1-3 15,0 0-3-15,-4 0-1 16,-8 2-2-16,-4 5 0 16,-3 1 0-16,-6 5-2 15,-6 3-7-15,-8 4-8 16,-5 3-58-16,-5-2-59 0</inkml:trace>
  <inkml:trace contextRef="#ctx0" brushRef="#br0" timeOffset="16547.11">20292 7615 23 0,'0'0'43'0,"0"0"-35"0,-8 0 0 0,-1 0-6 16,-1 0-1-16,-1 4 0 16,-3-1 0-16,0 3-1 15,-1-3 0-15,-3-1 0 16,-1 1 1-16,1 0-1 15,-4-3 4-15,1 0 4 0,-3 0 1 16,1 0 1-16,-1 2-5 16,-1-1-3-16,1 2-2 15,2 0 1-15,-1 1 0 16,1 0-1-16,1 3 0 16,2-1 0-16,0 2 0 0,0 1 0 15,1 2 0-15,1 1 0 16,2 1 0-16,2 3-1 15,-1 3 0-15,2 1 1 16,3 2 0-16,3 1 0 16,2 3 0-16,-1-2 1 0,3 2 0 15,1-2 0-15,1 1 2 16,0-1-1-16,0 2 1 16,-1-3-1-16,1 0 1 15,-4-1 0-15,2-1 0 16,-2-1-2-16,1 3 0 15,0-3 0-15,1 1-1 0,-1 1 0 16,2-1 1-16,1 0-1 16,0-1 0-16,0 1 0 15,0-2 1-15,0-2-1 16,6-1 1-16,-1-1-1 0,2-3-1 16,-2 0 3-16,3-2 1 15,-3 0 1-15,2-3 0 16,2 3 1-16,1 0-2 15,-3-1-2-15,5 1 1 16,-1-2-4-16,1-1 1 16,2 2 4-16,0-5 2 0,4 0 2 15,2 1 9-15,0-3-3 16,4 1-3-16,1 0-7 16,2 1 0-16,0-1-1 15,4 1-1-15,0-2-1 16,-1 2 2-16,3-1-3 0,-1-2 1 15,3 1-1-15,0-1 1 16,4-1-1-16,5 0 5 16,2 0-1-16,5 0-4 15,0 0 2-15,2 0-1 16,1 0-2-16,0 0 3 0,-5-3-2 16,3 2 5-16,-1-3-2 15,-5 0-1-15,0-1 0 16,-4 2 1-16,0-2 1 15,-1 0 2-15,-3 1-2 16,1 1-1-16,-1-1-1 0,3 1 0 16,-8 0 0-16,1-1-1 15,-3 3 1-15,-4-2-1 16,-2 0 0-16,-2 0 0 16,0 0 0-16,0 1 1 15,-2-2-1-15,0 2 0 0,-4-1 0 16,-1-1 1-16,0 1-1 15,-2-1 0-15,-2-1 0 16,-2 1 0-16,-1-2 1 16,1 1 2-16,-1-1 1 15,-2 0 0-15,1-1-1 0,3 0 1 16,-4 0-3-16,2-3 0 16,2 0 0-16,-2-1-1 15,3-3 1-15,0-2 0 16,-1 0-1-16,0 2 1 15,-2-4-1-15,-1-1 2 0,-3 2-2 16,1-3 1-16,-1 2 3 16,3-2-5-16,-3 3 2 15,5-1-1-15,-3 0 0 16,2 1 0-16,0-1 0 16,-1 1 0-16,0-2 0 15,-4 1 0-15,0-2-1 0,1 0 2 16,-4 0-1-16,2-1 1 15,-1 2-2-15,0 1 3 16,1-2-2-16,-3 3 0 16,0 0 0-16,0 0-1 15,0 3 2-15,0 1-1 0,-2 0 0 16,-3-1-2-16,1 1 2 16,-4 3 3-16,0-5-1 15,-2 5-1-15,0-3 0 16,-2-1-1-16,0 0 0 15,-3-1 2-15,-3-2-3 0,-6 0 1 16,-4-3 3-16,-8 0-1 16,-12-1-1-16,-19 3-1 15,-24 4 0-15,-32 9 0 16,-46 5-25-16,-45 0-82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5:04.5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10621 3611 66 0,'0'-3'7'0,"0"2"7"0,0-2-5 0,0 2 4 16,0-2-6-16,0 3-1 15,0-2-1-15,0 0 2 0,0 2-2 16,0-2 4-16,0 2-4 16,0 0-5-16,0 0-1 15,2 0 1-15,1 0-1 16,1 0 1-16,2 2 0 16,-1 0 0-16,0 0-1 15,0-1 2-15,3-1-1 0,-2 0 1 16,2 0 0-16,1-2 4 15,4-10 5-15,5-2 7 16,2-9-3-16,0-4-1 16,5-7 0-16,6-3-1 15,0-4 0-15,3-3-4 0,7 0-1 16,1 1-5-16,6 4-1 16,-2 2-3-16,-7 2-40 15,-6 1-105-15</inkml:trace>
  <inkml:trace contextRef="#ctx0" brushRef="#br0" timeOffset="2411.84">13529 4631 1 0,'0'4'41'0,"0"-2"-22"0,0 0-6 0,0 1-5 16,0-1-3-16,0-1 0 16,0 1-2-16,0-1 1 15,0-1 1-15,3 0 13 16,1 0 17-16,3-10 4 16,4-3-18-16,6-4-6 0,9-7-4 15,7-3-5-15,9-4-2 16,6-3-3-16,9-2-1 15,8-1-4-15,-4-4-67 16</inkml:trace>
  <inkml:trace contextRef="#ctx0" brushRef="#br0" timeOffset="3586.06">16908 5279 28 0,'0'0'14'0,"0"0"2"0,0 0-4 0,0 0-6 15,0 0 2-15,0 0-1 16,0 0 1-16,0 0 3 15,0 0 2-15,0 0-1 16,0 0-2-16,0 0-1 16,0 0-6-16,-7-4-2 0,7 3 0 15,0 1-3-15,0 0-5 16,0 0-1-16,0 0 1 16,0 0 7-16,0 3-1 15,0-1 2-15,0 0-1 16,0 1 1-16,1 0-1 15,0 1 1-15,0-1-1 0,1 0 1 16,0 0-1-16,0 0 0 16,0-2 1-16,1 1 0 15,2-1 0-15,-3-1 0 16,0 0 3-16,3 0 9 0,1 0 7 16,0-7-3-16,4-2 1 15,3-3-1-15,0-4 0 16,5-4-1-16,5-3-3 15,4-5 4-15,4-3-3 16,0-3-4-16,6-6-5 0,4 0-3 16,0-7-2-16,10 0 0 15,-3-4-14-15,0-6-49 16</inkml:trace>
  <inkml:trace contextRef="#ctx0" brushRef="#br0" timeOffset="5976.55">21608 9360 51 0,'0'-4'6'0,"0"3"3"0,0-3-4 0,1 2-3 16,-1-1-1-16,2 2 4 16,0-1 4-16,0-1-6 15,-1 2 2-15,1 0-1 16,0-1 0-16,0 1 0 16,0-1-1-16,0 1-1 15,-2 1 1-15,0 0 1 0,2 0-2 16,-2 0-1-16,1 0 0 15,0 0 0-15,1 0 2 16,0 0 3-16,-2 4-4 16,2-1 1-16,-1 1-3 15,2-1 2-15,-1 2-2 0,-1-1 1 16,1-1-1-16,0 1 2 16,0-1-1-16,0 1-1 15,0 2 1-15,0-1-1 16,0 1 0-16,0 0 0 0,0-1 1 15,4 0 0-15,-4-1-1 16,3 0 2-16,1-4 1 16,1 0 3-16,4 0 5 15,0 0 2-15,5-8-3 16,-1-4 1-16,6-3-4 16,5-5-1-16,4-3 4 0,3-4 2 15,5-4-1-15,2-3 4 16,5 0-3-16,-2-3-3 15,4 0-3-15,-3 3-4 16,0 1-1-16,-3 6 1 16,-7 4-4-16,-6 6 1 0,-6 7 0 15,-6 6-6-15,-7 4-21 16,-9 1-28-16,0 10-14 16</inkml:trace>
  <inkml:trace contextRef="#ctx0" brushRef="#br0" timeOffset="6574.55">21635 9375 66 0,'0'0'6'0,"0"0"5"0,0 0 0 0,0 0-6 16,0 0-1-16,0 0 5 15,0 0 0-15,0 0-4 16,0 0-5-16,0 0-1 0,0 0 2 16,0 0 0-16,5 5 0 15,-2 2 0-15,-1 2 0 16,2-2 1-16,0 2-1 15,0-4-1-15,2 0 1 0,2-1 0 16,-1-2 0-16,4-2 2 16,3 0 3-16,1-2 4 15,5-9 5-15,2-4-2 16,5-2 2-16,5-5-1 16,0-4-2-16,7-4 4 15,2-4 3-15,3-2-2 0,1-2-7 16,2-2-3-16,0-1-3 15,2 1-4-15,-1 2 1 16,3 4-2-16,-3 2 1 16,-5 5-3-16,-9 1-51 15,-8-3-110-15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06:55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3471 9889 62 0,'-4'0'7'0,"2"0"5"0,-3 0 2 0,2 0-7 15,-1 0 0-15,2-2-4 16,0 2 1-16,-2 0-1 0,1 0-1 16,1 0-2-16,-2 0 0 15,-3 0 0-15,4 3 0 16,-1 3 0-16,0 2-1 15,1 1 1-15,1 2 0 16,0 2-1-16,2 1 1 0,0-2-2 16,0 0 1-16,0 0-1 15,0-2 0-15,0 0 1 16,4-3 0-16,1 0 0 16,1 0 2-16,2-6 0 15,1-1-2-15,3 0-2 0,6-7 9 16,7-10 13-16,7-4-1 15,6-8-8-15,11-5-5 16,6-7 1-16,7-4-1 16,9-5-2-16,0-2-41 0,-2-3-58 15</inkml:trace>
  <inkml:trace contextRef="#ctx0" brushRef="#br0" timeOffset="741.01">4667 9954 41 0,'0'0'4'0,"0"0"8"0,0 0-2 0,0 0 1 16,0 0-11-16,0 0-2 16,0 0 2-16,0 0 2 15,0 0-1-15,0 0 4 16,0 0 2-16,0 0-1 0,-7 38-3 16,12-30-1-16,2-1-1 15,6-2 2-15,7-3-2 16,5-2 2-16,10-7 6 15,10-14 2-15,13-8-2 16,14-11-2-16,8-9-3 16,5-7-22-16,5-7-64 0</inkml:trace>
  <inkml:trace contextRef="#ctx0" brushRef="#br0" timeOffset="1366.23">6262 9911 19 0,'0'0'26'0,"0"0"-4"0,0 0-7 16,0 0-3-16,0 0-7 15,0 0-3-15,0 0-2 16,0 0 3-16,0 0-1 16,0 0 0-16,0 0-2 0,6 10 2 15,2-10 1-15,6-2 8 16,10-11 10-16,5-7 2 15,9-10-15-15,14-4-4 16,8-7 1-16,7-5-1 16,4-2-41-16,2-4-31 0</inkml:trace>
  <inkml:trace contextRef="#ctx0" brushRef="#br0" timeOffset="1815.11">7217 9950 26 0,'0'0'57'0,"0"0"-51"0,0 0 11 0,0 0-1 15,0 0-8-15,0 0-3 16,0 0-3-16,0 0-1 0,60-47 0 16,-23 24 2-16,9-4 0 15,8-5-1-15,6-5-1 16,8-4-32-16</inkml:trace>
  <inkml:trace contextRef="#ctx0" brushRef="#br0" timeOffset="19451.99">3455 9889 15 0,'0'0'11'0,"0"0"3"0,0 0 12 0,0 0-6 0,0 0-5 15,0 0-3-15,0 0-3 16,0 0-9-16,0 0 1 15,0 0-3-15,0 0 2 16,0 0 3-16,2 42-4 16,4-25 7-16,0 0-1 15,1-1-1-15,2-7-2 16,4-4 2-16,1-5 3 0,8-5 5 16,5-15 8-16,9-11 0 15,10-13-9-15,12-8-6 16,9-9 2-16,8-7-5 15,4-7-54-15</inkml:trace>
  <inkml:trace contextRef="#ctx0" brushRef="#br0" timeOffset="20050.29">4593 9992 25 0,'0'0'9'0,"0"0"-6"0,0 0 1 15,0 0 2-15,0 0-2 0,0 0 1 16,5 37 0-16,2-30 3 15,1-1 2-15,1-1 0 16,1-3 1-16,3-2 0 16,2 0-2-16,6-9 4 15,8-10 2-15,8-9 2 0,8-10-4 16,11-13-6-16,12-7-2 16,9-7 1-16,4-6-17 15,2-10-161-15</inkml:trace>
  <inkml:trace contextRef="#ctx0" brushRef="#br0" timeOffset="20549.24">6057 9915 95 0,'0'0'8'0,"0"0"4"0,0 0-8 0,0 0-4 15,0 0 0-15,0 0-3 16,0 0 2-16,0 0-1 16,0 0 1-16,0 0 0 0,49 24 5 15,-18-44 2-15,12-12 6 16,11-12-4-16,11-9-2 16,11-11-3-16,13-9-4 15,2-8-56-15</inkml:trace>
  <inkml:trace contextRef="#ctx0" brushRef="#br0" timeOffset="25025.19">13053 11643 61 0,'2'-2'8'0,"0"-2"-6"0,0 1-2 0,0 2 1 16,-1 0 1-16,1-1-2 15,0 2 0-15,-2 0-2 16,0 0 1-16,0 0 6 16,0 0-4-16,2 6-2 15,1-1 1-15,-1 3 1 0,0 0 0 16,3 2 0-16,1-2-1 16,1-1 0-16,-1-1 0 15,4-2 2-15,-2-4 3 16,4 0 10-16,5-12 7 15,7-7 7-15,4-9 2 0,8-7-11 16,8-7-2-16,8-5-10 16,6-1 4-16,3-3-8 15,7 0-1-15,2 1-2 16,-5-1-49-16,-5 5-116 16</inkml:trace>
  <inkml:trace contextRef="#ctx0" brushRef="#br0" timeOffset="26334.31">13184 12533 71 0,'0'0'-10'0,"0"0"19"0,5-37-3 0,-5 25 1 16,0-1 0-16,-4-1 6 0,-3 1 3 16,-2 1-2-16,-3 0-1 15,1 0-9-15,1 1 0 16,-2 1-3-16,-1 1-1 15,-3-2-1-15,1 4 4 0,-4-3-3 16,-2 4 1-16,-2 1 0 16,-6-1 1-16,0 3 8 15,-4 2-5-15,1 1-3 16,1 0 4-16,0 0 3 16,-2 4-3-16,3 5-4 15,-1-1-2-15,-2 4 0 0,1 0 2 16,-5 1-1-16,2 4 1 15,0 1 0-15,-1 3-4 16,0 1 1-16,3 1 0 16,-1 1 1-16,3-1 0 15,0 1-1-15,2 0 3 0,0 0-4 16,0 2 2-16,2 0 1 16,-2 2-1-16,3 0 0 15,2 1 0-15,2 2 1 16,2-1-1-16,2 0-1 15,4-1 2-15,3 2-1 0,2-3 0 16,3 0 0-16,3 0 0 16,2 1-2-16,1 2 0 15,0-1 2-15,0 2 0 16,8 1-1-16,2-1 0 16,3 0-3-16,5-4 1 15,1-1 1-15,6-3-1 0,2-5 0 16,2-1 2-16,1-2 0 15,5 0 1-15,-2-1 0 16,3-1 5-16,0-1-1 16,4-1-2-16,0 2 3 0,3-3-4 15,1-1-1-15,1 1 0 16,0-2 0-16,-2-2 2 16,2-3-4-16,-2-1 6 15,2-1 4-15,0-2-2 16,1 0 2-16,4-9-4 15,-2-2 4-15,3-3-3 0,3-3-3 16,1-2 1-16,1-2-3 16,0 1 3-16,1-1-5 15,-3 1 5-15,-1-2-2 16,-3 1-1-16,-2-2 1 0,-2-1-1 16,-1 0 0-16,0-2 0 15,-1 0-1-15,-2-2 2 16,-2 0 0-16,-3-3-2 15,-1-2 1-15,-7 0 0 16,-2-6 2-16,-8-2 4 16,-1-5 12-16,-4-5-2 0,-3 1-1 15,-4-2-4-15,-3-2-2 16,-4 4-7-16,0 2 1 16,-10 4 0-16,-6 4-2 15,-5 3-4-15,-5 7-6 16,-6 8-11-16,-2 8-1 0,-8 6-16 15,-2 7-57-15</inkml:trace>
  <inkml:trace contextRef="#ctx0" brushRef="#br0" timeOffset="26973.55">15672 11268 63 0,'1'0'0'0,"1"1"3"0,2 2-2 0,-2 1 4 16,2 2 2-16,-3 1 4 15,3 0-2-15,-1 0-6 16,1-1 1-16,-2 0-1 16,1-2 1-16,3-3 2 0,1-1 3 15,4 0 9-15,4-11 6 16,6-6-4-16,10-9-5 16,3-5-2-16,15-5 3 15,4-6-9-15,9-3 29 16,9-5-33-16,4 0-1 0,4 2 0 15,-3-2-5-15,-2 5-41 16,-7 5-73-16</inkml:trace>
  <inkml:trace contextRef="#ctx0" brushRef="#br0" timeOffset="28205.18">16474 12583 158 0,'0'0'-16'0,"0"0"33"0,0 0-4 0,0 0-1 0,0 0-10 15,0 0 1-15,0 0-1 16,0 0-1-16,0 0 0 16,-33-43 4-16,21 36 1 15,-2-1 2-15,0-1-4 16,-7-1 5-16,1 2-3 0,0-2-1 16,-2 0-1-16,-1-3-1 15,2 3 1-15,-6-4-3 16,0 1 0-16,-2 1 1 15,-2 0 0-15,-2 1 0 0,-3 2-2 16,-1 2 1 0,-7 1-1-16,0 4-1 15,-2 2 2-15,-6 0-1 0,4 5 0 16,-6 8-1-16,0 7 1 16,-4 3 0-16,-2 5 1 15,1-1-3-15,2 6 1 0,-1 0 1 16,2 0-1-16,4 4 0 15,2 1 1-15,4 1-2 16,0 4 3-16,4-2-1 16,7-1-1-16,4 0 1 15,4-2 0-15,6-1-1 0,4-2 1 16,5 1-1-16,4-1-2 16,5 1 1-16,3-1 1 15,2 2-3-15,10 1 3 16,4-2-1-16,4-2-1 15,5 4 3-15,2-2 0 0,4 0 0 16,7-1-3-16,4 0 1 16,6-2-1-16,7-3-2 15,2-3 11-15,8-4 1 16,3-5 1-16,1-4-5 16,0-5-2-16,4-2 3 15,2-7-3-15,2 0 2 0,0-9-2 16,2-6 6-16,3-4-2 15,1-5-4-15,-2 0 1 16,-6-3-2-16,-1 0 1 16,-2-1 0-16,-7-1 1 15,-3 2-2-15,-5 0 0 0,-5 3 1 16,-7-1-2-16,-7 0 1 16,-9 1 3-16,-6-3 4 15,-8-2 4-15,-1-3 2 16,-7-2-1-16,-1-3-5 15,-4 0-1-15,-2-2-4 0,0-1 1 16,-8 1 0-16,-8 0-1 16,-4 0 0-16,-7 1 1 15,-6 5 0-15,-1 2 0 16,-7 3 0-16,-1 5-2 0,0 5 1 16,-3 6-4-16,3 3-3 15,-2 8-10-15,2 1-2 16,1 0-24-16,0 6-41 15,9-3-50-15</inkml:trace>
  <inkml:trace contextRef="#ctx0" brushRef="#br0" timeOffset="28961.14">18864 11481 10 0,'-9'7'57'0,"4"-3"-53"0,-4 2-3 0,5 0 0 16,-5-1-1-16,4 1 1 16,1 0-1-16,0-1 0 15,2-2 2-15,0 1 5 0,2-1-1 16,0 0-1-16,0 0 0 15,0-3-1-15,5 0 5 16,3 0 4-16,3-3-2 16,0-4 0-16,5-6 1 15,3-1 3-15,5-4 1 0,5-4 7 16,4-5-1-16,6-4-2 16,5-4-5-16,4-4-3 15,6-2-6-15,2 0-4 16,0 1 0-16,-1 5-8 15,-1 2-23-15,-6 2-61 0</inkml:trace>
  <inkml:trace contextRef="#ctx0" brushRef="#br0" timeOffset="30156.45">19548 12478 53 0,'0'0'10'0,"0"0"15"0,0 0-6 0,0 0-9 15,0 0 5-15,2-37-2 16,-2 29-4-16,0-2-1 0,-2 1 0 15,-2-2 0-15,-2 1-2 16,-2 0-4-16,1 1-2 16,-5 1 3-16,-2-1-1 15,0 2-2-15,-4-1 1 16,-4 2-1-16,-2 0-1 0,-6 3 2 16,-3-1-2-16,-6 3-4 15,-3 1 10-15,-2 0-9 16,-3 0 9-16,2 0-12 15,-5 0 12-15,-1 3-3 0,0 2 1 16,-3 4 1-16,-1-1-3 16,-1 5-1-16,4 1 0 15,-2 2 0-15,-1 4 0 16,1-2 0-16,1 5 0 16,3 0 0-16,-1 1-1 15,8 0 1-15,3 2 0 16,4 3-1-16,3 1 1 0,4 1-2 15,4 4 1-15,-1 1-1 16,5 1 2-16,2 0-1 16,5-3 1-16,5 2 0 15,3-5-3-15,6 0 4 0,0 0-3 16,8 1 1-16,10-1 0 16,4 3-1-16,7 0-2 15,2 1 7-15,7 1 2 16,3 0 2-16,1-1 0 15,4-2-1-15,5-3-1 0,2-3-1 16,3-3 2-16,0-5-4 16,5-3 1-16,4-4 1 15,1-5 2-15,3-6-1 16,2-1 5-16,2-4-5 16,2-5 4-16,-2-5-1 15,-1-4-4-15,-2-1-2 0,-3-2-1 16,1-2 1-16,-3-5-2 15,-2-2 1-15,-5-3-1 16,-4-3 1-16,-5-3 1 16,-7-2-2-16,-6 1 1 0,-8-2 1 15,-4 1-2-15,-8-1 2 16,-8 3 0-16,-3 0 1 16,-5 3 1-16,0 1 3 15,-6 4-1-15,-1 4-3 16,-6 3-1-16,0 2-2 15,-2 4-1-15,0 4 1 0,-5 2 0 16,1 2-2-16,-3 3-3 16,0 3-1-16,-3 4-5 15,0 0-3-15,2 3-12 16,0 7-2-16,0-1-19 16,6 2-16-16</inkml:trace>
  <inkml:trace contextRef="#ctx0" brushRef="#br0" timeOffset="31530.13">22789 12593 16 0,'2'-11'21'0,"-2"1"6"0,0-2 8 0,0 5-1 0,-2-3-2 16,-5 2-13-16,-3 2-10 16,-3 0-2-16,-1 1-3 15,-5-1-2-15,-1 0 1 16,-2 1-1-16,-3-2 0 16,-2 2-2-16,-5 0 1 0,-2 0-1 15,-3 1 1-15,-3 1-1 16,-2 3 1-16,-5 0-1 15,-3 0 0-15,-3 0 0 16,-3 0 0-16,-2 0 1 16,0 0-1-16,-6 3 1 0,0 4-2 15,-2 2 1-15,-1 4 1 16,1 1-2-16,-1 3 1 16,0 3 1-16,2 1-1 15,1 6 0-15,5 2-1 16,4 5 1-16,2 5 0 15,6 2-1-15,8 3 1 0,5-1-1 16,7 2 0-16,8-2 1 16,5-2-1-16,10 0 0 15,4-2-2-15,7-1 3 16,11 1 2-16,6-1 2 16,6-3-1-16,5-1 3 0,5-2-2 15,8-4 7-15,6-2-9 16,9-4 2-16,8-3-1 15,10-4 0-15,6-6-5 16,7-6 7-16,3-3-5 16,2 0 4-16,-1-3-5 0,-3-8 0 15,-8-2 2-15,-8 0 0 16,-3-3 3-16,-11-2-2 16,-7-5-1-16,-11-2 9 15,-5-5 1-15,-8-3 4 16,-11-5-1-16,-4-1-3 0,-11-2 1 15,-3-1-1-15,-5 0-8 16,-5 0-1-16,-10 2-3 16,-10 0-4-16,-4 6-9 15,-4 2-4-15,-8 5-6 16,0 4-4-16,-1 0-44 0,2 3-59 16</inkml:trace>
  <inkml:trace contextRef="#ctx0" brushRef="#br0" timeOffset="32198.99">22235 11561 37 0,'0'0'2'0,"2"0"6"0,-1 0 12 16,2 0 4-16,1 0 8 15,0-1-6-15,3-3-9 0,1 0-4 16,2-2-6-16,4-1-6 16,1 0 0-16,3 0-1 15,5-6 0-15,1-1 1 16,7-6 2-16,4-3 4 16,5-7 0-16,6-5-1 0,4-6-2 15,6-5-2-15,6-3-3 16,-1-2-39-16,2-1-46 15</inkml:trace>
  <inkml:trace contextRef="#ctx0" brushRef="#br0" timeOffset="34236.06">18759 13759 104 0,'4'0'-7'0,"-2"0"10"0,2 0-2 0,0 0-3 16,0 0 2-16,-4 0-5 15,0 0 8-15,0 0 12 16,0 0 6-16,0 0-4 16,0 4-9-16,0 2-3 15,0 1-3-15,2 2-2 0,-2 0 0 16,0 0 0-16,0-2 0 16,2 1 2-16,-1-4 3 15,1 0 9-15,3-1 4 16,1-2-7-16,5-1-5 15,-1 0-5-15,7-1 5 0,4-9 1 16,5-6-4-16,5-4-1 16,5-2-3-16,4-6 3 15,3-3-2-15,5-6 1 16,4-3 1-16,3-6 6 16,4-1 4-16,1 0-5 15,-4 3-3-15,-3 6-4 0,-7 6 0 16,-8 11 0-16,-9 4-3 15,-5 7 1-15,-8 5-3 16,-5 5-17-16,-8 0-20 16,-3 0-30-16</inkml:trace>
  <inkml:trace contextRef="#ctx0" brushRef="#br0" timeOffset="36392.5">19813 16027 62 0,'2'-1'19'0,"0"-1"11"0,0 1 4 16,-1 0 8-16,4-1-11 0,-2 2-6 15,3 0-9-15,3-1-9 16,7-1-6-16,4-1 0 15,2 1-1-15,6-1 1 16,6-1 0-16,0 1-1 16,4-2 0-16,0 1 0 0,-2 0 0 15,0-1 1-15,-1 3-1 16,1-1 1-16,-2 0 1 16,0 0-2-16,-3 3 1 15,0-1-2-15,-5 1 1 16,-4-2 1-16,-3 2 1 15,-8 0 5-15,-1 0 0 0,-6 0 0 16,-3 0 2-16,-1 0 0 16,0 0-4-16,0 0-4 15,0 0-10-15,0 0-30 16,0-3-97-16</inkml:trace>
  <inkml:trace contextRef="#ctx0" brushRef="#br0" timeOffset="36998.83">20967 15979 96 0,'0'0'89'0,"0"0"-82"0,0 0-1 0,0 0-8 0,0 0-1 16,-39 0 1-16,38 0-2 15,-1 0 3-15,2 0 1 16,0 0-13-16,6 0-2 0,7 0 11 15,8 0 2-15,2 0 1 16,6-2-2-16,6-2 15 16,5 3-2-16,3-2 8 15,3 0 4-15,3 0-1 16,3 2-3-16,1-2-9 0,1 3-3 16,-3 0-4-16,-1 0 0 15,-6 0-1-15,-5 0 0 16,-8 0 0-16,-7 0 2 15,-7 0-3-15,-6 0 2 16,-6 0-1-16,-1 1-10 0,-4-1-31 16,0 0-20-16,0 0-32 15</inkml:trace>
  <inkml:trace contextRef="#ctx0" brushRef="#br0" timeOffset="40064.87">21582 15958 99 0,'0'0'20'0,"0"0"8"0,51 0-2 0,-29 0-4 16,3-2-5-16,4 2-5 15,5-1-1-15,5-2 3 16,7 2-9-16,2-1-4 16,6-1 2-16,0 2 1 0,2-1-1 15,3 0-2-15,0 0 1 16,2 1 0-16,-3-1-1 15,2 2 0-15,0 0 1 16,-1 0 1-16,1 0-1 16,0 0 0-16,-3 0-1 0,2 0 0 15,-3-2-1-15,-4 1 0 16,-1-1 1-16,-6-1-1 16,-2 1 1-16,-4-1-2 15,2 3 2-15,-7-1-1 16,0 1 1-16,-4 0 4 15,-1 0-4-15,-3 0 1 0,-3 0 2 16,-2 0 3-16,-1 0-2 16,-4 0-2-16,0 0 0 15,-4 1-1-15,-1-1-1 16,-4 2-1-16,0-2 0 16,-5 0 1-16,1 0 0 0,-1 0 2 15,-1 0 3-15,1 0-1 16,1-3 0-16,-1-1-3 15,1 0 0-15,1-2-1 16,1-1-1-16,-3-2 0 16,3-2 0-16,0-1 0 0,1-3 1 15,5-2-2-15,-2-2 1 16,3-2 0-16,0-3-1 16,0 1-5-16,1-4 2 15,-2 3 2-15,-6-3 1 16,1 4 1-16,-2-1 0 0,-3 3 1 15,-1-2 1-15,0-1-1 16,0 4-1-16,0-2 0 16,-1-3 0-16,-3 4 1 15,-2-4-3-15,-1 0-1 16,-2 1 2-16,-4 2-3 0,-2 0 3 16,-2 2-1-16,-6 2 1 15,1 2-2-15,-2 3 6 16,-3 2-2-16,0 4 1 15,0 3 0-15,0 2-3 16,-2 2 5-16,-4 0-4 0,0 0 0 16,-3 0 0-16,-3 3-4 15,-5 0 2-15,0 1-1 16,-4-1 0-16,0-2-3 16,-4 1-3-16,-2-1-1 15,0-1 10-15,-3 0-5 16,0 0-4-16,-1 0-1 0,-2 0 7 15,-3-3 1-15,-1-1 5 16,-1 0-2-16,-4-2-3 16,-5 3 0-16,0-2 10 15,0 2-5-15,2-3-2 16,1 4-2-16,-1-2 5 0,1 3-2 16,2-2-2-16,-4 3 0 15,3 0 0-15,-1 0 0 16,-1 0 0-16,2 0 0 15,1 0 0-15,1 4 0 0,5-2 1 16,0 4-2-16,1-2 2 16,2 1-2-16,-1 0-1 15,2-1 1-15,0 2-3 16,2-2 2-16,1-1 4 16,3 1-1-16,0-1-1 15,3 1 0-15,3-1 1 0,0 1 1 16,4-1-2-16,2 2 1 15,2 0-1-15,1 1 0 16,0-1 1-16,1 1-1 16,0 1 0-16,1-1 0 15,3 0 0-15,0 1-1 0,3-2 1 16,2 2 0-16,2-1 0 16,3 1-1-16,0 0 0 15,-1 2 1-15,3-1-1 16,-1 2 1-16,0 0 0 15,1 0 0-15,1 0 1 0,0 1 0 16,0 0-1-16,3-2 0 16,0 1 0-16,2-1 0 15,1 1 0-15,2-2 1 16,3 1-1-16,1-1 0 16,2 2-2-16,1 3 2 15,-1 0-1-15,2 2 1 0,-2 1-1 16,2 1 1-16,0 2-1 15,2-1 2-15,-1 3-1 16,3 1-3-16,0-1 3 16,0 2-1-16,0-1-1 0,0 0 0 15,1-1 1-15,3 0 1 16,4-2-2-16,2-1 0 16,1 0 1-16,3 0 1 15,1-4-3-15,6 0 2 16,-2 0 0-16,4-3 0 15,3-3-2-15,1-1 0 0,0 0 5 16,0-3 0-16,2-1 1 16,-1 1-1-16,2-1-1 15,6-2 1-15,-3 0-2 16,5-1 1-16,0 0-1 16,-1 0-1-16,2 0 2 0,-1 0-2 15,-3 0 1-15,0 0 4 16,2 0-1-16,-3 1 0 15,4 2 1-15,0-2-3 16,-1 2-1-16,4 0 2 16,0-2-2-16,-1 0 0 0,0 0 0 15,1 0 0-15,-2-1 1 16,1 0-1-16,2 0 0 16,1 0 0-16,0 2 1 15,3-2-1-15,-1 1 0 16,2-1 0-16,-2 0 0 0,2 0 0 15,-2 0 0-15,1 0 0 16,0 0 0-16,-1 0 0 16,-1 0 0-16,1 0 1 15,-1 0-1-15,-2 0 0 16,2 0 0-16,0 0 0 0,3 0 0 16,-5 0 1-16,4 0 0 15,-4 0 2-15,3 0 3 16,-2 0-1-16,2 0-1 15,3 0-2-15,1-3 0 16,-1 2-1-16,3-1-1 0,1 1 0 16,-2 0 1-16,2-1-1 15,-1 2-1-15,0-1 1 16,1 1 1-16,-3-1-1 16,4 0 0-16,-2 1 0 15,-1-1 0-15,3-1 0 0,-1 1 0 16,1 1 1-16,-1-1-1 15,0 0 0-15,0 0 0 16,-6 0 0-16,1 1 0 16,-5-3 0-16,-4 2 0 15,0-1 1-15,0-1-1 16,-2-1 0-16,-3-3 0 0,0 2 1 16,-1-3-1-16,-4 0 1 15,-2-1-2-15,-6-1 2 16,2 2-1-16,-5-2 0 15,-2 0 1-15,-1-2 2 16,-1 0 1-16,0-3 1 0,3 0-4 16,0-4 1-16,3-2-2 15,-3-2 0-15,2 1 3 16,0-1-6-16,-3-1 3 16,-2 0 0-16,-3 1 3 0,-2-1-3 15,-7 3 1-15,-1-1-1 16,0 1 0-16,-7-2-4 15,-6 2 4-15,-3-1 0 16,-3-3-1-16,-4 1 2 16,-1-2-3-16,1 4 1 15,-3-1 0-15,1 3 2 0,0 1 1 16,-2 5-8-16,-1 3 2 16,-1 1-6-16,-3 4-1 15,-3-1 6-15,-2 4 3 16,-4 0-2-16,-2 1 5 15,-3 0 0-15,0 2 1 0,-3-1-2 16,-2-1 1-16,-2 2-2 16,-1 0-1-16,-4 0-1 15,0 0-4-15,-1 0 6 16,-2 0 0-16,-1 0-1 16,-4 0 8-16,-1 0-2 0,-3 3-7 15,-4 1 13-15,-3 1-9 16,-1-1 0-16,-3 0 0 15,-2 1-1-15,-4-1 0 16,1 1 1-16,-1-3-1 16,-2 2 1-16,-1-1 0 0,-4 1-1 15,2-1 0-15,3 1 0 16,-1-1 0-16,3 0-1 16,3 0 1-16,3-2 1 15,2 1-1-15,1-1 0 16,2-1 0-16,4 0 2 0,4 0-2 15,3 0 0-15,2 0 0 16,3 3 0-16,5 0 0 16,1 0-2-16,6-1 0 15,-1 1 0-15,5 0 1 16,4-1 2-16,5 1-1 0,3-1 1 16,4 2 0-16,2 1 0 15,5-1-1-15,0 3 1 16,7 2-1-16,1 1-1 15,6 2 0-15,1 4-1 16,3 1 0-16,2 2 1 16,-2 0 1-16,2 3-2 0,0-1 4 15,-1 2-2-15,-4 1 0 16,1 1 0-16,-2 1 0 16,1 2 1-16,-6-1-1 15,2-1 0-15,1-1 0 16,-1-3 0-16,4 2 0 0,1-3 0 15,4-1 0-15,1 3 0 16,0-3-5-16,8 0 5 16,3 0 0-16,5-1-1 15,3-2 2-15,6-1 4 0,5-1-2 16,8-1 2-16,4-2-3 16,6 0 3-16,8-4-2 15,6-2-12-15,7-5-30 16,0-1-78-16</inkml:trace>
  <inkml:trace contextRef="#ctx0" brushRef="#br0" timeOffset="40832.97">21191 15201 99 0,'0'-2'10'0,"0"-2"3"0,0 2 2 0,0-2-6 0,0 3 5 16,0-1 1-16,0-1 3 16,0 2 1-16,0 0 3 15,0-1-2-15,0 2-7 16,0 0-10-16,0 0-2 0,0 0-2 15,0 0-2-15,0 0-7 16,0 0 1-16,0 0 5 16,0 3 7-16,2 3-5 15,1-1 4-15,3 1-2 16,-1 0 0-16,3 1-2 0,-3 0 1 16,1-3 0-16,2 2 0 15,-2-3-2-15,1-2 1 16,1-1-1-16,0 0 9 15,2 0 11-15,3-7-4 16,4-4-4-16,0-2-4 16,4-3 0-16,3-5 1 0,3-3 0 15,-1-5-1-15,4 0 2 16,0-4 0-16,-2-1-4 16,1 4-2-16,-2 2-1 15,-3 4-1-15,-7 5-7 16,-2 6-6-16,-5 5-13 0,-2 4-35 15,-6 2-53-15</inkml:trace>
  <inkml:trace contextRef="#ctx0" brushRef="#br0" timeOffset="41219.14">21192 15254 41 0,'0'0'32'0,"0"0"-8"0,0 0-8 0,0 0-5 16,0 0-5-16,41 4 3 15,-27-6 4-15,2-7 8 0,5-2 8 16,6-6-5-16,3-3-2 16,9-7-6-16,6-5-8 15,8-7-3-15,1-3-4 16,2-4-3-16,1-1-16 15,-2-1-15-15,-4 0-20 0,-7 2-43 16</inkml:trace>
  <inkml:trace contextRef="#ctx0" brushRef="#br0" timeOffset="49453.13">8329 2806 101 0,'0'0'-5'0,"0"0"13"0,0 0 7 0,0 0-4 16,0 0-1-16,0 0-4 15,0 0 0-15,0 0-3 16,0 0-1-16,-29-37 0 0,28 34-1 16,-1 1 0-16,-1 0 1 15,1 0 0-15,-2 1-1 16,2 1 1-16,1 0 1 16,1 0 0-16,-2 0 0 0,2 0-4 15,0 0 0-15,0 7 1 16,0 0 0-16,2 5 0 15,1-1 0-15,1 3 0 16,3-1 0-16,-4 0 0 16,3-3 0-16,-1-2-1 15,1-2 0-15,1-3-6 0,4-3 7 16,4-3 16-16,8-13 17 16,11-15-3-16,17-14-11 15,22-18-9-15,23-21-6 16,23-21-3-16,20-28 1 15,11-22-167-15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10:50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9387 5152 10 0,'0'0'71'0,"0"0"-63"0,0 0 7 0,0 0 3 15,0 0-7-15,0 0 6 16,0 0-8-16,0 0-3 16,0 0 0-16,0 0-6 15,11-15 1-15,-8 15-1 16,4 0 0-16,-1 0-1 0,1 0 1 16,0 0 1-16,6 0-1 15,-2 2 1-15,0 1 0 16,3-3-1-16,-1 0 2 15,3 0-1-15,-3 0 4 0,-1 0 1 16,1 0 4-16,-4-4-2 16,3 0 1-16,0-6 4 15,4-4 3-15,0-5 4 16,6-9-6-16,3-5-1 16,2-8-2-16,1-3-3 15,1-6 3-15,2-1-2 0,4 0 0 16,-2-3 0-16,7 0-3 15,2 1-3-15,8 2-1 16,4 1-4-16,4 1-2 16,-8-1-63-16</inkml:trace>
  <inkml:trace contextRef="#ctx0" brushRef="#br0" timeOffset="1868.95">18264 5168 20 0,'0'-4'17'0,"0"2"4"0,0-1 2 16,0 2-5-16,0-2-4 0,0 3-3 15,0-1 1-15,0 1 1 16,0-2-4-16,0 2-1 16,0 0-4-16,0 0-3 15,0 0-1-15,1 0 0 16,3 0 1-16,-1 0-2 15,1 0 1-15,-1 2-1 0,1 1 2 16,-1-1-1-16,-1 2 1 16,1 1 0-16,-2-2 1 15,3 0-1-15,-2-1 0 16,-1 1 1-16,2 0-1 16,-1 0 1-16,2-1-1 0,0 0 0 15,-2 0 1-15,1-1 1 16,1-1 4-16,0 0 5 15,2 0 5-15,4-10 1 16,1-1-2-16,5-6-4 16,2-5-3-16,7-6-3 0,5-5 1 15,4-6 1-15,4-7 0 16,3-2 3-16,3-5-1 16,0-2-5-16,3-2-3 15,3 0 0-15,-3 2-2 16,4 1 0-16,0 4-1 15,-2 3-1-15,-1 8 2 0,-4 4-14 16,-6 6-28-16,-9 0-94 16</inkml:trace>
  <inkml:trace contextRef="#ctx0" brushRef="#br0" timeOffset="6764.67">12970 7662 9 0,'2'0'15'0,"0"0"-6"0,-2 0-6 0,0 1 1 0,2-1 0 16,-2 3 1-16,2 0 4 15,-1 2-1-15,1-2 1 16,3 2-2-16,-3-1-3 16,2 0-1-16,3-1 3 15,3-3 1-15,3 0 4 0,9-8 11 16,7-14 4-16,14-13-1 15,21-15-11-15,15-10-6 16,19-15-4-16,20-12-3 16,19-5-1-16,15-9 0 15,2-5-60-15</inkml:trace>
  <inkml:trace contextRef="#ctx0" brushRef="#br0" timeOffset="10405.52">19938 7717 37 0,'0'0'3'0,"0"0"-1"0,0-1 0 0,0 1-1 16,0 0-2-16,0 0-1 15,0 0 4-15,-2 0-1 16,2 0 2-16,0 0 7 16,0 0 6-16,0 0-7 0,0 0-7 15,0 0-1-15,2 1 1 16,4 4-2-16,0 2 1 15,-2 0 1-15,3 4-1 16,-3-2 1-16,2-1 0 16,0-1 1-16,1 0-3 15,-1-2 4-15,1-3 2 0,3 1 0 16,2-3 6-16,2 0 2 16,1 0-4-16,4-8 1 15,2-2-1-15,0-3-4 16,2-4 2-16,2-3 4 0,4-5-1 15,6-7-4-15,4-5-1 16,12-7-3-16,7-2-1 16,5-1-2-16,7-1 0 15,2 3 0-15,-4 3-15 16,-5 5-57-16</inkml:trace>
  <inkml:trace contextRef="#ctx0" brushRef="#br0" timeOffset="11116.76">19897 7821 6 0,'0'0'9'0,"0"0"9"0,0 0-4 16,0 0-4-16,0 0-1 16,0 0-2-16,0 0-1 15,0 0 4-15,0 0 0 16,0 0 13-16,0 0 16 16,45 1-22-16,-9-25-10 0,12-6-4 15,12-5-2-15,13-6-1 16,11-6 0-16,10-6-1 15,5 1-4-15,7-2-25 16,2 1-2-16,-7 2-29 16</inkml:trace>
  <inkml:trace contextRef="#ctx0" brushRef="#br0" timeOffset="15815.53">7837 8626 37 0,'0'0'7'0,"0"0"-5"0,0-1 1 16,0-2-1-16,0 3 3 16,0 0 0-16,-4-2 4 0,2 2-2 15,0-1-1-15,2 0-3 16,-2-1 1-16,0 1 0 15,2 1-2-15,0 0 1 16,0 0-3-16,0 0 0 16,0 0 0-16,0 0 0 0,0 1 0 15,0 5 0-15,0 4 0 16,0 0 0-16,-2 1 0 16,-1 2 1-16,2 0 1 15,0 0 0-15,1-2 0 16,0 0-1-16,0-3 0 0,0-3-1 15,7-1 2-15,5-4 0 16,0 0 6-16,9-11 13 16,9-13-1-16,14-10-6 15,18-13-6-15,15-10-3 16,25-12-3-16,19-11-1 0,24-5 0 16,12-6-1-16,10-4-19 15,6-5-73-15</inkml:trace>
  <inkml:trace contextRef="#ctx0" brushRef="#br0" timeOffset="17834.84">21421 8514 40 0,'0'0'22'0,"0"-1"-21"0,0-1 0 0,0 2 1 15,0-1-2-15,0-1 0 0,0 0 7 16,0 0 4-16,0 1-1 16,0-1 3-16,0 2-1 15,0-1-8-15,0 1-3 16,0 0-2-16,2 0 1 16,-2 0 0-16,0 4 0 0,1 3 1 15,0-1-1-15,0-1 0 16,0 0 1-16,0-1-1 15,1-1 1-15,0-2 0 16,2-1 9-16,1 0 7 16,6-3 14-16,3-7-15 0,8-2-4 15,5-6 0-15,8-4-1 16,7-5-2-16,10-3-3 16,11-4-4-16,11-3-1 15,11-4-2-15,9-1-3 16,6 0-35-16,-1-3-54 15</inkml:trace>
  <inkml:trace contextRef="#ctx0" brushRef="#br0" timeOffset="20205.06">7439 9605 66 0,'0'-3'15'0,"0"-1"-4"0,0-1 0 0,0 1-1 16,0 1 0-16,0 0 0 16,0 2-1-16,0 1-3 15,0 0-6-15,0 0 0 16,2 0 0-16,2 7-2 0,1 3 1 15,3 3 2-15,2 4-1 16,1 1 0-16,2 2 0 16,1 0 1-16,-1 1-1 15,1-1 0-15,-2 0 0 16,-1-1 0-16,1-1 1 0,-5-2-1 16,2-2 1-16,2-1-1 15,-4-5-2-15,1-5-28 16,2-3-53-16</inkml:trace>
  <inkml:trace contextRef="#ctx0" brushRef="#br0" timeOffset="20348.27">7697 9578 218 0,'0'0'-29'16,"0"0"35"-16,-46-10 3 15,26 21-8-15,0 15-3 0,0 14-3 16,-5 16 12-16,0 10-7 15,-4 6-57-15</inkml:trace>
  <inkml:trace contextRef="#ctx0" brushRef="#br0" timeOffset="25382.83">15457 10086 44 0,'-2'0'4'0,"1"0"2"0,-1 0 0 0,2 0-3 15,0 0 0-15,0-1 0 16,0 1-1-16,0-2-3 0,2 1 4 16,6-2 2-16,-2 2 2 15,6-1-5-15,-3 2-1 16,1-1-1-16,3 1 1 15,1 0-1-15,3 0 0 16,0 0 0-16,1 0 1 0,5-2-2 16,-3 0 1-16,4-1 2 15,1 0 1-15,4-1 0 16,0 1 0-16,1 0-1 16,5-1-1-16,-1 1 0 15,3 1 1-15,4 0-1 16,-3 0 0-16,2-1 1 0,0 1 0 15,3 0 1-15,-5-2 2 16,6 1 0-16,-1-3-1 16,1 2 0-16,2 0-2 15,0 1 1-15,1 0-2 0,-5 2 0 16,2-1-1-16,-3 2 1 16,0 0-1-16,2 0 0 15,1 0 0-15,3 0 0 16,0 3 1-16,2 2-1 15,-1 0 0-15,1 1 0 16,2 1 2-16,-3-3-2 0,2 0 0 16,-3-1 0-16,0-1 0 15,-3 0 0-15,-3-2 0 16,1 0 0-16,0 0 0 16,4 0 1-16,2 0-1 15,6 0 1-15,2 2 0 0,0 1-1 16,3 1 1-16,1 2-2 15,-1 2 2-15,0 2-1 16,-1 0 0-16,-2 2 0 16,2-1 0-16,0 1 0 15,1-3 0-15,2 1 0 0,3-3 1 16,2-1-1-16,-1-5 0 16,4 2 0-16,-1-3 2 15,-1 0 7-15,1 0 1 16,1 0-2-16,4 0-2 15,-2 0-1-15,-1 0-1 0,1 0 1 16,0 2-2-16,-3 0-1 16,-1 1 3-16,-1 1-1 15,-1-2 2-15,0 1-2 16,0 2-2-16,2 1-2 16,2 1 1-16,0 3 0 0,4-1-1 15,0 2 0-15,3-1 1 16,0-2-1-16,-2-2 0 15,0 0 0-15,1-3 1 16,0-2-1-16,2-1 1 16,0 0-1-16,1 0 0 15,0 0 0-15,-4 0 0 0,2-3 2 16,-3-2-2-16,-1-1 0 16,4-1 0-16,0 1 1 15,4-1 2-15,1 1-2 16,4 1 0-16,-2 2-1 0,0 0 0 15,-3 1 0-15,-2 0 0 16,-3 0 0-16,2-2 0 16,-3 0 0-16,4-2 1 15,-1 2-1-15,3-1 0 16,0 0 0-16,2-1 0 0,-4 1 0 16,-1 0 1-16,-2 1-2 15,-4-5 2-15,0 1-1 16,-4-5 0-16,2 0 1 15,1-1 3-15,-2-3 4 16,0 3-6-16,0-2-1 0,-3 2 0 16,1-3-1-16,-3 0 1 15,1-1-1-15,-4-2 0 16,-3-3 0-16,1 2 0 16,-3-3 0-16,-3-2 0 15,-6-3 1-15,-1 1-1 0,-7-2 0 16,-5-1 1-16,-5 1 1 15,-5-1 3-15,-4 3 1 16,-5-1 1-16,-2 2-5 16,-2 0-1-16,-5 2-1 15,-3-1 1-15,-2-1-1 16,-3 4-1-16,-11-2 0 0,-5 2-6 16,-8 3 7-16,-4 0 0 15,-5 2 0-15,-5 2 0 16,-4 0-3-16,-4 4-3 15,-4-1 5-15,-2 3-7 16,-4-1 5-16,-5 1 0 16,-4-2 2-16,-1 1 0 0,-3-2 2 15,-4 2-2-15,0-2 1 16,-7 2 2-16,1-2-3 16,-1 5 2-16,-3-1 1 15,2 3-2-15,0 1-1 0,0 0 2 16,-2 2-3-16,-4 2 2 15,-2 0-1-15,-6-1 0 16,0 2 1-16,-4-3 2 16,-4 3-1-16,1-1 0 15,-5-2-1-15,-4 3 1 0,1-1-1 16,0-1 0-16,1 2 0 16,2 0 1-16,0 0-1 15,3 0 0-15,-3 0 0 16,0 0 0-16,-3 0 0 15,-3 0 0-15,-1 0 0 0,-1 2 0 16,-3-1 1-16,0-1-1 16,-2 0 0-16,-2 0 1 15,-2 0-1-15,-1 0 0 16,3 0 0-16,-1 0 1 16,2 0-1-16,-2 0 1 0,-1 0-1 15,-3 4 1-15,1-1 1 16,-5 4-1-16,0 1-1 15,2 0 0-15,-2-1 2 16,6 2-2-16,-1-4 0 16,8 1 0-16,2-6 0 0,5 0 0 15,2 0 1-15,1 0-2 16,0-7 1-16,-2-2 1 16,-1 2 0-16,-2-3 1 15,1 2-1-15,0 1 0 16,-2 2-1-16,3 1 1 15,5 4-1-15,6 0 0 0,3 0 1 16,5 2-2-16,8 7 1 16,3 4 0-16,1 3 0 15,2 4 0-15,8 4 0 16,2 0-1-16,8 7-4 16,7 3 4-16,5 5 1 0,8-1 0 15,4 3-2-15,6 2 2 16,5-2-1-16,3 0-1 15,5 0 1-15,9-1 0 16,2 4 0-16,8-2 0 0,1 0-1 16,10-1-1-16,8 0 3 15,8-2 1-15,6-5 0 16,7-2 0-16,8 0 0 16,6-4-1-16,12-4 1 15,9-4 0-15,16-4 0 16,16-7 1-16,10-4 0 0,20-5 1 15,14 0-3-15,18-6 0 16,10-4 0-16,8-5-13 16,10-2-47-16,-1-3-42 15</inkml:trace>
  <inkml:trace contextRef="#ctx0" brushRef="#br0" timeOffset="29219.65">23659 9630 49 0,'0'0'1'0,"0"0"-1"0,0 0 1 16,0 0-1-16,0 0 1 15,0 0 5-15,0 0 9 16,0 0 7-16,0 0 2 0,0 0-7 15,0 0-11-15,-23-14-4 16,18 14-2-16,1 0 0 16,1 3 0-16,1 0 0 15,-2 1 0-15,2-2 0 16,2-1 1-16,0-1 1 0,0 0 33 16,11 0 1-16,13-7-28 15,8 0-12-15,13-2 10 16,10-3-6-16,8-3-38 15,6-3-50-15</inkml:trace>
  <inkml:trace contextRef="#ctx0" brushRef="#br0" timeOffset="32894.23">9740 11325 48 0,'0'0'3'0,"0"0"-2"0,0-2 0 0,0-1 0 16,0 0 1-16,0 0-1 16,0-2 4-16,0 0 6 0,0 0 0 15,0 2-1-15,0 0-4 16,0 2-5-16,0 1 0 16,0 0-2-16,0 0 0 15,0 0 1-15,0 0-1 16,2 0 1-16,0 0 0 15,0 2-2-15,2 3 2 0,-2 0-1 16,2 2 0-16,-3 1 2 16,3-1 0-16,0 3-1 15,0 0 0-15,-1-3 2 16,6 2-2-16,-4-2 0 16,3-3 0-16,-1-4 1 0,5 0 1 15,3 0 4-15,9-6 3 16,6-14 3-16,12-8 1 15,14-12-4-15,13-10-1 16,20-9-2-16,12-12-4 16,15-7-1-16,14-6-1 0,6-3-3 15,2-5-52-15</inkml:trace>
  <inkml:trace contextRef="#ctx0" brushRef="#br0" timeOffset="35524.65">19667 11425 66 0,'-3'0'1'0,"2"0"-1"0,0 0-3 0,1 0-7 16,-3 0 3-16,3 0 6 15,-2 0 2-15,-2 0 3 16,3 0 8-16,0-1 1 15,1 0-6-15,0-1-7 16,0 2-10-16,0-1-3 0,0-1 12 16,0 1 2-16,0-2 0 15,0 3 4-15,0-3 7 16,0 2 1-16,0-2 2 16,0 0-8-16,1 0-1 15,0-1-2-15,0 3-3 0,2-2 0 16,-1 0 0-16,1 0 0 15,-2 3-1-15,1-1 0 16,0 1-1-16,-2 0 0 16,2 0-2-16,-2 4 0 15,0 2 5-15,1 2 1 0,0 2-1 16,1-3 0-16,1 2-1 16,2-1 0-16,2-2-1 15,2 0 3-15,2-2 1 16,5-4 9-16,4 0 9 15,12-11 9-15,15-12-5 0,22-13-6 16,18-11-11-16,29-9-3 16,31-10-5-16,28-9 0 15,18-9-1-15,16-7-49 16</inkml:trace>
  <inkml:trace contextRef="#ctx0" brushRef="#br0" timeOffset="41425.25">7810 12871 44 0,'-2'0'3'0,"0"0"0"0,2 0-2 16,0 0-1-16,-1 0 0 16,0 0 0-16,1 0 1 15,-2-1 0-15,0-2 7 16,2 0 2-16,-2 1-3 0,2 0 2 16,0-1-5-16,0 3 0 15,-2-1-3-15,2 1 0 16,0 0-1-16,0 0-1 15,0 0 1-15,0 0-1 16,0 0 0-16,0 0 1 16,0 5 0-16,0 0 0 0,0 3 0 15,0 2 0-15,0 1 2 16,2-1-1-16,0 2-1 16,0-1 2-16,2 0-2 15,2-3 0-15,0-1 0 16,1-3 0-16,5-3-3 0,-2-1 9 15,4-1 6-15,8-15 0 16,3-6 7-16,8-11-1 16,9-10 1-16,12-9-9 15,7-8-2-15,10-10-4 16,14-6-2-16,13-6-2 0,4-8 0 16,5-10-53-16</inkml:trace>
  <inkml:trace contextRef="#ctx0" brushRef="#br0" timeOffset="42927.54">8974 12843 51 0,'0'-3'6'0,"0"-1"0"0,0 0 1 0,0 1-1 0,0 1-3 16,0-2-1-16,0 0-1 15,0 1 0-15,0-1 0 16,0 1 0-16,1 2-1 16,0 1 0-16,2 0 0 15,-1 0 0-15,0 4 0 0,0 6 0 16,0 1 0-16,1 3 0 16,1 1 1-16,-2 1 1 15,2-1-1-15,-1-3 0 16,2-2 1-16,-1-3 0 15,2-2-1-15,1-4 3 0,2-1-1 16,7-8 9-16,6-17 15 16,16-16 3-16,14-13-16 15,13-16-9-15,17-16-4 16,15-15-1-16,8-7-1 16,9-8-34-16,3-12-84 15</inkml:trace>
  <inkml:trace contextRef="#ctx0" brushRef="#br0" timeOffset="43931.4">10507 12961 66 0,'0'1'1'0,"0"4"1"0,0 2-2 0,0 4 1 0,0 0-1 15,0 4 1 1,4-1-1-16,0-3 2 0,4-1-1 15,-1-6 7-15,4-4 10 16,3 0-3-16,8-17-3 16,6-10 7-16,15-11-4 15,9-15-4-15,12-12-6 0,17-13-3 16,16-16-1-16,15-11-1 16,12-13-8-16,11-10-48 15</inkml:trace>
  <inkml:trace contextRef="#ctx0" brushRef="#br0" timeOffset="47006.78">17040 12773 2 0,'0'-1'17'0,"-1"-4"-12"0,0 0 7 0,-1 2 8 16,0 0-2-16,1 1 4 15,-1 0-8-15,0 0-7 16,2 0 0-16,-2 0 2 15,2 2-3-15,0 0-4 0,0 0-2 16,0 0-5-16,0 5 1 16,0 5 1-16,0 2 7 15,4 3-3-15,1 0 1 16,4-2 0-16,0 0-2 16,4-5 2-16,5-5-1 0,0-3 8 15,8-7 12-15,10-19 12 16,12-15-11-16,20-14-10 15,13-19-3-15,20-10-4 16,19-14-4-16,7-4 1 16,9-7-6-16,-1-5-100 15</inkml:trace>
  <inkml:trace contextRef="#ctx0" brushRef="#br0" timeOffset="48137.79">19463 12759 74 0,'0'-1'33'0,"0"-2"-18"0,0 2 3 16,0 0-9-16,0 1-7 16,0 0-4-16,0 0 1 15,0 0 1-15,2 2 0 16,0 5 0-16,2 0 2 16,4 1 6-16,-1-2-4 15,4-4 1-15,13-2 12 0,5-12 4 16,15-15 2-16,14-12-4 15,19-14-9-15,12-14-3 16,12-6-3-16,7-6-4 16,5-2-3-16,1 2-40 0,-4-2-71 15</inkml:trace>
  <inkml:trace contextRef="#ctx0" brushRef="#br0" timeOffset="48787.61">21581 12664 103 0,'0'0'3'0,"0"0"1"0,0 0 5 0,0 0-2 15,0 0-1-15,-13 40-1 16,11-32 3-16,2 1 5 16,0-1 1-16,0-2 2 15,0 1 0-15,0-3-1 0,9-4 0 16,3 0 1-16,7-4 5 15,10-17-1-15,12-12 0 16,17-11-7-16,18-16-4 16,21-13-3-16,23-13-4 15,22-12-2-15,19-8-1 0,9-11-36 16,5-8-115-16</inkml:trace>
  <inkml:trace contextRef="#ctx0" brushRef="#br0" timeOffset="54508.71">6274 11647 20 0,'-2'-1'6'0,"0"-4"1"0,0 3-6 16,-1-1 0-16,0 0-1 16,-1 0 0-16,2 2 6 15,-4-2 11-15,3 0 1 0,1 1-6 16,-2 0-3-1,0 0-5-15,3 2-2 0,-4 0-2 16,1-1 1-16,0 1-1 16,-1 0 0-16,-3 0 0 15,1 0 0-15,-3 0 0 16,2 0 0-16,1 0 0 0,-4 0 3 16,6 0 0-16,-4 0 6 15,3 0-2-15,-2 0 0 16,0 0-4-16,3 0-1 15,-3-1-1-15,1 1-1 16,0 0 0-16,-2 0 0 0,1 2-1 16,-2 3-1-16,3-1 1 15,-1 0 1-15,-1-1 0 16,1-2 0-16,4 1 1 16,-2-1-1-16,1 1 0 0,1 0 0 15,-2 1 0-15,0 2 0 16,0 0 0-16,-1 2 0 15,1 0 0-15,-1 0 0 16,0 3 0-16,-2-1 0 16,0 2 0-16,0-1 0 15,2 0 0-15,-1 0 1 0,1-1-1 16,1-1 0-16,-2-1 0 16,2-1 0-16,-1 1 0 15,1-1 1-15,-1 1-2 16,2 1 2-16,-3 0-1 15,3 0 0-15,1-1 0 16,-1 3-1-16,0-3 2 0,3 3-1 16,-2 0-1-16,0-1 2 15,1 0-1-15,1 3 0 16,-3-1 0-16,1 1 1 16,-1-1-2-16,1 4 1 15,-1-3 1-15,3 5-2 0,-2-3 2 16,2 2-1-16,-3-2 0 15,1 3 0-15,2 0 0 16,-3 0 0-16,3 0 0 16,1 0 0-16,-1 0 0 15,2 2 0-15,0-4 0 0,0 1 0 16,0-2 0-16,0-2 0 16,0-1 0-16,0 0 0 15,3-1 0-15,1 0 0 16,1 2 0-16,-3 0 0 15,1 1 0-15,1 1 0 0,-2 0 0 16,-2-1 0-16,2 0 1 16,-2 1-1-16,0-2 0 15,0-1 0-15,0 0 0 16,0-1 0-16,0-1 0 16,0-1 0-16,2 1 0 15,1-1 0-15,1-1 0 0,0 1 0 16,1 1 1-16,-1 0-1 15,1 0-1-15,-1 2 2 16,1-1-2-16,-1-2 2 16,0 1-1-16,0-1 0 0,2-1 0 15,-4-1 0-15,2 1 0 16,1-1 0-16,1 2 0 16,-3 1 1-16,6 0-2 15,-4 3 1-15,3-3 1 16,1 2-1-16,1-1-1 0,2 0 1 15,0 0 0-15,-1-3 1 16,2 2-2-16,-4-3 1 16,2-2 1-16,-2 0-1 15,0-1 3-15,0 2 0 16,2-2-2-16,1 3 0 16,1-1-1-16,0 3 1 0,3-1-1 15,2 0 0-15,-2 0 0 16,4 0 1-16,-1 0-1 15,2 0 0-15,0-2-1 16,2 0 0-16,2-2 1 16,-2 1 1-16,1-1 1 0,3-1 0 15,-3-1 0-15,1-1-1 16,2 0 3-16,0 0 1 16,4 0 1-16,2 0-3 15,1 2-2-15,2 3 0 0,4 3-1 16,1 1 0-16,0 1 0 15,0 3 0-15,1-3 0 16,-2-5-3-16,3-5-20 16,-3 0-2-16,2-20-26 15</inkml:trace>
  <inkml:trace contextRef="#ctx0" brushRef="#br0" timeOffset="56401.62">6303 11704 38 0,'-4'-7'6'0,"-3"1"7"0,4-1 3 0,1 1-3 16,-2 1-2-16,0 0-4 16,3 1 2-16,-1 1-5 15,2 2 0-15,-2-1 2 0,2 2 2 16,0 0-2-16,0 0 0 16,0 0-4-16,0 0-3 15,0 0 0-15,3 0 1 16,5 0 0-16,2 0-1 15,5 2 1-15,3-1 1 0,-1 2-1 16,8 0 0-16,2 0 1 16,2 0-1-16,4 0-1 15,5 1 2-15,-2 1-1 16,5-2 0-16,-1 0 1 16,2-2-1-16,1-1 0 0,-3 0 0 15,0 0 0-15,3 0 0 16,-1 0 0-16,2 0 1 15,1 0-2-15,2 0 0 16,0 2 2-16,0 2-1 16,0-2 0-16,0-1 0 15,-2-1 0-15,1 0 0 0,1-3 1 16,-2-3-1-16,2-2-1 16,-5-1 2-16,0 1 0 15,-2 1 0-15,1-2 0 16,-2 1 0-16,1-1-1 0,0 1 0 15,1 3 0-15,-1-1 1 16,-3 1-1-16,1 0 0 16,-2 0 0-16,0 2 0 15,-2-1 0-15,-3 1 0 16,0 0 0-16,-2 2 2 0,-2 0-2 16,-2 1 0-16,1 0 0 15,-5 0 0-15,-1 0 0 16,0 0 0-16,-2 0 1 15,-3 0-2-15,2 0 2 16,0 0-2-16,1 0 2 16,0 0-1-16,-3 0 0 0,3 0-1 15,0 0 2-15,0 1-1 16,-3-1 0-16,1 1 0 16,-1 1 0-16,2-1 0 15,-6-1 0-15,1 3 0 16,0 0 1-16,-1 0 0 0,-1 2 0 15,0 1 0-15,0 1 0 16,1 2 1-16,-2 2-2 16,1 3 0-16,0-1 0 15,-3 3 5-15,1 1-4 0,-1-2 0 16,1 1-1-16,-2-2 0 16,1-1 1-16,1 1-1 15,-1-1 1-15,2 1-1 16,-2 1 0-16,1 0 0 15,-3 2 0-15,2 0 0 16,-1-1 0-16,1 1 1 0,-1 0-1 16,1-2 0-16,1 1 0 15,2 2 0-15,-3-2 0 16,1 3 0-16,0-1 0 16,-2 2 0-16,1 0 0 15,-3 1 0-15,-1 3 0 0,1 0 0 16,-1-1 0-16,-1 3-1 15,2-3 1-15,-3-1 0 16,1-1 0-16,2-2 0 16,-2-1 1-16,0 0-1 15,-2 1 0-15,0 1 0 0,0 0-1 16,0 3 1-16,-2 0 0 16,-4-2-1-16,1 0 1 15,-1 0-1-15,-2-2 1 16,2-4 0-16,-3 1 1 15,0-2-1-15,0-1 0 0,0 2 0 16,-2-2 0-16,0 0-1 16,2 0 1-16,-2-3 0 15,1 0 0-15,-3-3 0 16,-1-1 0-16,-1-2 2 16,-1-1 2-16,-1-1 11 15,-4-2 2-15,2 0-4 0,-4 0-8 16,1 0-2-16,-1 0-3 15,-1 0 0-15,-2 0 0 16,0 1 0-16,-2 0 0 16,-2 2 0-16,-1 0 0 0,0 1 0 15,-1 0 1-15,1-1 1 16,0 0 0-16,-2 0 0 16,1 1-2-16,-1 0 0 15,0-1 0-15,3 1 0 16,-1-1 0-16,-1 0 1 15,1-1-1-15,0 0 0 0,0-2 0 16,-4 0 1-16,0 1 0 16,-1 0 0-16,-1-1 0 15,5 1-1-15,1 1 1 16,2-1-1-16,4 0 0 0,2 1-1 16,4-2 1-16,3 0 0 15,0 0 1-15,0 0 8 16,2 0-6-16,0 0-2 15,-2 0-1-15,0-1 0 16,-1 1-1-16,-3 0 0 16,2 0-14-16,0 0-12 0,0 1-15 15,2 5 11-15,-2-2-9 16</inkml:trace>
  <inkml:trace contextRef="#ctx0" brushRef="#br0" timeOffset="57513.78">7282 12800 9 0,'-5'-3'31'0,"1"-1"-8"0,-1 0-5 15,1-2-8-15,0 2-2 0,0 1-1 16,2-1-3-16,1 1-3 16,-4 3-1-16,5 0 0 15,-2 0 0-15,-2 0-1 16,1 0 1-16,-1 0 0 15,-2 0 0-15,1 0 1 0,-2 6 0 16,0 1 1-16,1 1-2 16,-1 2 1-16,-1 0-1 15,0 3 0-15,-1 3 1 16,1-1-2-16,-4 0 2 16,3 3-2-16,-3-1 2 0,2 1-2 15,1 1 1-15,-2 2 1 16,2 1-1-16,2 0-1 15,-3 4 2-15,3 0-1 16,-3 3 0-16,2 3 1 16,-1 2-1-16,2 0 0 15,-2 1-1-15,4-2 2 0,-3-2 1 16,1 2-4-16,0-2 2 16,0-1 2-16,3 2-2 15,-4 1 0-15,5 1 1 16,-2-1 0-16,1 3 0 15,3 0 0-15,0 1 0 0,1 0-1 16,0 1 1-16,0-2-1 16,0 2 1-16,0-1-2 15,0-3 1-15,0-1 1 16,0-4 0-16,0-3 2 16,0-4 7-16,-1-2 3 0,-1-2 4 15,-2-2-8-15,2-1-3 16,-2-2-3-16,1 2-2 15,1-2-1-15,0 0 1 16,0 0-2-16,2 0 0 16,0-2-27-16,0-4-20 15</inkml:trace>
  <inkml:trace contextRef="#ctx0" brushRef="#br0" timeOffset="58462.54">6789 14071 16 0,'0'0'8'0,"0"0"13"0,0 0 0 0,0 0-1 16,0 0-2-16,0 0 2 0,0 0-6 16,0 0-3-16,0 0-6 15,0 0-5-15,0 0-1 16,0 0 1-16,0 0-1 16,-1-8-1-16,1 8-2 15,3 0 4-15,-3 0 0 16,2 0 0-16,0 0 0 0,0 0 0 15,1 1 0-15,1 4 1 16,2-1-1-16,-3 0 0 16,6 2 0-16,-5-2 0 15,1 0 0-15,1 2 0 0,-2-2 0 16,1-1 0-16,2 3 1 16,-3-2-2-16,1 0 1 15,-1 2 0-15,-1-2 0 16,1 1 0-16,0-1 0 15,-1 0 0-15,-1 0 0 0,-2-1 1 16,1 1-1-16,0-1 1 16,0 3-1-16,1-2 0 15,0 2 0-15,0-2 0 16,0 1 0-16,-2-1 1 16,2 0-1-16,-1-1 0 15,-1 1 1-15,2-1-1 0,2 3 0 16,-2-2 1-16,-2-3-1 15,2 1 0-15,0-1 2 16,-1-1 1-16,2 0 5 16,1-1 23-16,0-8-6 15,0-1-10-15,3-4-6 0,0-4-1 16,6-4-3 0,-2-5-5-16,6-1 6 0,7-8-6 15,0-5 0-15,7-4 0 16,1-8-6-16,3-2-66 15</inkml:trace>
  <inkml:trace contextRef="#ctx0" brushRef="#br0" timeOffset="62607.95">7231 12823 75 0,'0'0'3'0,"0"0"-2"0,-2 0 1 16,1 0-2-16,0 0 1 15,1 0-1-15,-1 0 2 16,-1 0 5-16,0 0 4 15,0-3 0-15,-1 0-1 0,-1 1-3 16,1-1-1-16,1 3-4 16,-2-2-1-16,0 2 0 15,1 0-1-15,-3 0 0 16,-2 0 0-16,2 0-1 16,-1 4 1-16,-1 2 0 0,0 1 0 15,-2-1-1-15,3 4 1 16,0 1-2-16,-2 1 3 15,0 4-13-15,0 0 20 16,-2 3-6-16,2 4-1 16,0 2 0-16,-3 5-1 0,4 4 1 15,-1 5-1-15,-1 4 1 16,0 4-1-16,1 0 0 16,1 3 0-16,0-2 0 15,1 0 0-15,1-2 0 16,-2-1 0-16,3 1 0 0,-3-1 0 15,4 1 0-15,-2 2 1 16,1-1 0-16,1 0-1 16,0 0 1-16,0 0-1 15,2-2 0-15,2-4 0 16,-2-2 2-16,2-7-2 0,-2-3 1 16,0-7 0-16,2-2 1 15,-2-6 2-15,2-2-2 16,0-1-2-16,-2 2 1 15,0-2-1-15,1 0-7 16,-3-1-37-16</inkml:trace>
  <inkml:trace contextRef="#ctx0" brushRef="#br0" timeOffset="63277.64">6735 14023 34 0,'0'0'48'0,"0"0"-44"0,0 0-2 0,0 0-1 16,0 0-1-16,0 0 0 16,0 0 0-16,0 0 1 15,0 0-1-15,0 0 0 16,0 0 1-16,0 0-1 15,22 41 1-15,-18-31-1 0,3 2 0 16,-2-1 2-16,3 2-2 16,-3 0 0-16,4 1 0 15,-2-1 1-15,1-1-1 16,-3 1 0-16,4-4 1 16,-5-1-1-16,3-2 1 0,-3-3 2 15,1-3 1-15,4 0 6 16,-2-3 2-16,2-11 3 15,5-5-5-15,1-5-4 16,5-6-4-16,0-2-1 16,6-7 0-16,2-5 0 0,2-1-2 15,2-3 0-15,-1-1-33 16</inkml:trace>
  <inkml:trace contextRef="#ctx0" brushRef="#br0" timeOffset="65467.86">6685 14936 70 0,'0'8'2'0,"0"-2"1"0,0 2 3 0,0 0-3 0,0-1 0 16,0 0-1-16,0-1 0 15,-2-3 3-15,0 0 11 16,-3-2-3-16,1 1-1 16,-3-2-4-16,2 0-4 15,-1 0-2-15,0-2 1 0,1-3 0 16,-2-4-1-16,2-2-1 16,1-2 1-16,-2 0-1 15,3-2 2-15,1 2 1 16,0 0 2-16,2 0-6 15,0 0 7-15,2 3-4 0,3 0-2 16,5 2 3-16,0 1-3 16,-1 1 0-16,3 3-1 15,0 3-2-15,-1 0 0 16,1 0 3-16,-1 3-2 16,-2 4 1-16,2 2 0 0,-2-2-1 15,-3 1 1-15,-3 0 0 16,1 0 0-16,0-1 0 15,-4 0 0-15,3 0 1 16,-3 3-1-16,0-1 1 16,0 4-1-16,0-1 1 0,0 1-1 15,0 1 1-15,0-1-1 16,0-3 0-16,-3 1 0 16,3-2 1-16,0 5-2 15,0-2 2-15,0 0-1 16,0 2 0-16,0-1 0 0,-2 0 0 15,2 1 0-15,-2 2 0 16,2-2 2-16,0 0-2 16,0-1 0-16,0 1 0 15,0-4 0-15,0 0 0 16,0-3 0-16,0-1 1 0,2-3-1 16,3 0 0-16,-2-2 2 15,5-1-2-15,-1 0 0 16,3 0 0-16,0-6-40 15,1-1-52-15</inkml:trace>
  <inkml:trace contextRef="#ctx0" brushRef="#br0" timeOffset="66251.72">6864 15438 147 0,'0'0'-6'0,"0"0"14"0,0 0 5 0,0 0-5 16,0 0-3-16,0 0-3 15,0 0 0-15,0 0 2 0,0 0 2 16,0 0 3-16,0 0-5 16,0 0-3-16,-2 0-1 15,2 0 0-15,0 3 0 16,0-1 0-16,0-1 1 16,0 0 0-16,0-1 2 15,0 0 6-15,0 0 5 0,0 0-1 16,0 0-2-16,0 0-4 15,0 0-4-15,0 0-3 16,0-1 1-16,0-1 0 16,0 1-1-16,-2 1 1 15,2-2 0-15,0 2-1 0,0 0-1 16,0 0 0-16,0 2-1 16,0 3 1-16,0 3 1 15,0-1 0-15,4-2 0 16,0 1-2-16,-1-5 1 15,1 2-1-15,-2-3 1 0,1 0 1 16,-1 0-2-16,-2-7 1 16,0 0 2-16,0 0 1 15,0-2-1-15,0 4-1 16,-2 0 2-16,-3 2-5 16,0 2 2-16,3 1 0 0,-2 0 0 15,2 0 0-15,0 2 1 16,2 5-1-16,0-2 1 15,0 1-1-15,0 1-1 16,4-3 0-16,0-1 1 16,3-3-1-16,-2 0 2 0,-1 0 0 15,1 0-1-15,-1 0 1 16,-2-7-1-16,-1 0 0 16,-1-2 8-16,0 2 0 15,0-2 1-15,-1 1-4 16,-3 4-1-16,-3 0-2 0,0 1 2 15,3 3-4-15,-1 0-5 16,1 0-18-16,2 1-40 16,-3-1-25-16</inkml:trace>
  <inkml:trace contextRef="#ctx0" brushRef="#br0" timeOffset="67561">6829 14708 46 0,'0'0'24'0,"0"0"-17"0,0 0 7 0,0 0-2 16,-3-42-4-16,-1 37-3 16,2-1 0-16,-5 1-1 15,4 0 0-15,-1 0 2 0,-2 1 1 16,1 0 1-16,-1 0 0 15,0 1-3-15,-2-1 2 16,3 1-2-16,-3 1 0 16,0-1-1-16,0 1-2 15,1-1 0-15,-1 0-1 16,-3 2-1-16,3 1 0 0,-3 0 1 16,-1 0-1-16,-1 0 0 15,-3 0 0-15,1 0 2 16,-1 1 1-16,-1 5-2 15,-1 1 1-15,4 0 0 16,-4 2 0-16,3 2-1 0,-1-1 0 16,3 0 0-16,-1 4 0 15,1 0 4-15,2-1-4 16,-3 0 0-16,4 4-1 16,-1-3 1-16,5 2-1 0,-2 1 0 15,3 2 1-15,1 0-1 16,0 4 0-16,1-2 0 15,2 2 0-15,1 3 1 16,0-1-1-16,0 2 0 16,0 3 1-16,1-1-1 15,6 2 0-15,-1 0 1 0,3 0 0 16,-2 2-1-16,4-2 0 16,-2 0 0-16,2 2 2 15,-1 0-2-15,2-3 1 16,-1-1-1-16,3 1 0 15,-1-4 0-15,1-1 1 0,1-1-1 16,2-1 0-16,0-2 1 16,1 1 0-16,1-4-1 15,2 1 0-15,-1-1 1 16,1-1-1-16,0 0 0 16,4-1 1-16,-2-1-1 0,2-3-1 15,-1 1 2-15,3-5 0 16,1-1-1-16,1-2 0 15,1-4 0-15,-1-1 0 16,0 0 0-16,-2-6 0 16,-2-4 1-16,-4-2-1 15,2-3-2-15,-3-2 6 0,-2-3-1 16,0 0-3-16,0-4 3 16,-4-1-2-16,-1-4 1 15,2-2-1-15,-4-2 0 16,1-1 1-16,-3-2 3 15,-1 0-1-15,-1-2 2 0,-2 3 0 16,-2-3-2-16,-2 3-1 16,-1-2 1-16,0 0-3 15,0 0 0-15,-4-1 0 16,-7-1 0-16,-1 0 0 0,-3 0 0 16,-1 1 0-16,-2 2 0 15,-3-1 1-15,-2-1 2 16,-2 2 1-16,-4 1 1 15,-4-1-2-15,1 3 0 16,-3 3 0-16,1 6-2 0,-2 5-2 16,2 5 0-16,3 7-3 15,-1 7 3-15,4 1-2 16,4 18-6-16,-1 10-16 16,2 11-20-16,-1 4-28 15,4 4-68-15</inkml:trace>
  <inkml:trace contextRef="#ctx0" brushRef="#br0" timeOffset="68059.5">6764 15845 121 0,'-5'6'-11'0,"-2"-3"14"0,5 0-3 0,-1 0 0 15,2-1 0-15,1 1 0 16,0-3 0-16,0 0 0 16,0 0 4-16,0 0 8 15,4 0 4-15,5-7-4 0,2 0-2 16,2-4-4-16,3-3-4 16,5-1-1-16,1 0 0 15,4-5-1-15,2-1 2 16,5-2 3-16,2-3-1 15,1-1-2-15,3-1 0 0,-1 0 1 16,-1 0-2-16,-1 5-1 16,-2-2 0-16,-1 4 0 15,-2 1 0-15,-4 2 0 16,0 3-1-16,-5 5-9 16,-3 5-21-16,-4 5-2 0,-8 0-13 15</inkml:trace>
  <inkml:trace contextRef="#ctx0" brushRef="#br0" timeOffset="68416.64">6880 15892 97 0,'0'0'7'16,"0"0"23"-16,0 0-2 16,0 0-16-16,0 0-12 15,0 0 1-15,0 0-1 16,42-34-1-16,-19 19 2 16,6-3-1-16,0-3 0 0,3-1 0 15,1-4 0-15,3-1 0 16,1 0 2-16,3-3-1 15,-1 2 0-15,-1 2-1 16,0-1 0-16,1 6-1 16,-5 0 0-16,-3 2-1 0,-2 2-1 15,-4 3-4-15,-3 2-11 16,-1 4-7-16,-8 1-12 16</inkml:trace>
  <inkml:trace contextRef="#ctx0" brushRef="#br0" timeOffset="69840.07">6820 12884 83 0,'-4'-7'1'0,"1"-3"-1"0,2 3-1 0,-1 1 0 16,0-1-2-16,0 3 2 16,-3-2 1-16,3 1 0 0,-2 2 3 15,2 0 1-15,-2 0 3 16,1 3-3-16,2-1-1 16,1 1-3-16,0 0 0 15,1-2 0-15,8 2 0 16,0-1 0-16,3 1 0 0,2 0 1 15,2 0-1-15,0 0-1 16,4 0 2-16,0 0-1 16,3 0 0-16,4 0 0 15,0 0-1-15,4 0 2 16,0-2 0-16,2 1 2 0,1-1 0 16,-1-2-2-16,5 1 1 15,0 1-1-15,2-3 0 16,0 3-2-16,2 0 2 15,2-1-1-15,-4 2 0 16,-1-2 0-16,1-1 0 0,0 1 1 16,1-1-1-16,1-1 0 15,2 0 0-15,1-1 0 16,1 2 0-16,-4-2 0 16,3 0 0-16,-4 1 0 15,0 2 0-15,-2 3 1 0,-1 0-2 16,-2 0-6-16,-3 6-28 15</inkml:trace>
  <inkml:trace contextRef="#ctx0" brushRef="#br0" timeOffset="72658.83">8127 11661 85 0,'0'0'3'0,"0"0"-1"0,0 0-1 0,0 0 0 16,0 0-1-16,0 0 0 16,0 0 0-16,-38 14 2 15,30-14-1-15,0 0 5 16,0 0 4-16,1 0 0 0,0-2-3 16,-4 0-1-16,4-1-5 15,-2 2 0-15,-4-2 0 16,0 3-1-16,-1-3 0 15,-1 3 1-15,-2 0-1 16,-3 0 0-16,-2 0 0 0,0 0 1 16,0 0 0-16,-3-1 0 15,-2 1-1-15,-2 0 3 16,0 0-2-16,-4 0-1 16,3 0 1-16,-3 0-1 15,-1 0 1-15,3 0-1 16,-2 0 0-16,0 0 0 0,3 0 1 15,-3 0 0-15,0 0-1 16,2 1 1-16,-2-1-1 16,1 3 0-16,1-1 0 15,0 0 0-15,-1 3 0 16,1-2 0-16,0 3 0 0,2-3 0 16,-2 0 0-16,1 2 0 15,0-4 0-15,3 2 0 16,-2-2 0-16,0 1 0 15,0-1 0-15,2 2 1 16,0-2-1-16,2 1 0 0,-1 1 0 16,4-1 0-16,-3 0 0 15,2-1 1-15,-2 1-1 16,-2-2 0-16,1 0 0 16,0 0 0-16,-5 0 1 15,2 0-1-15,1 0 0 0,-1-2 0 16,2 1 0-16,-2 1 0 15,0-2 0-15,0 2 0 16,0 0 0-16,-2 0 0 16,-1 0 0-16,1 0 0 15,-4 3 0-15,3 0 0 16,-1 1 0-16,2-1 0 0,3 1 0 16,1-1 0-16,3 0 0 15,4-1 0-15,0 2 0 16,0-1 0-16,4 1 0 15,0 3 0-15,3 0 0 0,-3 0 0 16,1 2 0-16,-1-1 0 16,0 0-1-16,1 1 1 15,4-2 0-15,-2-2 0 16,1 0 0-16,3 1 0 16,-1 1-1-16,2 1 2 15,-1 0-2-15,0 2 1 0,0 0 0 16,1 1 0-16,1 2-1 15,0 1 1-15,1-1 0 16,-1 3 0-16,2 0-1 16,1 4 1-16,0 4 1 15,1 1-2-15,1 2 2 0,0 2-2 16,0 0 1-16,-3 1 1 16,4-5-1-16,-3 1 0 15,2-2 0-15,-2-1-1 16,0-3 1-16,3-2 0 15,-1 1 0-15,2-1 0 0,0-1 0 16,0 0 0-16,0 1 0 16,0 3 0-16,0-2 0 15,0 4 0-15,0 0 0 16,3-1 1-16,3-2-2 16,0 0 1-16,2-4 1 0,0-2-1 15,1-1 0-15,3-3 0 16,-4 0-1-16,3-2 1 15,1-1 0-15,-3 0 0 16,4 2 0-16,-2-3 0 16,1 1 0-16,2-1 0 0,3 0 0 15,-1 0 0-15,-1 0 0 16,1 1 0-16,-1-1-1 16,1-1 1-16,-1 1 0 15,2-3 0-15,0 1 0 16,3 0 1-16,-2-1-1 15,4 2 1-15,1-1 0 0,2 0-1 16,-2 2 0-16,3-1 0 16,2 1 0-16,-1-2 1 15,-2 1-1-15,-2 0 0 16,0-1 0-16,2 0 0 16,-2-2-2-16,0 0 2 0,1-1 1 15,2 1 1-15,-3 0-2 16,2 0 1-16,-3-1-1 15,0 1 1-15,-3 0-1 16,3-2 0-16,-5 2 0 0,4 0 0 16,-2-2 0-16,4 2 2 15,-1 0-2-15,1 0 1 16,-3 1-1-16,6 0 0 16,-1 4 0-16,2-1 0 15,0-2 0-15,0 2 0 16,4 1 0-16,-2-2 0 0,3 1 0 15,-1-2 0-15,2 1 0 16,1-1 0-16,-3-1-1 16,1 0-2-16,1 1-2 15,1-1-5-15,1-2 4 16,2 2-1-16,3 1-2 0,3-2-1 16,0 1 0-16,2-1 1 15,-3 1 6-15,1 0 2 16,-3-3 1-16,2 0 0 15,1 0 1-15,-1-3 3 16,1-7 7-16,2 0 2 0,-1-2-1 16,-1 2-4-16,-3 2-5 15,0 1-3-15,-2 5 0 16,0 0 0-16,2 2 0 16,-2 0 0-16,1 0 0 15,-5 0-1-15,1 0 2 0,-2 0-1 16,-3 0 0-16,-1 0 0 15,-2-3 0-15,-1-4 0 16,0-3 0-16,-1-3 1 16,-2-1-2-16,-2-1 1 15,0-1 1-15,-1-2-1 16,-2 0 1-16,0 0 1 0,-2 0 2 16,-1-1 2-16,-3-1 4 15,-3 0 4-15,-1 0-4 16,-1-2-5-16,-3-1 1 15,0 0 0-15,-2 3-5 0,-2-2 0 16,0 3 1-16,0-1-1 16,0 2 2-16,0-1-3 15,0 0 0-15,0 0 0 16,0-2 0-16,-1 1 0 16,-4-1 1-16,-2-1 0 0,1 1 7 15,-4-2 5-15,0 3-3 16,1-1-2-16,-2 0-3 15,0 1-3-15,2-1-2 16,0-1 0-16,-2 2 0 16,1-1 0-16,0-1-1 15,0 1 0-15,-1 0-1 0,-3 1 2 16,2 0 1-16,1-1-1 16,0 4 1-16,-1-1-1 15,-1 3 0-15,1-1-3 16,-3 1 1-16,1 2-5 15,-1 2 5-15,-1-2 0 0,-2 3 0 16,0 0-1-16,-1 0 1 16,-4 3 1-16,-2-1-2 15,-1 1 6-15,-2 2-2 16,0 0-1-16,0-1 3 16,0 0-2-16,-3-1 0 0,0 2-1 15,-4-1 1-15,-3 2-1 16,-5 1 0-16,-5 0 0 15,-3 3 0-15,-5 0-2 16,-4 0 2-16,-3 7 0 16,-4 1 0-16,-3 4 0 0,-3 3 1 15,-8 6-3-15,-11 1-42 16,-8 2-61-16</inkml:trace>
  <inkml:trace contextRef="#ctx0" brushRef="#br0" timeOffset="-158864.96">17846 15419 203 0,'0'0'8'0,"0"0"3"0,0 0-7 16,0 0-2-16,0 0-3 0,0 0 1 15,0 0 1-15,0 47-1 16,0-27 1-16,0 3 1 16,0 2-2-16,0 5 1 15,0 3 2-15,0 1-2 16,0 1-1-16,0 3 2 15,0-4-2-15,-1-2-1 0,1-2-14 16,-3-5-21-16,0-6-18 16,0-8-58-16</inkml:trace>
  <inkml:trace contextRef="#ctx0" brushRef="#br0" timeOffset="-158318.76">17831 15520 212 0,'0'0'-14'16,"0"0"15"-16,0 0 4 16,38-38 3-16,-28 31-3 15,0 4-1-15,-1 3 1 16,1 0 0-16,-1 1 1 0,-1 9 1 15,1 4 0-15,3 2-4 16,0 4 0-16,1 1-2 16,2 1 2-16,1 1-3 15,-1 0 1-15,1-3-1 0,-1 0 2 16,-5-3-2-16,2-1 0 16,-2-5 0-16,-3-1 0 15,0-1 0-15,-3-4 1 16,-1-2-1-16,0-2 0 15,-3-1 1-15,0 0 3 16,0-8 2-16,0-5-7 0,0-5 2 16,0-1-2-16,0-3 2 15,0 0-1-15,0 2 2 16,2 1 1-16,5 3 0 16,2 3 2-16,0 3-2 15,1 3 0-15,1 4-1 0,1 3 0 16,0 0-2-16,2 7-1 15,1 6 0-15,-1 4 1 16,1 2 2-16,0 1 0 16,-2 4-1-16,0 0-2 15,-2 1 2-15,-1 2-1 0,0 2-10 16,-2-2-30-16,-1 1-47 16,0-4-68-16</inkml:trace>
  <inkml:trace contextRef="#ctx0" brushRef="#br0" timeOffset="-157968.46">18522 15804 225 0,'0'0'2'0,"0"0"-4"0,0 0-1 16,0 0 3-16,0 0 15 15,0 0 1-15,0 0-4 16,0 0-8-16,0 0 1 16,16-38-2-16,-16 28 0 0,0-3-2 15,1 1 13-15,-1 0-8 16,0 2 11-16,0 1-17 16,0 2-5-16,-3 2 5 15,-2 3 5-15,0 2 0 16,-1 0-7-16,1 10 3 15,0 3-4-15,2 1 3 0,2 3-3 16,1 0 0-16,0-1-6 16,3 0-14-16,11-5-21 15,2-4-40-15,5 0-19 16</inkml:trace>
  <inkml:trace contextRef="#ctx0" brushRef="#br0" timeOffset="-157257.43">18802 15754 200 0,'0'0'23'0,"0"0"12"0,0 0-11 16,6-41-16-16,-14 34-12 15,-3 2 8-15,1 3-2 16,-4 1-4-16,3 1 1 16,-1 1 1-16,2 8-1 15,3 3 4-15,2 2-3 16,2 2 0-16,3 0 1 0,0 1-1 15,0-4 1-15,1-2-1 16,7-2 0-16,0-3 0 16,3-3-2-16,0-3-4 15,2 0 12-15,-1-2-4 16,-1-8 0-16,1-5 0 0,-2-4 0 16,0-4 3-16,1-3-1 15,-4-3-1 1,-1-3-3-16,-3-3 0 0,-1 5 1 15,-2-6-6-15,0 2 0 16,0 4 1-16,-5-1 3 16,-1 6 1-16,-1 3 0 0,-2 7-2 15,4 3 2-15,-1 5 2 16,2 6 0-16,2 1-4 16,-1 7 0-16,3 10 1 15,0 6 0-15,0 5 2 0,0 5-2 16,0 2 2-1,0 3-1-15,2-3 1 0,3 2-1 16,3 0 0-16,1-3 0 16,2-2 0-16,1-3 2 15,2-5-2-15,-1-4 0 0,4-6 2 16,1-3 3-16,0-5-2 16,-2-3 1-16,1-3 2 15,2 0-3-15,-6-10-1 16,0-6 2-16,-3-1 1 15,0-1-3-15,-1-1-1 16,-4 1 0-16,-2 5 0 0,1 2 1 16,-2 5 7-16,-2 2 3 15,0 2-6-15,0 2-8 16,0 0 6-16,2 2-7 16,-1 5 3-16,3 1 0 15,2 2 1-15,0-1-1 0,2 1 1 16,-1 0-2-16,4-2-13 15,0-1-15-15,0-4-22 16,-4-3-69-16</inkml:trace>
  <inkml:trace contextRef="#ctx0" brushRef="#br0" timeOffset="-157114.89">19094 15576 318 0,'0'0'0'0,"0"0"2"0,0 0-2 16,0 0-14-16,0 0-51 16,0 0-68-16</inkml:trace>
  <inkml:trace contextRef="#ctx0" brushRef="#br0" timeOffset="-156822.93">19311 15651 284 0,'0'0'2'0,"0"0"6"0,0 0 3 16,0 0-5-16,0 0 3 16,0 0-9-16,0 0-2 15,-46-26 3-15,34 35 1 16,5 6-1-16,2 1 0 15,2 0 0-15,2 2 0 0,1-1 0 16,0 0 0-16,7 0-1 16,2-4 3-16,4 1-3 15,1-2 0-15,1-4-5 16,0-4-30-16,1-4-41 16,0 0-38-16</inkml:trace>
  <inkml:trace contextRef="#ctx0" brushRef="#br0" timeOffset="-156429.55">19415 15651 257 0,'0'0'10'0,"0"0"20"15,0 0-9-15,0 0-15 16,0 0-4-16,28-36-2 16,-17 36 0-16,-4 0-1 15,2 7-4-15,0 5 7 16,-2 5-1-16,-2 0-1 15,-2 3-1-15,-3 1-3 0,0 0-1 16,0-1-4-16,-8-4-2 16,-2-2 4-16,-1-3 0 15,-2-2 4-15,2-5 4 16,1-4-1-16,2 0 1 16,2 0 0-16,2-3-3 0,4-2 2 15,0 0-2-15,0 1 11 16,0 0-1-16,9 1-3 15,2 0 4-15,4-1-4 16,2 1 0-16,-1 2-4 16,2-2 0-16,0 0-1 0,1 1-1 15,-3-2 2-15,-3 1-2 16,2-4-8-16,-2-1-4 16,1-2-12-16,-2-6-50 15,-6-2-50-15</inkml:trace>
  <inkml:trace contextRef="#ctx0" brushRef="#br0" timeOffset="-156225.64">19571 15391 309 0,'0'0'-1'0,"0"0"0"0,0 0 2 0,19 54 0 16,-11-27 1-16,4 1-2 15,-3 5 1-15,-2 0-1 16,1 1 1-16,-4 0-1 0,2 4-6 16,-2-1-31-16,1-3-42 15,4-7-78-15</inkml:trace>
  <inkml:trace contextRef="#ctx0" brushRef="#br0" timeOffset="-155954.41">20100 15473 269 0,'0'0'12'0,"0"0"6"16,0 0-4-16,0 0-9 15,0 0-7-15,0 0 3 16,0 0 0-16,24 43 0 0,-24-16 1 16,-1 4-2-16,-3 0 1 15,2-2-12-15,0-1-20 16,2-6-18-16,0-4-47 16</inkml:trace>
  <inkml:trace contextRef="#ctx0" brushRef="#br0" timeOffset="-155420.76">20082 15373 264 0,'0'0'-10'0,"0"0"20"15,0 0-3-15,41-43-2 16,-22 36-1-16,-2 0-3 15,0 7-1-15,-3 0 0 0,1 0 1 16,-3 7-3-16,-4 4 2 16,-3 6 1-16,-3 4-2 15,-2 2 1-15,-2 4-2 16,-10-3-5-16,-4 3-7 16,-4-3 7-16,1-5 0 0,0-1 7 15,4-5-2-15,1-3 4 16,4-6 4-16,5-1-2 15,5-1-2-15,0-2-1 16,3 0 0-16,9 0 6 16,3 0 3-16,0-5-3 0,3 4-2 15,1-2 0-15,-1 3-1 16,-1 0-2-16,-2 0 0 16,1 7-3-16,-1 2 4 15,-4-1-2-15,0 2-1 16,-2 0-1-16,-3 3 2 15,-1-2-2-15,-5 2 1 0,0 0-2 16,0 1 2-16,-10 0 0 16,-3-2-2-16,-4 1 2 15,-4-2 1-15,2-3-1 16,-3 0 5-16,1-3-4 0,2-1 1 16,3-2-2-16,3-2-21 15,2-2-29-15,4-10-96 16</inkml:trace>
  <inkml:trace contextRef="#ctx0" brushRef="#br0" timeOffset="-154730.45">20474 15384 117 0,'0'0'11'0,"0"0"14"0,0 0-4 15,0 0-15-15,0 0-7 16,0 0 8-16,2 38 0 16,-2-15 2-16,0 4 0 0,0 1-1 15,0 2-1-15,0 0-2 16,0-2-2-16,0 0-2 15,0-2-1-15,2 0 1 16,-1-6-1-16,1-3-5 16,1-3-13-16,-1-7-30 0,-1-5-16 15</inkml:trace>
  <inkml:trace contextRef="#ctx0" brushRef="#br0" timeOffset="-154188.01">20507 15422 171 0,'0'0'-17'0,"0"0"29"16,13-40 17-16,-4 30-20 16,-2 0-7-16,3 2 0 0,2-2-2 15,0 3 1-15,1 1 2 16,2 2 7-16,-1 2 2 15,4 2-5-15,-3 0-4 16,-1 0-3-16,-1 9 0 16,-1 2 3-16,-4 5-3 0,-2 0-2 15,-1 2 2-15,-5 3 0 16,0-1-2-16,-5 2 0 16,-6-2 2-16,-4-2 0 15,-1-1-2-15,-4 1 1 16,-2-5-1-16,0 0 2 0,-1-2 1 15,1-2-1-15,2-2-2 16,4-3 3-16,5-1-1 16,2-3 9-16,5 0 0 15,4 0 4-15,0 0-12 16,3 0 5-16,7-1-6 0,1-1 1 16,-1 1 0-16,4 1-1 15,-2 0 1-15,2 0 1 16,-1 8 1-16,1 2 4 15,-1 0-3-15,0 3-3 16,2 1 0-16,-2-1-1 0,0 1 0 16,-2 0 0-16,3 1 2 15,-2-4-2-15,1 2 0 16,1-4-11-16,-1-2-16 16,1-3-20-16,-5-4-62 15</inkml:trace>
  <inkml:trace contextRef="#ctx0" brushRef="#br0" timeOffset="-153904.72">20962 15377 104 0,'0'0'44'0,"0"0"-31"0,0 0 24 0,0 0-4 16,0 0-20-16,0 0-13 0,0 0 1 16,0 0 4-16,7 45 2 15,-6-19 0-15,1 1-4 16,1 2-1-16,-1-2-1 16,1-1-1-16,-1 0 0 15,-1-2 0-15,-1-6-11 0,0 1-16 16,0-6-19-16,0-5-24 15</inkml:trace>
  <inkml:trace contextRef="#ctx0" brushRef="#br0" timeOffset="-153085.34">20848 15391 57 0,'0'0'25'0,"0"0"-6"0,0 0-10 0,0 0-6 16,0 0 4-16,0 0-2 15,0 0 9-15,0 0-11 16,0 0 0-16,0 0 7 0,-4 0 0 16,4 0-10-16,0 0 0 15,0 0 0-15,0 0 0 16,0 1 0-16,0 1 0 15,-2-1 0-15,-1 2 0 16,0-2 0-16,-1 1 0 16,0-1 1-16,0 1-1 0,2-2 0 15,0 0 1-15,0 0-1 16,1 0 1-16,1 0 11 16,-2 0 0-16,2 0-12 15,0 1 0-15,0-1-2 16,0 3 1-16,0-3-1 0,0 1 1 15,0-1 1-15,0 2 0 16,0-2-1-16,0 0 5 16,0 0 6-16,0 0 4 15,0 0 0-15,0 0-6 0,0 0-7 16,0 0 0-16,0 0 1 16,0 0 3-16,0 0 1 15,0 0-3-15,0 0-1 16,0 0-2-16,0 0 0 15,0-2 0-15,2 2-1 16,-2 0-1-16,0 0-5 0,1 0 2 16,-1 0 2-16,0 0 0 15,0 0-16-15,0 0-31 16,0 0-3-16</inkml:trace>
  <inkml:trace contextRef="#ctx0" brushRef="#br0" timeOffset="-151171.7">20549 15360 106 0,'0'-9'13'0,"0"3"6"0,0 1 27 16,0-1-12-16,0 5-8 16,0-1-9-16,0-1-4 0,0 3-6 15,0 0-2-15,0 0-3 16,0 6-4-16,0 7 2 16,-3 6 2-16,1 9-1 15,0 3 1-15,-2 6 2 16,0 1 0-16,3 2 1 15,0 0-4-15,1-2 0 0,0-4 0 16,0 0 0-16,0-4-1 16,0-3 1-16,3-4-1 15,2-5 1-15,-2-5 0 16,1-3-1-16,-2-3 1 0,3-3-1 16,-5 0 1-16,2-3-1 15,-2-1 0-15,0 0-1 16,1 0-1-16,-1 0-4 15,0 0-10-15,0-1 8 16,0-1 9-16,0 0 1 0,0-1 5 16,0 2 1-16,0 1 5 15,0-1 1-15,0 1 0 16,0-2-3-16,0 2-6 16,3 0-4-16,0 0 0 15,3 0 1-15,0 0-2 16,2 0 0-16,3 0 1 0,2 0-1 15,1 0-1-15,1 0 2 16,1 0-2-16,1 0 2 16,4 0-2-16,-2 0 2 15,2-4-1-15,-1 1-1 0,3 0 1 16,-3-1-4-16,0 1-6 16,-2-1-5-16,-4 0-9 15,-2-2-14-15,-6-2-81 16</inkml:trace>
  <inkml:trace contextRef="#ctx0" brushRef="#br0" timeOffset="-150901.57">20561 15556 173 0,'0'0'6'0,"0"0"11"0,0 0-2 0,0 0-15 15,0 0-3 1,0 0 4-16,0 0-4 0,0 0 9 16,37-30 0-16,-18 24 4 15,0 1-4-15,1-3-5 16,1 0-5-16,-8-4-64 15,0 1-72-15</inkml:trace>
  <inkml:trace contextRef="#ctx0" brushRef="#br0" timeOffset="-150758.46">20632 15347 215 0,'0'0'23'0,"0"0"21"15,0 0-28-15,0 0-16 16,24-40 0-16,0 30-10 15,5 0-23-15,2 2-45 16,2-1-59-16</inkml:trace>
  <inkml:trace contextRef="#ctx0" brushRef="#br0" timeOffset="-150075.93">20992 15293 237 0,'0'0'-2'16,"0"0"6"-16,0 0-2 16,9 52 1-16,-5-29 0 15,0 1-1-15,-3 6-1 16,0-2 0-16,0 2 0 16,-1-1-1-16,0-1 0 0,0-2 0 15,0-2 1-15,0 0-1 16,-5-4 1-16,-3-2-3 15,1-2-2-15,-2-3 0 16,0-5-1-16,4-1 3 16,-3-4 1-16,4-1-1 0,-2-2 0 15,2 0 2-15,1-9-7 16,0-1 4-16,2-4 0 16,-1-2 3-16,-1-4 3 15,2-1-3-15,1-3 0 16,0 1 0-16,0-2 2 0,1-2 0 15,5 1 6-15,1 1-1 16,2 0 0-16,1 1 4 16,-3 3 2-16,2 5-3 15,4 1-4-15,-2 3-3 16,3 1-1-16,1 5-3 0,0 3 1 16,0 3 1-16,-1 0-2 15,1 0 1-15,1 6 1 16,0 4-1-16,1 6 2 15,-5 0 0-15,0 2-2 16,0 3 0-16,-3 0 0 16,-3 0-2-16,1-2 1 0,-7-3-2 15,1-1 2-15,-1-3 0 16,0-4-2-16,-10 1 1 16,-2-3 0-16,-5-1 0 15,-3-2 4-15,-3 1-19 16,-2-4 0-16,1 0 0 0,4 0 7 15,-1-4 10-15,4-3 1 16,4-2-1-16,6-2 0 16,-1-2 0-16,5-1 0 15,3 1-3-15,0 1 1 0,3 0-11 16,5 1-37-16,-2 2-1 16</inkml:trace>
  <inkml:trace contextRef="#ctx0" brushRef="#br0" timeOffset="-149691.73">20978 15522 113 0,'0'0'31'0,"0"0"-1"0,0 0 14 0,16 38-15 16,-7-25-10-16,4 0-3 15,1 2-5-15,6-1-3 0,-3 2-4 16,4 1-1-16,0-3-1 16,2 2 0-16,-3 0-1 15,1-2 1-15,-4 0-2 16,0-3 0-16,-3 1-11 16,-3-3-23-16,-1-7-58 0</inkml:trace>
  <inkml:trace contextRef="#ctx0" brushRef="#br0" timeOffset="-149406.99">21443 15388 231 0,'0'0'3'0,"0"0"4"0,0 0-1 15,0 0-1-15,0 0 1 16,0 0 3-16,33 55 1 16,-33-26-5-16,2 3-3 15,-2 0-1-15,0-2 0 16,2-2 1-16,0 0-2 0,0-5-2 16,0-2 0-16,0-4-4 15,1-5-8-15,0-5-13 16,-1-4-31-16,-1-3-22 15</inkml:trace>
  <inkml:trace contextRef="#ctx0" brushRef="#br0" timeOffset="-149177.68">21383 15395 58 0,'0'0'218'15,"0"0"-203"-15,0 0-2 16,40-44-5-16,-13 32-1 16,5-1-5-16,5 0 1 15,3 1-1-15,0 1-1 0,3 4-1 16,-3 1-4-16,-4 5-18 16,-5 1-20-16,-6 0-35 15,-7 6-45-15</inkml:trace>
  <inkml:trace contextRef="#ctx0" brushRef="#br0" timeOffset="-148708.35">20471 15368 231 0,'0'0'7'0,"0"0"4"0,0 0-1 0,0 0-5 15,34-25 0-15,-14 19 0 16,2 0-1-16,4 2-2 15,2-2 0-15,2 1-1 16,0 2 0-16,-1 0-2 16,-3 1-6-16,-5 1-14 0,-5 1-6 15,-5 0-11-15,-7-1-28 16,-2-1-50-16</inkml:trace>
  <inkml:trace contextRef="#ctx0" brushRef="#br0" timeOffset="-148273.65">20636 15300 111 0,'0'0'1'15,"0"0"1"-15,-44 4-1 16,30-1-1-16,0-2 1 0,-1 1 2 16,2 1 13-16,-2 0-5 15,5 2 0-15,-1 1-6 16,2 1 0-16,4 4 2 15,-2 4-3-15,4 2 3 16,1 5-2-16,2 1-2 16,0 5-1-16,0 2 1 0,0 0-3 15,2-1 5-15,4 0 2 16,3 0 1-16,1-1 3 16,0-1 0-16,-1 0-1 15,3 3-1-15,-4-2-4 16,-3 0-4-16,-1-2 0 0,1-3 0 15,-5-3 0-15,0-5-1 16,0-3 1-16,0-4-1 16,2-2 2-16,-2-4 2 15,3-1 0-15,5-1-1 16,-1 0 0-16,4-1 0 0,3-7-1 16,4-3-1-16,1 0-1 15,1-5-9-15,1 0-5 16,-2-2-15-16,0-3-40 15,-2-1-55-15</inkml:trace>
  <inkml:trace contextRef="#ctx0" brushRef="#br0" timeOffset="-148025.72">20592 15551 103 0,'0'0'13'0,"36"-7"13"0,-11 0-3 0,3 3-10 16,3-3-3-16,-1 1-5 15,1 1-2-15,-5 0-1 16,-3 1-4-16,-5-2-24 15,-8 3-45-15</inkml:trace>
  <inkml:trace contextRef="#ctx0" brushRef="#br0" timeOffset="-147434.85">20623 15237 125 0,'0'0'43'0,"0"0"-26"15,0 0 0-15,0 0-15 16,0 0-4-16,0 0-2 15,0 0 2-15,-49-1 1 0,36 7 4 16,0-1-5-16,1 2 1 16,3 1 2-16,-4 0 1 15,4 1-2-15,2 1 0 16,-2 2-6-16,4 1-14 16,1 3 6-16,1 1 8 15,2 1 6-15,1 5 0 0,0 3 3 16,0 1 2-16,6 2 2 15,1 3-1-15,2 2-3 16,-4-1-3-16,5 2 0 16,-5-5-3-16,4 1 3 0,-2-3 0 15,1-2 1-15,-4-3 7 16,0-4 10-16,2-3-6 16,-4-2 0-16,-1-1-1 15,1-6 1-15,0-2-3 16,4 1 0-16,-3-4 1 0,2-1 1 15,4-1 0-15,1 0 0 16,1 0-3-16,3 0-5 16,1-7-2-16,1 0-1 15,1-2 1-15,2 0-4 16,1-1-18-16,-6-3-7 0,-1 0-15 16,-2-4-42-16,-6-3-54 15</inkml:trace>
  <inkml:trace contextRef="#ctx0" brushRef="#br0" timeOffset="-147199.44">20545 15316 154 0,'0'0'80'0,"0"0"-83"0,0 0 8 0,0 0-3 16,53-25-1-16,-26 20 0 15,3 0 0-15,1 0-2 16,2 2-3-16,-4 2-52 16,-2-1-33-16</inkml:trace>
  <inkml:trace contextRef="#ctx0" brushRef="#br0" timeOffset="-145724.7">18002 16318 151 0,'0'0'8'0,"0"0"1"0,-46 0 38 0,36 0-40 16,5-1-6-16,-2 1 0 15,3 0-1-15,2 0 0 16,2 0 2-16,0 0-3 16,0 0 2-16,1 1-1 0,9 3 0 15,-1 2 0-15,4 0 0 16,7-2 0-16,3 2-2 15,8-1 1-15,5-2 0 16,10-1 1-16,5-1 0 16,10-1 0-16,6 0 4 15,8 0-5-15,4 0 3 0,7-3-1 16,5-2-1-16,7-1 0 16,8-1-2-16,5 3 3 15,7-3 9-15,6 2-7 16,5 0 0-16,5-1 1 0,1 1-2 15,6 1 2-15,-1 0 0 16,4 0 1-16,3 0-1 16,-2-1-3-16,5 1 0 15,-5-3 0-15,-2 1-1 16,-2-3 1-16,-7-2 7 16,-2 0 4-16,-7-5 3 0,-7-2-2 15,-6-3-1-15,-5-5-4 16,-4-4-4-16,-7-1-1 15,-8-6-1-15,-5-4-2 16,-6-4 1-16,-8-4-1 16,-8-3 0-16,-7-4 0 0,-5 1 1 15,-9 0-1-15,-9 1 1 16,-9 1-2-16,-10 2 2 16,-10 1 0-16,-2-1 0 15,-17 0-1-15,-9-2-4 16,-7 2 7-16,-10 1 0 0,-8 4 0 15,-5-1-1-15,-6 3 0 16,-7 1 0-16,-5 1 0 16,-5 3-1-16,-7 2-2 15,-6 2 1-15,-6 5-1 0,-6 3 2 16,-4 3 0-16,-5 5 0 16,-3 2-1-16,0 3-1 15,-3 6 0-15,0 2-1 16,-1 5 2-16,-3 1 0 15,0 0 2-15,-2 8-1 0,0 3-1 16,0 4 1-16,-4 0-2 16,0 1 0-16,-4 1 1 15,3 1 1-15,-7 5-2 16,1 1 2-16,-1 3-3 16,0 4 1-16,2 3 2 15,-1 2-1-15,6 0-5 0,3 3-4 16,4 0-4-16,3 0 12 15,11 3 0-15,9 0 1 16,6 2 0-16,11 4 0 16,10-1 0-16,9 2 0 15,10-1 1-15,11 2-1 16,9 1-1-16,12-3 1 0,10 5 0 16,11-2-1-16,1-3 1 15,16 0 0-15,11-4 0 16,10-2 1-16,9-4-1 15,11-3 0-15,9 1 1 16,8-5-3-16,12-1 4 0,6-4-3 16,8-4-4-16,5-6-34 15,7-8-53-15</inkml:trace>
  <inkml:trace contextRef="#ctx0" brushRef="#br0" timeOffset="-143520.39">19849 14865 66 0,'1'0'36'0,"-1"-1"-14"0,0 1 0 15,0-1-3-15,0 1-8 0,0 0-8 16,0 0-4-16,0 0-3 16,0 0 1-16,0 1 2 15,0 3 2-15,0 3-1 16,0 1 1-16,0 1-1 16,2 3 1-16,2 3-2 0,0 3 1 15,1 3 0-15,0 4 0 16,4 5 0-16,-4 8 1 15,3 5 0-15,-1 8 3 16,-1 10 4-16,0 6 1 16,-2 4-6-16,0 3-1 15,-2-3-1-15,-2-1-1 0,0-7 1 16,2-6 0-16,0-3-1 16,2-4 3-16,1-3 13 15,2-2-4-15,0-2-5 16,-2-2-1-16,1-3-3 15,-1-4-2-15,-2-4 1 0,1-3-2 16,0-3 1-16,-2-5 0 16,-1-3 1-16,1-4-1 15,-1-3 0-15,0-2 1 16,1-3-4-16,-1-2 5 16,0-2-1-16,1 0-2 0,-2 0 5 15,0 0 7-15,2 0 5 16,-2 0-3-16,0 0-7 15,0 0-5-15,0 0-1 16,0 0-1-16,0 0 0 16,0 0-1-16,0 0 0 15,0 0 0-15,0 0-2 16,0 0 0-16,2 0 1 0,-2 0 0 16,3 0-8-16,0 0-10 15,3 0-2-15,-1 0 2 16,0 0-7-16,1 0-13 0,-1 0-6 15,1 0-15-15</inkml:trace>
  <inkml:trace contextRef="#ctx0" brushRef="#br0" timeOffset="-138259.4">18878 16068 1 0,'-3'2'10'0,"0"-2"-9"0,0 0 15 0,-1 0-4 0,1 0 4 15,1 0-2-15,-3 0 4 16,2 0-2-16,1 0 1 16,0 0-1-16,0 0-4 15,-2 0-4-15,2 0-5 0,-1 0-3 16,1 0 0-16,-3 3 0 15,0 0 0-15,3-1 0 16,-2 1 0-16,-1 0 0 16,1-3 0-16,2 4 3 15,-3-1 5-15,-1-1-2 0,3 0 1 16,-1 2-4-16,-1-1 0 16,1 0 2-16,0 2-4 15,-2-1 9-15,3 0-6 16,-2 0-2-16,2 1 0 15,0 0 0-15,1 3 0 0,-1-1-1 16,1 2-1-16,-1 1 0 16,1 0 2-16,0 2-2 15,1-1 0-15,-1-1 0 16,1 1 0-16,1-1 0 16,0 0 0-16,0-3 0 0,0 3 1 15,0 0-1-15,0 0-1 16,0 3 2-16,0-3-1 15,0 3 0-15,0-1 0 16,0 0 0-16,0 2 1 16,3 0-1-16,0 1 0 0,2 0 1 15,-3 2 0-15,1 0 1 16,1-1 0-16,0 1 0 16,1 1-2-16,-2-1 1 15,3 3-1-15,-2-3 2 16,-1 1-2-16,5 2 1 15,-3-4-1-15,4 1 1 0,-3 0 0 16,1 1 0-16,0-2 0 16,2 0-1-16,-2-2 1 15,1 0 0-15,-5 2-1 16,4-3 0-16,-3 1 0 16,-1-3 0-16,-1-1 0 0,0 1 0 15,0-1 1-15,-2-1-2 16,0-1-1-16,0 0-6 15,0-1-12-15,0-4-28 16,-2 0-12-16</inkml:trace>
  <inkml:trace contextRef="#ctx0" brushRef="#br0" timeOffset="-137258.6">18779 16830 13 0,'0'0'20'0,"0"-2"5"0,0 2-4 0,0 0 0 0,0 0-7 15,0-1-4-15,0 1-4 16,2 0-2-16,-2 0 0 15,1 0-3-15,-1 0 4 16,2 0-3-16,0 0-1 16,1 0-1-16,2 0 0 15,-4 1 1-15,5 2-1 0,-1 3 0 16,-2-2 0-16,1 0 0 16,0 1 1-16,0 0-1 15,0-1 3-15,-1 2 5 16,4-1 4-16,-2 0-7 15,1 4-3-15,-1-3-1 0,-1 0 1 16,3 0-2-16,-3 0 1 16,-1-1-1-16,0 1-1 15,0-2-1-15,-1 2 1 16,-1-2-2-16,-1 1-8 16,2-2 11-16,0-1 0 0,-1 0-2 15,0-2 0-15,1 0 2 16,0 0 0-16,1 0 0 15,-2 0 1-15,1 0-1 16,0 0 1-16,-1 0 1 16,2-2 1-16,-1-1 4 0,-2-1 6 15,2-1 2-15,-1-1 4 16,1 0-1-16,0-2-9 16,0-2-1-16,2-1 2 15,-1-4-2-15,5-1-4 16,-1-3-3-16,4-4 0 0,1-3-2 15,1-3-18-15,3-4-32 16,-5 0-75-16</inkml:trace>
  <inkml:trace contextRef="#ctx0" brushRef="#br0" timeOffset="-123601.93">21633 15060 95 0,'-3'0'17'0,"2"0"18"0,0 0 2 0,1 0-5 15,0 0-8-15,0 0-3 0,-2-1-3 16,2-1-8-16,0 2-7 16,0-1-1-16,0 1-2 15,0 0 0-15,0 0-3 16,0 0-5-16,0 0-4 16,0-2 5-16,0 2 1 15,0-3 7-15,8-1-1 0,1 0 0 16,3-2 0-16,5-2 0 15,3-1 2-15,6-2-2 16,5-2 0-16,1-1 0 16,6-3 0-16,-1 0 0 15,3 1 3-15,1-1-1 0,1 2 1 16,-1 1-2-16,2-1 0 16,-2 2 0-16,1-1-1 15,2 3 0-15,0 1 0 16,-3 0 0-16,1 1 0 15,-2 0 0-15,-6 1 0 0,1 1-1 16,-7 0-6-16,-2 3-10 16,-3-1-20-16,-4-1-23 15,-4 0-34-15</inkml:trace>
  <inkml:trace contextRef="#ctx0" brushRef="#br0" timeOffset="-122947.75">22494 14611 85 0,'0'0'1'0,"0"0"0"0,0 0 0 16,0 0-2-16,0 0 0 0,0 0 1 16,0 0 1-16,0 0 0 15,0 0 1-15,0 0 3 16,0 0 1-16,-20 20-1 16,20-15-3-16,0-2-1 15,0 3 0-15,0-1 0 16,0-1-2-16,1 0 1 0,6-1 1 15,-2 0 2-15,4-2 7 16,-2-1 0-16,2 1 2 16,2-1-4-16,2 0 0 15,0 0 0-15,1 0 0 0,-4 0 0 16,0 0-4-16,0 0-3 16,-2 0 0-16,-2 0 0 15,-2 2-1-15,-1-1 0 16,-1 0 3-16,-2 1-1 15,3 2 6-15,-3 2 2 0,0 1 1 16,0 6-4-16,-3 1-2 16,-4 6-2-16,-3 4-1 15,-4 10 1-15,-5 9-5 16,-8 8 6-16,-5 9-26 16,-8 2-82-16</inkml:trace>
  <inkml:trace contextRef="#ctx0" brushRef="#br0" timeOffset="-109475.06">21755 14986 59 0,'1'0'15'0,"-1"0"5"0,1 0-7 0,-1 0-4 16,0-4 4-16,2 1-1 15,-2 0 1-15,1 0 3 16,0-1-6-16,0 1 1 15,2 0-7-15,0-1-3 16,2 0-1-16,2 0 0 0,1-1-1 16,1 0-2-16,2-2 1 15,2-1 1-15,1-2 1 16,3 1-1-16,1-1 2 16,5 0-1-16,1-2 1 15,1 2 1-15,1 0 1 16,3 1-2-16,0 0 1 0,3-1-2 15,0 2 1-15,4-1 1 16,3 1 1-16,1-1 2 16,3 0-3-16,-1 1 0 15,1 1 0-15,-1-2-1 0,-3 1 0 16,-2 1 0-16,-6-2-1 16,-4 2 1-16,-2-1-1 15,-9 3 2-15,-1-2 2 16,-4 3 6-16,-5 0 9 15,-3-1-1-15,2 3-8 0,-5 1-7 16,0-1 0-16,0 0-2 16,0 2-16-16,-5-3-51 15,-4-1-83-15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23:45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4205 3141 91 0,'0'-6'-7'0,"0"-1"13"0,0 0 1 0,2-1-3 0,-2 2-1 16,0 0 0-16,0 1-1 15,0 0-1-15,0 0 1 16,-2-1 0-16,-6 2-1 15,2 1-1-15,-1 0 0 16,-2 2 0-16,0-1-1 16,0 2-1-16,-3 0-1 0,0 0 2 15,-1 0 1-15,-4 0 0 16,-2 0 2-16,-2 0 2 16,-1 0 2-16,-2 0 0 15,-3 0 1-15,2 3-1 16,-1 4 0-16,3-2-3 0,-2 0 0 15,1 2 1-15,-3-1-1 16,2 1-1-16,-2 0 0 16,-1 3 1-16,-2-3 0 15,-3 0 1-15,-1 3-2 16,-1-3 0-16,-1 2 0 0,3-1 2 16,0 1-1-16,3-2 1 15,1 3-2-15,2-2 0 16,-2 5 0-16,0-1-2 15,-2 2 0-15,-1 1 0 0,-1 3 0 16,-3 0 0-16,3 3 0 16,-4 3 1-16,2 3-1 15,-1 3 0-15,-1 3 0 16,1 2 0-16,0-2 0 16,-2 2 0-16,4 0 0 0,-2-1 0 15,5-3 0-15,-2-1 0 16,6 1 0-16,2-1 0 15,3 4 0-15,2-3 0 16,4 2 0-16,3-2 0 16,0 2 0-16,3-3 0 15,4 1-1-15,-1 0 1 0,3-1 0 16,2 1 0-16,2 2 0 16,0-2 0-16,0 2 1 15,0-6-1-15,8 4 0 16,1-5 2-16,3-2-1 15,3-3 0-15,1-1 0 0,6-3-4 16,2-1 3-16,4-1-2 16,5-5 2-16,2 0-3 15,3 0 5-15,1-3-5 16,-1 0 6-16,2-1-3 0,1-2-2 16,1 0 1-1,2-3 1-15,3-1 0 0,2 0-2 16,1 0 3-16,3 0 0 15,-2 0-1-15,5-2 1 16,0-4-1-16,2 2-1 16,1 1 4-16,1-1-2 0,0 0 1 15,1 1-2-15,1-3-2 16,-1 2 4-16,3-1-4 16,1-3-1-16,2 3 6 15,0 0-1-15,0-3-2 16,3 1 0-16,-3 1 1 0,0-1-1 15,1 0 0-15,3 1 0 16,-4-1 0-16,1 1 1 16,1 0-1-16,0 2 0 15,0 1 0-15,0-1 0 16,-1 1 1-16,0-1-1 0,2 1 0 16,1 2 1-16,-2-2 0 15,-2 0 1-15,2 3-1 16,-1 0 1-16,0-1-1 15,0-1-1-15,0 1 1 16,1-1 0-16,0 1 0 16,0-2-1-16,0 3 1 0,1 0-1 15,0 0 0-15,0 0 0 16,-1 0 1-16,1 3-1 16,-4 4 0-16,1 0 0 15,0 0 0-15,-2 0 0 0,-2-1 0 16,1-3 0-16,2-2 0 15,-1-1 0-15,-3 0 1 16,3 0-1-16,-3 0 2 16,3-2-1-16,-4 0 2 15,1 1-1-15,1-2-2 0,-3 3 1 16,-2-3-1-16,1 0 0 16,1-1 1-16,-5-2 0 15,3 2-2-15,-1-5 2 16,1 1-1-16,0-2 0 15,-2-3 0-15,-2 2-1 16,-5-5 1-16,2-2-1 16,-5 2-8-16,0-4 2 0,-4-1-1 15,-4-2 0-15,-2-1 2 16,-3-2-1-16,-3-1 4 16,-4 1 3-16,-3-3-1 15,-3-2 1-15,-5 1 0 16,-1-3 0-16,-6 2 0 0,-1-3-1 15,-5 4 0-15,0-1 1 16,-2 4 0-16,0-1-1 16,-6 2 1-16,-1 2 3 15,-4 1 4-15,-3-3 3 0,2 4-1 16,-4-2-6-16,2 1-1 16,-2-2 0-16,-3 3-4 15,-3-1 4-15,1 3-2 16,-4-1-3-16,-1 3 0 15,-3-1 2-15,-2 2 0 0,-1 0 1 16,-4 2 0-16,0-1 2 16,-3 2 4-16,0 2 4 15,-2-2-3-15,0 3-1 16,0 1-1-16,-3 0-3 16,1 1-1-16,1 0 2 0,-3 1-2 15,3 1 1-15,-1-3-2 16,5 2 3-16,0-4-1 15,0 0 1-15,2-1 1 16,0-3 0-16,1-1-1 16,-1 2-2-16,-1-1-1 0,1 2 0 15,-3 1 0-15,-1 0 0 16,2 3 0-16,-1-1 0 16,-1 1 0-16,3 1 0 15,-1 1 1-15,0-1-1 16,-3 2-1-16,3 0 2 15,-1 0 0-15,0 0 0 0,1 0 0 16,0-1 1-16,-4 2 1 16,1-1 0-16,-1 1-1 15,-2 2 0-15,-1-1-1 16,1 1 0-16,-1 3-1 16,2-1 0-16,-4 2 0 0,2 0 0 15,-2 0 0-15,1 0 0 16,-2 0 0-16,2 0 1 15,-1 0-1-15,0 2-1 16,-3 1 2-16,-1 1-1 16,-2 2 0-16,-1-1-1 0,-4 1 1 15,-2 1 0-15,-1-1 0 16,-2 1 0-16,-1-3 0 16,1 2 0-16,-3-1 1 15,1-2-1-15,-3 1 0 16,1 1 1-16,-8-1-2 0,-2 3 2 15,-9 4-2-15,-10 4 1 16,-6 7 0-16,-9 5-1 16,-10 9 0-16,-7 2-15 15,-6 2-25-15,-1-4-62 16</inkml:trace>
  <inkml:trace contextRef="#ctx0" brushRef="#br0" timeOffset="1439.4">8312 3573 67 0,'0'-3'12'0,"0"0"-2"0,0 2 2 0,0-2-3 16,0 3-2-16,0-1 0 15,0 0 2-15,0 1-5 16,0 0-4-16,0 0 0 15,0 0 1-15,0 0 0 16,1 2-1-16,2 2 1 0,2-1-1 16,-3 1 0-16,4 2 1 15,0-2-1-15,1-1 1 16,3 1 2-16,0-2-2 16,-1-1 1-16,4-1 0 15,1 0 0-15,1 0 4 16,3-3 4-16,2-4 4 0,0-7 2 15,2-3-1-15,4-2-1 16,2-6-2-16,2-6-1 16,5-2-3-16,1-4 0 15,8-4 0-15,3-2-3 0,7-4-2 16,5-2-1-16,5-4-1 16,3-1 0-16,5 3-2 15,4 0 1-15,-1 3-7 16,-5 2-36-16,-4 1-78 15</inkml:trace>
  <inkml:trace contextRef="#ctx0" brushRef="#br0" timeOffset="4550.04">16489 2921 140 0,'0'0'-41'0,"0"0"46"0,0 0 10 0,0 0-4 0,0 0-6 15,0 0-4-15,-43-30 0 0,32 27-1 16,-2-1 0-16,1 0-2 16,-6 1 1-16,1 0 0 15,0-1 1-15,-4 0 0 16,0 1 0-16,-6-3 0 16,-2 3 0-16,-4-1-1 0,-1 0 2 15,-5 1-1-15,-2-3 1 16,-1 1 0-16,-4 0 2 15,-1 1 0-15,-2-2 4 16,-2 2 2-16,-3 1-1 16,-4 3-5-16,-4 0 1 0,-1 0-3 15,-8 0 1-15,-4 6-2 16,-4 1 1-16,-3 0-1 16,2 2 3-16,-2 1 4 15,1 1 2-15,-2 0-4 16,3 3 0-16,-3 2-1 15,3 3 0-15,-5 3-3 0,2 3-1 16,0 4 1-16,1 3-1 16,2 2 0-16,1 0 0 15,1 3 1-15,3-1-1 16,2-1 0-16,2-1 0 0,4 0 0 16,5 0 0-16,3 3 1 15,4 0-1-15,8 1-1 16,0 2 2-16,8-2-1 15,6 2 1-15,6-1-2 16,2 2 2-16,7 1-1 0,1-1 0 16,3 5 0-16,5-1-1 15,1 1 0-15,5-5 0 16,3-4-1-16,0-2 1 16,9-2-2-16,4-6-2 15,7-2 3-15,5-2 1 16,4 0 0-16,5-5 1 0,6-2-2 15,3 4 2-15,4-6 0 16,4 0 0-16,3-1 2 16,1 1 1-16,1-1-2 15,3 1 4-15,3 1-3 16,-2-1-1-16,1 1-1 0,3-2 0 16,3 0 1-16,0-3-3 15,3-2 1-15,-1 1 3 16,3-5-2-16,4 2 2 15,-2-2-1-15,-1-1-1 16,1-2 1-16,-1 2-1 0,4-3 1 16,-2 0 0-16,0 0 3 15,3 0-1-15,2 0 0 16,3 0 1-16,-3 0 1 16,1 0-1-16,1 0-2 15,1 0-1-15,0 0 0 0,-1 0-1 16,1 0 2-16,2 0-2 15,-1 0 0-15,-1 0 0 16,-2 0 1-16,-2 0-1 16,-2 0 0-16,2 3 0 15,-4 3 0-15,4-1 0 0,1 2 0 16,3-1 0-16,1 1 1 16,-4 2-2-16,2-2 1 15,1 0 0-15,-1-3 0 16,1 3 0-16,0-7 0 15,2 3 0-15,4-3 1 0,-1 0-1 16,-3 0 0-16,-2 0 1 16,-1 0-1-16,-1 0 1 15,-2 3 2-15,0 0 2 16,1 0 0-16,1 4-5 16,2 1 0-16,-2-1 1 0,-1 2-1 15,2 2 0-15,-2-3 1 16,-2 1-2-16,-1 0 1 15,3-2 0-15,1 1 1 16,-4-5-1-16,1 0 0 16,-5-3 0-16,3 0 0 15,-4 0 0-15,3 0 1 0,2-1 4 16,0-4 2-16,1 0-4 16,4-1-1-16,0 0 0 15,1-1 0-15,0 2-1 16,3-2 0-16,1 1 0 0,-1-1 0 15,-1 0-1-15,2 1 1 16,-7 0-1-16,0-1 0 16,-4-1 0-16,-3 3 1 15,-2-2-1-15,0-3 3 16,3 2-2-16,-4-1 3 16,4 1-1-16,3-3-1 0,-1 1-1 15,1-2 0-15,-3 1 0 16,1-3-1-16,-6-2 1 15,0 2-2-15,-5-5 2 16,0 2-1-16,-2-3 0 16,-4 0 0-16,-3 1 1 0,-2-1-1 15,-7-2 1-15,-3 1-1 16,-6-2 2-16,-2 1-1 16,-6-4 1-16,-3 3 2 15,-4-4 0-15,-1 1 2 16,-3-2-4-16,-5-2 0 0,-4 1-1 15,-1-4-2-15,-4-1-1 16,-4 1 0-16,0-1 0 16,-3 0-1-16,-10 2 7 15,-2 0-3-15,-4-2-1 16,-5 0-2-16,0 0 4 0,-2 0-1 16,-2 1-1-16,-3-1-1 15,1 3 0-15,-4 0 2 16,1 2-2-16,-2 2 1 15,-2 0 1-15,0 4-3 16,-1-2 3-16,0 5-1 16,-3-1 1-16,3 1-2 0,-4-1 1 15,1-1 1-15,1 2-1 16,-2-1 0-16,-3 1-1 16,-1 1 0-16,-2 0 1 15,-4 2 1-15,-3 1-1 16,-5 1 0-16,0 2 0 0,-4-1 0 15,1 2 0-15,-2-2-1 16,2 4 1-16,-2-2 0 16,2 0 0-16,1 1 0 15,2 1 0-15,1 1 0 16,0 1 0-16,0-1 0 0,-1 2 0 16,0 0 0-16,1 0 0 15,-5 2 0-15,2-2-3 16,-1 3 6-16,0-2-3 15,0 2-3-15,-4 2 6 16,1 0-3-16,-1-1 0 0,1 0 0 16,-3 0-3-16,4 1 6 15,-3-1-3-15,3 0 0 16,1-1 0-16,3 1 0 16,-2 0 0-16,1 0 0 15,-1-1 0-15,1 1 0 0,-4 0 0 16,0 0 0-16,0 1 0 15,1 0 0-15,-3-1 0 16,1 3 0-16,1 0 0 16,-2 0 0-16,-1 0 0 15,-2 0 0-15,-1 0-3 0,-3 4 6 16,0 1-3-16,-2-1 0 16,0 0 0-16,0 1 0 15,-3-1-15-15,-2 0 20 16,-1 2-4-16,-4-2-1 15,-7 2 0-15,-4-2 1 0,-5 3-1 16,-2 0 0-16,-7 2 0 16,-6 1 1-16,-5 1-1 15,-7 5 0-15,-4 1 0 16,-10 4 0-16,-3 6 0 16,-7 3-1-16,-4 5-16 0,-2 5-14 15,-2 3-22-15,-4-5-45 16</inkml:trace>
  <inkml:trace contextRef="#ctx0" brushRef="#br0" timeOffset="5903.17">22291 3601 49 0,'0'0'17'0,"2"-3"-10"0,-1-2 4 0,1 2-5 16,-1-1 3-16,3-1-2 15,-2 1 7-15,2 0 2 16,0-2-1-16,0 2-3 0,-1 1-1 15,0 0-6-15,0 2-4 16,1 1-1-16,-1 0-1 16,0 0 1-16,3 3-2 15,-1 2-2-15,-1 2-1 16,2 0 3-16,-4 1 2 16,2-3 0-16,-1 3 0 0,1-2 1 15,-1 0 0-15,-1 0 1 16,1-2-2-16,-1 2 1 15,0-2-1-15,2 0 1 16,-3-1-1-16,2-3 1 16,1 0 0-16,3 0 7 0,0 0 3 15,3-1 2-15,3-6-3 16,5-3-5-16,5-3-2 16,7-1 1-16,6-2 2 15,4-5-1-15,7-1-2 16,4-6 2-16,-1 0-2 0,3-2-1 15,0-1-1-15,-2 1 0 16,-1-3-1-16,-3 6 0 16,-3 0 1-16,-7 5-1 15,-12 7 1-15,-8 3-2 16,-11 7-1-16,-6 5-11 0,-12 0-73 16,-13 10 20-16</inkml:trace>
  <inkml:trace contextRef="#ctx0" brushRef="#br0" timeOffset="6394.76">22308 3614 108 0,'0'0'-16'0,"0"0"21"0,0 0-5 0,0 0-1 16,0 0 2-16,0 0-1 15,0 0 0-15,-33 48 2 0,28-35-2 16,1 4 0-16,4-2 0 16,0-3 0-16,0-2 1 15,2-3 0-15,7-2 0 16,6-5 11-16,4 0 15 16,2-7-6-16,6-5-5 15,5-5-6-15,4-4 0 0,7-2-3 16,7-7 0-16,8-1-1 15,4-7 3-15,6-3-4 16,6-2 1-16,0-1-2 16,1 0 1-16,-3 4-1 15,-9 4-1-15,-1 6-2 0,-8 5-2 16,-11 5-2-16,-8 0-47 16</inkml:trace>
  <inkml:trace contextRef="#ctx0" brushRef="#br0" timeOffset="16607.93">8243 3510 10 0,'0'0'6'0,"0"0"4"0,0 0 1 0,0 0-4 15,0-1 3-15,0 0 9 16,0-1-5-16,0 1-2 16,0-1-5-16,-2 1-2 15,2-1-3-15,-2 2 0 0,2-1 2 16,-2 1-2-16,2 0 3 16,0 0-5-16,0 0-3 15,0 0 3-15,0 0 1 16,0 1-1-16,0 4 0 15,0-1 0-15,2 3 0 0,0-4 0 16,0 3 0-16,0-1 0 16,3 1 0-16,-3-2 0 15,2 2-1-15,0-2 2 16,2 2-1-16,-2-1-1 16,-1 0 2-16,3-1-1 0,-2 3 0 15,-1-3 0-15,3 2 0 16,-1-2 0-16,0 1 0 15,1-1-1-15,0-1 1 16,1-2-1-16,1 1 1 16,0-2-1-16,1 0 2 0,-3 0-1 15,4 0 0 1,-3 0-1-16,3 0 0 0,2-1 1 16,1-5-4-16,3-2 7 15,1-2-2-15,2-4 1 16,3-3-1-16,4-3-2 15,3-2 2-15,1-8 1 0,3 1-1 16,0-3 8-16,3-4-4 16,0 1 4-16,2-2 3 15,2 0 0-15,1-1-1 16,-1-1 3-16,-2 1-4 0,2 2-3 16,-4-1-1-16,-2 3-4 15,-3 3-1-15,-5 4 1 16,-1 4-1-16,-2 3-1 15,-3 6 1-15,-3 4 0 16,-3 3-1-16,-3 5-3 16,-4 2-23-16,-3 0-44 15</inkml:trace>
  <inkml:trace contextRef="#ctx0" brushRef="#br0" timeOffset="17561.7">9719 3824 33 0,'-1'-4'12'0,"0"0"12"0,0-1-6 16,-1 0 1-16,-1-2 1 15,1 1 1-15,-2 0-1 16,3 1 1-16,0 0-3 16,0 1-2-16,1 1-6 15,0 2-1-15,0 1-5 0,0 0-4 16,0 0-2-16,0 7 1 15,0 7 2-15,1 3 0 16,5 6-1-16,1 0 1 16,-2-1-1-16,3 1 0 0,-1-3 0 15,-1-1 2-15,0-4-2 16,0 1 0-16,-3 0 0 16,-1-1 0-16,-1-1-2 15,0-1-6-15,-1-2-27 16,0-2-19-16,0-5-13 15</inkml:trace>
  <inkml:trace contextRef="#ctx0" brushRef="#br0" timeOffset="18637.05">9406 3912 42 0,'0'0'7'0,"0"0"7"0,0 0-5 0,0 0-8 0,0 0 1 15,0 0-2-15,0 0 1 16,0 0-1-16,0 0 1 16,0 0-1-16,0 0 4 15,0 0-2-15,0 0 3 0,-3 0 4 16,3 0 1-16,0 0-3 15,-1 0 3-15,1 0-6 16,0 0-3-16,0 0-1 16,0 0 0-16,0 0-1 15,0 0 1-15,0 0 0 0,0 0 0 16,0 0 0-16,0 0 0 16,0 0 0-16,1 0 0 15,4-1 0-15,-3-2 0 16,2 2 0-16,-2-1 1 15,3-2-1-15,1 2 0 16,1-2 0-16,2 0 0 0,3-3 3 16,2-4 0-16,3-1 4 15,3-1 0-15,1-1-1 16,3-3 1-16,2 0-2 16,3 1 1-16,1-2-1 0,1 0-1 15,0-1 1-15,1-1-1 16,-1 0 3-16,0 2-5 15,-2 2 1-15,-2 2-1 16,-2 3-1-16,-4 2-1 16,-3 2 0-16,-1 4 0 0,-4 3 2 15,-5 0-7-15,-5 0-31 16,-3 3-28-16</inkml:trace>
  <inkml:trace contextRef="#ctx0" brushRef="#br0" timeOffset="20388.72">9879 3862 82 0,'2'-6'4'0,"-2"0"14"0,2-1-1 0,3 1-11 16,-1 0 4-16,-2-1-7 15,3 0 1-15,2 3-1 16,-2-2-1-16,1 1 0 0,1-1-2 15,5 3 1-15,0-1-1 16,0 0 0-16,1 3 1 16,2 1-1-16,-1 0 1 15,-1 0-1-15,1 3 1 16,1 6-2-16,-3 1 4 16,-1 3-5-16,0 2 4 0,1 0-1 15,-2 0 0-15,-1-1-1 16,-2-1 0-16,0 1 0 15,-3-5 0-15,-4 2 0 16,0 1 2-16,0-4-1 16,0 2 2-16,-4-4-3 0,-4-1 0 15,2-3 3-15,-3-2 7 16,3 0 5-16,-1 0 6 16,-2-9-7-16,4-1-4 15,-1-4-1-15,2-3-3 0,1-2-3 16,3-3-1-16,0-1-1 15,0-1 2-15,0 0-1 16,5-2-1-16,4 5-2 16,4 3 2-16,1 1-1 15,2 5 0-15,1 2-8 16,1 6-40-16,-3 1-40 0</inkml:trace>
  <inkml:trace contextRef="#ctx0" brushRef="#br0" timeOffset="20945.04">10474 3668 83 0,'0'0'4'0,"0"0"12"0,0 0 7 15,0 0-4-15,0 0-3 16,0 0-1-16,0 0-6 16,0 0-7-16,-47-31-2 15,31 39 1-15,-1 5-2 16,-1 4 2-16,2 3-1 0,-2 1 1 16,4-1-1-16,5 3 0 15,1-3 1-15,5-3 0 16,3-2 0-16,0-5-1 15,0 0-1-15,7-4 2 0,0-2-1 16,4-2 0-16,-2-2 1 16,2 0 2-16,3-6 2 15,-1-4 2-15,-1-4-4 16,0 1 0-16,1-3-2 16,-3 1 0-16,-4-1 0 15,1-1-1-15,-5 2 2 0,0 2 0 16,-1 0-1-16,-1 2-1 15,0 2 1-15,0 4-1 16,0 1 2-16,0 2 0 16,0 0-2-16,-1 2 1 15,1 0 2-15,0 4-5 0,0 4 2 16,0 0 0-16,0 4 0 16,0-1-1-16,5 0-1 15,4-1-8-15,-2 0-8 16,0 0-8-16,3-4-14 15,-2-3-16-15</inkml:trace>
  <inkml:trace contextRef="#ctx0" brushRef="#br0" timeOffset="21442.54">10569 3648 119 0,'0'0'0'0,"0"0"16"0,0 0-3 0,0 0-2 15,1-38-7-15,6 32-1 16,-1 2 1-16,1 2-3 16,-1 0-1-16,1 2 0 0,1 0 1 15,0 3 0-15,1 4-1 16,-1 1 1-16,2 2-1 16,-3 1 0-16,1-1 1 15,0 0-1-15,-2-1 0 16,-2-2 0-16,-1-3 0 0,1 2 0 15,-4-3 0-15,0-2 2 16,0 1 0-16,0-2 3 16,-4 0 0-16,-1 0-2 15,1-3 0-15,-3-6-2 16,6 2 1-16,-1-4-2 0,2-1 0 16,0 1 1-16,0-2-2 15,6 3 2-15,4-1-2 16,1 0 1-16,1 2 1 15,1 0-1-15,-2 1-1 16,3 2 5-16,-1-1-1 0,0 0-2 16,0 4 3-16,0 2-2 15,0 1-2-15,-3 0 2 16,0 3-2-16,-3 5 1 16,-1 2-2-16,-2 0 1 15,-2 2-1-15,0 0-6 16,0 1-14-16,1-3-31 0,0-3-32 15</inkml:trace>
  <inkml:trace contextRef="#ctx0" brushRef="#br0" timeOffset="21856.37">11025 3492 135 0,'0'0'5'0,"11"-37"10"0,-9 21 5 0,-2 5-8 15,0 1-6-15,0 4 0 16,0 1-4-16,-6 2-2 0,-2 2 1 16,3 1 3-16,-3 0-4 15,0 4 0-15,1 5 0 16,1 0 0-16,1 4-1 16,2-1 1-16,2 1 0 15,1-1-1-15,0 1 1 0,1-5-2 16,9 2 0-16,-3 0 1 15,5-3 0-15,0-2 2 16,-1 1 0-16,1-1-1 16,-1 1 1-16,-2-1-1 15,0 1 1-15,-4-1-2 0,1 0 2 16,-4-2-1-16,-2 1 1 16,0 0-1-16,0-1 6 15,-8 1-3-15,-1 0 1 16,-1-1-2-16,-1 2-2 15,-1-2 0-15,1-2 0 0,3-1-1 16,2 0-10 0,4 0-28-16,2-4-15 0</inkml:trace>
  <inkml:trace contextRef="#ctx0" brushRef="#br0" timeOffset="22347.52">11355 3074 0 0,'0'0'49'0,"0"0"-42"0,0 0 3 0,-15-39-6 0,7 36-3 15,-1 1 3-15,-1 2-1 16,2 0-4-16,-3 5 2 16,3 6-1-16,0 3 1 15,0 3 2-15,3 5-1 16,-1 0 1-16,3 2-1 16,3 2 1-16,0-2 2 0,0 2-2 15,0-1 3-15,4 1 0 16,3 1-1-16,1 1 0 15,2-1 0-15,1 0-3 16,0 1 2-16,-2-2-3 16,0-2 1-16,0-1 0 0,-2 0 1 15,2-5 2-15,-6 2-1 16,1-2 0-16,0-3 1 16,-4-1-2-16,0 0 0 15,0-2-2-15,0-1 4 16,-9-1-4-16,-2 1 1 0,0-1-1 15,-2 0-3-15,-4-3-6 16,3 2-25-16,-2-8-11 16</inkml:trace>
  <inkml:trace contextRef="#ctx0" brushRef="#br0" timeOffset="23315.85">11230 3493 9 0,'0'0'57'0,"0"0"-52"0,39-29 8 0,-21 19-6 16,2-2-2-16,1-2 0 15,3 4-2-15,-2-3 2 16,1 0 2-16,1 2 2 16,-4 0-1-16,0 1-4 15,-1 0-3-15,-2 3 0 0,-5 0 0 16,-3 1 0-16,-1 3-1 16,-2 0 0-16,-4 2 1 15,0 1-1-15,0 0 0 16,0 0 0-16,-2 0 0 15,0 7 2-15,0 1 0 16,2 4 1-16,-2 4-2 0,0-2 0 16,0 1-1-16,2 1 0 15,0-6 1-15,1 3 0 16,1-5-2-16,0-1 2 16,2-1 0-16,0-2-1 15,0-2 1-15,1-2 1 0,0 0 0 16,2 0 2-16,-4-4 4 15,3-5-2-15,-3-1 2 16,2-3 0-16,-3 1 2 16,-1-5-4-16,-2 2-4 15,-1-2 1-15,0 1-3 0,0 2 2 16,-4-3-3-16,-6 3-5 16,2 4-11-16,-3 1 2 15,-1 1 6-15,-1 4 1 16,-1 3 9-16,-1 1-1 15,2 0-1-15,0 1 1 0,3 5 1 16,4 1-1-16,1 0 0 16,3-3-1-16,2 0-1 15,0 1-3-15,9-3 4 16,0-2 1-16,0 0 1 16,3-1 1-16,0-6 4 0,-1-3 0 15,1-1 2-15,-1-1-3 16,-3-1 1-16,4-1-2 15,-3 1-2-15,-1 0 1 16,3 1-3-16,-1 3 1 16,-1 2-1-16,0 0-1 0,0 3 2 15,-3 1-2-15,1 3 2 16,-2 0-2-16,2 0-1 16,-1 4 2-16,-3 5 0 15,-1 2 2-15,2 3-1 16,-4 3 1-16,0 2 2 15,0-1-1-15,0-1 1 0,0-1-3 16,0 1 0-16,0-3 0 16,2-2 0-16,1-2-1 15,4-2 0-15,1-1 0 16,3-3 0-16,1-1 0 16,1-3 0-16,3 0 0 0,0 0-1 15,1-7-2-15,1-3-24 16,0-1-25-16,-5-4-7 15</inkml:trace>
  <inkml:trace contextRef="#ctx0" brushRef="#br0" timeOffset="24075.87">11865 3219 79 0,'0'0'8'0,"0"0"33"0,0 0-20 0,0 0-2 0,0 0-13 16,0 0-7-16,0 0 2 15,0 0-1-15,0 0 1 16,0 0-1-16,0 0 0 16,0 0 1-16,24 40-1 15,-20-28 0-15,3-3 1 16,-3 0-1-16,-1-2 0 0,1-1 1 16,-2-2-1-16,0-3 0 15,-2 2 0-15,0-2 0 16,0-1 1-16,0 0 2 15,0 0 23-15,0 0-19 16,0-5-6-16,-4-2-1 0,0 0 0 16,1-1 0-16,1-1 0 15,2 1 0-15,0 0 0 16,0 1 0-16,0 0-1 16,7 1 0-16,2-1 0 15,1 1 1-15,2 1-1 0,-1 1 1 16,0-1 1-16,-1 2-2 15,2 3 0-15,0-1 1 16,-3 1 0-16,0 0 0 16,2 1 0-16,-2 7 0 0,-3 0 0 15,0 5 0 1,-1-2-1-16,0 0 1 0,-3 2 0 16,-1-4 0-16,-1-1 0 15,0-2 1-15,0 1-1 16,0-4 1-16,-5 0 0 15,-3-1 1-15,2-1-1 0,-2-1-1 16,3 0 1-16,-2 0 1 16,1-5 0-16,3-2-1 15,1 0-2-15,2-4 3 16,0-1-3-16,0-2 0 16,2 3 1-16,4-2-3 0,4 3 3 15,-1 0 0-15,-2 2-1 16,1 0 1-16,2 4-1 15,-1 0 1-15,-1 1-1 16,2 2 1-16,-1 1 0 16,1 0 0-16,0 0 1 0,-1 0-1 15,1 4 0-15,2 3 1 16,-4-1 0-16,1 2 0 16,0 1-1-16,-1-2 2 15,0 2-2-15,-2 0 0 16,1-1 0-16,-1 0-19 0,0-1-43 15,0-3 9-15</inkml:trace>
  <inkml:trace contextRef="#ctx0" brushRef="#br0" timeOffset="24474.6">12316 3202 101 0,'0'0'10'0,"0"0"16"0,0 0-2 0,0 0-19 16,0 0-4-16,0 0 0 15,0 0 1-15,0 0-2 16,0 0 0-16,39-38 1 0,-36 36-1 16,4-3 1-16,-3-2 5 15,-2-2 6-15,1-1 1 16,-1-1-3-16,-2-2-2 16,0 2-3-16,0-1-2 15,0 4-1-15,-4 1-2 16,-1 4-2-16,-4 1-8 0,-2 2 1 15,2 3 1-15,-7 7 1 16,1 6 5-16,1 0 2 16,3 2 2-16,0 1-1 15,2-1 1-15,6-1-1 16,1-3 0-16,2-2 0 0,0 0-1 16,2-3-1-16,4-2 0 15,5 1 1-15,2-5 1 16,2 2-1-16,3-4 1 15,3-1 0-15,1 0-1 16,-3 0-16-16,0-1-37 0,0-7-28 16</inkml:trace>
  <inkml:trace contextRef="#ctx0" brushRef="#br0" timeOffset="24914.96">12480 3103 126 0,'0'0'-5'0,"0"0"14"0,0 0-4 0,0 0-3 16,23-40 0-16,-14 34 4 15,1 2-1-15,0 2 2 0,1 2 1 16,-1 0-3-16,0 0-3 16,3 6 1-16,-3 6-2 15,-3 2 1-15,3 2-1 16,-3 1-1-16,0 0 1 15,-2-2 1-15,-1-1-2 16,0-2 0-16,-2-5 0 0,-2 0 0 16,0-3 3-16,0-1-1 15,0-3 11-15,-4 1 11 16,-4-1-14-16,1 0-2 16,-5 0 2-16,3-1-3 0,1-6 3 15,0-3 0-15,0 0-3 16,4-5-4-16,3 0-1 15,1-5 0-15,0 1-1 16,0 0 0-16,0-1-1 16,3 3 0-16,5 4 0 0,-2 2-1 15,2 2 0-15,0 5 1 16,1 3-4-16,3 1-21 16,-3 0-24-16,0 0-1 15,2 4-14-15</inkml:trace>
  <inkml:trace contextRef="#ctx0" brushRef="#br0" timeOffset="26445">10339 4350 77 0,'0'0'1'0,"0"0"9"0,0 0-10 0,0 0 0 0,0 0 1 0,38-7 5 15,-15 0 0-15,6-3-3 16,7-2 0-16,2-3-1 15,9-2-1-15,2-4 0 16,11-1-1-16,2-1 1 16,6-2-1-16,8-2 0 15,7 0 1-15,1-4-1 0,6-1 0 16,8 0 7-16,7-3 2 16,2-1 6-16,3 0 1 15,4-1-6-15,-5-3-5 16,-3 2-1-16,-3 0-1 15,-3 2 3-15,-6 2 1 16,-3 3-1-16,-5 1 2 0,-1 3-2 16,-5-1-2-16,-4 3-1 15,-3 0-1-15,-8 2-1 16,-4 0 0-16,-2 1-1 16,-6 3 0-16,-2-1 0 0,-8 5 1 15,-4-1-1-15,-8 2 0 16,-5 1 1-16,-4 3 0 15,-9 0 1-15,-6-1 3 16,0 0 8-16,-3-1-1 16,-4 1-3-16,0-5-4 15,0 1-3-15,0-3 0 0,-7-3-1 16,0 0-1-16,-1-6 0 16,-1-3 1-16,-3-7-1 15,-1 0 1-15,-5-4-1 16,0 1 1-16,-2-1 0 15,-4 4 0-15,0 0 0 0,-4 2 1 16,-1 2-1-16,-4 2-1 16,-1 1 0-16,-2 4 0 15,-2 4 1-15,-1 5 4 16,-2 1-6-16,-4 8 2 16,1 3 1-16,-6 3-4 0,-1 2 1 15,-2 0-1-15,-5 10 2 16,-3 5 0-16,-4-1-1 15,-4 2 3-15,-1 5-3 16,-3-1 2-16,-4 0-1 16,0 1 1-16,-2-3 0 0,-1 3-2 15,-3-2 2-15,-4 1-2 16,4 0 2-16,1 0-1 16,-1 0 0-16,-2-1 0 15,3 0 2-15,0 1-2 16,0 1 0-16,-2 1-2 0,-2 2 2 15,1-1 2-15,2 2-2 16,3-2-2-16,-3 0 4 16,5-2-4-16,4 0 2 15,3-2 0-15,2-1 0 16,1 2-1-16,5-4 2 0,4 2-1 16,5 1 0-16,1-1 0 15,7 2 0-15,4 0 0 16,5-2 0-16,5 3 0 15,5-3 0-15,3-1-1 16,6 3 1-16,0-2 1 0,0 5-2 16,5-3 1-16,4 4-1 15,-1-3-2-15,0 2-1 16,5 1 2-16,3 0 2 16,-2-1-1-16,2 4 1 15,1 0 0-15,-1 4 0 0,2 2 0 16,0-2 0-16,0 3 0 15,4 0 0-15,7 2-1 16,2-1 0-16,1-1 0 16,5 3 1-16,2-3-1 15,2 4 1-15,1-2-1 0,3 1 1 16,5-1 0-16,4-2 0 16,6-5-1-16,12-3 0 15,8-3 1-15,11-7-1 16,10-5 1-16,9-8-35 15,4-3-92-15</inkml:trace>
  <inkml:trace contextRef="#ctx0" brushRef="#br0" timeOffset="27072.5">11296 4459 78 0,'-2'5'5'0,"0"0"3"0,-1 5 4 16,2-3-4-16,0 5 1 15,0-1-3-15,1-1-2 0,0 0 1 16,0-3-2-16,0 0 5 16,6-3-1-16,-2-1 1 15,1 0 3-15,5-3 2 16,0 0 8-16,5-7 15 16,6-12-9-16,12-9-10 0,11-10-8 15,16-16-2-15,19-13-4 16,15-13-2-16,4-11-2 15,-4-12-141-15</inkml:trace>
  <inkml:trace contextRef="#ctx0" brushRef="#br0" timeOffset="74416.23">8250 3458 121 0,'2'-4'2'0,"-2"-2"0"0,4 3-1 0,-4-1 0 0,2 1 0 16,-1 3-1-16,3-1 0 15,-4 1 1-15,3 0-1 16,-1 0 0-16,0 0 1 15,-2 1 2-15,2 6-2 16,-2 0-1-16,1 3 2 0,1-1 9 16,0 2-5-16,0 2 3 15,0 1-1-15,0 0-2 16,1 0 1-16,1-1-3 16,3 0-1-16,-4-2-1 15,5-1-1-15,-3-3 2 16,1 2-1-16,1-4 0 0,2 0 1 15,0-4-2-15,1-1 3 16,2 0 6-16,1 0 9 16,3-11-3-16,4-3-3 15,3-6-4-15,4-4-3 16,6-6 1-16,0-6 0 0,3-2 1 16,5-2 0-16,-3-4 1 15,6 1 1-15,-1-1-3 16,1 0 4-16,-1 1-2 15,0 0-1-15,-2 0 1 16,0 4-1-16,-5 2 0 16,-3 4-4-16,-3 3-2 0,-4 6-1 15,-2 5 0-15,-5 5 0 16,1 4 1-16,-7 5-5 16,-7 3-42-16,-5-2-34 15,-1 0-184-15</inkml:trace>
  <inkml:trace contextRef="#ctx0" brushRef="#br0" timeOffset="76171.83">22384 3640 41 0,'0'0'9'0,"0"0"7"0,0 0-11 0,0 0-3 0,0 0 2 15,0 0 3-15,0 0-4 16,0 0-2-16,0 0-1 16,0 0-3-16,0 0 4 15,0 0 0-15,-4 0-1 16,4 0 0-16,0 0-1 0,-1 0 2 16,1 0 0-16,-1 0-1 15,1 0 1-15,0 0 0 16,0 1 4-16,0 2 6 15,0-2 2-15,0 2 0 16,0-1 1-16,0 2-5 0,0-1-2 16,0 2-4-16,0 0-2 15,0-1 0-15,0 3 0 16,0-1-1-16,0-2 2 16,2 3-2-16,-1-3 0 15,2 2 0-15,-2-3 0 0,1 1-3 16,0-3 1-16,0 2 0 15,2-3 4-15,0 2 6 16,0-2 4-16,0 0 3 16,3 0 1-16,-1 0-3 15,3-2 2-15,2-5 0 0,0-1 0 16,3-5-5-16,3-1 1 16,3-5-1-16,4-2-3 15,7-3-2-15,6-6-3 16,5-5-1-16,8-2 0 15,1-4-1-15,3-2 1 0,1 3 0 16,-1 0 1-16,-4 3-2 16,-3 6 1-16,-6 1-1 15,-4 5 4-15,-6 3-4 16,-4 3 0-16,-2 2 0 16,-6 4-7-16,-1 1-6 15,-2 1-25-15,-8-3-55 0</inkml:trace>
  <inkml:trace contextRef="#ctx0" brushRef="#br0" timeOffset="81242.23">11017 5953 99 0,'-5'219'-57'0</inkml:trace>
  <inkml:trace contextRef="#ctx0" brushRef="#br0" timeOffset="82801.08">11107 4637 162 0,'0'0'3'15,"0"0"-1"-15,0 0 6 16,0 0-6-16,0 0 0 16,0 0-1-16,0 0 1 0,0 0-2 15,0 0 0-15,0 0 1 16,0 0-2-16,0 0-5 15,-11-32-4-15,10 32 2 16,-1 0 1-16,-1 0 4 16,1 0 1-16,0 0 1 0,-1 0 0 15,0 2-1-15,1 1 4 16,1 1-4-16,-1 2 4 16,0-1-1-16,0 1 1 15,2 1-1-15,-4 2 1 16,4-1 1-16,0 1-1 0,-1 2 2 15,1-1-3-15,0 4 1 16,-1 0-2-16,1 3 1 16,-1 2 1-16,1 2-2 15,-1 6 0-15,1 2 0 16,0 3 0-16,0 5 0 16,0 3 0-16,0 2 0 0,1 1 0 15,6 1 0-15,-3 2 0 16,1 2 0-16,3 3 0 15,-2 3 1-15,2 4 0 16,-2 2-1-16,1 4 0 0,-1 4 1 16,1 5-1-16,-2 3 4 15,-2 3-3-15,1 4 3 16,-4 4-1-16,0 1 0 16,0-2-2-16,0 0 1 15,0 0-1-15,0 2 0 16,0 0 3-16,0 1 8 0,-4 4 3 15,2 2-3-15,1 5-5 16,1 1-2-16,-2 5 1 16,2-1-2-16,0-2 0 15,-3-4-3-15,1-5-3 0,-4-5 4 16,3-5-2-16,-4 1 3 16,1-3 7-16,-2 2 3 15,2-2-3-15,2 0-3 16,-1 0-3-16,2-5 0 15,2 0-1-15,1-5-2 0,0-4 1 16,0-4 0-16,0-2 0 16,0-3 0-16,2-1 3 15,5 0 0-15,-2-1 0 16,1-2-2-16,3-1-1 16,-2-4-1-16,-3-6 1 0,1-3-2 15,1-5 0-15,-1-4 1 16,-2 0 1-16,3-3-1 15,-4-2 1-15,1-1-1 16,-1-2-1-16,2-1 1 16,-4-1-1-16,2-3 0 15,-2-1 1-15,2-1 0 0,-2-1-2 16,0-3 0-16,0-2-3 16,0-1-4-16,-2-4-11 15,-4-3-16-15,-1-3-60 16</inkml:trace>
  <inkml:trace contextRef="#ctx0" brushRef="#br0" timeOffset="85932.22">22912 4502 75 0,'-1'11'-11'0,"1"-1"17"0,0 3 0 0,0 4 3 16,5 1-3-16,0 2 2 15,3 3-6-15,0 2 0 16,0 0-1-16,0 3 1 0,3 2-1 16,-1 1 0-16,-3 2 0 15,3 2 0-15,-2 5 1 16,-2 3 1-16,0 1 2 16,2 1 0-16,-3 4 3 15,1 0-1-15,1 4 1 0,1 1-1 16,2 1-1-16,-1 6-2 15,3-1 1-15,1-2 0 16,-1 6-1-16,2-2 0 16,-1 2 1-16,1 0-1 15,-3 0 6-15,0 1-2 0,-1-2-3 16,-1 1 1-16,-1-2-1 16,-2 2-2-16,1 1 0 15,0 1 0-15,-2 1-1 16,1-2-1-16,1 1 0 15,2-3-1-15,0-1 0 16,0-3 1-16,1-1-1 0,-2-2 2 16,1-2 4-16,-1 1 1 15,-1-2 7-15,2-1-2 16,-4-1 2-16,3 2-6 16,2-3-4-16,-1 2-1 15,1 1-1-15,2-1 1 0,1 2-2 16,-2-3 0-16,1-1 0 15,-1 1 1-15,1-3 0 16,-2 2 2-16,-4 0 1 16,1-2 0-16,-3 0 0 0,0 1 1 15,0-1-1-15,0 0-2 16,-1 2-1-16,-1 0 2 16,4-2-2-16,-4-2 0 15,1-1-1-15,2-4 1 16,-1-1-1-16,-1-1 1 15,0-3 3-15,0 2 0 0,3 1 3 16,-5-2 6-16,1-2-6 16,1-1-6-16,0-1 0 15,3 1 1-15,-1-1 0 16,2-1 3-16,0 1-1 0,0-2-2 16,1 0 5-16,-1-1-2 15,-1-1 2-15,2-2 4 16,-1-3 1-16,1-1-2 15,1-2-3-15,-3-3 3 16,4 0-6-16,-4-3-2 16,3-1-2-16,-1-1 1 0,1-2 1 15,-1 1 2 1,-3-2-3-16,-1-2-1 0,0 2-1 16,-4 0-1-16,0-1-16 15,-11 2-21-15,-11-4-44 16,-8-5-98-16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2:33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15892 6723 84 0,'0'0'12'0,"0"-1"9"0,0-3 1 0,0 1 4 16,-1 0-3-16,1 0-10 15,-2 0-6-15,2 0-1 16,-2 0-1-16,2 2-2 0,0-2-1 16,-2 2-2-16,2-1 0 15,0 2 1-15,0 0-1 16,0-2-1-16,0 0 1 16,0 1 2-16,4-1-1 15,-1 1 1-15,3-1-4 16,1 1 6-16,0 0-6 0,1-1 4 15,3 2-2-15,-3 0 0 16,3 0 1-16,2 0-1 16,-1 0 0-16,1 4 0 15,0 2 0-15,0 1 0 16,-2 0 0-16,1 3 0 0,0-1 0 16,0 2 0-16,-1 0 2 15,0 2-2-15,1 0-2 16,-3 1 4-16,2 2-2 15,0-2 0-15,-2 4 0 16,-2-1 0-16,-1 1-2 0,0 1 2 16,-2-2 0-16,2 2 4 15,-4 2-3-15,-1 1-1 16,0 3 0-16,-1 2 0 16,0 3 0-16,0 4 0 15,-2 0 0-15,-5 4 0 16,1 2-1-16,-5 1 2 0,1 0-1 15,0 1 0-15,-2-1 0 16,1 3 1-16,1 0 0 16,-1 4 0-16,3 1 1 15,2 3 1-15,1 2 3 0,2 1-2 16,1 4-1-16,2 0 3 16,0 5-3-16,2-1-1 15,3-1-1-15,4-1 0 16,-2-1-2-16,2-3 1 15,2-3 0-15,-3-2 0 16,2 0 1-16,2-3-1 0,0-2 1 16,2 0-1-16,0-2 0 15,2-2-1-15,-1-2 1 16,0-3 1-16,-3-5-1 16,-1-2 0-16,-2-5 0 15,-3-5 0-15,-3-4 2 0,-2-1-2 16,-1-5 0-16,0-2 1 15,0-1-1-15,-5-1 2 16,-2 0 4-16,-1 1 0 16,-4 1-2-16,1 0-2 0,-3 8 0 15,-1 1-2-15,-2 5 0 16,-1 7 0-16,1 3 0 16,-2 2 0-16,4 1 0 15,-1 2 0-15,1-2 0 16,3 0 0-16,-3 0 1 15,4 0 0-15,-1-1 1 0,2 2 0 16,1 1 1-16,0-1 0 16,2 3 0-16,1-1 1 15,3 0 0-15,-2 2 2 16,2-1-1-16,3 3-2 16,0-1 0-16,0 2-2 15,2 3-1-15,6 0 1 0,-3 1-1 16,3-2 0-16,-3-1 1 15,2 1-1-15,-2-4 0 16,-2 1 0-16,2-2 2 16,-1 0 8-16,-2 3 5 15,1-1-1-15,1 3-3 0,1 0-3 16,0 4 1-16,1 0-6 16,1 1-1-16,3 1-1 15,0 3 2-15,0-1-3 16,3 1 2-16,0-1 1 0,0 1-3 15,1-1 1-15,-2-3 1 16,0 0-2-16,-1-3 3 16,-5-2-3-16,1-1 1 15,-4-2 1-15,-3 0 3 16,0-2 1-16,0-1-2 0,-7-2-1 16,-2-3 0-16,-2-2 1 15,-4 1 5-15,-1-5-1 16,-6-1-1-16,-1-1 9 15,-4 0-10-15,-8 1-2 16,-5-2-4-16,-6 2 1 16,-6-1-3-16,-10 2-32 0,-11-1-20 15,-10-3-29-15,-12-4-110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2:45.3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19322 7552 75 0,'-2'0'6'0,"0"0"9"0,1 0-5 0,1 0-4 16,-2 0-3-16,2-1 2 15,-3-2-3-15,2 2 1 16,0-1 1-16,-1 2 7 15,1-1 0-15,-1-2-5 0,1 3-4 16,1-1 1-16,-2 1-2 16,2-2 1-16,-2 2-2 15,2 0 0-15,0 0 1 16,0-2 0-16,0 2 3 0,0 0-1 16,0 0-1-1,0 0-1-15,0 0-2 0,0 0 2 16,0 0 0-16,0 0 3 15,0 0 1-15,0 0-4 16,2 0 0-16,0 0-5 16,0 0 5-16,2 2 0 0,1 0-1 15,-2 2 0-15,3-1 0 16,-1 2 1-16,1-1-2 16,1 1 2-16,0 1-1 15,2 1 0-15,-2 0 0 16,2 0 0-16,2-1 0 0,-4 1 0 15,2 0 0-15,-1-1-1 16,0 1 1-16,0 0 0 16,-2-2-1-16,1 1 2 15,-4 3 0-15,4-4-1 16,-3 3 0-16,0-2 0 16,-1 2 0-16,1-1 0 0,0 0 0 15,-2 0 0-15,-1-1 0 16,-1 1 0-16,2 1 0 15,-2-1 1-15,0 1-1 16,0 2-1-16,0-1 2 16,0 1-1-16,0 0 1 0,0 2-1 15,-2 0 0-15,-1 1-1 16,-2 0 5-16,0 1-5 16,0 0 4-16,-1-1 0 15,0 1-5-15,0 2 2 16,-1-2 2-16,-1 2 0 0,2-2-1 15,-4 4 3-15,3 2-1 16,-1-2-2-16,-1 0 1 16,1 0-1-16,0 1 0 15,1-1 0-15,-4 2 1 16,2-3 0-16,0 3 3 0,0 1-2 16,0 1-1-16,2-1-1 15,-1 2 1-15,2 2 1 16,-2-2-2-16,3 2 1 15,-1 0 0-15,2-1 0 16,1-1 0-16,0-1 2 0,1 1-1 16,2-2-1-16,0-1 2 15,0 0-3-15,0 1 0 16,0 1 2-16,2-1 0 16,3-1-3-16,0 1 2 15,1 2-1-15,-1-3 0 16,3 1 1-16,0 0-1 0,0-1 0 15,-2-1 1-15,2-1-1 16,0-3 0-16,0 1-1 16,-2-3 0-16,1 0-1 15,2-3 2-15,-4-3-1 16,-1 0 0-16,2-3 0 0,-3 1 1 16,1-1 0-16,0-1-1 15,1 1 0-15,-4 0 0 16,0-1 1-16,0 3-1 15,0-2 1-15,-1 2-1 16,0 1 1-16,0 0 0 0,0 1-1 16,-4 2 1-16,-5 3 1 15,2 1-2-15,-2 3 4 16,0 2-3-16,0 2 0 16,-1 3-1-16,0 2 1 15,1 4-2-15,1-1 2 0,1 3-2 16,-1-1 2-16,2 3-2 15,-2-1 1-15,3-1 0 16,-2 3 0-16,3 0 0 16,-3 1 0-16,4 1 0 15,1-1 0-15,1 1 0 0,1 0 0 16,0-1 0-16,0-4-1 16,0 1 2-16,0-2-2 15,2-1 1-15,1 2 0 16,0 0 0-16,3 1 1 15,-4 0-2-15,2 1 2 0,0-2-1 16,1 1 0-16,0-2 0 16,0 0 0-16,-3-1-1 15,2-2 2-15,-2 1-1 16,0-1 0-16,-2 1 0 16,0-1 1-16,0 2-2 0,0-2 1 15,0 2 0-15,-3-3 1 16,-2 0-2-16,-3-2 0 15,1-3 2-15,-1-1-1 16,-3 1 0-16,3-2 0 16,-4 0-1-16,-2 1 1 0,1 0-1 15,-2-1 0-15,0 1 2 16,-1 2-1-16,0-3 0 16,0 1 1-16,0 0-2 15,0-1 1-15,1 0 1 16,0-3-1-16,0 0 0 0,1-3 0 15,1-2 1-15,0-1-1 16,-1 2 1-16,1-2-1 16,-1 1 0-16,1-1 1 15,-1-1-2-15,2 1 2 16,1-2-1-16,-1 0-1 0,3 0 1 16,-2-1 0-16,-3 0 0 15,1 5-6-15,-3-2 9 16,-2 6-4-16,-3-6-23 15,0-6-96-15</inkml:trace>
  <inkml:trace contextRef="#ctx0" brushRef="#br0" timeOffset="62669.05">19173 7514 103 0,'-1'0'7'0,"0"0"-2"0,0-5 7 0,0 0 0 16,-2 1-7-16,2 0-1 15,-1-2 0-15,0 2 3 16,0-1-4-16,0 0 1 16,2-1 1-16,-1 3-1 15,1-1-1-15,0 0 3 0,0 1-3 16,2 0-2-16,6 0 0 15,5 0 1-15,0 2-1 16,1 0-2-16,1-1 2 16,0 2-1-16,1 0-1 15,1 0 2-15,2 2-1 16,-2 3-1-16,2 3 2 0,1 1-1 16,-2 1-2-16,-2 3 0 15,0 3 1-15,-3-1-1 16,0 4 0-16,-2 1 1 15,-1-1-2-15,1 3 2 0,-2-2 0 16,0 0 1-16,0 2 0 16,-3 1-1-16,-1 0-1 15,-3 2 1-15,-2 2 0 16,0 2 1-16,-4 1-1 16,-5 2 4-16,-3 2-1 15,-1 0 2-15,-3 3-1 0,-1 1-1 16,1 0 1-16,1 0-1 15,-1 0 0-15,2 1-1 16,1-1 2-16,4 2-3 16,2-1 2-16,2 0-1 0,2 1 1 15,3-3-1-15,0-2 1 16,4-4 0-16,6-1 0 16,4-1 0-16,4-5 0 15,0-3 0-15,0 0 0 16,2-5 0-16,1-1-2 0,0-5 3 15,-4-1-2-15,1-2 0 16,1-1 0-16,-8-2-2 16,-1 2 2-16,-4-1 0 15,-4 2-3-15,-2 2-6 16,-11 5 4-16,-7 3 4 16,-7 7 1-16,-4 2-2 0,-4 5 2 15,-1 3-1-15,-2 5 1 16,1 0-1-16,2 4 0 15,5 1 0-15,3 0 0 16,6 0 0-16,5-1 0 16,4-2 0-16,2 0 0 0,0 0 0 15,4 2 0-15,3 1 0 16,-1 3 0-16,2 1 0 16,0 2 0-16,0-1 1 15,0 1-1-15,-2 3 0 16,0-1 0-16,1 3 0 0,0 1 0 15,-1 2 1-15,2-1 1 16,0 3-1-16,0-3 0 16,2 1 2-16,2 0-2 15,-2-3 0-15,-2-1 0 16,0-4-1-16,0-6 1 0,-8 0-1 16,-4-6 5-16,-1-2 6 15,-5 4 0-15,-5-2 0 16,-6 1-1-16,-5 2-4 15,-8 1-3-15,-10 4 0 16,-8 3 0-16,-7 3 0 0,-12 7-4 16,-13-1-29-16,-10-2-52 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4:01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3400 6763 47 0,'0'-3'7'0,"0"3"5"0,-3 0-3 16,1-1-5-16,2 1 3 16,-2 0-3-16,-2 0 19 0,3 0-21 15,-1 0 0-15,0-2 1 16,2 2 0-16,-2 0 3 15,2 0 11-15,0 0-1 16,0 0-10-16,0 0-4 16,0 0 1-16,0 0-1 0,0 0-2 15,0 0-4-15,0 0 1 16,0 0 5-16,0 0-2 16,4 0 0-16,0 0 0 15,3 0 0-15,1 0 1 16,0 0-2-16,3 0 1 15,1 0 1-15,-1 2-2 0,2-1 1 16,3 2 0-16,-1 0-2 16,3-2 4-16,3 3-2 15,0-2 0-15,6 2 0 16,0-2 0-16,4 0 0 16,3 1 0-16,0 1 0 0,2-1 1 15,0 1-1-15,1-1 0 16,1 2 1-16,5 0-1 15,-1 1 0-15,5 0 0 16,0-1 1-16,-2 2-2 16,4-1 2-16,-2 0-1 0,0-1 0 15,-5-2 0-15,1 1 0 16,-3-1 0-16,-4-3 0 16,-3 0 0-16,-2 0 0 15,-4 0 0-15,-2-3 1 16,-5-1 0-16,0 3-1 0,-4 1 0 15,-1 0 0-15,-3 0 1 16,-4 0-2-16,-1 0 0 16,-3 5-13-16,-4 1-19 15,-2-3-18-15</inkml:trace>
  <inkml:trace contextRef="#ctx0" brushRef="#br0" timeOffset="513.14">3636 6895 33 0,'0'0'8'0,"0"0"7"0,38 0 2 15,-21 1-7-15,5 2-2 0,2 1-2 16,0 1-1-16,6 0-1 16,1 2 1-16,3-2 0 15,6 2 4-15,0-1 0 16,2-1-4-16,2-1 0 16,0 1-1-16,-1-1 0 15,-3-3 3-15,-3 1 0 0,-1-1 2 16,-2-1 1-16,1 0-2 15,-1 0-2-15,-2 0-2 16,-1 0-2-16,-2 0-1 16,-5 0 1-16,-3 0-1 15,-3 0-1-15,-8 0-9 0,-3 0-55 16</inkml:trace>
  <inkml:trace contextRef="#ctx0" brushRef="#br0" timeOffset="1302.65">4486 5777 44 0,'0'0'12'0,"0"0"4"0,0 0-4 16,0 0-4-16,0 0 0 15,0 0-1-15,0 0 8 16,0 0-14-16,0 0 1 0,0 0 7 15,0 0 1-15,-4-13-9 16,4 13-2-16,0 0-2 16,0 0 2-16,0 2 1 15,0 2 0-15,0 3 0 16,4 0 0-16,1 2 0 0,1-2 0 16,-2-1 0-16,1-1 0 15,0-1 0-15,0-2 0 16,3-2 1-16,0 0 3 15,4 0 2-15,2-13 8 16,6-3 0-16,5-9-2 16,4-6-2-16,7-6-1 0,8-6-3 15,5-1-1-15,2-3-1 16,5-1-3-16,4 0-1 16,3 0 1-16,4 1-3 15,-4-2-31-15,2 1-59 0</inkml:trace>
  <inkml:trace contextRef="#ctx0" brushRef="#br0" timeOffset="4148.46">3572 6835 42 0,'0'0'4'0,"0"0"6"0,0 0 3 0,0 0-3 16,0 0 0-16,0 0-7 15,0 0-5-15,0 0 3 16,0 0-1-16,0 0 3 16,0 0-1-16,24-4-2 0,-12 11 0 15,1-3 1 1,2 5-1-16,4-2 0 0,3 0-1 15,2 0-1-15,5 0-3 16,2-2 8-16,7-4 4 16,5-1 3-16,4 0 4 15,3 0-4-15,5 0-3 16,1-6 2-16,3 2-4 0,-4 1 0 16,3-1-1-16,-4 1 0 15,0 0-1-15,-1 0 0 16,-6-2-1-16,-3 2 1 15,-3-3-2-15,-7 2 2 0,-5 1-3 16,-4-3 1-16,-6 2-1 16,-5 3 1-16,-5-1 0 15,-3 1-1-15,-6 1-6 16,-2 0-38-16,-11 0-19 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4:19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7356 7667 52 0,'0'0'7'0,"0"0"0"0,0 0-1 16,0 0-4-16,0 0 0 16,0 0-1-16,0 0 0 15,-2 0 3-15,2 0-1 0,0 0 0 16,0 0-4-16,0 3 1 16,0 3 1-16,0 0-1 15,4 1 1-15,0 1-1 16,-1-3 0-16,3-1 0 15,-1-3 1-15,0-1 3 16,3 0 3-16,-1 0 5 0,6-6 3 16,3-9 3-16,4-5-6 15,7-10-2-15,9-7-3 16,8-8-5-16,10-6-1 16,6-6-1-16,-2-3-23 0,1-1-115 15</inkml:trace>
  <inkml:trace contextRef="#ctx0" brushRef="#br0" timeOffset="5160.35">7275 8667 58 0,'-2'-1'8'0,"2"0"-1"0,0 1-4 0,0 0-2 15,0 0-3-15,0 0 2 0,0 2 1 16,0 1-1-16,2-1 2 16,2 1 1-16,2-2 4 15,2-1 4-15,1 0 1 16,5-6-1-16,5-8 4 0,6-7 2 16,6-8 0-16,9-8-4 15,8-7-8-15,8-5-3 16,7-3-2-16,3-2-3 15,-1-1-40-15</inkml:trace>
  <inkml:trace contextRef="#ctx0" brushRef="#br0" timeOffset="6200.39">7454 9449 42 0,'0'0'32'0,"0"0"-24"0,0 0 7 0,0 0-8 0,0 0-3 15,0 0-3-15,0 0 0 16,0 0 0-16,0 0-1 16,0 0 0-16,0 0 1 0,0 0-1 15,0 0 1-15,-22 39-1 16,23-33 0-16,7 1 1 16,3-1 0-16,-1-6 1 15,5 0 2-15,2-6 2 16,4-12 6-16,5-8 3 0,3-9 4 15,9-8-7-15,5-5-7 16,6-5-4-16,1 1-1 16,0 0-4-16,-4 0-54 15</inkml:trace>
  <inkml:trace contextRef="#ctx0" brushRef="#br0" timeOffset="7003.27">7470 10541 73 0,'0'0'16'0,"0"0"3"0,0 0-5 0,0 0 1 15,0 0-1-15,0 0-2 16,0 0-3-16,0 0-2 16,0 0 6-16,0 0 4 0,18-40-9 15,0 20-4-15,4-4-3 16,4-5-1-16,9-6 2 16,4-3-15-16,6-6-58 15,0-6-48-15</inkml:trace>
  <inkml:trace contextRef="#ctx0" brushRef="#br0" timeOffset="9436.45">7559 6307 53 0,'0'0'3'0,"0"0"1"0,-36-23 2 0,23 15-3 16,0-1-1-16,-3-1 1 15,1 2 1-15,-3-2 3 16,1 0-1-16,0 1 2 15,-5 1-5-15,1 1-2 0,0 2 0 16,-3 4-1-16,0 1 2 16,-3 0-2-16,-2 0 2 15,0 1 0-15,-2 5 3 16,3 4 2-16,-2-3-1 16,1 4 1-16,0 1 0 0,0 2-7 15,2 3 4-15,0 2-5 16,2 3 2-16,0 2 0 15,6 2 0-15,-3 3 0 16,3 2-1-16,4 1 0 16,-1 1 1-16,3 1-1 0,2 0 0 15,2 0 1-15,6 0 0 16,1 1 1-16,2 1-2 16,0 2 0-16,0 0 1 15,7-1-1-15,4-1-1 16,-2 0 1-16,4-5 0 0,5-1 0 15,0-2-1-15,6-1 3 16,5 0 0-16,2-3 0 16,7 2-1-16,3-2 0 15,2 2 0-15,4-1-1 16,2 1 1-16,4 1-1 0,3 0 2 16,1-3-2-16,5 0 0 15,-2-1 0-15,1-3 1 16,4-4-2-16,1-4 2 15,-1-2-1-15,4-7 0 16,-1-3 0-16,1 0 0 16,0-11 1-16,-4-7 5 0,1-4-1 15,0-7 7-15,1-5-6 16,-4-4-1-16,-3-1 0 16,-5-6 0-16,-3 4-1 15,-5-1-2-15,-9 0 0 16,-5 1 4-16,-7 0 3 0,-2 0-2 15,-9-2 1-15,-4-2-4 16,-3-1-3-16,-6 5 0 16,-2-1 0-16,-2 3-3 15,-10 2 2-15,-8 1 1 0,-6 1 1 16,-2 1 0-16,-7 0 0 16,-1 1 1-16,-4 2-2 15,2-2 1-15,2 5-1 16,-2-1 0-16,-1 4-1 15,2 1 0-15,-1 1 0 16,0 5-1-16,-5 1 1 0,-1 2 0 16,-3 3-1-16,0 0 1 15,0 2 0-15,0 2 0 16,2-1 0-16,-1 2 1 16,2 1-1-16,0 1 0 15,0 3 0-15,1 0 0 0,-3 2 0 16,3 0-1-16,2 0 1 15,-1 7-3-15,-1 1 3 16,1 2-5-16,-3-1 4 16,3 1 1-16,0-1-1 15,-1 1 1-15,5-1 1 0,-2 2-3 16,4-2 3-16,-2 1-1 16,4 1 0-16,-3 2 0 15,5 1 0-15,1 2 0 16,0 1 0-16,4 3-1 15,2 2 1-15,0 3 0 16,3 3-1-16,2 3 1 0,0 6 0 16,4 4 0-16,0 0 0 15,3 2-1-15,2 2 2 16,2 1-1-16,0 1 0 16,3-3 1-16,2 1-1 0,3-3-1 15,1-4 1-15,2 0 1 16,7-4-2-16,4 0 1 15,3-4 0-15,3 2 0 16,0 0 0-16,4 1 0 16,2-1 0-16,4-2 0 15,2-2 0-15,4-1 0 0,5-2 0 16,0-4 0-16,3-1 0 16,2-3 0-16,4-3-1 15,-4-1 1-15,6-3-2 16,-1 1-2-16,-1-4-2 15,4 1 1-15,-3-4 4 0,-1 2 0 16,2-5 0-16,3 0 1 16,-1-1-2-16,3 0 1 15,0 0-1-15,0-4-1 16,0-5-1-16,1-2 3 16,-1-3-4-16,0-4 2 0,0-5 2 15,-1-3 0-15,-3-2 0 16,-2-3 0-16,-4-2 2 15,-1 0-1-15,-5 1 0 16,-2 2 1-16,-6-2-1 16,-5 1 3-16,-3 4 4 0,-5-1-1 15,-5 1-1-15,-3-3 4 16,-3 2-3-16,-6-4-3 16,-2 1 0-16,0-3-2 15,0 1 0-15,-10 0 0 16,-4-2 0-16,-2 1-1 15,-4-1 2-15,-3-4-2 0,-2 2 3 16,-1-4-1-16,-3 1 0 16,0-1-1-16,-2 2-1 15,-2 0 0-15,3 4 1 16,-3 2-1-16,-4 2-1 0,-2 5 1 16,-2 2 3-16,-2 7-3 15,-3 0-1-15,-4 7 0 16,-1 3 1-16,-2 4-1 15,-4 3-2-15,-3 1-11 16,-2 15-8-16,-3 2-27 0,-4 1-15 16</inkml:trace>
  <inkml:trace contextRef="#ctx0" brushRef="#br0" timeOffset="10305.89">7327 7190 21 0,'-11'2'4'0,"1"-1"18"0,4-1 3 15,-1 0-5-15,3 0 0 16,2 0-6-16,-1 0-2 16,3 0-9-16,0 0-3 0,0-3-2 15,0 2 2-15,3-2 1 16,1 1-2-16,1 0 1 16,3-3 1-16,2 0 1 15,0-1 9-15,3-1-1 16,6 1 0-16,3-4-5 0,2 1 1 15,5-3-3-15,0-1 1 16,5-1 1-16,2 0-1 16,2-4 0-16,2 2 1 15,3-1-2-15,2-2-1 16,-1 2-1-16,1 0 0 16,-3 3 0-16,1-2-1 0,-7 4 0 15,-3-1 0-15,-4 4 0 16,-4 2-3-16,-5 3-13 15,-6 1-4-15,-4 3-13 16,-9 0-6-16,-1 0-25 0</inkml:trace>
  <inkml:trace contextRef="#ctx0" brushRef="#br0" timeOffset="10541.07">7421 7291 139 0,'0'0'-1'0,"0"0"-5"0,0 0 3 0,47 0 1 0,-11-13 12 16,14-8-2-16,10-6-7 15,9-10-12-15,4-10-98 16</inkml:trace>
  <inkml:trace contextRef="#ctx0" brushRef="#br0" timeOffset="13190.77">15449 7368 88 0,'0'0'3'0,"0"0"5"0,0 0-5 15,0 0-2-15,0 0 0 16,0 0 1-16,0 0-1 0,0 0 2 16,0 0 6-16,0 0-2 15,0 0-3-15,0 0-4 16,0 0 2-16,0 0-2 15,-25-23 0-15,23 23 1 16,2-3 0-16,0 2 7 0,0-2 5 16,0 0-2-16,2-3 0 15,3 2-9-15,3-1 9 16,-1 0-9-16,1-2 1 16,0 5-2-16,-1-2-1 15,2 2 2-15,-3 0-2 16,3 2 0-16,-1 0 0 0,2 0 0 15,1 0 0-15,-2 2 0 16,2 2-2-16,-2 5 1 16,0-1-2-16,-1 2 2 15,0 0 2-15,-4 1-2 16,0 1 1-16,1-1 1 0,-3 2 0 16,-2-1-1-16,0 1 2 15,0 1-2-15,0-1 1 16,-2 3 1-16,0-2-2 15,-3 2 0-15,1-1 0 0,0 2 0 16,-1-1 0-16,0 1 0 16,-2-1 0-16,1-1 1 15,0 2-1-15,-3 0 1 16,-2 2 1-16,4 0-1 16,-1 1 1-16,0 2-1 0,1-1-1 15,1 2 2-15,1 3-2 16,3 0 1-16,0 0-1 15,2 1 1-15,0-1-2 16,2 2 2-16,5-2-1 16,2-1 1-16,3-3-1 15,0-1 0-15,2-5 1 0,-1-1 0 16,-2-5-1-16,3-2 3 16,-1-3 4-16,1-1-3 15,-1-3-3-15,3 1 2 16,-5 1-2-16,0-2-1 15,0 2 2-15,-4 0-4 0,-2-2-3 16,-3 3-5-16,-2-2-1 16,0 2 6-16,0 2 3 15,-5-1 3-15,-5 3 0 16,-1 0 0-16,0 4-1 16,1 0 1-16,-2 2 1 15,0 2 2-15,2 4-1 0,3 4 0 16,-2 3-1-16,3 3-1 15,-3 5 0-15,0 4-1 16,2-1 0-16,-1 2 0 16,0 1 0-16,1-1 0 0,3 1 2 15,0-1-2-15,1 2 0 16,3-1 0-16,0 2 0 16,0-2 0-16,5-1 1 15,0 3-1-15,3-1 1 16,1 1-1-16,0 1 1 0,0 4-1 15,1 1 0-15,0-1 0 16,1 4 1-16,-1 1-2 16,-3 0 2-16,1 0-1 15,1 4 0-15,-1-3 0 16,0 0 1-16,-1 0 1 16,1-1 2-16,-2-2 1 0,2 0-1 15,-3 0-2-15,3 0-1 16,-3-1-1-16,4-2 1 15,-4 0-1-15,-1-5 2 16,2-1-2-16,-4 0 0 0,-2-1 1 16,0 2 0-16,0-1 1 15,0 2 0-15,-4-4 0 16,-2 1 0-16,1-4-1 16,-6 0 0-16,0-4 2 15,-4 0-1-15,-2-1 1 0,-8 1 1 16,-1-3 0-16,-3 0-3 15,0-1-1-15,-3-4-1 16,-2-3-10-16,1-3-24 16,0-9-43-16</inkml:trace>
  <inkml:trace contextRef="#ctx0" brushRef="#br0" timeOffset="14465.87">15324 7328 62 0,'0'-6'39'0,"0"1"-37"0,0-4 2 0,0 1-1 16,0-2-1-16,0 1-1 15,0-2 3-15,0-2 0 16,0 0 3-16,4 0 6 16,1 0-6-16,4 1-5 0,4-1-3 15,-2 4 1-15,5 1-1 16,-1 2-1-16,0 1 1 16,0 3 1-16,1 2-1 15,3 0 2-15,-3 3-2 16,-1 7 1-16,-1 4 0 15,-1 5-2-15,-2 3 0 0,-3 3 2 16,-2 4 0-16,-6 4 1 16,0 3 0-16,0 5 3 15,-11 3 0-15,-3 7 0 16,-1 3 1-16,-4 3-3 0,2 0 0 16,2 2 0-16,0-2-1 15,5-4 0-15,5-2-1 16,3-2 1-16,2-6 2 15,0-6-1-15,11-4 0 16,3-8-1-16,1-5 1 16,4-4-1-16,-2-6 2 0,3-6 2 15,0-4 11-15,-2 0-4 16,0 0-5-16,-2-7-3 16,0-2-2-16,-5 2-2 15,0-3 1-15,-6 3-1 16,-3 1 2-16,-2 1-2 0,0 2 1 15,-7 2-2-15,-7 1 1 16,-1 0 1-16,-7 5-1 16,1 11-1-16,-4 1 4 15,2 6-3-15,-2 5 1 16,4 5 1-16,-1 5 0 0,6 3 0 16,0 2 0-16,5 5 2 15,1 1-2-15,7 2 0 16,-1 0-1-16,4 2-1 15,0 2 1-15,0 1 0 16,4 1-1-16,3 2 1 0,2 2 0 16,3 2 0-16,1 1 0 15,2 3 0-15,2 0 2 16,2 0-3-16,-4 1 0 16,4 0 2-16,-3 0-2 15,3 0 0-15,-4 2 2 0,-1-2-2 16,-1 3 1-16,1-4-1 15,-3-2 0-15,2-1 0 16,-2-5 0-16,-1-2 1 16,-2 0-1-16,-2-3 0 15,-5 2 0-15,-1-4 0 16,0 1 0-16,-11-1 0 0,-4-2 1 16,-4-3-1-16,-5-3 1 15,-2-3-1-15,-6-1 6 16,-6-5 2-16,-1-3 9 15,-6-2-2-15,-7-4-7 0,-4 0-2 16,-3-5-5-16,-7-1 0 16,-3-4-2-16,-4-5-13 15,-6-6-28-15,-4-5-95 16</inkml:trace>
  <inkml:trace contextRef="#ctx0" brushRef="#br0" timeOffset="18484.66">18706 7856 12 0,'6'-2'1'0,"-2"0"1"0,-1 2-2 16,1 0 1-16,-4 0-1 15,0-1 4-15,0 1 39 16,0-2-32-16,0 2-6 15,0 0-2-15,0 0-2 16,0 0-2-16,-4 0-15 0,0 0-9 16,1 0-5-16,-3 0 19 15,-1 0 11-15,2 0 10 16,0 0 20-16,1 0-7 16,0 0-1-16,-1 0-7 15,2 0-2-15,1 0-6 0,2 0-4 16,0 0 0-16,0 0-3 15,0 0 1-15,0 0 0 16,0-1 1-16,0 0 1 16,0 0-1-16,0 0 7 15,0 1-1-15,0 0-6 0,0 0-1 16,0 0-2-16,0 0 0 16,0 0 1-16,0 0 0 15,0 0 0-15,0 0 0 16,0 0 0-16,0 0 0 15,0 0 0-15,0 0 0 0,0 0 0 16,1 0 0-16,4 0 6 16,1 0-2-16,-1-1-2 15,5-1-2-15,2 0 2 16,1 0-1-16,1-1 1 16,3-1-1-16,2 1 0 0,0-1 2 15,3 1 2-15,1 0 5 16,4 0-2-16,1 2-4 15,5 1-4-15,2 0 1 16,3 0-1-16,2 0 0 16,3 0 1-16,1 0-1 0,3 0 0 15,2 0 0-15,3 0 0 16,-2 0 1-16,1 0 0 16,2 0 2-16,-1-3-2 15,1 0 1-15,3-1 0 16,4 1 2-16,0-3 3 0,4 1-1 15,4-2 1-15,2 1-1 16,0 0-1-16,1-1-2 16,2 3-1-16,1 0-1 15,0 1 0-15,2 0-1 16,-4 0 1-16,2 3-1 0,1-2 0 16,-3 1 0-1,2 1 0-15,-3-1 0 0,-2-2 1 16,3 3-1-16,-3-4-1 15,1 2 2-15,-1 1-1 16,3 0 0-16,-1 0 1 16,-2 0-1-16,1 1 2 0,-3 0-2 15,-4 0 0-15,-2-1 1 16,0 1-1-16,-1 0 0 16,0-2 2-16,2-1-2 15,0 1 0-15,2-1 0 0,1-2 0 16,2 0 2-16,0-2 0 15,-2-2 0-15,1-1 2 16,3 1-2-16,-1-4-1 16,0-2 0-16,0-3 0 15,-2-2-1-15,1-3 0 16,-8-1 0-16,-3-2 1 0,-6-2-1 16,-7 2 0-16,-6-1 1 15,-5 0 0-15,-10-1 0 16,-4 1 2-16,-5 0 4 15,-6-3 2-15,-4-1-1 16,-3-2 0-16,0-2 1 0,0-2-4 16,-8 1-2-16,-5 0-2 15,-3 0 1-15,-3 3-1 16,-4-1-2-16,-2 4 1 16,-7-2-1-16,-2 2 2 15,-5 2-3-15,-8 0 1 0,-3 0 2 16,-8 3-3-16,-5 0 2 15,-2 3-1-15,-2-1 1 16,-8 3-2-16,1 0 3 16,-5 3-1-16,-3 0 0 15,-4 4 1-15,-4-1-1 0,-1 0-1 16,-4 5 2-16,-2-2-2 16,-2 1 1-16,-3 0 0 15,1 3 0-15,-6 0 0 16,0 0 1-16,1 0-2 15,-1 1 1-15,-2 2 0 0,2 2 1 16,-2-2-1-16,0 3 0 16,-2-1 0-16,1 2 0 15,-3 0 0-15,2 0 0 16,1 2 0-16,0 3 0 16,-1 1 0-16,2 2 0 0,1 1 0 15,-2 3 0-15,1 3-1 16,1-1 1-1,-1 2-1-15,1 5 0 0,3-1-2 16,4 4 2-16,0 0 1 16,4 4 0-16,5 1 0 0,2 4 0 15,0 4 0-15,4 0 0 16,3 5 0-16,7 2 0 16,1 3-1-16,4 7 2 15,7 5-2-15,6 2 2 16,11 3-2-16,4 1-8 15,12 3 12-15,14 0-2 0,14-1-1 16,4 1-2-16,25 0-5 16,14-2-6-16,14-1-3 15,15-3 4-15,18 1-7 16,12-8-9-16,15-5-27 16,11-10-34-16</inkml:trace>
  <inkml:trace contextRef="#ctx0" brushRef="#br0" timeOffset="19083">22096 8356 47 0,'-7'0'2'0,"3"2"-1"0,1-1 1 15,-1 1-1-15,0-2 0 16,0 2 1-16,3 1-2 0,-5 0-2 16,2 0 0-16,1 0-8 15,0 1-28-15</inkml:trace>
  <inkml:trace contextRef="#ctx0" brushRef="#br0" timeOffset="19681.32">21997 8387 48 0,'0'0'3'0,"0"0"10"15,0 0-6-15,0 0-3 0,0 0-1 16,0 0 2-16,0 0-1 16,0 0 4-16,-2-18 3 15,2 15 3-15,0 3-4 16,0-1-2-16,0 0-5 16,0 0 2-16,0 0-1 15,0 0 1-15,0 1 2 0,0-2-4 16,0 2-2-16,0 0-1 15,0 0 0-15,0 0-1 16,0 0 1-16,0 0 0 16,0 0 0-16,2 0 0 15,0 4 0-15,-1-1 0 0,3 1 1 16,-1 1-1-16,1-1 0 16,-1 3 0-16,1-1 0 15,-1 1 0-15,2-3 0 16,-4 2 0-16,4 0 1 15,-2-2-1-15,0-3 3 0,1 1 9 16,-1-2 1-16,1 0 0 16,3 0 3-16,1 0-1 15,2-2-2-15,4-9-8 16,5-2 0-16,2-4-2 0,4-6 0 16,5-1 0-16,6-4 2 15,2-2-3-15,2-4-1 16,5 0 0-16,-1 2-1 15,0 0-1-15,-1 4-24 16,-6 3-40-16,-8 5-17 16</inkml:trace>
  <inkml:trace contextRef="#ctx0" brushRef="#br0" timeOffset="20487.12">22037 8446 4 0,'0'4'21'0,"0"0"6"0,0-1-8 0,0 0-7 16,0 0-3-16,0-2 5 15,0-1 0-15,1 0 0 16,3 0 5-16,1 0 8 15,6-3-3-15,5-5-7 0,7-6-7 16,6-3-1-16,10-6 0 16,2-4-1-16,10-6-4 15,3-2-3-15,6-2-1 16,3-6-4-16,5-5-62 16,1-3-126-16</inkml:trace>
  <inkml:trace contextRef="#ctx0" brushRef="#br0" timeOffset="21789.84">22272 10358 37 0,'0'0'4'0,"0"0"-5"0,0 0-6 15,0 0 7-15,0 0 5 16,0 0 13-16,0 0-8 16,0 0-3-16,0 0 1 0,0 0 3 15,0 0-4-15,0 0 0 16,0 0-3-16,0 2 2 15,0-2 3-15,0 2 2 16,0-2 5-16,0 0 4 16,2 0-5-16,0 0 3 0,4 0 0 15,5-2 3-15,7-9 4 16,7-7-5-16,13-11-11 16,14-8-3-16,16-14-4 15,14-7 2-15,14-9-4 16,10-4 0-16,7-3-16 15,-1-3-31-15,-11 2-96 0</inkml:trace>
  <inkml:trace contextRef="#ctx0" brushRef="#br0" timeOffset="25456.7">10929 12178 8 0,'0'0'65'0,"0"0"-59"0,0 0 1 0,0-1-6 0,0 1 1 15,0 0 0-15,0 0 3 16,0 0-2-16,0 0 6 15,0 0 3-15,0 0-5 16,0 0-5-16,0 0-3 16,1 0 2-16,3 0-1 15,-2 0 0-15,0 3 1 0,0 2-1 16,1 0 2-16,2-1-2 16,-3 3 1-16,2-1-1 15,-2-1 0-15,1 0 0 16,-1 0 1-16,0 0 0 15,2-2 0-15,-2 1 1 0,1-1-1 16,2-1 0-16,-1 1 0 16,-1 1-1-16,3-2 1 15,-1-1-2-15,0 1 2 16,3-1 1-16,-3-1-1 16,1 0 7-16,1-1 4 0,3-6 1 15,0-1-5-15,3-3-1 16,1-2-2-16,1-1-3 15,1-1 2-15,2-2-3 16,4 0 0-16,-3-2-1 16,2-1 0-16,-2 0 2 0,5-2-2 15,-6 0 1-15,6-3-1 16,-1 1 1-16,0 0 0 16,0 1 1-16,0 1 0 15,-3 2-1-15,0 3 0 16,-2 0 0-16,-3 5 0 0,-1 2-1 15,-3 1 2-15,1 2-2 16,-4 3 0-16,1 1 0 16,-4 3-8-16,-1 0-34 15,-4 0-27-15</inkml:trace>
  <inkml:trace contextRef="#ctx0" brushRef="#br0" timeOffset="26273.29">10907 12093 49 0,'0'0'2'0,"0"0"-1"0,0 0-1 15,0 0 0-15,0 0 1 16,0 0-1-16,0 0 1 16,0 0 2-16,0 0 6 15,29 37 3-15,-25-31-1 0,-1-1-4 16,4 1-4-16,-3 1-1 16,3-1 0-16,-1-1-1 15,-2 1 1-15,4-2-1 16,-2 1 1-16,1-3 2 15,0 1 3-15,2-3 1 0,0 0-2 16,0 0 2-16,3 0 3 16,0 0 1-16,1-7-2 15,1-3 0-15,1-1-3 16,1-3 2-16,2-1 0 16,2-4-2-16,-2-1 1 0,2-3-2 15,-1 0 1-15,5-1-1 16,-5 1-1-16,4-1-3 15,-3 3 0-15,2 2-2 16,-1 1 1-16,-3 2 1 16,-2 4 0-16,2-1 2 0,-1 4-2 15,-3 1-1-15,-1 1-1 16,-2 4 1-16,-2 0-1 16,0 3-2-16,-5 0-15 15,-2 0-28-15,-2 6-7 16,0 4 12-16,-13 0-70 0</inkml:trace>
  <inkml:trace contextRef="#ctx0" brushRef="#br0" timeOffset="26835.64">10983 12109 39 0,'0'0'8'0,"0"0"-7"0,0 0 0 0,0 0 2 15,0 0 4-15,0 0-2 16,5 38 2-16,-3-28 0 15,2-1 1-15,1 0 1 0,1-1-1 16,2-1-2-16,2-3-1 16,1-1 2-16,1-3 0 15,5 0 2-15,0-3 8 16,5-9-1-16,2-4-2 16,0-3 0-16,3-5 3 15,1-2 2-15,0-3-2 0,0 0-6 16,0-1 1-16,0 3-4 15,-2 0 0-15,-1 4-5 16,1 5-2-16,-3 1 0 16,-2 6-2-16,-5-1-8 15,-7 4-54-15,-9-2-111 0</inkml:trace>
  <inkml:trace contextRef="#ctx0" brushRef="#br0" timeOffset="32752.25">23312 7440 19 0,'0'0'30'0,"0"0"3"0,-1 0-12 15,1 0-5-15,0 0-6 0,0 0-3 16,0 0-1-16,0 0 0 16,0 0-4-16,0 0 0 15,0 0-1-15,0 0 0 16,0 0-1-16,0 0 0 15,0 0 1-15,0 0-1 0,0 2 0 16,0 1 0-16,0 1 0 16,1-2 0-16,1 1 0 15,-1 1 0-15,2 0 0 16,-1-2 0-16,-2 1 0 16,1 0 2-16,1 1-4 15,1-1 4-15,-1 2-2 0,2-1 0 16,-2 0 0-16,-1 2 0 15,1-1 0-15,0-2 0 16,-1 2 0-16,0-1 0 16,1 0 0-16,-1-1 0 0,2 1 0 15,-1-3 0-15,0 2 0 16,1 0 0-16,0-1 0 16,-1-2 0-16,0 0-2 15,0 0 9-15,1 0 11 16,1 0 0-16,2-2-2 0,-1-2-4 15,4-3-6-15,-2 0 1 16,2 0-2-16,4-2-2 16,-1-2-1-16,1 2-2 15,2-2 1-15,1-2 0 16,1-1-1-16,2-1 1 16,-1-1 2-16,0-1 6 0,1 0 1 15,1-1-4-15,-1 2 2 16,-2 1-5-16,-1 1 0 15,-2 0 0-15,-4 3-3 16,0 2 0-16,-4 2 1 16,-2 0-1-16,-1 3 1 0,-3 2-1 15,0 2 0-15,0 0-8 16,0 2-27-16,-5 7 16 16,-5 2-8-16,-3 1-28 15,-1 1 1-15</inkml:trace>
  <inkml:trace contextRef="#ctx0" brushRef="#br0" timeOffset="33599.6">23299 7486 31 0,'0'0'28'0,"0"0"-6"0,0 0-7 0,0 0-2 15,0 0-2-15,0 0-5 16,0 0-3-16,0 0-2 15,0 0 3-15,0 0 1 0,0 0 3 16,0 0 0-16,0 0-1 16,2-12-4-16,-2 12-3 15,4 0-2-15,-2 0 0 16,-2 2 1-16,1 3 2 16,0 0-1-16,0 0 0 0,-1 1 0 15,2 1 0-15,-1 0 1 16,1-1-1-16,1-2 0 15,-1 2 1-15,1-2 1 16,1-1-2-16,1-1 0 16,-3 2 0-16,2-3 0 15,0 2 0-15,1-2 0 0,-2-1 1 16,1 0-2-16,3 0 2 16,-3 0 0-16,1 0 4 15,2-4 1-15,0-1 1 16,3-1-3-16,0-3 2 15,2 1-1-15,3-4-1 0,0-3 3 16,2 1 0-16,1-2 2 16,1-4-4-16,-1 1 2 15,1-2-1-15,0 0 2 16,1-2 0-16,-1 0-1 16,0 1-1-16,-1 0-2 0,-1 4-1 15,-4 0 0-15,1 3-2 16,-7 5 0-16,-2 3 1 15,-2 0-2-15,-1 6 1 16,-1 1-2-16,-1 0-12 16,0 7-28-16,-2 4 13 0,-5 2 1 15,-2 4-6-15,-8 0-1 16,2 0-17-16</inkml:trace>
  <inkml:trace contextRef="#ctx0" brushRef="#br0" timeOffset="34397.05">23305 7494 15 0,'0'0'32'0,"0"0"-6"0,0 0-2 16,0 0-4-16,0 0 1 15,0 0-7-15,0 0-5 0,0 0-4 16,0 0-4-16,0 0 2 16,0 0-2-16,0 0-1 15,-10-24-1-15,10 24 1 16,0 0 0-16,0 2 0 15,0 3-2-15,0 1 2 16,0 1 0-16,0 0 2 0,0 2-2 16,0-1 0-16,0-1 0 15,0 0 0-15,0-2 1 16,2 0-1-16,-1-2 1 16,0 1-1-16,1-2 0 15,2 2 1-15,-2-3-1 0,0-1 1 16,2 0 2-16,1 0 0 15,0 0 3-15,1 0 0 16,1 0 5-16,-1-1 0 16,1-6 0-16,2-1 0 15,1-1-4-15,1-1 3 16,2-3-4-16,2-3 0 0,4-1-2 16,0-1-1-16,3-2 2 15,2 0-2-15,1-2 0 16,-1-1-1-16,2 4-1 15,-3-2 1-15,0 4-1 0,-4-1-1 16,-1 4 0-16,-5 2 0 16,-5 4 1-16,0 3-1 15,-6 2 0-15,-1 3 0 16,-1 0-6-16,0 6-12 16,-5 4 6-16,-6 4-10 15,-3 1-12-15,-5 3-7 0,1-1 0 16,-3 0-27-16</inkml:trace>
  <inkml:trace contextRef="#ctx0" brushRef="#br0" timeOffset="35165.6">23262 7538 66 0,'0'0'16'0,"0"0"2"0,0 0 8 0,0 0-13 16,0 0-3-16,0 0 0 16,0 0-1-16,0 0 1 15,0 0-5-15,0 0-1 16,0 0-3-16,0 0-3 0,0-17-4 15,0 17 1-15,0 4 4 16,0 2 1-16,0 1 0 16,0 0 0-16,0 1 0 15,3 0 0-15,-3 2 0 16,2-3 0-16,-1 1 1 0,2 1-1 16,-1-2 0-16,3-1 0 15,-3-2 1-15,0-1-1 16,1 1 0-16,-1-2 0 15,2-1 0-15,-2-1 1 16,0 0 0-16,2 0 8 0,-1 0 2 16,2-1-4-16,0-5 1 15,3 0 1-15,-1-1-3 16,2-1-3-16,2-4 1 16,1 2-2-16,3-4 0 15,1-1-1-15,3-1 1 16,3-3-1-16,4-1 1 0,-2-1 1 15,3 0-1-15,-1-1 1 16,0-2 0-16,0 5 0 16,-3 0 0-16,-5 3-3 15,-1 3 2-15,-3 4-2 16,-3 0 0-16,-2 2 0 0,-6 5 0 16,-1 0 0-16,-1 2-5 15,-1 0-23-15,0 3-13 16,-6 5 18-16,-5 2-9 15,-3 3-2-15,-1 0-54 0</inkml:trace>
  <inkml:trace contextRef="#ctx0" brushRef="#br0" timeOffset="35791.81">23256 7577 19 0,'0'0'37'0,"0"0"-15"0,0 0 7 0,0 0-10 16,0 0 0-16,0 0-2 16,0 0-6-16,0 0-7 0,0 0-4 15,0 0 1-15,0 0-1 16,0 0 0-16,3-8-1 15,-2 13-1-15,4 2-7 16,-5 1 3-16,1 0 4 16,1 1 2-16,-1-3 0 15,0 1 0-15,1-1 0 0,0-2 0 16,2 0 0-16,0-1 0 16,0 0 0-16,3-3 0 15,-1 2 0-15,2-2-1 16,0 0 2-16,3 0 0 0,-1 0 3 15,1-5 6-15,3 1 2 16,-3-6-2-16,5 3-5 16,-3-2 5-16,0-6 1 15,3 3 2-15,-1-2 2 16,2 1-6-16,-2-4 0 16,1 3-6-16,0 0-1 0,-2 0-2 15,-2 3 0-15,1 3 2 16,-3 1-4-16,0 4-8 15,-2 1-30-15,0-1-33 16</inkml:trace>
  <inkml:trace contextRef="#ctx0" brushRef="#br0" timeOffset="40045.22">15316 7288 47 0,'0'0'5'0,"0"0"4"0,0 0 0 0,0 0-3 16,0 0 2-16,0 0 0 15,0 0 0-15,0 0 2 16,0 0 0-16,0 0 0 0,0 0 1 15,0 0-1-15,0 0-1 16,-19-21-3-16,19 18-1 16,0-1-3-16,0 1-3 15,0 0 3-15,4 2-1 16,-1-1-1-16,3-2 0 16,-1 3-1-16,2-2 3 0,0 0 5 15,3-1 0-15,-3 4-1 16,4-2-3-16,-2 2-2 15,1 0-1-15,1 0 1 16,-1 0-1-16,-1 5 0 0,0 2 0 16,0 1 0-16,0 2 0 15,-3 1 0-15,2 2 1 16,-3 1-1-16,-1 1 2 16,-1-1-1-16,0 1 2 15,1 2-1-15,-3-1-1 0,1 4 0 16,0-1-1-16,-2-1 1 15,0 6 0-15,0-1-1 16,0 1 1-16,0 2-1 16,-5-1 1-16,1 1-1 15,-3-1 0-15,1-2 1 16,0 3-1-16,0-2 0 0,0 0 0 16,1-3 0-16,3 3 0 15,0-4 1-15,2 1-1 16,0-5 0-16,0 0 0 15,5-1 1-15,5-2-2 16,0-2 2-16,0-2-1 0,1-2 3 16,2 0 0-16,0-1 1 15,1-5 1-15,-1 2-3 16,1-3 1-16,-2 0 0 16,-1 0-2-16,-3 0 0 15,0 0 0-15,-4 0-1 0,-1 0 2 16,-1 0-2-16,0 0 1 15,-2 0-1-15,0 2-1 16,0 2-5-16,-2 0 10 16,-4 5-5-16,-1 1 1 15,-1 1-1-15,-1 5 2 16,3-1-2-16,-3 4 2 0,0-1-2 16,2 2 1-16,1 1 0 15,0 1 1-15,3 1-2 16,-2 1 2-16,1 1-1 15,2 3 0-15,0 1 0 16,1 2 0-16,1 0-1 0,0 4 2 16,0-1-2-16,0 2 1 15,0 0 0-15,1 1 0 16,1 1 0-16,1 2 0 16,0 0 0-16,2 3 0 0,-2 0 0 15,3 3 0-15,-2-1 0 16,1 0 0-16,1 3 1 15,-2 0-2-15,2 2 2 16,0 2-1-16,-3-1 0 16,3 2 0-16,0-1 0 0,-1 1 0 15,2 1 1-15,-3-1-1 16,1 2 0-16,1 0 2 16,-2 1-2-16,4-4 1 15,-3-2-1-15,3 0 0 16,1-1 1-16,0-1-1 15,0 2 0-15,-2-2-1 0,1 2 2 16,-2-3-1-16,0 3 0 16,-4-3 0-16,0 2 0 15,-2-3 0-15,0-1 0 16,0-1 1-16,0-4-1 0,-2-6 0 16,-4-3 0-16,2-3 0 15,-2-6 0-15,0-1 0 16,-1-3 0-16,-3-3-1 15,-3-1 1-15,2-1 1 16,0-2 1-16,-2-4 8 16,2 1 2-16,-1-4-3 0,2 0 1 15,-1 2-4-15,1-2-2 16,2-2-3-16,3 0-1 16,-3 1 1-16,5-1 0 15,-2-1-1-15,3-1 1 16,2 3-1-16,-2-1-4 0,1 2-23 15,0-3-70-15,0-1-7 16</inkml:trace>
  <inkml:trace contextRef="#ctx0" brushRef="#br0" timeOffset="46273.04">15882 8994 34 0,'0'0'17'0,"0"0"-7"0,0 0 3 16,0 0 7-16,0 0-11 16,0 0 0-16,0 0 2 0,0 0 2 15,0 0-7-15,0 0-2 16,0 0-2-16,-4-11 0 15,4 8-1-15,0-3 2 16,0 0 2-16,0 1 1 16,3-2-6-16,5 0 2 15,-3-2 1-15,6 2-5 0,0-4 2 16,-1 3 2-16,3 0-2 16,1-2 0-16,3 1 1 15,0-2-1-15,0 1 1 16,1 0 2-16,3-1 7 15,2 2-2-15,-2-2-1 0,4 4-4 16,2-1-1-16,-2 0-1 16,2 3-1-16,2 0 0 15,0 1 2-15,0 1-2 16,0 2 0-16,2 1 0 0,-2 0 0 16,1 0 0-16,-2 1 1 15,-1 6-1-15,0 0 0 16,0 1 2-16,-2 3 0 15,4-1 1-15,0 4 0 16,-3 0 0-16,4 1-1 16,-1 3 2-16,-3 0-1 0,5 1 0 15,-4 4-1-15,1-1 0 16,1 4 1-16,-2-2-2 16,0 4 1-16,1-2 2 15,-1 0-1-15,0-1 0 16,1-1 4-16,-3 1-2 0,2-3 4 15,-4 1-1-15,1-1 1 16,-2 1-2-16,-2-1-1 16,-2 1-1-16,0 0-2 15,-2 0 2-15,-1 1-3 16,0-1 1-16,-1 2-2 0,1-4 1 16,-1 1 2-16,0-3-3 15,-2 2 2-15,-1-1-1 16,0-6 2-16,-2 3-2 15,0-3 3-15,-1-1-2 16,0 0-1-16,-2-3 0 0,-1 0 0 16,0-2-1-16,0-1 1 15,-1-1-1-15,-1 0 0 16,2-3-1-16,-3-1 0 16,1 1-2-16,1-3-2 15,0 0-19-15,-2 3-16 0,0-3-22 16,-1 0-39-16</inkml:trace>
  <inkml:trace contextRef="#ctx0" brushRef="#br0" timeOffset="47156.98">17217 9704 57 0,'0'0'18'0,"0"0"-5"0,0 0 1 0,0-1-2 15,0 1 3-15,0 0-3 16,0 0-2-16,0 0-3 15,0 0-5-15,1 0-2 16,0 0 1-16,3 0-1 16,-2 0 0-16,3 0 0 15,-1 2 1-15,1 0-1 0,0 2 0 16,1 2 1-16,-2-2-2 16,2 3 4-16,0-2-2 15,-2 2 1-15,3-3 3 16,-2 3 0-16,4 0-1 15,-4-2-2-15,1 2-1 0,1-2 0 16,-1 1 0-16,1-2 2 16,-3 0 2-16,0-1 1 15,1-1 3-15,-3-1-3 16,0-1 0-16,0 0-2 16,-1 0-1-16,0 0 3 0,0 0-2 15,1 0 1-15,-2 0 4 16,2 0 3-16,-2 0-1 15,3 0-6-15,-3 0 4 16,0-5-6-16,1 0 2 16,0-2 0-16,0 0 0 0,0-3-2 15,1 0 3-15,1-4-1 16,-1-2-2-16,0-1 4 16,-1-3-3-16,3-1-2 15,2-2-1-15,-2 0-2 16,6-1-7-16,-3 0-32 0,1 0-52 15</inkml:trace>
  <inkml:trace contextRef="#ctx0" brushRef="#br0" timeOffset="48543.84">15804 9014 72 0,'0'0'22'0,"0"0"-7"0,0 0-8 0,2-1-2 0,-2-4 1 0,2-2 2 16,0 0-2-16,2 1 3 15,0-3-4-15,0 0 2 16,2-1-2-16,1 0-2 16,1 0-2-16,1 2-1 0,1-2 0 15,2 1 0-15,-2 2 0 16,3 0 0-16,2-2 0 15,2 2 0-15,1-1 0 16,2 1 1-16,1-1-2 16,3 2 2-16,-1 0 0 15,2 0-1-15,0 2 1 0,2-2-1 16,0 0 0-16,1 2 2 16,0-1 1-16,0 0 5 15,1 1-3-15,-2 2-1 16,2 0-2-16,-2 2-2 15,-2 0 1-15,0 0-1 0,-2 0 1 16,-1 2-1-16,0 4 2 16,-1 1 1-16,1-1 3 15,-3 3-3-15,4-1 1 16,2 1 1-16,-2 0-2 16,2 0-1-16,3 1 1 0,1 3-3 15,0-2 1-15,2 2 1 16,-2 0-2-16,-2 1 1 15,2 0 0-15,-4 3 1 16,0 2 0-16,0-1 0 0,1 5 0 16,-1-1-2-16,1 1 4 15,1 1-3-15,-2-1 0 16,-2 1 0-16,1-2 0 16,0-1 3-16,-3 0 1 15,0 2-1-15,-3-3 0 0,-2 1-1 16,2 1-1-16,-2 0 0 15,-3-1 0-15,0 1-1 16,1-1 2-16,-5 0-1 16,2 0-1-16,0-2 2 15,-4 1-2-15,0-2 0 16,2 0-1-16,-5-3 1 0,1-1 0 16,-1-1 2-16,0 0 1 15,-1-2 0-15,0-1-2 16,2 0-1-16,-2 0-1 15,-2 1 0-15,1-3 1 16,0 0-1-16,0-1 1 0,0 0-1 16,0 2 0-16,0-4 0 15,0 1 0-15,0 1 1 16,1-2-1-16,-1 1 0 16,2-1 0-16,-1-1 0 15,-2 3 0-15,3-1-5 16,-2 0-14-16,0-1-7 0,-2 1-18 15,0-2-18-15,0-1-9 16</inkml:trace>
  <inkml:trace contextRef="#ctx0" brushRef="#br0" timeOffset="48843.91">17257 9710 108 0,'0'0'4'0,"0"0"13"0,0 0-1 16,0 0-1-16,0 0-5 16,0 0-4-16,0 0 5 15,39 30 2-15,-33-27 1 0,-2-3 4 16,0 0 4-16,1 0-2 15,-1 0-6-15,0-6-3 16,2-3-5-16,0-2-5 16,0-5-1-16,4-2 0 15,-4-3-18-15,1-4-39 0,-4-4-60 16</inkml:trace>
  <inkml:trace contextRef="#ctx0" brushRef="#br0" timeOffset="54562.27">3055 13827 3 0,'0'0'26'0,"2"0"-9"0,2 0-10 0,2 0-4 16,-1 0-1-16,1 0 0 0,1 0-1 15,4 0 0-15,0 0-1 16,0 0 4-16,-1 0 3 16,3 0 2-16,1 0-1 15,-1 0-2-15,5 0-3 16,-1 0-3-16,1 0 2 0,2 0-1 16,3 2 0-16,3-1-1 15,-1-1-1-15,2 0 2 16,0 0-1-16,-1 0 0 15,3 0 1-15,0 0-1 16,2 0 3-16,1 0 2 16,-1 0 3-16,2 0-4 0,4 0-2 15,-3-3-1-15,5 3 0 16,-3 0-1-16,0 0 0 16,1 0 0-16,0 0 1 15,1 0 0-15,-1 0 1 0,3 0 3 16,1 0 2-16,-1 0-3 15,2 0-2-15,1 0-1 16,-1 0 0-16,4 0 0 16,-4 0-1-16,5 0 1 15,-2-3-1-15,2 1 0 0,-3 0 1 16,0 0 2-16,-1 0 4 16,2 0 0-16,-2-1-2 15,1 1 1-15,4 0-4 16,2-2 0-16,0 1-1 15,1 0 0-15,0-1 1 16,1 1-2-16,0-2 1 0,-3 2 2 16,4-1 0-16,-1 1-2 15,-1 1 1-15,0 1-2 16,1-1 2-16,-1 1-2 16,3 1 0-16,2-1 1 15,0-1-1-15,-1 2 1 0,1 0-1 16,0-1 0-16,2 1 0 15,-1-2 0-15,1 2 1 16,2-2-1-16,0 0 2 16,1 1-4-16,-2-1 4 15,5 1-1-15,0-2-1 0,-1 1 0 16,0 2 0-16,1-2 0 16,-1 2 1-16,-1 0-1 15,1 0 0-15,-3 0 0 16,0 0 1-16,1 2-1 15,-1 1-1-15,1-1 1 0,1 1 1 16,1 0-1-16,-1-1 0 16,3 1 1-16,-4 0-1 15,1 0 0-15,-1 0 0 16,-1 0 1-16,0-1 0 16,-1 1-1-16,3-1 0 0,-1 0 1 15,3 0 0-15,1-1-1 16,0-1 1-16,1 0 0 15,1 0-1-15,0 0 1 16,-1 0 2-16,1-1-2 16,-1-5 0-16,2 1 1 15,0-1-1-15,1 0 1 0,1-1-2 16,2 1 2-16,2-1-1 16,-2 0 1-16,0 1-2 15,3-1 0-15,-3 0 1 16,3 0-1-16,1-1 0 15,-3 0 1-15,4 1 0 0,1 0-1 16,-1 0 0-16,0 3 1 16,-1 1 0-16,0-1-1 15,0 2 0-15,2 1 0 16,1 1 1-16,-3 0-2 16,4 0 1-16,1 0 0 0,1 0 1 15,1 0-1-15,0 0 0 16,0 1 0-16,4 2 1 15,2 0-1-15,-2-3 0 16,5 3 0-16,0-3 1 0,-2 1-1 16,3 0 2-16,-1 0 2 15,3 0 0-15,4-1 0 16,-1 0-3-16,4 2 3 16,2-2-1-16,-3 2-3 15,2 1 0-15,-1-1 1 0,3 1-1 16,-1 0 0-16,2-1 0 15,2 1 0-15,1-2 1 16,3 0-3-16,-1-1 4 16,3 0-2-16,3 0 1 15,-3 1-1-15,2 1 0 16,-2-1-2-16,-2 0 4 0,-1 2-2 16,1 1 0-16,-3 0 0 15,2 1 0-15,-2 2 0 16,-2 1 0-16,-4 2 0 15,2 2 1-15,-6-1-1 16,0 3-1-16,3 2 1 0,-2-3 0 16,-2 1 1-16,-2 0-2 15,-2-1-1-15,0-2 3 16,-2 3-1-16,0-1 0 16,3 0 1-16,-1 0-1 15,-4-2 0-15,2 1 0 0,-1-1 0 16,-1 0 0-16,3-2 0 15,-5-2 0-15,4 1 0 16,3-1 0-16,-4-1 0 16,2-2 0-16,0 1 1 15,-1-1-1-15,-1 2-1 16,1-3 2-16,0 0-1 0,-2 2 0 16,1-4-1-16,-4 2 2 15,3 0-1-15,-4 0 0 16,2-2 0-16,3 2 0 15,-1 0 0-15,2 0 0 0,2-1 0 16,-1 2 1-16,-1 0-1 16,0-1-1-16,2 1 1 15,-1-1 0-15,0 1 1 16,1 2-1-16,-1-2-1 16,0 3 2-16,-3-1-1 0,4 2 0 15,-2-1 0-15,3 3 1 16,2-1-1-16,-1 1 0 15,2 0 1-15,-2-2-1 16,1 2 1-16,1 0-2 16,0 1 2-16,5-2-1 15,-4-2 0-15,2 3 2 0,1-1 1 16,-1-1 1-16,2-1 0 16,2 0-1-16,-3 0-2 15,0-1-1-15,2-2 0 16,-4 0 1-16,-4-2-1 15,-3-2 0-15,0 0 1 0,-2 0-2 16,-4 0 1-16,-1-7 1 16,-3-1-1-16,-1-2 0 15,-6-2 0-15,0-1 0 16,-3-1 1-16,-3-2-1 0,-7-1 0 16,-2-4 0-16,-6 1-1 15,-4-4 2-15,-6 0-1 16,-5-4 1-16,-6-3-1 15,-1-1 1-15,-7-5-1 16,-1-1 1-16,-5-3-1 16,-3-2 0-16,-4 3-1 0,0-2-1 15,-7 2 2-15,-1 0 1 16,-3-3 0-16,-1 1 2 16,-1-2-1-16,0 0-2 15,-3 0 2-15,-6 1-2 16,-2 1 1-16,-2 2 0 0,-3-1 2 15,-1 2-1-15,-6 1-1 16,-2 0-2-16,-4-2 1 16,-3 6-3-16,-4-2-1 15,-1 5-2-15,-6 0-3 16,-1 1 2-16,-2 3 0 16,-4 0 2-16,0 0 2 0,-3 2-4 15,-3 0 2-15,-3 2-2 16,-2-1 3-16,-2 2 1 15,-2 2 0-15,-4 2 2 16,-5 2 1-16,1 0 0 16,-2 3-2-16,-4 1 2 0,-1 1-1 15,0 3 1-15,-2 0 0 16,-3-1-2-16,-2 5 1 16,0 0-3-16,-4 2 2 15,0-1 2-15,-2 2-1 16,-1 0 1-16,-3 1 0 0,1 0 0 15,-4 0 0-15,-2 0 1 16,0 4-6-16,-3 0 15 16,0 3-8-16,-2 2-2 15,0-2 2-15,-3 1-2 0,1 1 0 16,-3-1 0-16,0 1 1 16,3 2-1-16,-1-1 0 15,1 0 2-15,-4 1-2 16,2-1 0-16,4 1 0 15,-3-2 0-15,3 0 1 16,0 0-2-16,1-3 1 0,1 1 0 16,-2 0 1-16,1-1 0 15,-3-2 3-15,-1 1 0 16,-1 0 0-16,-4 1 0 16,0 0-2-16,-6 0 0 15,0-1-2-15,-2 1 1 0,-3-1-1 16,2 0 0-16,-3-2 0 15,0 0 0-15,0-1-1 16,-1 0 2-16,-2-1-1 16,-1 1 1-16,3 0-1 15,-6 0-1-15,2 2 2 0,-2-1-1 16,0 1 0-16,0-1-2 16,1 1 1-16,2-2-2 15,-4-1 3-15,2-1 1 16,-1 0-1-16,0 0 2 15,-3 0-2-15,0 0 1 0,0 0 0 16,-2 0 1-16,-2 0 3 16,0 0-5-16,-3 0 0 15,2 1 1-15,-6-1 1 16,1 0 1-16,-3 0 4 16,1 0-2-16,-3 0-2 15,-1 1 2-15,1 0-4 0,1 0 0 16,3 2 0-16,-1-1-1 15,-3 0 0-15,2 1 1 16,0 0-1-16,-2 0 1 16,2 1-1-16,-4 1 0 15,2 0 0-15,2 0 0 0,3-1 0 16,-2-2 0-16,3 0 0 16,1-2 0-16,6 1-1 15,-4-1 1-15,5 0-1 16,-1 0-1-16,5-3 0 15,2-4 1-15,4-3-1 0,1-1 2 16,2 0 0-16,4-2 2 16,-2-1-2-16,2 1 1 15,-2 0 0-15,-1-1 0 16,1 4-1-16,-2-1 1 16,1 2 0-16,1 2-2 0,-2 0 1 15,0 1 0-15,0 1 0 16,2 0 0-16,-2 1-1 15,2 3 2-15,2-1-2 16,-1 1-1-16,5 1-6 16,-2 0 2-16,4 0 5 0,-1 0-2 15,3 0 0-15,4 0 3 16,0 0 0-16,4 2 1 16,2 0 1-16,4 2-2 15,-1-1 1-15,4 0-1 16,2 3 2-16,0-1-2 0,1 2 0 15,5-1 0-15,1 3 0 16,1-1 0-16,1 1 0 16,4 1 1-16,2-2-2 15,5 2 1-15,-2 0 0 16,2 2-2-16,3 2 2 0,1 0-1 16,4 0 0-16,1 0 0 15,2-1 1-15,1 1-2 16,3-1 3-16,3 0-1 15,1-1-1-15,1 0 2 16,1 1 0-16,8-2-1 16,-2 3 0-16,5-2 0 0,-1 1 0 15,5-1 1-15,-2 1-1 16,4-2-1-16,3 2 2 16,1-1-2-16,4-1 1 15,3 0 0-15,2 1 1 16,1 0-1-16,4 2 0 0,0 2 0 15,1 1 0-15,1 2 0 16,2 2 0-16,1 0 0 16,2 3 0-16,4 2 1 15,0 2-2-15,4 4 2 16,3 3-1-16,0 5 0 0,8 1 0 16,5 5 3-16,3-1-2 15,6-1 1-15,7-3-1 16,8 0-2-16,13-4 3 15,13-1-2-15,15-5 1 16,18-10-1-16,18-9-18 0,16-12-79 16</inkml:trace>
  <inkml:trace contextRef="#ctx0" brushRef="#br0" timeOffset="55836.38">22384 13090 72 0,'3'-4'1'0,"-1"-2"4"0,0 3 9 0,0-1-2 16,-1 1 7-16,-1 1-5 15,1-1 4-15,-1 0-3 16,0 3-6-16,0 0-4 16,2 0-5-16,-2 0-1 15,0 0 0-15,2 0-5 0,-2 7 7 16,1 1 4-16,2-1-5 16,-1 2 1-16,0 1 0 15,2-2 0-15,0 1 0 16,1-1 0-16,1-2 0 15,-2-2 0-15,4-1-1 0,-3-1 0 16,3-2 1-16,1 0 2 16,3-6 14-16,3-4-5 15,3-5-3-15,3-1-4 16,3-5 1-16,4-2 1 16,1-2-3-16,3-2 0 15,1-1-2-15,1 0 3 0,2-1-4 16,-4 1 1-16,-3 0-2 15,-2 2 0-15,-4 5 1 16,-4 2-1-16,-5 6 0 16,-4 6-3-16,-7 7-12 15,-3 0-42-15,-4 6-28 0</inkml:trace>
  <inkml:trace contextRef="#ctx0" brushRef="#br0" timeOffset="56277.8">22424 13077 79 0,'0'0'7'0,"0"0"16"0,0 0-9 0,0 0-13 16,0 0 0-16,0 0 1 16,0 0 4-16,0 0 0 15,0 0-1-15,0 0-2 16,-2 41 0-16,6-35 0 0,1-2-1 15,2-2 3-15,2-2 11 16,2 0 10-16,7-12 8 16,5-3-16-16,6-6-5 15,6-4-2-15,1-3-4 16,4-1 0-16,3-2-1 0,-1 2-2 16,2-1-4-16,0 2 0 15,1 0-1-15,-1 1-17 16,-4 0-40-16,-4 0-88 15</inkml:trace>
  <inkml:trace contextRef="#ctx0" brushRef="#br0" timeOffset="119808.77">23166 7591 12 0,'-6'-2'4'0,"1"2"-1"0,3-1-3 0,-1-1-3 16</inkml:trace>
  <inkml:trace contextRef="#ctx0" brushRef="#br0" timeOffset="120071.93">23166 7591 73 0,'-8'-31'6'0,"12"31"-2"16,-1 0-3-16,0 0 0 15,-1 1 0-15,2 5 0 16,-2 1 3-16,0 0 0 16,0 0-2-16,2-4 0 0,3-3-2 15,3 0 13-15,7-6 26 16,11-10-6-16,10-12-16 15,14-3-8-15,9-8-6 16,14-3-1-16,6-1-2 16,5-8-22-16,-4-3-68 15</inkml:trace>
  <inkml:trace contextRef="#ctx0" brushRef="#br0" timeOffset="121131.43">20033 8946 87 0,'0'0'7'15,"0"0"19"-15,0 0 3 0,0 0-6 0,-29-42 3 16,23 35-19-16,1 3 1 16,2 0-6-16,1 1 1 15,-2 2-2-15,3-1-1 16,-1 2-2-16,1 0-1 16,-1 0-3-16,1 0 3 15,1 0 2-15,0 0 2 0,0 0 0 16,0 0-3-16,9 0 2 15,7 0-2-15,2 0-1 16,10 0 6-16,4 0-1 16,6 0-2-16,7 0 2 15,5 0 4-15,7 0-1 0,7 0 0 16,6 0-3-16,2 2-1 16,6 1-1-16,4 1 1 15,-2-1 0-15,2 2-1 16,2-2 0-16,3-2 0 0,-2 1 0 15,0-2 0-15,-1 0 0 16,2 0 0-16,-3-2 0 16,-8-2 0-16,-6 3-1 15,-6-2-9-15,-9 2-1 16,-9 1-3-16,-13 0-12 16,-10-2 5-16,-9 1-4 0,-10-3-4 15,-3-1-19-15</inkml:trace>
  <inkml:trace contextRef="#ctx0" brushRef="#br0" timeOffset="121565.59">19815 9056 120 0,'0'0'20'0,"0"0"0"0,0 0-13 0,0 0-6 0,37-4 3 16,-15 4-3-16,5 0 0 0,6 0-1 16,6 0 0-16,3 0 1 15,5 3-1-15,4-2 0 16,5 1 0-16,3 1 3 16,8-2 4-16,4 0-3 15,7 0 0-15,5 0 1 16,3-1-4-16,6 0 1 0,-2 2-1 15,4-2 1-15,5 1-2 16,0 0 0-16,-2-1-19 16,-3 0-44-16</inkml:trace>
  <inkml:trace contextRef="#ctx0" brushRef="#br0" timeOffset="123537.33">23539 7088 53 0,'-4'-6'5'0,"4"1"3"0,0-1 4 16,0 3-8-16,0-1-2 15,0 1-1-15,0 0-3 0,0-1-7 16,0 2-5-16,0 0-12 15,0-1 0-15</inkml:trace>
  <inkml:trace contextRef="#ctx0" brushRef="#br0" timeOffset="124526.4">23603 7024 23 0,'0'0'2'0,"0"0"0"16,46-8 7-16,-30 5 6 15,-3 1 0-15,-3 0 1 16,2 0-9-16,0 2-2 15,0 0-4-15,1 0 0 16,-1 0-1-16,2 6 1 0,0-1-1 16,1 4 0-16,1-1 0 15,1 2 0-15,1-1 0 16,-4 2 0-16,0 2 0 16,2-1 0-16,-3 0 0 15,0 1 2-15,0 1-2 0,-4 2 0 16,0-2 0-16,-3 3 0 15,-2 0 0-15,-2 3 0 16,0 1 0-16,-2-1 1 16,0 3-1-16,0-2 1 15,0 2 0-15,1-3 0 16,0 4 0-16,1-3-1 0,0 2 2 16,0 3 0-16,-1 1 0 15,1 1 2-15,-2 3 1 16,0 4 0-16,0 0-1 15,-3 6 3-15,-7 2 3 0,0 2-2 16,-2 3 2-16,2 3-3 16,0 1-2-16,2-1 0 15,3-3-1-15,3-4-2 16,2 0 1-16,0-4 1 16,0-2 2-16,0 1-1 0,5-1-1 15,4 3-2-15,-3 0 0 16,2 2 0-16,0-2 0 15,1 2 0-15,0-1-2 16,-2 1 1-16,2-3-1 16,2-2 0-16,-1-1 0 0,0-6 0 15,2-4 2-15,-2-4-2 16,-1-6-2-16,-2-6 2 16,-3-2 0-16,-1-4-1 15,-3-2 1-15,0-3 0 16,0 2-1-16,0 1-5 15,-4 1-1-15,-7 0 5 0,-1 3 2 16,-4 3-1-16,0 2 0 16,-1 2 4-16,-1 4-2 15,-2 4 3-15,0 3-1 16,-4 8 0-16,-1 2 2 0,0 5-1 16,0 4-1-16,1 2 0 15,2 2-1-15,3 1 1 16,4 1-1-16,2 0-1 15,4-4 0-15,4 0 0 16,0-2 0-16,3-4 4 16,1-2 2-16,1-1 0 0,0 0 2 15,0-3 0-15,0 2-3 16,2 2 0-16,4-1-2 16,-3 4 1-16,1 0 2 15,2 2-1-15,-3-2-1 16,0 3-2-16,0-1-1 15,-2 2 0-15,-1 0-1 0,0 3 1 16,0-1 3-16,-5-1-1 16,-4-2 1-16,-2-4 1 15,-5-4-1-15,-3-1 0 16,-4-2 0-16,-5-2-5 0,-6 4 0 16,-5-2-1-16,-5 1-5 15,-5-5-14-15,-1-8-17 16,-1-19-33-16,2-12-132 15</inkml:trace>
  <inkml:trace contextRef="#ctx0" brushRef="#br0" timeOffset="126371.85">23285 7101 92 0,'-3'-6'5'0,"1"2"8"0,2 1 1 0,0-1-2 0,0 1-6 16,0-3 1-16,0-1-4 16,1 2-1-16,3-2-2 0,-1-1 3 15,0 1-3-15,-1 0 1 16,2 2 4-16,0 0 2 15,3-1-4-15,3 2-4 16,4 0 1-16,1 0 0 16,3-1 0-16,-1 1-1 0,2 0 0 15,-2 1-1-15,-2-1 4 16,1 2-4-16,0 1 2 16,3-2-1-16,-1 3 5 15,4 0-4-15,1 0 1 16,3 0-1-16,1 6 0 15,2 4 0-15,-2-2 0 0,2 4 0 16,0 1 0-16,-1 1 0 16,1 1 0-16,1 2 0 15,-1-1 0-15,-2 2 0 16,0 2 0-16,0 0 1 0,-3-1-1 16,-2-1 0-16,-1 2 0 15,-4 0 0-15,-2-2 0 16,-3 2 0-16,-3 1 0 15,0 1 0-15,-3 0 0 16,0 3 0-16,-2 3 0 0,0 3 0 16,-2 2-1-16,-2 4 2 15,0 4-2-15,0 0 2 16,-6 2 2-16,0 1 3 16,-3 0-1-16,-3-4 0 15,3 4 1-15,-2-2-3 16,0 1 0-16,1 1-1 0,0-1 1 15,-1-1-2-15,1 2 0 16,0-3-1-16,-3 2 0 16,3-5 1-16,-3 4-1 15,1-2 1-15,3-1 0 16,0-1 1-16,1-3-1 0,3 0 1 16,1-2 1-16,2-2-2 15,1-1 1-15,1-2-1 16,0-1 0-16,0 0 0 15,0-4-1-15,0-1 1 16,0-6-1-16,0-2 0 0,-1-1 2 16,1-6-2-16,-1 0-2 15,1-4 4-15,0-1-2 16,0 0 0-16,0-1 0 16,0 0 0-16,-1-1-4 15,0 0 3-15,-1 0 0 0,-3 0 2 16,-2 0-1-16,-2 0 1 15,-2 0-1-15,-2 0 1 16,-2 3-2-16,-1 1 2 16,1 2-1-16,-2 1 1 15,-2 1-1-15,1 2 0 16,-1 3 0-16,-3 4 0 0,-1-1 0 16,0 2 0-16,0 3 2 15,3 1-2-15,-2-1 1 16,4 2 4-16,4 1 1 15,2-1 1-15,0 1-1 0,5-3 0 16,1 3-2-16,3 0-1 16,1 3 0-16,-2 2 0 15,4-1-1-15,-2 4-1 16,2-1 0-16,0 0-1 16,0 3 1-16,0-4 0 0,4 1-1 15,1 2 0-15,1-2 0 16,2-1 1-16,-1 1-1 15,2 3 0-15,0-4 1 16,-2-2-1-16,0 2 1 16,2 0-2-16,0-3 2 15,-1 2 4-15,0 0 0 0,1 3-1 16,-2 1 2-16,-1 2 0 16,-1 0-1-16,1 2 0 15,-3 0 1-15,-1 0 0 16,0-2-3-16,0-1 1 15,0-2-1-15,2-1 0 0,-1-1-1 16,-1 1-1-16,0-2 0 16,0 3-1-16,-2-1 1 15,0-1-2-15,0 0 2 16,0-6-1-16,-6 0 0 16,-1-4 0-16,0-3 0 0,-4-1 2 15,-1 0 9-15,-2-1 0 16,-1 2-2-16,-1 0-3 15,-1 0-2-15,-4 2-3 16,0 1 1-16,-3 1-4 16,-3 1 2-16,-1-1-1 0,-3 1-1 15,-1 1 1-15,-3 3-13 16,-3-1-8-16,-6 3-11 16,-7-6-13-16,-8-5-105 15</inkml:trace>
  <inkml:trace contextRef="#ctx0" brushRef="#br0" timeOffset="128448.5">20283 11421 9 0,'-12'0'163'0,"2"0"-145"0,2 0 19 0,3 0-27 0,0-2-6 15,2 1-4-15,1 0 2 16,2 0 2-16,-2-1 4 16,2-1 11-16,-3 2-1 15,2-2-4-15,1 3-7 0,0-3-3 16,-1 3-2-16,1 0-2 15,0 0-2-15,0 0 0 16,0 0 2-16,7 0 0 16,3 0 0-16,3 4-3 15,7-1 1-15,1 0 3 16,9-3-1-16,4 0 2 0,7 0 0 16,5 0-1-16,4 0 1 15,6-3-1-15,4-1 1 16,2-4-1-16,5 0 0 15,2 0 0-15,1-2-1 0,8-1 0 16,0-3 1-16,5-1-1 16,4 1 0-16,4-4 0 15,4 0 1-15,2 0 0 16,2-1 2-16,5 1-2 16,2 0 0-16,-2 1 1 15,0 2 0-15,0-1 1 0,-2 3 2 16,-4 0 0-16,-2 0 2 15,-5 0 1-15,-2 1-1 16,-5 0 1-16,1 1 2 16,-2-2-3-16,-2 2-4 15,-4-1-1-15,-4 1-2 0,-2-3 1 16,-6 1-2-16,-4 1 2 16,-6-2 0-16,-4 3-2 15,-4-2 2-15,-7 3-1 16,-2-3 1-16,-3-1-1 15,-2-6 0-15,0-4 0 0,1-6-1 16,3-9 0-16,-1-11-2 16,3-11-12-16,0-12-13 15,-3-10 7-15,-2-11 13 16,-2-11 11-16,0-9 0 0,-6-4 11 16,4-4-6-16,1-3-4 15,3-3-3-15,4 3-1 16,3 0 0-16,7 0-4 15,2 2-2-15,-1-1-2 16,4 2 4-16,-6 1 4 16,-2 4 1-16,-5 4 0 0,-5 7 8 15,-7 8-2-15,-4 7 3 16,-7 7 1-16,-4 4-5 16,-5 1 4-16,-4 2-3 15,-4 2-6-15,0 2 1 0,-5 1-2 16,-9 3-1-16,-5 1 0 15,-5 4 4-15,-5 1-3 16,-2 3-3-16,-3-2 4 16,-2 1-3-16,-4-2-6 15,-5-1-7-15,-3-1-1 16,-8 1 4-16,-2-2 4 0,-5 0 2 16,-3 4 4-16,-4-1 1 15,-4 3 1-15,-3 2-1 16,-6 4 2-16,-4 2-2 15,-5 1 1-15,-2 3-1 16,-2 0 1-16,-3 2 1 16,-2 0-1-16,0 5-1 0,-2 1 2 15,-2 2-2-15,-2 4 1 16,1 1 0-16,-2 0 0 16,-2 5 0-16,-3 0 0 15,-2 5 0-15,-4-1 0 0,-2 5 0 16,-3 1 1-16,-3 5-1 15,-1 2 0-15,-6 2 0 16,0 5 1-16,-1 0-1 16,2 2 0-16,1 2 0 15,4 0 1-15,5 0-1 0,0 2 0 16,5 5 0-16,2 0 0 16,-3 1 1-16,1 2-1 15,-3 3 0-15,-2 1-1 16,-1-1 2-16,3 5-1 15,1 1 0-15,5 1 1 0,4 4-1 16,5 0 0-16,3 7-2 16,8-1 3-16,5 7-1 15,2 4-1-15,7 3 1 16,3 6 0-16,4 3 0 16,3 2-1-16,0 4 1 15,4 3-1-15,3 3 0 0,3 6 1 16,1 1 0-16,4 8 0 15,4 4 1-15,2 5-2 16,0 1 1-16,6 4 0 16,3 4 0-16,3 2 0 15,8 0 0-15,4 1 0 0,9 5 0 16,3-1 1-16,7 2 0 16,3 2-1-16,4-1 0 15,0 1-1-15,3 2 1 16,7 3 1-16,5 1 0 15,3 3-1-15,3-2 0 0,3 2 0 16,3 0 1-16,4-3 0 16,5-3-1-16,-2-4-1 15,7-3 1-15,4-4 0 16,3-4 1-16,7-5 1 16,3 0-2-16,5-1 0 15,4-3-1-15,5 0 2 0,0-1-1 16,2 0 1-16,2-2-1 15,0-6 0-15,3-1 0 16,2-4-2-16,0-7 1 16,2-6 0-16,2-5 2 15,-1-7-1-15,3-6-1 0,-6-6 1 16,0-6 0-16,1-6 0 16,-1-3 0-16,-1-5-2 15,0-6 5-15,0-4 2 16,-1-3 0-16,1-4 0 0,-4 0 0 15,2-11 0-15,1-2-2 16,2-5-5-16,-2-9-12 16,-7-13-32-16,-9-14-125 15</inkml:trace>
  <inkml:trace contextRef="#ctx0" brushRef="#br0" timeOffset="129089.49">19511 5405 83 0,'-1'0'4'0,"-4"0"1"0,3 0 3 0,1 0 0 16,0 0-3-16,1 0 2 15,0 4-5-15,0-1-1 0,0 3-1 16,0-1 2-16,0 1-2 16,0 0 1-16,4-2 0 15,4-1 0-15,2-3 1 16,1 0 9-16,8-7 9 15,7-13 11-15,12-13 0 0,8-9-7 16,12-12-14-16,17-9-3 16,11-11-3-16,12-8-3 15,6-6-2-15,0-6-65 16</inkml:trace>
  <inkml:trace contextRef="#ctx0" brushRef="#br0" timeOffset="130887.81">15259 7365 15 0,'0'0'5'0,"0"0"8"0,0 0 7 0,0 0-2 16,0 0-2-16,-38-16 3 0,33 12-9 16,1 0 1-16,0-1 4 15,1 2-6-15,1-2 5 16,0 2-4-16,-2 0-3 15,1 2-3-15,2-2-1 16,0 3-1-16,0 0-2 16,1 0 0-16,0 0-3 15,0 0 0-15,0 0 1 0,0 0-1 16,5 3 1-16,2 0-1 16,-2 0 0-16,3 1 2 15,0 0-2-15,1 0 1 16,1 2 1-16,-3 0-1 0,4 1 1 15,-2 2-4-15,2-1-2 16,-1 5 1-16,0-2-1 16,1 2-1-16,-1 0 0 15,-1-2 1-15,-1 4 5 0,-1 0 0 16,0 0 2 0,-3 0 0-16,-3 2 0 0,-1 1-1 15,0 3 1-15,-3-1 1 16,-8 3-1-16,4 1 1 15,-4-2 0-15,-1 3 0 16,2 1 0-16,3-1 0 16,-2 2 1-16,2 0-2 0,2 3 2 15,4-3-2-15,0 3 1 16,1-2-1-16,0 1 0 0,1-2 0 16,5-2 0-1,2 0 1-15,2-6-1 16,-3 1 1-16,2-4-1 0,2-5 0 15,-5-2 0-15,1-2 0 16,-2-2-1-16,2-2 1 16,-3 0 0-16,0 0 1 15,1-1 0-15,-1 0-1 0,-1 2 0 16,1 1 0-16,3 0-1 16,-4 4-2-16,0 1-4 15,-1 4 3-15,-2 3 0 16,0 6 3-16,0 4 0 15,-4 3 1-15,-2 8 0 16,-1-4 1-16,2 5-1 0,-1 0 0 16,3 0 0-16,1 2 0 15,1 0 1-15,1 2-1 16,0 2 0-16,0 3 0 16,0 2-1-16,0-1 1 0,0 1 1 15,3 1-1-15,2 3 0 16,1 3 0-16,-2 0 2 15,4 1-2-15,-3 2 0 16,1-6 0-16,1 1 0 16,1-5 1-16,0 1 0 0,0 0 0 15,1-1 1-15,-2 0-1 16,0 4 1-16,-2 0-2 16,-2 0 1-16,-2 0-1 15,-1 1 0-15,0-1 1 16,-3-3 3-16,-5-4 0 15,0-2-1-15,-3-4-2 0,0-2 1 16,-3-1-2-16,-1-4 0 16,-1-4 2-16,-6-1-2 15,2-8 1-15,-4-1 1 16,-3-5 1-16,0-5 0 0,-1-2 0 16,0-5-3-16,2-3 0 15,3-9-3-15,0-17-23 16</inkml:trace>
  <inkml:trace contextRef="#ctx0" brushRef="#br0" timeOffset="132426.4">15601 9177 15 0,'-2'0'19'0,"-1"0"9"0,1 0-4 15,-1 0-9-15,1 0-5 0,0 0-1 16,2 0-3-16,-2-1-2 16,-1-3-4-16,1-1 2 15,1-2-2-15,1 0-2 16,0-1 2-16,0 0 0 16,0-4-1-16,0-2 2 0,4-1 2 15,2 1 0-15,1-3 0 16,1 1-1-16,2-1 2 15,4 2-2-15,-3-2 0 16,0 1-1-16,3 1 0 16,-2 0 1-16,1 1 2 0,0 0 1 15,0 1 3-15,2 0-6 16,-1 1-1-16,1-1 0 16,-1 3 0-16,4 1-1 15,-3-1 0-15,-1 3 0 16,1 0 0-16,1 2 0 0,-2 0 0 15,3 2 0-15,0-2 0 16,2 2 0-16,2-1 0 16,1 1 0-16,2-1 1 15,1 1-1-15,1 1 0 16,2-1 0-16,0 1 0 0,2 0 0 16,-1 2 0-16,-1-3 0 15,1 3 0-15,1 0 0 16,-1 0 0-16,0 0-1 15,2 0 1-15,-2 0 0 16,0 5 0-16,0-1 1 16,-2 0-1-16,2 0 0 0,-2 2 0 15,0 0 0-15,-3 1-1 16,-1 1 1-16,0 2 0 16,-1-1 0-16,-2 1 0 15,2 0 0-15,-3 0 0 16,0 1 0-16,1 0 0 0,-1 2 0 15,0-2 0-15,-3 4 0 16,0-1-1-16,0 2 1 16,-1 2 0-16,1 0 0 15,-1 2 0-15,-1 0 1 16,1 0-1-16,1 0 1 0,-3-2-1 16,1-2 0-16,-1 2 0 15,-1-2 0-15,2 0 1 16,-1-1-1-16,4 2 1 15,-6 2-1-15,2-1 0 16,-1-1 0-16,-1 3 1 0,1-3-1 16,0 2 0-16,2-1 1 15,-3-2-1-15,0 4 2 16,1-5-2-16,0 1 0 16,0 0 1-16,-1-4 0 15,0 2-1-15,-5-2 0 0,2 1 0 16,-4-2 1-16,-1 2 0 15,1-3-2-15,0 1 1 16,-1-1 2-16,0 0-2 16,0-3 1-16,2 0-1 15,-5 0 0-15,2 0-1 0,-2-2 2 16,1-1-1-16,-1 0 5 16,0 1 0-16,0-1-2 15,0 0-3-15,0 0 2 16,0-1-2-16,1 2 1 15,-1 0 0-15,0-1-1 0,0 1 1 16,1-1-1-16,-1 0 0 16,0 2 2-16,2-2-2 15,-2 2 1-15,2-1-1 16,-1 0 1-16,2 0 0 16,-1 0-1-16,-1-1 1 15,1 0 0-15,0-1-1 0,2 3 0 16,0-1 0-16,0 1-1 15,0 0 1-15,0-2-26 16,-2-4-41-16</inkml:trace>
  <inkml:trace contextRef="#ctx0" brushRef="#br0" timeOffset="134162.67">17173 9737 23 0,'-5'14'4'0,"-2"-2"7"0,4 0 5 0,-1-2-6 16,2-1-2-16,2-2-2 15,0-3 0-15,0-3-2 16,8-1-2-16,7-1 7 0,4-15-5 15,4-8-90-15</inkml:trace>
  <inkml:trace contextRef="#ctx0" brushRef="#br0" timeOffset="137138.51">22395 13043 52 0,'0'0'5'0,"0"0"15"0,0 0-5 0,0 0-6 16,0 0-1-16,0 0 0 16,0 0 0-16,5-38 1 15,-3 35 2-15,-2 1-2 16,0 0-2-16,1 2-2 0,-1 0-4 16,2 0-1-16,1 0 0 15,2 0 0-15,-3 4-1 16,2 2 0-16,1 2 3 15,-2-1-1-15,1 3 1 16,3-1-2-16,-4-1 0 0,1 0 0 16,2-1 1-16,-1-2-1 15,0 1 0-15,2-3 1 16,-1-3-1-16,3 0 1 16,2 0 3-16,0-9 6 15,4-1-2-15,5-4-4 16,3-3 0-16,4-4-2 0,2-2 1 15,1 0 3-15,1-2 3 16,0-2-3-16,0 0 0 16,-3-2-2-16,-3 2 0 15,0 3-3-15,-1 0-1 16,-1 4 0-16,-7 5 0 0,1 3-1 16,-4 5-7-16,-5 4-28 15,-3 3-16-15,-5 0-33 16</inkml:trace>
  <inkml:trace contextRef="#ctx0" brushRef="#br0" timeOffset="137599.44">22603 12954 67 0,'0'0'3'0,"0"0"11"0,0 0-2 15,0 0-6-15,0 0 2 16,0 0-4-16,0 0-3 0,0 0-1 16,0 0 0-16,0 0 1 15,0 0-1-15,-20 25 1 16,22-17 1-16,5 1-1 16,-2-2-1-16,3-1 1 15,-3-3 1-15,5-3 3 0,2 0 13 16,1 0 14-16,5-12-10 15,7-4-8-15,3-7-5 16,8-6-5-16,9-7 0 16,5-6-1-16,10-2-2 15,1-4 0-15,6-3-1 0,3-3-37 16,3-7-106-16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6:54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4284 7270 33 0,'0'0'4'0,"0"0"-1"0,0 0-2 0,0 0-1 15,0 0 1-15,0 0-1 0,0 0 3 16,0 0 1-16,0 0-2 16,0 0-4-16,-1 4 5 15,0 2 12-15,-3 0-6 16,4 3-3-16,-4 0-4 16,4 1 0-16,0-3-2 0,0 1 0 15,0-2-1-15,0 0 1 16,8-2 0-16,1-4 0 15,5 0-1-15,1-4 5 16,10-10 7-16,6-11-3 16,5-9-1-16,9-10 0 0,9-8-2 15,13-11-2-15,6-5 1 16,10-6-2-16,11-5 3 16,4-2 0-16,-2-1-28 15</inkml:trace>
  <inkml:trace contextRef="#ctx0" brushRef="#br0" timeOffset="1410.04">4113 8197 12 0,'-2'0'13'0,"0"2"-11"0,-1-1 0 0,0 2 2 0,1-2 7 15,0 2-8-15,0 0 0 16,0 1 1-16,-1 2 0 15,2 0-2-15,1 2 2 16,0 4 1-16,0-1 0 0,0 1-1 16,4-1 2-16,4-3-3 15,4-4-1-15,3-4 3 16,8-11 5-16,10-16 6 16,17-14 0-16,17-21-3 15,13-15-5-15,23-14-4 16,14-9 1-16,8-9 0 0,4-9-66 15</inkml:trace>
  <inkml:trace contextRef="#ctx0" brushRef="#br0" timeOffset="5344.83">4301 7281 16 0,'0'0'17'0,"0"0"-17"0,0 0 1 0,0 0-2 15,0 0 2-15,0 0 2 16,0 0 1-16,0 0 3 16,0 0-2-16,0 0 2 15,0 0 3-15,0 0-5 0,25 5-3 16,-17-3 0-16,1 1-2 16,0 0 2-16,7-3-2 15,4 0 0-15,2-6 2 16,3-11 6-16,10-8 1 15,6-11-2-15,6-8-2 16,11-7-1-16,8-7-1 0,11-5-1 16,5-5 1-16,5-2-2 15,1-2-10-15,-5 1-49 16</inkml:trace>
  <inkml:trace contextRef="#ctx0" brushRef="#br0" timeOffset="6668.9">4005 8372 72 0,'4'0'1'0,"6"3"-5"0,3-3 1 0,4 0 3 0,4 0 3 16,6-5 1-16,4-12 1 16,9-7 2-16,6-10-2 15,9-11-3-15,8-6 3 16,2-9-3-16,4-1-15 15,-4-2-12-15,-3 5-2 0</inkml:trace>
  <inkml:trace contextRef="#ctx0" brushRef="#br0" timeOffset="7073.71">4140 9402 119 0,'0'0'-15'0,"0"0"17"0,28-53 2 15,-12 25 0-15,7-8 2 16,6-5-1-16,4-9-1 15,7-4-3-15,6-4 2 16,4-4-1-16,2-1-1 0,2-1-9 16,-3 0-20-16</inkml:trace>
  <inkml:trace contextRef="#ctx0" brushRef="#br0" timeOffset="7943.72">5997 10258 74 0,'0'0'15'0,"0"0"-7"0,0 0 3 0,23-58 2 15,-4 15-5-15,8-11-3 16,7-12-4-16,13-14-1 16,2-11-26-16</inkml:trace>
  <inkml:trace contextRef="#ctx0" brushRef="#br0" timeOffset="9615.62">3455 11407 16 0,'0'0'17'0,"0"0"-2"0,0-3-2 16,0 3-5-16,0 0 0 0,-2-1 0 16,2 1-2-16,0 0-3 15,0 0-2-15,0 0-1 16,0 0 0-16,0 0-1 16,0 0-1-16,0 0 2 15,0 0-2-15,4 4 1 0,-1 0-1 16,2 2 5-16,1-2-3 15,-1 1 0-15,-1-1 1 16,1-3 0-16,4 2 1 16,-4-3 0-16,5 0-1 15,-1 0 1-15,3-1 1 0,-1-8 2 16,4-4 0-16,3-7 3 16,2-5 1-16,5-10 6 15,1-7 3-15,6-5-1 16,2-8-1-16,1-3-2 15,3-5 3-15,0-1-4 0,3 3-3 16,-1 0-5-16,0 7-3 16,-4 8 0-16,-1 8 2 15,-6 7-2-15,-4 7-2 16,-5 8-19-16,-9 5-24 16,-1 5-37-16</inkml:trace>
  <inkml:trace contextRef="#ctx0" brushRef="#br0" timeOffset="10034.64">3641 11430 89 0,'0'0'6'0,"45"-74"-1"0,-13 16 4 0,14-12-1 15,12-15-3-15,9-12-3 16,10-6-1-16,6-11-1 0,3-7-22 15</inkml:trace>
  <inkml:trace contextRef="#ctx0" brushRef="#br0" timeOffset="16425.09">20708 6881 42 0,'0'0'7'0,"-3"-2"1"0,3 1-5 0,0-2-1 16,-2 0-1-16,2 3 0 15,0-4 1-15,0 4-1 0,0-3 1 16,0 2 0-16,0-1 1 16,0-1 2-16,0 3 3 15,0-3 0-15,0 1-3 16,0 0-2-16,0-1 2 16,2 1-4-16,4-3-2 15,-1 3 2-15,1 0-1 0,4-1 0 16,-5 3 1-16,4-3-2 15,-4 2 2-15,1 1-1 16,0 0 1-16,1 0-1 16,-1 0 0-16,4 0 0 15,-2 0 0-15,3 0-1 0,1 0-1 16,-1 0 1-16,3 3 1 16,-1 1 0-16,-1 0-1 15,-1 3-1-15,0 0 2 16,0-1-1-16,-4 0 1 15,1 1 1-15,-1 2-1 0,0-4 2 16,0 2-2-16,-2 0 0 16,2 0 0-16,1 1 1 15,-2-1-1-15,1 1 1 16,-1-1-1-16,1 2 0 16,1-1 0-16,-2-1 0 0,0 3 1 15,1-1-1-15,-2-2 0 16,2 4 0-16,-4-2 0 15,1 1 1-15,0 1 0 16,0-1-1-16,-3 0 0 16,1 0 0-16,0 3 0 0,0-3 1 15,0 1-1-15,1 0 0 16,0 0 0-16,-1 1 0 16,0 0 1-16,0 0-1 15,-1 1 1-15,0 1-1 16,-1 2 0-16,0 0 1 0,0 2 0 15,0-1 0-15,0 3 1 16,0-1-4-16,0 1 4 16,-3-1-2-16,-2 1 1 15,-1 3 0-15,-1-2 1 16,3 2 0-16,-4 0 1 0,1 1-1 16,0 1 1-16,2 2-2 15,-2-2 0-15,3 3 0 16,-1-3 0-16,2 1-1 15,0-2 1-15,1 0 0 16,1-1 1-16,1 3 1 16,0-2-2-16,0 0 0 0,0 0 1 15,1 0 0-15,4 0-1 16,1 2 0-16,-1-2 0 16,3 0 0-16,-1-3 0 15,3 1 2-15,2-2-1 16,2-1 1-16,-1-3 1 0,3 0 0 15,0-3 0-15,2-2 0 16,2-4 2-16,2-1-2 16,1-2 2-16,-2-1-2 15,2-3 0-15,-1 1-1 16,-3-1 1-16,-4 0-2 0,0 0 0 16,-3 0-1-16,-4 0 0 15,-3 0 0-15,-2 0 0 16,1 0-1-16,-4 0 1 15,0 0-1-15,0 0-5 16,0 0 4-16,0 0 1 0,-4 4 1 16,-1 1-1-16,0 0 0 15,-2 1 1-15,1 1-1 16,-5 0-1-16,3 2 1 16,1-2 0-16,-2 4-1 15,1-1 1-15,0 3 0 0,3-3-1 16,-1 6 0-16,-1-1 0 15,1 4 1-15,1 2-1 16,0 2 1-16,-3 1 0 16,0 3 0-16,2 0 0 0,1 0 0 15,-1 0 0-15,2 0-1 16,3 0 1-16,-1 0 0 16,2 2 0-16,-2 1 0 15,1 2 0-15,-1 0 0 16,0 1 0-16,0 5-2 15,0-2 1-15,1 1 1 16,-3 0-2-16,2 1 2 0,0 3-1 16,-1 2 0-16,1-1-1 15,0 5 1-15,0-1 2 16,-2 1-1-16,-1-2 1 16,2 1-1-16,-2-1 0 0,0 0 1 15,2-1-1-15,-3 0 0 16,2 2 1-16,0-1-1 15,-1-1 0-15,0 0 0 16,2-1 0-16,-5 2 0 16,0-3 1-16,-2 0-1 0,-1 2 1 15,0 0 3-15,1 2 0 16,0-2-1-16,3-1 0 16,1 0 1-16,4 0-1 15,2 0-1-15,0-1 0 16,0 1 0-16,0-1-1 0,1-2 2 15,2 0-3-15,1 1 1 16,-3-4 0-16,0 2 0 16,-1-3-1-16,0 0 1 15,0 2 3-15,-3-2 8 16,-3-1 1-16,3 2-5 16,-2 0-3-16,2 0-1 0,1 1-1 15,1-1-2-15,-1 3 1 16,-2 1-2-16,0 0 4 15,0-1 5-15,-2 0-1 16,1-2 0-16,-1-2 2 16,0-1-3-16,-2-2 0 0,-1 0-1 15,1 1-3-15,1 1-1 16,-5 5-1-16,-1 0 3 16,-3 4-4-16,-5 1-1 15,-8 5-8-15,-3 1-4 16,-9 5-2-16,-3 1-6 0,-10-1-16 15,-7-5-44-15,-8-10-98 16</inkml:trace>
  <inkml:trace contextRef="#ctx0" brushRef="#br0" timeOffset="22608.92">20591 6848 1 0,'5'-4'5'0,"-2"-1"-2"0,0 1 5 0,0 0 2 15,-1 1 1-15,0-1-1 0,-2 1 2 16,0 0-1-16,0 2-5 16,0-2 0-16,0 3-4 15,0-3 0-15,0 2 0 16,1-1 3-16,1 0-2 15,0 0-1-15,5-1-1 16,-3 3 0-16,0-3 0 0,5 2 0 16,-2 0 0-16,4 0-1 15,0 1 0-15,1 0 2 16,-1 0-2-16,2 0 0 16,-2 0 0-16,-1 0 0 0,2 0 0 15,1 2-2-15,0 3 2 16,1 0 0-16,1 1 0 15,1 1 0-15,-1 0 0 16,1 1 0-16,-1 1 0 16,1-1 0-16,-3 1 0 15,-4-2 0-15,1 4 0 0,-2-1 2 16,-1 2-2-16,2-2-2 16,-4 1 2-16,3 3 0 15,-2-1 0-15,1-2 2 16,1 3-2-16,0-2 0 15,-3-1 1-15,0 1-1 0,0-1 0 16,0 0 1-16,-2-2-1 16,1 2 1-16,-2-1 0 15,-1 1 0-15,0 2-1 16,-1 1 0-16,0 0 0 16,0 4-1-16,0 0 2 15,0 3 0-15,0-1 0 0,-2 0 0 16,0 4-1-16,-3-4 1 15,2 1-2-15,-1-1 0 16,0 0 4-16,0-1 0 16,0-1-2-16,1 4 0 0,1 0-1 15,-2 2 1-15,3 1-1 16,1 2 1-16,0 2 0 16,0 0 0-16,1 1 1 15,7-1-1-15,-1 0 1 16,6-2 2-16,0-3-2 15,3-4 3-15,2-2-2 0,0-1 3 16,4-1-1-16,-2-3 2 16,3-2-2-16,2-1 1 15,-2-3-2-15,3 0-1 16,-1-2 1-16,-1-1-1 16,0-4-2-16,-3 0 1 0,3 0 0 15,-6 0-1-15,-2-2 2 16,-2-1-3-16,-3-1 2 15,-1-1-2-15,-3 0 1 16,-2 1-1-16,-2 4 1 16,-1-3-1-16,-1 2 1 0,-1 1-1 15,0 0 0-15,0 0-3 16,0 0-3-16,0 0 2 16,0 0 6-16,-3 4-3 15,0 2 2-15,0 2-2 0,0 2 2 16,-2 0 0-16,2 4-1 15,-1 2 0-15,0 0 0 16,1 2 0-16,1 2 0 16,-2 1 0-16,2 1 0 15,0 2 0-15,0 1 1 16,0 1-1-16,0 2 0 0,-3-1 0 16,2 2 0-16,-2-1 1 15,0 1-1-15,-1 2 0 16,0 0 0-16,1 1 0 15,0 3 0-15,1 0 2 16,-1-1-2-16,1 2 0 0,-6-1 0 16,4 2 0-16,-3-1 0 15,1 1 0-15,-2 2 1 16,0 2-1-16,0 1 0 16,1 2 2-16,-2 2-2 15,-2 0 0-15,0 1 1 0,0 4-1 16,0 0 1-16,2 4-1 15,1-3 0-15,0-1 1 16,1 0 0-16,3-1-1 16,1-6 1-16,-1 3-1 0,1-2 1 15,0 1 0-15,1 0 0 16,-2 1 1-16,0 0-1 16,-4 3 1-16,1 0-1 15,-2-1 0-15,-5 3 1 16,-1 1-1-16,-1 1 0 15,-1-1 0-15,1 1 4 0,-1 0-1 16,3-1 1-16,0 1-1 16,0-1-2-16,3-3-1 15,-2 0 0-15,1-3-1 16,3-5 1-16,-3 1 0 16,1-2 1-16,2 0 4 0,-4 2-2 15,3-1 1-15,0 0 0 16,2-1-4-16,3 1 2 15,-1-2-1-15,0 0 4 16,2 1-5-16,1-3 2 16,-1 2 1-16,2 0-3 15,1-3 4-15,-2-1-1 0,0-1-1 16,1-2-1-16,2-1 1 16,-4 0-2-16,1 0 1 15,1 1 2-15,-5-2-1 16,4 4 2-16,-2 1 0 0,1 1 0 15,-3-1-1-15,1 3 0 16,0 2-2-16,-5 0 0 16,2 4 1-16,-2-1 0 15,1 1 0-15,-1-2-1 16,-1-2 0-16,2-3 3 0,0-4-1 16,0-1 1-16,0-3 1 15,0-2-4-15,0-1-1 16,0-1-1-16,-2 1 1 15,-1-2-1-15,-3 3 0 16,-3-1 0-16,-1 2 0 0,-7 2 0 16,-4 1-4-16,-5 2-9 15,-5 5-8-15,-14 1-2 16,-15 0-21-16,-17-6-85 16</inkml:trace>
  <inkml:trace contextRef="#ctx0" brushRef="#br0" timeOffset="24682.54">20556 6983 50 0,'0'0'9'0,"0"0"8"0,0 0-1 0,0 0-5 15,-18-41-2-15,18 32-4 16,0 1-2-16,4-2 0 16,1 1-2-16,2-1 1 15,-1 2 1-15,1-2 2 16,0 3 1-16,1 1-2 0,-1 0-3 16,2 4 0-16,2 1-1 15,-1 1 0-15,0 0-1 16,2 0 1-16,2 3 0 15,-1 6 0-15,2-1 0 16,1 5 0-16,4 1-1 16,-3 1 1-16,2 5 0 0,2-1 0 15,-2 4 0-15,-2 1 0 16,-1 2 0-16,-2 1 0 16,-5 1 0-16,0-1 0 15,0 3 0-15,-1 3 0 0,-1-2 0 16,2-1 1-16,-1 4-1 15,2-6 0-15,0 2 0 16,3-2 1-16,-1 1-2 16,4-1 2-16,-2 2-1 15,4 1 0-15,-1 2 0 16,3-2 0-16,4 0 0 0,1-3 1 16,1-4-2-16,4-4 2 15,-2-5-1-15,-1-5 1 16,-2-2-1-16,-5-4 1 15,-4-2 5-15,-2 0 5 0,-3-1-2 16,-1 1-5-16,1-1-3 16,-4 6-1-16,-1-1 0 15,-2 4-1-15,-3 5 1 16,-1 4-1-16,-2 8 1 16,-12 7 1-16,-8 13-1 0,-5 5 1 15,-6 10 1-15,-4 9-2 16,0 6 0-16,-2 3 1 15,4 2-1-15,2-1 0 16,6-4 0-16,5-3 0 16,4-9 0-16,3-2 0 15,2-8 0-15,4-2 1 0,3-4-1 16,-2-2 0-16,3 2 1 16,2-1-1-16,1 3 0 15,0 2 0-15,2 2 0 16,-1 3 0-16,0 3 1 15,0 3-2-15,-1 1 1 0,1 2 1 16,0-3-2-16,1 1 2 16,-2-1-1-16,2-2 0 15,0 1 1-15,-4 1-1 16,-3 4 1-16,-2 3 0 0,-4 6 1 16,-5 4 10-16,-1 3 1 15,-3 1 2-15,-1 3-7 16,2-1-2-16,3-1-1 15,-1 1-2-15,2 1-1 16,-5-1 0-16,3-2 0 16,-3-3 0-16,0-1-1 0,-4 0 1 15,-1-1 3-15,-3-2 0 16,-5 1 2-16,-1 5 0 16,-5 0-4-16,-3 0-1 15,-3-1-1-15,-2-3 0 16,-7 2-2-16,-5-1 1 0,-10 3-6 15,-12 4-13-15,-19 6-16 16,-17 3-58-16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7:55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16154 6544 24 0,'5'6'13'0,"3"-6"-14"0,4 0 10 0,2 0 18 15,2 0-14-15,8-10 11 16,3-7 0-16,5-7 2 16,7-7 4-16,6-5-5 0,8-7-11 15,8-1-5-15,7-1-6 16,2-1-1-16,4 4 3 15,-3 2-2-15,-7 6-57 16,-15 5-71-16</inkml:trace>
  <inkml:trace contextRef="#ctx0" brushRef="#br0" timeOffset="688.92">16046 8788 134 0,'0'0'4'0,"0"0"-7"0,0 0 3 0,0 0 4 16,44-5 8-16,-21-14 9 16,9-11-1-16,10-9-6 15,10-7-4-15,11-8-7 0,7-4 1 16,4-2-1-16,6-1-13 16,-5-1-81-16</inkml:trace>
  <inkml:trace contextRef="#ctx0" brushRef="#br0" timeOffset="1379.7">16070 10917 66 0,'0'0'-6'0,"0"0"17"0,0 0-5 16,0 0 0-16,0 0-1 15,0 0 1-15,0 0 0 16,0 0 0-16,-14-37 2 0,14 33 0 15,0 4 4-15,0 0-8 16,0 8-8-16,0 5 2 16,0 4 6-16,0 5-1 15,6-3 2-15,0 0-2 16,1-4 1-16,3-7-3 0,4-8 1 16,4-5 6-16,9-20 18 15,11-14 3-15,8-13-9 16,10-10-13-16,8-10-2 15,5-3-1-15,3-2-1 16,-5 6-28-16,-7 9-72 16</inkml:trace>
  <inkml:trace contextRef="#ctx0" brushRef="#br0" timeOffset="2185.11">16049 13130 16 0,'0'0'17'0,"0"0"1"0,0 0-5 0,0 0-7 16,0 0 8-16,0 0 1 16,0 0-10-16,0 0 16 0,0 0-10 15,0 0 10-15,0 0-13 16,0 0 3-16,-16-19-10 15,16 19-1-15,0-1 1 16,-1 1-2-16,1 0 0 16,0 0 4-16,0 0-3 0,0 2-3 15,0 9 2-15,2 0 22 16,3 5-14-16,2 0-4 16,1 2-1-16,1-1-2 15,-1-3 1-15,2-1 0 16,1-4-1-16,1-5 0 15,6-4 1-15,-1-9 2 0,10-19 6 16,3-19 11-16,13-18-7 16,9-23-5-16,10-20-4 15,14-20 2-15,11-11-3 16,11-1 1-16,2 1-7 0,2 11-91 16</inkml:trace>
  <inkml:trace contextRef="#ctx0" brushRef="#br0" timeOffset="5553.2">18075 5935 38 0,'-5'-9'8'0,"1"3"12"0,0-3-4 15,-3 2-6-15,4-1 1 0,1 1 0 16,0 0-3-16,-1-1-1 15,2 2-1-15,0-1-2 16,1 3 1-16,-1-1-1 16,1 1-2-16,0 1 0 0,1-1-1 15,6 3 0-15,0-1-1 16,5-1 0-16,1-1 0 16,1 4 1-16,2-1-1 15,3 1 0-15,-2 0 0 16,4 0 0-16,1 0 2 15,3 0-2-15,-1 1 0 0,3 6 0 16,0-1 1-16,2 2-1 16,0 1-1-16,0 3 2 15,0 3-2-15,1-3 1 16,-3 4 0-16,-1 3-2 16,-4 1 0-16,-2 3-1 15,-2 2 0-15,-5 5 1 0,-2 2 1 16,-1 1-1-16,-5 4 2 15,-3 3 0-15,-2 2 0 16,0 1-1-16,-4 5 1 16,-6 4-1-16,1 1 2 0,-1 0-1 15,-2 1 1-15,3 0-1 16,2 1 2-16,-1 2-2 16,0 3 1-16,1 0 0 15,1 2 1-15,-2 3-1 16,0 3 0-16,1 5 2 15,1 2 1-15,-4 3 1 0,0 9 5 16,1 2 1-16,0 4-2 16,-4 1-1-16,2 8-4 15,1 3 4-15,3-3-1 16,0 2 0-16,4 1-2 16,3-3 0-16,0-1-1 15,4-6 0-15,8 0 0 0,1-4-1 16,5-4 0-16,-1-3 1 15,2-4 0-15,3-3 0 16,-2-5 0-16,2-6 1 16,-3-3-1-16,-2-5-1 0,-1-4 0 15,-7-5-3-15,-3-3-2 16,-3-2-2-16,-3 1-3 16,0-2 1-16,-8-2-1 15,-7 2-1-15,-2 2 2 0,-4 3 4 16,-2 4 1-16,-3 6 0 15,-2 3-1-15,0 5 0 16,-1 8 2-16,0 7 1 16,2 3 1-16,0 4 3 15,4 7 3-15,4 2-3 16,1 4 2-16,7 1-4 0,-3 3 0 16,7 2 1-16,3-1-2 15,4 1 0-15,0 2 0 16,2-2 0-16,9 2-1 15,5 2 0-15,1 0-1 0,2-1 1 16,2 1 1-16,3 0-1 16,-4-2 0-16,2-2-1 15,-3 2 1-15,0-4-1 16,-1-3 0-16,-3-1 0 16,0-2 0-16,0-3 0 15,-2-4 0-15,-1 3 0 0,-2 2 1 16,-1-3-1-16,-2-3 1 15,-5-2 0-15,-1-2-1 16,-1-5 1-16,0-4-1 16,-3 0 2-16,-10-4-2 15,0-2 0-15,-3-5 0 0,-5-4 0 16,-1-6 1-16,-2-9-1 16,-1-7 0-16,-2-6 0 15,-1-6 3-15,-4-6 5 16,-1-3 2-16,-4-5 1 15,-2-1-6-15,-2-4 1 0,-4-3-1 16,-4-4-2-16,-4-1-1 16,-5-1-1-16,-3 1-1 15,-6-2-11-15,-4 0-18 16,-5 0-41-16,0-14-80 16</inkml:trace>
  <inkml:trace contextRef="#ctx0" brushRef="#br0" timeOffset="7117.75">17887 5878 50 0,'0'4'3'0,"-4"-1"21"0,0 0-6 16,1-3-4-16,0 0 5 16,1 0 13-16,2 0-12 15,0 0-4-15,0-6-8 0,0-1-2 16,8 0-5-16,4 0-1 16,5-2-1-16,2-2-3 15,4 1-4-15,4 0 5 16,4 4-2-16,0-2 3 15,3 5 0-15,2 3 1 0,-1 0-1 16,-3 6 1-16,-2 11-1 16,-4 4 0-16,-2 6 0 15,-9 9 0-15,0 6 1 16,-5 8 0-16,-2 5 1 16,-2 9 0-16,-4 6 1 0,-2 6-1 15,0 6 2-15,0 4 0 16,0 9-1-16,-6 5 0 15,-1 5 0-15,0 4-1 16,-2 6 2-16,-3 5-2 16,-1 1 0-16,0 3 0 0,0 2 0 15,5 0 0-15,3-2-2 16,4-3 1-16,1-4 1 16,5-7-2-16,12-6 1 15,5-9 2-15,6-11-2 16,5-8 1-16,5-10 0 0,3-9 0 15,3-11 1-15,3-7 0 16,-2-5 3-16,-2-8-1 16,-2-3 1-16,-5-5-1 15,-6-1-2-15,-6-1-1 16,-9-2 0-16,-2 0 0 16,-7 3-1-16,-4 3 0 0,-2 4 0 15,-4 6 1-15,-10 7 1 16,-4 4-1-16,-4 10 0 15,-3 6 0-15,-4 4 1 16,0 9 0-16,-3 5-1 16,1 6 0-16,-1 5 2 0,0 7-2 15,3 6 0-15,2 7 1 16,1 7 2-16,1 8-1 16,4 5-2-16,6 5 1 15,-1 2 0-15,9 2-1 0,-1 4 0 16,5-5 0-16,3 5 0 15,-1 2 0-15,1 1 0 16,0 3 0-16,0 1 0 16,0 2 1-16,0 2 3 15,0 2 2-15,0 0-1 0,0-1 3 16,4-2 1-16,4-3-5 16,1-5-3-16,0-3 0 15,4-4 1-15,0-8-2 16,1-2 1-16,0-3-1 15,-1-4 2-15,-2-5-2 16,-2-4 0-16,-5 0 0 0,-4-5 1 16,0-6 0-16,-13-1 3 15,-9-3-2-15,-9-4 1 16,-9-4 1-16,-11-1-1 16,-10-3-1-16,-7-5 0 15,-9-4-1-15,-10-5 1 0,-7-4-2 16,-7-4-2-16,-6-7-13 15,-8-6-21-15,-7-11-28 16</inkml:trace>
  <inkml:trace contextRef="#ctx0" brushRef="#br0" timeOffset="15484.87">17733 5790 91 0,'0'0'1'0,"0"0"2"0,17-37-2 0,-5 25 0 16,-1 0 1-16,5 1-2 16,-1 1 0-16,6-1 1 15,2 2-1-15,0 2 0 0,4 2 1 16,0 3-1-16,2 2 0 15,-2 0 0-15,2 5 0 16,-2 8-1-16,0 4 1 16,-3 4-1-16,1 4 1 15,-2 4-2-15,1 2 2 16,-3 2 2-16,1 4-2 0,-2 4 1 16,2 5 0-16,-6 3-1 15,1 4 2-15,-4 4 1 16,-3 1 0-16,1 6-1 15,-9 3 1-15,-1 2 0 16,-1 5 1-16,0 3-1 0,-8 5-1 16,-3 2 0-16,-2 3 0 15,-1 1 0-15,-1 6-1 16,1 2 0-16,1-1 0 16,0 0 0-16,1 3 0 15,0 0 0-15,1-4-1 0,1 0 0 16,1-1 0-16,-2 1 0 15,6-6 1-15,-1-5-2 16,6-4 2-16,0-7-1 16,6-5 1-16,8-7 1 15,3-7 2-15,2-4-3 0,3-7 1 16,2-6 0-16,-1-5 0 16,2-6-1-16,-1-7 4 15,3-2 2-15,-5-3-2 16,1-6 0-16,1-1-1 15,-5-2 0-15,0 0-2 0,-1-1-1 16,-7 1 0-16,-2 1-1 16,0 1 0-16,-5 1-4 15,-4 5-6-15,0 4-1 16,-6 6 9-16,-12 5 2 16,-7 7 4-16,-8 6 1 0,-6 9 0 15,-7 6 0-15,-3 7 0 16,-3 7 0-16,-2 4-2 15,2 10 2-15,-1 5-2 16,6 4 0-16,1 5 1 16,3 3-1-16,5 8-1 15,5 3 0-15,2 8 0 0,3 8 0 16,3 8 1-16,4 8-1 16,-1 8-1-16,3 7 0 15,-1 7 0-15,2 6-1 16,-1 8 0-16,-1 6 1 15,3 5 0-15,0 0 1 0,2 5-2 16,5 2 0-16,-1-4-4 16,2-2-10-16,2 2-9 15,-1-3-8-15,1-2 7 16,-5-7 0-16,-3-4 7 16,-5-6 9-16,-7-7 8 0,-4-6 3 15,-10-1 5-15,-10-1-1 16,-12 5-3-16,-16-1-6 15,-18 2-71-15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8:26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13746 1472 66 0,'0'0'9'0,"0"0"1"0,0 0-6 15,0 0-2-15,0 0 1 16,0 0-3-16,0 0 1 16,0 0-1-16,0 0 2 15,0 0 1-15,0 0 5 0,0 0-4 16,0 0-2-16,38-21 0 15,-38 21-1-15,2 0-1 16,0 0 3-16,-1 0 0 16,1 4 1-16,1 3-3 15,2-2 0-15,-2-1 0 0,1 5 2 16,1-2-2-16,-1 1 1 16,1-1 1-16,-1 0 0 15,0-2 1-15,-1 0-1 16,3 1-1-16,-1-3 0 0,0 1-1 15,1-3 5-15,-1-1-1 16,1 0-3-16,3 0 4 16,2-1 5-16,0-9-2 15,3-3 2-15,2-2 0 16,4-3-2-16,2-3-4 0,2-4 8 16,3-2-5-16,2-3 1 15,0-1-1-15,3 2 1 16,-1-2-2-16,2 1-2 15,-3 2 0-15,0 1-3 16,-1 4 0-16,-2 3-2 16,-2 3 0-16,-2 3 0 0,-3 0 0 15,0 5 0-15,-5 1 0 16,-1 6 0-16,-3 2-16 16,-7 0-23-16,-4 5-40 15,0 7 10-15</inkml:trace>
  <inkml:trace contextRef="#ctx0" brushRef="#br0" timeOffset="723.77">13840 1526 50 0,'0'0'0'0,"0"0"2"0,0 0 0 0,0 0-3 16,0 0-7-16,0 0-11 15,0 0 5-15,0 0 11 16,-38-34 4-16,37 27 1 0,-1 2 10 16,0-3-1-16,0 3-7 15,2 0-3-15,-1 1-1 16,0 1-3-16,0 2 1 15,0-2 2-15,1 3 1 16,-1 0 4-16,0 0 16 0,1 0-2 16,0-1-6-16,0 1-13 15,0 0 1-15,2 0 0 16,2 0-1-16,0 1 1 16,0 6-1-16,0 2 2 15,2 2 0-15,-3 2 3 0,0 1-1 16,2-4 0-16,-1 1-1 15,1-1-1-15,2-1-1 16,-2-5 1-16,1-1 1 16,1-2 2-16,1-1 1 0,2 0 7 15,2-11 6-15,3-5-1 16,4-4-3-16,6-6-2 16,-2-6-3-16,6-2-3 15,6-3 0-15,-2-3-1 16,4-2-2-16,2 1-3 15,2 0 0-15,-1 2 1 16,-3 5-3-16,0 1 1 0,-6 8 1 16,-4 5-3-16,-5 7-7 15,-11 6-27-15,-7 7-20 16,-4 0-8-16</inkml:trace>
  <inkml:trace contextRef="#ctx0" brushRef="#br0" timeOffset="1267.22">13788 1434 27 0,'0'0'10'0,"0"0"12"0,0 0-5 0,0 0-9 16,0 0 0-16,0 0-5 15,0 0-3-15,0 0 1 16,0 0-1-16,0 0 1 16,0 0-1-16,-4 41 0 15,8-31 2-15,0 0-1 0,1 0 0 16,-1 0 2-16,1 0 2 15,2-4 0-15,-2-2 8 16,3-3 5-16,-2-1-9 16,5 0 3-16,2-13 13 15,5-8 15-15,3-6-26 16,6-8-2-16,7-8 2 0,6-5-3 16,9-9-4-16,5 0-6 15,7-5 0-15,5-4-7 16,-1-6-101-16</inkml:trace>
  <inkml:trace contextRef="#ctx0" brushRef="#br0" timeOffset="41339.76">2188 5509 0 0,'0'0'4'0,"0"0"-1"0,0 0 3 16,0 0 14-16,0 0-3 16,0 0-3-16,0 0 0 15,0 0-3-15,0 0-8 0,0 0-1 16,0 0 0-16,0-2-2 16,2 1 1-16,3 0-1 15,0 0 0-15,-1 0 0 16,1 1 0-16,1-1 0 15,1-1 0-15,2 1 0 16,-2-1 0-16,3-2 2 0,1 3-2 16,3-2 0-16,-3 0-2 15,5 1 4-15,-1 0-2 16,1-1 0-16,0 3 0 16,2-2 0-16,-1 1 0 15,0 0 0-15,1-1 0 0,-1 1 0 16,2-1 0-16,-2 2 0 15,3-3 1-15,-2 2-1 16,0 0 1-16,0-1-1 16,-1 2 0-16,2 0 0 0,-4 0 1 15,3 0-1-15,-3 0 0 16,1 0 0-16,3 2 0 16,-2 0 0-16,3 2 0 15,-2-2 0-15,2 1 1 16,1-1-1-16,0-1 0 15,0-1 0-15,1 0 1 0,3 0 1 16,-1 0 0-16,1 0 0 16,2 0 0-16,-3 0-1 15,1 0 0-15,-1 0 0 16,1 0 0-16,-2 0 0 16,3 0 1-16,-1 0-1 0,2 0-1 15,-1 0 1 1,3 0 0-16,0 0 0 0,1 0-1 15,1 0 0-15,-2 0 0 16,0 3 1-16,0 1-1 16,0 0 0-16,0-1 0 15,0 0 0-15,1-2 0 0,3-1 1 16,0 0 0-16,1 0 0 16,2 0 0-16,1-1 1 15,-2-2 1-15,0 0-2 16,-4 2-1-16,1 1 1 15,-5 0-1-15,-1 0 0 0,-2-1 1 16,1 1-1-16,-2-2 1 16,0 2 1-16,0 0 0 15,-2-1 1-15,1 1-3 16,-4 0 1-16,4 0 0 0,-6 0-2 16,-1 0 2-1,-3 0 0-15,1 0 2 0,-2 0 4 16,-6 0-2-16,4 0 0 15,-7 0-1-15,1 0-3 16,1 0 0-16,-2 0 0 16,0 0 0-16,2 1 0 0,-3 2-1 15,-1-3-28-15,0 0-84 16</inkml:trace>
  <inkml:trace contextRef="#ctx0" brushRef="#br0" timeOffset="43516.63">9262 5017 13 0,'0'-3'20'0,"0"1"-14"0,0-1 4 16,0-3 3-16,0 3-2 15,1 0-3-15,-1-2 1 16,0 2-2-16,0 0-4 15,0 3 0-15,0-1-2 0,0-2-1 16,0 3 0-16,1 0 2 16,0 0-2-16,0 0 0 15,2 0 0-15,-1 0 0 16,0 0 1-16,1 0-1 0,1 0 1 16,1 4-1-16,-1 0 1 15,1 2-1-15,1-2 1 16,-3 2 1-16,1-2-1 15,0 0 0-15,1-1-1 16,-1 0 1-16,1-3 0 0,1 0 3 16,3 0 3-16,3-4 1 15,-1-7-2-15,5-4-1 16,3-4 1-16,2-4 1 16,2-4 2-16,4-3 3 15,2-3-2-15,4 1 3 16,-2-2-2-16,2 1 1 0,3 0-2 15,-6 3-3-15,1 0-1 16,-3 5-4-16,-3 2 0 16,-5 3-2-16,0 3 1 15,-5 3-1-15,-1 4 0 16,-3 3 1-16,1 3-1 0,-3 1-1 16,0 3 0-16,-1 0-4 15,-1 11-26-15,-2-2-47 16,-5-3-17-16</inkml:trace>
  <inkml:trace contextRef="#ctx0" brushRef="#br0" timeOffset="45109.78">2535 6195 37 0,'-5'-3'10'0,"-1"0"9"0,3 0-6 0,-1 3-5 16,0-3-3-16,4 3 0 16,-3 0-2-16,3 0-1 15,0 0 0-15,0 0-2 16,0 0 0-16,3 0 0 16,3 0 0-16,1 2 0 15,2 2 0-15,4-1 0 0,1 0 0 16,4-2 0-16,-1 2 0 15,1-2-1-15,1 1 1 16,2-1-1-16,2 1 1 16,-1 0-1-16,5 1 1 15,-3 0-1-15,5 1 2 0,-2 1-1 16,4-1 0-16,-3 0 1 16,5 0-1-16,-2 1 0 15,1-2 1-15,-1 1-2 16,2-1 2-16,-1-2-1 0,2 2 0 15,1-3 0-15,1 0 0 16,2 0-1-16,0 0 0 16,3 3 1-16,-2 1 1 15,-1 0-1-15,-2-1 0 16,-3 2 0-16,4-1 1 16,-4-2-1-16,3 1 0 15,-3-3 0-15,3 0 0 0,-3 0 0 16,1 0 0-16,1 0-3 15,-1 0 2-15,2-4 2 16,-2 0 3-16,1 1 1 16,1-1-4-16,0-1 1 0,7 1-1 15,-4 4 0-15,6 0-1 16,-2 0 1-16,-3 0 1 16,-7 0-48-16</inkml:trace>
  <inkml:trace contextRef="#ctx0" brushRef="#br0" timeOffset="46435.27">9631 5892 67 0,'-2'-4'9'0,"0"-2"6"0,2 1-4 16,-3 0-1-16,2 1-1 16,-1 1-4-16,0 0-1 15,2 2 2-15,0-2-3 16,-2 3 2-16,2-1-4 0,0 1 0 16,0 0-3-16,0 0-2 15,0 0 2-15,0 0 4 16,0 4-1-16,2 0 0 15,2-1-1-15,2 1 0 16,-1 1 2-16,3-1-2 0,-2 0 1 16,2-1-1-16,-2 0 1 15,1-2-1-15,-1 1 0 16,2-2-2-16,-4 0 3 16,2 0 0-16,3 0 1 15,0-6 0-15,3-4 5 0,-2 0 1 16,7-4-3-1,-2-2-2-15,5-4 1 0,1-1 1 16,-1-4 1-16,4-1 4 16,5-4 0-16,-2-1 1 15,2 0 4-15,0-1-2 16,1 1-3-16,-1 1-1 0,-2 1 2 16,0 4 1-16,-2 0-7 15,0 6-2-15,-5 2-3 16,0 3 1-16,-3 3-1 15,0 3 1-15,1 4-2 16,-5 4 1-16,-4 0-18 0,-6 0-57 16</inkml:trace>
  <inkml:trace contextRef="#ctx0" brushRef="#br0" timeOffset="155002.48">11723 8216 141 0,'0'0'4'0,"0"0"2"0,0 0-3 0,0 0-3 16,0 0 0-16,0 0 3 15,0 0 1-15,0 0 0 16,0 0-1-16,0 0 1 0,2-6-3 16,5 3 0-16,0-1-1 15,2 1 0-15,2 0 0 16,-1 2 0-16,3-2 0 16,-2 3 0-16,2 0 0 15,0 0-1-15,-4 0 1 0,2 0 0 16,-1 0 0-16,0 3 0 15,-3 1 1-15,2 3-1 16,0 2 0-16,-2-1 0 16,2 2-1-16,-4 1 1 15,3 1 1-15,-4 2 0 0,-1-2-1 16,3 2 0-16,-1 0 0 16,-4 0 0-16,1 0-1 15,0-1 1-15,-2 3 0 16,0-3 0-16,0-1 0 15,0 4 2-15,-4-3-1 16,0 2-1-16,-3-2 1 0,1 4-1 16,0-1 1-16,1 1-1 15,-2 1 1-15,-2 2 1 16,3 0-2-16,1 3 0 16,1 0 1-16,-3 2-1 15,3 3 0-15,1 1 0 0,-1-1 0 16,0 1 0-16,3-1 0 15,1 0 1-15,0-1-1 16,0 1 1-16,5-2-1 16,2 1 1-16,4-1-1 15,2 1 1-15,3-6-1 0,-3 1 2 16,3-4 0-16,-1 1 2 16,-1-5-3-16,-1-3 1 15,-1 0-1-15,-1-2 0 16,-6-2 0-16,1-3-1 15,-2 3 1-15,-2-2-1 0,-2 2 1 16,0 0-1-16,0 0 5 16,-6 4-5-16,-3-1 0 15,-2 4 0-15,1 3 0 16,2 2 1-16,-3 5-1 16,2 2 0-16,0 5 0 0,0 2 1 15,0 4 0-15,0 5-1 16,2 2 0-16,1 2 0 15,-3 2 0-15,4 0 1 16,0 3-1-16,4-2 0 16,0 0 1-16,1 1-1 0,0-2 2 15,2 1 2-15,3-1 2 16,0-1 0-16,1 1-2 16,1-1-1-16,-3 3-1 15,3-2 0-15,-3 3 0 16,1 0-1-16,2-1-1 15,-4 1 2-15,1 0-2 0,-2-1 1 16,0 1-1-16,0-3 0 16,-1-2 0-16,0-1 1 15,0-1-1-15,0-3 1 16,-1 1-1-16,0-1 1 0,0-2-1 16,0 1 1-16,0-1 1 15,0-1 2-15,-1 0 2 16,-2 1-3-16,1-1 0 15,-2-1-2-15,1 1 0 16,0-2 1-16,-1-2-2 16,0-1 1-16,-1-3-1 0,1-1 1 15,-2 0-1-15,1-2 1 16,-2 0-1-16,-2-2 0 16,1-1 0-16,1 0 0 15,-4 1 0-15,0-3 0 16,2 1 0-16,-5-2 0 0,3-1 1 15,-5-3-1-15,1 0 1 16,-1-1 0-16,0-2 1 16,0-2-1-16,-3 0 1 15,-3 0-1-15,1-2 1 16,-1-2 0-16,-5 0-2 0,0 1 1 16,-4-2-2-16,-6-3-7 15,-5-4-65-15</inkml:trace>
  <inkml:trace contextRef="#ctx0" brushRef="#br0" timeOffset="157196.79">141 9308 31 0,'1'0'15'0,"0"0"-14"0,2 0 0 16,-3 0 1-16,2 0-1 16,0 0 2-16,2 0 3 0,-1 4 0 15,3-2-1-15,-1 0 0 16,0 1-2-16,3 0 1 15,-3 3-1-15,3-2-1 16,0 0 1-16,3 2 0 16,-3-2 2-16,2 3-2 0,1-2-1 15,-2 0 1-15,4 1-2 16,-2 0 0-16,-2 1-1 16,1-2 1-16,-2 1-1 15,-1 0 1-15,1-2-1 16,0 3 0-16,-2-4 0 0,1 3 1 15,1-1-1-15,0 0 0 16,-2-2-1-16,1 1-8 16,-3-2-12-16,0-1-15 15</inkml:trace>
  <inkml:trace contextRef="#ctx0" brushRef="#br0" timeOffset="157901.78">313 9278 8 0,'0'0'25'0,"0"0"-18"0,0 0-7 0,0 0 0 16,0 0 1-16,0 0 0 15,0 0 1-15,0 0 0 16,0 0 4-16,0 0 6 16,0 0 0-16,-2 17 0 15,-3-10-3-15,-1-1-3 0,2 2-2 16,-1 1-2-16,0-2-1 16,1 3 0-16,1 0-1 15,-1 1 2-15,-2-2-1 16,1 5 2-16,-2-1 3 15,0 0-3-15,1-1 0 0,-3 3 0 16,0 0-2-16,2-1-1 16,-2-1 1-16,1-1-1 15,3 0 1-15,-2-4-1 16,3 0 1-16,-1-4-1 16,3 2 0-16,2-5 0 0,0 2 0 15,0-3-1-15,0 0-12 16,2 0-18-16,3-3-10 15</inkml:trace>
  <inkml:trace contextRef="#ctx0" brushRef="#br0" timeOffset="158441.54">442 9369 74 0,'0'0'8'0,"0"0"2"0,0 0-5 0,0 0-3 16,0 0-1-16,0 0 0 15,0 0 0-15,0 0 0 0,0 0 2 16,0 0 0-16,0 0-2 16,33 0 3-16,-27 0-1 15,1 0 3-15,-1-1-4 16,-1-1 0-16,4 2-2 15,-4 0 1-15,1 0 0 16,-2 0-1-16,0 0-2 0,-4 4-16 16,0 2-14-16</inkml:trace>
  <inkml:trace contextRef="#ctx0" brushRef="#br0" timeOffset="159452.43">192 9562 66 0,'0'0'3'0,"0"0"2"0,0 0 5 0,0 0 5 15,0 0-2-15,0 0-5 16,0 0-3-16,0 0-1 15,0 0-4-15,0 0 4 16,0 0 4-16,8 24 3 16,-4-24-1-16,0-4-1 0,3-3-3 15,-1 0-1-15,2-1-2 16,-4-3 0-16,0 0-1 16,1-2 0-16,-3 0 2 15,0-2-2-15,0-1-1 16,0 1 0-16,-2-4-1 0,1 3 1 15,1 0-1-15,0 0 1 16,0 2-1-16,-2 1 0 16,3 3 0-16,-3 1 0 15,0 4 0-15,0 2 0 16,0 1 0-16,0 2-3 0,0 0-7 16,0 0 7-16,0 0 1 15,0 0 2-15,0 2 0 16,0 2 0-16,0 2 0 15,0-1 0-15,0 3 1 16,0 3-1-16,0 0 1 0,0 2-1 16,-3 4 1-16,3 0 0 15,0 0 1-15,0-1 1 16,0 1 3-16,0-4 0 16,5 1-1-16,-1-3-1 15,3-1-1-15,-1 0 2 0,1 0-2 16,5-3-1-16,-6 2-1 15,3-4 0-15,-1 1 1 16,0-1-2-16,1-2 0 16,-1-1 0-16,2-2-38 15,-4 0-22-15</inkml:trace>
  <inkml:trace contextRef="#ctx0" brushRef="#br0" timeOffset="159666.16">319 9243 158 0,'0'0'8'0,"0"0"18"0,0 0-14 0,0 0-8 0,0 0-4 16,0 0-8-16,0 0-64 15,0 0 58-15,0 0-34 16</inkml:trace>
  <inkml:trace contextRef="#ctx0" brushRef="#br0" timeOffset="159978.76">440 9417 123 0,'0'0'-1'0,"0"0"7"16,0 0-1-16,0 0 12 0,0 0 6 15,0 0-10-15,0 0-4 16,0 0-5-16,8-5 0 15,2-3-2-15,3 3-1 16,1-2 1-16,0 2-1 16,0 1-1-16,1 1 1 0,-1 3-1 15,-2 0-4-15,-1 0-29 16,-3 0-19-16,-2 0-25 16</inkml:trace>
  <inkml:trace contextRef="#ctx0" brushRef="#br0" timeOffset="160185.22">554 9532 140 0,'0'0'25'16,"0"0"-15"-16,0 0-11 0,0 0 5 15,0 0 2-15,0 0-5 16,0 0 3-16,0 0-3 15,34 2 1-15,-18-4-2 16,-1-2-2-16,1-2-46 0,-1-1-42 16</inkml:trace>
  <inkml:trace contextRef="#ctx0" brushRef="#br0" timeOffset="160732.79">809 9390 58 0,'0'0'1'15,"0"0"1"-15,0 0 12 16,0 0 18-16,0 0-4 0,0 0 2 16,0 0-9-16,0 0-8 15,2-34-4-15,-2 27-4 16,0-3-1-16,0 2-2 15,0-1 0-15,0-1-1 16,-2-1 2-16,2 0 3 0,-2 2 2 16,0-1 1-16,-1-1-4 15,1 2-2-15,2 0-2 16,-2 2-1-16,0 1 1 16,2 1-1-16,-2 2 0 15,2 2 0-15,0 1-1 0,0 0-8 16,0 0-3-16,0 2 8 15,0 7 6-15,0 0-2 16,0 2 1-16,2 2-1 16,2 1 1-16,-2-2-1 15,3 3 0-15,-1-1 0 0,2-1 0 16,0 0 0-16,0 2 1 16,1-3-1-16,-1-1 0 15,0 2 0-15,0 1 0 16,1-4 0-16,-3 1 0 15,0-2-2-15,2 4-10 0,-6-3-8 16,2-2-7-16,-2 2-4 16,0-3 7-16,0-1 5 15,0 1 1-15,0-1 0 16,-8-2 3-16,2 2-1 16,-1-2 0-16</inkml:trace>
  <inkml:trace contextRef="#ctx0" brushRef="#br0" timeOffset="160896.92">792 9548 34 0,'0'0'30'0,"0"0"0"16,0 0-10-16,0 0-9 0,0 0-7 15,0 0-4-15,0 0 7 16,0 0 12-16,0 0-3 16,0 0-2-16,27-6-1 15,-8 2-5-15,4-2-5 16,1-2-2-16,4-5-15 0</inkml:trace>
  <inkml:trace contextRef="#ctx0" brushRef="#br0" timeOffset="162431.57">3293 9450 76 0,'0'0'8'0,"0"0"3"0,0 0-7 15,0 0-3-15,0 0 0 16,0 0 0-16,0 0-1 16,0 0 1-16,0 0-1 0,-30 40 0 15,30-33 0-15,0-3 0 16,0 0 0-16,0-2 3 16,0-2 1-16,2 0 8 15,7-3 6-15,5-11 7 16,3-5-8-16,6-6-9 0,6-5-5 15,5-6-1-15,7-4-1 16,3-2-4-16,-2-5-77 16</inkml:trace>
  <inkml:trace contextRef="#ctx0" brushRef="#br0" timeOffset="163165.03">5827 9344 88 0,'0'0'-3'0,"0"0"3"0,0 0 1 0,0 0-1 16,0 0 0-16,0 0 1 16,0 0 0-16,18 38 2 15,-13-33 3-15,1-3 4 16,0-2 6-16,4 0-1 16,1-6 10-16,7-9-4 0,2-8-7 15,9-7-6-15,10-7-3 16,7-6-3-16,8-5-1 15,2-6-7-15,2 0-112 16</inkml:trace>
  <inkml:trace contextRef="#ctx0" brushRef="#br0" timeOffset="163592.31">8652 9500 41 0,'0'0'0'0,"49"-12"4"0,-29 5-3 0,0-3 0 0,-1 2-2 16,-6 0 1-16,-4 0-2 16,0 1 2-16,-4 1 2 15,1 1 0-15,-4 0 1 16,-2-2-4-16</inkml:trace>
  <inkml:trace contextRef="#ctx0" brushRef="#br0" timeOffset="163897.57">8750 9461 83 0,'0'0'12'16,"0"0"14"-16,0 0-7 0,0 0 2 15,0 0-10-15,0 0 6 16,0 0 7-16,32-54-9 16,3 14-5-16,10-9-5 15,7-5-4-15,8-7-1 16,5-3-10-16,-4-4-120 15</inkml:trace>
  <inkml:trace contextRef="#ctx0" brushRef="#br0" timeOffset="164837.01">11157 9434 22 0,'0'0'3'0,"0"0"17"0,0 0 5 0,0 0-6 0,0 0 14 16,0 0 0-16,0 0-3 15,0 0-20-15,0 0-9 16,0 0 1-16,0 0-1 15,37-41 1-15,-22 27-2 0,3-5 0 16,4-5 0-16,9-6-1 16,12-8 0-16,6-11-11 15,13-14-38-15,6-14-70 16</inkml:trace>
  <inkml:trace contextRef="#ctx0" brushRef="#br0" timeOffset="171550.77">6178 12438 8 0,'0'-3'1'0,"0"0"1"0,0-1 1 0,0 3 0 0,0-1 7 16,-2-1 9-16,0 2 1 16,-3-3-1-16,2 4-9 15,-1-2-5-15,0 2-2 16,-1-1-3-16,1 1 0 0,0 0-1 15,-4 0 1-15,4 0 1 16,-3 0 0-16,1 0-3 16,-2 0 3-16,2 0 4 15,-2 1 1-15,3 1-1 16,-3 1-4-16,0-1 3 0,1 1-1 16,-1 0-1-16,-1 1-2 15,-1 1 3-15,0-1-1 16,1 2-2-16,-3-1 0 15,1 4 0-15,-2-2 1 16,-3 1 0-16,1 1 1 0,-1 2-1 16,1-1 0-16,-3 0 0 15,2 1-1-15,0-2 0 16,2 1 0-16,-1-1 0 16,2-2 0-16,1 3 0 15,-1-2 3-15,0-1-2 0,4 3 2 16,0 0-2-16,-1 0-1 15,4 1 0-15,0-1 0 16,1 2 0-16,1-1 0 16,0 1 0-16,2 2-1 15,-2 3 1-15,2 1 0 0,-2 4 0 16,1 0 0-16,1 2 0 16,-2 0 0-16,2-1 1 15,0-1-1-15,2-1 0 16,0 0-1-16,0-1 1 15,0 0-1-15,0-2 0 16,0 1 2-16,0-2-1 0,0-3 0 16,0 4-1-16,4-3 1 15,-2 0 0-15,0 1 0 16,1 1 1-16,1 0-2 16,-2 0 1-16,2-1 0 15,-2 1 0-15,1-2 1 0,0 0-1 16,-1-1 0-16,0 0 0 15,0 0 0-15,0 2 0 16,0-5 0-16,1 3 0 16,1-1 0-16,-2 0 0 15,2 0 0-15,2-1-3 0,0 0 1 16,1-1 4-16,-1 1-2 16,2 0 1-16,-4 0-1 15,3-1 0-15,-3 1 0 16,1 0 0-16,1 1 0 15,1-1 0-15,0 0 0 0,0 1-3 16,3-2 3-16,0-1-1 16,-2 0 1-16,3 0 0 15,1-1-1-15,-1-2 1 16,3 0 0-16,-3-1-1 16,0-1 2-16,3 2-3 0,-1-1 3 15,2 0-1-15,-1 0 0 16,0 0-1-16,1 0 1 15,1 0 1-15,1 1-1 16,-1-1 1-16,1 1-2 16,2-2 1-16,0 1-2 0,4-2 3 15,-2 1 0-15,3 0 0 16,0 0 0-16,3 0-1 16,0 2 1-16,0-1 1 15,0 0-2-15,-1-1 0 16,2 1 0-16,1-2-4 15,2-1 5-15,0 2-3 0,0-1 3 16,5 0-1-16,0-1 0 16,-1 0 0-16,3-2 1 15,1-1-1-15,-2 0 1 16,1 0 1-16,-2 0-2 0,0 0 1 16,2 0-1-16,0 0 1 15,0 0-1-15,-2 0 0 16,1 0 0-16,0 0 0 15,-1 0 0-15,1 0 0 16,-3 0 0-16,1 0 1 0,1 0-1 16,1 0 0-16,0-1 1 15,1-2-2-15,-4 2 1 16,1 0 1-16,-2 1-1 16,-3 0 0-16,1 0-1 15,0 0 1-15,0 2 0 16,3 2-1-16,2-2 1 0,0-1-1 15,2-1-2-15,-2 0 0 16,1 0 2-16,2 0 0 16,-6-3 1-16,3-2 0 15,-2 0 2-15,3 2 1 16,1 1 0-16,3 1-2 0,1 1 1 16,1 0-2-16,3 0 1 15,-3 0-1-15,4-2 0 16,-3 0 0-16,2 0 1 15,-2 0-2-15,1-1 1 16,-1 0 0-16,-1 0 0 0,-1 1 2 16,0 0 2-16,2-1 1 15,2 1-2-15,1 0 0 16,2-1-1-16,0 3 0 16,1 0-2-16,-2 0 1 15,0 0 0-15,-2 6-1 16,2-2 1-16,-4 3-1 0,4-4 1 15,-2 1 0-15,1-2-1 16,-4-1 0-16,4-1 0 16,-3 0 0-16,1 0 0 15,0-4 0-15,2-2 0 0,-1 1 0 16,0-1 1-16,0 0 2 16,0 1 2-16,2 0 1 15,0 1 2-15,4 3-6 16,2 1-1-16,2 0 0 15,2 0-1-15,-4 4-11 0,-1 2-30 16,-8-1-33-16</inkml:trace>
  <inkml:trace contextRef="#ctx0" brushRef="#br0" timeOffset="173585.52">6014 12335 111 0,'0'0'4'0,"0"0"7"0,0 0 2 0,-2-2-5 0,2 2-6 16,-2-3-2-16,0 3 1 15,2 0-1-15,0 0 1 16,-2 0-1-16,2 0-2 15,0 0-8-15,-2 0 9 0,2 2 0 16,0 1 0-16,0-1 1 16,0 1-3-16,2-1 2 15,2-1-1-15,4 0 4 16,0-1-2-16,3 0 1 16,3 0 0-16,1 0-1 15,3 0 1-15,2 0-2 0,2 0 1 16,1-1 0-16,2-3 1 15,1 0 0-15,1-1 1 16,2 2 0-16,0-1 2 16,0 3 0-16,2-1-2 15,0 1 0-15,3 1-1 0,-2 0 0 16,6 0 0-16,-2 0 1 16,2 3-1-16,3-2-1 15,2-1 1-15,2 0-1 16,-2 0 0-16,3 0 0 0,-2-1 0 15,2-5 1-15,1 2 1 16,2-5 3-16,1 2 2 16,2 0 1-16,-2 0-1 15,4 0-1-15,-4-1-2 16,5 3-1-16,1 2-2 16,2 0 1-16,-2 3-1 0,2 0 1 15,-1 0-1-15,2 0 1 16,3 3-2-16,-2 2 1 15,5-3-1-15,3-1 0 16,1-1 0-16,2 0 0 16,-2 0 0-16,2 0 0 0,-2-5-1 15,0-1 1-15,-1 2 0 16,0 0 0-16,-1 2 0 16,0 0 0-16,2 2 0 15,3-2 0-15,-2 1 0 0,1-2 0 16,2 0 0-16,1 0-1 15,2-1 2-15,0 0-1 16,0 2 0-16,0 2 0 16,2 0 0-16,-2 0 0 15,0 0-1-15,-2 0 0 16,-4 3 0-16,-1-3 1 0,0 0 0 16,-1 0 0-16,-2 0 0 15,-3-4 0-15,0-2-2 16,-1 2 2-16,-2 0 0 15,-2 1 0-15,1 1 0 16,-4 2 0-16,1 0 0 16,-2 0 0-16,-4 2 0 0,-2 5 0 15,-1 0 0-15,-3 4-3 16,-1-1-7-16,-2 0-1 16,-2 2 1-16,-1-1 3 15,-6 0 1-15,-1-1 1 0,-4 0 4 16,-4 1 1-16,-1-2-1 15,-5 1 2-15,-3 1 5 16,-3 1 2-16,0 3 1 16,-3 1-6-16,0 5 0 15,-4 3-2-15,-1 2 0 0,1 1-1 16,-2 4 3-16,-2-1-3 16,0 0 0-16,0-1 1 15,0-1-1-15,0-1 1 16,0-2 2-16,0 4 4 15,0-2-3-15,0 1-2 16,4 3 1-16,0 2-3 0,4 4 1 16,-1 1-2-16,1 5-2 15,2 1-1-15,-3 0 1 16,3 0-2-16,-5-3 4 16,4-1 2-16,-5-4 1 15,3-3-2-15,-3-1 3 0,3-4-3 16,-2 1 0-16,0-4 0 15,1 1 0-15,-4-4 0 16,0 1 0-16,-2-6 1 16,0 3-1-16,0-3 0 0,0 0 1 15,-4 0-1-15,-5-1-2 16,-2-3 6-16,-1 0-1 16,-2-1 7-16,-1-3 6 15,-2 1 0-15,-1-2-6 16,-4 1-3-16,1-1-6 0,-3 1 0 15,-3-1 0-15,0-1 0 16,-2 2-1-16,-6 2-1 16,-1 3-7-16,-7 1-41 15,-2 0-37-15,-4 1-38 16</inkml:trace>
  <inkml:trace contextRef="#ctx0" brushRef="#br0" timeOffset="174860.45">9700 12596 61 0,'0'-2'10'0,"0"2"23"0,0 0-12 0,0-1-13 16,0 1-5-16,0 0-1 16,0 0-3-16,0 0 0 15,0 0 1-15,0 0 0 16,2 0 0-16,-2 7 2 15,1-4-2-15,0 3 2 0,0-1 0 16,1 2 1-16,2 0-2 16,-1-2 0-16,0-1-1 15,1 0 0-15,0-2 0 16,0-2-2-16,1 0 2 16,3-5 8-16,2-5 16 0,-2-4-2 15,3-6-4-15,3-2 2 16,0-4-6-16,1-4-1 15,0-1-6-15,2-2 0 16,-2 2-3-16,1 0-2 16,-1 5 0-16,-1 5 0 0,-3 4-1 15,1 3 0-15,-3 8-1 16,1 3-16-16,-3 3-46 16,-2 0-66-16</inkml:trace>
  <inkml:trace contextRef="#ctx0" brushRef="#br0" timeOffset="176286.04">10500 12577 1 0,'0'-1'33'0,"0"-2"6"0,0 3-10 0,0-1-11 0,0-2-11 15,0 2-6-15,0-1-1 16,0 2 0-16,0-1-2 15,0 1 1-15,0-1 1 16,0 1 1-16,0-2 0 16,0 2 5-16,0 0 6 0,0 0-5 15,0 0-8-15,0 0 1 16,0 0 1-16,3 0-2 16,1 0 1-16,0 0 1 15,-1 0-2-15,0 4 1 16,1 0 0-16,-2-1 0 0,0 3 0 15,1-2 1-15,-1 0-2 16,2 2 3-16,-2-3-1 16,0 1 0-16,1 0-1 15,1-1 0-15,-1-1 0 16,1-2 0-16,-2 1 0 16,1-1-1-16,3 0 1 0,-2 0 7 15,1-3 3-15,4-4 2 16,0-4 1-16,1-1-3 15,3-3-3-15,0-1-3 16,2-3-2-16,1-2 2 0,2-3-2 16,-1 0 0-16,4-2-1 15,-1-3 2-15,-2 2-3 16,4 1 1-16,-6 1 1 16,4 3-1-16,-4 2 0 15,-6 6-2-15,0 3 0 0,1 2-8 16,-6 6-12-16,-1 3-17 15,-4 0-18-15</inkml:trace>
  <inkml:trace contextRef="#ctx0" brushRef="#br0" timeOffset="177032.24">10490 12601 15 0,'0'0'1'0,"0"0"0"0,0 0 3 0,0 0 1 0,0 0 2 15,0 0-3-15,0 0-1 16,0 0-1-16,0 0-2 15,0 0 2-15,0 0 1 16,38 31 3-16,-32-31 3 16,0 0 0-16,2 0 1 0,-2-5 0 15,1-1 2-15,1-3 2 16,4-2 2-16,-1-3 2 16,2-1-2-16,3-4-5 15,1-5-2-15,1-1 2 16,3-4 5-16,2-5-2 0,-2-3 0 15,4-1 1-15,-2-1-2 16,0-2-5-16,0 4-5 16,-4 2-2-16,-2 4 0 15,-1 5 0-15,-3 6-1 16,-5 6 0-16,0 5 0 16,-5 5-1-16,1 1-3 0,-2 3-9 15,0 0-4-15,0 4 10 16,-2 4-4-16,2 1-21 15,-2-3-34-15</inkml:trace>
  <inkml:trace contextRef="#ctx0" brushRef="#br0" timeOffset="-180542">1965 6939 171 0,'0'0'-14'0,"0"0"33"0,0 0-2 0,0 0-8 16,0 0-5-16,0 0-1 15,-40-33-3-15,30 30 1 16,-3 2-3-16,-1 1-6 16,-1 0-8-16,-3 0 4 0,-3 0 0 15,-2 4 10-15,0 1 3 16,-2-1 0-16,-1-1-1 16,-1 1 1-16,0 0-1 15,-4 2 0-15,0-2 0 16,-4 5 0-16,-2-1-1 0,-1 2 1 15,-4 2-2-15,-3 2 1 16,0 1-1-16,-2 1 4 16,1 0-2-16,2 2 3 15,0 2 2-15,0 1 1 16,1 5-2-16,1 1-3 0,-1 4 0 16,5 3-1-16,0 2 0 15,3 1 1-15,1 2-1 16,5 1 0-16,2-1 0 15,2 2 0-15,5 0 0 16,5 1 0-16,4 0 0 0,1-3-1 16,6-2-3-16,2-3-3 15,2-1 1-15,0-4-3 16,4-3 3-16,6 1 3 16,0-3 3-16,4 1 0 15,4-4-1-15,-1 3 2 0,4-4-1 16,3 1 0-16,3-2 0 15,7-2 2-15,1 0-1 16,5-3-1-16,3 0 2 16,4-1 0-16,0-2 1 15,2-1 2-15,3-1-1 0,2-2 0 16,4-3-2-16,0 0 1 16,-1-2-2-16,3 1 1 15,1-3-1-15,-1 0 1 16,1 0-1-16,3 1 0 15,-1-1 0-15,-1 4-1 0,1-1 1 16,-2 0 1-16,4 1-1 16,-2 2 0-16,-1 0 0 15,1 1-1-15,-1-2 0 16,3 1 1-16,0-3-1 16,-1 0 0-16,1-3 1 15,0 0-1-15,0 0 1 0,1 0-1 16,0-3 0-16,-3 0 1 15,1-1-1-15,-1 4 1 16,-2-1 1-16,1 0 1 16,1 0 1-16,1 0-1 15,1 1 0-15,-1 0 1 0,1 0-2 16,2 0 0-16,-4 0-1 16,2 0 1-16,-2 0-1 15,-1 0 1-15,1-3 0 16,-1 1-1-16,1 0 0 15,0 0-1-15,-3 2 1 0,0 0-1 16,-1 0 0-16,3 0 0 16,-4 0 1-16,4 0 0 15,2-1-1-15,2-1 0 16,-1 0 1-16,0-1-1 16,2-2 0-16,-2 0 0 0,2-2 0 15,0 1 1-15,-2-1 0 16,-1 0 4-16,2 1 2 15,0 0 0-15,-1 3-2 16,4-1-2-16,1 1 0 16,1 2-1-16,0 0-1 0,0 1 1 15,2 0-2-15,-2 0 0 16,-2 0 1-16,-1 0-1 16,-5 0 0-16,-1-5 1 15,-2-2-1-15,-3-5 1 16,-4-3 0-16,2-5 3 0,-7-5 5 15,-2-4-1-15,-6-2 1 16,-3-4-2-16,-4 2-3 16,-6-2 2-16,-5 2-3 15,-4 0 1-15,-5-1 1 16,-3 1 2-16,-4 1-4 0,-6-4 1 16,0 2-1-16,-2-3-2 15,-10 0 0-15,-3-1-1 16,-6 1 0-16,-1-3 0 15,-2 0 0-15,-5-1-1 16,0 0 1-16,-7 0-1 0,0-2-2 16,-4 2 2-16,-2 1 1 15,-3 1-1-15,2 4 0 16,-4-1-2-16,-1 4 2 16,-2 0-1-16,-1 2 1 15,-1 0 2-15,-3 3-2 16,0 1 3-16,-1 1-3 0,-1 2 0 15,-3 1 0-15,-3 4 2 16,-1 1-2-16,-2 2 1 16,-3 3 0-16,2-2 0 15,-2 5 0-15,-4 1 0 16,3 1 2-16,1 1-2 0,-1 4 2 16,-2 0-1-16,1 2-1 15,2 0 0-15,-3 0 0 16,-1 0-2-16,3 1 2 15,0 2 0-15,1-1 0 16,-4 1 1-16,-1-2-2 0,0 3 1 16,1-1 1-16,-2 1-1 15,2 2 0-15,-1-2 0 16,2 3 0-16,2-1 1 16,0 0 0-16,0 0-2 15,3 0 1-15,-1 2 0 0,1 0 0 16,-1 2-2-16,1 0-4 15,-2 2 6-15,0 1 0 16,0 2-1-16,-2-1 1 16,2 0 4-16,3 2-3 15,-1-3 0-15,0 1 0 16,1-1-1-16,1-1 1 0,3 2 0 16,-1-3-1-16,1 1 0 15,1 1 2-15,1 1 0 16,0 0 0-16,1 1-2 15,5 0 0-15,4-2 1 0,3 3 1 16,4-1-4-16,8 4 1 16,3 1-1-16,1-2-40 15,0-4-78-15</inkml:trace>
  <inkml:trace contextRef="#ctx0" brushRef="#br0" timeOffset="-179836.66">5776 6997 127 0,'0'7'-5'0,"0"-1"6"0,0-2 0 0,0 2 1 0,2-2 0 15,0-4 3-15,1 0 2 16,5-4 30-16,8-15 13 16,8-16-24-16,17-16-14 15,13-15-5-15,15-19-3 16,20-13-3-16,10-12-2 0,9-10-43 15,9-9-107-15</inkml:trace>
  <inkml:trace contextRef="#ctx0" brushRef="#br0" timeOffset="-178121.08">11732 8142 94 0,'0'0'9'0,"0"0"18"16,0 0-3-16,0 0-7 0,0 0-2 0,-38-23-1 16,34 18-4-16,0 2 5 15,0-2-5-15,2 1-4 16,0 1-3-16,2-1-2 0,0-1 1 15,0 0-2-15,2 2-3 16,3-2 6-16,2 3-6 16,0-2 6-16,3 2-2 15,0 2-1-15,0 0 0 16,0 0-1-16,3 0-1 0,-2 6 0 16,-2 3-2-16,1 2 1 15,0 0 1-15,-1 5 0 16,-2 4 1-16,0 1 1 15,-1 6-2-15,-5 4 2 16,1 2 2-16,-2 5-2 0,0 1 0 16,0 1 0-16,-5 2 1 15,-6 1-2-15,0-2 2 16,2 4 1-16,0-2-1 16,-2 2 0-16,6 1 0 15,1-2 0-15,4-3 0 0,0 0 0 16,0-1-1-16,2-6 1 15,6 2-1-15,4-1 0 16,1-1 1-16,3-1-1 16,0 0 0-16,2-4 1 15,-3-2-1-15,2-1 0 16,-2-5 0-16,1-4 0 0,-3-3 0 16,-1-3 1-16,0-3-1 15,-3-1 0-15,-4-3 0 16,0-1 1-16,1-1 1 15,-4-1-2-15,-2-1 1 16,0 0 2-16,0 0 8 0,0 0-8 16,0 0-3-16,-4 0-1 15,-1 0-2-15,-2 4-2 16,-3 5 1-16,3 1 2 16,-3 7 3-16,-1 4-1 15,0 6 0-15,2 6 0 0,-2 5 1 16,1 8-2-16,0 3 2 15,3 5-1-15,-1 6 0 16,3 2 0-16,-1 2-1 16,0 6 1-16,2 1 0 15,2 1-1-15,-2 5 0 0,2 0 0 16,1-5 1-16,1 3 0 16,0-3 0-16,0 1 0 15,0 0 1-15,3-2-1 16,5 1 0-16,-3 0 0 15,2 1-1-15,-2-1 2 0,-1-2-1 16,0-6 0-16,-4 0 1 16,0-7-1-16,0-5 0 15,0-4 0-15,-2-5-1 16,-5-3 1-16,-4-3 1 16,2-5-3-16,-4 0 3 0,-5-4 0 15,1-1-1-15,-4-1 0 16,-2-5 1-16,-3 3 0 15,-2-5 3-15,0-1 4 16,-1-1-4-16,-2-4 3 16,-4-2-2-16,2-2 0 0,0-4 0 15,1-3-1-15,1-2-1 16,4 0-3-16,3-3-4 16,0-10-12-16,3-1-20 15,-2-6-59-15</inkml:trace>
  <inkml:trace contextRef="#ctx0" brushRef="#br0" timeOffset="-175334.45">9873 4702 114 0,'0'0'7'0,"0"0"13"0,0 0 0 0,0 0-11 15,0 0-7-15,0 0 1 16,0 0-1-16,0 0 1 16,0 0 4-16,0 0-1 15,-36-7 0-15,36 4-2 16,0 0 1-16,0-1-4 0,0 0 1 15,0-2-2-15,3-1 2 16,3 1-1-16,1 1-2 16,1-2 1-16,0 2 1 15,2-2 0-15,-1 3-1 16,-1-1 0-16,2 1 0 0,-1 3 0 16,0 0 0-16,0-1-1 15,0 2 0-15,1 0 2 16,0 0-1-16,1 0 0 15,0 0 0-15,3 3-1 16,-4 2 1-16,2 1 0 0,3 0 0 16,-3 1 0-16,1 2 0 15,-4 1-1-15,0 1 0 16,0 0-1-16,-5 2 1 16,1 1-1-16,-3 2 2 15,0-1 0-15,-2 2-1 0,0 1 4 16,0 0-2-16,0 2-1 15,0-1 0-15,-2 0 2 16,-2 3 0-16,-2 0 2 16,1 0 1-16,-2 2-2 15,2 1-1-15,1-1-1 16,-3 2 0-16,1-1 1 0,-1 1-2 16,2-2 0-16,3 2 0 15,-3-1 1-15,3 1-1 16,2 1 0-16,0-1 2 15,0-1-2-15,1 2 1 16,7-3-1-16,-1 0 0 0,4-2 1 16,-2 0-1-16,2-2 1 15,0-3-2-15,0-1 2 16,2-4-1-16,1-2 0 16,0-1 1-16,0-3 0 15,0-2 1-15,1 0 0 0,-1-4 0 16,-1 1 0-16,-1-1 0 15,0 0 0-15,-5 1-1 16,-1 0-1-16,-3-1 0 16,0 2 0-16,-2 2-4 15,-1-1-7-15,0 5 5 0,-2 1 4 16,-3 1 1-16,-3 1 2 16,3 3-1-16,-4 1 2 15,4 1-2-15,-1 0 0 16,2 3 0-16,1 2 0 15,-4 0 1-15,3 3-1 0,1 2 0 16,-1 2 0-16,-2-2 0 16,3 0 0-16,1 2 0 15,-2-3 0-15,1 0 0 16,1 0 0-16,1 2 2 16,0-1-2-16,1-1 0 0,0 1 0 15,0-2 0-15,0 1 0 16,0-3 0-16,0 3 1 15,0-2-1-15,-1 1 1 16,-1-1-1-16,-4 0 0 16,-1 2 1-16,-4-1-1 15,-1-2-2-15,-2-1 5 0,-3-1 0 16,2-3 0-16,-7 1 1 16,1-2-1-16,-3-2-2 15,0-2-1-15,-1-4 1 16,0-2-2-16,0-6-4 0,4-3-37 15,0-16-66-15</inkml:trace>
  <inkml:trace contextRef="#ctx0" brushRef="#br0" timeOffset="-174153.07">9705 4647 112 0,'0'-9'1'0,"0"2"3"0,0 0-1 0,4 1-1 16,1 2-1-16,-2 0 0 15,5 1-1-15,-2 1 0 16,5 1 0-16,1 1 0 0,1 0 0 15,3 0 0-15,-1 0 0 16,4 4 0-16,-2 2 0 16,2 3 0-16,-1 2 0 15,1 0-1-15,-3 3 1 16,-3 0-1-16,1 2 1 0,-1 1 2 16,-2 0-2-16,-3 3 1 15,-2 0 2-15,0 2 2 16,-5 0-2-16,1 5 2 15,-2-1 1-15,0 1-1 16,0 2 1-16,0 2-4 0,-1 1 0 16,-3-1 1-16,-4 2-3 15,3 0 1-15,-4-2 0 16,2 1 0-16,3 0 2 16,-2-1-2-16,5-1-1 15,1 2 1-15,0-3-1 0,0-1 1 16,7-2 0-16,1-3 0 15,4-5 0-15,-1-2-1 16,2-4 0-16,1-4 2 16,-1-3-1-16,1-2-2 15,-1-3 5-15,1 0-1 0,-6 0 1 16,1 0-2-16,-4 0-1 16,-1 0 1-16,-1 0-1 15,-1 0-2-15,-2 0-2 16,0 0 1-16,0 7 3 15,-2 2-2-15,-3 2 2 0,1 3 1 16,3 6-2-16,-1 3 2 16,0 2-2-16,0 5 1 15,2 2-1-15,0 3 0 16,0-1 0-16,0 2 0 16,0-1 0-16,4-1 2 0,0 0-2 15,4-1 0-15,-3-2 0 16,1 3 0-16,-2-1 0 15,0-2 1-15,-1 1-1 16,-1 1 0-16,0-3 1 16,-2 0-1-16,0-3 1 0,0 0 1 15,-7-3 1-15,-1-4 5 16,-3 1 2-16,-5-4 4 16,-2-1-2-16,-2-2-4 15,-4-1 0-15,-1-2-3 16,-1-2 0-16,1-3-1 15,0-3-1-15,-2-2 0 16,2-1 1-16,1 0-3 0,6-7 1 16,-2-4-2-16,3-4-9 15,7-2-24-15,1-2-35 16,5-6-115-16</inkml:trace>
  <inkml:trace contextRef="#ctx0" brushRef="#br0" timeOffset="-173313.06">10605 5503 56 0,'3'-1'3'0,"-3"-1"2"0,0 1 0 0,0-1 0 16,0 2 6-16,0 0 4 15,0-1-1-15,0 1-2 16,0-1-3-16,0 1 2 16,0 0-2-16,0 0-3 15,0 0-5-15,0 0-1 16,0 0 1-16,0 2-1 0,2 4 0 16,-1-2 0-16,1-1 2 15,2 0-2-15,-2 1 0 16,0-1 1-16,1-2 0 15,1 1-1-15,0-1 1 16,0-1-1-16,2 0 2 0,2 0 0 16,1-4 2-16,5-4-1 15,-1-2 1-15,3-2-2 16,1-1 3-16,3-2 0 16,3-2 1-16,-1-3 3 15,5 0-1-15,0-1 0 0,0-2 0 16,2 0-1-16,0 2 0 15,0-2-2-15,0 2 4 16,1 0-2-16,-1 1-1 16,-3 0 0-16,1 3 2 15,-3 0 2-15,-1 1 1 0,-6 3-1 16,-1 1 1-16,-2 3-4 16,-1 2 0-16,-6 0-2 15,1 2-2-15,0 3-1 16,-4-1-2-16,-2 3 0 15,1 0-2-15,1 0-1 0,-2 4-12 16,0-1-27-16,-2-1-53 16</inkml:trace>
  <inkml:trace contextRef="#ctx0" brushRef="#br0" timeOffset="-170283.89">10480 12629 37 0,'0'0'33'0,"0"1"-18"0,0-1-11 0,0 2 1 15,0-1 1-15,0 0 4 16,0 2-4-16,0 0-1 16,0 0-3-16,5 2-2 15,-3-2 1-15,-1 0-1 0,2 1 0 16,2-2 1-16,-3-1-1 15,3-1 2-15,1 0 0 16,3 0 4-16,1-3 3 16,4-8-4-16,3-4 3 15,3-3 0-15,1-6 0 16,5 0 2-16,1-4 2 0,2-4 5 16,6-3-2-16,-3-4-3 15,7-2-4-15,0 0-5 16,-1 0-2-16,0 1 0 15,-3 6-1-15,-2 4 0 16,-5 7 0-16,-4 5 0 0,-5 5-1 16,-4 6-2-16,-7 7-14 15,-2 0-34-15,-6 0-18 16</inkml:trace>
  <inkml:trace contextRef="#ctx0" brushRef="#br0" timeOffset="-169635.68">10454 12650 61 0,'0'0'9'0,"0"0"7"0,0 0-7 16,0 0-4-16,0 0-2 0,0 0-2 15,0 0 1-15,0 0-1 16,0 0-1-16,0 0 4 16,0 0 1-16,26 27 2 15,-18-27 0-15,2-2 2 16,1-8 0-16,5-2-2 16,0-5 6-16,4-3 1 0,3-3-6 15,3-4 0-15,2-3-1 16,3-1 1-16,2-5 0 15,-1-1 0-15,1-1-2 16,0 1-3-16,-6 3-2 16,0 4-1-16,-8 4 0 0,2 6 0 15,-6 5-1-15,-3 5-6 16,-5 9-22-16,-3 1-27 16,-4 0-5-16</inkml:trace>
  <inkml:trace contextRef="#ctx0" brushRef="#br0" timeOffset="-167393.86">23630 12198 41 0,'-1'0'22'0,"0"0"-13"0,1 0 6 0,0 0-5 16,0 0-5-16,0-1-5 15,0-2-2-15,1 0-2 16,4 2-9-16,-1-2-8 16,-3 1-1-16,0 2 6 0,-1 0 8 15,0 0 13-15,0 0 7 16,0 0-8-16,-2 0 7 16,0-1 0-16,-5 0 2 15,5 1-2-15,0-1 3 16,2 1-1-16,0-2-4 0,0 2 2 15,0-2 0-15,0 2-3 16,0-3-2-16,0 1 7 16,1 0 3-16,0 2 1 15,1-4 3-15,-1 4-6 16,0-1-2-16,-1 0-6 0,1 0-4 16,-1 1-1-16,0 0-1 15,2 0 0-15,0 0 0 16,0 0 0-16,-1 0 0 15,1 1 0-15,2 5 1 16,0-2 0-16,0 3 0 16,1-2-1-16,2 2 0 0,-2 0 0 15,1 1 2-15,-2 0-2 16,0 0 0-16,0-1-2 16,1 0 2-16,0 2 2 15,-2-2-1-15,2-1-1 16,-1-1 0-16,0 0-3 0,1-4 8 15,-1 0-5-15,5-1 1 16,-4 0 0-16,5-2 0 16,4-8 0-16,-1-2 2 15,2-1 3-15,2-2 0 16,2-5 2-16,1-1-1 0,1-2 0 16,4-4-2-16,-1 0-2 15,3-6 0-15,0 1 0 16,4-3-1-16,3 1 0 15,-6 3 0-15,1 4-1 16,-2 3-1-16,-8 6 0 0,-4 5-2 16,-3 4-3-16,-4 5-9 15,-6 3-11-15,-2 1-39 16,0 0-39-16,-6 8 37 16</inkml:trace>
  <inkml:trace contextRef="#ctx0" brushRef="#br0" timeOffset="-166753.65">23654 12157 112 0,'0'0'23'0,"0"0"13"0,0 0-9 0,0 0-10 0,0 0-7 15,0 0-1-15,0 0-4 16,0 0-4-16,0 0-1 16,0 0-1-16,0 0 2 0,0 0 0 15,0 0-1-15,2 21 0 16,4-11 0-16,0 0 0 16,0-1 0-16,0-1 0 15,0-1 0-15,0 0-2 16,1-4 1-16,0 0 1 0,1-3 0 15,2 0 1-15,1 0 4 16,1-3 3-16,4-7-2 16,-1-3 3-16,3-2 2 15,2-1 0-15,1-4-2 16,3-2-1-16,2-4-4 16,3-2-2-16,4-5-1 0,1 0-1 15,3-1 0-15,1-1-1 16,2-1 0-16,-3 1 2 15,-2 8-1-15,-4 1 0 16,-4 6 1-16,-7 5 1 16,-2 3-1-16,-7 4-1 0,-3 4 0 15,-3 2 0-15,-3 2-6 16,-2 0-32-16,0 4-21 16,-8 6 3-16,-6 3 6 15</inkml:trace>
  <inkml:trace contextRef="#ctx0" brushRef="#br0" timeOffset="-166234.08">23732 12154 44 0,'0'0'1'0,"0"0"4"0,0 0 4 0,0 0-1 16,-5 40 3-16,4-27-1 15,1-2-1-15,0-1-6 16,0-2 9-16,0-2 3 0,8-2 8 16,0-2 10-16,5-2 0 15,4 0-5-15,3-7-3 16,2-4-8-16,5-4 1 15,2-3-2-15,1-2-2 16,5-6-2-16,-1-1-3 16,6-1-1-16,-3-3-7 0,2-1-1 15,-2 2-1-15,-5 2-5 16,-1 7-4-16,-10 5-6 16,-4 4-5-16,-7 9-3 0,-4 3-20 15,-3 0-49-15,-3 0-6 16</inkml:trace>
  <inkml:trace contextRef="#ctx0" brushRef="#br0" timeOffset="-165600.7">23871 12177 183 0,'0'0'46'0,"0"0"-16"0,0 0-13 0,0 0-5 15,0 0-9-15,0 0-17 16,0 0-23-16,0 0-45 0</inkml:trace>
  <inkml:trace contextRef="#ctx0" brushRef="#br0" timeOffset="-163872.31">18897 9529 101 0,'0'0'33'16,"0"0"7"-16,0-8-8 0,0-3-22 0,0-5-2 16,0 0 0-16,1-4-4 0,-1-1-1 15,1-1-1-15,0-1 0 16,-1 0 2-16,0-2-1 16,0 2 2-16,0 0 14 15,0 0-16-15,0 3 0 16,0 3 2-16,0 1 3 15,0 4 3-15,-2 3-2 0,0 5 0 16,0 0-7-16,1 3-1 16,0 1-2-16,0 0-2 15,-2 5 4-15,0 9-4 16,1 6 4-16,-1 4 0 16,1 6-1-16,1 7 1 0,1 3 0 15,0 1-1-15,0 0 1 16,0 0-1-16,0-2 0 15,0-3 1-15,0-3-1 16,-2-1 0-16,-2-1 0 16,0-3 0-16,1 1 1 0,-4-2-1 15,3-2-1-15,1 0-4 16,-1-3-9-16,0-2-12 16,0-2-7-16,1-5-16 15,-1-6-32-15</inkml:trace>
  <inkml:trace contextRef="#ctx0" brushRef="#br0" timeOffset="-163428.92">18910 9190 54 0,'0'0'15'0,"0"0"17"0,0 0-8 0,0 0 5 16,0 0 6-16,0 0-15 0,0 0-14 15,0 0-3-15,0 0 0 16,-45-23-2-16,32 36-1 16,0 1 1-16,-2 3 3 15,1 1-3-15,-1 0 0 16,1 2 1-16,-2-2-2 0,-2-1 0 16,1 2 1-16,1-2-1 15,0-2 2-15,3-1-2 16,-1-2 1-16,3-1-1 15,3-4-1-15,2-1-1 0,3-3-14 16,3-3-24-16,0 0-11 16,3-7-7-16</inkml:trace>
  <inkml:trace contextRef="#ctx0" brushRef="#br0" timeOffset="-163094.35">18763 9227 102 0,'0'0'4'15,"0"0"9"-15,0 0 2 16,34-46-9-16,-23 37-2 16,0 1-3-16,-2 4-1 15,0 0 1-15,2 3-1 0,-4 1-1 16,3 0 1-16,-2 5 3 16,1 5 4-16,3 1 8 15,1 2-3-15,4 3 1 16,3-2-3-16,3 2 0 15,2-3-1-15,2-1 5 16,-1 1-1-16,-1-6 3 0,1 0-2 16,-1 0-1-16,-4-1-2 15,-4-3-3-15,1 0-3 16,-5 0-3-16,-3-2 0 16,-4 2-2-16,-2-2 0 0,-1 2-1 15,-3 0-12-15,0 0-30 16,0-3-40-16,-5 0-20 15</inkml:trace>
  <inkml:trace contextRef="#ctx0" brushRef="#br0" timeOffset="-161900">18180 8283 103 0,'0'0'1'0,"-4"49"1"0,3-12 0 16,1 9-1-16,0 6 3 0,0 6-2 15,0 6 2-15,4 4-3 16,4 2-1-16,-3 5 1 16,3-2-3-16,-2-1-15 15,2-4 2-15,-3-4 0 16,0-3-7-16,0-7 16 16,-3-8 6-16,-1-1 2 0,-1-8 4 15,0-3 3-15,0-7 1 16,0-3-2-16,0-9 4 15,0-4-1-15,4-6 4 16,2-3-2-16,6-2 6 16,0 0 8-16,7-7-17 0,6-4-6 15,7-3-2-15,7-2-1 16,6-1-1-16,9-2 0 16,7 1 0-16,5 1 0 15,8 0 0-15,3 2 2 0,7 4-2 16,5 1 0-16,7 3 1 15,4 4 1-15,1 2 3 16,0 1-2-16,0 0-1 16,-3 0-1-16,-4 1 4 15,-6 5 6-15,-2-2-1 0,-5 3-5 16,-8-1-3-16,-8-2-2 16,-7 3 2-16,-8-2-2 15,-9-1 0-15,-6 1 0 16,-8-3 0-16,-6-2 0 15,-3 0 0-15,-6 0 1 0,-3 0-2 16,-1-7 4-16,-2-6-3 16,-1-4 1-16,-1-6 0 15,-2-4-1-15,0-7 1 16,-2-7-1-16,0-6-1 16,0-5 2-16,0-3-1 15,0-6 0-15,-5-1 0 0,-4-3-1 16,0 4 3-16,-2-3 9 15,-1 4 4-15,-1-1-7 16,0 3 2-16,1 2-4 16,0 4-1-16,-1 2 1 15,0 3-1-15,2 5-2 0,-4 2-2 16,-1 3 0-16,-2 9-2 16,-7 5 0-16,-5 4-3 15,-8 10-1-15,-8 6 1 16,-8 3 4-16,-5 4 1 15,-11 11-1-15,-5 5 2 0,-2 3-2 16,-3 1 1-16,-7 3-1 16,0 2 1-16,-1-1-1 15,-5 0 3-15,-1-2-2 16,0-2 0-16,2-2-1 16,2-3 2-16,3-1 1 15,3-2-1-15,5-4 1 0,5-4 0 16,8-1-3-16,8-4 1 15,11-3-1-15,9 0 1 16,13 0 0-16,8-1 0 16,9-5 0-16,8-1-2 0,2 1-7 15,20-1-15-15,8-3-38 16,7-1-42-16</inkml:trace>
  <inkml:trace contextRef="#ctx0" brushRef="#br0" timeOffset="-161437.14">19046 9265 191 0,'0'33'-50'0,"-8"1"29"0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39:24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13777 5821 123 0,'-1'0'3'0,"1"0"3"0,0 0-5 0,0 0-1 0,0 0-1 16,0 0 1-16,6 2 1 16,1-2 1-16,3 1 2 15,2-1-1-15,1 0 6 16,5 3 0-16,0-3-4 15,7 1-2-15,4-1 0 16,6 3-2-16,5 0 0 0,5-1 0 16,0 0-2-16,8-2-22 15,-3 0-55-15</inkml:trace>
  <inkml:trace contextRef="#ctx0" brushRef="#br0" timeOffset="676.58">15867 5752 78 0,'0'0'12'0,"0"0"7"0,0 0-2 0,0 0-3 16,0 0 6-16,0 0-7 16,0 0-2-16,0 0-5 15,0 0-5-15,0 0-3 16,0 0 3-16,18 0 1 15,-1 0 2-15,2 0-1 16,8 0 0-16,4 0 0 0,4 0 1 16,5-2-1-16,3-1-1 15,2 2 0-15,4-2-2 16,3 2 1-16,-1 0 0 16,2 1-2-16,-6 0 1 15,-2 0-26-15,-3 0-58 0</inkml:trace>
  <inkml:trace contextRef="#ctx0" brushRef="#br0" timeOffset="1203.83">17869 5736 76 0,'0'0'5'0,"0"0"6"0,0 0 0 0,0 0-1 0,0 0 2 16,34 0-3-16,-25 0-2 16,-2 0-1-16,2 0-2 15,4 0-2-15,0 0 0 16,1 4 0-16,2-1-2 0,5 1 1 16,3-1-1-16,1 0 0 15,5 1 0-15,5-1 1 16,0 1-1-16,3-1-14 15,-1-3-45-15</inkml:trace>
  <inkml:trace contextRef="#ctx0" brushRef="#br0" timeOffset="1800.71">19669 5743 113 0,'0'0'4'0,"0"0"7"0,0 0-11 16,0 0 0-16,0 0 0 16,0 0 0-16,0 0 0 15,0 0 1-15,0 0 2 0,0 0 0 16,44 20 1-16,-30-19 5 16,1 1-4-16,3-2-1 15,4 0-3-15,5 0 3 16,2 0-3-16,3 0 1 15,8-4 0-15,1-1 5 16,3 1-4-16,5-2 6 0,-4 0-2 16,3 0 3-1,0 0 1-15,-2 0-7 0,0 3 1 16,-2-1-6-16,-4 1 3 16,-3 3-3-16,-7 0-1 15,-8 0-33-15,-9 0-51 0</inkml:trace>
  <inkml:trace contextRef="#ctx0" brushRef="#br0" timeOffset="4591.72">12778 5804 97 0,'0'0'4'0,"-4"0"15"0,2-1-6 0,0-2-6 0,1 3-3 16,-3-1 0-16,2 1 0 15,-1 0 1-15,1 0 0 16,1 0-2-16,1 0-5 16,0 0 1-16,0 0 1 0,1 1-2 15,6-1 2-15,2 4 1 16,2-4-1-16,3 2-1 15,1-1 3-15,5-1-1 16,-1 0-2-16,4 1 2 16,2 1-1-16,1-2 2 0,4 0-2 15,-1 1 0-15,2-1 0 16,0 0 1-16,3 0-1 16,0 0 0-16,1 0 0 15,1 0 0-15,2 0 1 16,2 0-2-16,-2 0 2 15,4 0-1-15,-3 0 1 0,1 0-2 16,-3 0 1-16,0 0 1 16,1 0-1-16,-2 0 0 15,1 0 0-15,1 0-1 16,1 4 2-16,-1-3-1 0,1 0 0 16,-1-1 0-16,1 1 0 15,-3-1 0-15,1 0 0 16,1 0 0-16,0 0 2 15,-1 0-2-15,0 0 0 16,-5 0 0-16,-1 0 0 0,-6 0 0 16,-3 0 0-16,0 0 0 15,-6 0 0-15,-3 0 0 16,0 0 0-16,-3 0 1 16,1 0-1-16,-1 0 0 15,0 0 0-15,-4 0 0 0,1 0 0 16,-3 0 0-16,-3 0 0 15,1 0 0-15,-1 0 0 16,0 0-1-16,-1 0 1 16,0 0-3-16,0 2 2 15,0-2 1-15,0 0 1 16,2 0 0-16,-2 0 1 0,0 0 1 16,0 0 10-16,0 0 5 15,0 0-6-15,0 0-10 16,1 1-1-16,3-1-2 15,-2 2-1-15,2-1-22 16,3-1-32-16</inkml:trace>
  <inkml:trace contextRef="#ctx0" brushRef="#br0" timeOffset="5780.48">14709 5853 62 0,'0'0'8'0,"0"0"5"0,1 0-5 16,3 0-7-16,2 0 1 0,1 0-2 16,3 0 0-16,2 0 0 15,-3-1 0-15,4-1-2 16,3 0 4-16,-2 1-2 16,3 1 1-16,0-2 0 15,5 2-1-15,-2-1 1 16,2 0 1-16,-2 0-2 0,2 0 2 15,1 1 0-15,-1 0 1 16,3 0-1-16,-1 0-1 16,3 0-1-16,2 0 1 15,0 0-1-15,1 0 1 16,2-1-1-16,0-1 1 0,-3 2 2 16,0-3 3-16,1 0-2 15,-3 2 0-15,2 0 0 16,-1-1-2-16,0 2-1 15,0-1-1-15,-1 1 1 16,1 0-1-16,-2 0 0 16,0 0 0-16,-1 0 1 0,2 0-1 15,-3 0 0-15,0 0 0 16,2 0 0-16,-1 0 0 16,3 0 0-16,-3 0 0 15,1 0 0-15,1 0 0 0,2 0 0 16,0 1 0-16,1-1 0 15,5 2 0-15,-2-1 1 16,4-1-1-16,-1 0 0 16,2 0 0-16,-1 0 0 15,1 0 0-15,-1-3 0 0,0 0 1 16,-2-1-1-16,0 1 1 16,0 0 0-16,-2-1 1 15,-3 1 0-15,0 1-1 16,-2 0 0-16,-2-2-1 15,-2 4 1-15,0-3 0 0,-6 3-1 16,1 0 1-16,-3-2-1 16,-2 2 2-16,-5 0-2 15,-1 0 0-15,-4 2-1 16,-1 4-3-16,-3-2-11 16,0 2-27-16</inkml:trace>
  <inkml:trace contextRef="#ctx0" brushRef="#br0" timeOffset="6761.42">17237 5818 57 0,'-11'0'12'0,"2"0"9"0,4 0-11 0,-3-1-3 0,3 0-5 15,0 0 0-15,-1 1 0 16,3-1 0-16,1 1-2 0,0 0 1 16,2 0 0-16,0 0-1 15,-2 0 0-15,2 0 0 16,0 0 2-16,0-1 2 16,0-1 11-16,0 2-5 15,0 0-10-15,0 0-3 0,2 0 0 16,3 0 3-16,3-1 2 15,0 1-1-15,2-2-1 16,-1 2 2-16,4-1 1 16,-1 1-1-16,2 0-1 15,3 0-1-15,1 0 1 0,1 0-1 16,5 0 1-16,4-1-1 16,3-1 0-16,5 1 0 15,0-2 0-15,0 2 0 16,2-1 0-16,-4-2 0 15,2 2 0-15,1-1 2 16,-1-3-2-16,3 3 3 0,0 1-1 16,1-2-2-16,-2 1 3 15,-4 0-3-15,-2 0 1 16,-1 2 0-16,-5-2 4 16,-3 0-1-16,2 2 0 15,-1-1-1-15,1 1-1 0,-5 0-1 16,2-1 0-16,-1 2-1 15,-5-1 0-15,-1 1 0 16,-3 0 1-16,-2 0-2 16,-1 0 1-16,-4 0 0 15,0 3-2-15,0 1-22 0,-4-3-33 16</inkml:trace>
  <inkml:trace contextRef="#ctx0" brushRef="#br0" timeOffset="8605.51">18905 5858 2 0,'0'0'31'0,"0"0"5"0,-38-5-9 0,25 1-9 16,1 0 2-16,0 0-3 15,1 1-8-15,-2 1-4 16,1-2-4-16,2 2 0 16,0 0 2-16,1 1-1 15,0-2 0-15,3 2 0 0,-1-1 0 16,3 2-1-16,2 0 0 16,2 0-1-16,0 0-3 15,0 0-20-15,0 0 16 16,3 0 2-16,7 0 3 15,3 0 4-15,3 2 0 16,1-1-1-16,8 2 1 0,2-3-2 16,2 0 2-16,3 1-2 15,5-1 1-15,2 0 0 16,-1 0-1-16,2 0 0 16,5 0 1-16,-1 0-2 15,1 0 3-15,2-1-2 0,1-2 2 16,-2 2 0-16,3-1-1 15,-4 2-1-15,2-1 0 16,-3-1 2-16,2 1-1 16,2 1 0-16,0-2 2 0,2 1-1 15,-4-2 2-15,2 3-2 16,-2-1-1-16,-3 1 0 16,1-3 0-16,-2 2 0 15,-1-2 1-15,-1 0 3 16,-2 0 1-16,1-1-4 15,-5 0-1-15,3 1 1 16,0-1-2-16,-3 1 0 0,1 1 1 16,-1-2-1-16,1 4 0 15,-3-3 0-15,-1 3 0 16,-1 0 2-16,-2-3-4 16,-2 3 2-16,-2 0 0 0,-1 0 0 15,-2 0 0-15,-1 0 0 16,-4 0 0-16,-2-1 0 15,-2-1 2-15,-6 1-2 16,2-2 0-16,-4-1 0 16,-1 1 1-16,1-1-1 0,-1-2 1 15,-1 1-1-15,1-1 0 16,0 0 0-16,1 0 0 16,-1-4-1-16,-1 0 2 15,2-2-1-15,1-3 0 16,-1-3-1-16,0-2 1 15,1-3-1-15,-1-1 1 0,1-1 0 16,0 0 0-16,-3-1 0 16,-1-1 5-16,0 1 0 15,0-1-4-15,-1 2 0 16,0-1-3-16,0-1 4 16,0 3-1-16,0-2-1 0,-3 1 0 15,-3-1-2-15,-1 2 3 16,-2 0-1-16,-2 1 5 15,-3 2-3-15,-3 1-2 16,-2 0-2-16,-5 3 2 16,-3 4 1-16,-1 0-2 15,-2 2 1-15,-6 1-1 0,0 3 1 16,-2 0 0-16,-2 1 0 16,-2 3 0-16,-1 1-3 15,-1 2 4-15,-1 0 0 16,-2 0-1-16,-2 0 1 0,-1 0-1 15,-3 0 2-15,-3 0-3 16,-2 0 2-16,-4 0 0 16,-2-2-1-16,0 1 1 15,0-1-1-15,1 0 1 16,1 0-1-16,1 2 0 0,1 0 0 16,2 0 2-16,1 0-4 15,1 0 2-15,0 0 0 16,3 3 0-16,1 0-1 15,5 0 1-15,5 1-1 16,2 0 2-16,0 0-1 0,6 2 0 16,3-2 0-16,2 2-1 15,5 1-1-15,3 0 1 16,5-1 1-16,3 1 0 16,4 1 0-16,5 1-2 15,1 1-1-15,3 4-1 0,0-1 1 16,0 1 3-16,3 3 1 15,0 0-1-15,0 4 0 16,-2 1-1-16,0 5 2 16,-1 0-1-16,0 3-1 15,-5-1 1-15,-3 1 0 16,1 4 0-16,-1-2 0 0,3 0 1 16,-1 4 0-16,1-1-1 15,3 2 1-15,1 0 0 16,1 2-1-16,0-1 2 15,6-4-2-15,5 0 0 16,2-6-5-16,3-5-45 0,3-10 0 16</inkml:trace>
  <inkml:trace contextRef="#ctx0" brushRef="#br0" timeOffset="10143.54">12630 5857 83 0,'2'-3'21'0,"-2"-2"-6"0,0 1 4 0,0 2-7 16,0 0 3-16,0-1-5 16,0-1 1-16,0 0-4 15,0 1-1-15,-2-3-1 16,0 2 0-16,-2-2-2 0,0-1-2 16,1-3 0-16,-3 0 0 15,-2-4 0-15,0 0-1 16,1-2 1-16,-3-4-1 15,-1-1 0-15,3-2 0 16,0-1 1-16,2-3-1 16,-1 0 3-16,3-4-5 0,2 2 4 15,-2-2-2-15,1 2 0 16,1 0 0-16,1 1 0 16,0-1 0-16,1 4-2 15,0-4 0-15,0 4-1 0,5-4-3 16,5 2-2-16,4-1 0 15,0 3 4-15,6 0-5 16,0 1-5-16,4 4 2 16,1-1 8-16,1 4 2 15,2-2 2-15,1 1 0 16,2 1-1-16,0 1 1 0,3 2 1 16,0 1-1-16,3 2 0 15,3 2 0-15,-1 2 0 16,5 2 1-16,-4 0-1 15,5 3 1-15,-3 0-1 0,4-2 0 16,0 3 0-16,3-1 0 16,0-2 1-16,-1-1-1 15,1 1 0-15,-4 0 0 16,0 0 1-16,-1-2-2 16,0 3 2-16,1-1 0 15,-1 2 0-15,0 0-2 0,-2 0 1 16,-4 1 0-16,-1-1 1 15,-5 2-1-15,2 0 0 16,-6 0 0-16,1 0 0 16,-2 0 0-16,0 0 0 15,-3 0 0-15,0 0 0 0,-1 0 0 16,-4 5-1-16,-1-1 1 16,-1 0 0-16,-1 3 0 15,-3 0 0-15,1 2 0 16,-1 0-1-16,-2 3 1 0,0 1 0 15,-2-2-1-15,-2 4 1 16,-1 2-2-16,-1 0 1 16,0 1 0-16,-3 3 2 15,-1 1 0-15,2 0 0 16,2 3 0-16,-1 1-1 16,1 0 0-16,4 4 0 0,-4 1 1 15,3 2-1-15,-3 2 1 16,2 2-1-16,-2 0 0 15,1 2 0-15,0-1 0 16,-3 3 0-16,0-4 0 16,-3 3 0-16,0-5 0 0,-3 3-3 15,-10-5 3-15,-4-2 0 16,-7-6-21-16</inkml:trace>
  <inkml:trace contextRef="#ctx0" brushRef="#br0" timeOffset="11460.92">15022 5936 33 0,'0'2'24'0,"0"-2"-7"0,-2 0 5 0,-2 0-6 15,2 0 0-15,-1 0 5 16,-2 0-11-16,1 0-6 0,0 0-2 16,1 0-2-16,-4 0 0 15,3 0-2-15,-3 1 4 16,1-1-4-16,1 0 4 15,-1 0-2-15,1 0 7 16,-6 0 4-16,0-4-7 0,2-3-3 16,-5-1-1-16,-2-3 0 15,0 0 0-15,1-3 0 16,-3-3 0-16,3-2 1 16,-3-4 0-16,1-2-1 15,0-2 1-15,-1-1-1 0,1-4 0 16,1 0-1-16,2 0 2 15,1 1-3-15,1-1 2 16,4 0 0-16,-4 1 2 16,3 0-2-16,3 0 1 15,-1-1 0-15,2-1 4 0,3 2 0 16,2-3 2-16,0 2-3 16,0 0-3-16,4 4-1 15,2 1 0-15,1 4 0 16,1 2 0-16,-3 2 1 15,2 2-1-15,-1-1 0 0,-1 6 0 16,3-3 0-16,-2 2 1 16,2-4-2-16,1 3-2 15,-2 0 3-15,4-2-2 16,-2 2 3-16,-3 1-1 16,3 3 1-16,-1 2-3 0,0 1 3 15,0 2-3-15,3 3 3 16,1 0-3-16,1 2 2 15,4 0-1-15,3 0-1 16,0 0 1-16,5 0-2 16,3 2 1-16,2-1 0 15,5 2 0-15,1-2-1 0,6 0 2 16,5 0-3-16,1-1 4 16,3 1-1-16,2 0 0 15,3-1 2-15,1 0-1 16,3 3 1-16,2-3-1 0,0 2 0 15,0 0 0-15,0-2 1 16,0 0-2-16,-3 0 2 16,-2 0-1-16,1 0 1 15,-2-2-2-15,-2-2 1 16,-4 2-2-16,0-1 4 16,-5 0-2-16,2 2 0 0,-4 0 0 15,1 0 1-15,-6 1-1 16,-3 0 0-16,-1 0 0 15,-7 0 0-15,-4 1 0 16,-3 5 0-16,-4 2 0 16,-1 3-1-16,-4-1 0 0,0 4 0 15,-2 0-2-15,0 3 1 16,-4-2-1-16,3 0 6 16,2 3-3-16,-4 0 1 15,3-1-1-15,-1 3 1 16,2 0-2-16,-1 2 2 0,0 4-1 15,2 1 0-15,0 0 1 16,-2 1-1-16,-1 2-1 16,0 0-1-16,-3-2 4 15,-1-1-1-15,2-1 0 16,-6-2-1-16,0 1 1 0,0-2-1 16,-2 1 0-16,-9 0-1 15,-7-1 1-15,-2 0 1 16,-6 1-1-16,-2-1 0 15,-2-3-41-15,2-7-47 16</inkml:trace>
  <inkml:trace contextRef="#ctx0" brushRef="#br0" timeOffset="12855.48">17212 5950 84 0,'-9'-7'2'0,"3"-4"15"15,-4 1 3-15,2-1-14 0,-1-1-5 16,-2 2-1-16,2-4-1 16,-3 3 2-16,1-3-1 15,-2 0 3-15,-1-4 10 16,3 0 4-16,-1-5-2 0,0-2-2 15,0-2-6-15,4-1-7 16,-4-1 0-16,4 0-3 16,1-1-1-16,-3-1 3 15,4 2 1-15,0-3-1 16,4 0 1-16,1-1-1 16,1 1-3-16,0-3-6 15,0 3-1-15,5 0 5 0,1 4 2 16,-3 1 4-16,4 3 1 15,-1 3 0-15,0 2-1 16,2 2 0-16,5 3 0 16,-2 0 0-16,7 2 0 0,-4 2 2 15,6 0-2-15,0-1-4 16,2 4 6-16,1 0-3 16,2 0 1-16,1 1 0 15,3 0 0-15,0 2 0 16,6-3-1-16,-3 3-1 15,2-2 1-15,2 3 1 16,-1-2 0-16,2 1 1 0,1 0-2 16,3 1 1-16,-1 1 1 15,2-1-1-15,3-1 0 16,2 1-1-16,-1 0 1 0,0-3 1 16,3 0-1-16,-4 1 0 15,0-2 1-15,-1 1-1 16,1-1-1-16,-3 0 3 15,-1 2-1-15,1 1-1 16,-4-1 1-16,-4 3-1 16,-3-1 0-16,-2 3 0 0,-5 0 0 15,0 0 2-15,-3 0-2 16,-2 0 0-16,-1 0-2 16,-2 0 4-16,1 0-2 15,-4 0 1-15,0 0 0 0,5 0 0 16,-5 0 0-16,2 0 0 15,-1 0-1-15,0 0 0 16,-3 1 0-16,-3 1 0 16,1 2 0-16,-5-4 0 15,0 2 1-15,-2-1-1 16,0-1 0-16,-1 0 2 0,0 0-2 16,0 0 0-16,2 2 0 15,0 2 0-15,2-1 0 16,-4 5-3-16,2 2 2 15,-1 3 1-15,-1 4 2 16,0 1 0-16,0 2-1 0,1 3 0 16,0 3 0-16,-1 2-1 15,3 2 2-15,0 3-2 16,1 2 0-16,2 2 1 16,1 1-1-16,1-2 0 0,-2-1 1 15,4-2-1-15,-2-6 0 16,-4 0 1-16,-1-4-1 15,-1-1 0-15,-3 0 0 16,0-1 0-16,-7 0-2 16,-4 2 1-16,-4 0 1 15,-4 1-2-15,-3 0 0 0,-4 0-3 16,-1 0-2-16,-2-2 4 16,1-4 2-16,-1-1 1 15,-2-4 0-15,2 0 1 16,-4-3 1-16,-2-2-1 15,-7 2 0-15,-8-1-1 0,-9 1 2 16,-20 1-5-16,-21-1-32 16</inkml:trace>
  <inkml:trace contextRef="#ctx0" brushRef="#br0" timeOffset="19554.88">15545 4645 21 0,'0'0'17'0,"0"0"5"0,0 0-9 16,0 0-2-16,0 0-1 16,0 0-4-16,0 0-2 15,0 0 0-15,0 0-3 0,0 0 1 16,0 0 3-16,0 0 3 15,0 0 6-15,0-37-5 16,0 36-1-16,0-1 2 16,2 0-3-16,0 1-5 15,1 1-2-15,3-2 0 0,-1 2 1 16,2 0-1-16,0 0 1 16,1 2-1-16,-2 2-1 15,2 1 1-15,-3 2-1 16,0-1 1-16,0 0 0 15,-2-1 2-15,2 1-2 0,1-2-1 16,-3 0 2-16,1-1-2 16,2 0 1-16,-2-3-1 15,1 0-1-15,4 0 1 16,0 0 4-16,0-3 8 16,4-7-6-16,5-2 1 15,0-4-3-15,2-4-1 0,5-1 2 16,4-4 1-16,0-3 1 15,4 1 7-15,-2-2-1 16,1 0 2-16,-1 2-2 16,0 0-5-16,-2 0 0 15,-2 3-3-15,-2 1-1 0,-4 3-2 16,-2 6 1-16,-1 4-2 16,-7 6-7-16,-6 4-25 15,-5 4-37-15,0 9 12 16</inkml:trace>
  <inkml:trace contextRef="#ctx0" brushRef="#br0" timeOffset="20146.3">15641 4610 26 0,'0'0'13'0,"0"0"22"16,0 0-18-16,0 0-1 0,0 0-1 15,0 0 5-15,-4-36 0 16,4 31-11-16,0 3-1 16,0-1-1-16,0 3-3 15,0 0-5-15,4 0 2 16,0 3-1-16,2 7 1 0,2 0-2 16,-2 3 2-16,1-2-2 15,-2-1 2-15,1 0-1 16,0 0-1-16,0-4 2 15,0-1-2-15,3-5 0 16,-3 0-2-16,6 0 0 0,1 0 5 16,1-7 6-16,4-7 3 15,5-3 2-15,3-6-6 16,3-2 3-16,3-5-2 16,5 0 2-16,-1-3-4 15,1-1 2-15,1 2-4 0,-1-1 2 16,-3 2-3-16,-1 2-1 15,-2 1-1-15,-4 6 0 16,-2 4 0-16,-6 4-3 16,-4 7-6-16,-5 7-14 15,-7 0-19-15,-3 7-2 16,-8 7-3-16,-11 4-76 0</inkml:trace>
  <inkml:trace contextRef="#ctx0" brushRef="#br0" timeOffset="20701.28">15686 4520 1 0,'0'0'21'0,"0"0"4"0,0 0-11 0,0 0-6 0,0 0-7 15,0 0-5-15,0 0 4 16,0 0 5-16,0 0-2 15,0 0-3-15,0 0 0 0,-1 0 1 16,1 0 2-16,0 3 2 16,0-1-4-16,0 2 1 15,1 2-1-15,2 2 1 16,-1 3 0-16,2-1 1 16,-2 0-3-16,0 0 1 0,0-1 0 15,1-4 0-15,3-1 5 16,-2-3 11-16,3-1-2 15,1 0 9-15,4-5-6 16,3-6-9-16,1-2-5 16,7-4-2-16,2-4 1 0,6-5-2 15,5-2 1-15,3-2 2 16,7-4 7-16,2-3 1 16,3 0-6-16,0 0-1 15,-6 5-3-15,-6 3-24 16,-6 6-27-16,-10 6-8 15,-14 9-53-15</inkml:trace>
  <inkml:trace contextRef="#ctx0" brushRef="#br0" timeOffset="21191.17">15665 4536 41 0,'0'0'6'0,"0"0"13"0,0 0-13 0,0 0-6 16,0 0 2-16,0 0 3 15,0 0 1-15,0 0-3 16,0 0-1-16,0 0 2 15,8 40-1-15,0-36-1 0,1-4 6 16,3 0 7-16,6-4 17 16,4-12-10-16,6-4-8 15,8-6-1-15,9-4-3 16,9-5 2-16,3-3-5 16,6-2-2-16,7 0-3 0,-1-2-2 15,0-1-23 1,-6-1-45-16,-5-6-73 0</inkml:trace>
  <inkml:trace contextRef="#ctx0" brushRef="#br0" timeOffset="26996.8">1286 13986 24 0,'0'-2'17'0,"-2"1"-9"0,1 0-3 0,-1-1-2 0,0 1-6 15,2 1 6-15,0-2 0 16,-2 1 1-16,2 1 2 16,0 0 1-16,0 0 4 15,0 0 0-15,0-1-1 0,0 1-4 16,0 0-6-16,0 0-4 16,0 0 5-16,0 0-1 15,0 0 0-15,0 0-1 16,2 0 1-16,2 1-1 15,-2 2 0-15,1 0 2 0,1 1-1 16,-2-1-1-16,1 3 1 16,1-3 0-16,1 2 0 15,-1 1 1-15,1-2 0 16,-1 2-1-16,0-2-1 16,3 2 1-16,-3-3 1 15,1 1-2-15,2-3 1 0,-1 1-1 16,1-2-2-16,-1 0 8 15,4 0-2-15,-1 0 2 16,-1-6 0-16,2-1 0 16,1-4 0-16,0-1-2 15,5-2 0-15,-3-4 1 0,3-2-3 16,1-2 0-16,-1 0 0 16,0-5-1-16,2 1 1 15,0-1 2-15,-1 0 0 16,2 0 2-16,-2 2-1 15,3 1-2-15,1 1 0 0,-2-1-1 16,0 2 1-16,1-1-2 16,-3 2 1-16,2 1-1 15,-2 1 1-15,-3 0-1 16,1 5 0-16,-3-2 1 16,-3 5 0-16,-1 1 0 0,-3 4 9 15,-1 1 4-15,-2 0-4 16,1 4-2-16,-3-1-2 15,0 2-5-15,2 0-2 16,-1 0-1-16,3 0 0 16,0 0-12-16,0 0-29 0,-2 0-12 15</inkml:trace>
  <inkml:trace contextRef="#ctx0" brushRef="#br0" timeOffset="31122.99">2877 14195 36 0,'0'0'0'0,"0"0"0"0,0 2 1 15,0-1 0-15,0-1-1 16,0 0 7-16,0 0 8 0,-3 0-2 16,3 0-1-16,-2 0 0 15,2 0-5-15,0 0 0 16,0 0-3-16,0 0-4 15,0 0-1-15,0 0 0 0,0 0 1 16,0 0 0-16,0 0 0 16,0 0-1-16,0 0-2 15,0 0 1-15,0 0 3 16,0 0 1-16,2 0 1 16,1 0 0-16,-1 0 0 15,-1 0-2-15,0 0 0 0,2 0 0 16,-1 0 0-16,2 0-1 15,-2 0 1-15,0 0-1 16,3 0 1-16,-3 0-1 16,2 0 0-16,2 0 2 15,0 0-1-15,1 0 0 0,-1 0-1 16,2 0 1-16,-2 0-1 16,3 0 0-16,-1 0 0 15,0-1 0-15,-1-1 0 16,1 2 0-16,1-3 0 15,-2 2 0-15,2 1 0 16,-1-2 0-16,1 2 0 0,1 0 0 16,-1 0 2-16,3 0-2 15,0 0 0-15,-1 0 0 16,3 0 0-16,-1 0 1 16,-2 0-2-16,3-1 1 15,-1-1-2-15,1 2 2 0,-1-4 0 16,1 2-1-16,1 1 1 15,1-1 0-15,-1 0 0 16,1-1 0-16,0 2 0 16,2 0 0-16,-1 0 1 15,-1 0-1-15,1 1 2 0,2 0-2 16,-1 0 1-16,-3 0-1 16,3 0 0-16,-3 0-1 15,6 0 1-15,-4 0-2 16,2 0 1-16,3-3 1 0,-2 3-1 15,2 0 2-15,3 0-1 16,-2 0 1-16,-1 0-1 16,2 0 2-16,1 3-2 15,-4 0 0-15,2 3-2 16,-2-3 2-16,-1 3-1 16,-2-1 0-16,2-1 0 0,-5-1 0 15,1 1 0-15,-3 0 2 16,-1-1 1-16,-1 1 2 15,-1-2-1-15,0 1 0 16,-1 0-1-16,0 1 4 16,2 1 1-16,-6 1-10 0,1-6-57 15</inkml:trace>
  <inkml:trace contextRef="#ctx0" brushRef="#br0" timeOffset="35205.19">2973 10203 99 0,'0'0'5'0,"0"0"-2"0,0 0 0 0,0 0 3 0,0 0 0 16,0 0 2-16,0 0 0 16,0 0-1-16,0 0-7 15,0 0-3-15,0 0 3 16,11-16 0-16,0 15 0 15,3-2 0-15,1 1 0 0,3-1 0 16,-1-1 0-16,6-1 0 16,0-3-1-16,2 0 1 15,0-2 0-15,1 0 3 16,2 0-3-16,-3 0 2 16,0 2-1-16,-2 2 0 0,-4 3-1 15,-3 3 1-15,-5 0-3 16,-6 0-21-16,-3 0-12 15,-2 7-51-15</inkml:trace>
  <inkml:trace contextRef="#ctx0" brushRef="#br0" timeOffset="35382.96">3113 10316 125 0,'0'0'-14'16,"0"0"23"-16,55-4-8 16,-20-5-2-16,3-4 0 15,5-2-19-15,-1-8-33 16</inkml:trace>
  <inkml:trace contextRef="#ctx0" brushRef="#br0" timeOffset="38217.86">4778 14222 100 0,'0'0'4'0,"0"0"-4"0,0 0-4 0,0 0 3 16,0 0 2-16,0 0 0 15,2 0 0-15,4 0 0 0,-4-1 0 16,0-1-1-16,1-1 2 16,1 1-2-16,0 1 0 15,0 1 0-15,1 0-2 16,4 0 2-16,-2 0 0 15,-1 0 0-15,5 0 0 16,-1 0 0-16,1 0 0 0,-2 0 0 16,4 0 0-16,-2-2 0 15,1 0 0-15,-1 1 0 16,2-1 0-16,-3 1-1 16,3 0 1-16,-1-1 0 15,2 2 0-15,-3-1 1 0,3 1-2 16,1 0 1-16,-1 0 1 15,1 0-1-15,1 0 0 16,2 0 0-16,-2 0 0 16,-1 0 2-16,3 0-2 15,-1 1 0-15,2 1 0 0,-1-1-2 16,-2 0 4-16,4 1-2 16,-3-2 0-16,1 0 0 15,-4 0 0-15,6 0 0 16,-2 0 0-16,-1 0 1 15,2 0 1-15,-2-2-1 0,4 0 0 16,1 0-1-16,-3 1 1 16,4 1 0-16,2 0 1 15,-2 0 0-15,1 0 0 16,2 0 1-16,-3 0 2 16,-2 0 5-16,0 0 5 0,-3 0-2 15,-4 0-3-15,0 0-3 16,1 0-4-16,-1 0 0 15,-2 0 0-15,0 0-2 16,-5 0-59-16</inkml:trace>
  <inkml:trace contextRef="#ctx0" brushRef="#br0" timeOffset="40795.18">6424 13630 37 0,'-2'0'24'0,"0"0"-2"0,0 0-5 15,-1 0-2-15,2 0 3 16,-1 0-2-16,-2 0-5 15,2-2-5-15,-1 2-2 0,1 0 1 16,0 0-1-16,0 0 1 16,0 0-2-16,0 0 0 15,-1 0-2-15,2 0-1 16,-3 0 4-16,2 0-1 16,0 0 2-16,0 0 1 0,-2 0-3 15,2 0-5-15,1 2 0 16,-3 2 5-16,2 2-4 15,-3 1-1-15,3-1-1 16,-5 1-2-16,2 1 5 16,1-2 1-16,0 2 0 0,-2-1-1 15,1 2 2-15,3-2-3 16,-5 1 1-16,4-2 1 16,1 3-1-16,-2-2 0 15,0 0 0-15,1-1 0 16,1 1 0-16,0 0 0 0,-2 0 0 15,-1-1 0-15,4 1 0 16,-3 0-1-16,2 0 1 16,-1 0 1-16,0 0-2 15,2 2 1-15,-1-1 0 16,0 2 0-16,0 0 0 0,0 1-1 16,2-1 1-16,-3-2 0 15,2 2 0-15,-1-1-1 16,2 0 1-16,-2 1 1 15,0-1-1-15,0 2 1 16,0 0 1-16,2-1 1 16,0 1-3-16,0 0 1 0,0 1-1 15,0-3-1-15,0 0 1 16,0-1 0-16,2-1 0 16,2 0-2-16,0 0 2 15,2-3-1-15,-2 3 1 0,0-1-1 16,3 2 2-16,-3 0 0 15,2 0-1-15,0-1 0 16,-2 0 0-16,1 0 0 16,-1-1 0-16,1 1 0 15,-1 0 0-15,3-1-1 16,-3 0 0-16,1 0 1 0,-1-1 1 16,-1 1-1-16,1-1 0 15,-2-2 0-15,0 2 1 16,1-1-1-16,0 1 0 15,1-2 0-15,2 3-4 0,-3 0 4 16,3-1 0-16,0 4 0 16,2-2 1-16,-2 1 0 15,-1 0-1-15,1-1 0 16,-1-1-1-16,2-1 1 16,-1 1-1-16,-1-1 2 15,1-2 0-15,-1 3-1 0,4-1-2 16,-3 0 6-16,1 1-5 15,0-1 2-15,2 1 1 16,-2-2-2-16,-1 1 1 16,1 0-2-16,2 2 1 15,0-1-3-15,0-1 1 0,0 1 4 16,2 1-2-16,0-1 0 16,1 0 1-16,-3-1-3 15,3 0-3-15,-2-1 4 16,1 0 1-16,0-1 3 15,-1-1-2-15,2 0-1 16,-1 0 2-16,-1-1 2 0,0 3-3 16,1-2 1-16,1 1-2 15,-1-1 0-15,0 0 0 16,1 1 0-16,-2-1 1 16,2 0-1-16,-1-2-6 15,0 3 4-15,1-3 3 0,-3 0-1 16,3 0-4-16,2 0 7 15,-5-4-2-15,2-2 3 16,1 0-2-16,-1-1 0 16,2 0-4-16,0-4 6 15,0 1-2-15,1-2 3 0,-1 1-5 16,1-2 2-16,-1 1-2 16,1 0 2-16,-1 1-1 15,-2-2 0-15,-1 2 0 16,1-1 2-16,2-1 3 15,-4 1 1-15,0-1 0 0,-1 3-4 16,0-3 0-16,-2 2 0 16,-3-1 0-16,5 1-3 15,-5 0 1-15,3-1 0 16,-1 1 0-16,-1-1-1 16,-1-3 0-16,-1 3 2 0,4-4-2 15,-3 0 1-15,3-4-1 16,-1 2 0-16,-1-1 1 15,1-1-1-15,-1 3 1 16,-2-1-1-16,0 2 0 16,-1-1 2-16,0 0-1 0,0 1-1 15,-1 1 2-15,0-2 0 16,0 1 2-16,-2 2 1 16,-1-2-1-16,-5 2-3 15,1 0 1-15,-2 0 0 16,0 1-1-16,0 1 0 0,-1 0 2 15,2 2-2-15,-3 1 1 16,0 0-2-16,2 1 1 16,0 0 0-16,-3-1 0 15,2 2-1-15,1-1 0 16,-3 0 0-16,-1-1 1 0,0 0 0 16,-1-1-1-16,-1-1 1 15,-1 1-1-15,1 0-1 16,-2 1 1-16,2 2 1 15,-1-1-3-15,1 2 0 16,-1 2 4-16,1 0 0 0,-2-1-1 16,5 4 0-16,-4-2-1 15,5 2 2-15,-3-1 0 16,1 2-1-16,-1 0 0 16,3 0-1-16,-2 0 1 15,-1 0 0-15,3 0 1 0,-3 0-1 16,-1 0 0-16,4 0 0 15,-3 0 3-15,1 0-3 16,0 0 1-16,1 0-2 16,2 0-3-16,-2 3 4 15,1 0 0-15,-1 0-1 16,4 0 0-16,-1-1 0 0,0 1 1 16,0 1-1-16,0-1 0 15,0 0 0-15,0 2 1 16,-2 0 0-16,2-1 1 15,-2 1 1-15,2-2-1 16,-2 2 1-16,1-2-1 0,0 4 0 16,1-2-2-16,0 1 1 15,2 3-1-15,0-1-1 16,3 3-7-16,-2 0-18 16,3 6-15-16,-4-3-28 15,-4-1-35-15</inkml:trace>
  <inkml:trace contextRef="#ctx0" brushRef="#br0" timeOffset="43238.48">4603 7906 14 0,'2'-4'9'0,"0"1"-7"0,-2 0 2 15,2 0 11-15,0 2-1 16,-2-2 2-16,0 0 1 16,0 3-4-16,0 0-3 15,0 0-7-15,-2 0 5 16,0 7-8-16,-2 3 1 0,-2 2-1 15,2 3-1-15,0 2 1 16,1 3-1-16,1 3 2 16,-2 1-1-16,0 4 2 15,1 1 0-15,-2 4 3 16,3 2-2-16,2 1 0 0,0 2-1 16,0 0 0-16,0-1-4 15,10-3 2-15,-2-3-1 16,5-3 1-16,3-6-1 15,0-3 0-15,6-2 1 16,3-6-1-16,4-4 3 0,2-7-4 16,1 0-30-16</inkml:trace>
  <inkml:trace contextRef="#ctx0" brushRef="#br0" timeOffset="43609.56">5474 7936 59 0,'0'0'35'0,"0"0"-33"0,52 33 1 0,-33-12 1 0,4 3-3 15,-3 9-1-15,-2 5 3 16,-2 6-1-16,-3 7-4 15,-9 7-1-15,-4 5-2 16,-9 2-2-16,-15 0-14 16,-10-3-43-16</inkml:trace>
  <inkml:trace contextRef="#ctx0" brushRef="#br0" timeOffset="44163.5">2879 10251 106 0,'0'0'-3'0,"0"0"12"0,0 0 11 0,0 0-5 0,0 0-3 16,0 0-4-16,0 0-1 15,0 0-9-15,0 0-4 16,0 0 2-16,1 1 2 15,13-1 0-15,5 0-1 16,3 0 2-16,4-4-1 0,1-7 2 16,2-3-3-16,3-4 5 15,1-3 1-15,-2 0-6 16,1 1-6-16,-1 0-11 16,-4 3-15-16,-5 0-52 15</inkml:trace>
  <inkml:trace contextRef="#ctx0" brushRef="#br0" timeOffset="44355.31">3111 10288 58 0,'0'0'68'0,"0"0"-81"16,0 0 9-16,0 0 1 15,61-7 6-15,-26-9-5 16,6-7 2-16,6-9 4 0,5-5-4 16</inkml:trace>
  <inkml:trace contextRef="#ctx0" brushRef="#br0" timeOffset="46776.51">7997 14164 6 0,'0'0'15'0,"0"0"6"0,0 0 9 16,0-2-10-16,-2 2-8 15,2 0-6-15,-2 0-4 16,2 0 0-16,0 0 4 16,-2-1-4-16,2 1 1 0,-2-1 1 15,2-1 4-15,0 2-3 16,-3-1-2-16,3-1-2 16,0 2-1-16,0 0 1 15,0-1-1-15,0 0 0 0,0 0 1 16,3 1 0-16,3 0-2 15,1 0 0-15,1 0 1 16,-1 0-1-16,3 3 1 16,0 2-2-16,1-1 2 15,3 0 0-15,-1-3 0 0,3 0 1 16,0-1 2-16,4 0-2 16,0 0 2-16,0 0-1 15,3-1-1-15,1-3 1 16,-1 3-2-16,-1 1 1 15,2 0-1-15,1 0-1 16,2 0 1-16,0 0 0 0,4 0 0 16,-1 1 1-16,5-1-1 15,-4 3 0-15,2-2 1 16,-3-1-1-16,-4 0 1 16,-3 0-1-16,-1 0 1 15,-4 0 1-15,-3-4 0 0,-1 0 3 16,0 1-3-16,-1 0 0 15,-2 0 0-15,-2 2-1 16,0 1 1-16,0 0 1 16,-5 0 0-16,-2 0-2 15,3 0 0-15,-5 0-10 0,0 3-7 16,0 3-13-16,-6-1-14 16</inkml:trace>
  <inkml:trace contextRef="#ctx0" brushRef="#br0" timeOffset="47318.84">8214 14195 20 0,'0'0'5'0,"0"0"8"0,0 0 1 16,52 7-3-16,-35-4 0 0,6-2 0 15,0-1-2-15,2 0 1 16,2 0-1-16,2 0-1 15,1 0-4-15,1 0-1 16,0 0-1-16,-2 0 0 16,-2 0 0-16,0 0 1 0,-4 0 0 15,-4 3 2-15,-2 1-3 16,-2-1 0-16,-3 0 0 16,-2 0 0-16,-3 0 2 15,-1-2 0-15,-3 2 0 16,-2 0-15-16,-1-3-39 0</inkml:trace>
  <inkml:trace contextRef="#ctx0" brushRef="#br0" timeOffset="48108.24">8422 14202 1 0,'0'0'5'0,"0"0"-5"0,0 0-2 16,0 0-2-16</inkml:trace>
  <inkml:trace contextRef="#ctx0" brushRef="#br0" timeOffset="48166.28">8511 14184 2 0,'0'0'1'0,"0"0"0"15</inkml:trace>
  <inkml:trace contextRef="#ctx0" brushRef="#br0" timeOffset="48322.37">8817 14213 2 0,'0'0'18'15,"0"0"-17"-15,47-4 0 16,-35 1-1-16,-1-1-13 15</inkml:trace>
  <inkml:trace contextRef="#ctx0" brushRef="#br0" timeOffset="48515.4">8905 14189 31 0,'0'0'31'0,"0"0"-14"15,0 0-8-15,0 0-8 16,0 0-1-16,0 0-3 16,0 0 1-16,0-3 1 15,1 3 1-15,0 0 3 16,1 0 2-16,0 0-1 0,1 1-2 15,1 0 0-15,-2 0-2 16,1-1 0-16,1 0 1 16,0 0-1-16,1 0-1 15,-1 0-12-15,1 0-7 16,-4 0-35-16</inkml:trace>
  <inkml:trace contextRef="#ctx0" brushRef="#br0" timeOffset="52037.15">15623 4710 3 0,'2'2'13'0,"1"-1"5"0,-1-1-4 0,-1 0 0 0,0 1-6 15,2-1-4-15,-1 0 4 16,4 0 0-16,0 0 1 16,4 0-1-16,-1-6-3 15,1-3-1-15,4-1 0 16,2-2-3-16,2-3 2 0,-1 0 2 16,6-4 1-16,4-2 0 15,-2-2 1-15,4-1 2 16,0-1 0-16,2 0 0 15,-3 1-1-15,0 2 0 16,-1 0 0-16,-3 2-3 0,-4 5-1 16,-4 2-1-16,-4 4-2 15,-6 4 1-15,-3 4-1 16,-3 1-7-16,-5 6-38 16,-15 7-9-16,-7 0-53 0</inkml:trace>
  <inkml:trace contextRef="#ctx0" brushRef="#br0" timeOffset="53382.83">13719 5081 45 0,'-2'0'5'0,"-1"0"-1"0,0 0 1 16,1 0 0-16,-1 0 3 15,0 0-1-15,1-2-1 16,-3 1-2-16,2 0-2 16,2-2-1-16,-1 3 2 15,-2-3-1-15,1 3 0 0,1-1-2 16,1 1 0-16,-1-2-2 16,1 1 2-16,0 1 2 15,1 0-2-15,-2-1 0 16,2-1 0-16,-2 2 1 15,2-1 7-15,0-2 1 0,0 3 0 16,0-1 1-16,0-1-2 16,0 2-7-16,0 0-4 15,0 0-4-15,0 0 6 16,0 0-1-16,2 4-1 16,1 1 3-16,0-1-2 15,3 0 2-15,-2-2-2 0,1-2 1 16,3 0 3-16,-1 0 1 15,4-2 6-15,1-8-1 16,3 0-2-16,2-5-1 16,4-1-3-16,-1-4 0 15,3-1-1-15,4-1 0 0,1-1 1 16,0-2-2-16,4 0 2 16,0-2 2-16,0 1 1 15,-1 2 2-15,-3 1 0 16,-2 3 1-16,-1 3 2 0,-6 2-3 15,-1 3-4-15,-8 5 0 16,0 0-2-16,-1 4 0 16,-6 3-1-16,-1 0-8 15,-2 6-31-15,0 0-24 16</inkml:trace>
  <inkml:trace contextRef="#ctx0" brushRef="#br0" timeOffset="56993.76">8598 14172 72 0,'-6'-1'14'0,"2"1"3"15,1 0-3-15,-1 0-7 16,-1 0-3-16,3 0-2 0,2 0-2 16,0 0 0-16,0 0 0 15,0 0-5-15,0 0 0 16,7 0 6-16,0 0 0 16,5 0-1-16,0 4 1 15,1-2-1-15,3 0-1 0,-1-1 0 16,0 1 1-16,4-2 1 15,-1 2 0-15,3 0 0 16,0-2-1-16,2 2 0 16,0 1 1-16,1-2-1 15,0 2 1-15,-3-1-1 0,1-1 1 16,-4 3-1-16,-2-1-1 16,-1 0 1-16,-4-2-1 15,-2 2 1-15,-5-2 2 16,-1 0 3-16,-1 0 0 15,-2-1 3-15,0 0-2 0,0 1 1 16,0-1 1-16,0 0-2 16,0 0-45-16,0 0-81 15</inkml:trace>
  <inkml:trace contextRef="#ctx0" brushRef="#br0" timeOffset="58239.24">9367 14179 40 0,'0'0'4'0,"0"0"-1"0,0 0-1 16,0 0-3-16,0 0-8 0,0 0-11 16,0 0 1-16</inkml:trace>
  <inkml:trace contextRef="#ctx0" brushRef="#br0" timeOffset="58880.58">9367 14179 71 0,'-6'22'4'0,"4"-22"9"15,1 0-1-15,-3 0-8 16,4 0-2-16,-2 0-1 0,2 0-1 16,0 0 1-16,-2 0-1 15,2 0 3-15,0 1-3 16,0-1-1-16,0 0 0 15,0 2 1-15,0-1 0 16,2 2 0-16,2-2 1 0,-1 2-1 16,1-1 0-16,2 0 0 15,-2 0 0-15,4-1 0 16,-1-1 0-16,1 0-1 16,2 0 3-16,1 0 0 15,0 0 1-15,3 0 1 0,1 0-2 16,1 0-1-16,1 0 0 15,1-1-1-15,-1-1 0 16,4 0 1-16,-2 1-2 16,4-3 2-16,-1 3-1 15,2-1 1-15,0 0 2 0,1 0 2 16,-3 1-2-16,3-2-1 16,-1 3-1-16,1 0 0 15,-4 0-1-15,2 0 3 16,2 0 1-16,-3 0 1 15,2 3 0-15,-1 0 0 0,-1-1-1 16,3 1 2-16,-3 0-4 16,-1-1 1-16,1-1-1 15,1 2 0-15,-4-2-1 16,0 2-1-16,0-2 2 16,-3 1-2-16,1-1 1 15,-3-1 0-15,-1 0 2 0,1 0 5 16,-3 0-4-16,3 0-2 15,-5 0 2-15,1 0-3 16,0 0 2-16,-5 0 0 16,1 2 0-16,-4-1-16 15,-2-1-44-15,-2 0-24 0</inkml:trace>
  <inkml:trace contextRef="#ctx0" brushRef="#br0" timeOffset="63287.44">9796 14179 57 0,'-8'0'7'0,"3"0"6"0,-3 0 19 0,4 0-17 0,0 0-1 15,0 1 5-15,2-1-5 16,0 0-7-16,1 0-5 0,0 0 1 15,1 0-8-15,0 0-10 16,0 0 9-16,0 0 6 16,6 0-3-16,0 0 2 15,0 0 0-15,4 0 2 16,1 0 1-16,3 0 0 0,-3 0-2 16,2 0 0-16,3 0 0 15,-3-1 0-15,-1-1 0 16,-1 0 0-16,3 2-2 15,-3-1 2-15,2 1 0 16,-1 0 0-16,3 0 0 16,-1 0 0-16,-1 0 0 15,2 0 0-15,-1 1 0 0,1 2-1 16,-2-2 0-16,-1 2-2 16,1-1 2-16,-2 0 2 15,1-2 0-15,-1 1 0 0,-1 1-1 16,3-2 1-16,0 3-1 15,0-1 0-15,1-1 0 16,-1-1 0-16,0 3 0 16,-2-3 0-16,-2 0 0 15,1 0 0-15,2 0 0 16,0 0 1-16,1 0-1 0,-2 0 0 16,3 0 1-16,1 0 1 15,-3 0-1-15,1 0-1 16,0 0 0-16,-2 0 1 15,1 0-1-15,1 0 0 16,0 0 0-16,1 0 1 0,-3 0-1 16,2 0-1-16,-3 0 2 15,0 0-2-15,-1 0 1 16,-2 0 0-16,1-1-1 16,-2-1-2-16,1-2 3 15,-1 0 2-15,1-1-2 16,0 0 1-16,1-2 0 0,-1 1 1 15,0-3-2-15,0 2 2 16,-1 0 0-16,1 0-2 16,-1-1 0-16,-1 0 0 15,0 1 1-15,-1-1 3 16,-1 1 3-16,0 0 1 0,0-2-4 16,1 1-3-16,-1 0 1 15,0 0-1-15,3-1-1 16,-4 1 0-16,0 1 2 15,-1-2-4-15,-1 4 4 16,0-1-2-16,0-1 1 0,0-2-1 16,0-1 2-16,0 0-2 15,-1 0 0-15,-3-2 1 16,-1-1 0-16,0-1 0 16,1 1-1-16,-4-1 1 15,3 0-1-15,-4-1 2 0,2 2-3 16,-1 0 3-16,3-2-3 15,-3 5 1-15,0-1 1 16,1 2 0-16,-1-1 3 16,1 2-3-16,-2-1 0 15,0 1-1-15,0 0-1 0,-4 1 2 16,2 0 0-16,-1-2-1 16,-3 1 0-16,0 0 1 15,-2-2-1-15,-1 2 0 16,1-2 0-16,-1 2 0 15,0 1-1-15,0 0 0 0,-3 1 1 16,2-1 0-16,-1 0 2 16,2 0-1-16,-3 2-1 15,3-1 1-15,1 2-3 16,1-1 2-16,-1 2 0 16,1 1 0-16,2 0-2 0,-1-1 1 15,1 3-1-15,0-1 1 16,-1 1 1-16,-1 0 2 15,-1 0 0-15,0 0-1 16,1 0 1-16,1 0-1 16,0 0 0-16,-1 0 0 0,3 1-1 15,-3 2 0-15,1-1 0 16,-3 0 0-16,2 1 0 16,0-1 0-16,-1-1 0 15,-1 0 1-15,1 1-1 16,2-1 0-16,-1 1 0 0,3 2 0 15,-2-1-1-15,-1 1-1 16,1 0-3-16,-5 2 2 16,1-2 4-16,0 1-1 15,-4 0 0-15,1 1 0 16,2-2 0-16,-3 1 1 0,1 0 0 16,2 0-1-16,2 0 0 15,-2-3 0-15,2 1 0 16,-2-2 0-16,-1-1 1 15,2 0 0-15,-2 0 0 16,-3 0 2-16,4 0-2 16,-3 0 2-16,3 0-3 0,-2 1 0 15,6 5 0-15,0-1 0 16,1 1 0-16,1 1 0 16,3 0-2-16,0 0 4 15,5-1-4-15,-2 3 2 16,4-1 0-16,2-1-1 0,0 5-3 15,2 0-1-15,0 3-1 16,0 3 3-16,0 2 1 16,0 4 2-16,0 0-3 15,2-1 1-15,-2 4 0 16,0-6 2-16,0 2 0 0,0-4 0 16,0-1 1-16,0 0 0 15,0-1 1-15,0 1-2 16,0-2 1-16,2 0-1 15,-2-2 2-15,2-1-2 0,0-3-2 16,1 0 2-16,2 0 0 16,-3-3-3-16,2 0 3 15,-1 0-1-15,1-1-1 16,2 0 2-16,-3-2 1 16,1 2-1-16,1-2 0 0,-3 0 0 15,0 0 0-15,0-1 0 16,1 0-1-16,-1 0 1 15,-2-1 0-15,4 0 0 16,-3 1-1-16,2 1 2 16,0-2 0-16,1 1-1 15,-2 1 1-15,2-1-1 0,0 0-2 16,-2-1 1-16,0 0 2 16,0-1-2-16,0 1 1 15,-1-2 0-15,1 1 0 16,0-1 1-16,0 0-1 15,-2 0 1-15,0 0-1 16,2 0 1-16,-2 0-1 0,0 0 3 16,0 0-2-16,0 0 3 15,0 0 10-15,0 0-4 16,0 0-6-16,0 0-4 16,0 2 0-16,0-1-2 0,0 0 1 15,2 1-1-15,0-1 1 16,-1 2-7-16,2-2 2 15,-2 1 1-15,2-2 3 16,-3 1 1-16,0-1 0 16,0 0 2-16,0 0 0 0,0 0 1 15,0 0 0-15,0 0 2 16,2 0-4-16,0 0-5 16,0 0-13-16,2 0 4 15,3-1-1-15,-2-3 4 16,4-1 6-16,0 1 4 15,0 0 1-15,3 0 0 0,0 1-1 16,4 0 1-16,-1-1-1 16,4 2 1-16,0-1 0 15,2 0 0-15,-1-1 0 16,2 2 0-16,1 1 0 16,1 0 0-16,1 1 0 0,-1 0 0 15,-1 0 1-15,3 2-1 16,-3 3 0-16,-2-1 0 15,2 1 0-15,-4 2 0 16,3-3 1-16,-4 2-1 16,2-2 0-16,-3-1 0 15,1 0 0-15,-2-2 1 0,2-1-2 16,-5 0 1-16,3 0 0 16,-1 0 2-16,1 0 4 15,-2 0-2-15,2 0 1 16,-1 0-1-16,3-1-3 0,0-2 2 15,-2 0-3-15,0 0 1 16,1 0 0-16,-1-1-1 16,-1 0 0-16,-3-1 0 15,-1 0 3-15,0 0 3 16,0 1 0-16,-2-3-4 0,-1 3-1 16,2-2 0-16,-1 2 0 15,-1-2-1-15,1 2 0 16,-2 1 0-16,0-1 0 15,0 1 1-15,1 0-1 16,2 0 0-16,-4 2-1 16,1-1 1-16,0 0 0 0,2 0 0 15,-4 0 0-15,3 1 0 16,-3-1 0-16,3 0 0 16,-1-1 1-16,0 2-1 15,-1 0 0-15,1-1 1 16,1-1-1-16,-2 2 0 0,1-1 0 15,1 0 0-15,-2 0 0 16,4-2 0-16,-1 1 0 16,-2-1 1-16,4-2-1 15,-2 2 0-15,-2-1 0 0,1 1 1 16,0 0-1-16,0-2 1 16,-3 3-2-16,1 2 2 15,-4-2-1-15,0 2 0 16,1 0 6-16,-3 1 1 15,0 0 3-15,0 0 10 16,0 0 2-16,0 0-4 0,0 0-12 16,0 0-3-16,0 0-1 15,0-1-2-15,0 1-1 16,0 0-3-16,0 0-26 16,0 0-39-16,0-4-4 0</inkml:trace>
  <inkml:trace contextRef="#ctx0" brushRef="#br0" timeOffset="64640.42">10666 14257 60 0,'-1'0'7'0,"-1"0"12"0,-2 0-8 16,4 0-7-16,-3 0 3 15,2 0 5-15,0 0 5 0,1 0-4 16,0 0-9-16,0 0-5 16,0 0-2-16,0 0 5 15,5 0-3-15,1 0 2 16,2-2 0-16,1-1 0 15,3-1-1-15,3 1 1 0,4-2-1 16,-1 1 0-16,1 1 0 16,2-1 2-16,2 1-4 15,-3 2 2-15,2-3 0 16,0 2 2-16,3-2-1 16,0-2 4-16,0 2 2 15,1-3-2-15,-3 4-2 0,4-1 1 16,-1 0-3-16,1 3 0 15,-2-1-1-15,-1 2 1 16,1 0-1-16,-1 0 1 16,-1 0 0-16,-1 0 0 15,0 4-1-15,-3-1 2 0,2 1-2 16,-3-2 1-16,3-1 1 16,-4-1 1-16,1 0-1 15,-2 0 0-15,0 0 1 16,-3 0-1-16,1-3 1 0,-5 0-1 15,-1 0 0-15,-5 1-1 16,2 1 1-16,-1 1-1 16,-4 0-3-16,0 0 0 15,0 0-5-15,-8 0-33 16,0 0-14-16</inkml:trace>
  <inkml:trace contextRef="#ctx0" brushRef="#br0" timeOffset="65152.65">10717 14283 88 0,'0'0'11'0,"0"0"20"0,0 0-32 0,0 0 4 16,0 0-2-16,0 0 1 15,49-4 2-15,-29-2 4 16,3 1 4-16,0-1 2 0,3 0-2 16,4 0-6-16,1 2 1 15,4 0-5-15,3 1 0 16,2 0-1-16,1 1 1 16,1 1-2-16,0 0 1 15,-1 1 2-15,-3-3-1 0,-4 2 2 16,1-1 3-16,-4-3-1 15,-1 2 2-15,-2-3-2 16,-5 0 1-16,-5 2-3 16,-1 0-1-16,-5 1-1 15,1 0 1-15,-6 2 0 16,-3-1-1-16,-4-3-14 0,0-1-67 16</inkml:trace>
  <inkml:trace contextRef="#ctx0" brushRef="#br0" timeOffset="70241.45">12389 14179 42 0,'-3'3'6'0,"1"-1"-7"0,0 0 3 16,-2-1 0-16,2 0-1 0,0-1 8 16,0 0 8-16,1 0-6 15,-1 0 2-15,0 0 13 16,0 0 3-16,2 0-16 15,-2 0-10-15,-1 0-3 16,3 0 0-16,0 0 0 16,0 0-1-16,0 0-4 0,0 0 3 15,0 0-2-15,0 0 6 16,5 0-3-16,1 0 5 16,-1 0 0-16,3 0-1 15,4 0-1-15,3 1 1 16,-1-1-2-16,2 0 3 0,2 0 0 15,1 0 1-15,2 2 1 16,1-2-1-16,0 1 0 16,3 2-2-16,2-3-1 15,1 3-1-15,2 0 0 0,3-2-1 16,-4 2 1-16,3-2-1 16,1 1 1-16,-2-2-1 15,3 1 1-15,-1-1-1 16,3 2 3-16,-1 0-2 15,2 0 0-15,-5 1 0 16,0-2 0-16,0-1 0 16,-5 2 1-16,-3-2 1 0,-2 0 4 15,-1 0 5-15,-6 0 2 16,1 0-2-16,-3 0-4 16,-1 0-2-16,-5 0-3 15,3 0-2-15,-4 0 0 0,0 0-1 16,-2 0-1-16,-2 0 1 15,0 4-3-15,-1 4-7 16,-1 4-10-16,0 3-10 16,-4 4-22-16,-7-4-51 15</inkml:trace>
  <inkml:trace contextRef="#ctx0" brushRef="#br0" timeOffset="72085.32">14531 13593 91 0,'-1'0'8'0,"1"0"7"0,0 0-9 16,0 0-5-16,0 0-2 0,0 0-2 15,0 0 3-15,0 0 2 16,0 0-2-16,2 2 1 15,3 3-1-15,1-1 1 16,0 2-1-16,2-2 0 16,-1 1 0-16,1-1 0 0,4 0 0 15,-5-3-1-15,3 1 2 16,0-2-1-16,-1 0 0 16,-1 0 2-16,1 0 4 15,-1-3 0-15,2-5 3 16,1-3-4-16,3-6-2 0,-1-1-1 15,4-5 1-15,2-5 1 16,1-5 1-16,2 2 7 16,3-5 8-16,0-2 3 15,3 1-5-15,2-3-8 16,1-1-4-16,0 0-5 16,1-4 0-16,3 3 0 0,0 0-1 15,2 3-1-15,1 3-3 16,-2 4-8-16,1 5-7 15,-2 4-24-15,-7 2-27 16</inkml:trace>
  <inkml:trace contextRef="#ctx0" brushRef="#br0" timeOffset="73316.42">16560 13793 61 0,'0'3'2'0,"0"-1"-3"0,0 0-1 0,0-2-7 15,0 2-7-15,0-2 4 0,0 1 10 16,0-1 6-16,0 0 20 15,0 0-1-15,0 0-4 16,0 0 0-16,0 2-9 16,0-2-6-16,0 1-3 15,0-1 1-15,0 0 0 0,0 0-1 16,0 0 1-16,0 0 0 16,0 0-2-16,0 1 0 15,0-1-1-15,0 2 0 16,0 2 2-16,2-3-1 15,0 3 0-15,0-3 0 0,0 1 0 16,1-2 2-16,1 0 5 16,2 0 5-16,0 0 13 15,3-7 2-15,4-9-10 16,9-9-9-16,7-9-2 16,7-11-4-16,11-15-1 15,7-8-1-15,8-13-22 0,7-10-35 16,5-12-60-16</inkml:trace>
  <inkml:trace contextRef="#ctx0" brushRef="#br0" timeOffset="75052.39">1909 15004 63 0,'0'-4'4'0,"0"1"-2"0,0 1-2 0,2 0 1 0,-2 2-1 16,0 0 1-16,0 0-1 15,0 0 0-15,0 0-1 16,0 0-2-16,2 0 2 16,-2 0-1-16,0 3 4 15,0-1 3-15,0 0 5 0,0 2 4 16,0-4 8-16,0 2-17 16,0 0-3-16,0 0-2 15,0 1 1-15,0-1-1 16,2-1 0-16,1-1 0 0,4 0 1 15,-3 0-2-15,3 0 3 16,-1 0-1-16,3 0 0 16,3 0 0-16,-3 0 3 15,4-3-2-15,1 0 3 16,1 2 1-16,1-1-1 0,2-1-2 16,-1 1 1-16,0 0-3 15,2 2 1-15,-1 0 1 16,3 0-3-16,-4 0 1 15,4 0-1-15,-2 0 1 16,1 0-1-16,-1 2 0 0,-4 0 1 16,1-2-1-16,-3 2 0 15,-1-1 2-15,1 0-2 16,-3 1 0-16,0 0 0 16,1 2-5-16,-5 3-23 15,1 0-2-15,-7-1-20 0</inkml:trace>
  <inkml:trace contextRef="#ctx0" brushRef="#br0" timeOffset="75617.81">2046 15073 19 0,'0'0'15'0,"0"0"-13"0,0 0 2 0,0 0 3 0,0 0 0 15,0 0 0-15,36-5-2 16,-28 5-1-16,1 2 1 0,1 1 3 15,0-1 0-15,1 0 0 16,5 1-6-16,-1-2 3 16,1 2 1-16,2-1-1 15,2 0-3-15,1-1-1 16,-4 1 0-16,3 0-1 16,-1-1 0-16,-2 1 0 0,3-2 1 15,-4 0-2-15,2 0 2 16,-5 0 0-16,1 0-1 15,-3 0 1-15,-3 1-1 16,0 3 0-16,-6 0 0 16,-2 4-9-16,0 0-20 0</inkml:trace>
  <inkml:trace contextRef="#ctx0" brushRef="#br0" timeOffset="76005.32">2186 15116 33 0,'0'0'8'0,"0"0"8"0,0 0-7 0,38 0 0 0,-26 0 2 16,3 0-2-16,-3 0-2 15,3 0 1-15,1 0-2 16,-1 2-2-16,3 0-3 16,0 1-1-16,4 1 1 15,-5 1-2-15,0 0-20 0</inkml:trace>
  <inkml:trace contextRef="#ctx0" brushRef="#br0" timeOffset="83027.47">5311 14948 111 0,'-3'0'0'0,"1"2"4"0,2 0-2 0,-2-2 0 0,2 3-2 15,0-2 1-15,-3 1 1 16,2-2 10-16,1 1 5 16,0-1-3-16,0 0 1 0,0 0-7 15,0 0-8-15,4 2 1 16,3-1 0-16,4 0 0 16,2-1-1-16,5 0 4 15,-2 0-3-15,6 0 1 16,-1 0-2-16,3 0 0 0,-2 0 1 15,-1 0 0-15,3 0-1 16,-6 0-1-16,2 0 5 16,-2 0 4-16,-3 0-3 15,-1 0 1-15,-1 0-5 16,-2 0 0-16,-1 2-1 0,-4-2-45 16</inkml:trace>
  <inkml:trace contextRef="#ctx0" brushRef="#br0" timeOffset="84151.62">6574 14976 116 0,'0'0'8'0,"0"0"-4"0,0 0-5 0,0 0-5 15,0 0 5-15,0 0-3 0,0 0 3 16,0 0 2-16,0 0-1 15,0 0 4-15,0 0 8 16,0 0-4-16,0 0-4 16,0 0-3-16,40-13-1 15,-29 8 1-15,5 2-1 16,-1-2 1-16,1 1-1 0,1 1 1 16,1 1 0-16,3 0 0 15,-4 1 2-15,4 1 1 16,-2 0 1-16,0 0-1 15,3 0 0-15,0 0-2 16,1 0 1-16,1 0 0 0,1 1-2 16,2 1 3-16,-5 0-1 15,4-1 0-15,-1 0-1 16,-2 2-1-16,-1-1 0 16,0 2 1-16,-3-2-1 0,0 1 1 15,-3 3-2 1,0-5 0-16,-5 4 1 0,0-3 0 15,-1 1-1-15,-2 1 1 16,-1-1-1-16,-3 0-1 16,0-3 2-16,1 3-3 15,-2-3-8-15,-1 0-17 0,-2 2-2 16,0-1-5-16,0-1-40 16</inkml:trace>
  <inkml:trace contextRef="#ctx0" brushRef="#br0" timeOffset="84763.38">6757 15019 66 0,'0'0'1'0,"0"0"2"0,0 0-3 0,0 0 1 16,0 0 3-16,0 0 3 16,0 0-5-16,0 0 2 15,0 0 8-15,0 0-1 16,0 0 2-16,11 7-3 16,2-6-5-16,3 1-2 0,0 0 0 15,8 0-3-15,-1-1 1 16,1 2 0-16,1-3 1 15,1 0 3-15,-1 0 12 16,2 0-2-16,0 0-6 16,-2 0-2-16,-2 0-1 0,2 0-2 15,-2 0 0-15,-2 0-1 16,-4 0 2-16,1 0 2 16,-7 0 1-16,0 2 4 15,-2-1-4-15,-4-1 0 16,-1 2-1-16,-2-1-2 0,-2-1-1 15,0 0 4-15,0 1 6 16,0-1 2-16,0 0-11 16,0 0-5-16,2 0 0 15,0 1-6-15,-2-1-52 0,0 0-37 16</inkml:trace>
  <inkml:trace contextRef="#ctx0" brushRef="#br0" timeOffset="88532.51">8198 15031 37 0,'4'-2'7'0,"0"0"-4"0,0 1 3 0,0 0 1 16,0-1-3-16,1 2-1 15,-1 0-1-15,-1 0 10 16,4 0-1-16,-3 0 0 16,0 0-4-16,3 0 2 15,2 0-3-15,2 0-3 0,2 2-1 16,1 0 0-16,1 1-1 16,2 0-1-16,2 1 0 15,-1-1 1-15,-2 3-1 16,4-2 0-16,-2 0 0 0,0-1 1 15,2 1 1-15,-1-2 9 16,4-1-2-16,0-1-1 16,1 0-3-16,1 0-3 15,1 0 0-15,-1 0-1 16,0 0-1-16,2 0 0 16,-2 0 0-16,-1-1 1 15,2 1-1-15,1-2 1 0,0 1 2 16,0-2 2-16,0 3 1 15,0-1 1-15,0-1-7 16,1 2 2-16,-3 0-2 16,-2 0 0-16,1 0 1 0,-1 0-1 15,1 0 0-15,-2 0 1 16,3 0-1-16,0 0 1 16,2-4 0-16,1 0 1 15,-1-2 0-15,0 2-2 16,0-1 0-16,0-1 1 0,-2 1-1 15,0 0 0-15,0 0 0 16,0 2 0-16,0 0 1 16,2 1 0-16,0 0 0 15,0 2 0-15,2-2 0 16,2 2-1-16,0 0 0 0,0-1 1 16,1 1-1-16,1-1 0 15,1 0 0-15,-1-1 0 16,1 1 0-16,1 0 0 15,-1-1 0-15,2 2 0 16,0-1 0-16,0-1 0 0,-1-1 0 16,-1 0 0-16,-1-1 0 15,-1 3 0-15,1-3 1 16,0 2-1-16,-1 1 0 16,3 1 0-16,0 0 0 15,2 0 0-15,-1 1 0 0,-2 6 0 16,1-1 1-16,-2-2-1 15,-2 2 0-15,1-1 0 16,1 0 0-16,-2 0 0 16,6 0 1-16,-3-1 2 15,1 0-1-15,3 2 0 0,-3-1-1 16,1-3-1-16,0 1 0 16,0-2 1-16,2-1-1 15,-4 0 0-15,4 0 1 16,3 0 2-16,-2 0 4 15,1 0-1-15,0-3-2 0,1 2-2 16,-1 1-1-16,2 0-1 16,-1 0 1-16,-1 1-1 15,0 4 0-15,3-1 0 16,-1-1 0-16,-2-2 1 16,0 0-2-16,-1-1 2 15,-1 0-1-15,2 0 0 0,-4 0 0 16,1-1 3-16,2-3 2 15,1 0 0-15,2 2-2 16,-2-1-2-16,3 2-1 16,-3 0 1-16,2 0-1 0,1 1 0 15,0-1 1-15,3 1 1 16,1-1-2-16,1 1 1 16,0 0 0-16,2-2 2 15,-3 0-1-15,6-3 1 16,-1 1 1-16,-3-2-1 0,5-2 1 15,-1-2-2-15,0 0-2 16,3-3 0-16,0 3 1 16,1-1-1-16,2 2 1 15,2 2-1-15,-2 1 0 16,1 2 0-16,0 2 2 0,-1 1-2 16,3 0 0-16,-5 1 1 15,2 0-1-15,-1 0 0 16,2 0 0-16,-6 0 0 15,2 0 1-15,-2 1-1 16,-2-1 1-16,1 2 0 16,1-2 1-16,-2 1-1 0,2 2-1 15,-2-2 1-15,2 1-1 16,-1-1 1-16,-1 2-1 16,2-3 0-16,-2 0 0 15,0 0 1-15,0 0-1 16,2 0 0-16,1 0 0 0,0 0 1 15,1 0-1-15,1 0 0 16,1 0 1-16,-3-3-1 16,2 0 0-16,0-1 5 15,-1 1 7-15,1-2 2 16,0-1-3-16,0 2-1 0,2-2 0 16,-2 0-3-16,1 2-2 15,2 2-1-15,-4 0-2 16,-2 2-1-16,-3 0 1 15,1 0-1-15,-3 2 6 16,-5 3-2-16,-2 1-1 0,-1 1-1 16,-3 0-2-16,-3 1-1 15,-1 0-1-15,-2 3-8 16,-2-1-24-16,-7 0-20 16,-6-10-121-16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2:00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11381 10654 46 0,'0'0'5'0,"0"0"1"0,0-1 3 0,0-1-2 16,0 1 1-16,0 0-5 0,0-1 1 15,0 1 2-15,0 1 1 16,0-3 1-16,0 1-3 16,0 2 0-16,0-2 0 15,0 2-1-15,0-2-2 0,0 2-2 16,0 0 0-16,0 0 2 16,0 0-2-16,0 0-2 15,1 0 4-15,1 0-2 16,2 0 0-16,0 0 0 15,-2 4 1-15,1 1-1 16,3 0 0-16,-4 1 1 0,4 3-1 16,0-1 0-16,-2-1 1 15,3 3-2-15,-3-1 2 16,2-2-1-16,2 0 0 16,-2 0 0-16,3-3 0 15,1-1 0-15,0 0-1 0,1-3 2 16,2 0 0-16,0 0 2 15,3 0 2-15,-1-7 1 16,5-4-3-16,-2-2 3 16,4-4-5-16,-1-2-1 15,5-2 3-15,0-2-4 0,2-4 5 16,4-2-4-16,5-4 0 16,1-1 4-16,0-2-3 15,-1 1-1-15,5-1 3 16,-2 1-4-16,2-1 5 15,3-2-1-15,3-3 2 16,0 1-1-16,0-2 0 0,-1 3 2 16,-2 2-1-16,-2 2 1 15,-8 3 1-15,-1 7 1 16,-3-1-2-16,-4 6 1 16,-4 2-3-16,-6 2-2 0,-2 5 1 15,-3 2-2-15,-6 2 0 16,-1 3 1-16,0 1 0 15,-5 3 2-15,0 0 0 16,0 0-4-16,1 0-3 16,-1 0-8-16,0 0-46 0,-12 0-83 15</inkml:trace>
  <inkml:trace contextRef="#ctx0" brushRef="#br0" timeOffset="4231.76">12697 15914 24 0,'0'0'39'0,"0"0"-11"0,0 0-10 16,0 0-14-16,0 1-3 15,0 3-1-15,0 2 1 16,0 1-1-16,0-1 1 0,5 1-1 15,-2-1 0-15,3 1 0 16,-1 0 1-16,3 0-1 16,-2 1 0-16,4-1 2 15,-3-1-2-15,2-2 1 16,2-1 0-16,0-3 2 0,2 0 6 16,1-3 9-16,6-11 6 15,4-3-11 1,3-8 4-16,5-5 1 0,8-7-13 15,2-6-1-15,3-2 0 16,6-7-2-16,3 1 4 16,3-3 4-16,5-1 0 0,-2-3-5 15,-1 4 2-15,0 0-5 16,-5 3 1-16,-3 2 1 16,-8 10 0-16,-2 3-1 15,-6 11-1-15,-8 5 1 16,-8 8-2-16,-4 4 2 0,-4 5-2 15,-3 3 0-15,-6 4-7 16,-2 5-42-16,-8-3-84 16</inkml:trace>
  <inkml:trace contextRef="#ctx0" brushRef="#br0" timeOffset="64889.51">11309 10696 58 0,'0'0'2'0,"0"0"7"0,0 0 5 0,0 0-1 0,0 0-3 16,0 0-1-16,-39-3 8 15,36 1-2-15,1-1 3 16,-2 2 2-16,2 0-1 16,0-1-2-16,1 2-9 15,1-1-1-15,0 1-4 0,0 0-4 16,0 0 3-16,1 0-2 15,5 2 1-15,1 6-1 16,3-1 1-16,0 3-2 16,1-2 2-16,0 4-1 0,2-1 0 15,-2-1 1-15,1-3-1 16,1 3 0-16,-2-3 1 16,7-3-1-16,-3-1 0 15,4-3 0-15,3 0-2 16,3-4 3-16,4-9 1 0,2-5 2 15,1-5-2 1,5-4 0-16,1-3 0 0,0-4 4 16,5-3-3-16,1-4 3 15,2 1-1-15,2-4 0 16,-1 1 0-16,-2 1 1 16,4-1 0-16,-2 2 0 0,2 0-2 15,-4 3-1-15,4 1-1 16,-7 4-2-16,-4 4 0 15,-3 5 0-15,-6 7 1 16,-6 3-2-16,-5 7 1 16,-4 3-2-16,-3 4-10 0,-6 0-22 15,-5 8-43-15,-3 5 6 16</inkml:trace>
  <inkml:trace contextRef="#ctx0" brushRef="#br0" timeOffset="65350.7">11332 10564 53 0,'0'0'44'0,"0"0"-42"0,0 0 8 16,0 0-6-16,0 0-3 15,0 0 0-15,0 0 1 16,-7 39 3-16,7-27 1 16,3-1 1-16,7 0-3 15,2-1 1-15,3-4 0 16,4-2 5-16,8-4 8 0,6-4 3 16,9-19-2-16,7-11-1 15,14-13 3-15,9-14-8 16,13-14-6-16,13-9-3 15,16-10-1-15,7-8-4 0,6-9-15 16,2-8-158-16</inkml:trace>
  <inkml:trace contextRef="#ctx0" brushRef="#br0" timeOffset="66775.23">15462 9312 54 0,'0'0'4'0,"0"0"8"0,0 0 0 15,0 0-2-15,0 0-3 16,-38-8-6-16,32 6 1 15,0 2-2-15,0 0 0 16,-2 0 0-16,1 0 0 0,0 0 0 16,-2 0 0-16,2 4 1 15,-3 0-1-15,0 0 0 16,1-2 0-16,-2 1 0 16,-3-1 0-16,1-1 0 15,0-1 0-15,-3 3 1 16,-2-2 2-16,1 2-3 0,-1 0 1 15,2 3-1-15,-5-2 1 16,1 3 2-16,1 0 4 16,-2 3 0-16,-2 0 0 15,2 3-4-15,-1 0 1 16,1 2-2-16,-2 1-2 0,4 1 2 16,-1 0-1-16,4-1-1 15,0 1 0-15,1 1 0 16,-1-1 1-16,1 0-1 15,-1 2 0-15,3-2 1 16,-1 1-1-16,5 1 0 0,-1-4 0 16,3 1 1-16,1-3-1 15,4 0 0-15,2-1 1 16,0-1 0-16,0 1-1 16,5-1 0-16,4-1 1 15,2 3-1-15,-2-3 1 0,6 1-1 16,1-1 1-16,2 0 0 15,0-3-1-15,2 2 1 16,1-2-1-16,1 1 2 16,-2 1 0-16,4 1-2 15,1-1 1-15,0 1-1 0,-3-1 0 16,5 1 1-16,-1 0 0 16,0 3 0-16,2-3 1 15,-1 3-2-15,0-2 1 16,-1 2 1-16,3-2 2 15,2-1 0-15,4 0-1 0,-1-1 0 16,4-2 0-16,1-3-3 16,4 0 1-16,0-2 1 15,1-2 0-15,1 0 0 16,1 0 1-16,-1 0 0 16,2-2-3-16,0-3 1 0,0-1-1 15,2-3 1-15,-4-1 0 16,2 0-1-16,-5-2 5 15,-1-2 6-15,-3-2-1 16,-1-1 1-16,-1-3-4 16,-2-1 2-16,-1-2-4 0,-2-3-2 15,-2 0-1-15,-4-4 0 16,-3-2 0-16,-4-2-2 16,-4 2 1-16,-5-4 0 15,-3 2-1-15,-6-1-1 16,0 0 2-16,-6 1 0 15,-9 0-1-15,-6 0-1 0,-8 3 5 16,-6 2-3-16,-5 4-1 16,-4 4 1-16,-4 5-2 15,-2 6-3-15,-3 4-16 16,0 3-25-16,-3 3-37 16</inkml:trace>
  <inkml:trace contextRef="#ctx0" brushRef="#br0" timeOffset="71359.23">12684 13922 9 0,'0'0'28'0,"0"0"-9"0,0 0-5 15,0 0-6-15,0-36 1 16,0 33 0-16,0 0-4 16,0 3 0-16,0 0 0 0,0 0-6 15,0 10 1-15,-2 4 0 16,-2 7 0-16,0 9 1 15,1 7 1-15,-4 8 2 16,2 9 0-16,-1 13-1 16,2 11-3-16,1 12 2 0,-1 18-2 15,-1 11 0-15,0 12 1 16,-1 11-2-16,-1 8 0 16,1 6 0-16,2-1 1 15,4 1 0-15,0-2 0 16,4-1 0-16,2-4-2 0,1-5-1 15,0-8-4-15,-3-8-5 16,1-7 9-16,-3-18 3 16,0-16 0-16,-2-15 2 15,0-15-2-15,1-14 7 16,-1-15 1-16,0-8 0 0,0-7-1 16,0-7-2-16,0-4 3 15,0-2 21-15,0 0-12 16,-1 0-6-16,-1-2-10 15,0-4 1-15,2 0-4 16,0-2-9-16,0-2-24 0,0 0-18 16</inkml:trace>
  <inkml:trace contextRef="#ctx0" brushRef="#br0" timeOffset="72625.3">14302 15265 56 0,'-4'1'1'0,"1"-1"0"0,1 0-2 0,-3 0-15 15,2 3-11-15</inkml:trace>
  <inkml:trace contextRef="#ctx0" brushRef="#br0" timeOffset="73686.41">14302 15265 21 0,'0'0'35'0,"0"0"-12"15,0 0-2-15,0 0-11 16,0 0-8-16,-27 4-3 15,27-3-6-15,0 2 5 0,0 0-1 16,0-2 0-16,0 3-1 16,3-2 2-16,1-1 2 15,-1 1-1-15,3-1 1 16,0-1 1-16,4 0 1 16,-1 0 0-16,2 2-1 15,3-2-1-15,0 2 0 0,2-2 0 16,0 2 1-16,0-2-2 15,1 0 1-15,2 0 0 16,1 0 2-16,0 0 0 16,4-2 2-16,-1 0-1 15,0 0-2-15,0 1 0 0,2 1-1 16,0 0 0-16,-1 0 0 16,2 0 1-16,0 0-1 15,2-2 0-15,2 1 0 16,3-3 0-16,-2 1 1 0,2-3-1 15,2 2 1-15,-3 0-1 16,3 1 0-16,-4 1 1 16,1 1-1-16,1 1 0 15,1 0 1-15,3 0-1 16,-1 0 1-16,0 0 0 16,3 0 1-16,0 0 2 0,-1 0 0 15,3 0 0-15,-2 0 1 16,4 0-4-16,2 0 1 15,1-1-1-15,2 0 0 16,-4 1-1-16,1 0 0 16,0 0 0-16,0 0 0 0,-3 3 0 15,2 2 1-15,0-1-1 16,0 3 0-16,3-3 0 16,-5 2 0-16,3-2 0 15,-3 2 0-15,1-2 1 16,0 3-1-16,3-3 0 0,-1 1 0 15,-2 0 0-15,2 0 0 16,-1-2 0-16,-2-2 1 16,1 0-1-16,-1-1 6 15,2 0 3-15,2 0-1 16,3 0-1-16,-1-1-2 0,1-1-3 16,1 0 1-16,-1 0-3 15,3 2 0-15,-3-1 1 16,3 0-1-16,0-2 0 15,-2 1 0-15,-1-2 0 16,0-2 3-16,-2 1-1 0,3-3 0 16,-1 0 4-16,3-1 2 15,0 1-2-15,2 0-2 16,0 2-2-16,0 1-1 16,0 1 0-16,1 4 2 15,1-1-2-15,0 1 3 0,0 0 1 16,0 0-2-16,-1 1-1 15,2 5-1-15,1-1 0 16,4 0-1-16,-1 2 0 16,3-1 1-16,1-1-1 15,1-1 0-15,2-1 0 16,2 2 0-16,1-1 0 0,1 0 1 16,0 1-1-16,2 1 0 15,4 0 0-15,1 0 0 16,2-2 1-16,2-2-1 15,-1-2 1-15,1 0 12 0,0-2 6 16,1-6-8-16,-2-1-4 16,3-1-2-16,0 0-3 15,4 0 0-15,-7-1-1 16,1 3 0-16,-6 0 0 16,0 1-1-16,-7 3-10 15,-3 1-18-15,-7-1-73 0,-7-2-14 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2:09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2984 4889 91 0,'0'0'-8'0,"0"0"26"0,0 0 1 0,0 0-11 0,0 0-7 16,0 0-3-16,-35 43-9 15,35-33-16-15,4-3-26 16</inkml:trace>
  <inkml:trace contextRef="#ctx0" brushRef="#br0" timeOffset="654.2">2640 5189 121 0,'0'0'12'0,"0"0"12"16,0 0-14-16,0 0-5 16,0 0-10-16,0 0 1 15,0 0 3-15,0 0 1 0,-2 21 0 16,15-15-1 0,5 1 1-16,-1-1-1 0,6-1 0 15,6 0 1-15,3-1-1 16,5-2-4-16,8-2 6 15,2 0-4-15,3 0 3 16,3 0-1-16,2 0 3 16,4-2-3-16,3 1 1 0,-1-1 0 15,5 2 0-15,2-1-2 16,2 1 1-16,5 0 1 16,1-1 2-16,4-1-1 15,3 2 2-15,5 0 1 16,3 0-3-16,-1 0 0 15,1 0 0-15,5-1-1 0,-2-2 1 16,0 0-1-16,2-3 1 16,0 3 2-16,2-4 1 15,-1 4-1-15,-1 2-1 0,0-2 0 16,0 3-1-16,-4 0 0 16,2 0 0-16,0 0-1 15,2 0-2-15,-1 0 2 16,-1 0 2-16,0 0 0 15,-2-1-2-15,-5-1 1 16,-4-2-4-16,0-3 3 16,-9 1 5-16,-4-1 5 0,-4 0 4 15,-2-1-5-15,-2 3-3 16,-1 3-3-16,-1 2-2 16,-4 0-1-16,-8 1-63 15</inkml:trace>
  <inkml:trace contextRef="#ctx0" brushRef="#br0" timeOffset="2794.08">8246 5084 74 0,'0'0'2'0,"0"0"4"0,0 0 1 15,0 0-1-15,0 0 0 16,0 0 0-16,0 0-4 15,0 0-1-15,0 0-4 0,0 0 2 16,0 0 1-16,-5-20 0 16,16 26-2-16,3 1 0 15,3-3 0-15,2 3 1 16,2 0 1-16,4 0 0 16,2-1-2-16,2 0 0 0,4 0 2 15,3-2-4-15,2 0 3 16,5-1-1-16,1-2 3 15,3-1 2-15,6 2-1 16,2-1 1-16,3-1-1 0,4 0 1 16,-1 2 1-1,1-1-3-15,-1 0 0 0,5-1 2 16,-3 0-1-16,4 0-2 16,3 0 1-16,3 0 0 15,0-2 0-15,-2-1-1 16,-1 1 1-16,0 1 1 0,-4 1-2 15,0 0 1-15,-3 0 1 16,0 1 1-16,1 4 0 16,3 0 2-16,-3 1 0 15,3 0 1-15,1 1-4 16,-1 2 1-16,0-3-1 16,-2 3-1-16,-3-2-1 0,3 3 1 15,-4-3-1-15,3 4 0 16,3-5 0-16,1 2 1 15,5-2-1-15,3 0-1 16,-1-2 2-16,2-1 0 16,4-3-1-16,-4 2 0 0,2-2 0 15,-6 0 0-15,4 0 0 16,-3 0 0-16,4 0 2 16,-4-3 4-16,4 0 1 15,2 1-3-15,3 1-2 16,2-2-1-16,0 3 0 0,-1-1 0 15,4-2 0-15,-1 0 3 16,-1-1 0-16,-4 1 0 16,3-1 0-16,-1 1 0 15,2-1-1-15,1 2-2 16,-2-1 1-16,4 3 0 0,1 0-2 16,1 0 1-16,-5 0-1 15,1 0 1-15,2 0 0 16,-5 0-1-16,0 0 1 15,1-3 0-15,0-1 1 16,-3 0 2-16,-1-2 2 0,-1-1-2 16,2 0-1-16,-1 3-1 15,-1-3-1-15,-2 2 0 16,1 0-1-16,2-1 1 16,1 3-1-16,-6 0 1 15,1-1-1-15,0 1 1 0,1 2 1 16,0 1 0-16,1-2-2 15,-2 2 1-15,4 0-2 16,1 0 2-16,-2-1 0 16,2 0 2-16,1-1-3 15,-1-1 5-15,3 1-3 0,1 0-2 16,3 2 1-16,-1 0-1 16,2 0 1-16,0 0 0 15,-1 0 0-15,-1 0-1 16,1 0 0-16,-2 0-1 15,0 0-1-15,3 2 8 16,4-1-1-16,2 0-1 0,2 1 0 16,3-1-3-16,6 1 1 15,2-2 0-15,1 0-1 16,2 0 0-16,2 0 0 16,-1 0 1-16,2-2-1 15,-1-2 2-15,1-2-2 0,2 2 0 16,-2-3 0-16,0 4 0 15,-3-4-1-15,-3 1 1 16,-3-4-1-16,-4 1 1 16,-5-3-1-16,-2 1 0 0,-8-2 2 15,-6 1-1-15,-5 1 2 16,-4 0-2-16,-7 1-1 16,-5 4 1-16,-11 1-5 15,-9-1-29-15,-15 0-84 16</inkml:trace>
  <inkml:trace contextRef="#ctx0" brushRef="#br0" timeOffset="6109.62">18339 6449 53 0,'0'-6'8'0,"0"2"12"0,-2 0-2 0,2 1-6 16,0-1-1-16,-3 1-3 15,2 0 6-15,1-1-5 16,0 4 3-16,0-2-6 16,4-1-5-16,0 1 1 0,2 0-3 15,2 1 2-15,2-1-1 16,2-1 1-16,0 2-1 15,2 1 1-15,0 0 3 16,2 0-2-16,-4 0 2 16,5 0-1-16,-4 2-1 15,0 5-1-15,1 0 0 0,-1 1-1 16,-1 2 2-16,1 3-1 16,-1 1-1-16,0 0 2 15,-1 2-2-15,1 1 0 16,-5 0 1-16,1 1 0 15,-3 1-1-15,2-2 1 0,-4 2 0 16,3-1-2-16,0 2 2 16,-3-2 0-16,1 2 0 15,2 0-1-15,-2 0 1 16,-2 0-1-16,-1 4-1 16,-1 0 1-16,0 2 1 0,0-1-1 15,-2 2 1-15,-5 0-1 16,1-1 3-16,1 1-3 15,-2-2 4-15,2 4-3 16,2 1-1-16,-2-2 0 16,4 4 1-16,1 0-1 0,0 3 0 15,0-2 1-15,0 1-2 16,6-3 1-16,1-2-1 16,2-5 2-16,3 0 1 15,0-3 0-15,3-2 1 16,1-1 0-16,-2-2-1 15,2-1 2-15,-1-3-4 0,2-1 4 16,-1-5-2-16,-2 1-1 16,-4-3-1-16,0-2 1 15,-1-2 0-15,-4 0 1 16,-1 0 0-16,-2 0 2 0,0 0-1 16,-2 0 2-16,0 0 0 15,0 0-2-15,0 0-5 16,-3 3 6-16,-2-1-2 15,-2 4-2-15,-2 0 0 16,0 2 1-16,0 4-1 0,0 2 0 16,-2 3 0-16,1 1-1 15,2 4 1-15,-3 0 0 16,2 3 0-16,2 2 0 16,-3 2 0-16,4 3 0 15,-2 0 0-15,3 5 0 16,-4 3-1-16,6 1 1 0,-3 2 0 15,2-2 0-15,-1 5 0 16,0-2 0-16,2 2 1 16,-2 1-1-16,2 0 0 15,-3 4 0-15,3 2 0 16,1-1 0-16,-2 2 1 0,2-3-2 16,0 1 2-16,2-3-2 15,-1-2 1-15,1 0 0 16,0 0 0-16,0-3 1 15,0 0-1-15,-1-1 1 16,1-1-1-16,0-1 0 0,-1-2 0 16,1 0 0-16,0 0 0 15,0-1-1-15,0-2 2 16,0 0 1-16,0-1-2 16,0 2 2-16,0 0-2 0,-1-1 1 15,-2 1-1 1,-4-1 1-16,2-1 0 0,1-5-1 15,-2-1 0-15,1-4 0 16,-1-2 1-16,1-5-1 16,0 1 1-16,-1-4 2 15,-1 0 1-15,-4-1 1 0,0 0-1 16,-2 0-1-16,-2-1 1 16,0-2-3-16,-1-1 1 15,-3-1 0-15,3-2 3 16,-2-3 1-16,0 0-4 15,-3-1-1-15,1-3 0 0,-2 0-1 16,-1 0-9-16,1-3-25 16,-1-12-19-16,-1-4-56 15</inkml:trace>
  <inkml:trace contextRef="#ctx0" brushRef="#br0" timeOffset="6799.49">19199 8209 125 0,'-2'0'16'0,"2"0"16"0,-1-3-14 0,0 0-1 16,1 0-4-16,0 2-3 16,0-1 3-16,0 1-3 15,0-1-2-15,0 1-5 16,0 1-3-16,0 0-4 0,0 0 1 15,5 0 3-15,4 0-2 16,3 3 0-16,4 0 2 16,3 1 0-16,4-1 1 15,2-2 3-15,4 1-1 16,2-2-1-16,3 0 0 16,0 0 0-16,3 0 0 0,4-2-2 15,-3-3 2-15,1-1-2 16,2 0 3-16,-2 2 2 15,-3-2 0-15,-3 2-1 16,-2 2 0-16,-2-2-2 0,-5 3 0 16,-4 1-2-16,-1 0 1 15,-6 0 0-15,-1 0-1 16,-4 0 2-16,-4 0-5 16,-1 1-7-16,-3 4-14 15,0 0-18-15,0 0-7 0,-4-1-38 16</inkml:trace>
  <inkml:trace contextRef="#ctx0" brushRef="#br0" timeOffset="7019.91">19796 8125 112 0,'0'0'13'0,"0"0"11"0,0 0-5 0,0 0 11 16,38-17-11-16,-24 17-5 0,1 0-3 16,-1 3-2-16,-1 8-4 15,-4 6-3-15,-3 4-4 16,-6 8-13-16,-4-1-27 16,-15 3-60-16</inkml:trace>
  <inkml:trace contextRef="#ctx0" brushRef="#br0" timeOffset="7768.17">20423 7889 123 0,'0'0'23'0,"0"0"13"0,0 0-10 0,0 0-15 15,0 0-6-15,0 0-6 16,0 0 6-16,0 0-6 0,0 0 0 16,0 0 1-16,-41 9 3 15,31 10-1-15,2 0-2 16,1 4 0-16,5-2 0 15,2-3 0-15,0-2 0 16,4-3-4-16,8-4-1 0,2-2-5 16,6-3 12-1,0-4-1-15,4 0 0 0,0 0 2 16,1-2-1-16,-3-7-2 16,-2-1 0-16,-4-3 0 15,-3-2 1-15,-6 1 1 0,-3-3 8 16,-2-1 8-16,-2 1-2 15,0-2-4-15,-10 4-6 16,-2 2-1-16,-6 4-2 16,-5 5 0-16,-1 4-6 15,-4 0-5-15,-1 7 1 16,1 7-1-16,6-1-23 0,3 1-49 16</inkml:trace>
  <inkml:trace contextRef="#ctx0" brushRef="#br0" timeOffset="8543.04">20742 7902 166 0,'0'0'16'0,"0"0"10"0,0 0-17 0,0 0-2 0,0 0 3 16,0 0-7-16,0 0-2 15,0 0 0-15,0 0-2 0,-30 49-1 16,30-36 1-16,0-1 0 16,0 0 1-16,3-3-2 15,4 1 1-15,3-2-3 16,4-2 4-16,2 0 2 15,2-2 0-15,4-4-1 0,-4 0 5 16,4 0-4-16,-5-4-1 16,0-5 3-16,-3-2 2 15,-2 1-2-15,-3-4-1 16,-4 1 1-16,-3 0-2 16,-1 3 0-16,-1-1 0 0,0 7-2 15,0-2 2-15,-1 4 2 16,-3 0-7-16,1 2 4 15,0 0 5-15,0 2-5 16,3 6-2-16,0 0-2 16,0 1-3-16,0-1 2 15,9 2-3-15,4-1 4 0,-2-1 4 16,4-2 2-16,1 0 0 16,1-2-3-16,0-3-3 15,3-1 8-15,-5 0-3 16,4 0 2-16,-3-4 0 0,1-5 0 15,-4-3-1-15,1-4-2 16,-5-1 1-16,1-2 0 16,-2-3 1-16,-3-3-3 15,-1 2 0-15,-2 0 0 16,-2 3 1-16,0 1-1 16,0 5 3-16,0 3-3 0,-1 3-4 15,-2 3 7-15,-2 5-4 16,-1 0 0-16,0 2 6 15,2 8-5-15,-3 2 0 16,3 5-2-16,4 0 0 0,-2 3 0 16,2 0 1-16,0 0-1 15,4 1 1-15,5-1 0 16,-2 0 2-16,4 0-3 16,-2-2-20-16,0-3-25 15,0-4-25-15,-2-4-57 16</inkml:trace>
  <inkml:trace contextRef="#ctx0" brushRef="#br0" timeOffset="8713.33">21103 7906 264 0,'0'0'0'0,"0"0"-2"0,0 0-2 15,37-24 10-15,-18 17-21 16,2 1-42-16,1-2-22 0</inkml:trace>
  <inkml:trace contextRef="#ctx0" brushRef="#br0" timeOffset="9162.07">21333 7838 94 0,'0'0'5'0,"0"0"11"16,0 0 10-16,8 41-7 0,-4-21-4 15,-1 1-4-15,2 2-5 16,-2 3 0-16,1-1-6 16,-1-2 1-16,1 0 0 15,-1-5-1-15,-1 1 1 0,0-4-1 16,-1-1 1-16,0-5 0 16,-1 1-1-16,0-4 1 15,0-2-1-15,0-4-4 16,-5 0 10-16,-1 0 1 15,-1-10-11-15,0-4-10 0,-1-3-1 16,3-5 14-16,2-3 1 16,3-1-1-16,0 0 5 15,0 0 9-15,5 0-2 16,2 5 1-16,2 2-4 16,2 4 2-16,0 2-7 0,5 2 0 15,-2 4-1-15,2 2-1 16,-1 2-2-16,1 3 2 15,-3 0-1-15,-1 0 0 16,-4 7 0-16,-4 3-1 16,-3 3-1-16,-1 3 2 15,0-2 1-15,-11 2-5 0,-4-1 1 16,-2 1 2-16,-1-5-17 16,0-1-11-16,4-5-18 15,2-4-38-15</inkml:trace>
  <inkml:trace contextRef="#ctx0" brushRef="#br0" timeOffset="9844.85">21592 7869 249 0,'0'0'4'0,"0"0"-14"0,0 0 10 15,0 0 0-15,0 0-11 16,0 0 7-16,0 0 2 0,2 43-2 16,-2-33-4-16,1 0-3 15,6-2 3-15,1-2 0 16,2-1 4-16,2-3 0 16,1-2 4-16,1 0 3 15,1 0-3-15,0-3 0 16,-1-7 3-16,0 2 0 0,0-4 1 15,-4 1 2-15,0 4 0 16,-4-2 9-16,-1 2-6 16,-2 4 5-16,-3-1 11 15,0 4-16-15,1 0-14 16,0 0-7-16,1 4 6 0,2 5 8 16,3-2-1-16,-3 2-2 15,4 0-1-15,0-2 1 16,2-1 0-16,2-3 0 15,0 0 4-15,-1-3-2 16,5 0-1-16,-3 0 1 0,1-3 0 16,-1-6 1-16,-2-2 7 15,-1-3 1-15,-1-4-3 16,-3-1 0-16,1-1-4 16,-6-2 0-16,-1 1-3 15,0 0 0-15,-1 4 0 0,-7 1 1 16,2 3 2-16,-2 2-2 15,3 4-1-15,-2 0 3 16,1 6 0-16,3-1 2 16,-1 2-2-16,0 0-4 15,3 9-1-15,0 2-1 0,1 5 1 16,0 1-1-16,1 1 2 16,6 2 1-16,0 0 0 15,2 3 0-15,-1-3 1 16,0 0 0-16,-1-2-1 15,1-1-2-15,-2 0-14 0,-1-4-19 16,-2-4-34-16,-2-4-40 16</inkml:trace>
  <inkml:trace contextRef="#ctx0" brushRef="#br0" timeOffset="10001.85">21924 7852 284 0,'0'0'6'0,"0"0"2"0,0 0-7 16,49-21 1-16,-25 17-6 0,1-1-17 15,2 1-43-15,2-3-63 16</inkml:trace>
  <inkml:trace contextRef="#ctx0" brushRef="#br0" timeOffset="10343.26">22456 7781 254 0,'0'0'3'0,"0"0"-3"16,0 0-4-16,0 0-6 0,0 0 15 15,0 0-9-15,0 0 1 16,0 0-3-16,-27 38-4 15,27-33-2-15,0-1 5 16,9-1 3-16,2-2 5 16,0-1 12-16,3 0 2 0,0-4-1 15,-1-3-2-15,-2-2-1 16,-3 1 2-16,-2-3 3 16,-4 1-2-16,-2 1-3 15,0 1-9-15,-8 2-1 0,-5 2-11 16,-5 2 2-16,-1 2-11 15,2 0-13-15,-1 7-19 16,7 0-18-16,3-1-56 16</inkml:trace>
  <inkml:trace contextRef="#ctx0" brushRef="#br0" timeOffset="10670.62">22694 7602 183 0,'0'0'3'15,"0"0"21"-15,0 0-6 16,0 0-11-16,0 0-5 16,0 0-1-16,0 0-1 15,-42 6 0-15,33 12 0 0,4 2-1 16,1 4 1-16,3 5 0 15,1-1 1-15,0 4 1 16,0 2-3-16,2 1 1 16,5-1 1-16,2 0 0 15,1-1 0-15,-4-1-1 0,2-1 1 16,-1-5 0-16,-1 0-1 16,-6-5 1-16,0-1-10 15,0-6-62-15,-7-2-94 16</inkml:trace>
  <inkml:trace contextRef="#ctx0" brushRef="#br0" timeOffset="10784.19">22676 7980 195 0,'0'0'-17'16,"40"-27"15"-16,-19 19-28 15,1 2-57-15</inkml:trace>
  <inkml:trace contextRef="#ctx0" brushRef="#br0" timeOffset="11368">21976 8454 267 0,'0'0'8'16,"0"0"-5"-16,0 0-4 15,0 0-7-15,0 0-13 16,-44 5 12-16,30 8 10 0,-3 4 0 16,0 1 0-16,3 1-1 15,5 0 0-15,-1 0 0 16,4-4 0-16,6 1-2 16,0-1-2-16,0-4 3 15,7-3-3-15,5 1-3 16,2-4 10-16,1 1 1 0,-2-5 1 15,-1 2-3-15,-2-3-1 16,-4 3 0-16,-5-2 0 16,-1 2-1-16,-4 0 0 15,-9 4 7-15,-6-1 6 16,-2 5-10-16,-2 2-1 0,2 0-1 16,1 0 0-16,3 1-1 15,6 0 0-15,3-1 0 16,3-2 0-16,5 3-2 15,0-4 2-15,5 0 0 16,9 0-2-16,2 0 4 0,5 0 1 16,5-6-4-16,2 1-43 15,4-3-58-15</inkml:trace>
  <inkml:trace contextRef="#ctx0" brushRef="#br0" timeOffset="11802.95">22075 8735 222 0,'0'0'4'0,"0"0"14"0,0 0-10 0,23-41-7 0,-14 36 0 16,0-1-3-16,3 6 4 16,-2 0 2-16,1 0 2 15,-1 6 0-15,-1 4-4 16,1 2 1-16,-2 3-4 15,-1 1-11-15,-2-1-15 16,-2-2 2-16,1-2 16 0,-4 0 6 16,1-6 3-16,-1-1 1 15,2-1-1-15,-2-3 1 16,0 0 5-16,1 0 19 16,2-6-22-16,-1-4-1 15,5-3-3-15,0-2 4 0,2-1 6 16,3-1-2-16,1 1-3 15,0 2 0-15,2 1-1 16,1 5 2-16,1 2 1 16,0 2-4-16,0 3 0 15,-2 1 1-15,-1 0-2 16,0 4 0-16,-1 4 2 0,-5 4-2 16,0 0-1-16,1 1-11 15,-4 0-28-15,-1 0-34 16,0-5-9-16</inkml:trace>
  <inkml:trace contextRef="#ctx0" brushRef="#br0" timeOffset="12044.14">22633 8612 170 0,'0'0'25'0,"0"0"-3"0,0 0-11 0,-39 0-4 16,28 8-4-16,2 4 0 0,1 1-1 15,5 2-2-15,-1-1-4 16,4 1 2-16,0-1-1 16,8-1-2-16,5-2-11 15,4-3-17-15,6-1-32 16</inkml:trace>
  <inkml:trace contextRef="#ctx0" brushRef="#br0" timeOffset="12385.85">22816 8687 154 0,'0'0'13'0,"0"0"9"16,-40 19-9-16,30-9-7 15,3 0-5-15,5 1-4 16,2-1-2-16,0-3 0 16,7 2-5-16,8-4 6 0,3-3 4 15,3-2 0-15,4 0 2 16,0-2 1-16,2-6 11 16,-2-2-1-16,-3-2-2 15,-3 1-1-15,-6-2-5 16,-5 3 6-16,-6-2 12 0,-2 0-4 15,-1 2-10-15,-12 3-1 16,-4 1-5-16,-2 2-6 16,-5 4-1-16,-1 0-5 15,5 3-4-15,1 4-5 16,8 2-31-16,5-2-26 0</inkml:trace>
  <inkml:trace contextRef="#ctx0" brushRef="#br0" timeOffset="13469.76">23236 8643 270 0,'0'0'9'0,"0"0"14"16,0 0-9-16,0 0-17 15,0 0-7-15,0 0-3 0,-49-21 0 16,27 24-2-16,0 7 2 15,1 1 11-15,4 3 3 16,6-2-2-16,4 3-4 16,6-2-10-16,1 0-4 15,3-4-3-15,10 0 8 0,5-5 17 16,1-1-3-16,3-1 1 16,1-2 6-16,2 0-2 15,-3-6 0-15,2-2 2 16,-1-4 3-16,-4-3-4 15,-4-4 2-15,1-1-4 16,-7-4-1-16,-1-2-2 0,-4 1 3 16,-2-2-2-16,-1 1-1 15,-1 2 3-15,0 1 6 16,-2 5-9-16,-4 1 1 16,-2 7 0-16,-2 3-1 0,-4 5-6 15,0 2 3-15,-1 2 14 16,0 9-12-16,0 5 0 15,4 3 0-15,5 2-2 16,1 3-2-16,5-3 2 16,0 3 2-16,7-4-2 15,6 1 0-15,2-5-2 0,2 1 4 16,7-4 1-16,1-3-8 16,-2-4-1-16,5-2 1 15,3-1-3-15,0-3 9 16,-2 0-3-16,1-3-8 15,-3-4 14-15,-3-2-1 16,-5 0 0-16,-3 0-1 0,-3-1 1 16,-6 0 3-16,-5 3 2 15,-2 0 8-15,0 0-5 16,-9 1 1-16,-4 3-10 16,-3-1 7-16,-1 4-3 0,0 0-4 15,0 0 0-15,0 1 2 16,4 7-2-16,2 1-2 15,2 1 1-15,2 2-2 16,7-1 0-16,0 3 0 16,0-4 1-16,9-1-4 15,5 1 2-15,2-2 3 0,3-3-13 16,1 0-4-16,-1-5-9 16,2 0-28-16,-2 0 19 15,-2 0 4-15,-1-5-5 16,-3-3 36-16,0-4 31 0,-2 0 14 15,-1-2-6-15,0-2 4 16,2 2-16-16,-5 1-14 16,3 0-6-16,2 5-2 15,-4 2 1-15,3 2-3 16,1 4-1-16,-1 0 4 16,1 0 3-16,-4 6-9 0,1 5 8 15,-2 1 0-15,0 4-8 16,-1 1-1-16,0 2-8 15,1-1-6-15,-2-2-11 16,0 1-4-16,0-6 23 16,-1-2 9-16,-4-3 1 0,1-5 5 15,0-1 32-15,-1 0 34 16,0-7-31-16,0-4-27 16,0-5 6-16,0-4-1 15,0-2 2-15,0-4 6 16,0 0-10-16,9-5-7 0,7-4-11 15,5-2-4-15,13-6-52 16,12-8-15-16,8-7-115 16</inkml:trace>
  <inkml:trace contextRef="#ctx0" brushRef="#br0" timeOffset="76014.3">18462 6503 51 0,'0'0'3'0,"0"0"7"0,0 0-2 0,0 0-3 0,0 0-1 15,5-37 1-15,-1 31 3 16,2 2 0-16,-2 0 0 16,3 1-4-16,-1 0-2 15,4 3-1-15,-1-1 1 0,3 1-2 16,0 0 0-16,1 0 0 15,2 0 0-15,0 1-2 16,3 5 2-16,-2 1 2 16,-3 0-2-16,0 0 0 0,-3 4 0 15,-1 1 0-15,-1 2 0 16,-1 0 0-16,2 2 1 16,-4 0-1-16,3-1 0 15,-2 2 1-15,2-1-1 16,-1 1 1-16,-1 0-1 15,1 1-1-15,0-1 1 16,-1 3 0-16,-1 2 1 0,-1 1-1 16,1-1 0-16,-3 6 0 15,-1-2 2-15,0 1-1 16,1 3 0-16,-2-2 0 16,0 2 0-16,0 1 0 0,0 2 0 15,0 0-1-15,0 1 2 16,0 1-2-16,-5-1 1 15,2 0 0-15,0-4-1 16,-1 1 0-16,2-4 1 16,2-4-1-16,0-2 1 15,0-3-1-15,1-6 1 0,7 1 1 16,2-5 1-16,0 0 3 16,1-3 0-16,2-1 0 15,-1-2-1-15,-1 0-2 16,0-2 1-16,-5 0-1 0,-1 0-1 15,-3 0 1-15,-2-2 0 16,0-1-2-16,0-1-2 16,-2 2-2-16,-5 0 3 15,-4 2-2-15,2 0 1 16,0 2-1-16,-4 5 1 0,2 4 0 16,0 3 1-16,-1 4 0 15,1 3-1-15,-2 3 1 16,1 6-1-16,0 3 0 15,0 5 1-15,2 1-3 16,2 2 3-16,-3 2 0 0,2 1 0 16,2-2 0-16,1 4-1 15,2-1 1-15,0 1-1 16,4-1 1-16,0 0 0 16,0-2 0-16,0 1 1 15,0 3 3-15,4 1-3 16,0 3 1-16,0 2-1 0,0 2 0 15,-1-1 0-15,3 2 1 16,-1-3-1-16,1-2 0 16,1-2 1-16,-2 1 0 15,1-3 0-15,-2-2 1 16,-1-3 0-16,0-1 1 0,-3-2-1 16,0-3 1-16,0-2-1 15,-7 1 1-15,-1-2-1 16,0 1 0-16,-6-4 3 15,-3 0-3-15,-1-5 0 16,-2-2 0-16,-4-6 1 0,-1-1-1 16,2-5-1-16,1-3 1 15,6-3 1-15,3-4-3 16,4-1-27-16,9-14-73 16</inkml:trace>
  <inkml:trace contextRef="#ctx0" brushRef="#br0" timeOffset="76559.12">20753 8371 114 0,'-7'0'-3'0,"0"-2"22"0,3-1 11 0,3 2-11 0,1-1-7 16,0 1-4-16,0 0-6 16,6 1 2-16,8-2-3 15,8 1-1-15,8-1 0 16,6 2-2-16,4-2-4 15,6 0 4-15,8-1 1 0,3-2-1 16,7-1 2-16,6-3 0 16,2 1 0-16,2-2 5 15,1-2-3-15,-4 3 2 16,-6 0 3-16,-6-1-4 16,-6 4-1-16,-11 1-1 15,-6 3-1-15,-10 1-1 0,-6 1-28 16,-8 0-39-16</inkml:trace>
  <inkml:trace contextRef="#ctx0" brushRef="#br0" timeOffset="77089.25">21544 9210 90 0,'0'0'1'0,"63"0"9"0,-22 0 6 0,7-3-4 16,5 0 4-16,5 2 4 15,5-2 4-15,8 0-7 16,3 1-7-16,5 0 0 16,0 2-4-16,2-1 0 15,0 1-5-15,3 0 1 16,1 0-2-16,1 0 1 0,-4 0-1 15,3 0 1-15,-4 0 1 16,-5 0 2-16,-6 0 1 16,-2-2-1-16,-7 2 0 15,-5-1-1-15,-6 0-1 16,-4 1-1-16,-4 0 0 0,-8 0 0 16,-3 0-1-16,-6 0 0 15,-6 5-1-15,-7-1-3 16,-9 0-9-16,-3 2-14 15,-9 1-12-15,-16 1 8 16,-7 1-8-16,-11 0-26 0</inkml:trace>
  <inkml:trace contextRef="#ctx0" brushRef="#br0" timeOffset="77443.49">22349 9325 52 0,'-65'3'5'0,"5"-2"9"16,5-1 0-16,6 2 0 16,9-2 0-16,5 0-4 15,10 0 3-15,8 0 6 0,6 0-1 16,10 0-4-16,1 0-14 16,18 1 4-16,8-1-4 15,11 0 7-15,9 0-5 16,12 0-3-16,5-3 3 15,10-4-3-15,5 0 5 0,9-2 4 16,6-2-2-16,5 1 14 16,4 0-8-16,1-1 2 15,-2-2 0-15,-3 4-4 16,-4 2-4-16,-6-1-3 16,-5 5-1-16,-8 0 0 0,-7 3-1 15,-9 0 0-15,-8 0-1 16,-12 0-13-16,-16 0-45 15,-13-7-99-15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3:40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6889 5267 9 0,'0'0'5'0,"0"0"-5"0,0 0 1 0,0 0-1 0,0 0 2 16,2 0 2-16,-2 4 0 15,2 1-1-15,1-1-2 16,3 0 1-16,-4 2-2 15,2-2 2-15,0 1-1 0,2 0 1 16,-4-2 2-16,3 3 1 16,1-2-1-16,0 2-2 15,0-2 1-15,2-1 0 16,-1-1 0-16,-1 0 0 0,1-2 0 16,0 0 1-16,-2 0 1 15,3 0 1-15,-1 0 1 16,0-5 1-16,2-3 0 15,-2 0 0-15,6-5-3 16,-2 0 0-16,2-4 0 16,3-4 2-16,4-2 0 0,0-5 3 15,5 0 2-15,2-7-2 16,2 0 0-16,2-4-2 16,5 0-4-16,2-3-3 15,5-1 1-15,-1-3-2 16,-6-2-19-16</inkml:trace>
  <inkml:trace contextRef="#ctx0" brushRef="#br0" timeOffset="668.03">9814 5298 62 0,'0'0'4'0,"0"0"-4"0,0 0 1 15,0 0-9-15,0 0-17 0,0 0 2 16,0 0 12-16,0 0 11 16</inkml:trace>
  <inkml:trace contextRef="#ctx0" brushRef="#br0" timeOffset="1037.91">9792 5226 57 0,'0'0'2'0,"0"0"5"16,0 0 2-16,0 0-3 0,0 0-3 15,0 0-1-15,0 0 1 16,0-21-1-16,0 20 2 16,0 1-2-16,0 0 0 15,4 0-2-15,-2 0-2 0,2 1 5 16,4 7 1-16,-4-1-2 15,3 2 0-15,-2-2 0 16,3 4-1-16,-1-3 0 16,0 0 0-16,-2-1 0 15,0-3 0-15,2-1 1 16,0-3 3-16,0 0 3 0,2-2 3 16,7-14 13-16,1-7 9 15,8-11-16-15,7-16-3 16,9-11-9-16,13-17 0 15,11-14-2-15,10-16-2 16,2-13-9-16,0-10-145 0</inkml:trace>
  <inkml:trace contextRef="#ctx0" brushRef="#br0" timeOffset="2069.91">12334 5341 67 0,'0'0'3'0,"0"0"-1"0,0 0-1 16,0 0 4-16,0 0 0 0,0 0 2 16,0 0 3-16,0 0-4 15,0 0 0-15,0 0-1 16,0 0 0-16,0 0-3 15,0 0-1-15,0 0 0 16,10-31 1-16,-8 31-3 16,-1 3 7-16,3 1 0 0,-2 3 0 15,2 0-2-15,-1 0 4 16,2 0-3-16,-1-2-2 16,0-1-1-16,3-1 1 15,-3-3 2-15,3 0 6 16,3-10 5-16,3-10 8 0,5-10-10 15,3-10-7-15,6-12 0 16,6-11-3-16,7-15-3 16,8-7-2-16,0-9-8 15,5-7-42-15,-2 1-51 0</inkml:trace>
  <inkml:trace contextRef="#ctx0" brushRef="#br0" timeOffset="5337.57">6843 5347 66 0,'0'0'5'0,"0"0"-5"0,0 0 1 0,0 0-1 0,0 0 1 16,0 0 0-16,0 0 1 16,0 0 1-16,0 0 2 15,0 0-1-15,0 0-1 16,0 0 3-16,0 0 0 0,32 35 4 15,-27-35-1 1,0 0 2-16,6-8 18 0,9-12-5 16,9-9-12-16,11-12-9 15,16-14 1-15,11-10-5 16,14-9-1-16,5-10-41 16</inkml:trace>
  <inkml:trace contextRef="#ctx0" brushRef="#br0" timeOffset="6141.08">9664 5287 75 0,'0'0'6'0,"0"0"-6"0,0 0 1 0,0 0-1 15,0 0 0-15,0 0 1 0,0 0 1 16,0 0-2-16,0 0 1 15,38 11-1-15,-29-9 1 16,0 2-1-16,1-1 1 16,0-1-1-16,0-1 0 15,0-1 0-15,2 0-1 0,4-10 11 16,6-8 7-16,5-11 3 16,11-14-5-16,9-15-2 15,19-23-8-15,17-17-1 16,18-23-3-16,17-20-13 15,12-20-102-15</inkml:trace>
  <inkml:trace contextRef="#ctx0" brushRef="#br0" timeOffset="9112.94">3802 9815 31 0,'-3'0'2'0,"1"0"0"0,0 1 4 0,0 1 6 16,0-2 1-16,-1 0 7 15,2 0-6-15,1 0 1 16,-1 0 0-16,1 0-7 0,0 0 1 15,0 0-2-15,0 0-8 16,7-6 1-16,9 0 1 16,4-6 0-16,14-7-1 15,4-2 3-15,10-5-3 0,8-3 1 16,7-3-1-16,6 1 1 16,5-2-2-16,2-5-16 15,-2-3-113-15</inkml:trace>
  <inkml:trace contextRef="#ctx0" brushRef="#br0" timeOffset="10543.17">12974 8906 78 0,'2'0'-12'0,"2"0"13"0,2 0 2 16,-1-3 4-16,5-1 4 15,2-2 2-15,1 0 3 16,6-2 1-16,9-3-3 15,10-4-7-15,11-3-5 0,17-6-2 16,9-6-2-16,10-8-39 16</inkml:trace>
  <inkml:trace contextRef="#ctx0" brushRef="#br0" timeOffset="14522.54">14384 8869 7 0,'-4'0'3'0,"0"0"-2"0,2 0 0 0,-2 0 2 15,0 0 11-15,3 0 8 16,-2 0 4-16,-1-4-4 16,2 0-4-16,0-1 0 15,2 2-11-15,-1 1-2 16,1-3-2-16,0 2-3 0,0-1 0 16,3 1-1-16,6-1-2 15,2 0 2-15,0 1 1 16,3-1 0-16,1 0 2 15,1 1-2-15,-1 0 1 16,2 0-1-16,-2 3 0 0,1 0 0 16,1 0 1-16,-1 0-2 15,-1 0 1-15,-1 7 0 16,-1 3 0-16,1 4 0 16,-1 1 0-16,-2 7-1 15,-3 5 0-15,0 6 3 16,-3 7-1-16,-2 5-1 0,-3 9 1 15,0 4-1-15,-2 8 0 16,-6 6 0-16,-6 1 0 16,-2 4 1-16,-1 2-1 15,0 0 0-15,0 2 1 16,-2-4-1-16,3-2 1 0,3-1 0 16,3-3 0-16,2-3 1 15,3-1 1-15,1-6-1 16,4-6 2-16,0-5 3 15,0-6-4-15,1-7-2 16,7-7 1-16,2-6-2 16,2-3 1-16,0-5-1 0,3-6 0 15,0-2 0-15,-1-5 0 16,1-3 2-16,-1-3 0 16,1-8-1-16,-1-2 0 15,-3 0-1-15,-2-1-1 0,-3 3 1 16,-4 1-2-16,-2 3-4 15,0 3 1-15,0 2-2 16,-6 2-1-16,-3 0 1 16,-1 6 5-16,-4 5 1 15,2 2 1-15,-1 6 0 0,0 0 0 16,1 6 1-16,-1 2-1 16,2 5 0-16,-1 1 0 15,4 2 1-15,3 2 2 16,3 3 8-16,0 0-3 15,2 2-1-15,0 0-2 0,2 3-1 16,0 2-1-16,0 1 3 16,1 2 0-16,-3-2 1 15,0 1-3-15,1-1 0 16,-1 1 0-16,1 1-2 16,1-2-1-16,0 1 0 0,0-2 0 15,-2 1-1-15,0-1 1 16,0 0-1-16,-6 1 0 15,-1 2 0-15,-4-2 1 16,-1-1-1-16,0-6 0 16,-3-4 1-16,1-6-1 0,-2-7 0 15,3-5 3-15,-2-4 16 16,2-5 0-16,0-1-9 16,-2-1-1-16,-1-5-4 15,-2 2-4-15,0-3-1 16,0-2-4-16,-2 0-19 0,3-10-46 15,0-11-127-15</inkml:trace>
  <inkml:trace contextRef="#ctx0" brushRef="#br0" timeOffset="15475.48">15137 10285 100 0,'1'0'14'15,"-1"0"6"-15,0 0-14 0,0 0-5 0,0 0 0 16,0 0 1-16,0 0-2 16,0 0 0-16,0 0 0 0,1 0 0 15,0 0 0-15,1 0 1 16,1 2 0-16,1 1 0 15,-3 3 0-15,3-1-1 16,0 2 0-16,-2 1 1 16,0 1-1-16,-2-2 0 0,3 0 0 15,-1 0 1-15,1 0 0 16,1-2 0-16,-2 0 0 16,1-1 1-16,0-2 0 15,2-2 2-15,0 0 5 16,4 0 6-16,0 0-4 15,2-9-2-15,5-2 1 0,1-3 2 16,6-7 0-16,5-7-1 16,6-7-2-16,11-8-2 15,8-9-3-15,15-8 0 16,10-11-3-16,20-10-1 16,14-7-6-16,7-11-98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4:07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18095 9665 47 0,'0'0'3'0,"0"0"-2"16,0 0-2-16,0 0 2 0,0 0 0 15,0 0 11-15,0 0 12 16,0 0-11-16,0 0 0 15,0 0-4-15,0 0-5 16,0 0-1-16,0 0 0 16,0 0-2-16,-7-16-1 0,7 14 0 15,0 2-1-15,5-2 2 16,2 0 0-16,2-1-2 16,3 2 2-16,0-1-1 15,-1-2 0-15,3 4 2 16,1-1 3-16,1 1 0 0,-1 0-2 15,1 0-3-15,-2 0 0 16,1 4-1-16,-4 3 1 16,0 0 0-16,-3 3-1 15,1 0 0-15,-1 2 1 16,-2 0 0-16,2 1 0 0,-3 2 0 16,0 1-1-16,0 1 2 15,-3 2-1-15,1-1 0 16,-1 2 0-16,0 0 0 15,1 1 1-15,-3-1-1 16,0 1 0-16,0 0 0 0,0 1 0 16,0-1 0-1,0 2 0-15,0 0 0 0,0 1 1 16,0-3-1-16,0 3 0 16,0-1 1-16,-4 0-1 15,0 0 0-15,2-2 0 16,2 0 0-16,0-1 0 0,0-1 1 15,0-2-1-15,0-2 0 16,5-2 1-16,2-2 0 16,0-1-1-16,2 0 1 15,1-3 0-15,1 1 2 16,1-3 1-16,2 2 0 0,-1-4 0 16,1 1-1-16,-2-1-1 15,0 0 0-15,-1 0-1 16,-3-2 1-16,-1-1 0 15,-2 3-1-15,-1-3 0 0,1 0-1 16,-5 0 2-16,0 0-3 16,0 0 7-16,0 0 11 15,0 0-16-15,-9 3-1 16,3 0-1-16,-2 1 1 16,0 3 0-16,-3 0 0 0,3 2-3 15,0 1 2-15,-3 1 0 16,3 2 0-16,0 3 1 15,-1 1 1-15,2 1-1 16,-2 2 0-16,3 1 0 16,0-1 0-16,0 1 0 15,0 1 0-15,1-1 0 0,-1 0 0 16,1 2 1-16,1-1-1 16,-3 1 0-16,3 2 0 15,1 0 0-15,-1 5 0 16,2 0 0-16,1 1 1 15,0 5-1-15,1 2 0 0,0 0 0 16,0 1 0-16,0-1 0 16,0 0 0-16,0-1 0 15,0 0 1-15,0 0-1 16,0 2 0-16,2 0 2 16,4 2 0-16,2 1 1 0,1 0 1 15,-1 2 0-15,0 2-1 16,-1 2-2-16,1 6 0 15,-2 1 0-15,-2 5 0 16,-1-2-1-16,-3 3 1 16,0-1-1-16,0-5 0 0,0-1 2 15,-2-4-2-15,-3-2 0 16,-1-5 1-16,-2-2 1 16,-1-1 1-16,-1-3 3 15,1 0 2-15,-5-2-5 16,3 1-2-16,-5-2 1 0,-1-1-2 15,-2-2 0-15,-3-4 1 16,0-2-1-16,-4-6 1 16,-1-1-1-16,-1-6-7 15,-1-4 17-15,-2-1-3 16,-1-3-6-16,1-2-1 0,0-2 0 16,0 0 0-16,-2 0-4 15,-1-6-25-15,-1-3-40 16,-4-6-48-16</inkml:trace>
  <inkml:trace contextRef="#ctx0" brushRef="#br0" timeOffset="1906.63">18100 9768 104 0,'-4'-3'4'0,"-1"-1"7"15,-5 1-5-15,2 0-2 0,1 1-3 16,-1 0 1-16,3-1-2 0,0 2 2 15,1-2 1-15,2 3 1 16,0-1 0-16,1 0-2 16,1 1-1-16,0 0 0 15,0-2-2-15,0 2 2 16,1-2-1-16,7 1 0 16,0-1 0-16,2 0 1 0,3 0-1 15,-4-1-1-15,2 3 3 16,0-2-2-16,0 2 1 15,1 0 0-15,-1 0 0 16,0 0 0-16,0 0-1 16,0 5 0-16,1 1-1 0,-5 1 1 15,2 3-1-15,0-1 1 16,-2 2-1-16,1 0 1 16,-3 3 0-16,1-2 0 15,0 1 0-15,0 1 0 16,-2-1 0-16,0-1 0 0,-1 1 0 15,-2 1 1-15,0-1-2 16,-1-3 1-16,0 5 0 16,0-3 0-16,0 3 1 15,-2-1-1-15,-1 2 0 16,2 0 0-16,0 0 0 0,1 2 0 16,0 2 0-16,0-2 0 15,0 2 0-15,0 0 0 16,0 0 0-16,0 1 0 15,0 1 0-15,0-1 1 16,0 0-2-16,1 1 2 0,1-1 0 16,1 0 1-16,2-1-1 15,1 1-1-15,0-1 1 16,2-1-1-16,1-2 1 16,3-3-1-16,1 0 2 15,1-2-1-15,1-3 2 0,1-6 1 16,-1 1 1-16,0-2 2 15,-2-2 0-15,0 0-4 16,-4 0 1-16,-2 0-2 16,-3-2-2-16,-2 0 1 15,-2 0 0-15,0 2 3 0,-2 0-2 16,-7 0-3-16,-3 2-1 16,-1 5 0-16,-3 4 0 15,1 3 1-15,-1 1-2 16,2 3 1-16,2 3 1 15,-5 4 1-15,3 3 0 16,1 2 1-16,3 1-2 0,-2 6 1 16,2 3 0-16,3 1 0 15,0 4 1-15,2 2-1 16,3 2-1-16,-2-1 1 16,4-3 0-16,0-1 0 15,0-1 0-15,0-1 1 0,0-2-2 16,0 0 1-16,6 5 1 15,-3-1-1-15,-1 2 0 16,-2 1 0-16,0 0 2 16,0 2-2-16,0 1 0 0,-2 0 1 15,-1 1-1-15,1-1 0 16,2-3 2-16,0-5-2 16,-2 1 0-16,0-5 0 15,2-3 0-15,-2 1 0 16,-1 1 0-16,-1 0 0 15,-3-2 1-15,3 2 0 0,-5-3 0 16,4 0-1-16,-4-2 0 16,3-1 2-16,-2-3 3 15,2-1-4-15,-1-1 0 16,1 0 0-16,-1-1-1 16,0-2 1-16,-1 1-1 0,1 0 0 15,-1-1 0-15,0 1 0 16,-1 2 0-16,-1-2 0 15,0 0 0-15,1-4 0 16,-2-2 0-16,-1-5 0 0,2-3 0 16,1-3 1-16,-5-3 1 15,3-1 11-15,-5 0 3 16,1-3-4-16,-3 0 0 16,0 0-4-16,0 0-6 15,-4 0-1-15,4 0 0 0,-2-3-2 16,1-2 2-16,2 2-9 15,-3 0-11-15,2-3-31 16,2-1-58-16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6:44:33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23928 11035 7 0,'0'0'3'0,"0"0"3"0,0 0 11 0,0 0-10 16,0 0-2-16,0 0-3 16,0 0-1-16,0 0-1 0,-38 1-2 15,34 0-7-15,2 0-7 16,-5 0-5-16</inkml:trace>
  <inkml:trace contextRef="#ctx0" brushRef="#br0" timeOffset="1827.16">23916 10954 60 0,'0'0'3'0,"0"0"5"0,0 0 4 0,0 0-6 0,0 0 0 16,0 0-2-16,0 0-2 15,0 0-1-15,0 0-2 16,0 0-3-16,-12-10-5 0,11 10 8 16,0-1 1-16,-1-1 1 15,-1-2 0-15,-1 2 2 16,2-2 4-16,-1 1 1 15,0-1-3-15,2 1-3 16,-2-1-1-16,2 1-1 16,-2 0 0-16,2-1 1 0,0 1 2 15,0 0 5-15,1-1 6 16,0 1-1-16,0 0-1 16,0-2-1-16,0-1-2 15,4 2-5-15,2 0-2 16,0-1 1-16,2 2 0 0,2-3-3 15,2 3 0-15,1 1 0 16,2-1 0-16,-1 0 0 16,2 2 0-16,-1 1 0 15,1 0 1-15,-3 0-1 16,2 0 0-16,-2 0 0 0,3 1 0 16,-2 5-1-16,2 5 1 15,-3-1 0-15,-1 2 0 16,0 2 0-16,-4 3 0 15,1 1-2-15,0 2 1 16,-4 3-2-16,1 1 4 0,-1 3-2 16,-3 0 2-16,1 2-1 15,-2 0-1-15,-1 0 5 16,0 1-4-16,0-2 2 16,1 2-2-16,0 0 0 15,1 1 0-15,2-4 0 0,-1 1 0 16,0 1 1-16,1 2-1 15,-4 0 1-15,0 4 0 16,0 4 1-16,0 5 1 16,-3 5 1-16,-4 3-3 15,-2 0 1-15,3 1-2 0,-3 0 1 16,5-2 1-16,2-3 3 16,2 0 0-16,0-4 0 15,3-1 0-15,7-3-2 16,1-3 0-16,5-5-1 15,-1-2 2-15,3-3-1 16,2-3-1-16,1-2-1 0,-3-4 0 16,1-4-1-16,0-2 1 15,-3-5-1-15,-2 0 0 16,0-3 0-16,-1-4 0 16,-1 2 1-16,-1-1 1 0,0-1-2 15,-4 1 2-15,-1-1-1 16,-2 3-2-16,-2 0-1 15,-2 3-2-15,0 1-8 16,-3 3 14-16,-9 1-2 16,-1 6 0-16,-4 3 0 0,-2 6 2 15,-1 2-1-15,-2 2 3 16,3 4 2-16,-2 1 2 16,1 2 0-16,3 2-2 15,2 2 2-15,-1 0-4 16,3 3 2-16,2 0 1 0,1-1-2 15,0 1 1-15,3-2-3 16,1 1 0-16,2-2-2 16,0 3 0-16,-2 0 1 15,3 2-1-15,-3-1 2 16,-1-1 2-16,1-1 2 0,-3-3 2 16,2-1-1-16,-1-2-1 15,1 0 2-15,-1 2 1 16,0-1 2-16,-1 0-3 15,1 2 0-15,-2 0-3 16,2 2-1-16,1 1-2 0,0 1 0 16,-3 0-2-16,4 3 1 15,0-2 0-15,1-1 3 16,-2 0 3-16,4-4 0 16,1 3 0-16,0-2-1 15,2-1 3-15,-4 2 0 16,0 1 5-16,0 1-2 0,-1 0 0 15,-2 2-6-15,2 0-2 16,-3 0-3-16,3-1-2 16,-2-1 1-16,0 0-1 15,-1-1 0-15,3-5 0 0,-3-2 3 16,3-3-3-16,-2-4 3 16,4-2 6-16,2-3 2 15,1 1-2-15,0-3-2 16,0-2-2-16,4 1-2 15,3 1-1-15,-4-3-1 0,1 0 0 16,-3 1-1 0,-1 1 1-16,0 2 0 0,-7 1 0 15,-5 2 2-15,-2-1-1 16,-3 4-1-16,-3-1 0 16,-1 0 0-16,-3-2 0 15,1 0 0-15,1-2 0 0,-4 0 1 16,2-1 0-16,-2-2-2 15,-2 0 0-15,-2 0 0 16,-4 1 0-16,-6 2-1 16,-7-3-1-16,-4 3-5 15,-9-1-17-15,-8 0-47 0,-14-6-74 16,-14-9-132-16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29:25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8169 12991 69 0,'-13'1'5'0,"0"-1"11"0,-1 0 2 16,-1 1-3-16,-4 1-10 15,1-1-3-15,-1 3-2 16,-1-3-1-16,2 1-21 0,-5-1-33 16</inkml:trace>
  <inkml:trace contextRef="#ctx0" brushRef="#br0" timeOffset="1026.05">5823 11217 9 0,'0'0'16'0,"0"0"16"0,44-13-11 15,-33 10-8-15,-4 1-5 16,-3 1-6-16,-2 0 1 15,0 1 1-15,-2 0-1 16,0 0 8-16,0 0 2 16,0 0-11-16,0 0 1 0,0 0-2 15,0-1 2-15,0 1 8 16,2 0 7-16,0 0-4 16,0 0-13-16,0 0-2 15,0 0-34-15,0 0-41 16</inkml:trace>
  <inkml:trace contextRef="#ctx0" brushRef="#br0" timeOffset="1887.47">8782 12839 49 0,'0'0'22'0,"0"0"-22"0,0 0 1 0,0 0 0 15,0 0 7-15,0 0 12 0,0 0 14 16,0 0-3-16,0 0 4 15,0 0-23-15,0 0-11 16,0 0-9-16,0 0-7 16,4-13 3-16,-2 10 3 15,3 3 0-15,-3 0 5 0,1 0 2 16,-1 0 2-16,0 0-5 16,-2 0-30-16,0 0-35 15</inkml:trace>
  <inkml:trace contextRef="#ctx0" brushRef="#br0" timeOffset="2844.13">8788 13130 25 0,'0'0'29'0,"0"0"-16"0,0 0-3 16,0 0-3-16,0 0-18 16,0 0 7-16,0 0 4 15,0 0 0-15,0 0 6 16,0 0 13-16,0 0 1 0,0 0 7 16,0 0-8-16,0 0-1 15,0 0-8-15,0 0-5 16,0 0 0-16,0 0-4 15,0 0 1-15,0 0 0 16,3 0 5-16,-3 0 7 16,0 0-2-16,2 0-8 0,0-1-3 15,3-3-1-15,-1 0 0 16,0-3 1-16,3-1-1 16,0-1 1-16,-2-4 0 15,1-1-1-15,-2-2 4 16,1-3 3-16,-1-4 5 0,-1-2-2 15,4-5-4-15,-3-4-4 16,-2-1-1-16,-1 0 2 16,-1-2-3-16,0 4 2 15,0 1 5-15,-1 0 0 16,-3 3-3-16,-2 0-2 0,2 2-1 16,2 0 0-1,0 0 1-15,0 3-2 0,2-2 0 16,0 2 0-16,0 3 0 15,0 0 0-15,0 1 1 16,0 6-2-16,2 1 2 16,0 4-1-16,-2 2 0 15,2 4 0-15,-2-1 0 0,1 4-1 16,-1 0 1-16,0 0-3 16,0 0 0-16,0 0 0 15,0 0-2-15,0 0-1 16,0 6 2-16,0 1 4 0,0 1 4 15,0 0-2-15,-1 1 0 16,-3 0-2-16,2 0 2 16,-4 1-2-16,3-2 1 15,-5 2-2-15,0-1 2 0,-5 2 0 16,-3 2-3 0,1 1 3-16,-8 2 3 15,2 3-2-15,-2-2 0 0,2 2-2 16,1-3 2-16,5-1-3 15,2-5-1-15,3-1-3 16,4-5-5-16,1-4-4 16,5 0-13-16,0-6-22 0,0-6-41 15</inkml:trace>
  <inkml:trace contextRef="#ctx0" brushRef="#br0" timeOffset="2992.61">8684 12512 138 0,'0'0'52'0,"0"0"-47"0,0 0-2 0,0 0 13 0,0 0-3 16,29 50 5-16,-19-26-10 16,4 2-5-16,-1 0 0 15,-1 0-1-15,-7-7-50 16,-4-5-129-16</inkml:trace>
  <inkml:trace contextRef="#ctx0" brushRef="#br0" timeOffset="4059.66">6437 11475 90 0,'0'0'4'0,"0"0"4"0,0 0-7 0,0 0-5 15,0 0-16-15,0 0-1 16,0 0 19-16,0 0 5 0,0 0 4 15,0 0 3-15,-38-18-1 16,34 16-5-16,-1 2-2 16,1 0-2-16,3 0 0 15,-1 0 1-15,0 0-1 0,2 0 5 16,-2 0 1-16,-1 6-2 16,2 1-1-16,-1 6 1 15,1 4 1-15,1 4-3 16,0 3-1-16,0 2-1 15,0 5 1-15,0 3 0 16,0 3 3-16,0 1 3 0,0 0 0 16,-4 0 3-16,-1 0-1 15,2-1-3-15,2 4 0 16,1 1-2-16,0 4-1 16,1 1 0-16,9 4-3 15,1-1 2-15,3 3 0 0,1-4-2 16,-3-3-3-16,1-6-21 15,-6-9-13-15,0-10-7 16</inkml:trace>
  <inkml:trace contextRef="#ctx0" brushRef="#br0" timeOffset="5419.61">6710 11367 87 0,'0'0'2'0,"73"-5"1"0,-30 3-1 15,-1 2-1-15,4 0-1 16,0 0 0-16,1 0 2 0,0 0 2 15,2 0 2-15,2 2 0 16,1 0-2-16,4 0-1 16,2-1-1-16,1 1-2 15,5-1 4-15,1-1 6 16,0 0 5-16,6 0 0 0,-1 0 2 16,3 0-10-16,0 0 1 15,4-3-5-15,-4 3-1 16,-2 0-1-16,2 0 1 15,-2 0-2-15,1 0 3 16,-1 0-4-16,0 0 2 0,1-3-1 16,0-1 0-16,-3-3 0 15,0 3 0 1,-2 1 1-16,-2 0-1 0,-2 2 0 16,0-1 1-16,-1 2-1 15,-1-1 0-15,3-1 0 16,3 1 0-16,0-2 0 15,4 1 0-15,1 0 0 0,0-1 0 16,1 3 0-16,-3-1-3 16,1-1-1-16,-4 2 3 15,0-1 1-15,-1-2-1 16,-1 0 1-16,1 1 0 0,-3-2 1 16,-2 0 0-16,3 3-1 15,-6 1 1-15,-2 0-1 16,-1 0 0-16,-1 9 0 15,-2 3-1-15,-1 1-2 16,1 1 1-16,1 0 2 0,-1 1-1 16,-4-1 1-16,2-3 0 15,-7-2 0-15,-2-2 0 16,-4 0 2-16,-5-2-1 16,-5 1 1-16,-4 0 0 0,-3 2 1 15,-1 1-2 1,-6 0-1-16,-1 3 1 0,-1 1-2 15,-1 4 0-15,-3 1 1 16,0 4 0-16,0 1-3 16,-1 3 4-16,-1 3 1 15,1 2-1-15,0 2-1 16,0-2 0-16,-2-2-5 0,-1-3 7 16,-2 0-4-16,-1-5 7 15,0 3 8-15,0 2-9 16,-1 2-1-16,-4 5 0 15,-3 1-4-15,0 3 5 0,-1 0-5 16,-2 1 4-16,-2-3-2 16,3-4-2-16,2-4 2 15,-4-3-1-15,2-3-1 16,1-2-5-16,-1-4 0 16,-3 1-3-16,-1-5 8 0,1-4-1 15,0 0 11-15,-1-5-2 16,-1-1 8-16,-3-1-3 15,3 0-7-15,-2 2-2 16,-1-2 3-16,1 2-5 16,-6 0 0-16,-3 1-4 15,-3 1 6-15,-3 0-3 0,-4 5 2 16,-5-2-7-16,-1 3 8 16,-2-1-3-16,2 0 0 15,-3 0-1-15,0 0 2 16,0-4 1-16,-1 2-2 0,-1 0 3 15,0 0-3-15,-2 0 0 16,4-1-1-16,-5 3-11 16,4-2 16-16,1 0-3 15,1 0-3-15,3 2 1 16,3-2-8-16,5 0 16 16,4 1-10-16,4-1-4 0,5-2-6 15,2 3-6-15,5-1-1 16,1-2-19-16,2-3-21 15</inkml:trace>
  <inkml:trace contextRef="#ctx0" brushRef="#br0" timeOffset="6957.64">8808 11492 73 0,'-2'2'0'0,"2"1"-2"0,0-1 3 16,0 3-1-16,0-4 0 15,0-1-3-15,0 2-5 16,0-2 24-16,3 0-2 16,-2 0 6-16,0 0-9 0,0 0-7 15,2 0-2-15,-3 0 0 16,0 0 6-16,0 0 6 15,0 0-8-15,0-5-5 16,0-3 1-16,2-2 2 0,1-2 3 16,0-2-2-1,0-3-2-15,2 0 0 0,-1-3-2 16,-2 2 1-16,1-4 4 16,1 1 6-16,-2 0 3 15,1 0-6-15,1 5-5 16,-1 2 1-16,-1 4-4 0,0 4 0 15,-2 3-1-15,0 3-1 16,0 0-6-16,0 3-5 16,0 6 6-16,0 2 4 15,0 2 6-15,0 1-2 16,0 0-1-16,-4-1 0 0,0 0-3 16,1-3-2-16,-2-2-4 15,1-1 1-15,0-3-3 16,-1-1 11-16,0-1 0 15,-1-2 2-15,1 0-1 16,1 0-1-16,1 0-1 0,1 0-1 16,0-4-4-16,2-1-6 15,-2 0 0-15,0 0 17 16,0 1-4-16,-1 1 11 16,-1 3-2-16,-1 0-1 15,-2 0-12-15,-3 4 3 16,1 4-1-16,-1 0 1 0,0 1-1 15,3-1 0-15,0-1-2 16,4-1-6-16,1-2-27 16,2-4-29-16</inkml:trace>
  <inkml:trace contextRef="#ctx0" brushRef="#br0" timeOffset="8524.29">8625 12711 139 0,'-15'0'14'0,"1"0"-5"0,-3 4-8 16,-2 6 2-16,-1 3-3 16,-1 2 2-16,-3 1 2 0,0 5-2 15,-3-1 2-15,-2 3-3 16,-1 1-3-16,-1-1-7 16,-4 0-8-16,-1-2 4 15,-2-1 7-15,-1-5 3 16,-4 0 6-16,0-4 3 0,-4 0-4 15,-2-4 2-15,-4-1-1 16,-2-3-2-16,-3-3 0 16,-7 0-1-16,-1 0 1 15,-3-3 0-15,-6-6-1 16,-3 0-2-16,-2-3-19 0,-2 2 2 16,-5 0 2-16,-3 2 6 15,-1-2 14-15,1 3 16 16,-2-2 14-16,-2 1 29 15,-1-1-55-15,1-1 10 16,0-2 0-16,-2-3 3 16,-1-2-1-16,1 0 0 0,0-4-10 15,0 1-3-15,0-3-3 16,2 3-1-16,0-3-2 16,0 1-1-16,3 1-6 15,3-1-5-15,6-2-5 0,3 0-8 16,5-3-1-16,5-4 8 15,5-7 5-15,5-3 10 16,1-5 6-16,7-6 3 16,4-4 2-16,7-5-7 15,5-7 0-15,10-5-3 16,6-3-4-16,7-1-21 0,7-3-2 16,1 3 25-16,4 4 9 15,0 5 16-15,4 5 11 16,9 8-1-16,3 4-11 15,6 6-11-15,1 3-6 16,6 1-2-16,2 8 1 0,-2 4-2 16,2 3-4-16,0 6-10 15,3 4-7-15,0 6 6 16,5 7 5-16,2 3 3 16,3 0 0-16,4 2 5 15,0 5 0-15,4 3 1 0,0-3 2 16,-3-1 6-1,4-3 6-15,-5-3-4 0,-2 0 2 16,-2 0 1-16,-2-6-5 16,-3-4-3-16,-3 0-1 15,-5 1-1-15,-2-1 0 16,-4 1-1-16,-4-3 2 0,-4 5-1 16,-6 0-2-16,-2 0 0 15,-2 1 0-15,1 1 2 16,-2 2 0-16,0 0-2 15,-2 0 1-15,3 0-1 0,0 3 0 16,2-3 0-16,0 3 1 16,0 0-1-16,0 0 1 15,0 0-1-15,-1 0-13 16,-3 1-21-16,-1 1-18 16,-4 1 1-16,0 0 14 0,0-2-8 15,-4-1 25-15</inkml:trace>
  <inkml:trace contextRef="#ctx0" brushRef="#br0" timeOffset="8687.73">5962 11158 178 0,'0'0'31'0,"0"0"12"0,0 0-26 16,0 0-14-16,0 0-4 15,0 0 2-15,0 0-4 16,0 0-12-16,0 0-17 0,0 0-6 15,0 0-5-15,0 0-4 16</inkml:trace>
  <inkml:trace contextRef="#ctx0" brushRef="#br0" timeOffset="11371.43">8808 10989 91 0,'0'-4'5'0,"-6"3"7"0,-1 0-9 0,3 1-7 15,-5 0 5-15,4 0-6 16,1 0 5-16,-1 0 0 15,3 0 1-15,2 0 2 16,0 0 0-16,0 0-3 0,0 0 2 16,0 0-2-16,2 0 1 15,3 0-1-15,-3-2 1 16,0 1-1-16,0-3 1 16,-1 3 3-16,0-2 10 15,-1 1 5-15,0 0-6 0,0 1-4 16,0 1 0-16,0-2-6 15,0 2-4-15,0 0-4 16,0 0-5-16,0 0 5 16,1 0 1-16,-1 0 3 15,0 0 1-15,0 0 2 0,0 0 10 16,0 0-4-16,0 0-3 16,4-1-3-16,-2-5-1 15,1 2-2-15,-1-2 0 16,1-1 0-16,3-1 1 15,-4-1 1-15,2-3-1 0,-3 0 1 16,1 1 0-16,2-4 7 16,-4 1 4-16,2 0-8 15,-2-1-2-15,0 2-1 16,0-2-1-16,0 0 0 16,0-1 1-16,0-1 0 0,-4 0 3 15,1 0 4-15,1 0 1 16,-2 0-2-16,0 1-2 15,0-2-1-15,3 1 1 16,-3-1-1-16,1 0-3 16,3-1 1-16,0 0-1 0,0 1-1 15,0-1 0-15,0 2 1 16,5-1-1-16,-3 2 0 16,-1 0 0-16,-1 1 0 15,0 2 0-15,0 2 0 16,0 0 0-16,-1 2 0 0,-1 0 0 15,0-1 1-15,-1 3-1 16,3-1 0-16,-2-2 0 16,2 1 0-16,-4 2 0 15,2-3 0-15,1 2 1 16,-3-1-1-16,2-1-1 16,-2 4 2-16,2-2 2 0,1 1-3 15,1-1 1-15,0 0 0 16,0 1-1-16,0 0 1 15,1 0-1-15,2 1 0 16,0-1 1-16,-1 4-1 16,-2-4 0-16,2 4 0 0,-2 0 0 15,0-1 0-15,0 3 0 16,0-1 0-16,0 0 0 16,0 1 0-16,0-1 0 15,0 0 0-15,0 2-1 0,0-1-5 16,0 1 4-16,0 0 2 15,-2 0 1-15,-4 0-1 16,3 3 4-16,-6 5-2 16,2 2-2-16,-1 0 1 15,1 1-2-15,-5-2-4 16,2 3 8-16,1-3-3 0,-5 0 0 16,5-1 1-16,-2-1-1 15,4-4 2-15,0 1-1 16,1-1-1-16,2-1 1 15,1-2-1-15,3 0 0 16,-2 3 0-16,2-2 0 0,0-1 0 16,0 2-5-16,0 0-14 15,0 1-10-15,0 1-15 16,0-1-16-16,0 0 11 16</inkml:trace>
  <inkml:trace contextRef="#ctx0" brushRef="#br0" timeOffset="11592.39">8721 10254 22 0,'8'-8'9'0,"-2"2"27"0,-2 3-2 16,-3 3-11-16,2 0-15 0,2 0-2 16,0 5 3-16,6 4 1 15,0 0 6-15,2 2-5 16,3-1-8-16,0 1 0 15,-1-1-1-15,1 0 2 0,-2-3 0 16,-1 0-1-16,1 2-15 16,-2-5-26-16,-2-1-20 15</inkml:trace>
  <inkml:trace contextRef="#ctx0" brushRef="#br0" timeOffset="14254.21">10617 10069 31 0,'-12'3'6'0,"-6"0"24"0,-2 0-9 16,-7 0-8-16,1 1 2 15,-6 0 7-15,-4 0-3 16,-2 1-2-16,-1-2-3 16,-6 2-9-16,-2-1 0 0,-4 1-1 15,-5 0-2-15,0 3 2 16,-8 0-2-16,0-1-1 16,-5 4 0-16,0 1-1 15,0 0 0-15,-1 0-1 16,-3-1 2-16,1 1-9 15,0-1 2-15,-1-4-8 0,-4 2 6 16,2-3 7-16,1-1 0 16,0-1 2-16,-3 1 4 15,2 0-5-15,1-1 2 16,1 1-2-16,-1 0 0 0,1 0 0 16,3-1 1-16,1-2-2 15,2 2 1-15,4-2 1 16,-2-2-1-16,1 0 0 15,1 0 1-15,-2 0 0 16,-3 0-1-16,2 0-1 0,-3 0 1 16,2 0 0-16,0 0-1 15,0 0-2-15,-1 0 2 16,3-7 2-16,0 0-2 16,3-1 1-16,-1-3 1 15,3-2-1-15,0 0 0 16,0-3 2-16,3 2 0 0,2 0 1 15,2 1 1-15,3-1 0 16,3 1-1-16,2 0-3 16,1 2 0-16,1-1 0 15,0 1 1-15,0 1-1 16,-3-1 0-16,0 1 1 0,-2-1 2 16,4 2 4-16,1-2-4 15,7 1-2-15,5 0 0 16,4-2 0-16,6 0-2 15,4-1-1-15,1-1 1 16,6-2-2-16,1-2 5 0,2-2 5 16,0-2 3-16,3-2-6 15,1-1-2-15,1-4 0 16,2 0 4-16,0-1-4 16,0-2-1-16,0 3-2 15,5-3-1-15,7 2-4 0,0-1-1 16,1 1-5-16,4-1 5 15,1 1 6-15,-3 0 2 16,1 2 0-16,1 0 2 16,0-1 2-16,0 5 0 15,3 0-3-15,1 1-1 0,1 2-1 16,0 3 0-16,0 3 0 16,0 1-1-16,1 1 1 15,-3 3 0-15,0 3-1 16,2 0 1-16,1 4-1 15,-2 1 1-15,2 2-1 0,2 0 0 16,2 0 0-16,4 0-2 16,-1 2 2-16,5 1 1 15,1-1-1-15,5 1 1 16,0-1-1-16,2 0 1 16,2 0-1-16,2 0 2 0,4-2-1 15,1 0 1-15,4 0-1 16,1 0 0-16,6 0 0 15,3 0 0-15,3 0 0 16,2 0 0-16,5 0 0 16,2 3 0-16,2 1 0 15,2 2 1-15,4-1-3 0,-1 1 2 16,2 0 0-16,7-2 0 16,0-1-1-16,6-3 1 15,1 0 0-15,4 0 1 16,0-7 0-16,0-3 0 15,0-1 3-15,-4 0-1 0,0 0 1 16,-1 0-1-16,-2 1 0 16,0 0-2-16,-4 0 0 15,0 1 1-15,0-1-2 16,-4 1-6-16,-3 0 0 0,-2 1 5 16,-7-1 0-16,0 2 1 15,-9 0 1-15,-6 2 1 16,-3 1 2-16,-6 0-3 15,-8 3 2-15,-5-1-3 16,-3 2 2-16,-8 0-2 16,-2 0 0-16,-3 4 0 0,-3 3 0 15,0 0 0-15,-1 2 0 16,-2 3 0-16,2 0 0 16,-1 1-2-16,-1 0-4 15,2 1 1-15,-4 2 4 16,-2-1 0-16,1-1 0 0,-5 1-2 15,1 0 1-15,-2 1 1 16,-3-2 0-16,1 6 0 16,1 1 4-16,1 3-1 15,0 1-1-15,-1 3 2 16,-1 3-3-16,0-1-3 0,-4 1-3 16,-2-1 6-16,-1 1-1 15,-1 2 1-15,0-2 1 16,0 2-1-16,0 1-1 15,-5 0 2-15,-5-1-1 16,-2-3 2-16,-4-3 4 0,-4-2 1 16,-5-2 0-16,-8 0 3 15,-11-2-5-15,-8 5-2 16,-11-2-14-16,-10-1-57 16,-10-8-93-16</inkml:trace>
  <inkml:trace contextRef="#ctx0" brushRef="#br0" timeOffset="15292.81">8797 9281 60 0,'7'-9'36'0,"-2"-2"-33"0,1-2-3 0,1 0 0 16,-4-1 1-16,3-3 0 16,-2-1 7-16,-3-2 3 0,1-1 9 15,2-2 5-15,-4 2 0 16,0-2-1-16,0 2-10 15,0 2-6-15,0 3-4 16,0 5-2-16,0 1-2 16,0 6 1-16,0 0-1 15,0 3-1-15,0 1-3 16,0 0-3-16,0 2 3 0,0 5 0 16,0 3 6-16,0 3 1 15,0 3-4-15,0 2-1 16,-6 0-4-16,-1-2-61 15</inkml:trace>
  <inkml:trace contextRef="#ctx0" brushRef="#br0" timeOffset="17419.89">8706 10612 106 0,'0'0'52'0,"0"0"-11"0,0 0-21 16,0 0-11-16,0 0-6 0,-43 0-3 16,34 0 0-16,-2 0-6 15,-2 0-4-15,2 1 6 16,-3-1 2-16,-3 0 2 15,0 0 1-15,-3 0 0 16,-2 0 1-16,-3 2 1 0,-2-1 0 16,1 0 0-1,-5 1-2-15,0-1-1 0,-3 2 0 16,2-2 1-16,-3 1-1 16,1 0 0-16,-3-2 0 15,1 0 0-15,-2 0 1 16,-3 0 0-16,3-2 0 0,-2-1 4 15,2-2 0-15,2 0-3 16,0 2-1-16,-2 1-1 16,1 1 0-16,-4 1-1 15,1-1 1-15,0 1-2 16,-1-1 2-16,1 1-1 0,1-2 1 16,3-1 0-16,-3-1 0 15,1 1 0-15,-1-1 1 16,-1 1 0-16,-1 0-1 15,-2 0 0-15,0 2-1 16,-1 1 1-16,2 0-1 0,-1 0 0 16,-1 0-2-16,-1 0 3 15,2 1 0-15,-1 2 0 16,-1 0 2-16,0-1-2 16,2 0 0-16,1 1 1 15,0 1-1-15,-1 1 0 16,1 0 0-16,-1-2-1 0,1 2 1 15,2-1-2-15,-1-1 4 16,4-1-2-16,1-2 1 16,2 1-1-16,-4-1 0 15,3 0 0-15,-4 0 0 16,1 0 0-16,-1 0 0 0,3 0 1 16,-1 0-2-16,0 0 2 15,3-2-1-15,-2-1 0 16,1 1 0-16,-3 1 1 15,0 1-1-15,2 0 0 0,0 0 0 16,3 0-1-16,1 0 2 16,1 0-1-16,4 0 0 15,0 0 0-15,0 0 0 16,6-2 0-16,-4-1 5 16,2-2 2-16,0 1 1 15,2 0-1-15,-2-2-2 0,1 3-3 16,-1-1-1-16,4 1 1 15,-2-1-2-15,3 1 1 16,0 0-1-16,1 2 0 16,1-2 0-16,0 0 0 0,1-1 1 15,1-2-1-15,-1 1 0 16,1-4 1-16,1 1-1 16,-3-2-1-16,1-1 2 15,1-1-1-15,-1-1 0 16,1 0 0-16,-1-2 0 15,2-2 0-15,-1 0 2 0,3-2 0 16,-1-1 1-16,3 1-3 16,-2-3 1-16,-1 2 3 15,2-1-3-15,-3-3 0 16,-1-2-1-16,1-1 1 16,-1-4-1-16,1-3 1 0,2 1-2 15,-1-1-5-15,2-1 5 16,3-1 0-16,-1 1 0 15,2 0 3-15,0 1 1 16,1 2-2-16,-2-1 0 16,0 1-1-16,3 0 0 0,-2 0 0 15,5 0 0-15,-3 1 0 16,4 3 0-16,0-2-5 16,0 2-2-16,8-1 7 15,4-1-4-15,-1-2 2 16,2-3 7-16,1 0-4 0,-1 1 0 15,-3 0 0-15,-4 1 0 16,-1 3 0-16,-3 3-1 16,-2 3 1-16,2 0-1 15,0 4 1-15,1 0-2 16,1 3 2-16,3 0-1 0,2 2-3 16,-1 0-2-16,6 1-6 15,-1-1 4-15,3 2-1 16,4 0 10-16,1 0-2 15,3 1 0-15,-2 1 0 16,2 0-1-16,1 4 1 16,2-3 0-16,0 6 0 0,-3-2-1 15,3 3 1-15,2 0 0 16,-2-1 0-16,2 3 0 16,0-2 0-16,1-1-1 15,3-1 1-15,-2 1 0 16,1 1 0-16,1-4 0 0,0 3 0 15,1-2 0-15,1 2 0 16,0-2 0-16,1 1 1 16,3-1-2-16,-1 0 1 15,-2-2 0-15,0 1 0 0,-4-1 0 16,-4 1 0-16,-4 0 1 16,-5 2 1-16,-1 0 0 15,-5 1 1-15,-2 0 1 16,-3 1-3-16,0 0 1 15,-1-1-2-15,-1 4 0 16,-2 0 1-16,-2 0-1 0,0 0-3 16,-2 0-8-16,0 0-13 15,0 0-17-15,0 0 4 16,0 3 5-16,-2-2 0 16,-2-1-13-16,2 0 22 15,-2 0 22-15,1 0 7 0,-1 0 1 16,0 0-3-16,-2 0-10 15</inkml:trace>
  <inkml:trace contextRef="#ctx0" brushRef="#br0" timeOffset="17711.75">6077 8856 67 0,'-4'-2'8'0,"1"1"11"0,-1-1-5 0,4 2-10 16,0-2-1-16,0 2-2 0,0 0-3 15,0 0-3-15,0 0-1 16,2 0 14-16,5-1-6 16,2 1-1-16,0-2 2 15,4 2 0-15,1 0 0 16,3 0 1-16,0 0 1 0,3 0-3 16,-3 0 0-1,-1 3 1-15,-5 2 3 0,0 1 0 16,-6 0 2-16,-5 4-5 15,0 4 3-15,-18 6 24 16,-14 13-15-16,-13 11-6 16,-19 11-2-16,-21 9-66 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8-02T05:28:55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8362 13310 276 0,'0'0'2'0,"0"0"-3"0,0 0-2 0,0 0 3 0,0 0 2 16,0 0-2-16,42-15 0 15,-29 12-10-15,-1 0-40 16,-6-3-55-16</inkml:trace>
  <inkml:trace contextRef="#ctx0" brushRef="#br0" timeOffset="298.88">8784 11967 282 0,'0'0'-60'16,"0"0"64"-16,0 0-1 16,0 0-1-16,0 0-2 15,0 0-3-15,0 0-23 0,0 0-21 16,-15-7-17-16</inkml:trace>
  <inkml:trace contextRef="#ctx0" brushRef="#br0" timeOffset="681.03">8908 10784 174 0,'0'0'-21'0,"0"0"4"16,0 0 16-16,41-46 1 15,-36 38 0-15,-5-2 0 16,0-3-8-16,-2-6-119 16</inkml:trace>
  <inkml:trace contextRef="#ctx0" brushRef="#br0" timeOffset="1024.61">9025 9505 264 0,'0'0'-9'15,"0"0"11"-15,0 0-2 16,0 0 0-16,0 0-1 15,0 0 0-15,0 0 1 16,0 0 0-16,0 0-4 0,-2-21-29 16,4 15-32-16,0-5-27 15</inkml:trace>
  <inkml:trace contextRef="#ctx0" brushRef="#br0" timeOffset="1352.27">9202 8247 155 0,'0'0'0'0,"0"0"-5"16,0 0-4-16,0 0-32 15</inkml:trace>
  <inkml:trace contextRef="#ctx0" brushRef="#br0" timeOffset="4159.93">3388 3979 22 0,'0'0'27'0,"0"0"-10"0,0 0-4 15,0 0 2-15,12-44-3 16,-12 38-1-16,0 1 6 15,0 1 2-15,0-2 4 16,0 4 2-16,-5-2-4 0,-1 1-5 16,3-1-7-16,-3 2-6 15,4 1-5-15,-3-1 3 16,1 2-1-16,-1 0 1 16,0 0-3-16,1 5 1 15,-3 5 2-15,1 3-1 16,-2 5-4-16,4 2 4 0,-2 4 3 15,2 0-8-15,4 3 5 16,0-3 1-16,0 2 0 16,8-2-1-16,4-1 1 15,3-2 1-15,-1-1-1 16,3-3-1-16,0-3 0 16,2-4-3-16,1-3 2 0,-2-5 2 15,2-2 3-15,0 0 1 16,0-9-4-16,-2-2 1 15,0-5-1-15,-2-1 2 16,-2-3 0-16,-5-2-2 0,1-1 1 16,-7 0 1-16,1 0 1 15,-4 1-2-15,0-1 0 16,-4 2-1-16,-5 1 0 16,-4 1 0-16,-1 2 1 15,-4 2 3-15,0 3-1 16,-2 1-2-16,-2 4 1 0,2 1-3 15,1 6 0-15,0 0 0 16,3 0-3-16,0 10 1 16,5 4-6-16,0 3-29 15,2 2-44-15,2-3-21 0</inkml:trace>
  <inkml:trace contextRef="#ctx0" brushRef="#br0" timeOffset="4669.2">3608 3844 69 0,'0'0'40'0,"0"0"-35"0,0 0-2 0,0 0 6 16,37-32 4-16,-23 27-2 15,-1 5-6-15,3 0-1 0,-1 0-4 16,0 10 2-16,2 2 0 16,-1 2 0-16,-3 0-2 15,1 2 1-15,-6-1-2 16,1 0 1-16,-5-4 7 15,0 4 0-15,-2-3-4 16,0-4 1-16,-2 2 2 0,0-3-8 16,0 0 7-16,0-1-1 15,-4-5 3-15,0 0 1 16,0-1 9-16,-3 0 4 16,3-3-5-16,-2-9-2 0,-1 1-4 15,0-5-3-15,2-5-5 16,3 1 5-16,0-1-6 15,2-1 0-15,0 3-2 16,0-1 0-16,4 3 1 16,5 2-1-16,3 0-9 15,-1-1-38-15,-1 2-41 16,2 0-61-16</inkml:trace>
  <inkml:trace contextRef="#ctx0" brushRef="#br0" timeOffset="4867.25">3896 3667 175 0,'0'0'1'0,"0"0"28"16,0 0-30-16,0 0 0 15,0 0 2-15,0 0 7 16,0 0-1-16,24 49-1 0,-18-33 0 16,2 0-1-1,1-1-2-15,0-2 1 16,2 0 0-16,0-6-2 0,1 0-7 15,-3-4-39-15,1-3-34 16</inkml:trace>
  <inkml:trace contextRef="#ctx0" brushRef="#br0" timeOffset="5000.66">3986 3519 208 0,'0'0'-31'0,"0"0"44"15,0 0-13-15,0 0-39 16,-39-3-56-16</inkml:trace>
  <inkml:trace contextRef="#ctx0" brushRef="#br0" timeOffset="5836.34">4168 3621 138 0,'0'0'-5'0,"0"0"9"16,14-41 1-16,-12 24 0 15,-2-3-3-15,0 3 0 16,0 1 0-16,0 2-1 16,-6 4 0-16,-1 5-2 15,0 2 1-15,0 3 1 0,-1 4 3 16,1 10-4-16,2 6 0 15,-1 1-5-15,3 3 9 16,1-4-4-16,2-2 2 16,0-6-1-16,0-3 3 15,4-5-3-15,6-1 0 16,-1-3 4-16,-1 0 8 16,3 0-6-16,3-6 2 0,-1-1-2 15,-1 3-4-15,1-1-1 16,1 4-2-16,1 1 0 15,1 3-2-15,1 7 1 16,2 7 3-16,0 3-1 0,2 1 1 16,-1 3-1-16,-3 0 0 15,-3 2 0-15,-1-2 0 16,-4-1-2-16,-3-2 2 16,-2 0 1-16,-2-2 0 15,-2-5 0-15,0-1 0 16,-2-4 2-16,-5-3-1 0,0-4 1 15,-2-2 0-15,1 0 2 16,-2-6-4-16,1-9-1 16,1-4-7-16,3-5 10 15,1-4-4-15,2-2-5 16,2-3 0-16,0 1-2 0,0 0-2 16,2 0-2-16,4 0 8 15,-3 1-5-15,5 1 5 16,-4 1 3-16,4 1 0 15,-2 1 0-15,1 3 0 16,-3 2 0-16,1 3 0 16,1 2 0-16,-3 3 0 0,-1 3 1 15,-1 2-1-15,-1 2 0 16,0 3 0-16,0 4 0 16,0 0 0-16,0 0-10 15,0 4 7-15,0 9-1 16,0-1 5-16,2 4 1 0,0 2-2 15,2-2 1-15,1-2 1 16,1-2 1-16,3-1 6 16,-2-5 2-16,2-2-1 15,1-1-3-15,0-3 2 0,-1 0 1 16,1-1-6-16,2-9-1 16,-1-3 0-16,0-3-2 15,-4-5-21-15,-2-3-58 16</inkml:trace>
  <inkml:trace contextRef="#ctx0" brushRef="#br0" timeOffset="5947.68">4430 3212 151 0,'0'0'6'0,"0"0"-4"0,0 0-32 0</inkml:trace>
  <inkml:trace contextRef="#ctx0" brushRef="#br0" timeOffset="6339.54">4553 3327 208 0,'0'0'18'0,"0"0"-18"16,0 0 2-16,0 0-1 0,40 30-1 15,-28-23 2-15,-2 3 1 16,1-3-3-16,-1 0 0 16,-1 1 0-16,0-3 1 15,0 3-1-15,-4-3 0 16,1 0 0-16,0-3-1 0,-5 1 2 16,3-2-1-16,-4-1 0 15,2 0-1-15,-2-4 3 16,0-5-1-16,0-7-3 15,0 0 3-15,0-3-2 16,2-1 1-16,3 2-1 16,-2 2 4-16,5 2 3 0,-3 3 0 15,5 2-2-15,2 2-3 16,1 3-1-16,3 1 0 16,-1 3 1-16,2 0-2 15,0 11-13-15,-1-1-56 0,-3 3-12 16</inkml:trace>
  <inkml:trace contextRef="#ctx0" brushRef="#br0" timeOffset="6722.26">4916 3296 78 0,'0'0'6'0,"0"0"6"16,0-36 1-16,0 27-10 15,0 3-2-15,-1 2-1 16,-1 2-1-16,0 2-3 15,0 0 6-15,-1 4-1 0,1 4-3 16,1 0 6-16,0 2-2 16,1-3 0-16,0 1 1 15,0-3 1-15,4 0 1 16,3 0 3-16,2-4-3 16,-2-1 3-16,6 0 7 15,-2 0-9-15,2-4 5 0,-1-5-3 16,-3-3-3-16,-1-1-1 15,0-3 3-15,-6-2 10 16,-2-2-1-16,0-4-11 16,-6-3 0-16,-2-4-4 15,-3-4 0-15,-3 0-1 16,-1 2 1-16,1 5-3 0,3 5 7 16,3 6 14-16,3 10-4 15,5 7-13-15,0 2-11 16,0 15-67-16,0 5-3 15</inkml:trace>
  <inkml:trace contextRef="#ctx0" brushRef="#br0" timeOffset="7072.58">4584 4152 140 0,'0'0'13'0,"0"0"14"0,0 0-25 0,0 0-6 15,0 0 2-15,7 47 1 16,7-23 4-16,1-1-2 16,3 0 0-16,-2-2 2 15,4 0-2-15,-5-1 0 16,-1-3 1-16,-3-1-1 0,-5-2-6 16,-3-4-36-16,-3-5-7 15</inkml:trace>
  <inkml:trace contextRef="#ctx0" brushRef="#br0" timeOffset="7327.26">4584 4107 238 0,'0'0'-33'0,"0"0"36"15,14-46-2-15,2 31-1 0,2 1 2 16,1 1-1-16,-2 4 0 15,2 5-1-15,-1 4 1 16,-5 0-2-16,-1 13-9 16,-4 5-6-16,-5 2 5 15,-3 4 0-15,0 1 13 0,-7 0-3 16,-5 1-2 0,0-2 7-16,0-3-6 0,1-4-37 15,2-7-35-15</inkml:trace>
  <inkml:trace contextRef="#ctx0" brushRef="#br0" timeOffset="7897.88">4846 3952 91 0,'0'0'-2'15,"0"0"8"-15,0 0 7 0,0 0-2 16,0 0-7-16,0 0-4 15,0 0-1-15,-40 37-1 16,33-14 3-16,0-3 11 16,5-2-9-16,2-2-1 15,0-5-2-15,2-1 1 0,5-4 0 16,0-5-2-16,4-1 1 16,0 0 12-16,2-4-9 15,-1-6 1-15,1-4-2 16,1 0 0-16,-1-1-1 15,-4 5 1-15,2-1-2 0,-4 4 0 16,-1 1 0-16,-3 5 5 16,3-2 0-16,1 0-2 15,0 3 1-15,-1-3-2 16,3-1 0-16,-2 0 0 16,0-2-1-16,0-2 1 15,-1-2-1-15,-2-3 0 0,-1-3-1 16,2-2 0-16,-5-1-1 15,0-5-4-15,0 3-4 16,0 0 1-16,0 3 3 16,0 3 2-16,-3 6 4 15,2 2 7-15,1 7 9 0,0 2-23 16,1 12 0-16,8 7 9 16,-2 3 5-16,4 4 1 15,2 1-4-15,-1-2-2 16,3 0-2-16,-2-3 2 15,1-1-1-15,-3-3 0 0,0 2 0 16,1-4 1-16,-6-4-11 16,1-7-53-16,-5-7-24 15</inkml:trace>
  <inkml:trace contextRef="#ctx0" brushRef="#br0" timeOffset="8181.61">5029 3782 165 0,'0'0'12'0,"0"0"0"0,-2-45-3 0,9 32-9 0,4 1 2 16,0-1-2-16,3 6 1 16,1 0 0-16,1 4 0 15,-1 3-1-15,1 0 0 16,-3 5-1-16,1 6-3 0,-5 0-2 15,-5 3 9-15,-2 2 0 16,-2 0-3-16,0 1 2 16,-11 1 0-16,-2 3 7 15,0-1-6-15,-1-1-2 16,3-1-4-16,0-5-39 0,1-6-22 16</inkml:trace>
  <inkml:trace contextRef="#ctx0" brushRef="#br0" timeOffset="8816.54">5255 3671 66 0,'0'0'0'16,"0"0"9"-16,0 0 3 0,0 0 4 15,0 0 2-15,0 0-3 16,0 0-2-16,0 0-5 16,7-40-3-16,-7 33-2 15,-2 1-3-15,1 1 1 0,-3-1-1 16,2 2 0-16,0 1-1 16,-4 3-4-16,4 0 8 15,0 0-6-15,0 0 4 16,0 7 0-16,2 2-2 15,0 2 1-15,0 0-1 0,0 6 2 16,0-4-1-16,2 1 0 16,2-1 0-16,2 0 0 15,0-3 0-15,3-3 1 16,-1-1 0-16,0-3-1 16,1-2-1-16,1-1 10 15,-3 0-8-15,1-6 2 0,0-5-1 16,-2-2 3-16,1-4-2 15,-2 1-2-15,-1-1-1 16,1 2 0-16,-1 2 0 16,-1 3 0-16,3 4 0 15,0 1 0-15,0 4 0 0,2 1 1 16,3 0-1-16,3 1 1 16,-1 4 2-16,3 1 2 15,-3 1-2-15,3-3 1 16,-5-1 2-16,0-3 2 0,-3 0 6 15,0 0 7-15,-4-1 7 16,-3-9 5-16,-1-3-9 16,0-3-12-16,-1-5-6 15,-7-3-2-15,-6-1-3 16,1-1-1-16,-5-3-21 16,0-2-47-16,-2 3-62 15</inkml:trace>
  <inkml:trace contextRef="#ctx0" brushRef="#br0" timeOffset="9977.03">4901 2856 54 0,'0'0'-1'0,"-71"-15"6"0,33 7 8 16,-4 2-5-16,1 1 5 15,-3-1 1-15,1 0-6 16,-3 2 4-16,-2 1-1 0,-2 1 2 16,0 1 2-16,-4 1-2 15,0 0 2-15,-1 0-7 16,-1 6-4-16,-4 5-1 16,-1 4-2-16,-1 3 1 15,-3 6-1-15,-2 2 0 0,-1 6-1 16,1 3 2-16,3 3 5 15,-1 3 0-15,0 4-4 16,0 2 2-16,5 0-2 16,-2 3-1-16,1 3-2 15,1 2 1-15,4 3-1 16,2 5 1-16,3 0-2 0,4 3 2 16,5 2-2-16,4 0 1 15,3-1 0-15,4-2 0 16,7-1 0-16,4 0 0 15,9-3-1-15,1 0 2 16,8-1-1-16,2-2 0 0,2-2 1 16,10 0-1-16,5-2 0 15,8-1 0-15,2 1 0 16,7 0 0-16,2 0-1 16,6-2 0-16,5 2 2 15,3 0 0-15,5-4 0 0,5-2-2 16,2 0 0-16,4-5 5 15,3-5-2-15,2-3-2 16,-1-6 1-16,6-3-1 16,0-4 1-16,6-3-1 0,0 0-1 15,1-4 2 1,3-1-1-16,5-1 1 0,1-3 0 16,0-3-2-16,1-2 2 15,3-4-1-15,0-1 0 16,-2-6 0-16,-4-8-1 15,2-6 5-15,-1-4 2 16,-4-7-2-16,1-5-1 0,-1-4 0 16,0-5 2-16,0-5-2 15,-2-4-1-15,-2-2-1 16,0-3 1-16,-7 0-2 16,-5-4 1-16,-6 1-1 0,-8-1 2 15,-5 1-2-15,-10-1 1 16,-3 1 12-16,-9-1 1 15,-3 1-5-15,-4 1-1 16,-5-1-3-16,-5 3-1 16,-3-1 1-16,-6 2-4 15,-4 2 0-15,0 0-1 0,-7 0 1 16,-6 4-1-16,-5-2 1 16,0 0-1-16,-7 1 0 15,-1 2 0-15,-2 0 1 16,-3 0-1-16,-2 1 0 15,-3 3 1-15,-4-1 0 16,-5-2 4-16,-5 1-4 0,-3-2 4 16,-4 1-2-16,-4 0 1 15,-6 3 0-15,-6 3 1 16,-4 2-2-16,-8 6-2 16,-6 5-1-16,-3 6 2 0,-5 10-2 15,-10 15-5 1,-9 6-20-16,-13 21-8 0,-13 14-42 15</inkml:trace>
  <inkml:trace contextRef="#ctx0" brushRef="#br0" timeOffset="12067.33">7104 6183 54 0</inkml:trace>
  <inkml:trace contextRef="#ctx0" brushRef="#br0" timeOffset="13629.83">6906 6352 61 0,'0'0'5'16,"0"0"5"-16,0 0 1 0,0 0 1 15,0 0-7-15,0 0 1 16,0 0-3-16,-8-37 0 16,8 35 2-16,0 0-4 15,0-1 0-15,0 1 0 16,0-1-1-16,0 0 0 15,0 0-2-15,1 0 1 0,2 0 1 16,1-2 0-16,-2 0 3 16,-1 1 1-16,1-3 2 15,-1 0-3-15,0 0-2 16,0-2 1-16,1 1-2 16,-2 1 1-16,0-2 0 15,0 2-1-15,0-3 2 16,0 3-2-16,2-3 0 0,-2 2 0 15,2-1 0-15,0-2 0 16,0-1 0-16,-1 1 1 16,3-3 0-16,0-1 0 0,0 1 0 15,2-3-1-15,0 0 1 16,-3 1-1-16,3-1 0 16,-2-1 1-16,-1 0-1 15,3-2 0-15,-1 1 1 16,0-2-1-16,3 1 0 15,-1 0 0-15,2-2-1 0,0 0 0 16,0-2 0-16,2 0-1 16,2-3-3-16,0 1 1 15,4-1 1-15,3-1-1 16,-1 1 1-16,4 1-3 16,-1 2-2-16,1 0-2 0,1 3 3 15,-1 1 3-15,0 1 4 16,0 2-1-16,2 0 1 15,0 2-1-15,1 0 1 16,2 1 1-16,0 0-1 16,2 3 1-16,-3-1-1 0,-1 0 0 15,-1 2 0-15,2 1 0 16,0-1-1-16,0 3 0 16,0 0-1-16,1 1 2 15,-2 1 0-15,1 3 3 16,0 1-2-16,2-1 1 0,-2 2-2 15,2-1 1-15,-1 1-1 16,0 0 1-16,0-1-1 16,1 1 0-16,0 0 1 15,0 0 1-15,-3 0 0 16,-1 0 0-16,1 0 2 0,1 2-2 16,0 3-2-16,0-1 1 15,0 2-1-15,1-1 0 16,-1 1 1-16,2-2 0 15,-2 2-1-15,1-2 0 16,2 2 0-16,2-1 0 0,-1 1 0 16,1 0 1-16,3-1-1 15,-3 2 0-15,3-2 0 16,-4 2 0-16,-2 0 0 16,-2 3 0-16,-2 0 0 15,-2-1 0-15,-1 2-1 0,0 2 1 16,-2-2 0-16,1 3 1 15,1 0-1-15,2-2 0 16,1 2 0-16,4-1 0 16,-2-2 0-16,2 2 1 15,-3-2-1-15,3 1 0 16,-4-1 0-16,2-1 0 0,-2 1 0 16,-2-1 0-16,0 1 0 15,2-2 0-15,-2 1 1 16,1 3-1-16,-2-2 0 15,3-1 0-15,-2-1 0 0,1 5 1 16,-1-4-1-16,-4 1 0 16,2 1 0-16,-2 0 0 15,-2-3 0-15,0 5 0 16,-1-1 0-16,0 0 0 16,-5 0-1-16,1 2 1 0,2-1 0 15,-2 3 0-15,1 0 0 16,-1-1 1-16,0 5-1 15,2-1 3-15,-1 4-2 16,1-1-6-16,-1-3-24 16</inkml:trace>
  <inkml:trace contextRef="#ctx0" brushRef="#br0" timeOffset="16141.52">15751 13180 24 0,'0'16'1'0,"0"0"0"0,2 0 4 16,0 1-3-16,1-3 0 0,1 4-1 15,0-3 0-15,-2 0 1 16,0 1-2-16,-1-2 1 15,0 0 0-15,-1-1 0 16,0-4-1-16,0-2 2 16,0 1-2-16,0-3 12 15,-3-1 7-15,0-3 0 0,-2 2-6 16,2-1-1-16,0 0-3 16,3 1-5-16,0 1-3 15,0 0-2-15,0 0 2 16,0 0-4-16,1-1-4 15,1 0-4-15,2-1 2 0,0 1-3 16,-2-1-1-16,-1-2-12 16,-1 0-28-16</inkml:trace>
  <inkml:trace contextRef="#ctx0" brushRef="#br0" timeOffset="16320.39">15777 13429 165 0,'0'0'18'0,"0"0"-9"16,0 0-8-16,0 0-3 15,0 0 7-15,0 0-3 0,0 0-2 16,0 0-13-16,0 0-17 16,21 0-5-16,-18 0-14 15</inkml:trace>
  <inkml:trace contextRef="#ctx0" brushRef="#br0" timeOffset="16526.29">15777 13429 145 0,'21'43'-11'15,"-21"-43"13"-15,-1 0-4 16,1 0-5-16,0 0 5 15,-1 0-3-15,1 0-2 16,0 2-4-16,0-1 10 0,0 0 0 16,0-1-10-1,0 0-22-15</inkml:trace>
  <inkml:trace contextRef="#ctx0" brushRef="#br0" timeOffset="53723.06">16350 13647 140 0,'0'0'11'0,"0"0"8"0,0 0-21 16,0 0 1-16,0 0-4 16,0 0-13-16,0 0 0 15,0 0 12-15,0 0 6 16,0 0 0-16,0 0-9 0</inkml:trace>
  <inkml:trace contextRef="#ctx0" brushRef="#br0" timeOffset="55622.45">18069 13603 67 0,'1'0'25'0,"0"0"-15"0,-1 0-6 0,2 0-1 16,0 0-2-16,2 0-1 15,-4 0 0-15,1 0 0 16,1 0 0-16,-1 0 2 16,0 0 3-16,1 0 1 0,0 0-4 15,1 0-1-15,-1 0-1 16,-1 0 0-16,0 0 0 15,0 0 0-15,0 0 0 16,1 1 0-16,1 4 1 16,1 0 0-16,-1-1 0 15,1-1 0-15,2 1-2 0,0-2 2 16,0-1-1-16,-1-1 2 16,3 0 2-16,1 0 6 15,3 0-2-15,0-4 1 16,4-4-5-16,5-1 1 15,-2-4-1-15,6-1-1 0,-3-1 1 16,2-3-1-16,0-3 7 16,2 1 8-16,-1-3 3 15,-2 1 0-15,-1 0-5 16,2 4-6-16,-5 1-6 16,-1 4-1-16,-1 6-3 0,-4 1 0 15,-3 5 1-15,-2-1-2 16,-3 2-5-16,-3 0-18 15,-1 2-30-15,-1 5-4 16,0-1 6-16</inkml:trace>
  <inkml:trace contextRef="#ctx0" brushRef="#br0" timeOffset="57315.39">18907 12187 82 0,'0'0'19'0,"-1"0"8"0,1 0-13 0,0 0-7 15,0 0-4-15,0 0 0 0,0 0-3 16,1 0 5-16,2 0-5 16,-1 0 1-16,1 0-1 15,-1 0 0-15,-2 0-2 16,1 3-3-16,-1-2-5 16,0 1-15-16,0-2-44 0</inkml:trace>
  <inkml:trace contextRef="#ctx0" brushRef="#br0" timeOffset="58277.23">10161 6856 111 0,'0'0'4'0,"0"0"9"0,0 0 12 0,0 0-17 0,0 0-6 0,0 0-4 16,0 0-4-1,0 0 5-15,0 0 0 0,0 0 0 16,0 0 1-16,0 0 0 16,0 0-1-16,39 37-14 15,-26-31-21-15</inkml:trace>
  <inkml:trace contextRef="#ctx0" brushRef="#br0" timeOffset="59074">18406 12193 71 0,'0'0'-2'0,"0"0"4"0,38 4-1 0,-29-4-1 0,0 1 1 15,-6-1 0-15,-1 0 10 16,0 0 3-16,0 0-6 16,-2 2-7-16,0 0-6 15,0 1-36-15</inkml:trace>
  <inkml:trace contextRef="#ctx0" brushRef="#br0" timeOffset="59730.24">18471 12222 95 0,'0'0'11'0,"0"0"9"15,0 0-9-15,0 0-4 0,0 0-3 16,0 0-2-16,0 0 0 16,4 0 1-16,-2 0 0 15,-2 0-2-15,1 0 0 16,1 2-1-16,0-1 1 15,0 2-1-15,0-2 0 16,0 0 0-16,1 1 1 0,-3-2 0 16,2 0 1-16,-2 0 5 15,0 0 27-15,0 0-9 16,0 0-15-16,0 0-1 16,0 0-6-16,0 0-2 15,0 0-1-15,0 0-1 0,0 0-1 16,0 0 0-16,1 0 2 15,-1 0-1-15,0 0 2 16,1 0 1-16,-1 0 2 16,0 0 3-16,0 0 2 15,1 0-2-15,-1 0-2 0,1 0-3 16,0 0 1-16,-1 0-2 16,0 0-1-16,2 0 1 15,-2 0 2-15,0 0 1 16,0 0-2-16,0 0 0 0,0 0-2 15,0 0 1-15,0 0 0 16,2 4-1-16,-2-1 0 16,2 2 0-16,0-2 1 15,-2-1-1-15,3 1-1 16,1-2 2-16,2-1-2 0,3 0 1 16,2 0 4-16,5-5 4 15,2-4-4-15,3-2-1 16,2-5-1-16,0-2 4 15,1 1-1-15,1-6 2 16,-1-1 2-16,2-3-1 16,-2 1-4-16,1-2-3 0,0 1-1 15,-1 3-1-15,-5 5 1 16,-3 2-2-16,-4 6 1 16,-3 4-4-16,-3 7-5 15,-3 0-16-15,-3 0-10 16,0 13-16-16,0-3-7 0,-8 1-10 15</inkml:trace>
  <inkml:trace contextRef="#ctx0" brushRef="#br0" timeOffset="62242.47">19007 10958 73 0,'4'0'40'0,"1"0"4"0,0-7-6 0,4-1-12 15,4-5 0-15,7-1-17 16,11-5-6-16,5-2-3 15,8-5 0-15,3-9-32 16</inkml:trace>
  <inkml:trace contextRef="#ctx0" brushRef="#br0" timeOffset="63916.82">18544 10840 211 0,'2'0'-9'0,"-2"0"12"15,0 0-5-15,1 0 3 0,-1 3-2 16,1 0-1-16,0 1 1 0,2-1 1 16,-2-1 0-16,0 0-1 15,0-1 1-15,2-1 2 16,-1 0 3-16,1 0 0 16,1 0-2-16,5-3 1 15,2-6 0-15,2-1 5 0,3-3 10 16,-2-4-4-16,5 0-3 15,1-3-4-15,2-1-1 16,0-1-4-16,2 4-3 16,-4 1 2-16,2 2-4 15,-5 6-14-15,-3 0-41 0,-5 4-65 16</inkml:trace>
  <inkml:trace contextRef="#ctx0" brushRef="#br0" timeOffset="65604.32">18750 9699 144 0,'2'0'30'0,"2"0"-19"0,3 0 2 0,1-5 3 0,4-3-5 16,4-4-8-16,4-2 0 16,2-6 0-16,4-1 1 15,2 0-2-15,6-5-2 16,-1-4 1-16,3-4-13 0,0-4-79 15</inkml:trace>
  <inkml:trace contextRef="#ctx0" brushRef="#br0" timeOffset="66237.19">18731 8490 53 0,'0'0'4'0,"0"0"18"0,0 0-2 0,48 3-6 0,-26-9-2 0,3-5 2 16,9-6-4-16,2-3 2 15,4-6-1-15,5-4-4 16,4-4-3-16,-1-3-5 15,-3-5-16-15,-5-4-96 16</inkml:trace>
  <inkml:trace contextRef="#ctx0" brushRef="#br0" timeOffset="66714.5">19208 7239 106 0,'0'0'15'0,"0"0"15"0,0 0-13 0,28-36-2 15,-12 19-6-15,5-4 4 16,3-1 4-16,4-3-8 16,5-1-4-16,3 1-1 15,6-4-3-15,5-5-3 16,0-8-114-16</inkml:trace>
  <inkml:trace contextRef="#ctx0" brushRef="#br0" timeOffset="82248.38">8306 13279 272 0,'0'0'-13'0,"0"0"-2"0,0 0 15 0,40-13-3 15,-31 9-20-15,2-2-3 16,-7-4-50-16</inkml:trace>
  <inkml:trace contextRef="#ctx0" brushRef="#br0" timeOffset="83195.35">9054 9342 8 0,'0'0'112'0,"0"0"-106"0,0 0 7 15,0 0 3-15,0 0-8 0,0 0-4 16,0 0 1-16,0 0-5 16,0 0-2-16,0 0-39 15</inkml:trace>
  <inkml:trace contextRef="#ctx0" brushRef="#br0" timeOffset="83474.42">9046 8153 63 0,'0'0'-28'15</inkml:trace>
  <inkml:trace contextRef="#ctx0" brushRef="#br0" timeOffset="84846.65">19749 11789 168 0,'2'-17'16'0,"1"0"18"0,-1 4-3 0,-2 1-10 16,0 4-8-16,0 3-4 16,2 3-6-16,-2 2-1 15,2 0-4-15,2 2-24 16,-1 6-26-16,-1-1-45 0</inkml:trace>
  <inkml:trace contextRef="#ctx0" brushRef="#br0" timeOffset="85181.56">20068 10761 237 0,'0'0'-24'0,"0"0"35"16,0 0 1-16,0 0 10 16,0 0-16-16,0 0-5 15,0 0 1-15,0 0-4 0,0 0-13 16,3-23-80-16,-6 23 17 16</inkml:trace>
  <inkml:trace contextRef="#ctx0" brushRef="#br0" timeOffset="85545.18">20418 9353 136 0,'0'0'30'16,"0"0"-24"-16,0 0-2 16,0 0 3-16,0 0-4 15,0 0-4-15,0 0-38 16,0 0-73-16</inkml:trace>
  <inkml:trace contextRef="#ctx0" brushRef="#br0" timeOffset="85915.01">20506 8283 180 0,'0'0'7'0,"0"0"-6"0,0 0-5 16,0 0-10-16,0 0-8 15,0 0-20-15,0 0-62 16</inkml:trace>
  <inkml:trace contextRef="#ctx0" brushRef="#br0" timeOffset="92216.49">3194 12851 101 0,'0'0'20'0,"-2"0"-6"0,0 0-10 0,0 0-3 16,-5 0-1-16,4 0-1 0,-6 2-2 15,1-1 0-15,-2 2 0 16,-1-1 2-16,0 1 2 16,0-1-1-16,0 1 0 15,0 1 0-15,-1-2-4 16,0 1-5-16,3-1 5 16,-1 0 4-16,1 0 0 0,-1 0 1 15,0 1 2-15,-1 3 4 16,-2-1-2-16,-1 2-1 15,-1 2-3-15,-1-1 0 16,1 2-1-16,-1-1 1 16,-1 2-1-16,3-1 0 0,1-1 0 15,3 2 0-15,1-2 0 16,0 1 0-16,0 1 0 16,0 3 0-16,1 0 0 15,3-1 0-15,-1 3 0 16,0 0 1-16,2 0-2 15,2 1 1-15,0-1 1 0,2 1-2 16,0 2 1-16,0-2-1 16,4 1 0-16,3-1-1 15,2-1 2-15,-2-2 0 16,1 0 0-16,2-1 0 16,-4-2 1-16,-1-1-1 0,1 2 0 15,-3-1 1-15,1 0-1 16,0 1 0-16,-1 2 0 15,-1 1 0-15,0 1 0 16,-1 4 1-16,-1 1-2 0,0 0 2 16,0 2-1-16,0 1 0 15,0-1 0-15,0-1 0 16,0-1 0-16,2-3 0 16,4-1 0-16,-1-4 0 15,3-2 0-15,0-2 1 16,0-2-3-16,1 0 3 0,-3 0 0 15,4-1-1-15,-4 1 1 16,3-2-1-16,-2 1 0 16,2-1 1-16,0 0-1 15,0 0-1-15,0-1 2 16,2-1 2-16,0-2 3 0,1 2-2 16,-2 1-1-16,1-1 0 15,1 0-2-15,-1 1 0 16,-2 2-1-16,1-2 1 15,0 0-1-15,-1 1 1 0,2 0-1 16,1-2 0-16,1-1 1 16,0 1-1-16,2-1 0 15,2 1 1-15,-1 0-1 16,1 1 2-16,1 2-2 16,0 0 0-16,2-1 0 15,-3 4 0-15,4-5 0 16,-1 3 0-16,3-2 0 0,-3 0 0 15,4 0 0-15,3-1 0 16,0 0 0-16,2 0 0 16,1-1 0-16,5 0 1 15,-1 0-1-15,5-2 0 16,-1-1 0-16,1 0 0 0,-1 0 0 16,1 0-3-16,-1 0 1 15,3-1 17-15,-1-6 1 16,2 1-7-16,1-1-4 15,1 0-1-15,2 0-3 0,-2 1 0 16,1 0-1-16,-3 2 1 16,-1 1-1-16,2 3 0 15,-2 0 0-15,2 0 1 16,2 0-1-16,-3 0 0 16,3 2 0-16,1-2 1 0,0 0-1 15,0 0 0-15,1 0 0 16,0 0 0-16,0 0 6 15,-2 0 0-15,-2 0-1 16,-1 0-1-16,-2 0-2 16,-3 0 0-16,3 0-1 0,-1 0 0 15,-3 0 1-15,2 1 1 16,0 2-2-16,0-2 0 16,0-1 0-16,2 0 0 15,1 0 0-15,3 0-1 16,3 0 1-16,0 0-1 15,0 0 1-15,2-1-1 0,-2-1 2 16,2 2-1-16,1 0-1 16,1 0 1-16,0 0-1 15,-1 0 0-15,3 0 0 16,-4 0 1-16,-1 0-1 0,0 3 3 16,-1 0 1-16,5 0 2 15,-1-1-3-15,0 2-1 16,4-1-1-16,-2 1-1 15,3 1 1-15,0 0-1 16,-3 0 0-16,1 1 0 16,-3 1 0-16,-3 0 1 0,0 0-1 15,-1 1 0-15,0 1 1 16,0-3-1-16,3 0 1 16,-1 1-1-16,0-3 1 15,-2 0 1-15,0-2 3 16,1-2 0-16,0 0 2 15,0 0-4-15,4 0-1 16,2 0-1-16,0-2 0 0,-1 1-1 16,0-2 0-16,2 3 0 15,-2-1 0-15,0-2 1 16,-1 0-1-16,-3-1 0 0,2-1 0 16,-3 1 1-16,0-2-1 15,2 2 0-15,-2 0 1 16,2-1-1-16,-3 0 1 15,0 2-1-15,0-1 2 16,-3 0-2-16,2-2 0 16,-2 3 0-16,4 2 1 0,0-1 0 15,-2 2-1-15,2 0 0 16,-1 0 0-16,-2 3 0 16,2 6 0-16,-5-2 1 15,1 0-1-15,-3 0 0 0,2 0 0 16,-1 0 0-16,1 0 1 15,-4-1-1-15,2-3 1 16,0-2-1-16,-1-1 1 16,0 0-1-16,2-1 1 15,-5-6-1-15,0-2 1 16,-1-1-1-16,-3-1 0 0,1-2 1 16,-2-3-1-16,-2-2 0 15,3 1 0-15,-1-3 0 16,2 2 0-16,-3-3-1 15,0 2 1-15,-3-2 0 0,-2 2 0 16,-4-1 1-16,-2-1 2 16,-5 1 8-16,-1-1 0 15,-2 1-5-15,-3 0-2 16,0-3-2-16,-5 2-2 16,3 1 2-16,-6-3-4 15,0 1 2-15,0-3 0 0,0 0-1 16,-4 0-4-16,-3-3 2 15,-1 1 0-15,0-2 1 16,-1-3 1-16,-2 2-1 16,-2 1 2-16,1-3-2 15,-4 5 2-15,1-1 2 0,-5 4-4 16,0 1 10-16,-2 3-3 16,-1 2 0-16,-2 3-5 15,0 0 3-15,-3 6-7 16,-1 2-5-16,-4 0-4 0,-3 6 0 15,-2-1 2-15,-4 2 7 16,-4 0 3-16,-2 0 1 16,-4 0-1-16,-4 3-2 15,0 2 0-15,-3 0-3 16,-2-2 1-16,-4-2-1 16,2 2 5-16,-6-3 0 15,-2 0 2-15,-1 0-1 0,-4 0 0 16,0 0 1-16,-2 0 4 15,0 0-3-15,-3 1-1 16,0 1-1-16,1 1 1 16,-3-3-1-16,-2 0 0 0,3 0 1 15,1 0-1-15,-2 0 1 16,-2-3 5-16,3 1 0 16,-1 1-1-16,0-2-1 15,-1 3-2-15,1 0-1 16,0 0 0-16,3 0 0 15,1 0 0-15,2 6-3 0,0-1 3 16,0 1 0-16,4 1-1 16,0-1-1-16,-3 0 2 15,4 1 0-15,3-1-2 16,0-1 2-16,1-2-1 0,2 2 0 16,1-4 0-16,4 0 1 15,-1-1-1-15,4 0 0 16,-1-4 1-16,4-2 0 15,-1-2 6-15,-2-2-1 16,2 1 0-16,0-1-2 16,-3-1 1-16,1 1-3 0,-2 0 1 15,-3 3-1-15,-5 3 0 16,-2 0-2-16,-3 3 0 16,-6 1 0-16,-4 2 0 15,-1 9-2-15,-6 2-6 16,-3-3-48-16</inkml:trace>
  <inkml:trace contextRef="#ctx0" brushRef="#br0" timeOffset="96369.47">16130 12987 141 0,'0'0'-5'16,"0"0"20"-16,0 0 14 0,0 0 4 0,0 0-15 15,-43-8-12-15,37 5-5 16,-3-1 0-16,0 0 0 15,-2 1 1-15,0-1 3 0,0 1 0 16,-3 0-1-16,1 2-3 16,-2-1 0-16,1 2-2 15,0 0 1-15,-1 0 0 16,-1 3 0-16,-1 3 0 16,1 1-1-16,0 3 1 15,-2 0 0-15,-1 0 0 0,1 1 0 16,1 3 0-16,2 1-1 15,-1 0 0-15,1 5-2 16,1 1-4-16,3-1 2 16,0 4 1-16,-1-1 1 15,2-1 2-15,1-1 2 0,-1 0-1 16,2-1 2-16,1 0 0 16,-1 0 0-16,2 1-2 15,-2 2 0-15,3 1 0 16,-1 1 0-16,1 4 0 15,1-2 0-15,1 1 1 0,-1 3-1 16,2-2 0-16,1-1 0 16,1 1 1-16,0-1-1 15,0-2 1-15,0-1-2 16,0-3 1-16,3 0 1 16,1-2-2-16,-1-2 2 0,-1-2-1 15,-1-2 1-15,1-1-1 16,1 0 0-16,0-2 0 15,1 0 1-15,1-2-2 16,3 1 0-16,0 0 0 16,1 0-1-16,4-3-1 0,1 2-1 15,3-2 4-15,3 0 0 16,-1 0 6-16,4 0 0 16,4 0 1-16,2 0-3 15,2 2-2-15,8-1-1 16,-1 1-1-16,6-2 1 0,2 0-1 15,2-3-2-15,4 0 0 16,0-1 9-16,2-1 1 16,2-1-2-16,0 2-2 15,3 0-3-15,-3 1 0 16,2 0-1-16,-1-1 0 0,-1 3 1 16,2-2-1-16,1 1 0 15,-1-1 0-15,-1-1 1 16,0-2 0-16,0 2-2 15,-2-3 1-15,1 0 0 16,0 0 0-16,-1 0 0 0,0-5 1 16,-1-1-1-16,0 0 0 15,2 0 0-15,-1-3 0 16,-2 1 0-16,-1 1 0 16,-1-2 1-16,-2 1-1 15,0 1 0-15,-2 0 0 16,2 0 0-16,-3-1 0 0,1 1 0 15,1 0 0-15,-3 0 0 16,2 0 0-16,0 0 0 16,2 0 0-16,0 1 1 15,2 1 1-15,-2 0-1 0,1 2 1 16,1-1 0-16,-3 2-2 16,3 0 1-16,0-1-1 15,-4 1 0-15,0 0 1 16,0 0 1-16,-1 1-2 15,1 0 0-15,0-1 0 16,0 2 0-16,3 0 0 0,1 0 0 16,2 0 0-16,1 0 0 15,-1 0 1-15,4 0-1 16,-2 3 1-16,1-2-1 16,0 3 0-16,-4-2 0 0,1 1 0 15,-1-2 0-15,2 0 0 16,2-1 0-16,2 0 0 15,0 0 2-15,1 0-2 16,0 0 0-16,-1 0 0 16,0 0 0-16,-2 0 0 15,-4 0 0-15,1 0 1 0,1-1 0 16,-2-2-1-16,3 2 0 16,0-1 1-16,1 0-1 15,1 0 1-15,1 1-1 16,0-2 0-16,-2 3 1 15,2 0-2-15,-1 0 2 16,2 0-1-16,1 0 0 0,-2 0 0 16,3 0 0-16,1 0 0 15,-2 3 0-15,3 2 0 16,-1-2 0-16,1 3 0 16,-1 1 0-16,0-2 0 0,-1 0 0 15,-2 1 0-15,-1 1 1 16,-1-3-1-16,-1 2 1 15,-4-2 2-15,2-1-2 16,-6 1 0-16,-2-2 1 16,-7-1-2-16,-2-1 0 15,-7 0 0-15,-4 0 0 0,-2 0 0 16,-1-1 0-16,-2-4 0 16,2 1 1-16,-2 0-2 15,2-2-1-15,-1 1 1 16,0-2-1-16,0 1 2 15,-2 0 0-15,0-2 0 0,-1-1 0 16,-1-1 0-16,1 0 0 16,0-1 0-16,0-3 0 15,0 1-2-15,0-4-7 16,-1 1 7-16,0-1-1 16,-2 0 4-16,1 3-1 0,-2 1 2 15,2-2-2-15,-2 3 1 16,2 1 2-16,-2-2-3 15,-1 1 0-15,1 0 0 16,-2-1 0-16,-1-1 0 16,2-3 1-16,-2-2-1 0,-1-1 0 15,3-1 1-15,-1 0-1 16,1-2 1-16,-4 1-1 16,2 1 0-16,-1 0 0 15,-2 1 0-15,-2 0 0 0,1 2 1 16,-2-2 2-16,0 0 1 15,-1 1 0-15,-1-2-3 16,0 1 0-16,-2-2 1 16,-2-1-2-16,0 0-1 15,-2-1 0-15,-6 2 1 16,-1-2 0-16,-4 2 1 0,-1 0 2 16,-3 1-3-16,-1 3-1 15,-2 0-1-15,0 3 1 16,0 3 2-16,-1-1-1 15,2 3 0-15,0 0 0 16,0 0 0-16,-2 1 0 0,2 1 0 16,-3 1 0-16,2 1 0 15,-4 2-1-15,-1-2 0 16,0 5-5-16,-2-2 0 16,-3 0 2-16,0 0 2 15,-2 2 0-15,1-2 2 0,-4 2 0 16,-1-1-2-16,0-2 4 15,-1 2-2-15,-2-3 0 16,-1-1 0-16,2 3 0 16,0-2 1-16,-1 2 2 0,2 0-3 15,1 0 0-15,-1 0 0 16,0 2 1 0,1-1-2-16,-3 1 2 0,0 1-2 15,-2 0 1-15,-2 0 1 16,0 0-1-16,-5 0 0 15,1 1 0-15,-3 5-1 16,0-3 2-16,-3 1-2 0,-1 3 2 16,-4-1-1-16,0 1-1 15,-2 0-1-15,-1 2 1 16,-3-1 1-16,1-1 0 16,-2 2 0-16,-2 1 0 0,-2-2 0 15,-3 2 1-15,-2 0-1 16,0-1 0-16,3-1 0 15,-1 2 2-15,2-1-2 16,0-2 0-16,3 0 0 16,2-1-4-16,-2-1 5 15,-2-2-1-15,1 0 1 0,1 1-1 16,1-2 0-16,0-1 2 16,4-1-2-16,0 1-2 15,0-1 4-15,3 0-2 16,0 0 0-16,1 0 0 15,0 0 0-15,0 0 0 0,3 0 0 16,-4 0 0-16,1 0 0 16,1 0 1-16,0-2-2 15,-1 1 1-15,4 0 1 16,-1 1-1-16,-3 0 0 0,2 0 0 16,-2 0 0-16,1 0 0 15,0 0-1-15,1 0 1 16,-2 0 0-16,2 0 0 15,-2 0 1-15,2 0-1 16,1 0 0-16,3 0-1 16,0 0 2-16,0 0-1 0,2 0 0 15,-2 0 0-15,0 0 0 16,1-3 1-16,2 2-1 16,0 0 0-16,2-1 0 15,-1 2 0-15,4 0 0 16,-1 0 1-16,-2 0-2 0,4 0 1 15,0 0 0-15,3 0 0 16,2 0 0-16,-1 2 0 16,3-1 0-16,-1-1 1 15,3 1-2-15,-1-1 2 16,5 2-1-16,1-2 0 16,2 0 0-16,3 0 0 0,4 0 0 15,0 0 0-15,3 0 1 16,0 0-1-16,-1 0 1 15,1 0-1-15,0 0 0 16,2 0 0-16,-4 0 0 0,1 0-1 16,1 0 2-16,-1-2-1 15,-2 1 0-15,0 0 0 16,-2-1 0-16,2-1 0 16,-3 2 0-16,-1-2 0 15,1 0 2-15,1 0 0 16,-2 1 3-16,1 0-3 0,0 1-1 15,-2 1-1-15,0 0-1 16,-2 0 1-16,-2 0-1 16,2 0 2-16,-1 0-2 15,1 0 1-15,2 0 0 0,4 0 0 16,-1 0 0-16,3 2 1 16,-1 0-1-16,1 1-1 15,3 1 0-15,-5 0-2 16,2-1 0-16,1 3 2 15,-3-2 1-15,1 0 0 16,-3 1 0-16,1 0 0 0,0 2 0 16,-1-2 0-16,2 2-1 15,1 1 1-15,4 1 0 16,0-2 0-16,3 0 1 16,-1 1-2-16,5-1 1 0,3 3 0 15,-4 1 0-15,4 1 0 16,-2 4 0-16,3 2-1 15,-1 2 1-15,0 0 0 16,2 2 1-16,-1 0-1 16,2 1 1-16,0 1-1 0,-1 0 0 15,0 0 0-15,1 2-1 16,-2 2 0-16,-2-2 1 16,3 1 0-16,-2-3 0 15,3 2 0-15,1-4 0 16,0 2 0-16,2-2 0 15,0-1 0-15,0-3 0 0,0-2 1 16,0 1-2-16,5 0 1 16,1-3 0-16,-1 2 0 15,5-1 0-15,-2 1 0 16,3 0 0-16,-1-2 0 16,2 2-1-16,1-1 1 0,3-2-2 15,-1 2-2-15,4-3 7 16,3 3-3-16,2-3-1 15,1 1-1-15,4-3 4 16,2 4-2-16,0-3 0 16,2-1 1-16,2 2-4 0,3-1 2 15,2-1 2-15,2-2 1 16,3 2-1-16,4-1 1 16,1-1-1-16,4 1-1 15,2-1 1-15,1 1-1 16,5 1-3-16,-3 1-14 15,0-2-2-15,-4-1-36 0,-5-3-45 16</inkml:trace>
  <inkml:trace contextRef="#ctx0" brushRef="#br0" timeOffset="100084.19">7231 12905 138 0,'0'-4'8'0,"0"0"13"0,0 0-5 0,-2-1-10 0,0 4-4 15,1-2-1-15,-1 1-2 16,0 0 0-16,2 1 0 16,-2-1 2-16,2 1-1 15,0-2 2-15,0 1-1 16,0-2 2-16,0-1-1 0,0 2-1 16,2-3-1-16,3 0 0 15,3-1 0-15,1-3 0 16,1 3 1-16,2-2-3 15,-1 1 2-15,1-1 1 16,-1 1 0-16,5-2-1 0,-3 0 0 16,5 2 0-16,-2-2-1 15,6 0 2-15,0-2-1 16,2 1 1-16,3 0-1 16,-2-2 0-16,2 1-5 15,0-2 9-15,0 3-2 0,0-2 1 16,2 3 1-16,-3 3-2 15,3-1-2-15,-2 1 0 16,2 2 1-16,0-2-1 16,-2 3 0-16,2-2 0 15,1-1 0-15,-1 1 1 0,2-1-1 16,0-1 0-16,0 3 0 16,1-2 0-16,1 0 0 15,1 0 0-15,1 0 0 16,-2 3 0-16,1-4 0 15,0 2 0-15,2 0 0 0,-3-2 0 16,3 0 0-16,0 1 0 16,2-1 0-16,5-1 0 15,-3 3 0-15,2-2 0 16,0 1 0-16,-2 4 0 16,1-1 0-16,-1 1 0 0,0 1 0 15,0 2 0-15,5 0 0 16,0 0 0-16,4-2 0 15,0 2 0-15,1-2 0 16,3-2 0-16,0-2 0 16,3 2 0-16,0-2 0 15,0-1 1-15,-1 0-1 0,3 0 0 16,-4-1 0-16,3-1 1 16,1-1-1-16,2-3 1 15,-2 3-1-15,5-4 2 16,0 3-1-16,4-3-1 15,1 1 0-15,3 0 2 0,0 2-2 16,2-2 1-16,-1 3-1 16,-3 1 0-16,-2-2 0 15,2 3 0-15,1-1 0 16,1 2 1-16,3 0-1 16,2 0 0-16,2 1 1 15,3 0-1-15,2 2 0 0,-3 1 0 16,1 0 0-16,-1 2 0 15,2-2 0-15,0 3 0 16,-1-1 0-16,2 1 0 16,0 0 0-16,0 0 0 15,-1 0 0-15,-1 1 1 0,-3 5-1 16,-1 1 0-16,0 3 0 16,-1 0 1-16,2 1-1 15,3 3 2-15,2 1-1 16,-3 0 2-16,3 2 1 0,-2 3-2 15,-4 1 2-15,2 2-3 16,-7 4-1-16,-1 0 1 16,0 0 0-16,-1 3-1 15,-1-2 2-15,0 1-1 16,-1-2 2-16,-3-2 0 16,-1 2 0-16,-3-3-1 0,-1 2-2 15,-9 0 2-15,0-1-1 16,-1 2 1-16,-5 0 1 15,2 1 0-15,-3-1 1 16,-2 3-3-16,1 0 0 16,-1 1 0-16,-2 2 0 0,3 0-1 15,-3 2 0-15,-2 2 0 16,0 1 0-16,-1 1 1 16,0 2 0-16,-3 0 1 15,3 0 0-15,2 0 2 16,1-1-2-16,2-3-1 0,1 0 2 15,-1-4 0-15,1-1 2 16,2 0 0-16,1-4 1 16,-1-1-1-16,-1-3-2 15,2 1 0-15,0-4-1 0,0-3 2 16,-2-2-4-16,0-6 0 16,-1 1 0-16,-3-4 1 15,-1-1 0-15,-1-3 0 16,1-2 1-16,-3-1 0 15,-2 0 2-15,1 0 2 16,0-1-1-16,-3-3-2 0,0-1-2 16,-5 0-1-16,-5 0 1 15,-2 1-1-15,-5 0 0 16,-3-1 2-16,-3-1-1 16,-1 1 2-16,-3-1 0 15,2 2 0-15,-4 0-1 0,0 0 1 16,2 1-2-16,-3 1-1 15,0 1 1-15,-2-2-1 16,1 3 0-16,-1-1 1 16,1 1-2-16,-1 0 1 15,1 0 0-15,-1 0-1 0,0 0-2 16,0 0-13-16,0 0-10 16,-2 5-7-16,-7 4-28 15,0-5-26-15,-5 1-8 16</inkml:trace>
  <inkml:trace contextRef="#ctx0" brushRef="#br0" timeOffset="100405.35">15357 13519 159 0,'0'-3'25'0,"0"2"22"0,4-2-39 0,6 3-6 15,1 0 0-15,2 0-1 16,0 0 2-16,4 4 3 16,-2-1-1-16,4 1 2 0,2 2 2 15,-1-2 3-15,3-1-1 16,1 1-2-16,1-1 0 16,0 1-2-16,-3 1 2 15,2-1 0-15,-7 2-2 16,-4 1-1-16,-1 1-3 0,-11 8-2 15,-1 5-2-15,-24 13 0 16,-28 16-1-16,-35 21 3 16,-39 24 2-16,-51 21-4 15,-48 12-66-15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 dirty="0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5747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1192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4745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303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25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4481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0988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1100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3198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7472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1535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2672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9752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0766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843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4101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824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8394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2080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6063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0253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8826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82185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79781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13253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08185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6720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34425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01737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31643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25921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90623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74413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50528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9930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3839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41918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28914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4060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74854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6572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Helvetica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5847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7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1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0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4501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44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51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304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013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776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411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172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6735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07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90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75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6490" y="397663"/>
            <a:ext cx="6831018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0050" y="2476947"/>
            <a:ext cx="7326745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 spc="-53"/>
              <a:t>1</a:t>
            </a:r>
            <a:fld id="{81D60167-4931-47E6-BA6A-407CBD079E47}" type="slidenum">
              <a:rPr spc="-53" smtClean="0"/>
              <a:pPr marL="11206">
                <a:lnSpc>
                  <a:spcPts val="1094"/>
                </a:lnSpc>
              </a:pPr>
              <a:t>‹#›</a:t>
            </a:fld>
            <a:endParaRPr spc="-53" dirty="0"/>
          </a:p>
        </p:txBody>
      </p:sp>
    </p:spTree>
    <p:extLst>
      <p:ext uri="{BB962C8B-B14F-4D97-AF65-F5344CB8AC3E}">
        <p14:creationId xmlns:p14="http://schemas.microsoft.com/office/powerpoint/2010/main" val="1187522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1905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983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31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975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460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601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921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696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796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659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78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4" y="2482117"/>
            <a:ext cx="6636349" cy="213056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3" y="2575123"/>
            <a:ext cx="6500241" cy="193687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231303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 algn="r">
              <a:defRPr sz="3038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 algn="r">
              <a:buNone/>
              <a:defRPr sz="135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304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4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6"/>
            <a:ext cx="8058150" cy="805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1"/>
            <a:ext cx="3843338" cy="2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4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4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63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57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1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192881" lvl="0" indent="-9644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5763" lvl="1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578644" lvl="2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771525" lvl="3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964406" lvl="4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157288" lvl="5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14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6"/>
            <a:ext cx="990600" cy="14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7970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6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0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171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3" y="3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7285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514350">
              <a:buClrTx/>
              <a:defRPr/>
            </a:pPr>
            <a:fld id="{00000000-1234-1234-1234-123412341234}" type="slidenum">
              <a:rPr lang="en" sz="1013" kern="1200" smtClean="0">
                <a:solidFill>
                  <a:prstClr val="black"/>
                </a:solidFill>
                <a:latin typeface="Calibri"/>
                <a:ea typeface="+mn-ea"/>
              </a:rPr>
              <a:pPr algn="r" defTabSz="514350">
                <a:buClrTx/>
                <a:defRPr/>
              </a:pPr>
              <a:t>‹#›</a:t>
            </a:fld>
            <a:endParaRPr lang="en" sz="1013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71636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9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9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47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2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2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84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390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8494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2493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4630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6318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6560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1019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4869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4895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2855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9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2855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5;p9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855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‹#›</a:t>
            </a:fld>
            <a:endParaRPr kumimoji="0" lang="en-US" sz="2855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77066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224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8146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8153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9610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175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8/2/2026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22887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8/2/2026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5636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8/2/2026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3645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8/2/2026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36326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8/2/2026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4142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09418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36079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6250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96359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67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0.jp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8/2/2026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71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7" r:id="rId1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6217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9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169608"/>
            <a:ext cx="9098843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7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7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22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7991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7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Arial"/>
                <a:sym typeface="Arial"/>
              </a:rPr>
              <a:pPr defTabSz="1450147" hangingPunct="1">
                <a:defRPr/>
              </a:pPr>
              <a:t>8/2/2026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Arial"/>
                <a:sym typeface="Arial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065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97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8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1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4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7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0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3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6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1.png"/><Relationship Id="rId4" Type="http://schemas.openxmlformats.org/officeDocument/2006/relationships/customXml" Target="../ink/ink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4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7.png"/><Relationship Id="rId4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0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5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73.png"/><Relationship Id="rId5" Type="http://schemas.openxmlformats.org/officeDocument/2006/relationships/customXml" Target="../ink/ink15.xml"/><Relationship Id="rId4" Type="http://schemas.openxmlformats.org/officeDocument/2006/relationships/image" Target="../media/image7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5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57.xml"/><Relationship Id="rId6" Type="http://schemas.openxmlformats.org/officeDocument/2006/relationships/customXml" Target="../ink/ink19.xml"/><Relationship Id="rId5" Type="http://schemas.openxmlformats.org/officeDocument/2006/relationships/image" Target="../media/image80.png"/><Relationship Id="rId4" Type="http://schemas.openxmlformats.org/officeDocument/2006/relationships/customXml" Target="../ink/ink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6.png"/><Relationship Id="rId4" Type="http://schemas.openxmlformats.org/officeDocument/2006/relationships/customXml" Target="../ink/ink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9.png"/><Relationship Id="rId4" Type="http://schemas.openxmlformats.org/officeDocument/2006/relationships/customXml" Target="../ink/ink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92.png"/><Relationship Id="rId4" Type="http://schemas.openxmlformats.org/officeDocument/2006/relationships/customXml" Target="../ink/ink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9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0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0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0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11.png"/><Relationship Id="rId4" Type="http://schemas.openxmlformats.org/officeDocument/2006/relationships/customXml" Target="../ink/ink3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12.png"/><Relationship Id="rId4" Type="http://schemas.openxmlformats.org/officeDocument/2006/relationships/customXml" Target="../ink/ink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1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1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1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1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2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2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2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2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2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2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2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2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2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3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3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9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0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2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3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139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catalog.ngc.nvidia.com/orgs/nvidia/teams/clara/models/megamolbart" TargetMode="External"/><Relationship Id="rId1" Type="http://schemas.openxmlformats.org/officeDocument/2006/relationships/slideLayout" Target="../slideLayouts/slideLayout5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3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48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51.emf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emf"/><Relationship Id="rId1" Type="http://schemas.openxmlformats.org/officeDocument/2006/relationships/slideLayout" Target="../slideLayouts/slideLayout3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3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tabLst/>
              <a:defRPr/>
            </a:pPr>
            <a:endParaRPr kumimoji="0" lang="x-none" altLang="x-none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75954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303061"/>
            <a:ext cx="7886700" cy="1570006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13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(02</a:t>
            </a:r>
            <a:r>
              <a:rPr lang="en-US" sz="18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nd</a:t>
            </a: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 August 2026)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81FD9-A47E-4F67-8422-00D365EBB8B6}"/>
              </a:ext>
            </a:extLst>
          </p:cNvPr>
          <p:cNvSpPr/>
          <p:nvPr/>
        </p:nvSpPr>
        <p:spPr>
          <a:xfrm>
            <a:off x="953311" y="3173546"/>
            <a:ext cx="7655668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3600" dirty="0">
                <a:latin typeface="Cambria"/>
                <a:ea typeface="Cambria"/>
                <a:cs typeface="Cambria"/>
                <a:sym typeface="Cambria"/>
              </a:rPr>
              <a:t>Transformer(with examples) </a:t>
            </a:r>
          </a:p>
        </p:txBody>
      </p:sp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0475E-D608-4BFA-8B7A-FAEBFCD6C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215152"/>
            <a:ext cx="2796988" cy="67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8E26F-8525-4E75-8069-A6FDCFC16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8" y="1244818"/>
            <a:ext cx="8489576" cy="48780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DCACA6-D70C-40E9-A6D6-5C6E306D68F0}"/>
                  </a:ext>
                </a:extLst>
              </p14:cNvPr>
              <p14:cNvContentPartPr/>
              <p14:nvPr/>
            </p14:nvContentPartPr>
            <p14:xfrm>
              <a:off x="4464360" y="4489560"/>
              <a:ext cx="3519360" cy="151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DCACA6-D70C-40E9-A6D6-5C6E306D68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5000" y="4480200"/>
                <a:ext cx="3538080" cy="15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438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B8AC51-28AD-4990-A7FD-7D741C646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" y="228103"/>
            <a:ext cx="5737412" cy="592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2D3E7B-296D-4372-83D6-FE9C8035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94" y="1272986"/>
            <a:ext cx="8139953" cy="41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9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C215D9-F394-4459-8D7C-4A86C221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7" y="266857"/>
            <a:ext cx="7664824" cy="515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07ABBA-E66F-40D6-8349-E50D61AB8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82" y="1063094"/>
            <a:ext cx="8624047" cy="48536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544946-D142-4DEC-BDE4-4084F7961035}"/>
                  </a:ext>
                </a:extLst>
              </p14:cNvPr>
              <p14:cNvContentPartPr/>
              <p14:nvPr/>
            </p14:nvContentPartPr>
            <p14:xfrm>
              <a:off x="1947960" y="1445760"/>
              <a:ext cx="524880" cy="2968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544946-D142-4DEC-BDE4-4084F79610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600" y="1436400"/>
                <a:ext cx="543600" cy="29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63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7C8E75-1E05-4DF7-8AE6-0AFDAFCED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173566"/>
            <a:ext cx="7512424" cy="719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E0D166-F3CD-419B-9A43-FACCCC3D4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" y="1232647"/>
            <a:ext cx="8453718" cy="47557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4AEAF3-F867-4E21-896F-DA106C5AF929}"/>
                  </a:ext>
                </a:extLst>
              </p14:cNvPr>
              <p14:cNvContentPartPr/>
              <p14:nvPr/>
            </p14:nvContentPartPr>
            <p14:xfrm>
              <a:off x="3123000" y="2067480"/>
              <a:ext cx="4970880" cy="340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4AEAF3-F867-4E21-896F-DA106C5AF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3640" y="2058120"/>
                <a:ext cx="4989600" cy="342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0597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A44F5-B497-4541-B62D-31163662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79"/>
            <a:ext cx="7763435" cy="60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675F1-DA08-4290-9FA4-2D96EDF4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9" y="967541"/>
            <a:ext cx="8633012" cy="46898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B3EE6A-20E2-407A-9E4B-3149216F5AC4}"/>
                  </a:ext>
                </a:extLst>
              </p14:cNvPr>
              <p14:cNvContentPartPr/>
              <p14:nvPr/>
            </p14:nvContentPartPr>
            <p14:xfrm>
              <a:off x="2259720" y="1563480"/>
              <a:ext cx="6205680" cy="357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B3EE6A-20E2-407A-9E4B-3149216F5A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50360" y="1554120"/>
                <a:ext cx="6224400" cy="359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820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EE1F8A-7D74-41F4-A9BC-2ACD4D9BA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52"/>
            <a:ext cx="7853082" cy="452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11095-2E02-4B7C-988A-0456CA8C2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47" y="1034952"/>
            <a:ext cx="8507506" cy="45012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471CA3-E2FF-4B9A-871C-D3C40453BA0B}"/>
                  </a:ext>
                </a:extLst>
              </p14:cNvPr>
              <p14:cNvContentPartPr/>
              <p14:nvPr/>
            </p14:nvContentPartPr>
            <p14:xfrm>
              <a:off x="1192680" y="2121840"/>
              <a:ext cx="5918040" cy="341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471CA3-E2FF-4B9A-871C-D3C40453BA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3320" y="2112480"/>
                <a:ext cx="5936760" cy="34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827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C8334-697E-4AB0-B5C4-3F3787ABE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477"/>
            <a:ext cx="7754471" cy="58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E30CE5-3817-4D81-94A7-596FE95E4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5241"/>
            <a:ext cx="9144000" cy="50874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67FD29-C71E-4437-87DB-4D8CD35D3F8B}"/>
                  </a:ext>
                </a:extLst>
              </p14:cNvPr>
              <p14:cNvContentPartPr/>
              <p14:nvPr/>
            </p14:nvContentPartPr>
            <p14:xfrm>
              <a:off x="1830600" y="2247120"/>
              <a:ext cx="5653800" cy="198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67FD29-C71E-4437-87DB-4D8CD35D3F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1240" y="2237760"/>
                <a:ext cx="5672520" cy="199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07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A12378-BDCE-474E-8BBC-A86458FA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4" y="327211"/>
            <a:ext cx="4625788" cy="573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FEC878-D27D-4612-8E8B-3B03ED244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9382"/>
            <a:ext cx="9144000" cy="44792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E5BA0D-73AC-404C-B300-3B6968A3B4F6}"/>
                  </a:ext>
                </a:extLst>
              </p14:cNvPr>
              <p14:cNvContentPartPr/>
              <p14:nvPr/>
            </p14:nvContentPartPr>
            <p14:xfrm>
              <a:off x="267840" y="1146600"/>
              <a:ext cx="5249160" cy="269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E5BA0D-73AC-404C-B300-3B6968A3B4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480" y="1137240"/>
                <a:ext cx="5267880" cy="271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1007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1ADACB-24DB-4F12-B893-1ED6C72B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384"/>
            <a:ext cx="7763435" cy="524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F39FF6-1F64-43B2-9B65-2D13A6D76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623"/>
            <a:ext cx="9144000" cy="46267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037D33-88EF-495B-B872-B300FC967A24}"/>
                  </a:ext>
                </a:extLst>
              </p14:cNvPr>
              <p14:cNvContentPartPr/>
              <p14:nvPr/>
            </p14:nvContentPartPr>
            <p14:xfrm>
              <a:off x="2751840" y="2056680"/>
              <a:ext cx="3688200" cy="9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037D33-88EF-495B-B872-B300FC967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2480" y="2047320"/>
                <a:ext cx="3706920" cy="11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59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AD9557-7195-4A61-90C4-3A40CDBA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7871012" cy="663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4F7855-B755-4D05-8DAE-07314CAA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6092"/>
            <a:ext cx="9144000" cy="342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1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36B74A-8A2B-40F3-8FDD-9C68B427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33"/>
            <a:ext cx="7826188" cy="489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C25C2-C977-449B-A738-5C72F3A28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8361"/>
            <a:ext cx="9144000" cy="48612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4E8D8A-5F14-4066-8DAB-12B216683A0D}"/>
                  </a:ext>
                </a:extLst>
              </p14:cNvPr>
              <p14:cNvContentPartPr/>
              <p14:nvPr/>
            </p14:nvContentPartPr>
            <p14:xfrm>
              <a:off x="346680" y="688320"/>
              <a:ext cx="2674440" cy="16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4E8D8A-5F14-4066-8DAB-12B216683A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320" y="678960"/>
                <a:ext cx="2693160" cy="18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680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F8CC30-6150-4660-AECE-77042AA9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424264"/>
            <a:ext cx="7727577" cy="397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FCFBE6-48DE-46B7-8F8C-C78E4266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9410"/>
            <a:ext cx="9144000" cy="47991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252910-3F93-4237-84EF-CB821A3C2F6D}"/>
                  </a:ext>
                </a:extLst>
              </p14:cNvPr>
              <p14:cNvContentPartPr/>
              <p14:nvPr/>
            </p14:nvContentPartPr>
            <p14:xfrm>
              <a:off x="4227120" y="2018880"/>
              <a:ext cx="1419840" cy="3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252910-3F93-4237-84EF-CB821A3C2F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7760" y="2009520"/>
                <a:ext cx="1438560" cy="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4694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D9EB49-433A-40B7-A2A6-8235C124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7" y="268940"/>
            <a:ext cx="6015317" cy="546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C47814-008D-493F-AE09-A6C863C2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08342"/>
            <a:ext cx="8077200" cy="47281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78FC45-ACA6-46D2-A4E6-36AA92D5E142}"/>
                  </a:ext>
                </a:extLst>
              </p14:cNvPr>
              <p14:cNvContentPartPr/>
              <p14:nvPr/>
            </p14:nvContentPartPr>
            <p14:xfrm>
              <a:off x="3134160" y="1476720"/>
              <a:ext cx="4360320" cy="255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78FC45-ACA6-46D2-A4E6-36AA92D5E1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4800" y="1467360"/>
                <a:ext cx="4379040" cy="257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00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DB06D4-79AB-4258-B9B7-AB4250BD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" y="289690"/>
            <a:ext cx="7315201" cy="541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F5CB3-74A2-44C8-B148-2E9AC54F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4" y="1218287"/>
            <a:ext cx="8444753" cy="4421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C54B3D-A57B-4B4C-863B-B7B156CED249}"/>
                  </a:ext>
                </a:extLst>
              </p14:cNvPr>
              <p14:cNvContentPartPr/>
              <p14:nvPr/>
            </p14:nvContentPartPr>
            <p14:xfrm>
              <a:off x="5565600" y="1524960"/>
              <a:ext cx="2760120" cy="285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C54B3D-A57B-4B4C-863B-B7B156CED2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6240" y="1515600"/>
                <a:ext cx="2778840" cy="287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5565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C9A81-E8F4-41B8-8C38-BF0F53BC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7" y="297387"/>
            <a:ext cx="7566211" cy="615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7E1C3-B309-4BEE-B6AA-5088B6C4E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0" y="1271503"/>
            <a:ext cx="8650941" cy="431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8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4897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BF211E-533E-46F1-890C-35E66F92F742}"/>
                  </a:ext>
                </a:extLst>
              </p14:cNvPr>
              <p14:cNvContentPartPr/>
              <p14:nvPr/>
            </p14:nvContentPartPr>
            <p14:xfrm>
              <a:off x="371880" y="1270080"/>
              <a:ext cx="8521920" cy="524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BF211E-533E-46F1-890C-35E66F92F7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520" y="1260720"/>
                <a:ext cx="8540640" cy="52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386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B3F354-45DB-437C-9C55-956853DE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7673788" cy="528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98F1EF-BC5C-46DB-AAD8-7B0F21101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8" y="1111624"/>
            <a:ext cx="8615083" cy="510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30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46" y="382590"/>
            <a:ext cx="6509642" cy="414888"/>
          </a:xfrm>
        </p:spPr>
        <p:txBody>
          <a:bodyPr/>
          <a:lstStyle/>
          <a:p>
            <a:r>
              <a:rPr lang="en-IN" dirty="0"/>
              <a:t>Positional Embeddings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934" y="995082"/>
            <a:ext cx="7974132" cy="2814918"/>
          </a:xfrm>
        </p:spPr>
        <p:txBody>
          <a:bodyPr/>
          <a:lstStyle/>
          <a:p>
            <a:pPr marL="453171" indent="-45317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20" b="1" dirty="0">
                <a:latin typeface="+mn-lt"/>
              </a:rPr>
              <a:t>positional encoding</a:t>
            </a:r>
            <a:r>
              <a:rPr lang="en-IN" sz="2220" dirty="0">
                <a:latin typeface="+mn-lt"/>
              </a:rPr>
              <a:t> indicates the absolute and relative position of the tokens in the sequence. </a:t>
            </a:r>
          </a:p>
          <a:p>
            <a:pPr marL="453171" indent="-45317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20" dirty="0">
                <a:latin typeface="+mn-lt"/>
              </a:rPr>
              <a:t>For example, in “</a:t>
            </a:r>
            <a:r>
              <a:rPr lang="en-IN" sz="2220" i="1" dirty="0">
                <a:latin typeface="+mn-lt"/>
              </a:rPr>
              <a:t>The cat watches the dog run fast.</a:t>
            </a:r>
            <a:r>
              <a:rPr lang="en-IN" sz="2220" dirty="0">
                <a:latin typeface="+mn-lt"/>
              </a:rPr>
              <a:t>”, if the position of “cat” and “dog” were interchanged, it would alter subject and object and thus the meaning of the sentence.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924433-55CA-4ACC-B8E0-0557A404FBDB}"/>
                  </a:ext>
                </a:extLst>
              </p14:cNvPr>
              <p14:cNvContentPartPr/>
              <p14:nvPr/>
            </p14:nvContentPartPr>
            <p14:xfrm>
              <a:off x="3087000" y="2019240"/>
              <a:ext cx="5006160" cy="216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924433-55CA-4ACC-B8E0-0557A404FB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7640" y="2009880"/>
                <a:ext cx="5024880" cy="218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936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267932-0AE8-45A0-8E93-0B12D439C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718"/>
            <a:ext cx="5988424" cy="5650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2B224B-ADFE-4B0B-AA2C-BF7A4523C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" y="1086218"/>
            <a:ext cx="8157882" cy="502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78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28BC1-2E8B-4C31-8317-86FBFB9E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338738"/>
            <a:ext cx="7611036" cy="478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D200C-4864-4770-981E-896C8AA4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2" y="1335740"/>
            <a:ext cx="5611906" cy="47423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D29214-E59E-4783-8B6A-078BBE522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318" y="1561167"/>
            <a:ext cx="3128682" cy="27777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7BC012-AD0F-4540-9F2D-234467CC22B4}"/>
                  </a:ext>
                </a:extLst>
              </p14:cNvPr>
              <p14:cNvContentPartPr/>
              <p14:nvPr/>
            </p14:nvContentPartPr>
            <p14:xfrm>
              <a:off x="2973240" y="1906560"/>
              <a:ext cx="2597760" cy="99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7BC012-AD0F-4540-9F2D-234467CC22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3880" y="1897200"/>
                <a:ext cx="2616480" cy="10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398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454309"/>
            <a:ext cx="8841724" cy="414888"/>
          </a:xfrm>
        </p:spPr>
        <p:txBody>
          <a:bodyPr/>
          <a:lstStyle/>
          <a:p>
            <a:r>
              <a:rPr lang="en-IN" dirty="0"/>
              <a:t>Normalization(Batch and Layer)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6" y="913669"/>
            <a:ext cx="2853734" cy="20223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901" y="913669"/>
            <a:ext cx="3082193" cy="20223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125" y="949556"/>
            <a:ext cx="2633177" cy="218809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95" y="3469701"/>
            <a:ext cx="3377957" cy="266215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922" y="3469701"/>
            <a:ext cx="3607207" cy="26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43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30A0-FA3A-4271-95F2-2B9218D10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336896"/>
            <a:ext cx="5432612" cy="414857"/>
          </a:xfrm>
        </p:spPr>
        <p:txBody>
          <a:bodyPr/>
          <a:lstStyle/>
          <a:p>
            <a:r>
              <a:rPr lang="en-IN" b="1" dirty="0"/>
              <a:t>Normalization(Batch and Layer)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3E367-001C-432C-88F3-7659EA4DB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934" y="1299882"/>
            <a:ext cx="7974132" cy="3330912"/>
          </a:xfrm>
        </p:spPr>
        <p:txBody>
          <a:bodyPr/>
          <a:lstStyle/>
          <a:p>
            <a:r>
              <a:rPr lang="en-US" dirty="0"/>
              <a:t>Transformers use </a:t>
            </a:r>
            <a:r>
              <a:rPr lang="en-US" b="1" dirty="0"/>
              <a:t>Layer Normalization (</a:t>
            </a:r>
            <a:r>
              <a:rPr lang="en-US" b="1" dirty="0" err="1"/>
              <a:t>LayerNorm</a:t>
            </a:r>
            <a:r>
              <a:rPr lang="en-US" b="1" dirty="0"/>
              <a:t>)</a:t>
            </a:r>
            <a:r>
              <a:rPr lang="en-US" dirty="0"/>
              <a:t> — not Batch Normalization like CNNs typically do. Let's go through why, how it works, and a worked example.</a:t>
            </a:r>
          </a:p>
          <a:p>
            <a:pPr rtl="0"/>
            <a:r>
              <a:rPr lang="en-US" b="1" dirty="0"/>
              <a:t>Why </a:t>
            </a:r>
            <a:r>
              <a:rPr lang="en-US" b="1" dirty="0" err="1"/>
              <a:t>LayerNorm</a:t>
            </a:r>
            <a:r>
              <a:rPr lang="en-US" b="1" dirty="0"/>
              <a:t> and not </a:t>
            </a:r>
            <a:r>
              <a:rPr lang="en-US" b="1" dirty="0" err="1"/>
              <a:t>BatchNorm</a:t>
            </a:r>
            <a:r>
              <a:rPr lang="en-US" b="1" dirty="0"/>
              <a:t>?</a:t>
            </a:r>
            <a:endParaRPr lang="en-US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 err="1"/>
              <a:t>BatchNorm</a:t>
            </a:r>
            <a:r>
              <a:rPr lang="en-US" dirty="0"/>
              <a:t> normalizes across the </a:t>
            </a:r>
            <a:r>
              <a:rPr lang="en-US" i="1" dirty="0"/>
              <a:t>batch</a:t>
            </a:r>
            <a:r>
              <a:rPr lang="en-US" dirty="0"/>
              <a:t> dimension (i.e., across different examples, for a fixed feature). This works well for images but is problematic for sequences: sentences have variable length, batch statistics get noisy with small batches, and it creates a dependency between different sequences in a batch — undesirable at inference time.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 err="1"/>
              <a:t>LayerNorm</a:t>
            </a:r>
            <a:r>
              <a:rPr lang="en-US" dirty="0"/>
              <a:t> instead normalizes across the </a:t>
            </a:r>
            <a:r>
              <a:rPr lang="en-US" i="1" dirty="0"/>
              <a:t>feature</a:t>
            </a:r>
            <a:r>
              <a:rPr lang="en-US" dirty="0"/>
              <a:t> dimension, independently for </a:t>
            </a:r>
            <a:r>
              <a:rPr lang="en-US" b="1" dirty="0"/>
              <a:t>each token, in each example</a:t>
            </a:r>
            <a:r>
              <a:rPr lang="en-US" dirty="0"/>
              <a:t>. This makes it stable regardless of batch size or sequence length, and each token's normalization is self-contained.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3F1A63-D4D0-4977-9152-63DD06B88166}"/>
                  </a:ext>
                </a:extLst>
              </p14:cNvPr>
              <p14:cNvContentPartPr/>
              <p14:nvPr/>
            </p14:nvContentPartPr>
            <p14:xfrm>
              <a:off x="2846160" y="4238640"/>
              <a:ext cx="5928480" cy="2189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3F1A63-D4D0-4977-9152-63DD06B881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6800" y="4229280"/>
                <a:ext cx="5947200" cy="22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7147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5332-4293-47CF-9316-DEBC1349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2" y="345861"/>
            <a:ext cx="7270376" cy="414857"/>
          </a:xfrm>
        </p:spPr>
        <p:txBody>
          <a:bodyPr/>
          <a:lstStyle/>
          <a:p>
            <a:r>
              <a:rPr lang="en-US" dirty="0"/>
              <a:t>Layer Normalization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56DC72-56E8-4B50-8838-AC3220444A97}"/>
                  </a:ext>
                </a:extLst>
              </p14:cNvPr>
              <p14:cNvContentPartPr/>
              <p14:nvPr/>
            </p14:nvContentPartPr>
            <p14:xfrm>
              <a:off x="531000" y="995040"/>
              <a:ext cx="7006320" cy="290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56DC72-56E8-4B50-8838-AC3220444A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1640" y="985680"/>
                <a:ext cx="7025040" cy="29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5901F1-EA98-4B33-870A-583AF5CD9B8A}"/>
                  </a:ext>
                </a:extLst>
              </p14:cNvPr>
              <p14:cNvContentPartPr/>
              <p14:nvPr/>
            </p14:nvContentPartPr>
            <p14:xfrm>
              <a:off x="955800" y="3624480"/>
              <a:ext cx="7292880" cy="1731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5901F1-EA98-4B33-870A-583AF5CD9B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6440" y="3615120"/>
                <a:ext cx="7311600" cy="175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A9986C-CFFD-4424-BA2C-5FE28C18DD30}"/>
                  </a:ext>
                </a:extLst>
              </p14:cNvPr>
              <p14:cNvContentPartPr/>
              <p14:nvPr/>
            </p14:nvContentPartPr>
            <p14:xfrm>
              <a:off x="724320" y="936360"/>
              <a:ext cx="8034480" cy="4593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A9986C-CFFD-4424-BA2C-5FE28C18DD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960" y="927000"/>
                <a:ext cx="8053200" cy="461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1525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2DA179-AC74-43F4-9A61-1476D2E47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273423"/>
            <a:ext cx="5755341" cy="591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571CF-3EC5-4210-B579-DDCD0D0DC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76" y="1304463"/>
            <a:ext cx="8597153" cy="48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51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E5B319-65FC-47E0-A46D-E3EA3901B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4800" b="1" i="0" u="none" strike="noStrike" baseline="0" dirty="0">
                <a:solidFill>
                  <a:schemeClr val="tx1"/>
                </a:solidFill>
                <a:latin typeface="+mn-lt"/>
              </a:rPr>
              <a:t>TRANSFORMER</a:t>
            </a:r>
            <a:endParaRPr lang="en-IN" sz="4800" b="1" dirty="0">
              <a:solidFill>
                <a:schemeClr val="tx1"/>
              </a:solidFill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796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C09A9-8529-436D-959A-066DCBB9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432"/>
            <a:ext cx="7637929" cy="565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C3FF1-188B-40D2-A92C-98A2C788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5915"/>
            <a:ext cx="9144000" cy="49261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50A976-EE3F-4BE5-AE5A-B3EDCB38FD6E}"/>
                  </a:ext>
                </a:extLst>
              </p14:cNvPr>
              <p14:cNvContentPartPr/>
              <p14:nvPr/>
            </p14:nvContentPartPr>
            <p14:xfrm>
              <a:off x="2693880" y="1134360"/>
              <a:ext cx="4875120" cy="441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50A976-EE3F-4BE5-AE5A-B3EDCB38FD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4520" y="1125000"/>
                <a:ext cx="4893840" cy="44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4677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573AED-C747-485A-8940-9C5F1DCBF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" y="301915"/>
            <a:ext cx="6113929" cy="58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8FF9EC-F7EB-4D58-8BB9-897418FAF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8" y="1093694"/>
            <a:ext cx="8211671" cy="54623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A6EB07-54DB-4AB8-8457-15C7EEFCD130}"/>
                  </a:ext>
                </a:extLst>
              </p14:cNvPr>
              <p14:cNvContentPartPr/>
              <p14:nvPr/>
            </p14:nvContentPartPr>
            <p14:xfrm>
              <a:off x="1584360" y="2631960"/>
              <a:ext cx="6555600" cy="387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A6EB07-54DB-4AB8-8457-15C7EEFCD1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5000" y="2622600"/>
                <a:ext cx="6574320" cy="38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9606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67C8B9-3D57-406F-BCF8-7D666178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47"/>
            <a:ext cx="5576047" cy="618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1290E-1E93-4FAB-BF97-44A0E2230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6447"/>
            <a:ext cx="9144000" cy="50949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FB5081-1DB6-4FD7-8967-74819167D5CD}"/>
                  </a:ext>
                </a:extLst>
              </p14:cNvPr>
              <p14:cNvContentPartPr/>
              <p14:nvPr/>
            </p14:nvContentPartPr>
            <p14:xfrm>
              <a:off x="790200" y="250920"/>
              <a:ext cx="8245440" cy="610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FB5081-1DB6-4FD7-8967-74819167D5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840" y="241560"/>
                <a:ext cx="8264160" cy="61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9721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0D0A0D-DF3F-420D-A067-892CE488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617"/>
            <a:ext cx="7297271" cy="619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26D2A-D685-4A13-BBD1-CA7824F4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4" y="1129553"/>
            <a:ext cx="8184777" cy="493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71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5893-3FDA-4B42-8AD4-F906325E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6" y="417580"/>
            <a:ext cx="8841724" cy="414857"/>
          </a:xfrm>
        </p:spPr>
        <p:txBody>
          <a:bodyPr/>
          <a:lstStyle/>
          <a:p>
            <a:r>
              <a:rPr lang="en-US" dirty="0"/>
              <a:t>TRANSFORMERS</a:t>
            </a:r>
            <a:endParaRPr lang="en-IN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DEBF99F-5A18-4189-A244-CD170292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9" y="1093694"/>
            <a:ext cx="8507506" cy="51098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5C9DE5-B140-4E00-9C81-1D110FCEF353}"/>
                  </a:ext>
                </a:extLst>
              </p14:cNvPr>
              <p14:cNvContentPartPr/>
              <p14:nvPr/>
            </p14:nvContentPartPr>
            <p14:xfrm>
              <a:off x="107280" y="994320"/>
              <a:ext cx="8908200" cy="541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5C9DE5-B140-4E00-9C81-1D110FCEF3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20" y="984960"/>
                <a:ext cx="8926920" cy="54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6811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070A3A-36B9-465C-8060-BEA7537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Transformer _ Encoder Only</a:t>
            </a:r>
            <a:br>
              <a:rPr lang="en-US" dirty="0"/>
            </a:br>
            <a:r>
              <a:rPr lang="en-US" dirty="0"/>
              <a:t>(Numerical)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F72F804-8E17-4C9D-8CC3-A59E37199E6D}"/>
              </a:ext>
            </a:extLst>
          </p:cNvPr>
          <p:cNvSpPr/>
          <p:nvPr/>
        </p:nvSpPr>
        <p:spPr>
          <a:xfrm>
            <a:off x="453838" y="403859"/>
            <a:ext cx="8080563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+mn-lt"/>
                <a:ea typeface="Cambria" pitchFamily="34" charset="-122"/>
                <a:cs typeface="Cambria" pitchFamily="34" charset="-120"/>
                <a:sym typeface="Calibri"/>
              </a:rPr>
              <a:t>Thanks to LLMs for providing the </a:t>
            </a:r>
            <a:r>
              <a:rPr lang="en-US" kern="1200" dirty="0">
                <a:solidFill>
                  <a:srgbClr val="1B2430"/>
                </a:solidFill>
                <a:latin typeface="+mn-lt"/>
                <a:ea typeface="Cambria" pitchFamily="34" charset="-122"/>
                <a:cs typeface="Cambria" pitchFamily="34" charset="-120"/>
              </a:rPr>
              <a:t>relevant content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7279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7250" y="1165860"/>
            <a:ext cx="1348068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Setup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0635" y="1669762"/>
            <a:ext cx="3491303" cy="129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Dimension of the model = 4</a:t>
            </a: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4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of K = Dimension of V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     = 3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single attention head, </a:t>
            </a: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400" kern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I am</a:t>
            </a: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 tokens: x1 = "I", x2 = "am"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52063" y="1327000"/>
            <a:ext cx="274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Input embeddings (X)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769803"/>
              </p:ext>
            </p:extLst>
          </p:nvPr>
        </p:nvGraphicFramePr>
        <p:xfrm>
          <a:off x="5222392" y="1708897"/>
          <a:ext cx="2571750" cy="845820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d4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562101" y="3291840"/>
            <a:ext cx="54864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Weight matrices (learned parameters, 4×3 each)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62101" y="3566160"/>
            <a:ext cx="685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  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Wq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448059"/>
              </p:ext>
            </p:extLst>
          </p:nvPr>
        </p:nvGraphicFramePr>
        <p:xfrm>
          <a:off x="1562101" y="3798795"/>
          <a:ext cx="1131570" cy="1127760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628466" y="3566160"/>
            <a:ext cx="685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  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59353"/>
              </p:ext>
            </p:extLst>
          </p:nvPr>
        </p:nvGraphicFramePr>
        <p:xfrm>
          <a:off x="3628466" y="3798795"/>
          <a:ext cx="1131570" cy="1127760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5685866" y="3566160"/>
            <a:ext cx="685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 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876496"/>
              </p:ext>
            </p:extLst>
          </p:nvPr>
        </p:nvGraphicFramePr>
        <p:xfrm>
          <a:off x="5685866" y="3789830"/>
          <a:ext cx="1131570" cy="1127760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392206" y="5397657"/>
            <a:ext cx="737190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 masking — every token sees every other token
No decoder , no cross-attention
Used for understanding tasks (BERT, RoBERTa): classification, NER, embeddings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BBB464-E789-4D49-8632-443746577ED6}"/>
              </a:ext>
            </a:extLst>
          </p:cNvPr>
          <p:cNvSpPr txBox="1"/>
          <p:nvPr/>
        </p:nvSpPr>
        <p:spPr>
          <a:xfrm>
            <a:off x="259976" y="41148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ENCODER-ONLY TRANSFORMER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1CA67629-66A9-44C3-844A-5329C2B94873}"/>
              </a:ext>
            </a:extLst>
          </p:cNvPr>
          <p:cNvSpPr/>
          <p:nvPr/>
        </p:nvSpPr>
        <p:spPr>
          <a:xfrm>
            <a:off x="497767" y="4881292"/>
            <a:ext cx="1851660" cy="45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Encoder-only means: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78315E-DA1D-4518-9FF3-43B0A8658F0B}"/>
                  </a:ext>
                </a:extLst>
              </p14:cNvPr>
              <p14:cNvContentPartPr/>
              <p14:nvPr/>
            </p14:nvContentPartPr>
            <p14:xfrm>
              <a:off x="172440" y="264240"/>
              <a:ext cx="8651880" cy="457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78315E-DA1D-4518-9FF3-43B0A8658F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080" y="254880"/>
                <a:ext cx="8670600" cy="459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435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1200150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566" y="260424"/>
            <a:ext cx="54864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Step 1 — Project into Q, K, V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0379" y="116496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Q = X·Wq      K = X·Wk      V = X·Wv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8140" y="1535876"/>
            <a:ext cx="570693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Worked example — Q1: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x1·Wq = [1·1+0·1+1·0+0·0,  1·0+0·0+1·0+0·1,  1·1+0·0+1·1+0·1] = [1, 0, 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0014" y="2334179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Q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942330"/>
              </p:ext>
            </p:extLst>
          </p:nvPr>
        </p:nvGraphicFramePr>
        <p:xfrm>
          <a:off x="331917" y="2759336"/>
          <a:ext cx="2468880" cy="937260"/>
        </p:xfrm>
        <a:graphic>
          <a:graphicData uri="http://schemas.openxmlformats.org/drawingml/2006/table">
            <a:tbl>
              <a:tblPr/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q1</a:t>
                      </a:r>
                      <a:endParaRPr lang="en-US" sz="16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16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16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6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6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874770" y="2372843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997515"/>
              </p:ext>
            </p:extLst>
          </p:nvPr>
        </p:nvGraphicFramePr>
        <p:xfrm>
          <a:off x="3052482" y="2732441"/>
          <a:ext cx="2468880" cy="937260"/>
        </p:xfrm>
        <a:graphic>
          <a:graphicData uri="http://schemas.openxmlformats.org/drawingml/2006/table">
            <a:tbl>
              <a:tblPr/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378388" y="2387970"/>
            <a:ext cx="12685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        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V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101452"/>
              </p:ext>
            </p:extLst>
          </p:nvPr>
        </p:nvGraphicFramePr>
        <p:xfrm>
          <a:off x="6077845" y="2732440"/>
          <a:ext cx="2468880" cy="964155"/>
        </p:xfrm>
        <a:graphic>
          <a:graphicData uri="http://schemas.openxmlformats.org/drawingml/2006/table">
            <a:tbl>
              <a:tblPr/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3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v1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v2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v3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342900" y="4109196"/>
            <a:ext cx="8435340" cy="9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Each token now has its own Query, Key, and Value vector — three different views of the same embedding, each shaped by a separate learned projection.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349B3D-D6C8-44EA-81A4-46C9E15228FF}"/>
                  </a:ext>
                </a:extLst>
              </p14:cNvPr>
              <p14:cNvContentPartPr/>
              <p14:nvPr/>
            </p14:nvContentPartPr>
            <p14:xfrm>
              <a:off x="726120" y="1125720"/>
              <a:ext cx="6215400" cy="281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349B3D-D6C8-44EA-81A4-46C9E15228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760" y="1116360"/>
                <a:ext cx="6234120" cy="28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5641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2" y="260423"/>
            <a:ext cx="3795434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Steps 2–3 — Score &amp; Scale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15203" y="1164961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scores = Q·Kᵀ           scaled = scores / √d       (d = 3, √3 ≈ 1.732)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222" y="1680880"/>
            <a:ext cx="2169458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Raw scores (Q·Kᵀ)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491425"/>
              </p:ext>
            </p:extLst>
          </p:nvPr>
        </p:nvGraphicFramePr>
        <p:xfrm>
          <a:off x="985222" y="2152424"/>
          <a:ext cx="2057400" cy="10287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K1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K2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Q1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Q2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88540" y="1627092"/>
            <a:ext cx="2443779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Scaled scores (÷ 1.732)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7436"/>
              </p:ext>
            </p:extLst>
          </p:nvPr>
        </p:nvGraphicFramePr>
        <p:xfrm>
          <a:off x="4756674" y="2107602"/>
          <a:ext cx="2366010" cy="102870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K1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K2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Q1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1.155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1.155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Q2</a:t>
                      </a:r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1.155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2.309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51510" y="3465527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Why scale by √d?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87369" y="3863784"/>
            <a:ext cx="7847031" cy="264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As d grows, dot products grow in magnitude, pushing softmax into regions with extremely small gradients. </a:t>
            </a: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Dividing by √d keeps the scores — and the softmax — well-behaved regardless of dimension.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Token 1 ("I") scores 1.155 against both tokens — a tie.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Token 2 ("am") scores higher against itself (2.309) than against "I" (1.155) — already leaning toward self-focus before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softmax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 even runs.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1509" y="5223733"/>
            <a:ext cx="7715251" cy="1173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2FACB4-FECD-4DE3-A3AE-3B5F013BF454}"/>
                  </a:ext>
                </a:extLst>
              </p14:cNvPr>
              <p14:cNvContentPartPr/>
              <p14:nvPr/>
            </p14:nvContentPartPr>
            <p14:xfrm>
              <a:off x="1270800" y="1607040"/>
              <a:ext cx="7117920" cy="220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2FACB4-FECD-4DE3-A3AE-3B5F013BF4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1440" y="1597680"/>
                <a:ext cx="7136640" cy="222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7710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8000" y="341104"/>
            <a:ext cx="65151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Steps 4–5 — Softmax &amp; Weighted Output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4350" y="1088089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Softmax (row-wise)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2256" y="1450486"/>
            <a:ext cx="37033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Row 1 (token "I"):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[0.500, 0.500]
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Row 2 (token "am"):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[0.240, 0.760]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18399" y="2073534"/>
            <a:ext cx="4873435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e^1.155 = 3.17,  e^2.309 = 10.07,  sum = 13.24</a:t>
            </a: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0.240 = 3.17/13.24 , 0.760 = 10.07/13.24</a:t>
            </a:r>
          </a:p>
        </p:txBody>
      </p:sp>
      <p:sp>
        <p:nvSpPr>
          <p:cNvPr id="10" name="Text 8"/>
          <p:cNvSpPr/>
          <p:nvPr/>
        </p:nvSpPr>
        <p:spPr>
          <a:xfrm>
            <a:off x="597722" y="2683806"/>
            <a:ext cx="38404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Attention output  Z = softmax · 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0805" y="3001385"/>
            <a:ext cx="4530089" cy="644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Z1 = 0.5·[1,2,3] + 0.5·[1,4,0]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[1.000, 3.000, 1.500]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Z2 = 0.24·[1,2,3] + 0.76·[1,4,0]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[1.000, 3.521, 0.719]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892" y="3649532"/>
            <a:ext cx="3741645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Final self-attention output (Z)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207767"/>
              </p:ext>
            </p:extLst>
          </p:nvPr>
        </p:nvGraphicFramePr>
        <p:xfrm>
          <a:off x="3265394" y="3928037"/>
          <a:ext cx="3703320" cy="937260"/>
        </p:xfrm>
        <a:graphic>
          <a:graphicData uri="http://schemas.openxmlformats.org/drawingml/2006/table">
            <a:tbl>
              <a:tblPr/>
              <a:tblGrid>
                <a:gridCol w="92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z1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z2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z3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x1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1.000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3.000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1.500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x2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1.000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3.521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0.719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66663" y="5072075"/>
            <a:ext cx="38404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Reading the result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38519" y="5474252"/>
            <a:ext cx="7575176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am" (x2) ends up attending mostly to itself (76%) — its output Z2 is pulled close to V2. </a:t>
            </a: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"I" (x1) split evenly (50/50), so Z1 blends V1 and V2. </a:t>
            </a: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Attention weights are learned and data-dependent, not fixed.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18562E-794E-4E98-A2DB-1DB6ECFD9EDD}"/>
                  </a:ext>
                </a:extLst>
              </p14:cNvPr>
              <p14:cNvContentPartPr/>
              <p14:nvPr/>
            </p14:nvContentPartPr>
            <p14:xfrm>
              <a:off x="2601360" y="1410480"/>
              <a:ext cx="5419800" cy="3607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18562E-794E-4E98-A2DB-1DB6ECFD9E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2000" y="1401120"/>
                <a:ext cx="5438520" cy="36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5489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354" y="367998"/>
            <a:ext cx="61722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Completing the Encoder Block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872" y="1182892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What happens after attention, on the way to the next layer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689846"/>
            <a:ext cx="377190" cy="37719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89846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5830" y="1669272"/>
            <a:ext cx="21259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Add &amp; Norm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83224" y="1669272"/>
            <a:ext cx="62607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Residual connection adds the block's input back to Z, then LayerNorm stabilizes the distribution: LayerNorm(X + Z).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478516"/>
            <a:ext cx="377190" cy="37719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78516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5830" y="2457942"/>
            <a:ext cx="21259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Feed-Forward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71750" y="2457942"/>
            <a:ext cx="6172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 position-wise network applied identically to every token: FFN(x) = ReLU(x·W1 + b1)·W2 + b2.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3267186"/>
            <a:ext cx="377190" cy="37719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267186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5830" y="3246612"/>
            <a:ext cx="21259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Add &amp; Norm (again)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53553" y="3246612"/>
            <a:ext cx="609039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 second residual + LayerNorm wraps the feed-forward sublayer before passing output to the next stacked block.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7220" y="4629150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This entire block stacks N times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7220" y="5003651"/>
            <a:ext cx="7886700" cy="651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(N = 12 in BERT-base). Because it is encoder-only, every token attends bidirectionally to every other token — no masking, no decoder, no cross-attention — which is why encoder-only models excel at understanding tasks rather than text generation.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9D570E-65ED-4A12-BD89-7C8C55430F6F}"/>
                  </a:ext>
                </a:extLst>
              </p14:cNvPr>
              <p14:cNvContentPartPr/>
              <p14:nvPr/>
            </p14:nvContentPartPr>
            <p14:xfrm>
              <a:off x="735480" y="1990800"/>
              <a:ext cx="4128120" cy="334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9D570E-65ED-4A12-BD89-7C8C55430F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120" y="1981440"/>
                <a:ext cx="4146840" cy="33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16243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4955E9-13DD-4BE7-A0BC-D6B276622FDC}"/>
              </a:ext>
            </a:extLst>
          </p:cNvPr>
          <p:cNvSpPr txBox="1"/>
          <p:nvPr/>
        </p:nvSpPr>
        <p:spPr>
          <a:xfrm>
            <a:off x="80682" y="3308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Key Takeaway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ADD15F-38B2-40AE-8F15-59271D63BAD5}"/>
              </a:ext>
            </a:extLst>
          </p:cNvPr>
          <p:cNvSpPr/>
          <p:nvPr/>
        </p:nvSpPr>
        <p:spPr>
          <a:xfrm>
            <a:off x="480060" y="114528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Key Takeaway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7102441-8C71-430A-B0D9-892F135344FA}"/>
              </a:ext>
            </a:extLst>
          </p:cNvPr>
          <p:cNvSpPr/>
          <p:nvPr/>
        </p:nvSpPr>
        <p:spPr>
          <a:xfrm>
            <a:off x="685800" y="1112519"/>
            <a:ext cx="77495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Self-attention is a learned, data-dependent weighting scheme.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CB82354-9634-40F3-A094-69DD3D09DBDF}"/>
              </a:ext>
            </a:extLst>
          </p:cNvPr>
          <p:cNvSpPr/>
          <p:nvPr/>
        </p:nvSpPr>
        <p:spPr>
          <a:xfrm>
            <a:off x="685800" y="1616783"/>
            <a:ext cx="7749540" cy="1090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same architecture, given different Wq/Wk/Wv weights, produces entirely different attention patterns. Here, "I" split its attention evenly across both tokens, while "am" attended mostly to itself (76%) — an asymmetry that falls directly out of training, not out of any hand-coded rule.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3273761-39BE-48EF-84FA-BF5873F93716}"/>
              </a:ext>
            </a:extLst>
          </p:cNvPr>
          <p:cNvSpPr/>
          <p:nvPr/>
        </p:nvSpPr>
        <p:spPr>
          <a:xfrm>
            <a:off x="651509" y="2868705"/>
            <a:ext cx="7749539" cy="2088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Bi directional: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Every token attends to every other token in both directions — no causal mask.</a:t>
            </a: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Stacked N times: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One block repeats (e.g. N=12 in BERT-base) to build deep contextual representations.</a:t>
            </a: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Used for understanding 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Classification, NER, embeddings — not autoregressive generation.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3237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070A3A-36B9-465C-8060-BEA7537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Transformer _ Encoder Only</a:t>
            </a:r>
            <a:br>
              <a:rPr lang="en-US" dirty="0"/>
            </a:br>
            <a:r>
              <a:rPr lang="en-US" dirty="0"/>
              <a:t>(Numerical 2)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F72F804-8E17-4C9D-8CC3-A59E37199E6D}"/>
              </a:ext>
            </a:extLst>
          </p:cNvPr>
          <p:cNvSpPr/>
          <p:nvPr/>
        </p:nvSpPr>
        <p:spPr>
          <a:xfrm>
            <a:off x="453838" y="403859"/>
            <a:ext cx="8080563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Thanks to LLMs for providing the relevant content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919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1542" y="279738"/>
            <a:ext cx="8320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Example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97790"/>
            <a:ext cx="6064734" cy="434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Sequence of 3 tokens: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"I"  "love"  "NLP"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773771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Embedding dimension: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d(model) = 4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   (and here, dₖ = dᵥ = 4 for simplicity)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533216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0" cap="none" spc="75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INPUT EMBEDDING MATRIX  X  (3 × 4)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4800" y="2992657"/>
            <a:ext cx="45948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31570" y="2983230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1570" y="2983230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45920" y="2983230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983230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60270" y="2983230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0270" y="2983230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74620" y="2983230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4620" y="2983230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8236" y="3408426"/>
            <a:ext cx="45948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love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1570" y="3408426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1570" y="3408426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645920" y="3408426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3408426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60270" y="3408426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60270" y="3408426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74620" y="3408426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4620" y="3408426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8809" y="3833622"/>
            <a:ext cx="45948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NLP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131570" y="3833622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1570" y="3833622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645920" y="3833622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3833622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160270" y="3833622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0270" y="3833622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674620" y="3833622"/>
            <a:ext cx="514350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4620" y="3833622"/>
            <a:ext cx="5143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32020" y="2878709"/>
            <a:ext cx="36347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75" normalizeH="0" baseline="0" noProof="0" dirty="0">
                <a:ln>
                  <a:noFill/>
                </a:ln>
                <a:solidFill>
                  <a:srgbClr val="FF6B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EACH ROW = ONE TOKEN'S EMBEDDING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32020" y="3281586"/>
            <a:ext cx="36347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Row 1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→ "I"      = [1, 0, 1, 0]
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Row 2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→ "love"   = [0, 2, 0, 2]
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Row 3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→ "NLP"    = [1, 1, 1, 1]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32020" y="4251960"/>
            <a:ext cx="3634740" cy="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389119"/>
            <a:ext cx="406997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Goal: turn each row into a new vector that also reflects the other tokens it should “attend to.”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844122-B884-47F6-8E22-7D79025AAE74}"/>
                  </a:ext>
                </a:extLst>
              </p14:cNvPr>
              <p14:cNvContentPartPr/>
              <p14:nvPr/>
            </p14:nvContentPartPr>
            <p14:xfrm>
              <a:off x="3084120" y="991800"/>
              <a:ext cx="3564360" cy="567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844122-B884-47F6-8E22-7D79025AAE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4760" y="982440"/>
                <a:ext cx="3583080" cy="569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0582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08126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0" cap="none" spc="150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LEARNED PARAMETERS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260" y="279742"/>
            <a:ext cx="72525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Query, Key &amp; Value Weight Matrices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506282"/>
            <a:ext cx="8161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Three learned 4×4 projection matrices turn each token embedding into a Query, a Key, and a Value vector. (Simplified integer values here, purely for illustration.)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5785" y="2486025"/>
            <a:ext cx="377190" cy="37719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65785" y="2486025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Q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700" y="250317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W^Q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9441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441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7160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74879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4879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9441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41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7160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4879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4879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722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441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41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37160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74879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4879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722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9441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441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37160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74879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4879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377565" y="2486025"/>
            <a:ext cx="377190" cy="37719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45" name="Text 43"/>
          <p:cNvSpPr/>
          <p:nvPr/>
        </p:nvSpPr>
        <p:spPr>
          <a:xfrm>
            <a:off x="3377565" y="2486025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840480" y="250317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W^K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42900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80619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0619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18338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8338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6057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057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42900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2900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80619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0619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18338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8338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56057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6057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42900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80619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0619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18338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8338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56057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6057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342900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2900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80619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0619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18338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8338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56057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6057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189345" y="2486025"/>
            <a:ext cx="377190" cy="37719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83" name="Text 81"/>
          <p:cNvSpPr/>
          <p:nvPr/>
        </p:nvSpPr>
        <p:spPr>
          <a:xfrm>
            <a:off x="6189345" y="2486025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V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652260" y="250317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W^V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624078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4078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61797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1797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699516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9516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372350" y="315468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72350" y="315468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24078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4078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661797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1797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699516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9516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7372350" y="353187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372350" y="353187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624078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4078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661797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61797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699516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99516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7372350" y="390906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372350" y="39090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624078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4078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661797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1797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699516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9516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7372350" y="4286250"/>
            <a:ext cx="377190" cy="3771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372350" y="42862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411480" y="5143500"/>
            <a:ext cx="8161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Q = X·W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        K = X·W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        V = X·W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7B95A7-A91A-4A16-976B-D29C4C538695}"/>
                  </a:ext>
                </a:extLst>
              </p14:cNvPr>
              <p14:cNvContentPartPr/>
              <p14:nvPr/>
            </p14:nvContentPartPr>
            <p14:xfrm>
              <a:off x="1794240" y="4662360"/>
              <a:ext cx="5360760" cy="31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7B95A7-A91A-4A16-976B-D29C4C5386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4880" y="4653000"/>
                <a:ext cx="5379480" cy="3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730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979" y="279737"/>
            <a:ext cx="58043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Project Embeddings into Q, K, V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9507" y="15226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Q = X W^Q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813" y="2571750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522476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2476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47672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72868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2868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7813" y="2969514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love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97280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522476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2476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47672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372868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2868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0680" y="3367278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NLP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97280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522476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22476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947672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7672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72868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2868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60420" y="14849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K = X W^K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22163" y="2571750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943350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3350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368546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68546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93742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3742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218938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938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322163" y="2969514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love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943350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43350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368546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68546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793742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3742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218938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938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340093" y="3367278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NLP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943350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43350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368546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68546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793742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93742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218938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8938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206490" y="15415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V = X W^V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262965" y="2571750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789420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9420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214616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14616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639812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39812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065008" y="2571750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65008" y="2571750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289860" y="2969514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love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6789420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89420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214616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14616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639812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9812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065008" y="2969514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65008" y="2969514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6200215" y="3367278"/>
            <a:ext cx="39090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NLP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789420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789420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7214616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14616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639812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39812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8065008" y="3367278"/>
            <a:ext cx="425196" cy="397764"/>
          </a:xfrm>
          <a:prstGeom prst="rect">
            <a:avLst/>
          </a:prstGeom>
          <a:solidFill>
            <a:srgbClr val="F5F7FC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65008" y="3367278"/>
            <a:ext cx="4251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673782" y="4489632"/>
            <a:ext cx="7886700" cy="109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Each row of Q, K, and V still corresponds to one token — but now in three different learned “roles”: what it's looking for (Q), what it offers (K), and what it carries (V).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998093-1471-41F0-82DC-C2CB04ECA023}"/>
                  </a:ext>
                </a:extLst>
              </p14:cNvPr>
              <p14:cNvContentPartPr/>
              <p14:nvPr/>
            </p14:nvContentPartPr>
            <p14:xfrm>
              <a:off x="1459080" y="1758240"/>
              <a:ext cx="5843520" cy="360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998093-1471-41F0-82DC-C2CB04ECA0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9720" y="1748880"/>
                <a:ext cx="5862240" cy="37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7635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983" y="232608"/>
            <a:ext cx="7717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Raw Attention Scores — Q Kᵀ for "I"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006660"/>
            <a:ext cx="8161020" cy="810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Take the query vector for "I" and dot it against every key vector to see how strongly "I" relates to each token (including itself).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961477"/>
            <a:ext cx="25374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Q ("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Ia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")  =  [1, 0, 1, 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3017520"/>
            <a:ext cx="8298180" cy="49377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2930" y="3017520"/>
            <a:ext cx="10287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K₁ (I)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11630" y="301752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[0, 1, 0, 1]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48940" y="3017520"/>
            <a:ext cx="39090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1(0)+0(1)+1(0)+0(1)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=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44918" y="3065526"/>
            <a:ext cx="397764" cy="3977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44918" y="3065526"/>
            <a:ext cx="39776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3600450"/>
            <a:ext cx="8298180" cy="493776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930" y="3600450"/>
            <a:ext cx="10287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K₂ (love)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11630" y="360045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[2, 0, 2, 0]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48940" y="3600450"/>
            <a:ext cx="39090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1(2)+0(0)+1(2)+0(0)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0" y="3600450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=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44918" y="3648456"/>
            <a:ext cx="397764" cy="3977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44918" y="3648456"/>
            <a:ext cx="39776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4183380"/>
            <a:ext cx="8298180" cy="49377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2930" y="4183380"/>
            <a:ext cx="10287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K₃ (NLP)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11630" y="418338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[1, 1, 1, 1]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48940" y="4183380"/>
            <a:ext cx="39090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1(1)+0(1)+1(1)+0(1)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4183380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=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44918" y="4231386"/>
            <a:ext cx="397764" cy="3977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44918" y="4231386"/>
            <a:ext cx="39776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" y="4972050"/>
            <a:ext cx="7818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Row 1 of  QKᵀ  =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6B4A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[ 0,  4,  2 ]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570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688" y="176043"/>
            <a:ext cx="630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Scale, then Softmax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4774" y="2297430"/>
            <a:ext cx="2385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[0, 4, 2] / 2  =  [0, 2, 1]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91990" y="1954530"/>
            <a:ext cx="403479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Scaling prevents large dot products from pushing softmax into tiny gradients as dₖ grows.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7220" y="3394710"/>
            <a:ext cx="77495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6B4A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softmax([0, 2, 1])  =  [e⁰, e², e¹] / (e⁰ + e² + e¹)  =  [1, 7.39, 2.72] / 11.11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4251960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75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ATTENTION WEIGHTS FOR “I”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4526280"/>
            <a:ext cx="822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03020" y="4560570"/>
            <a:ext cx="6172200" cy="21945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03020" y="4560570"/>
            <a:ext cx="555498" cy="219456"/>
          </a:xfrm>
          <a:prstGeom prst="roundRect">
            <a:avLst>
              <a:gd name="adj" fmla="val 15625"/>
            </a:avLst>
          </a:prstGeom>
          <a:solidFill>
            <a:srgbClr val="4A6FA5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4526280"/>
            <a:ext cx="7543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9.0%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4869180"/>
            <a:ext cx="822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love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03020" y="4903470"/>
            <a:ext cx="6172200" cy="21945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03020" y="4903470"/>
            <a:ext cx="4104513" cy="219456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869180"/>
            <a:ext cx="7543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66.5%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5212080"/>
            <a:ext cx="822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NLP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03020" y="5246370"/>
            <a:ext cx="6172200" cy="21945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03020" y="5246370"/>
            <a:ext cx="1512189" cy="219456"/>
          </a:xfrm>
          <a:prstGeom prst="roundRect">
            <a:avLst>
              <a:gd name="adj" fmla="val 15625"/>
            </a:avLst>
          </a:prstGeom>
          <a:solidFill>
            <a:srgbClr val="4A6FA5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5212080"/>
            <a:ext cx="7543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24.5%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014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408" y="185471"/>
            <a:ext cx="73373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Weighted Sum of V — Output for "I"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00934"/>
            <a:ext cx="8161020" cy="70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Multiply each value vector by its attention weight and sum them — producing a new, contextualized representation of “I.”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7220" y="2359152"/>
            <a:ext cx="342900" cy="34290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" y="235915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700" y="2297430"/>
            <a:ext cx="7543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A6FA5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0.09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14500" y="2297430"/>
            <a:ext cx="274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57400" y="2297430"/>
            <a:ext cx="24003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[2, 0, 1, 0]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" y="2907792"/>
            <a:ext cx="342900" cy="3429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" y="290779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700" y="2846070"/>
            <a:ext cx="7543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6B4A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0.665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14500" y="2846070"/>
            <a:ext cx="274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57400" y="2846070"/>
            <a:ext cx="24003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[2, 2, 2, 2]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20" y="3456432"/>
            <a:ext cx="342900" cy="34290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" y="345643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8700" y="3394710"/>
            <a:ext cx="7543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BF9F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0.245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14500" y="3394710"/>
            <a:ext cx="274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57400" y="3394710"/>
            <a:ext cx="24003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B234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[2, 2, 2, 1]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19" y="3897531"/>
            <a:ext cx="3358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Output₁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≈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6B4A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[2.00,  1.82,  1.91,  1.575]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" y="4309628"/>
            <a:ext cx="7818120" cy="902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This 4-dim vector replaces the original embedding of "I" — now blended mostly with "love" (66.5%) and "NLP" (24.5%), the tokens most relevant to it.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5212080"/>
            <a:ext cx="8229600" cy="71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C6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Repeating Steps for rows 2 and 3 of Q yields contextualized vectors for “love” and “NLP,” completing the 3×4 output matrix.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8FC922-93DC-4634-82B3-E7C42610B88A}"/>
                  </a:ext>
                </a:extLst>
              </p14:cNvPr>
              <p14:cNvContentPartPr/>
              <p14:nvPr/>
            </p14:nvContentPartPr>
            <p14:xfrm>
              <a:off x="1587600" y="3899160"/>
              <a:ext cx="2102760" cy="43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8FC922-93DC-4634-82B3-E7C42610B8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8240" y="3889800"/>
                <a:ext cx="2121480" cy="4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4595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070A3A-36B9-465C-8060-BEA753783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281082"/>
            <a:ext cx="7886700" cy="1219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+mn-lt"/>
              </a:rPr>
              <a:t>Transformer _ Encoder Only(with multi head attention)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(Numerical 3)</a:t>
            </a:r>
            <a:br>
              <a:rPr lang="en-IN" sz="2400" dirty="0">
                <a:latin typeface="+mn-lt"/>
              </a:rPr>
            </a:br>
            <a:endParaRPr lang="en-IN" sz="2400" dirty="0">
              <a:latin typeface="+mn-lt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F72F804-8E17-4C9D-8CC3-A59E37199E6D}"/>
              </a:ext>
            </a:extLst>
          </p:cNvPr>
          <p:cNvSpPr/>
          <p:nvPr/>
        </p:nvSpPr>
        <p:spPr>
          <a:xfrm>
            <a:off x="453838" y="403859"/>
            <a:ext cx="8080563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Thanks to LLMs for providing the relevant content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9019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009" y="355853"/>
            <a:ext cx="63479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Setup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95126"/>
            <a:ext cx="82981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Two tokens, projected through the encoder's first attention block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5940" y="1464607"/>
            <a:ext cx="3429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The example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1510" y="1929428"/>
            <a:ext cx="356616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INPUT EMBEDDINGS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1510" y="2811780"/>
            <a:ext cx="685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x₁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03020" y="2846070"/>
            <a:ext cx="108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[ 1, 0, 1 ]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1510" y="3372781"/>
            <a:ext cx="685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x₂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03020" y="3429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+mn-lt"/>
                <a:ea typeface="Courier New" pitchFamily="34" charset="-122"/>
                <a:cs typeface="Courier New" pitchFamily="34" charset="-120"/>
                <a:sym typeface="Calibri"/>
              </a:rPr>
              <a:t>[ 0, 1, 1 ]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510" y="5568652"/>
            <a:ext cx="7784278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Think of x₁ and x₂ as two words' embeddings sitting side by side in a sequence of length 2.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2503170"/>
            <a:ext cx="356616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DIMENSIONS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2871395"/>
            <a:ext cx="6172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89270" y="2871395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model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89270" y="3072384"/>
            <a:ext cx="26746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size of each token embedding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3454325"/>
            <a:ext cx="6172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89270" y="3454325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k </a:t>
            </a:r>
            <a:r>
              <a:rPr lang="en-US" sz="1400" b="1" kern="12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89270" y="3655314"/>
            <a:ext cx="26746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size of Q/K/V after projection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4037255"/>
            <a:ext cx="6172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89270" y="4037255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heads (h)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89270" y="4238244"/>
            <a:ext cx="26746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parallel attention computations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4620185"/>
            <a:ext cx="6172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89270" y="4620185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seq length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89270" y="4821174"/>
            <a:ext cx="26746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tokens in this example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6AEC0E-57A3-4959-8842-EFE85D7B6E06}"/>
                  </a:ext>
                </a:extLst>
              </p14:cNvPr>
              <p14:cNvContentPartPr/>
              <p14:nvPr/>
            </p14:nvContentPartPr>
            <p14:xfrm>
              <a:off x="2248200" y="2948040"/>
              <a:ext cx="254520" cy="67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6AEC0E-57A3-4959-8842-EFE85D7B6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8840" y="2938680"/>
                <a:ext cx="273240" cy="68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48177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6574"/>
            <a:ext cx="74787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Head 1 — Self-Attention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79" y="1054552"/>
            <a:ext cx="6027027" cy="488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Project to Q, K, V → score → scale → softmax → weighted sum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171" y="1603144"/>
            <a:ext cx="3491099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 / Key / Value projections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2055747"/>
          <a:ext cx="4039362" cy="93726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291840"/>
            <a:ext cx="40462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Scaled scores use ÷√d = ÷1.414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1480" y="36347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Attention weights &amp; output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411480" y="4056472"/>
          <a:ext cx="4046220" cy="891540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weights (t₁, t₂)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Head-1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[0.330, 0.670]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[1.33, 1.00]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[0.670, 0.330]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[1.67, 1.00]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937760" y="1985520"/>
            <a:ext cx="35661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75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WORKED EXAMPLE — TOKEN x₁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37760" y="2306972"/>
            <a:ext cx="3634740" cy="253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Q·K scores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 Q₁·K₁ = 4     Q₁·K₂ = 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Scaled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       4/1.414 = 2.828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     5/1.414 = 3.536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Softmax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     e^2.828 = 16.92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     e^3.536 = 34.34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     weights = [0.330, 0.670]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Output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 0.330·V₁ + 0.670·V₂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= 0.330[2,1] + 0.670[1,1]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= [1.33, 1.00]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75C83E-9620-4A48-A803-C30117EAEE84}"/>
                  </a:ext>
                </a:extLst>
              </p14:cNvPr>
              <p14:cNvContentPartPr/>
              <p14:nvPr/>
            </p14:nvContentPartPr>
            <p14:xfrm>
              <a:off x="1588320" y="421560"/>
              <a:ext cx="6079320" cy="4529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75C83E-9620-4A48-A803-C30117EAEE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8960" y="412200"/>
                <a:ext cx="6098040" cy="45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69275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650" y="260014"/>
            <a:ext cx="72525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Head 2 — Self-Attention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054552"/>
            <a:ext cx="6027027" cy="411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Different learned weights → a different attention pattern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171" y="1499451"/>
            <a:ext cx="4114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 / Key / Value projections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11480" y="2263140"/>
          <a:ext cx="4039362" cy="93726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3604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Attention weights &amp; 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411480" y="3998971"/>
          <a:ext cx="4046220" cy="891540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weights (t₁, t₂)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Head-2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[0.330, 0.670]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[1.67, 1.00]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[0.500, 0.500]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[1.50, 1.00]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82930" y="5278775"/>
            <a:ext cx="37033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5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x₂'s raw scores tie exactly (2 = 2) → softmax splits attention 50/50 between the two tokens.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37760" y="1696825"/>
            <a:ext cx="3895155" cy="4440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Head 1 gave x₂ an asymmetric split — [0.670, 0.330] — favoring its own token.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Head 2, with different W_Q/W_K/W_V, gives x₂ an even [0.500, 0.500] split instead.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Same input tokens, same position — two heads extracted two different relationships. </a:t>
            </a:r>
          </a:p>
          <a:p>
            <a:pPr marL="285750" marR="0" lvl="0" indent="-28575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That's the entire point of running several attention heads in parallel: each is free to specialize in a different kind of dependency.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74E9EF-3961-4FB1-9E55-30BFFDF7F217}"/>
                  </a:ext>
                </a:extLst>
              </p14:cNvPr>
              <p14:cNvContentPartPr/>
              <p14:nvPr/>
            </p14:nvContentPartPr>
            <p14:xfrm>
              <a:off x="1549800" y="1961640"/>
              <a:ext cx="6522480" cy="463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74E9EF-3961-4FB1-9E55-30BFFDF7F2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0440" y="1952280"/>
                <a:ext cx="6541200" cy="46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42317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248" y="269442"/>
            <a:ext cx="74504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Concatenate Heads + Output Projection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026273"/>
            <a:ext cx="4952372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Merge the two heads back into one d_model-sized vector</a:t>
            </a:r>
            <a:endParaRPr kumimoji="0" lang="en-US" sz="14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7585" y="1395756"/>
            <a:ext cx="1681153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Concatenation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11480" y="1842351"/>
          <a:ext cx="8298180" cy="112014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Concatenated [h₁, h₂]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[1.33, 1.00]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[1.67, 1.00]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[1.33, 1.00, 1.67, 1.00]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[1.67, 1.00]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[1.50, 1.00]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[1.67, 1.00, 1.50, 1.00]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282411"/>
            <a:ext cx="4952372" cy="25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Output projection  ×  Wₒ  (4×3 → back to d_model = 3)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411480" y="3798417"/>
          <a:ext cx="8298180" cy="112014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Concatenated × Wₒ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Attention Output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[1.33, 1.00, 1.67, 1.00] × Wₒ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[3.00, 2.67, 2.33]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[1.67, 1.00, 1.50, 1.00] × Wₒ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[3.17, 2.50, 2.67]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617220" y="5467312"/>
            <a:ext cx="791718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Wₒ learns how to best recombine information gathered by every head into a single vector — this is the last step inside the multi-head attention sublayer, before the residual connection.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34FEEA-01D9-46C1-B930-407F2F42A3D0}"/>
                  </a:ext>
                </a:extLst>
              </p14:cNvPr>
              <p14:cNvContentPartPr/>
              <p14:nvPr/>
            </p14:nvContentPartPr>
            <p14:xfrm>
              <a:off x="1994760" y="1478160"/>
              <a:ext cx="5399280" cy="168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34FEEA-01D9-46C1-B930-407F2F42A3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5400" y="1468800"/>
                <a:ext cx="5418000" cy="170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7227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54280"/>
            <a:ext cx="73717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Residual Connection + Layer Norm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019152"/>
            <a:ext cx="82981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Add the block's input back in, then normalize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439" y="1298525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Add &amp; Norm (shown for token x₁)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2417" y="1685245"/>
            <a:ext cx="14401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Residual add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38227" y="1722951"/>
            <a:ext cx="4402553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x₁ + MHA₁ = [1,0,1] + [3.00, 2.67, 2.33]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3284" y="1733763"/>
            <a:ext cx="2495275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= [4.00, 2.67, 3.33]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7831" y="2303315"/>
            <a:ext cx="14401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Mean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63129" y="2284458"/>
            <a:ext cx="3014221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(4.00 + 2.67 + 3.33) / 3 = 3.333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4392" y="2977940"/>
            <a:ext cx="14401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Variance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57400" y="2968519"/>
            <a:ext cx="2787977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mean of squared deviations = 0.294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9806" y="3793973"/>
            <a:ext cx="14401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Std dev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57400" y="3841108"/>
            <a:ext cx="1543639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√0.294 = 0.543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941" y="4430896"/>
            <a:ext cx="14401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Normalize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702598" y="4430895"/>
            <a:ext cx="2787977" cy="708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(each value − mean) / std</a:t>
            </a:r>
          </a:p>
          <a:p>
            <a:pPr defTabSz="685800" hangingPunct="1"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≈ [1.228, −1.221, −0.006]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1480" y="5700436"/>
            <a:ext cx="8298180" cy="644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(</a:t>
            </a: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γ = 1, β = 0 for simplicity — in practice these are learned scale/shift parameters. Token x₂ follows the identical procedure.)</a:t>
            </a:r>
            <a:endParaRPr kumimoji="0" lang="en-US" sz="16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2" descr="The Transformer encoder structure. | Download Scientific Diagram">
            <a:extLst>
              <a:ext uri="{FF2B5EF4-FFF2-40B4-BE49-F238E27FC236}">
                <a16:creationId xmlns:a16="http://schemas.microsoft.com/office/drawing/2014/main" id="{6220E032-824E-4609-B7F7-B45ED9BFD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15" y="2303315"/>
            <a:ext cx="2810677" cy="335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C20A7D-15CB-461C-B01C-90DD52CF464F}"/>
                  </a:ext>
                </a:extLst>
              </p14:cNvPr>
              <p14:cNvContentPartPr/>
              <p14:nvPr/>
            </p14:nvContentPartPr>
            <p14:xfrm>
              <a:off x="673560" y="1811160"/>
              <a:ext cx="7412040" cy="425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C20A7D-15CB-461C-B01C-90DD52CF46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200" y="1801800"/>
                <a:ext cx="7430760" cy="42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26686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6574"/>
            <a:ext cx="7252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Position-Wise Feed-Forward Network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73869"/>
            <a:ext cx="5725369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Same two linear layers, applied identically to every token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5292" y="1282443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Expand → ReLU → project back (shown for token x₁)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748520"/>
            <a:ext cx="246888" cy="2468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485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8670" y="1659366"/>
            <a:ext cx="3223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46220" y="165936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LN(Residual₁)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97880" y="1659366"/>
            <a:ext cx="2811780" cy="411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6000750" y="165936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[1.228, −1.221, −0.006]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3776" y="2057130"/>
            <a:ext cx="102870" cy="96012"/>
          </a:xfrm>
          <a:prstGeom prst="downArrow">
            <a:avLst/>
          </a:prstGeom>
          <a:solidFill>
            <a:srgbClr val="C7CFE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242296"/>
            <a:ext cx="246888" cy="2468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24229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8670" y="2153142"/>
            <a:ext cx="3223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Layer 1  (× W₁, d_ff = 4)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46220" y="215314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pre-activation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97880" y="2153142"/>
            <a:ext cx="2811780" cy="411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6000750" y="215314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[1.222, −2.449, −1.215, 2.443]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3776" y="2550906"/>
            <a:ext cx="102870" cy="96012"/>
          </a:xfrm>
          <a:prstGeom prst="downArrow">
            <a:avLst/>
          </a:prstGeom>
          <a:solidFill>
            <a:srgbClr val="C7CFE0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736072"/>
            <a:ext cx="246888" cy="2468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73607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8670" y="2646918"/>
            <a:ext cx="3223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ReLU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46220" y="264691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negatives zeroed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97880" y="2646918"/>
            <a:ext cx="2811780" cy="411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6000750" y="264691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[1.222, 0, 0, 2.443]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3776" y="3044682"/>
            <a:ext cx="102870" cy="96012"/>
          </a:xfrm>
          <a:prstGeom prst="downArrow">
            <a:avLst/>
          </a:prstGeom>
          <a:solidFill>
            <a:srgbClr val="C7CFE0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3229848"/>
            <a:ext cx="246888" cy="2468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2984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88670" y="3140694"/>
            <a:ext cx="3223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Layer 2  (× W₂, back to d_model = 3)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46220" y="314069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FFN 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97880" y="3140694"/>
            <a:ext cx="2811780" cy="411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/>
        </p:spPr>
      </p:sp>
      <p:sp>
        <p:nvSpPr>
          <p:cNvPr id="33" name="Text 31"/>
          <p:cNvSpPr/>
          <p:nvPr/>
        </p:nvSpPr>
        <p:spPr>
          <a:xfrm>
            <a:off x="6000750" y="314069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[3.665, 0, 1.222]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7220" y="4132729"/>
            <a:ext cx="3954780" cy="1919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FFN's weights (W₁, W₂) are shared across every position in the sequence — this is what “position-wise” means. Only the attention sublayer lets tokens exchange information; the FFN processes each one independently.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Picture 2" descr="The Transformer encoder structure. | Download Scientific Diagram">
            <a:extLst>
              <a:ext uri="{FF2B5EF4-FFF2-40B4-BE49-F238E27FC236}">
                <a16:creationId xmlns:a16="http://schemas.microsoft.com/office/drawing/2014/main" id="{B47DE1E4-599E-4145-A70B-8555E0C6A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103" y="3717545"/>
            <a:ext cx="2810677" cy="286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A6B42C0-C87C-4AE0-87D3-8F4C13855472}"/>
                  </a:ext>
                </a:extLst>
              </p14:cNvPr>
              <p14:cNvContentPartPr/>
              <p14:nvPr/>
            </p14:nvContentPartPr>
            <p14:xfrm>
              <a:off x="5941080" y="2056680"/>
              <a:ext cx="2657880" cy="218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A6B42C0-C87C-4AE0-87D3-8F4C138554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1720" y="2047320"/>
                <a:ext cx="2676600" cy="220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09858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EEBE-244A-4CC1-AA6E-FEC114E0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C3E0A-AB7A-467F-B63C-29271384A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933" y="1093695"/>
            <a:ext cx="8092901" cy="398882"/>
          </a:xfrm>
        </p:spPr>
        <p:txBody>
          <a:bodyPr/>
          <a:lstStyle/>
          <a:p>
            <a:pPr marL="285750" indent="-285750" algn="l" rtl="0">
              <a:buFont typeface="Wingdings" panose="05000000000000000000" pitchFamily="2" charset="2"/>
              <a:buChar char="v"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Token x₁ traced start to finish — then the output feeds into the next stacked layer</a:t>
            </a:r>
          </a:p>
          <a:p>
            <a:pPr algn="l" rtl="0"/>
            <a:endParaRPr kumimoji="0" lang="en-US" sz="18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0278327-DF0C-4409-ACB4-AB2B1904D65D}"/>
              </a:ext>
            </a:extLst>
          </p:cNvPr>
          <p:cNvSpPr/>
          <p:nvPr/>
        </p:nvSpPr>
        <p:spPr>
          <a:xfrm>
            <a:off x="265128" y="1445149"/>
            <a:ext cx="3429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Embeddings + positional encoding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842FE05-E4B1-4284-B66A-57C2F2F5D330}"/>
              </a:ext>
            </a:extLst>
          </p:cNvPr>
          <p:cNvSpPr/>
          <p:nvPr/>
        </p:nvSpPr>
        <p:spPr>
          <a:xfrm>
            <a:off x="3728418" y="1445149"/>
            <a:ext cx="40462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x₁ = [1, 0, 1]</a:t>
            </a: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17CD65F0-77C5-467C-BC8A-1F77D63320A6}"/>
              </a:ext>
            </a:extLst>
          </p:cNvPr>
          <p:cNvSpPr/>
          <p:nvPr/>
        </p:nvSpPr>
        <p:spPr>
          <a:xfrm>
            <a:off x="265128" y="2034937"/>
            <a:ext cx="3429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Multi-head self-attention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1031B629-165C-447D-9BAE-F4FBF5F617A7}"/>
              </a:ext>
            </a:extLst>
          </p:cNvPr>
          <p:cNvSpPr/>
          <p:nvPr/>
        </p:nvSpPr>
        <p:spPr>
          <a:xfrm>
            <a:off x="3728418" y="2034937"/>
            <a:ext cx="40462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 heads → concat → ×Wₒ = [3.00, 2.67, 2.33]</a:t>
            </a: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F6CB8842-C084-4403-A466-7F6D9B24CB6B}"/>
              </a:ext>
            </a:extLst>
          </p:cNvPr>
          <p:cNvSpPr/>
          <p:nvPr/>
        </p:nvSpPr>
        <p:spPr>
          <a:xfrm>
            <a:off x="265128" y="2624725"/>
            <a:ext cx="3429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Residual + LayerNorm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E830B739-727A-46DC-8120-E466D7D4B3C0}"/>
              </a:ext>
            </a:extLst>
          </p:cNvPr>
          <p:cNvSpPr/>
          <p:nvPr/>
        </p:nvSpPr>
        <p:spPr>
          <a:xfrm>
            <a:off x="3728418" y="2624725"/>
            <a:ext cx="40462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≈ [1.228, −1.221, −0.006]</a:t>
            </a:r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EAF072FF-86E9-41A7-A2D2-8ADCAF042C97}"/>
              </a:ext>
            </a:extLst>
          </p:cNvPr>
          <p:cNvSpPr/>
          <p:nvPr/>
        </p:nvSpPr>
        <p:spPr>
          <a:xfrm>
            <a:off x="265128" y="3214513"/>
            <a:ext cx="3429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Position-wise feed-forward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C46FE7DE-12C6-4603-AA5E-E1AD046738B0}"/>
              </a:ext>
            </a:extLst>
          </p:cNvPr>
          <p:cNvSpPr/>
          <p:nvPr/>
        </p:nvSpPr>
        <p:spPr>
          <a:xfrm>
            <a:off x="3728418" y="3214513"/>
            <a:ext cx="40462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[3.665, 0, 1.222]</a:t>
            </a:r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95668DE8-37F9-4573-A285-F247EAAD8FAE}"/>
              </a:ext>
            </a:extLst>
          </p:cNvPr>
          <p:cNvSpPr/>
          <p:nvPr/>
        </p:nvSpPr>
        <p:spPr>
          <a:xfrm>
            <a:off x="265128" y="3804301"/>
            <a:ext cx="3429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Residual + LayerNorm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DC25E442-7171-4F06-9854-3F14F605F484}"/>
              </a:ext>
            </a:extLst>
          </p:cNvPr>
          <p:cNvSpPr/>
          <p:nvPr/>
        </p:nvSpPr>
        <p:spPr>
          <a:xfrm>
            <a:off x="3728418" y="3804301"/>
            <a:ext cx="40462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[4.893, −1.221, 1.216] → normalize</a:t>
            </a:r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340D7F2F-BD86-4C29-A950-408092245EC6}"/>
              </a:ext>
            </a:extLst>
          </p:cNvPr>
          <p:cNvSpPr/>
          <p:nvPr/>
        </p:nvSpPr>
        <p:spPr>
          <a:xfrm>
            <a:off x="265128" y="4394089"/>
            <a:ext cx="3429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Pass to next encoder layer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B7C41483-E079-4DB0-B620-CA42D793FD73}"/>
              </a:ext>
            </a:extLst>
          </p:cNvPr>
          <p:cNvSpPr/>
          <p:nvPr/>
        </p:nvSpPr>
        <p:spPr>
          <a:xfrm>
            <a:off x="3728418" y="4394089"/>
            <a:ext cx="40462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repeats 6–12× in real models</a:t>
            </a:r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9C4117C6-848D-41EA-815A-7BE9E1789644}"/>
              </a:ext>
            </a:extLst>
          </p:cNvPr>
          <p:cNvSpPr/>
          <p:nvPr/>
        </p:nvSpPr>
        <p:spPr>
          <a:xfrm>
            <a:off x="330796" y="5261290"/>
            <a:ext cx="7540213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decoder adds one more sublayer — cross-attention to the encoder's output — and masks future positions in self-attention.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Picture 2" descr="The Transformer encoder structure. | Download Scientific Diagram">
            <a:extLst>
              <a:ext uri="{FF2B5EF4-FFF2-40B4-BE49-F238E27FC236}">
                <a16:creationId xmlns:a16="http://schemas.microsoft.com/office/drawing/2014/main" id="{7F24DA25-040A-4BD5-A8D3-1E3378B63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528713"/>
            <a:ext cx="1716072" cy="244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3F87E0B-BB7C-4BB8-8AE8-624A25CD9DF9}"/>
                  </a:ext>
                </a:extLst>
              </p14:cNvPr>
              <p14:cNvContentPartPr/>
              <p14:nvPr/>
            </p14:nvContentPartPr>
            <p14:xfrm>
              <a:off x="4044960" y="1452960"/>
              <a:ext cx="3647520" cy="3458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3F87E0B-BB7C-4BB8-8AE8-624A25CD9D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5600" y="1443600"/>
                <a:ext cx="3666240" cy="34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738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070A3A-36B9-465C-8060-BEA753783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73505"/>
            <a:ext cx="5041806" cy="15329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Transformer _ Decoder Only</a:t>
            </a:r>
            <a:br>
              <a:rPr lang="en-US" dirty="0"/>
            </a:br>
            <a:r>
              <a:rPr lang="en-US" dirty="0"/>
              <a:t>(Numerical)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F72F804-8E17-4C9D-8CC3-A59E37199E6D}"/>
              </a:ext>
            </a:extLst>
          </p:cNvPr>
          <p:cNvSpPr/>
          <p:nvPr/>
        </p:nvSpPr>
        <p:spPr>
          <a:xfrm>
            <a:off x="453838" y="403859"/>
            <a:ext cx="8080563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Thanks to LLMs for providing the relevant content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CF04A-961B-43E9-8422-61958B988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788" y="1046431"/>
            <a:ext cx="2563906" cy="45850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FF4785-262A-418E-A721-DA085E43279C}"/>
                  </a:ext>
                </a:extLst>
              </p14:cNvPr>
              <p14:cNvContentPartPr/>
              <p14:nvPr/>
            </p14:nvContentPartPr>
            <p14:xfrm>
              <a:off x="5934960" y="942840"/>
              <a:ext cx="3070080" cy="305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FF4785-262A-418E-A721-DA085E4327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5600" y="933480"/>
                <a:ext cx="3088800" cy="30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64866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531" y="332141"/>
            <a:ext cx="41148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Setup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5555" y="954067"/>
            <a:ext cx="7417174" cy="1170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Same weight matrices as the encoder example — the mask is the only structural change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Dimensions : model = 4 ,Key = Value = 3</a:t>
            </a: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400" b="1" kern="1200" dirty="0">
                <a:solidFill>
                  <a:prstClr val="black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Next word prediction; The cat sat -------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single head, 3 tokens: x1="The", x2="cat", x3="sat"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15686" y="2492413"/>
            <a:ext cx="1785770" cy="36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Input embeddings (X)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914473"/>
              </p:ext>
            </p:extLst>
          </p:nvPr>
        </p:nvGraphicFramePr>
        <p:xfrm>
          <a:off x="5186532" y="2219888"/>
          <a:ext cx="2468880" cy="1127760"/>
        </p:xfrm>
        <a:graphic>
          <a:graphicData uri="http://schemas.openxmlformats.org/drawingml/2006/table">
            <a:tbl>
              <a:tblPr/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d4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59130" y="3429000"/>
            <a:ext cx="517017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Weight matrices (learned parameters, 4×3 each)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90384" y="3873648"/>
            <a:ext cx="685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Wq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828604"/>
              </p:ext>
            </p:extLst>
          </p:nvPr>
        </p:nvGraphicFramePr>
        <p:xfrm>
          <a:off x="1248337" y="4186967"/>
          <a:ext cx="1131570" cy="1127760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458138" y="3873649"/>
            <a:ext cx="685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06114"/>
              </p:ext>
            </p:extLst>
          </p:nvPr>
        </p:nvGraphicFramePr>
        <p:xfrm>
          <a:off x="3305737" y="4186967"/>
          <a:ext cx="1131570" cy="1127760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5605184" y="3864685"/>
            <a:ext cx="685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954614"/>
              </p:ext>
            </p:extLst>
          </p:nvPr>
        </p:nvGraphicFramePr>
        <p:xfrm>
          <a:off x="5363137" y="4186967"/>
          <a:ext cx="1131570" cy="1127760"/>
        </p:xfrm>
        <a:graphic>
          <a:graphicData uri="http://schemas.openxmlformats.org/drawingml/2006/table">
            <a:tbl>
              <a:tblPr/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2443106" y="5392949"/>
            <a:ext cx="558030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Causal mask — token i sees only tokens 1..i
No encoder, no cross-attention
Used for generation (GPT): text completion, chat, one token at a time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A6B0B717-7CA7-4982-960D-172FA76295A7}"/>
              </a:ext>
            </a:extLst>
          </p:cNvPr>
          <p:cNvSpPr/>
          <p:nvPr/>
        </p:nvSpPr>
        <p:spPr>
          <a:xfrm>
            <a:off x="659130" y="5663902"/>
            <a:ext cx="185166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Decoder-only means: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EC65D3-C4BF-4F16-B4DA-31383E4A224B}"/>
                  </a:ext>
                </a:extLst>
              </p14:cNvPr>
              <p14:cNvContentPartPr/>
              <p14:nvPr/>
            </p14:nvContentPartPr>
            <p14:xfrm>
              <a:off x="1960200" y="1116000"/>
              <a:ext cx="6329880" cy="295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EC65D3-C4BF-4F16-B4DA-31383E4A22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0840" y="1106640"/>
                <a:ext cx="6348600" cy="297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69615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531" y="278353"/>
            <a:ext cx="54864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Step 1 — Project into Q, K, V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5885" y="104842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Q = X·Wq      K = X·Wk      V = X·Wv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3779" y="1443091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     Q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13976"/>
              </p:ext>
            </p:extLst>
          </p:nvPr>
        </p:nvGraphicFramePr>
        <p:xfrm>
          <a:off x="548640" y="1895137"/>
          <a:ext cx="2331720" cy="1127760"/>
        </p:xfrm>
        <a:graphic>
          <a:graphicData uri="http://schemas.openxmlformats.org/drawingml/2006/table">
            <a:tbl>
              <a:tblPr/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088131" y="1398269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79671"/>
              </p:ext>
            </p:extLst>
          </p:nvPr>
        </p:nvGraphicFramePr>
        <p:xfrm>
          <a:off x="3394710" y="1904103"/>
          <a:ext cx="2331720" cy="1127760"/>
        </p:xfrm>
        <a:graphic>
          <a:graphicData uri="http://schemas.openxmlformats.org/drawingml/2006/table">
            <a:tbl>
              <a:tblPr/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068674" y="1407233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V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86398"/>
              </p:ext>
            </p:extLst>
          </p:nvPr>
        </p:nvGraphicFramePr>
        <p:xfrm>
          <a:off x="6240780" y="1850313"/>
          <a:ext cx="2331720" cy="1127760"/>
        </p:xfrm>
        <a:graphic>
          <a:graphicData uri="http://schemas.openxmlformats.org/drawingml/2006/table">
            <a:tbl>
              <a:tblPr/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v1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v2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v3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514350" y="3428102"/>
            <a:ext cx="809244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New this time — Q3, K3, V3 for "sat":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x3·Wq = [2,0,1]     x3·Wk = [1,1,1]     x3·Wv = [0,5,0]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7625" y="4193911"/>
            <a:ext cx="8134351" cy="881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Every token still gets its own Query, Key, and Value vector — identical mechanics to the encoder. </a:t>
            </a:r>
          </a:p>
          <a:p>
            <a:pPr marL="285750" marR="0" lvl="0" indent="-285750" algn="just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difference comes next.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9F0BA6-9B2F-44DF-A461-D8D0D1A939D0}"/>
                  </a:ext>
                </a:extLst>
              </p14:cNvPr>
              <p14:cNvContentPartPr/>
              <p14:nvPr/>
            </p14:nvContentPartPr>
            <p14:xfrm>
              <a:off x="1882800" y="1347120"/>
              <a:ext cx="5727960" cy="29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9F0BA6-9B2F-44DF-A461-D8D0D1A939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3440" y="1337760"/>
                <a:ext cx="5746680" cy="31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62051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247" y="359034"/>
            <a:ext cx="68580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Step 2 — Score, then Apply the Causal Mask</a:t>
            </a:r>
            <a:endParaRPr kumimoji="0" lang="en-US" sz="18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1062" y="1048421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This mask is the entire mechanical difference from an encoder block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852781"/>
            <a:ext cx="274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Raw scores (Q·Kᵀ)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23533"/>
              </p:ext>
            </p:extLst>
          </p:nvPr>
        </p:nvGraphicFramePr>
        <p:xfrm>
          <a:off x="770068" y="2297430"/>
          <a:ext cx="2331720" cy="1152144"/>
        </p:xfrm>
        <a:graphic>
          <a:graphicData uri="http://schemas.openxmlformats.org/drawingml/2006/table">
            <a:tbl>
              <a:tblPr/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83380" y="1897603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After causal mask (future = −∞)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462267"/>
              </p:ext>
            </p:extLst>
          </p:nvPr>
        </p:nvGraphicFramePr>
        <p:xfrm>
          <a:off x="4712299" y="2297430"/>
          <a:ext cx="2331720" cy="1152144"/>
        </p:xfrm>
        <a:graphic>
          <a:graphicData uri="http://schemas.openxmlformats.org/drawingml/2006/table">
            <a:tbl>
              <a:tblPr/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−∞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−∞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−∞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2545" y="4037705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What the mask enforces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1510" y="4428565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Row Q1 ("The") keeps only its score against K1 — it cannot see "cat" or "sat" yet.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Row Q2 ("cat") keeps scores against K1, K2 — it can see "The" and itself, not "sat".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Row Q3 ("sat") keeps all three — by the last position, everything before it is visible.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AE4272-953A-4311-91BB-60489B7CE288}"/>
                  </a:ext>
                </a:extLst>
              </p14:cNvPr>
              <p14:cNvContentPartPr/>
              <p14:nvPr/>
            </p14:nvContentPartPr>
            <p14:xfrm>
              <a:off x="1681920" y="1734120"/>
              <a:ext cx="5641200" cy="338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AE4272-953A-4311-91BB-60489B7CE2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2560" y="1724760"/>
                <a:ext cx="5659920" cy="340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2815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249" y="260423"/>
            <a:ext cx="61722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Steps 3–4 — Scale &amp; Softmax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872" y="1048423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scaled = masked_scores / √d   (√3 ≈ 1.732), then softmax row-wise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7668" y="1698809"/>
            <a:ext cx="274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Scaled scores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316164"/>
              </p:ext>
            </p:extLst>
          </p:nvPr>
        </p:nvGraphicFramePr>
        <p:xfrm>
          <a:off x="617668" y="2134496"/>
          <a:ext cx="2743200" cy="120700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1.155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−∞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−∞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1.155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2.309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8504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−∞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0.577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2.309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1.732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32020" y="1716740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Softmax weights (row-wise)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49776"/>
              </p:ext>
            </p:extLst>
          </p:nvPr>
        </p:nvGraphicFramePr>
        <p:xfrm>
          <a:off x="4956138" y="2134496"/>
          <a:ext cx="2880360" cy="1207008"/>
        </p:xfrm>
        <a:graphic>
          <a:graphicData uri="http://schemas.openxmlformats.org/drawingml/2006/table">
            <a:tbl>
              <a:tblPr/>
              <a:tblGrid>
                <a:gridCol w="72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K3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Q1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1.000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Q2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0.240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0.760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Q3</a:t>
                      </a:r>
                      <a:endParaRPr lang="en-US" sz="1400" b="1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0.102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0.575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0.323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651510" y="3771900"/>
            <a:ext cx="54864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Row 3 worked out — token "sat" attending to all prior tokens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83205" y="4046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e^0.577 = 1.781,  e^2.309 = 10.07,  e^1.732 = 5.652,  sum = 17.50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[1.781, 10.07, 5.652] / 17.50 = [0.102, 0.575, 0.323]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1510" y="4890696"/>
            <a:ext cx="768096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Masked positions get exactly 0 weight — softmax turns −∞ into 0 probability, so no information leaks from the future.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F6F6E7-5175-4CD8-80A0-B9CBF3B310F0}"/>
                  </a:ext>
                </a:extLst>
              </p14:cNvPr>
              <p14:cNvContentPartPr/>
              <p14:nvPr/>
            </p14:nvContentPartPr>
            <p14:xfrm>
              <a:off x="1991520" y="2416680"/>
              <a:ext cx="6243480" cy="64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F6F6E7-5175-4CD8-80A0-B9CBF3B310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2160" y="2407320"/>
                <a:ext cx="6262200" cy="6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43180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1200150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354" y="350069"/>
            <a:ext cx="68580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Step 5 — Weighted Output Z = softmax · V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80693"/>
            <a:ext cx="80238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Z1 = 1.0·[1,2,3]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[1.000, 2.000, 3.000]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Z2 = 0.24·[1,2,3] + 0.76·[1,4,0]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[1.000, 3.520, 0.720]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Z3 = 0.102·[1,2,3] + 0.575·[1,4,0] + 0.323·[0,5,0]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[0.677, 4.119, 0.305]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7858" y="3187400"/>
            <a:ext cx="3090581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Final causal self-attention output (Z)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71353"/>
              </p:ext>
            </p:extLst>
          </p:nvPr>
        </p:nvGraphicFramePr>
        <p:xfrm>
          <a:off x="3998259" y="2717650"/>
          <a:ext cx="3696596" cy="1249680"/>
        </p:xfrm>
        <a:graphic>
          <a:graphicData uri="http://schemas.openxmlformats.org/drawingml/2006/table">
            <a:tbl>
              <a:tblPr/>
              <a:tblGrid>
                <a:gridCol w="919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z1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z2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z3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1.000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2.000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3.000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1.000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3.520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0.720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0.677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4.119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0.305</a:t>
                      </a:r>
                      <a:endParaRPr lang="en-US" sz="16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86524" y="5096929"/>
            <a:ext cx="1889759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Reading the result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21106" y="4877651"/>
            <a:ext cx="5289176" cy="814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Z1 and Z2 exactly match the encoder-only example — at those early positions the causal mask hides nothing new. Z3 is unique to the decoder: it blends all three tokens, leaning most on x2 "cat" (57.5%).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2BE739-2866-4945-91E8-70C3AD38CB6B}"/>
                  </a:ext>
                </a:extLst>
              </p14:cNvPr>
              <p14:cNvContentPartPr/>
              <p14:nvPr/>
            </p14:nvContentPartPr>
            <p14:xfrm>
              <a:off x="3823560" y="1128600"/>
              <a:ext cx="4245480" cy="226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2BE739-2866-4945-91E8-70C3AD38CB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4200" y="1119240"/>
                <a:ext cx="4264200" cy="228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07719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354" y="350070"/>
            <a:ext cx="68580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Step 6 — Predict the Next Token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91084" y="117392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Decoder-only's real job: only the last position's vector feeds the output layer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2729" y="1921361"/>
            <a:ext cx="32004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W_out (3×4, one column per vocab word)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06528"/>
              </p:ext>
            </p:extLst>
          </p:nvPr>
        </p:nvGraphicFramePr>
        <p:xfrm>
          <a:off x="514350" y="2366010"/>
          <a:ext cx="2331720" cy="845820"/>
        </p:xfrm>
        <a:graphic>
          <a:graphicData uri="http://schemas.openxmlformats.org/drawingml/2006/table">
            <a:tbl>
              <a:tblPr/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14350" y="3280189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vocab = {on, quickly, down, up}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80682" y="2091690"/>
            <a:ext cx="4114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logits = Z3 · W_out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80682" y="2366010"/>
            <a:ext cx="4800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  <a:sym typeface="Calibri"/>
              </a:rPr>
              <a:t>[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0.677, 4.119, 0.305] · W_out = [0.982, 4.424, 5.473, 1.287]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80682" y="2743200"/>
            <a:ext cx="4800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Softmax over vocab: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ourier New" pitchFamily="34" charset="-122"/>
                <a:cs typeface="Courier New" pitchFamily="34" charset="-120"/>
                <a:sym typeface="Calibri"/>
              </a:rPr>
              <a:t>e^0.982=2.67, e^4.424=83.35, e^5.473=238.0, e^1.287=3.62, sum=327.6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1085" y="4403016"/>
            <a:ext cx="2743200" cy="357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Next-token probability distribution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41033"/>
              </p:ext>
            </p:extLst>
          </p:nvPr>
        </p:nvGraphicFramePr>
        <p:xfrm>
          <a:off x="2940424" y="4184278"/>
          <a:ext cx="5613030" cy="576072"/>
        </p:xfrm>
        <a:graphic>
          <a:graphicData uri="http://schemas.openxmlformats.org/drawingml/2006/table">
            <a:tbl>
              <a:tblPr/>
              <a:tblGrid>
                <a:gridCol w="128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word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on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quickly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down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up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probability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0.008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0.254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0.726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0.011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1218977" y="5792591"/>
            <a:ext cx="2147047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Autoregressive generation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836668" y="5483669"/>
            <a:ext cx="4770122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"down" wins at 72.6% — e.g. completing "The cat sat down." That word is appended to the sequence, and the whole causal-attention process repeats to predict the token after 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9EDECA-EC6A-4604-9171-FFE34BAB897B}"/>
                  </a:ext>
                </a:extLst>
              </p14:cNvPr>
              <p14:cNvContentPartPr/>
              <p14:nvPr/>
            </p14:nvContentPartPr>
            <p14:xfrm>
              <a:off x="1227960" y="802080"/>
              <a:ext cx="7222680" cy="497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9EDECA-EC6A-4604-9171-FFE34BAB89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8600" y="792720"/>
                <a:ext cx="7241400" cy="498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2714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1200150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319" y="332141"/>
            <a:ext cx="685800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Encoder-Only vs. Decoder-Only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015457"/>
              </p:ext>
            </p:extLst>
          </p:nvPr>
        </p:nvGraphicFramePr>
        <p:xfrm>
          <a:off x="342900" y="1988820"/>
          <a:ext cx="8435340" cy="26060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6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Encoder-only (BERT-style)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Decoder-only (GPT-style)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Attention direction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Bidirectional — every token sees every token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Causal — token i sees only tokens ≤ i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Extra step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Mask applied before softmax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Cross-attention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None (only in encoder–decoder models)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Typical output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Contextual embeddings, all tokens in parallel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One next-token distribution per position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Classification, NER, embeddings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Text generation, completion, chat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E1EE69-6762-4533-A044-431ECE0D8045}"/>
                  </a:ext>
                </a:extLst>
              </p14:cNvPr>
              <p14:cNvContentPartPr/>
              <p14:nvPr/>
            </p14:nvContentPartPr>
            <p14:xfrm>
              <a:off x="2070360" y="1576080"/>
              <a:ext cx="6539400" cy="4524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E1EE69-6762-4533-A044-431ECE0D80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1000" y="1566720"/>
                <a:ext cx="6558120" cy="45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59477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070A3A-36B9-465C-8060-BEA7537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Transformer(complete)</a:t>
            </a:r>
            <a:br>
              <a:rPr lang="en-US" dirty="0"/>
            </a:br>
            <a:r>
              <a:rPr lang="en-US" dirty="0"/>
              <a:t>(Numerical )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F72F804-8E17-4C9D-8CC3-A59E37199E6D}"/>
              </a:ext>
            </a:extLst>
          </p:cNvPr>
          <p:cNvSpPr/>
          <p:nvPr/>
        </p:nvSpPr>
        <p:spPr>
          <a:xfrm>
            <a:off x="453838" y="403859"/>
            <a:ext cx="8080563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430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Thanks to LLMs for providing the relevant content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43808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24" y="400676"/>
            <a:ext cx="6563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Cambria" pitchFamily="34" charset="-122"/>
                <a:cs typeface="Cambria" pitchFamily="34" charset="-120"/>
                <a:sym typeface="Calibri"/>
              </a:rPr>
              <a:t>Setup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66121"/>
              </p:ext>
            </p:extLst>
          </p:nvPr>
        </p:nvGraphicFramePr>
        <p:xfrm>
          <a:off x="411480" y="1655108"/>
          <a:ext cx="3273014" cy="1508760"/>
        </p:xfrm>
        <a:graphic>
          <a:graphicData uri="http://schemas.openxmlformats.org/drawingml/2006/table">
            <a:tbl>
              <a:tblPr/>
              <a:tblGrid>
                <a:gridCol w="1220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= [1, 0, 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= [0, 1, 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x₃ = [1, 1, 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x₄ = [0, 0, 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6987" y="4100456"/>
            <a:ext cx="71457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Dimension(model) = 3   ·   single head   ·   W_Q = W_K = W_V = I  (so Q = K = V = embedding)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37760" y="1960579"/>
            <a:ext cx="37033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मैं एक आदमी हूं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7760" y="2328808"/>
            <a:ext cx="37033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main ek aadmī hūँ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75006" y="2689635"/>
            <a:ext cx="3425414" cy="260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 sequence (teacher forcing):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4094" y="3061491"/>
            <a:ext cx="4346986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rmala UI" pitchFamily="34" charset="0"/>
                <a:ea typeface="Nirmala UI" pitchFamily="34" charset="-122"/>
                <a:cs typeface="Nirmala UI" pitchFamily="34" charset="-120"/>
                <a:sym typeface="Calibri"/>
              </a:rPr>
              <a:t>&lt;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start&gt;, मैं, एक, आदमी, हूं  →  predicts →  मैं, एक, आदमी, हूं, &lt;end&gt;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7220" y="4735606"/>
            <a:ext cx="7886700" cy="1199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NOTE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: Residual-add, LayerNorm, and the position-wise FFN are not re-derived here — that exact arithmetic (mean/variance/normalize, expand→ReLU→project) was already worked through earlier step by step in the self-attention . This </a:t>
            </a:r>
            <a:r>
              <a:rPr lang="en-US" sz="14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focuses on what's new: cross-attention and autoregressive decoding.</a:t>
            </a:r>
            <a:endParaRPr kumimoji="0" lang="en-US" sz="14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37B790-ABA9-4133-809F-008182162250}"/>
              </a:ext>
            </a:extLst>
          </p:cNvPr>
          <p:cNvSpPr txBox="1"/>
          <p:nvPr/>
        </p:nvSpPr>
        <p:spPr>
          <a:xfrm>
            <a:off x="398929" y="1128663"/>
            <a:ext cx="2882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– I am a man</a:t>
            </a:r>
            <a:endParaRPr lang="en-US" sz="160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53420-6699-491C-8422-B364B6D128BC}"/>
              </a:ext>
            </a:extLst>
          </p:cNvPr>
          <p:cNvSpPr txBox="1"/>
          <p:nvPr/>
        </p:nvSpPr>
        <p:spPr>
          <a:xfrm>
            <a:off x="4944037" y="1137627"/>
            <a:ext cx="3765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: 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Hindi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 –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मैं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एक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आदमी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Nirmala UI" pitchFamily="34" charset="-122"/>
                <a:cs typeface="Nirmala UI" pitchFamily="34" charset="-120"/>
                <a:sym typeface="Calibri"/>
              </a:rPr>
              <a:t>हूं</a:t>
            </a:r>
            <a:endParaRPr lang="en-US" sz="1600" dirty="0">
              <a:solidFill>
                <a:schemeClr val="tx1"/>
              </a:solidFill>
              <a:latin typeface="+mn-lt"/>
              <a:ea typeface="Calibri" charset="0"/>
              <a:cs typeface="Calibri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83DBD1-7FFD-49BD-9772-3CA7658B13E4}"/>
                  </a:ext>
                </a:extLst>
              </p14:cNvPr>
              <p14:cNvContentPartPr/>
              <p14:nvPr/>
            </p14:nvContentPartPr>
            <p14:xfrm>
              <a:off x="958680" y="962280"/>
              <a:ext cx="7560000" cy="240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83DBD1-7FFD-49BD-9772-3CA7658B13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9320" y="952920"/>
                <a:ext cx="7578720" cy="242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3004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77" y="401417"/>
            <a:ext cx="675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Encoder Self-Attention — Raw Scores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172813"/>
            <a:ext cx="611186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Every source token compared against every other source token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88595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440" y="1672550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 · K (= xᵢ · xⱼ since Q = K = X)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17220" y="2297430"/>
          <a:ext cx="5006340" cy="186690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69330" y="2434589"/>
            <a:ext cx="2742976" cy="1816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Scale every score by ÷√d = ÷1.732 before softmax — same scaling rule as the single-sentence example.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7220" y="4619134"/>
            <a:ext cx="7886700" cy="1706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A5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Notice the diagonal is always highest (a token is most similar to itself) and “a”/“man” score 0 — with real trained embeddings, semantically related words would score higher, not just identical ones.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41080" y="576072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3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16DA8A-28C8-4C58-8F43-E9264C8ECBBD}"/>
                  </a:ext>
                </a:extLst>
              </p14:cNvPr>
              <p14:cNvContentPartPr/>
              <p14:nvPr/>
            </p14:nvContentPartPr>
            <p14:xfrm>
              <a:off x="5603760" y="2404440"/>
              <a:ext cx="248400" cy="1823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16DA8A-28C8-4C58-8F43-E9264C8ECB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4400" y="2395080"/>
                <a:ext cx="267120" cy="184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46090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54" y="316574"/>
            <a:ext cx="8298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Encoder Self-Attention — Output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182238"/>
            <a:ext cx="663034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Softmax weights blend the embeddings into context-aware vectors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88595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2997" y="1681974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Softmax weights &amp; resulting context vectors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11480" y="2263140"/>
          <a:ext cx="8298180" cy="1714500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vector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[0.582, 0.418, 0.791]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[0.418, 0.582, 0.791]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[0.641, 0.641, 0.590]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[0.438, 0.438, 0.842]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7220" y="4320473"/>
            <a:ext cx="78867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These become Enc₁..Enc₄ (the encoder's final output)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8939" y="4616070"/>
            <a:ext cx="7886700" cy="1577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After add &amp; norm and the position-wise FFN (same mechanics as before, not re-derived here), these context vectors become Enc₁..Enc₄. They are cached once and reused by every decoder layer, at every decoding step — the encoder runs exactly once per sentence.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7EE8F6-A666-4761-BAFF-E9EF4EF85680}"/>
                  </a:ext>
                </a:extLst>
              </p14:cNvPr>
              <p14:cNvContentPartPr/>
              <p14:nvPr/>
            </p14:nvContentPartPr>
            <p14:xfrm>
              <a:off x="6676560" y="2679480"/>
              <a:ext cx="361800" cy="126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7EE8F6-A666-4761-BAFF-E9EF4EF856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7200" y="2670120"/>
                <a:ext cx="380520" cy="128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49441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81" y="316574"/>
            <a:ext cx="82981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Decoder Step 1 — Masked Self-Attention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031412"/>
            <a:ext cx="44919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Generating the very first Hindi word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88595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439" y="1568855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Only &lt;start&gt; is available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7220" y="2123502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y₀ = &lt;start&gt; = [1, 1, 1]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0085" y="2528970"/>
            <a:ext cx="3634740" cy="1931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With only one token in the decoder sequence, the causal mask has nothing to hide — &lt;start&gt; can only attend to itself.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Attention weight = 1.0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SelfAttn₀ = y₀ = [1, 1, 1]  (unchanged)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03470" y="1796984"/>
            <a:ext cx="3015045" cy="408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75" normalizeH="0" baseline="0" noProof="0" dirty="0">
                <a:ln>
                  <a:noFill/>
                </a:ln>
                <a:solidFill>
                  <a:srgbClr val="8A5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WHAT “MASKED” MEANS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03470" y="2234971"/>
            <a:ext cx="3634740" cy="2648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5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Once मैं is generated and fed back in at Step 2, it can attend to &lt;start&gt; and itself — never to words generated after 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5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mask sets those future-position scores to −∞ before softmax, so their weight becomes exactly 0. This lets the whole target sequence be trained in parallel while still matching true one-word-at-a-time generation.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C4236E-42EB-4F91-A997-DF254C02F732}"/>
                  </a:ext>
                </a:extLst>
              </p14:cNvPr>
              <p14:cNvContentPartPr/>
              <p14:nvPr/>
            </p14:nvContentPartPr>
            <p14:xfrm>
              <a:off x="1217520" y="1898280"/>
              <a:ext cx="649800" cy="60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C4236E-42EB-4F91-A997-DF254C02F7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8160" y="1888920"/>
                <a:ext cx="668520" cy="62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31247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41" y="297721"/>
            <a:ext cx="74504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Cross-Attention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069118"/>
            <a:ext cx="82981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 Query meets Encoder Key/Value — this is how source meaning reaches the target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88595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0450" y="1465161"/>
            <a:ext cx="6172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 from decoder, K &amp; V from the encoder's 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28301" y="1942624"/>
          <a:ext cx="5486400" cy="19888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token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score (Q·Enc)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weight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0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0779" y="2366010"/>
            <a:ext cx="2592135" cy="1659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Q_dec = SelfAttn₀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= [1, 1, 1]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scaled by ÷√3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232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 = ÷1.732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7220" y="4312516"/>
            <a:ext cx="78867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i="0" u="none" strike="noStrike" kern="0" cap="none" spc="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CROSS-ATTENTION OUTPUT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7220" y="4624600"/>
            <a:ext cx="78867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0.250·Enc₁ + 0.250·Enc₂ + 0.262·Enc₃ + 0.239·Enc₄  =  [0.522, 0.522, 0.750]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7220" y="5067305"/>
            <a:ext cx="7886700" cy="998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Weights are fairly even here because the query [1,1,1] doesn't discriminate strongly — with real trained weights, the query for “I” would sharply prefer the encoder position for “I.”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8FACD1-A431-4C61-8B50-6DBF5B806C07}"/>
                  </a:ext>
                </a:extLst>
              </p14:cNvPr>
              <p14:cNvContentPartPr/>
              <p14:nvPr/>
            </p14:nvContentPartPr>
            <p14:xfrm>
              <a:off x="922680" y="1758600"/>
              <a:ext cx="7928280" cy="3377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8FACD1-A431-4C61-8B50-6DBF5B806C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3320" y="1749240"/>
                <a:ext cx="7947000" cy="339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39229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13" y="316574"/>
            <a:ext cx="72336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Final Linear Layer + Softmax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0650" y="1078544"/>
            <a:ext cx="82981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Project to vocabulary size, then pick the most likely Hindi word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2742" y="1502867"/>
            <a:ext cx="78867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d₁ = [1,1,1] + [0.522, 0.522, 0.750] = [1.522, 1.522, 1.750]  (post add &amp; norm + FFN)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1480" y="2011205"/>
          <a:ext cx="8298180" cy="2240280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Candidate word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 vector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Logit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Probability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E7C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मैं  (main)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[1, 1, 1]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4.794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E7C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0.884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हूं  (hūँ)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[0, 0, 1]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1.750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0.042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एक  (ek)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[1, 0, 0]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1.522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0.033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आदमी  (aadmī)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[0, 1, 0]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1.522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0.033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&lt;end&gt;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[0, 0, 0]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0232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0.007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6962" y="4497998"/>
            <a:ext cx="788670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4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Predicted word: मैं  (main) — argmax, 88.4% confidence 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8FAFEC-171C-4891-8183-FD72170B2DD9}"/>
                  </a:ext>
                </a:extLst>
              </p14:cNvPr>
              <p14:cNvContentPartPr/>
              <p14:nvPr/>
            </p14:nvContentPartPr>
            <p14:xfrm>
              <a:off x="1243080" y="2416680"/>
              <a:ext cx="6460560" cy="201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8FAFEC-171C-4891-8183-FD72170B2D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3720" y="2407320"/>
                <a:ext cx="6479280" cy="202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56039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395" y="382562"/>
            <a:ext cx="604588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Autoregressive Continuation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087970"/>
            <a:ext cx="6639769" cy="505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predicted word feeds back in; Steps 3–6 repeat until &lt;end&gt;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88595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439" y="1568853"/>
            <a:ext cx="4114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One word at a time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11480" y="2263140"/>
          <a:ext cx="8298180" cy="2263140"/>
        </p:xfrm>
        <a:graphic>
          <a:graphicData uri="http://schemas.openxmlformats.org/drawingml/2006/table">
            <a:tbl>
              <a:tblPr/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Decoder input so far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Masked self-attn sees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Predicted word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&lt;start&gt;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&lt;start&gt; only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7C4A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मैं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&lt;start&gt;, मैं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&lt;start&gt;, मैं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7C4A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एक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&lt;start&gt;, मैं, एक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&lt;start&gt;, मैं, एक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7C4A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आदमी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&lt;start&gt;, मैं, एक, आदमी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all four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E7C4A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हूं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Nirmala UI" pitchFamily="34" charset="-122"/>
                          <a:cs typeface="Nirmala UI" pitchFamily="34" charset="-120"/>
                        </a:rPr>
                        <a:t>&lt;start&gt;, मैं, एक, आदमी, हूं</a:t>
                      </a:r>
                      <a:endParaRPr lang="en-US" sz="1600" dirty="0">
                        <a:latin typeface="+mn-lt"/>
                        <a:ea typeface="Nirmala UI" charset="0"/>
                        <a:cs typeface="Nirmala U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32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all five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6B728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&lt;end&gt; — stop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663440"/>
            <a:ext cx="829818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6"/>
          <p:cNvSpPr/>
          <p:nvPr/>
        </p:nvSpPr>
        <p:spPr>
          <a:xfrm>
            <a:off x="617220" y="4663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Final translation: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68880" y="46634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rmala UI" pitchFamily="34" charset="0"/>
                <a:ea typeface="Nirmala UI" pitchFamily="34" charset="-122"/>
                <a:cs typeface="Nirmala UI" pitchFamily="34" charset="-120"/>
                <a:sym typeface="Calibri"/>
              </a:rPr>
              <a:t>मैं एक आदमी हूं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66460" y="4663440"/>
            <a:ext cx="24003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AEB9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(main ek aadmī hūँ)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14658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E049BAB-0BCD-4670-A944-868146D6DEF7}"/>
              </a:ext>
            </a:extLst>
          </p:cNvPr>
          <p:cNvSpPr/>
          <p:nvPr/>
        </p:nvSpPr>
        <p:spPr>
          <a:xfrm>
            <a:off x="411480" y="110512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 runs once; the decoder loop repeats once per output word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903B0672-61B7-43BA-BCA7-1B4D422AB06F}"/>
              </a:ext>
            </a:extLst>
          </p:cNvPr>
          <p:cNvSpPr/>
          <p:nvPr/>
        </p:nvSpPr>
        <p:spPr>
          <a:xfrm>
            <a:off x="411480" y="2057400"/>
            <a:ext cx="315468" cy="3154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002D871-737A-4327-8356-2B3FCBD99C97}"/>
              </a:ext>
            </a:extLst>
          </p:cNvPr>
          <p:cNvSpPr/>
          <p:nvPr/>
        </p:nvSpPr>
        <p:spPr>
          <a:xfrm>
            <a:off x="411480" y="2057400"/>
            <a:ext cx="31546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4E51A13-EACC-4561-A373-52C033F3DC59}"/>
              </a:ext>
            </a:extLst>
          </p:cNvPr>
          <p:cNvSpPr/>
          <p:nvPr/>
        </p:nvSpPr>
        <p:spPr>
          <a:xfrm>
            <a:off x="1062990" y="2036826"/>
            <a:ext cx="43205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Encoder: self-attention over source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2775334-AFB7-4458-AB5F-003D93626FE8}"/>
              </a:ext>
            </a:extLst>
          </p:cNvPr>
          <p:cNvSpPr/>
          <p:nvPr/>
        </p:nvSpPr>
        <p:spPr>
          <a:xfrm>
            <a:off x="5417820" y="2036826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“I am a man” → Enc₁..Enc₄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FAE0863-F0A8-42A9-8F59-F7C15CFFB28F}"/>
              </a:ext>
            </a:extLst>
          </p:cNvPr>
          <p:cNvSpPr/>
          <p:nvPr/>
        </p:nvSpPr>
        <p:spPr>
          <a:xfrm>
            <a:off x="411480" y="2647188"/>
            <a:ext cx="315468" cy="3154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0D3A662-C746-4B7B-BB50-CB7AC82E0FFE}"/>
              </a:ext>
            </a:extLst>
          </p:cNvPr>
          <p:cNvSpPr/>
          <p:nvPr/>
        </p:nvSpPr>
        <p:spPr>
          <a:xfrm>
            <a:off x="411480" y="2647188"/>
            <a:ext cx="31546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6D0C248C-6AFC-4637-926D-775E277AF1DB}"/>
              </a:ext>
            </a:extLst>
          </p:cNvPr>
          <p:cNvSpPr/>
          <p:nvPr/>
        </p:nvSpPr>
        <p:spPr>
          <a:xfrm>
            <a:off x="1062990" y="2626614"/>
            <a:ext cx="43205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Encoder: add &amp; norm, then FFN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F6DB97E-C96D-4C38-9003-AFA20F2809BB}"/>
              </a:ext>
            </a:extLst>
          </p:cNvPr>
          <p:cNvSpPr/>
          <p:nvPr/>
        </p:nvSpPr>
        <p:spPr>
          <a:xfrm>
            <a:off x="5417820" y="2626614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cached once per sentence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3C02AB98-2DE9-49E1-88FF-5BE6EA0D369D}"/>
              </a:ext>
            </a:extLst>
          </p:cNvPr>
          <p:cNvSpPr/>
          <p:nvPr/>
        </p:nvSpPr>
        <p:spPr>
          <a:xfrm>
            <a:off x="411480" y="3236976"/>
            <a:ext cx="315468" cy="3154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B027865F-C84C-4D44-A1A4-50C3D9BFD16F}"/>
              </a:ext>
            </a:extLst>
          </p:cNvPr>
          <p:cNvSpPr/>
          <p:nvPr/>
        </p:nvSpPr>
        <p:spPr>
          <a:xfrm>
            <a:off x="411480" y="3236976"/>
            <a:ext cx="31546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D4AB98B8-368F-46DC-B2C0-9DCD1E3DEBC4}"/>
              </a:ext>
            </a:extLst>
          </p:cNvPr>
          <p:cNvSpPr/>
          <p:nvPr/>
        </p:nvSpPr>
        <p:spPr>
          <a:xfrm>
            <a:off x="1062990" y="3216402"/>
            <a:ext cx="43205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Decoder: masked self-attention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F9C86AD9-9CD5-4E4E-85E2-5E5768823BD5}"/>
              </a:ext>
            </a:extLst>
          </p:cNvPr>
          <p:cNvSpPr/>
          <p:nvPr/>
        </p:nvSpPr>
        <p:spPr>
          <a:xfrm>
            <a:off x="5417820" y="321640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sees only prior target words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DECD6682-61C4-4A30-813F-5F709349CADD}"/>
              </a:ext>
            </a:extLst>
          </p:cNvPr>
          <p:cNvSpPr/>
          <p:nvPr/>
        </p:nvSpPr>
        <p:spPr>
          <a:xfrm>
            <a:off x="411480" y="3826764"/>
            <a:ext cx="315468" cy="3154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1E29487D-B529-453B-BE52-3F45701725DD}"/>
              </a:ext>
            </a:extLst>
          </p:cNvPr>
          <p:cNvSpPr/>
          <p:nvPr/>
        </p:nvSpPr>
        <p:spPr>
          <a:xfrm>
            <a:off x="411480" y="3826764"/>
            <a:ext cx="31546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4B2B5002-AD27-4F29-98AB-BB96AA450A0C}"/>
              </a:ext>
            </a:extLst>
          </p:cNvPr>
          <p:cNvSpPr/>
          <p:nvPr/>
        </p:nvSpPr>
        <p:spPr>
          <a:xfrm>
            <a:off x="1062990" y="3806190"/>
            <a:ext cx="43205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Decoder: cross-attention to Enc₁..Enc₄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EB97970F-1D9D-4705-A06E-FD50CBB06459}"/>
              </a:ext>
            </a:extLst>
          </p:cNvPr>
          <p:cNvSpPr/>
          <p:nvPr/>
        </p:nvSpPr>
        <p:spPr>
          <a:xfrm>
            <a:off x="5417820" y="3806190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pulls in source meaning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7ABE89F4-0DDD-407B-B478-77A1268E230F}"/>
              </a:ext>
            </a:extLst>
          </p:cNvPr>
          <p:cNvSpPr/>
          <p:nvPr/>
        </p:nvSpPr>
        <p:spPr>
          <a:xfrm>
            <a:off x="411480" y="4416552"/>
            <a:ext cx="315468" cy="3154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AEA209EB-CCED-49E7-B51C-7823358CCB79}"/>
              </a:ext>
            </a:extLst>
          </p:cNvPr>
          <p:cNvSpPr/>
          <p:nvPr/>
        </p:nvSpPr>
        <p:spPr>
          <a:xfrm>
            <a:off x="411480" y="4416552"/>
            <a:ext cx="31546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29F4FB1B-A1DC-44B3-9DD9-3943F950A12C}"/>
              </a:ext>
            </a:extLst>
          </p:cNvPr>
          <p:cNvSpPr/>
          <p:nvPr/>
        </p:nvSpPr>
        <p:spPr>
          <a:xfrm>
            <a:off x="1062990" y="4395978"/>
            <a:ext cx="43205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Decoder: add &amp; norm, FFN, add &amp; norm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48E06F00-F6BE-4DB2-A723-A19AF2ACA372}"/>
              </a:ext>
            </a:extLst>
          </p:cNvPr>
          <p:cNvSpPr/>
          <p:nvPr/>
        </p:nvSpPr>
        <p:spPr>
          <a:xfrm>
            <a:off x="5417820" y="4395978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same mechanics as the encoder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9F224B74-85E4-4A64-96A6-7328B2178D93}"/>
              </a:ext>
            </a:extLst>
          </p:cNvPr>
          <p:cNvSpPr/>
          <p:nvPr/>
        </p:nvSpPr>
        <p:spPr>
          <a:xfrm>
            <a:off x="411480" y="5006340"/>
            <a:ext cx="315468" cy="3154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5DDBC0AC-9F1F-4882-B09D-FB453131DEF3}"/>
              </a:ext>
            </a:extLst>
          </p:cNvPr>
          <p:cNvSpPr/>
          <p:nvPr/>
        </p:nvSpPr>
        <p:spPr>
          <a:xfrm>
            <a:off x="411480" y="5006340"/>
            <a:ext cx="31546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2CB555AD-4AD0-4570-B405-9E06686BF555}"/>
              </a:ext>
            </a:extLst>
          </p:cNvPr>
          <p:cNvSpPr/>
          <p:nvPr/>
        </p:nvSpPr>
        <p:spPr>
          <a:xfrm>
            <a:off x="1062990" y="4985766"/>
            <a:ext cx="43205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Final linear + softmax → next word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61BE1383-192B-488A-A797-4E0243140D15}"/>
              </a:ext>
            </a:extLst>
          </p:cNvPr>
          <p:cNvSpPr/>
          <p:nvPr/>
        </p:nvSpPr>
        <p:spPr>
          <a:xfrm>
            <a:off x="5417820" y="4985766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repeat until &lt;end&gt;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0F40FF93-2C1F-47B5-AD46-DA6966ED7D01}"/>
              </a:ext>
            </a:extLst>
          </p:cNvPr>
          <p:cNvSpPr/>
          <p:nvPr/>
        </p:nvSpPr>
        <p:spPr>
          <a:xfrm>
            <a:off x="411480" y="5664708"/>
            <a:ext cx="82981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“I am a man”  →  मैं एक आदमी हूं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23082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070A3A-36B9-465C-8060-BEA753783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321859"/>
            <a:ext cx="7886700" cy="1900518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latin typeface="+mn-lt"/>
              </a:rPr>
              <a:t>Transformer(complete)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(Numerical )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Task: Translate –”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My name is Ravi</a:t>
            </a:r>
            <a:r>
              <a:rPr lang="en-US" dirty="0">
                <a:latin typeface="+mn-lt"/>
              </a:rPr>
              <a:t>” into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     French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“Mon, nom, </a:t>
            </a:r>
            <a:r>
              <a:rPr kumimoji="0" lang="en-US" sz="3200" b="0" i="1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est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Calibri" pitchFamily="34" charset="-122"/>
                <a:cs typeface="Calibri" pitchFamily="34" charset="-120"/>
                <a:sym typeface="Calibri"/>
              </a:rPr>
              <a:t>, Ravi”</a:t>
            </a:r>
            <a:br>
              <a:rPr lang="en-IN" dirty="0">
                <a:solidFill>
                  <a:schemeClr val="tx1"/>
                </a:solidFill>
                <a:latin typeface="+mn-lt"/>
              </a:rPr>
            </a:br>
            <a:endParaRPr lang="en-IN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16310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8749" y="325865"/>
            <a:ext cx="6965847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The Full Pipeline, End to End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089614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Nine steps: four build the encoder, five build the decoder.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1665640"/>
            <a:ext cx="4011930" cy="2743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65640"/>
            <a:ext cx="40119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  (reads English)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2077120"/>
            <a:ext cx="260604" cy="2606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77120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8670" y="2035972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Input Embedding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8670" y="2241712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Token → dense vector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570896"/>
            <a:ext cx="260604" cy="2606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70896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8670" y="2529748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Positional Encoding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8670" y="2735488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Inject word order (sin/cos)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064672"/>
            <a:ext cx="260604" cy="2606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64672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8670" y="3023524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Self-Attention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8670" y="3229264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Each English word gathers context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3558448"/>
            <a:ext cx="260604" cy="2606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558448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8670" y="3517300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Add &amp; Norm + FFN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8670" y="3723040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Per-position transform → encoder output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97730" y="1665640"/>
            <a:ext cx="4011930" cy="27432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4697730" y="1665640"/>
            <a:ext cx="40119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  (writes French)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97730" y="2077120"/>
            <a:ext cx="260604" cy="2606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697730" y="2077120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74920" y="2035972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Decoder Embedding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74920" y="2241712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French tokens (shifted right) + PE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97730" y="2570896"/>
            <a:ext cx="260604" cy="2606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4697730" y="2570896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74920" y="2529748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Masked Self-Attention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74920" y="2735488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Attend only to earlier French words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97730" y="3064672"/>
            <a:ext cx="260604" cy="2606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4697730" y="3064672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74920" y="3023524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Cross-Attention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74920" y="3229264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French queries read the English encoder output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97730" y="3558448"/>
            <a:ext cx="260604" cy="2606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4697730" y="3558448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74920" y="3517300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Feed-Forward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74920" y="3723040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Add &amp; Norm → final decoder representation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97730" y="4052224"/>
            <a:ext cx="260604" cy="2606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2" name="Text 40"/>
          <p:cNvSpPr/>
          <p:nvPr/>
        </p:nvSpPr>
        <p:spPr>
          <a:xfrm>
            <a:off x="4697730" y="4052224"/>
            <a:ext cx="2606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74920" y="4011076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Linear + Softmax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74920" y="4216816"/>
            <a:ext cx="3634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Probability over French vocabulary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11480" y="5349240"/>
            <a:ext cx="8298180" cy="818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Step 4's output (the encoded English sentence) is read by Step 7 — that's where translation alignment happens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9772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26" y="460785"/>
            <a:ext cx="54864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STEP 1  ·  ENCODER _Input Embeddings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250979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Each token is looked up in an embedding table — here, a toy 4-dimensional vector.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66760" y="1234440"/>
            <a:ext cx="3429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77648" y="2001593"/>
            <a:ext cx="1165860" cy="65151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648" y="2001593"/>
            <a:ext cx="11658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My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80668" y="2323919"/>
            <a:ext cx="3429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660728" y="2083889"/>
          <a:ext cx="3154680" cy="48006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77648" y="2790263"/>
            <a:ext cx="1165860" cy="65151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648" y="2790263"/>
            <a:ext cx="11658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180668" y="3112589"/>
            <a:ext cx="3429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graphicFrame>
        <p:nvGraphicFramePr>
          <p:cNvPr id="18" name="Table 1"/>
          <p:cNvGraphicFramePr>
            <a:graphicFrameLocks noGrp="1"/>
          </p:cNvGraphicFramePr>
          <p:nvPr/>
        </p:nvGraphicFramePr>
        <p:xfrm>
          <a:off x="2660728" y="2872559"/>
          <a:ext cx="3154680" cy="48006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77648" y="3578933"/>
            <a:ext cx="1165860" cy="65151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7648" y="3578933"/>
            <a:ext cx="11658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180668" y="3901259"/>
            <a:ext cx="3429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graphicFrame>
        <p:nvGraphicFramePr>
          <p:cNvPr id="10" name="Table 2"/>
          <p:cNvGraphicFramePr>
            <a:graphicFrameLocks noGrp="1"/>
          </p:cNvGraphicFramePr>
          <p:nvPr/>
        </p:nvGraphicFramePr>
        <p:xfrm>
          <a:off x="2660728" y="3661229"/>
          <a:ext cx="3154680" cy="48006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877648" y="4367603"/>
            <a:ext cx="1165860" cy="65151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77648" y="4367603"/>
            <a:ext cx="116586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Ravi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2180668" y="4689929"/>
            <a:ext cx="3429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graphicFrame>
        <p:nvGraphicFramePr>
          <p:cNvPr id="22" name="Table 3"/>
          <p:cNvGraphicFramePr>
            <a:graphicFrameLocks noGrp="1"/>
          </p:cNvGraphicFramePr>
          <p:nvPr/>
        </p:nvGraphicFramePr>
        <p:xfrm>
          <a:off x="2660728" y="4449899"/>
          <a:ext cx="3154680" cy="48006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 17"/>
          <p:cNvSpPr/>
          <p:nvPr/>
        </p:nvSpPr>
        <p:spPr>
          <a:xfrm>
            <a:off x="770963" y="5476580"/>
            <a:ext cx="7580555" cy="824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X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  =  the 4×4 matrix stacking all four rows — this is the encoder's raw input before any position information is added.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F19DB7-BC79-416D-81AE-5AB9F58B139B}"/>
                  </a:ext>
                </a:extLst>
              </p14:cNvPr>
              <p14:cNvContentPartPr/>
              <p14:nvPr/>
            </p14:nvContentPartPr>
            <p14:xfrm>
              <a:off x="5771520" y="2042640"/>
              <a:ext cx="978120" cy="3338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F19DB7-BC79-416D-81AE-5AB9F58B1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2160" y="2033280"/>
                <a:ext cx="996840" cy="335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752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"/>
            <a:ext cx="5897880" cy="822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STEP 2  ·  ENCODER _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Positional Encoding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277873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Sine/cosine signals inject word-order information, since attention itself is order-blind.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66760" y="1234440"/>
            <a:ext cx="3429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6365" y="1722119"/>
            <a:ext cx="35661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PE(pos, 2i)   = sin( pos / 10000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2i/d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 )
PE(pos, 2i+1) = cos( pos / 10000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2i/d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 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621502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Positional Encoding (PE)  —  rows = position 0..3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2969109"/>
          <a:ext cx="3840480" cy="112776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0.8415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0.5403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0.0100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1.0000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0.9093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-0.4161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0.0200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0.9998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0.1411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-0.9900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0.0300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0.9996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102223" y="4568012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Encoder input  =  X + PE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Table 1"/>
          <p:cNvGraphicFramePr>
            <a:graphicFrameLocks noGrp="1"/>
          </p:cNvGraphicFramePr>
          <p:nvPr/>
        </p:nvGraphicFramePr>
        <p:xfrm>
          <a:off x="4558553" y="4046670"/>
          <a:ext cx="3895344" cy="1127760"/>
        </p:xfrm>
        <a:graphic>
          <a:graphicData uri="http://schemas.openxmlformats.org/drawingml/2006/table">
            <a:tbl>
              <a:tblPr/>
              <a:tblGrid>
                <a:gridCol w="97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8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1.20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1.40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1.34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0.64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1.30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1.11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-0.02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0.12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1.30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1.04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-0.19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0.73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1.60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26364" y="5395859"/>
            <a:ext cx="798329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Row order = My, name, is, Ravi. This X_in matrix is what actually enters the self-attention layer next.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1B3765-CBF9-4B5F-A3F8-8188C772771E}"/>
                  </a:ext>
                </a:extLst>
              </p14:cNvPr>
              <p14:cNvContentPartPr/>
              <p14:nvPr/>
            </p14:nvContentPartPr>
            <p14:xfrm>
              <a:off x="50760" y="372600"/>
              <a:ext cx="8694720" cy="456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1B3765-CBF9-4B5F-A3F8-8188C77277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00" y="363240"/>
                <a:ext cx="8713440" cy="45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16539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78" y="254149"/>
            <a:ext cx="748642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Why Position Information Is Needed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224084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Self-attention on its own has no idea what order the words came in.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4232" y="1689398"/>
            <a:ext cx="5964443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Self-attention treats a sentence as a SET, not a sequence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6303" y="2107153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Q, K, V are computed independently per token and combined only through weighted averages — nothing in that math depends on where a token sits.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710031"/>
            <a:ext cx="3429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Original order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3909060" cy="754380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293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93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My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4018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018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9743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743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5468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Ravi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32020" y="2701065"/>
            <a:ext cx="3429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Scrambled order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32020" y="3017520"/>
            <a:ext cx="3909060" cy="754380"/>
          </a:xfrm>
          <a:prstGeom prst="roundRect">
            <a:avLst>
              <a:gd name="adj" fmla="val 9091"/>
            </a:avLst>
          </a:prstGeom>
          <a:solidFill>
            <a:srgbClr val="FFF6E9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347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347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Ravi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1797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797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75220" y="3291840"/>
            <a:ext cx="754380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5220" y="3291840"/>
            <a:ext cx="7543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My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220" y="4114800"/>
            <a:ext cx="8023860" cy="1519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Same multiset of embeddings in → the exact same attention weights and outputs come out, regardless of which order the four words were fed in.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That's clearly wrong for language — "Ravi is name My" is not the same sentence. Positional encoding fixes this by adding a position-specific fingerprint to each embedding before attention ever runs, so word order becomes part of the numbers themselves.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80268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0820" y="370688"/>
            <a:ext cx="78867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Positional Encoding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6133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Every symbol in PE(pos, i) maps to something concrete.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743183"/>
            <a:ext cx="1714500" cy="425196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43183"/>
            <a:ext cx="17145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pos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63140" y="1743183"/>
            <a:ext cx="637794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Token's position in the sequence — 0 for "My", 1 for "name", 2 for "is", 3 for "Ravi".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278107"/>
            <a:ext cx="1714500" cy="425196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78107"/>
            <a:ext cx="17145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63140" y="2278107"/>
            <a:ext cx="637794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Indexes pairs of dimensions. With d_model = 4: i=0 → dims 0–1, i=1 → dims 2–3.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813031"/>
            <a:ext cx="1714500" cy="425196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13031"/>
            <a:ext cx="17145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sin / cos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63140" y="2813031"/>
            <a:ext cx="637794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Even dimension → sine, odd dimension → cosine. Each (i) pair forms one wave oscillating at its own frequency.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3347955"/>
            <a:ext cx="1714500" cy="425196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347955"/>
            <a:ext cx="171450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10000^(2i/d)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63140" y="3347955"/>
            <a:ext cx="6377940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Controls wavelength. Low i = fast-changing wave; high i = slow-changing wave — like a clock's second hand and hour hand together pinning down a specific time.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7220" y="4594860"/>
            <a:ext cx="78867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Worked example — pos = 1 ("name")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7220" y="4821174"/>
            <a:ext cx="78867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i=0:  angle = 1 / 10000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 = 1.0   →   PE(1,0)=sin(1.0)=0.8415,  PE(1,1)=cos(1.0)=0.5403
i=1:  angle = 1 / 10000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0.5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 = 0.01  →   PE(1,2)=sin(0.01)=0.0100,  PE(1,3)=cos(0.01)=1.0000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261216-80EE-4207-BC6C-EC4F2806BD1C}"/>
                  </a:ext>
                </a:extLst>
              </p14:cNvPr>
              <p14:cNvContentPartPr/>
              <p14:nvPr/>
            </p14:nvContentPartPr>
            <p14:xfrm>
              <a:off x="459720" y="1494720"/>
              <a:ext cx="7011000" cy="3954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261216-80EE-4207-BC6C-EC4F2806BD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360" y="1485360"/>
                <a:ext cx="7029720" cy="39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32607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316900"/>
            <a:ext cx="493058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Why Sine and Cosine, Specifically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1650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Not just any position signal works — this one has three properties that matter.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61020" y="1234440"/>
            <a:ext cx="5143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2c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644574"/>
            <a:ext cx="2654046" cy="102870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4744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Bounded values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21764"/>
            <a:ext cx="2379726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Raw position counts (0,1,2,3…) grow without limit and would swamp the embedding. sin/cos always stay in [-1, 1].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3834" y="1644574"/>
            <a:ext cx="2654046" cy="102870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0994" y="1612976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Relative position ≈ linear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0994" y="1896256"/>
            <a:ext cx="2379726" cy="808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PE(pos+k) is a linear function (a rotation) of PE(pos), via trig addition formulas — helping the model learn by relative offset, not just absolute position.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76188" y="1644574"/>
            <a:ext cx="2654046" cy="102870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3348" y="174744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Deterministic, not learned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3348" y="2021764"/>
            <a:ext cx="2379726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Computed once from a formula — no extra parameters, and it generalizes to sequence lengths never seen in training.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PE values across positions 0–20 (all 4 dimensions of this toy model)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" name="Chart 0"/>
          <p:cNvGraphicFramePr/>
          <p:nvPr/>
        </p:nvGraphicFramePr>
        <p:xfrm>
          <a:off x="411480" y="3634740"/>
          <a:ext cx="8298180" cy="195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413804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8260"/>
            <a:ext cx="5575150" cy="770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ENCODER(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Self-Attention)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16508"/>
            <a:ext cx="68409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Every English word compares itself against every other English word.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0445" y="1531169"/>
            <a:ext cx="3771900" cy="106299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1895" y="1634039"/>
            <a:ext cx="3497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Q = X_in · WQ     K = X_in · WK     V = X_in · WV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1895" y="1976939"/>
            <a:ext cx="34975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scores = Q · Kᵀ / √d          weights = softmax(scores)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output = weights · 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7995" y="1567480"/>
            <a:ext cx="39541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W_Q, W_K, W_V are learned 4×4 matrices (shown here at their random-initialization values).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2840020"/>
            <a:ext cx="41833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Softmax attention weights  (rows sum to 1)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26280" y="3080050"/>
          <a:ext cx="4183380" cy="1303020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0.208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0.262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0.248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0.282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0.211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0.271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0.222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0.296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0.239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0.269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0.214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0.277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0.252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0.271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0.208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0.270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11480" y="4678457"/>
            <a:ext cx="82981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Attention output (weights · V)  →  each word's representation now blends in context from the others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" name="Table 1"/>
          <p:cNvGraphicFramePr>
            <a:graphicFrameLocks noGrp="1"/>
          </p:cNvGraphicFramePr>
          <p:nvPr/>
        </p:nvGraphicFramePr>
        <p:xfrm>
          <a:off x="411480" y="4952777"/>
          <a:ext cx="4114800" cy="112776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0.112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0.165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0.505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-0.272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0.116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0.170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0.500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-0.268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0.108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0.179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0.478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-0.255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0.105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0.184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0.467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-0.249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800600" y="5158517"/>
            <a:ext cx="39090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just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Add &amp; Norm  (residual + LayerNorm) closes out this sub-layer before the feed-forward network.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58A865-B5D2-4BE8-A935-8D90945072D1}"/>
                  </a:ext>
                </a:extLst>
              </p14:cNvPr>
              <p14:cNvContentPartPr/>
              <p14:nvPr/>
            </p14:nvContentPartPr>
            <p14:xfrm>
              <a:off x="4052160" y="3340440"/>
              <a:ext cx="3309480" cy="2729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58A865-B5D2-4BE8-A935-8D90945072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2800" y="3331080"/>
                <a:ext cx="3328200" cy="27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9752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6189"/>
            <a:ext cx="5548255" cy="699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ENCODER _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Feed-Forward → Final Encoder 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16507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 position-wise FFN, then Add &amp; Norm, produces the representation the decoder will read.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3881" y="156389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FFN(x) = ReLU(x·W₁)·W₂        (dims 4 → 8 → 4, applied independently to each position)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375" y="2029159"/>
            <a:ext cx="4114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FINAL ENCODER OUTPUT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249246" y="2303479"/>
          <a:ext cx="4251960" cy="1165860"/>
        </p:xfrm>
        <a:graphic>
          <a:graphicData uri="http://schemas.openxmlformats.org/drawingml/2006/table">
            <a:tbl>
              <a:tblPr/>
              <a:tblGrid>
                <a:gridCol w="1062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-1.451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1.205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-0.331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0.577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1.644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-0.593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-0.970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-0.081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1.131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-1.466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-0.340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0.675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0.389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-1.716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0.553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0.773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74870" y="3575347"/>
            <a:ext cx="2304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My     name     is     Ravi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9783" y="4002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This matrix is the encoder's final output.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9783" y="4185620"/>
            <a:ext cx="787325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It's a contextualized representation of "My name is Ravi" — each row still corresponds to one English word, but now carries information gathered from the whole sentence.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decoder never sees the raw English words again. From this point on, it only sees this matrix — via cross-attention in Step 7.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3DE4BE-C659-45A0-BBBB-0B1F52637B0F}"/>
                  </a:ext>
                </a:extLst>
              </p14:cNvPr>
              <p14:cNvContentPartPr/>
              <p14:nvPr/>
            </p14:nvContentPartPr>
            <p14:xfrm>
              <a:off x="949680" y="1760040"/>
              <a:ext cx="7704720" cy="171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3DE4BE-C659-45A0-BBBB-0B1F52637B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0320" y="1750680"/>
                <a:ext cx="7723440" cy="172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99214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750" y="398032"/>
            <a:ext cx="54864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DECODER -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Masked Self-Attention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1650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decoder reads its own (shifted) output so far — but never the future.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89570" y="1234440"/>
            <a:ext cx="3429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1433" y="1592355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Decoder input (teacher-forced, shifted right):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31433" y="1832385"/>
            <a:ext cx="925830" cy="377190"/>
          </a:xfrm>
          <a:prstGeom prst="roundRect">
            <a:avLst>
              <a:gd name="adj" fmla="val 10909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1433" y="1832385"/>
            <a:ext cx="92583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&lt;sos&gt;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60133" y="1832385"/>
            <a:ext cx="925830" cy="377190"/>
          </a:xfrm>
          <a:prstGeom prst="roundRect">
            <a:avLst>
              <a:gd name="adj" fmla="val 10909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0133" y="1832385"/>
            <a:ext cx="92583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Mon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88833" y="1832385"/>
            <a:ext cx="925830" cy="377190"/>
          </a:xfrm>
          <a:prstGeom prst="roundRect">
            <a:avLst>
              <a:gd name="adj" fmla="val 10909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8833" y="1832385"/>
            <a:ext cx="92583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nom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17533" y="1832385"/>
            <a:ext cx="925830" cy="377190"/>
          </a:xfrm>
          <a:prstGeom prst="roundRect">
            <a:avLst>
              <a:gd name="adj" fmla="val 10909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7533" y="1832385"/>
            <a:ext cx="92583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1433" y="2312445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C6B8A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 pitchFamily="34" charset="-120"/>
                <a:sym typeface="Calibri"/>
              </a:rPr>
              <a:t>target to predict:  Mon, nom, est, Ravi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2603080"/>
            <a:ext cx="4965549" cy="247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Causal mask — future positions forced to −∞ before softmax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931434" y="3010346"/>
          <a:ext cx="4114800" cy="1371600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&lt;sos&gt;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&lt;sos&gt;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9C2D6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9C2D6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9C2D6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0.51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0.49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9C2D6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9C2D6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0.33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0.32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0.34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9C2D6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0.25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0.23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0.25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0.27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09600" y="4784686"/>
            <a:ext cx="7894321" cy="1262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Why mask?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At training and inference time, the decoder must predict each word using only the words already generated. "est" (row 4) attends across &lt;sos&gt;, Mon, nom, and itself — but 0% to "Ravi", which doesn't exist yet at that point.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This is what makes the decoder autoregressive.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0FF681-60CE-4BED-BC9F-B49CF50BF473}"/>
                  </a:ext>
                </a:extLst>
              </p14:cNvPr>
              <p14:cNvContentPartPr/>
              <p14:nvPr/>
            </p14:nvContentPartPr>
            <p14:xfrm>
              <a:off x="1362960" y="1638000"/>
              <a:ext cx="4365720" cy="2646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0FF681-60CE-4BED-BC9F-B49CF50BF4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600" y="1628640"/>
                <a:ext cx="4384440" cy="266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77812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889" y="281043"/>
            <a:ext cx="78867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mbria" pitchFamily="34" charset="-122"/>
                <a:cs typeface="Cambria" pitchFamily="34" charset="-120"/>
                <a:sym typeface="Calibri"/>
              </a:rPr>
              <a:t>DECODER: Cross-Attention — Where Translation Happens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6984" y="1134437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French queries; English keys and values. This is the alignment step.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85222" y="1601319"/>
            <a:ext cx="3840480" cy="89154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 w="12700">
            <a:solidFill>
              <a:srgbClr val="D7E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6672" y="1704189"/>
            <a:ext cx="34975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Q  ←  decoder (French)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onsolas" pitchFamily="34" charset="-122"/>
                <a:cs typeface="Consolas" pitchFamily="34" charset="-120"/>
                <a:sym typeface="Calibri"/>
              </a:rPr>
              <a:t>K, V  ←  encoder output (English)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791384"/>
            <a:ext cx="6061038" cy="337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Cross-attention weights — each French position's focus over English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940399" y="3174850"/>
          <a:ext cx="5486400" cy="144018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&lt;sos&gt;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0.257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0.171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0.236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0.336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0.409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0.149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0.194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0.248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0.447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0.206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0.189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0.158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0.317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0.344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0.222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0.118</a:t>
                      </a:r>
                      <a:endParaRPr lang="en-US" sz="12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08212" y="4850354"/>
            <a:ext cx="8092440" cy="1474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Highlighted = strongest link</a:t>
            </a:r>
          </a:p>
          <a:p>
            <a:pPr marL="285750" marR="0" lvl="0" indent="-28575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Mon" and "nom" both attend most to "My" — a sensible pattern even in this untrained toy model.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6858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In a fully trained transformer, this table is what learns real alignments: Ravi ↔ Ravi, name ↔ nom, is ↔ est.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9BC153-2492-45F0-B711-FD274817AAF0}"/>
                  </a:ext>
                </a:extLst>
              </p14:cNvPr>
              <p14:cNvContentPartPr/>
              <p14:nvPr/>
            </p14:nvContentPartPr>
            <p14:xfrm>
              <a:off x="6399000" y="3467520"/>
              <a:ext cx="258840" cy="106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9BC153-2492-45F0-B711-FD274817AA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9640" y="3458160"/>
                <a:ext cx="277560" cy="108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79848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78" y="334831"/>
            <a:ext cx="78867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  <a:sym typeface="Calibri"/>
              </a:rPr>
              <a:t>DECODER: Feed-Forward → Linear → Softmax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34437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The final projection turns the decoder state into word probabilities.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89570" y="1234440"/>
            <a:ext cx="3429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626644"/>
          <a:ext cx="8229600" cy="1409700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Decoder saw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&lt;eos&gt;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&lt;sos&gt;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0.195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0.190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0.155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0.187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0.273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&lt;eos&gt;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0.301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0.140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0.305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0.106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0.148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0.365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0.122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0.319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0.108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0.086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0.311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0.167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0.157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0.221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+mn-lt"/>
                          <a:ea typeface="Consolas" pitchFamily="34" charset="-122"/>
                          <a:cs typeface="Consolas" pitchFamily="34" charset="-120"/>
                        </a:rPr>
                        <a:t>0.144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17220" y="3469787"/>
            <a:ext cx="78867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Why the predictions look "wrong"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6117" y="3872753"/>
            <a:ext cx="7584141" cy="19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just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Every weight matrix used in this walkthrough (W_Q, W_K, W_V, W₁, W₂, W_out) was randomly initialized, not trained. The goal was to make the mechanics traceable by hand — embedding → positional encoding → self-attention → cross-attention → feed-forward → softmax — not to reproduce a correct translation.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Calibri"/>
              </a:rPr>
              <a:t>During real training, backpropagation adjusts every matrix over millions of sentence pairs until cross-attention reliably aligns "Ravi"↔"Ravi", "name"↔"nom", "is"↔"est", "My"↔"Mon"/"m'appelle" — and softmax sharply peaks on the correct next word at each step.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9DDC64-7315-490A-8963-8AD3AEC9F3B4}"/>
                  </a:ext>
                </a:extLst>
              </p14:cNvPr>
              <p14:cNvContentPartPr/>
              <p14:nvPr/>
            </p14:nvContentPartPr>
            <p14:xfrm>
              <a:off x="8333640" y="3904560"/>
              <a:ext cx="464760" cy="169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9DDC64-7315-490A-8963-8AD3AEC9F3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24280" y="3895200"/>
                <a:ext cx="483480" cy="17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304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5893-3FDA-4B42-8AD4-F906325E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6" y="417580"/>
            <a:ext cx="8841724" cy="414857"/>
          </a:xfrm>
        </p:spPr>
        <p:txBody>
          <a:bodyPr/>
          <a:lstStyle/>
          <a:p>
            <a:r>
              <a:rPr lang="en-US" dirty="0"/>
              <a:t>TRANSFORMERS</a:t>
            </a:r>
            <a:endParaRPr lang="en-IN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DEBF99F-5A18-4189-A244-CD170292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9" y="1093694"/>
            <a:ext cx="8507506" cy="51098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42C6D6-1378-4685-8BCE-B59C17BC8E57}"/>
                  </a:ext>
                </a:extLst>
              </p14:cNvPr>
              <p14:cNvContentPartPr/>
              <p14:nvPr/>
            </p14:nvContentPartPr>
            <p14:xfrm>
              <a:off x="1711800" y="3184560"/>
              <a:ext cx="2311560" cy="1542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42C6D6-1378-4685-8BCE-B59C17BC8E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2440" y="3175200"/>
                <a:ext cx="2330280" cy="156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7462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jalammar.github.io/images/t/The_transformer_encoder_decoder_st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96" y="1616313"/>
            <a:ext cx="8580053" cy="410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474C3A-DC9B-40EE-8191-93284EE06661}"/>
                  </a:ext>
                </a:extLst>
              </p14:cNvPr>
              <p14:cNvContentPartPr/>
              <p14:nvPr/>
            </p14:nvContentPartPr>
            <p14:xfrm>
              <a:off x="1008360" y="989640"/>
              <a:ext cx="7198920" cy="408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474C3A-DC9B-40EE-8191-93284EE066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000" y="980280"/>
                <a:ext cx="7217640" cy="41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61859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01910"/>
            <a:ext cx="8841724" cy="414888"/>
          </a:xfrm>
        </p:spPr>
        <p:txBody>
          <a:bodyPr/>
          <a:lstStyle/>
          <a:p>
            <a:r>
              <a:rPr lang="en-US" dirty="0"/>
              <a:t>BERT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27530" y="1737159"/>
            <a:ext cx="7745506" cy="3313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r>
              <a:rPr lang="en-US" sz="1903" kern="1200" dirty="0">
                <a:solidFill>
                  <a:prstClr val="black"/>
                </a:solidFill>
                <a:ea typeface="+mn-ea"/>
                <a:cs typeface="+mn-cs"/>
              </a:rPr>
              <a:t>BERT, which stands for Bidirectional Encoder Representations from Transformers. </a:t>
            </a: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endParaRPr lang="en-US" sz="1903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r>
              <a:rPr lang="en-US" sz="1903" kern="1200" dirty="0">
                <a:solidFill>
                  <a:prstClr val="black"/>
                </a:solidFill>
                <a:ea typeface="+mn-ea"/>
                <a:cs typeface="+mn-cs"/>
              </a:rPr>
              <a:t>In 2018, Google introduced and open-sourced BERT. In its research stages, the framework achieved groundbreaking results in 11 natural language understanding tasks, including sentiment analysis, semantic role labeling, sentence classification ,words with multiple meanings etc.</a:t>
            </a: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endParaRPr lang="en-US" sz="1903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r>
              <a:rPr lang="en-US" sz="1903" kern="1200" dirty="0">
                <a:solidFill>
                  <a:prstClr val="black"/>
                </a:solidFill>
                <a:ea typeface="+mn-ea"/>
                <a:cs typeface="+mn-cs"/>
              </a:rPr>
              <a:t>BERT is a “deeply bidirectional” model. Bidirectional means that BERT learns information from both the left and the right side of a token’s context during the training phase</a:t>
            </a:r>
            <a:endParaRPr lang="en-IN" sz="1903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9777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55698"/>
            <a:ext cx="8841724" cy="414888"/>
          </a:xfrm>
        </p:spPr>
        <p:txBody>
          <a:bodyPr/>
          <a:lstStyle/>
          <a:p>
            <a:r>
              <a:rPr lang="en-US" dirty="0"/>
              <a:t>BERT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090" y="1902327"/>
            <a:ext cx="7974977" cy="1537344"/>
          </a:xfrm>
        </p:spPr>
        <p:txBody>
          <a:bodyPr/>
          <a:lstStyle/>
          <a:p>
            <a:pPr marL="271903" indent="-271903" algn="just"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BERT architecture builds on top of Transformer. We currently have two variants available:– </a:t>
            </a:r>
          </a:p>
          <a:p>
            <a:pPr marL="271903" indent="-271903" algn="just">
              <a:buFont typeface="Courier New" panose="02070309020205020404" pitchFamily="49" charset="0"/>
              <a:buChar char="o"/>
            </a:pPr>
            <a:r>
              <a:rPr lang="en-US" dirty="0">
                <a:latin typeface="+mn-lt"/>
              </a:rPr>
              <a:t>BERT Base: 12 layers (transformer blocks), 12 attention heads, and 110 million parameters–</a:t>
            </a:r>
          </a:p>
          <a:p>
            <a:pPr marL="271903" indent="-271903" algn="just">
              <a:buFont typeface="Courier New" panose="02070309020205020404" pitchFamily="49" charset="0"/>
              <a:buChar char="o"/>
            </a:pPr>
            <a:r>
              <a:rPr lang="en-US" dirty="0">
                <a:latin typeface="+mn-lt"/>
              </a:rPr>
              <a:t>BERT Large: 24 layers (transformer blocks), 16 attention heads and, 340 million parameter</a:t>
            </a:r>
            <a:endParaRPr lang="en-IN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25" y="3761326"/>
            <a:ext cx="2175225" cy="19637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83" y="3670692"/>
            <a:ext cx="1812687" cy="205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198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01910"/>
            <a:ext cx="8841724" cy="414888"/>
          </a:xfrm>
        </p:spPr>
        <p:txBody>
          <a:bodyPr/>
          <a:lstStyle/>
          <a:p>
            <a:r>
              <a:rPr lang="en-IN" dirty="0"/>
              <a:t>Pre-trained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090" y="1021976"/>
            <a:ext cx="7974977" cy="4568943"/>
          </a:xfrm>
        </p:spPr>
        <p:txBody>
          <a:bodyPr/>
          <a:lstStyle/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patentBERT</a:t>
            </a:r>
            <a:r>
              <a:rPr lang="en-IN" sz="2000" dirty="0">
                <a:latin typeface="+mn-lt"/>
              </a:rPr>
              <a:t> - a BERT model fine-tuned to perform patent classification.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docBERT</a:t>
            </a:r>
            <a:r>
              <a:rPr lang="en-IN" sz="2000" dirty="0">
                <a:latin typeface="+mn-lt"/>
              </a:rPr>
              <a:t> - a BERT model fine-tuned for document classification.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bioBERT</a:t>
            </a:r>
            <a:r>
              <a:rPr lang="en-IN" sz="2000" dirty="0">
                <a:latin typeface="+mn-lt"/>
              </a:rPr>
              <a:t> - a pre-trained biomedical language representation model for biomedical text mining.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VideoBERT</a:t>
            </a:r>
            <a:r>
              <a:rPr lang="en-IN" sz="2000" dirty="0">
                <a:latin typeface="+mn-lt"/>
              </a:rPr>
              <a:t> - a joint visual-linguistic model for process unsupervised learning of an abundance of </a:t>
            </a:r>
            <a:r>
              <a:rPr lang="en-IN" sz="2000" dirty="0" err="1">
                <a:latin typeface="+mn-lt"/>
              </a:rPr>
              <a:t>unlabeled</a:t>
            </a:r>
            <a:r>
              <a:rPr lang="en-IN" sz="2000" dirty="0">
                <a:latin typeface="+mn-lt"/>
              </a:rPr>
              <a:t> data on </a:t>
            </a:r>
            <a:r>
              <a:rPr lang="en-IN" sz="2000" dirty="0" err="1">
                <a:latin typeface="+mn-lt"/>
              </a:rPr>
              <a:t>Youtube</a:t>
            </a:r>
            <a:r>
              <a:rPr lang="en-IN" sz="2000" dirty="0">
                <a:latin typeface="+mn-lt"/>
              </a:rPr>
              <a:t>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SciBERT</a:t>
            </a:r>
            <a:r>
              <a:rPr lang="en-IN" sz="2000" dirty="0">
                <a:latin typeface="+mn-lt"/>
              </a:rPr>
              <a:t> - a </a:t>
            </a:r>
            <a:r>
              <a:rPr lang="en-IN" sz="2000" dirty="0" err="1">
                <a:latin typeface="+mn-lt"/>
              </a:rPr>
              <a:t>pretrained</a:t>
            </a:r>
            <a:r>
              <a:rPr lang="en-IN" sz="2000" dirty="0">
                <a:latin typeface="+mn-lt"/>
              </a:rPr>
              <a:t> BERT model for scientific text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G-BERT - a BERT model </a:t>
            </a:r>
            <a:r>
              <a:rPr lang="en-US" sz="2000" dirty="0" err="1">
                <a:latin typeface="+mn-lt"/>
              </a:rPr>
              <a:t>pretrained</a:t>
            </a:r>
            <a:r>
              <a:rPr lang="en-US" sz="2000" dirty="0">
                <a:latin typeface="+mn-lt"/>
              </a:rPr>
              <a:t> using medical codes with hierarchical representations using graph neural networks (GNN) and then fine-tuned for making medical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15996422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55698"/>
            <a:ext cx="8841724" cy="414888"/>
          </a:xfrm>
        </p:spPr>
        <p:txBody>
          <a:bodyPr/>
          <a:lstStyle/>
          <a:p>
            <a:r>
              <a:rPr lang="en-IN" dirty="0"/>
              <a:t>Pre-trained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090" y="1550604"/>
            <a:ext cx="7974977" cy="4107278"/>
          </a:xfrm>
        </p:spPr>
        <p:txBody>
          <a:bodyPr/>
          <a:lstStyle/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+mn-lt"/>
              </a:rPr>
              <a:t>TinyBERT</a:t>
            </a:r>
            <a:r>
              <a:rPr lang="en-US" sz="2000" dirty="0">
                <a:latin typeface="+mn-lt"/>
              </a:rPr>
              <a:t> by Huawei - a smaller, "student" BERT that learns from the original "teacher" BERT, performing transformer distillation to improve efficiency. </a:t>
            </a:r>
            <a:r>
              <a:rPr lang="en-US" sz="2000" dirty="0" err="1">
                <a:latin typeface="+mn-lt"/>
              </a:rPr>
              <a:t>TinyBERT</a:t>
            </a:r>
            <a:r>
              <a:rPr lang="en-US" sz="2000" dirty="0">
                <a:latin typeface="+mn-lt"/>
              </a:rPr>
              <a:t> produced promising results in comparison to BERT-base while being 7.5 times smaller and 9.4 times faster at inference.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+mn-lt"/>
              </a:rPr>
              <a:t>DistilBERT</a:t>
            </a:r>
            <a:r>
              <a:rPr lang="en-US" sz="2000" dirty="0">
                <a:latin typeface="+mn-lt"/>
              </a:rPr>
              <a:t> by </a:t>
            </a:r>
            <a:r>
              <a:rPr lang="en-US" sz="2000" dirty="0" err="1">
                <a:latin typeface="+mn-lt"/>
              </a:rPr>
              <a:t>HuggingFace</a:t>
            </a:r>
            <a:r>
              <a:rPr lang="en-US" sz="2000" dirty="0">
                <a:latin typeface="+mn-lt"/>
              </a:rPr>
              <a:t> - a supposedly smaller, faster, cheaper version of BERT that is trained from BERT, and then certain architectural aspects are removed for the sake of efficiency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+mn-lt"/>
              </a:rPr>
              <a:t>AstraZeneca and NVIDIA developed </a:t>
            </a:r>
            <a:r>
              <a:rPr lang="en-IN" sz="2000" u="sng" dirty="0" err="1">
                <a:latin typeface="+mn-lt"/>
                <a:hlinkClick r:id="rId2"/>
              </a:rPr>
              <a:t>MegaMolBART</a:t>
            </a:r>
            <a:r>
              <a:rPr lang="en-IN" sz="2000" dirty="0">
                <a:latin typeface="+mn-lt"/>
              </a:rPr>
              <a:t>, a transformer tailored for drug discovery</a:t>
            </a:r>
          </a:p>
        </p:txBody>
      </p:sp>
    </p:spTree>
    <p:extLst>
      <p:ext uri="{BB962C8B-B14F-4D97-AF65-F5344CB8AC3E}">
        <p14:creationId xmlns:p14="http://schemas.microsoft.com/office/powerpoint/2010/main" val="34447041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7394"/>
            <a:ext cx="7022737" cy="4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Pre-training</a:t>
            </a:r>
            <a:r>
              <a:rPr kumimoji="0" lang="en-US" sz="2220" b="1" i="0" u="none" strike="noStrike" kern="0" cap="none" spc="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for</a:t>
            </a:r>
            <a:r>
              <a:rPr kumimoji="0" lang="en-US" sz="2220" b="1" i="0" u="none" strike="noStrike" kern="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three</a:t>
            </a:r>
            <a:r>
              <a:rPr kumimoji="0" lang="en-US" sz="2220" b="1" i="0" u="none" strike="noStrike" kern="0" cap="none" spc="-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types of architectures</a:t>
            </a:r>
            <a:endParaRPr kumimoji="0" lang="en-IN" sz="222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/>
              <a:cs typeface="Arial"/>
              <a:sym typeface="Arial"/>
            </a:endParaRPr>
          </a:p>
        </p:txBody>
      </p:sp>
      <p:grpSp>
        <p:nvGrpSpPr>
          <p:cNvPr id="4" name="object 7"/>
          <p:cNvGrpSpPr/>
          <p:nvPr/>
        </p:nvGrpSpPr>
        <p:grpSpPr>
          <a:xfrm>
            <a:off x="7310980" y="2443178"/>
            <a:ext cx="1156812" cy="771524"/>
            <a:chOff x="1007363" y="1767839"/>
            <a:chExt cx="1542415" cy="1028700"/>
          </a:xfrm>
        </p:grpSpPr>
        <p:sp>
          <p:nvSpPr>
            <p:cNvPr id="5" name="object 8"/>
            <p:cNvSpPr/>
            <p:nvPr/>
          </p:nvSpPr>
          <p:spPr>
            <a:xfrm>
              <a:off x="1007364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509" y="667258"/>
                  </a:lnTo>
                  <a:lnTo>
                    <a:pt x="182651" y="657085"/>
                  </a:lnTo>
                  <a:lnTo>
                    <a:pt x="172478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01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01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78" y="1026185"/>
                  </a:lnTo>
                  <a:lnTo>
                    <a:pt x="182651" y="1019327"/>
                  </a:lnTo>
                  <a:lnTo>
                    <a:pt x="189509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509" y="19558"/>
                  </a:lnTo>
                  <a:lnTo>
                    <a:pt x="182651" y="9385"/>
                  </a:lnTo>
                  <a:lnTo>
                    <a:pt x="172478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01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01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78" y="378485"/>
                  </a:lnTo>
                  <a:lnTo>
                    <a:pt x="182651" y="371627"/>
                  </a:lnTo>
                  <a:lnTo>
                    <a:pt x="189509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6" name="object 9"/>
            <p:cNvSpPr/>
            <p:nvPr/>
          </p:nvSpPr>
          <p:spPr>
            <a:xfrm>
              <a:off x="1065275" y="2148839"/>
              <a:ext cx="76200" cy="266700"/>
            </a:xfrm>
            <a:custGeom>
              <a:avLst/>
              <a:gdLst/>
              <a:ahLst/>
              <a:cxnLst/>
              <a:rect l="l" t="t" r="r" b="b"/>
              <a:pathLst>
                <a:path w="76200" h="2667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66700"/>
                  </a:lnTo>
                  <a:lnTo>
                    <a:pt x="44450" y="266700"/>
                  </a:lnTo>
                  <a:lnTo>
                    <a:pt x="44450" y="63500"/>
                  </a:lnTo>
                  <a:close/>
                </a:path>
                <a:path w="76200" h="2667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667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7" name="object 10"/>
            <p:cNvSpPr/>
            <p:nvPr/>
          </p:nvSpPr>
          <p:spPr>
            <a:xfrm>
              <a:off x="1351788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8" name="object 11"/>
            <p:cNvSpPr/>
            <p:nvPr/>
          </p:nvSpPr>
          <p:spPr>
            <a:xfrm>
              <a:off x="1099489" y="2148839"/>
              <a:ext cx="348615" cy="271780"/>
            </a:xfrm>
            <a:custGeom>
              <a:avLst/>
              <a:gdLst/>
              <a:ahLst/>
              <a:cxnLst/>
              <a:rect l="l" t="t" r="r" b="b"/>
              <a:pathLst>
                <a:path w="348615" h="271780">
                  <a:moveTo>
                    <a:pt x="284261" y="41702"/>
                  </a:moveTo>
                  <a:lnTo>
                    <a:pt x="0" y="261620"/>
                  </a:lnTo>
                  <a:lnTo>
                    <a:pt x="7772" y="271780"/>
                  </a:lnTo>
                  <a:lnTo>
                    <a:pt x="292027" y="51725"/>
                  </a:lnTo>
                  <a:lnTo>
                    <a:pt x="284261" y="41702"/>
                  </a:lnTo>
                  <a:close/>
                </a:path>
                <a:path w="348615" h="271780">
                  <a:moveTo>
                    <a:pt x="332127" y="33909"/>
                  </a:moveTo>
                  <a:lnTo>
                    <a:pt x="294335" y="33909"/>
                  </a:lnTo>
                  <a:lnTo>
                    <a:pt x="302082" y="43942"/>
                  </a:lnTo>
                  <a:lnTo>
                    <a:pt x="292027" y="51725"/>
                  </a:lnTo>
                  <a:lnTo>
                    <a:pt x="311480" y="76835"/>
                  </a:lnTo>
                  <a:lnTo>
                    <a:pt x="332127" y="33909"/>
                  </a:lnTo>
                  <a:close/>
                </a:path>
                <a:path w="348615" h="271780">
                  <a:moveTo>
                    <a:pt x="294335" y="33909"/>
                  </a:moveTo>
                  <a:lnTo>
                    <a:pt x="284261" y="41702"/>
                  </a:lnTo>
                  <a:lnTo>
                    <a:pt x="292027" y="51725"/>
                  </a:lnTo>
                  <a:lnTo>
                    <a:pt x="302082" y="43942"/>
                  </a:lnTo>
                  <a:lnTo>
                    <a:pt x="294335" y="33909"/>
                  </a:lnTo>
                  <a:close/>
                </a:path>
                <a:path w="348615" h="271780">
                  <a:moveTo>
                    <a:pt x="348437" y="0"/>
                  </a:moveTo>
                  <a:lnTo>
                    <a:pt x="264744" y="16510"/>
                  </a:lnTo>
                  <a:lnTo>
                    <a:pt x="284261" y="41702"/>
                  </a:lnTo>
                  <a:lnTo>
                    <a:pt x="294335" y="33909"/>
                  </a:lnTo>
                  <a:lnTo>
                    <a:pt x="332127" y="33909"/>
                  </a:lnTo>
                  <a:lnTo>
                    <a:pt x="348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9" name="object 12"/>
            <p:cNvSpPr/>
            <p:nvPr/>
          </p:nvSpPr>
          <p:spPr>
            <a:xfrm>
              <a:off x="1696212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0" name="object 13"/>
            <p:cNvSpPr/>
            <p:nvPr/>
          </p:nvSpPr>
          <p:spPr>
            <a:xfrm>
              <a:off x="1101077" y="2140838"/>
              <a:ext cx="691515" cy="280670"/>
            </a:xfrm>
            <a:custGeom>
              <a:avLst/>
              <a:gdLst/>
              <a:ahLst/>
              <a:cxnLst/>
              <a:rect l="l" t="t" r="r" b="b"/>
              <a:pathLst>
                <a:path w="691514" h="280669">
                  <a:moveTo>
                    <a:pt x="617933" y="29613"/>
                  </a:moveTo>
                  <a:lnTo>
                    <a:pt x="0" y="268732"/>
                  </a:lnTo>
                  <a:lnTo>
                    <a:pt x="4584" y="280670"/>
                  </a:lnTo>
                  <a:lnTo>
                    <a:pt x="622517" y="41421"/>
                  </a:lnTo>
                  <a:lnTo>
                    <a:pt x="617933" y="29613"/>
                  </a:lnTo>
                  <a:close/>
                </a:path>
                <a:path w="691514" h="280669">
                  <a:moveTo>
                    <a:pt x="675799" y="25019"/>
                  </a:moveTo>
                  <a:lnTo>
                    <a:pt x="629805" y="25019"/>
                  </a:lnTo>
                  <a:lnTo>
                    <a:pt x="634377" y="36830"/>
                  </a:lnTo>
                  <a:lnTo>
                    <a:pt x="622517" y="41421"/>
                  </a:lnTo>
                  <a:lnTo>
                    <a:pt x="633996" y="70993"/>
                  </a:lnTo>
                  <a:lnTo>
                    <a:pt x="675799" y="25019"/>
                  </a:lnTo>
                  <a:close/>
                </a:path>
                <a:path w="691514" h="280669">
                  <a:moveTo>
                    <a:pt x="629805" y="25019"/>
                  </a:moveTo>
                  <a:lnTo>
                    <a:pt x="617933" y="29613"/>
                  </a:lnTo>
                  <a:lnTo>
                    <a:pt x="622517" y="41421"/>
                  </a:lnTo>
                  <a:lnTo>
                    <a:pt x="634377" y="36830"/>
                  </a:lnTo>
                  <a:lnTo>
                    <a:pt x="629805" y="25019"/>
                  </a:lnTo>
                  <a:close/>
                </a:path>
                <a:path w="691514" h="280669">
                  <a:moveTo>
                    <a:pt x="606437" y="0"/>
                  </a:moveTo>
                  <a:lnTo>
                    <a:pt x="617933" y="29613"/>
                  </a:lnTo>
                  <a:lnTo>
                    <a:pt x="629805" y="25019"/>
                  </a:lnTo>
                  <a:lnTo>
                    <a:pt x="675799" y="25019"/>
                  </a:lnTo>
                  <a:lnTo>
                    <a:pt x="691273" y="8000"/>
                  </a:lnTo>
                  <a:lnTo>
                    <a:pt x="606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1" name="object 14"/>
            <p:cNvSpPr/>
            <p:nvPr/>
          </p:nvSpPr>
          <p:spPr>
            <a:xfrm>
              <a:off x="2040636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2" name="object 15"/>
            <p:cNvSpPr/>
            <p:nvPr/>
          </p:nvSpPr>
          <p:spPr>
            <a:xfrm>
              <a:off x="1445513" y="2140838"/>
              <a:ext cx="691515" cy="280670"/>
            </a:xfrm>
            <a:custGeom>
              <a:avLst/>
              <a:gdLst/>
              <a:ahLst/>
              <a:cxnLst/>
              <a:rect l="l" t="t" r="r" b="b"/>
              <a:pathLst>
                <a:path w="691514" h="280669">
                  <a:moveTo>
                    <a:pt x="617920" y="29613"/>
                  </a:moveTo>
                  <a:lnTo>
                    <a:pt x="0" y="268732"/>
                  </a:lnTo>
                  <a:lnTo>
                    <a:pt x="4572" y="280670"/>
                  </a:lnTo>
                  <a:lnTo>
                    <a:pt x="622504" y="41421"/>
                  </a:lnTo>
                  <a:lnTo>
                    <a:pt x="617920" y="29613"/>
                  </a:lnTo>
                  <a:close/>
                </a:path>
                <a:path w="691514" h="280669">
                  <a:moveTo>
                    <a:pt x="675786" y="25019"/>
                  </a:moveTo>
                  <a:lnTo>
                    <a:pt x="629793" y="25019"/>
                  </a:lnTo>
                  <a:lnTo>
                    <a:pt x="634365" y="36830"/>
                  </a:lnTo>
                  <a:lnTo>
                    <a:pt x="622504" y="41421"/>
                  </a:lnTo>
                  <a:lnTo>
                    <a:pt x="633984" y="70993"/>
                  </a:lnTo>
                  <a:lnTo>
                    <a:pt x="675786" y="25019"/>
                  </a:lnTo>
                  <a:close/>
                </a:path>
                <a:path w="691514" h="280669">
                  <a:moveTo>
                    <a:pt x="629793" y="25019"/>
                  </a:moveTo>
                  <a:lnTo>
                    <a:pt x="617920" y="29613"/>
                  </a:lnTo>
                  <a:lnTo>
                    <a:pt x="622504" y="41421"/>
                  </a:lnTo>
                  <a:lnTo>
                    <a:pt x="634365" y="36830"/>
                  </a:lnTo>
                  <a:lnTo>
                    <a:pt x="629793" y="25019"/>
                  </a:lnTo>
                  <a:close/>
                </a:path>
                <a:path w="691514" h="280669">
                  <a:moveTo>
                    <a:pt x="606425" y="0"/>
                  </a:moveTo>
                  <a:lnTo>
                    <a:pt x="617920" y="29613"/>
                  </a:lnTo>
                  <a:lnTo>
                    <a:pt x="629793" y="25019"/>
                  </a:lnTo>
                  <a:lnTo>
                    <a:pt x="675786" y="25019"/>
                  </a:lnTo>
                  <a:lnTo>
                    <a:pt x="691261" y="8000"/>
                  </a:lnTo>
                  <a:lnTo>
                    <a:pt x="606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3" name="object 16"/>
            <p:cNvSpPr/>
            <p:nvPr/>
          </p:nvSpPr>
          <p:spPr>
            <a:xfrm>
              <a:off x="2357628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4" name="object 17"/>
            <p:cNvSpPr/>
            <p:nvPr/>
          </p:nvSpPr>
          <p:spPr>
            <a:xfrm>
              <a:off x="1102144" y="2126233"/>
              <a:ext cx="1390015" cy="295910"/>
            </a:xfrm>
            <a:custGeom>
              <a:avLst/>
              <a:gdLst/>
              <a:ahLst/>
              <a:cxnLst/>
              <a:rect l="l" t="t" r="r" b="b"/>
              <a:pathLst>
                <a:path w="1390014" h="295910">
                  <a:moveTo>
                    <a:pt x="1389595" y="98806"/>
                  </a:moveTo>
                  <a:lnTo>
                    <a:pt x="1383245" y="86106"/>
                  </a:lnTo>
                  <a:lnTo>
                    <a:pt x="1351762" y="23152"/>
                  </a:lnTo>
                  <a:lnTo>
                    <a:pt x="1351864" y="22910"/>
                  </a:lnTo>
                  <a:lnTo>
                    <a:pt x="1352257" y="22606"/>
                  </a:lnTo>
                  <a:lnTo>
                    <a:pt x="1345145" y="20650"/>
                  </a:lnTo>
                  <a:lnTo>
                    <a:pt x="1345145" y="98806"/>
                  </a:lnTo>
                  <a:lnTo>
                    <a:pt x="1345145" y="275310"/>
                  </a:lnTo>
                  <a:lnTo>
                    <a:pt x="1317548" y="252133"/>
                  </a:lnTo>
                  <a:lnTo>
                    <a:pt x="1317548" y="268617"/>
                  </a:lnTo>
                  <a:lnTo>
                    <a:pt x="1255306" y="243535"/>
                  </a:lnTo>
                  <a:lnTo>
                    <a:pt x="1255306" y="257124"/>
                  </a:lnTo>
                  <a:lnTo>
                    <a:pt x="1159865" y="231838"/>
                  </a:lnTo>
                  <a:lnTo>
                    <a:pt x="1159865" y="244894"/>
                  </a:lnTo>
                  <a:lnTo>
                    <a:pt x="1109129" y="234873"/>
                  </a:lnTo>
                  <a:lnTo>
                    <a:pt x="1112227" y="232270"/>
                  </a:lnTo>
                  <a:lnTo>
                    <a:pt x="1159865" y="244894"/>
                  </a:lnTo>
                  <a:lnTo>
                    <a:pt x="1159865" y="231838"/>
                  </a:lnTo>
                  <a:lnTo>
                    <a:pt x="1124051" y="222338"/>
                  </a:lnTo>
                  <a:lnTo>
                    <a:pt x="1138605" y="210121"/>
                  </a:lnTo>
                  <a:lnTo>
                    <a:pt x="1255306" y="257124"/>
                  </a:lnTo>
                  <a:lnTo>
                    <a:pt x="1255306" y="243535"/>
                  </a:lnTo>
                  <a:lnTo>
                    <a:pt x="1149565" y="200914"/>
                  </a:lnTo>
                  <a:lnTo>
                    <a:pt x="1193241" y="164223"/>
                  </a:lnTo>
                  <a:lnTo>
                    <a:pt x="1317548" y="268617"/>
                  </a:lnTo>
                  <a:lnTo>
                    <a:pt x="1317548" y="252133"/>
                  </a:lnTo>
                  <a:lnTo>
                    <a:pt x="1203096" y="155956"/>
                  </a:lnTo>
                  <a:lnTo>
                    <a:pt x="1293164" y="80302"/>
                  </a:lnTo>
                  <a:lnTo>
                    <a:pt x="1295615" y="86360"/>
                  </a:lnTo>
                  <a:lnTo>
                    <a:pt x="1300975" y="80314"/>
                  </a:lnTo>
                  <a:lnTo>
                    <a:pt x="1314551" y="96481"/>
                  </a:lnTo>
                  <a:lnTo>
                    <a:pt x="1313395" y="98806"/>
                  </a:lnTo>
                  <a:lnTo>
                    <a:pt x="1316507" y="98806"/>
                  </a:lnTo>
                  <a:lnTo>
                    <a:pt x="1318221" y="100838"/>
                  </a:lnTo>
                  <a:lnTo>
                    <a:pt x="1319098" y="98806"/>
                  </a:lnTo>
                  <a:lnTo>
                    <a:pt x="1345145" y="98806"/>
                  </a:lnTo>
                  <a:lnTo>
                    <a:pt x="1345145" y="20650"/>
                  </a:lnTo>
                  <a:lnTo>
                    <a:pt x="1284122" y="3873"/>
                  </a:lnTo>
                  <a:lnTo>
                    <a:pt x="1284122" y="71297"/>
                  </a:lnTo>
                  <a:lnTo>
                    <a:pt x="1193241" y="147675"/>
                  </a:lnTo>
                  <a:lnTo>
                    <a:pt x="1183386" y="139395"/>
                  </a:lnTo>
                  <a:lnTo>
                    <a:pt x="1183386" y="155943"/>
                  </a:lnTo>
                  <a:lnTo>
                    <a:pt x="1136256" y="195554"/>
                  </a:lnTo>
                  <a:lnTo>
                    <a:pt x="1125296" y="191147"/>
                  </a:lnTo>
                  <a:lnTo>
                    <a:pt x="1125296" y="204762"/>
                  </a:lnTo>
                  <a:lnTo>
                    <a:pt x="1109091" y="218376"/>
                  </a:lnTo>
                  <a:lnTo>
                    <a:pt x="1097280" y="215252"/>
                  </a:lnTo>
                  <a:lnTo>
                    <a:pt x="1097280" y="228307"/>
                  </a:lnTo>
                  <a:lnTo>
                    <a:pt x="1093216" y="231724"/>
                  </a:lnTo>
                  <a:lnTo>
                    <a:pt x="1080757" y="229273"/>
                  </a:lnTo>
                  <a:lnTo>
                    <a:pt x="1080757" y="242201"/>
                  </a:lnTo>
                  <a:lnTo>
                    <a:pt x="1040853" y="275729"/>
                  </a:lnTo>
                  <a:lnTo>
                    <a:pt x="1040853" y="234315"/>
                  </a:lnTo>
                  <a:lnTo>
                    <a:pt x="1080757" y="242201"/>
                  </a:lnTo>
                  <a:lnTo>
                    <a:pt x="1080757" y="229273"/>
                  </a:lnTo>
                  <a:lnTo>
                    <a:pt x="1040853" y="221399"/>
                  </a:lnTo>
                  <a:lnTo>
                    <a:pt x="1040853" y="213360"/>
                  </a:lnTo>
                  <a:lnTo>
                    <a:pt x="1097280" y="228307"/>
                  </a:lnTo>
                  <a:lnTo>
                    <a:pt x="1097280" y="215252"/>
                  </a:lnTo>
                  <a:lnTo>
                    <a:pt x="1040853" y="200291"/>
                  </a:lnTo>
                  <a:lnTo>
                    <a:pt x="1040853" y="170738"/>
                  </a:lnTo>
                  <a:lnTo>
                    <a:pt x="1125296" y="204762"/>
                  </a:lnTo>
                  <a:lnTo>
                    <a:pt x="1125296" y="191147"/>
                  </a:lnTo>
                  <a:lnTo>
                    <a:pt x="1040853" y="157099"/>
                  </a:lnTo>
                  <a:lnTo>
                    <a:pt x="1040853" y="154825"/>
                  </a:lnTo>
                  <a:lnTo>
                    <a:pt x="1136281" y="116395"/>
                  </a:lnTo>
                  <a:lnTo>
                    <a:pt x="1183386" y="155943"/>
                  </a:lnTo>
                  <a:lnTo>
                    <a:pt x="1183386" y="139395"/>
                  </a:lnTo>
                  <a:lnTo>
                    <a:pt x="1149616" y="111010"/>
                  </a:lnTo>
                  <a:lnTo>
                    <a:pt x="1281480" y="57899"/>
                  </a:lnTo>
                  <a:lnTo>
                    <a:pt x="1284122" y="71297"/>
                  </a:lnTo>
                  <a:lnTo>
                    <a:pt x="1284122" y="3873"/>
                  </a:lnTo>
                  <a:lnTo>
                    <a:pt x="1270088" y="0"/>
                  </a:lnTo>
                  <a:lnTo>
                    <a:pt x="1271231" y="5867"/>
                  </a:lnTo>
                  <a:lnTo>
                    <a:pt x="1268691" y="5334"/>
                  </a:lnTo>
                  <a:lnTo>
                    <a:pt x="1271536" y="16103"/>
                  </a:lnTo>
                  <a:lnTo>
                    <a:pt x="1267167" y="15748"/>
                  </a:lnTo>
                  <a:lnTo>
                    <a:pt x="1273594" y="31711"/>
                  </a:lnTo>
                  <a:lnTo>
                    <a:pt x="1254480" y="35496"/>
                  </a:lnTo>
                  <a:lnTo>
                    <a:pt x="1254480" y="55029"/>
                  </a:lnTo>
                  <a:lnTo>
                    <a:pt x="1138593" y="101739"/>
                  </a:lnTo>
                  <a:lnTo>
                    <a:pt x="1125245" y="90538"/>
                  </a:lnTo>
                  <a:lnTo>
                    <a:pt x="1125245" y="107124"/>
                  </a:lnTo>
                  <a:lnTo>
                    <a:pt x="1040853" y="141135"/>
                  </a:lnTo>
                  <a:lnTo>
                    <a:pt x="1040853" y="111645"/>
                  </a:lnTo>
                  <a:lnTo>
                    <a:pt x="1109103" y="93560"/>
                  </a:lnTo>
                  <a:lnTo>
                    <a:pt x="1125245" y="107124"/>
                  </a:lnTo>
                  <a:lnTo>
                    <a:pt x="1125245" y="90538"/>
                  </a:lnTo>
                  <a:lnTo>
                    <a:pt x="1124115" y="89585"/>
                  </a:lnTo>
                  <a:lnTo>
                    <a:pt x="1254480" y="55029"/>
                  </a:lnTo>
                  <a:lnTo>
                    <a:pt x="1254480" y="35496"/>
                  </a:lnTo>
                  <a:lnTo>
                    <a:pt x="1159027" y="54343"/>
                  </a:lnTo>
                  <a:lnTo>
                    <a:pt x="1159027" y="67246"/>
                  </a:lnTo>
                  <a:lnTo>
                    <a:pt x="1112291" y="79641"/>
                  </a:lnTo>
                  <a:lnTo>
                    <a:pt x="1109243" y="77089"/>
                  </a:lnTo>
                  <a:lnTo>
                    <a:pt x="1159027" y="67246"/>
                  </a:lnTo>
                  <a:lnTo>
                    <a:pt x="1159027" y="54343"/>
                  </a:lnTo>
                  <a:lnTo>
                    <a:pt x="1097267" y="66535"/>
                  </a:lnTo>
                  <a:lnTo>
                    <a:pt x="1097267" y="83629"/>
                  </a:lnTo>
                  <a:lnTo>
                    <a:pt x="1078572" y="88582"/>
                  </a:lnTo>
                  <a:lnTo>
                    <a:pt x="1084033" y="82067"/>
                  </a:lnTo>
                  <a:lnTo>
                    <a:pt x="1093241" y="80251"/>
                  </a:lnTo>
                  <a:lnTo>
                    <a:pt x="1097267" y="83629"/>
                  </a:lnTo>
                  <a:lnTo>
                    <a:pt x="1097267" y="66535"/>
                  </a:lnTo>
                  <a:lnTo>
                    <a:pt x="1097026" y="66573"/>
                  </a:lnTo>
                  <a:lnTo>
                    <a:pt x="1103769" y="58547"/>
                  </a:lnTo>
                  <a:lnTo>
                    <a:pt x="1117307" y="42418"/>
                  </a:lnTo>
                  <a:lnTo>
                    <a:pt x="1034618" y="22644"/>
                  </a:lnTo>
                  <a:lnTo>
                    <a:pt x="1028153" y="22009"/>
                  </a:lnTo>
                  <a:lnTo>
                    <a:pt x="1028153" y="98806"/>
                  </a:lnTo>
                  <a:lnTo>
                    <a:pt x="1028153" y="101942"/>
                  </a:lnTo>
                  <a:lnTo>
                    <a:pt x="1028153" y="276275"/>
                  </a:lnTo>
                  <a:lnTo>
                    <a:pt x="995946" y="251358"/>
                  </a:lnTo>
                  <a:lnTo>
                    <a:pt x="995946" y="267487"/>
                  </a:lnTo>
                  <a:lnTo>
                    <a:pt x="931075" y="242392"/>
                  </a:lnTo>
                  <a:lnTo>
                    <a:pt x="931075" y="256070"/>
                  </a:lnTo>
                  <a:lnTo>
                    <a:pt x="844791" y="233807"/>
                  </a:lnTo>
                  <a:lnTo>
                    <a:pt x="858888" y="228130"/>
                  </a:lnTo>
                  <a:lnTo>
                    <a:pt x="931075" y="256070"/>
                  </a:lnTo>
                  <a:lnTo>
                    <a:pt x="931075" y="242392"/>
                  </a:lnTo>
                  <a:lnTo>
                    <a:pt x="876211" y="221157"/>
                  </a:lnTo>
                  <a:lnTo>
                    <a:pt x="908443" y="208178"/>
                  </a:lnTo>
                  <a:lnTo>
                    <a:pt x="923048" y="211061"/>
                  </a:lnTo>
                  <a:lnTo>
                    <a:pt x="995946" y="267487"/>
                  </a:lnTo>
                  <a:lnTo>
                    <a:pt x="995946" y="251358"/>
                  </a:lnTo>
                  <a:lnTo>
                    <a:pt x="951014" y="216585"/>
                  </a:lnTo>
                  <a:lnTo>
                    <a:pt x="1028153" y="231813"/>
                  </a:lnTo>
                  <a:lnTo>
                    <a:pt x="1028153" y="218884"/>
                  </a:lnTo>
                  <a:lnTo>
                    <a:pt x="929970" y="199504"/>
                  </a:lnTo>
                  <a:lnTo>
                    <a:pt x="953236" y="190131"/>
                  </a:lnTo>
                  <a:lnTo>
                    <a:pt x="1028153" y="209994"/>
                  </a:lnTo>
                  <a:lnTo>
                    <a:pt x="1028153" y="196938"/>
                  </a:lnTo>
                  <a:lnTo>
                    <a:pt x="972781" y="182257"/>
                  </a:lnTo>
                  <a:lnTo>
                    <a:pt x="1021105" y="162788"/>
                  </a:lnTo>
                  <a:lnTo>
                    <a:pt x="1028153" y="165620"/>
                  </a:lnTo>
                  <a:lnTo>
                    <a:pt x="1028153" y="146253"/>
                  </a:lnTo>
                  <a:lnTo>
                    <a:pt x="1021054" y="149123"/>
                  </a:lnTo>
                  <a:lnTo>
                    <a:pt x="1004112" y="142303"/>
                  </a:lnTo>
                  <a:lnTo>
                    <a:pt x="1004112" y="155943"/>
                  </a:lnTo>
                  <a:lnTo>
                    <a:pt x="952296" y="176834"/>
                  </a:lnTo>
                  <a:lnTo>
                    <a:pt x="932751" y="171665"/>
                  </a:lnTo>
                  <a:lnTo>
                    <a:pt x="932751" y="184708"/>
                  </a:lnTo>
                  <a:lnTo>
                    <a:pt x="917676" y="190779"/>
                  </a:lnTo>
                  <a:lnTo>
                    <a:pt x="900658" y="177634"/>
                  </a:lnTo>
                  <a:lnTo>
                    <a:pt x="900658" y="193725"/>
                  </a:lnTo>
                  <a:lnTo>
                    <a:pt x="885659" y="190766"/>
                  </a:lnTo>
                  <a:lnTo>
                    <a:pt x="885659" y="203682"/>
                  </a:lnTo>
                  <a:lnTo>
                    <a:pt x="858901" y="214464"/>
                  </a:lnTo>
                  <a:lnTo>
                    <a:pt x="841603" y="207772"/>
                  </a:lnTo>
                  <a:lnTo>
                    <a:pt x="841603" y="221437"/>
                  </a:lnTo>
                  <a:lnTo>
                    <a:pt x="824128" y="228473"/>
                  </a:lnTo>
                  <a:lnTo>
                    <a:pt x="804443" y="223393"/>
                  </a:lnTo>
                  <a:lnTo>
                    <a:pt x="804443" y="236397"/>
                  </a:lnTo>
                  <a:lnTo>
                    <a:pt x="730326" y="266268"/>
                  </a:lnTo>
                  <a:lnTo>
                    <a:pt x="777786" y="229527"/>
                  </a:lnTo>
                  <a:lnTo>
                    <a:pt x="804443" y="236397"/>
                  </a:lnTo>
                  <a:lnTo>
                    <a:pt x="804443" y="223393"/>
                  </a:lnTo>
                  <a:lnTo>
                    <a:pt x="790397" y="219760"/>
                  </a:lnTo>
                  <a:lnTo>
                    <a:pt x="806030" y="207657"/>
                  </a:lnTo>
                  <a:lnTo>
                    <a:pt x="841603" y="221437"/>
                  </a:lnTo>
                  <a:lnTo>
                    <a:pt x="841603" y="207772"/>
                  </a:lnTo>
                  <a:lnTo>
                    <a:pt x="817791" y="198551"/>
                  </a:lnTo>
                  <a:lnTo>
                    <a:pt x="826300" y="191973"/>
                  </a:lnTo>
                  <a:lnTo>
                    <a:pt x="885659" y="203682"/>
                  </a:lnTo>
                  <a:lnTo>
                    <a:pt x="885659" y="190766"/>
                  </a:lnTo>
                  <a:lnTo>
                    <a:pt x="839609" y="181673"/>
                  </a:lnTo>
                  <a:lnTo>
                    <a:pt x="860437" y="165544"/>
                  </a:lnTo>
                  <a:lnTo>
                    <a:pt x="866254" y="167081"/>
                  </a:lnTo>
                  <a:lnTo>
                    <a:pt x="900658" y="193725"/>
                  </a:lnTo>
                  <a:lnTo>
                    <a:pt x="900658" y="177634"/>
                  </a:lnTo>
                  <a:lnTo>
                    <a:pt x="897864" y="175463"/>
                  </a:lnTo>
                  <a:lnTo>
                    <a:pt x="932751" y="184708"/>
                  </a:lnTo>
                  <a:lnTo>
                    <a:pt x="932751" y="171665"/>
                  </a:lnTo>
                  <a:lnTo>
                    <a:pt x="873569" y="155968"/>
                  </a:lnTo>
                  <a:lnTo>
                    <a:pt x="952360" y="135102"/>
                  </a:lnTo>
                  <a:lnTo>
                    <a:pt x="1004112" y="155943"/>
                  </a:lnTo>
                  <a:lnTo>
                    <a:pt x="1004112" y="142303"/>
                  </a:lnTo>
                  <a:lnTo>
                    <a:pt x="972820" y="129679"/>
                  </a:lnTo>
                  <a:lnTo>
                    <a:pt x="1028153" y="115011"/>
                  </a:lnTo>
                  <a:lnTo>
                    <a:pt x="1028153" y="101942"/>
                  </a:lnTo>
                  <a:lnTo>
                    <a:pt x="953249" y="121793"/>
                  </a:lnTo>
                  <a:lnTo>
                    <a:pt x="932789" y="113550"/>
                  </a:lnTo>
                  <a:lnTo>
                    <a:pt x="932789" y="127215"/>
                  </a:lnTo>
                  <a:lnTo>
                    <a:pt x="898055" y="136410"/>
                  </a:lnTo>
                  <a:lnTo>
                    <a:pt x="917752" y="121158"/>
                  </a:lnTo>
                  <a:lnTo>
                    <a:pt x="932789" y="127215"/>
                  </a:lnTo>
                  <a:lnTo>
                    <a:pt x="932789" y="113550"/>
                  </a:lnTo>
                  <a:lnTo>
                    <a:pt x="930084" y="112458"/>
                  </a:lnTo>
                  <a:lnTo>
                    <a:pt x="997432" y="99148"/>
                  </a:lnTo>
                  <a:lnTo>
                    <a:pt x="997673" y="99441"/>
                  </a:lnTo>
                  <a:lnTo>
                    <a:pt x="997851" y="99072"/>
                  </a:lnTo>
                  <a:lnTo>
                    <a:pt x="999197" y="98806"/>
                  </a:lnTo>
                  <a:lnTo>
                    <a:pt x="1028153" y="98806"/>
                  </a:lnTo>
                  <a:lnTo>
                    <a:pt x="1028153" y="22009"/>
                  </a:lnTo>
                  <a:lnTo>
                    <a:pt x="988745" y="18288"/>
                  </a:lnTo>
                  <a:lnTo>
                    <a:pt x="988745" y="87934"/>
                  </a:lnTo>
                  <a:lnTo>
                    <a:pt x="951026" y="95389"/>
                  </a:lnTo>
                  <a:lnTo>
                    <a:pt x="974178" y="77457"/>
                  </a:lnTo>
                  <a:lnTo>
                    <a:pt x="977353" y="85598"/>
                  </a:lnTo>
                  <a:lnTo>
                    <a:pt x="982522" y="79908"/>
                  </a:lnTo>
                  <a:lnTo>
                    <a:pt x="988745" y="87934"/>
                  </a:lnTo>
                  <a:lnTo>
                    <a:pt x="988745" y="18288"/>
                  </a:lnTo>
                  <a:lnTo>
                    <a:pt x="969391" y="16459"/>
                  </a:lnTo>
                  <a:lnTo>
                    <a:pt x="969391" y="65125"/>
                  </a:lnTo>
                  <a:lnTo>
                    <a:pt x="923163" y="100888"/>
                  </a:lnTo>
                  <a:lnTo>
                    <a:pt x="908558" y="103784"/>
                  </a:lnTo>
                  <a:lnTo>
                    <a:pt x="900722" y="100634"/>
                  </a:lnTo>
                  <a:lnTo>
                    <a:pt x="900722" y="118249"/>
                  </a:lnTo>
                  <a:lnTo>
                    <a:pt x="866406" y="144792"/>
                  </a:lnTo>
                  <a:lnTo>
                    <a:pt x="860323" y="146405"/>
                  </a:lnTo>
                  <a:lnTo>
                    <a:pt x="840714" y="131241"/>
                  </a:lnTo>
                  <a:lnTo>
                    <a:pt x="840714" y="164668"/>
                  </a:lnTo>
                  <a:lnTo>
                    <a:pt x="822985" y="178384"/>
                  </a:lnTo>
                  <a:lnTo>
                    <a:pt x="809663" y="175755"/>
                  </a:lnTo>
                  <a:lnTo>
                    <a:pt x="809663" y="188683"/>
                  </a:lnTo>
                  <a:lnTo>
                    <a:pt x="803871" y="193167"/>
                  </a:lnTo>
                  <a:lnTo>
                    <a:pt x="792099" y="188620"/>
                  </a:lnTo>
                  <a:lnTo>
                    <a:pt x="792099" y="202272"/>
                  </a:lnTo>
                  <a:lnTo>
                    <a:pt x="774712" y="215722"/>
                  </a:lnTo>
                  <a:lnTo>
                    <a:pt x="762101" y="212471"/>
                  </a:lnTo>
                  <a:lnTo>
                    <a:pt x="762101" y="225475"/>
                  </a:lnTo>
                  <a:lnTo>
                    <a:pt x="696429" y="276275"/>
                  </a:lnTo>
                  <a:lnTo>
                    <a:pt x="696429" y="208534"/>
                  </a:lnTo>
                  <a:lnTo>
                    <a:pt x="762101" y="225475"/>
                  </a:lnTo>
                  <a:lnTo>
                    <a:pt x="762101" y="212471"/>
                  </a:lnTo>
                  <a:lnTo>
                    <a:pt x="710539" y="199161"/>
                  </a:lnTo>
                  <a:lnTo>
                    <a:pt x="754202" y="187591"/>
                  </a:lnTo>
                  <a:lnTo>
                    <a:pt x="792099" y="202272"/>
                  </a:lnTo>
                  <a:lnTo>
                    <a:pt x="792099" y="188620"/>
                  </a:lnTo>
                  <a:lnTo>
                    <a:pt x="775144" y="182054"/>
                  </a:lnTo>
                  <a:lnTo>
                    <a:pt x="775550" y="181952"/>
                  </a:lnTo>
                  <a:lnTo>
                    <a:pt x="809663" y="188683"/>
                  </a:lnTo>
                  <a:lnTo>
                    <a:pt x="809663" y="175755"/>
                  </a:lnTo>
                  <a:lnTo>
                    <a:pt x="803490" y="174536"/>
                  </a:lnTo>
                  <a:lnTo>
                    <a:pt x="840714" y="164668"/>
                  </a:lnTo>
                  <a:lnTo>
                    <a:pt x="840714" y="131241"/>
                  </a:lnTo>
                  <a:lnTo>
                    <a:pt x="840625" y="147243"/>
                  </a:lnTo>
                  <a:lnTo>
                    <a:pt x="824280" y="142913"/>
                  </a:lnTo>
                  <a:lnTo>
                    <a:pt x="824280" y="155968"/>
                  </a:lnTo>
                  <a:lnTo>
                    <a:pt x="775233" y="168960"/>
                  </a:lnTo>
                  <a:lnTo>
                    <a:pt x="734148" y="160858"/>
                  </a:lnTo>
                  <a:lnTo>
                    <a:pt x="734148" y="179832"/>
                  </a:lnTo>
                  <a:lnTo>
                    <a:pt x="696429" y="189826"/>
                  </a:lnTo>
                  <a:lnTo>
                    <a:pt x="696429" y="166331"/>
                  </a:lnTo>
                  <a:lnTo>
                    <a:pt x="702208" y="167474"/>
                  </a:lnTo>
                  <a:lnTo>
                    <a:pt x="734148" y="179832"/>
                  </a:lnTo>
                  <a:lnTo>
                    <a:pt x="734148" y="160858"/>
                  </a:lnTo>
                  <a:lnTo>
                    <a:pt x="709523" y="155994"/>
                  </a:lnTo>
                  <a:lnTo>
                    <a:pt x="775373" y="143002"/>
                  </a:lnTo>
                  <a:lnTo>
                    <a:pt x="824280" y="155968"/>
                  </a:lnTo>
                  <a:lnTo>
                    <a:pt x="824280" y="142913"/>
                  </a:lnTo>
                  <a:lnTo>
                    <a:pt x="803592" y="137426"/>
                  </a:lnTo>
                  <a:lnTo>
                    <a:pt x="823010" y="133591"/>
                  </a:lnTo>
                  <a:lnTo>
                    <a:pt x="840625" y="147243"/>
                  </a:lnTo>
                  <a:lnTo>
                    <a:pt x="840625" y="131165"/>
                  </a:lnTo>
                  <a:lnTo>
                    <a:pt x="839546" y="130327"/>
                  </a:lnTo>
                  <a:lnTo>
                    <a:pt x="900722" y="118249"/>
                  </a:lnTo>
                  <a:lnTo>
                    <a:pt x="900722" y="100634"/>
                  </a:lnTo>
                  <a:lnTo>
                    <a:pt x="885774" y="94615"/>
                  </a:lnTo>
                  <a:lnTo>
                    <a:pt x="885774" y="108280"/>
                  </a:lnTo>
                  <a:lnTo>
                    <a:pt x="826223" y="120027"/>
                  </a:lnTo>
                  <a:lnTo>
                    <a:pt x="817689" y="113411"/>
                  </a:lnTo>
                  <a:lnTo>
                    <a:pt x="858913" y="97459"/>
                  </a:lnTo>
                  <a:lnTo>
                    <a:pt x="885774" y="108280"/>
                  </a:lnTo>
                  <a:lnTo>
                    <a:pt x="885774" y="94615"/>
                  </a:lnTo>
                  <a:lnTo>
                    <a:pt x="876223" y="90754"/>
                  </a:lnTo>
                  <a:lnTo>
                    <a:pt x="964450" y="56591"/>
                  </a:lnTo>
                  <a:lnTo>
                    <a:pt x="967714" y="60807"/>
                  </a:lnTo>
                  <a:lnTo>
                    <a:pt x="969391" y="65125"/>
                  </a:lnTo>
                  <a:lnTo>
                    <a:pt x="969391" y="16459"/>
                  </a:lnTo>
                  <a:lnTo>
                    <a:pt x="949794" y="14605"/>
                  </a:lnTo>
                  <a:lnTo>
                    <a:pt x="958710" y="37592"/>
                  </a:lnTo>
                  <a:lnTo>
                    <a:pt x="950937" y="39116"/>
                  </a:lnTo>
                  <a:lnTo>
                    <a:pt x="956360" y="46139"/>
                  </a:lnTo>
                  <a:lnTo>
                    <a:pt x="859015" y="83820"/>
                  </a:lnTo>
                  <a:lnTo>
                    <a:pt x="841692" y="76847"/>
                  </a:lnTo>
                  <a:lnTo>
                    <a:pt x="841692" y="90512"/>
                  </a:lnTo>
                  <a:lnTo>
                    <a:pt x="809701" y="102895"/>
                  </a:lnTo>
                  <a:lnTo>
                    <a:pt x="809701" y="123291"/>
                  </a:lnTo>
                  <a:lnTo>
                    <a:pt x="775601" y="130009"/>
                  </a:lnTo>
                  <a:lnTo>
                    <a:pt x="775131" y="129895"/>
                  </a:lnTo>
                  <a:lnTo>
                    <a:pt x="803859" y="118770"/>
                  </a:lnTo>
                  <a:lnTo>
                    <a:pt x="809701" y="123291"/>
                  </a:lnTo>
                  <a:lnTo>
                    <a:pt x="809701" y="102895"/>
                  </a:lnTo>
                  <a:lnTo>
                    <a:pt x="805954" y="104343"/>
                  </a:lnTo>
                  <a:lnTo>
                    <a:pt x="792137" y="93649"/>
                  </a:lnTo>
                  <a:lnTo>
                    <a:pt x="792137" y="109689"/>
                  </a:lnTo>
                  <a:lnTo>
                    <a:pt x="754240" y="124358"/>
                  </a:lnTo>
                  <a:lnTo>
                    <a:pt x="734225" y="119062"/>
                  </a:lnTo>
                  <a:lnTo>
                    <a:pt x="734225" y="132092"/>
                  </a:lnTo>
                  <a:lnTo>
                    <a:pt x="702119" y="144513"/>
                  </a:lnTo>
                  <a:lnTo>
                    <a:pt x="696429" y="145643"/>
                  </a:lnTo>
                  <a:lnTo>
                    <a:pt x="696429" y="122085"/>
                  </a:lnTo>
                  <a:lnTo>
                    <a:pt x="734225" y="132092"/>
                  </a:lnTo>
                  <a:lnTo>
                    <a:pt x="734225" y="119062"/>
                  </a:lnTo>
                  <a:lnTo>
                    <a:pt x="696429" y="109029"/>
                  </a:lnTo>
                  <a:lnTo>
                    <a:pt x="696429" y="98806"/>
                  </a:lnTo>
                  <a:lnTo>
                    <a:pt x="726719" y="98806"/>
                  </a:lnTo>
                  <a:lnTo>
                    <a:pt x="727036" y="99441"/>
                  </a:lnTo>
                  <a:lnTo>
                    <a:pt x="727519" y="98806"/>
                  </a:lnTo>
                  <a:lnTo>
                    <a:pt x="728179" y="98806"/>
                  </a:lnTo>
                  <a:lnTo>
                    <a:pt x="727913" y="98298"/>
                  </a:lnTo>
                  <a:lnTo>
                    <a:pt x="741489" y="80733"/>
                  </a:lnTo>
                  <a:lnTo>
                    <a:pt x="746467" y="86360"/>
                  </a:lnTo>
                  <a:lnTo>
                    <a:pt x="750176" y="77203"/>
                  </a:lnTo>
                  <a:lnTo>
                    <a:pt x="792137" y="109689"/>
                  </a:lnTo>
                  <a:lnTo>
                    <a:pt x="792137" y="93649"/>
                  </a:lnTo>
                  <a:lnTo>
                    <a:pt x="755116" y="64985"/>
                  </a:lnTo>
                  <a:lnTo>
                    <a:pt x="756716" y="61010"/>
                  </a:lnTo>
                  <a:lnTo>
                    <a:pt x="759498" y="57416"/>
                  </a:lnTo>
                  <a:lnTo>
                    <a:pt x="841692" y="90512"/>
                  </a:lnTo>
                  <a:lnTo>
                    <a:pt x="841692" y="76847"/>
                  </a:lnTo>
                  <a:lnTo>
                    <a:pt x="767575" y="46964"/>
                  </a:lnTo>
                  <a:lnTo>
                    <a:pt x="773645" y="39116"/>
                  </a:lnTo>
                  <a:lnTo>
                    <a:pt x="766165" y="37642"/>
                  </a:lnTo>
                  <a:lnTo>
                    <a:pt x="775042" y="15748"/>
                  </a:lnTo>
                  <a:lnTo>
                    <a:pt x="690206" y="22606"/>
                  </a:lnTo>
                  <a:lnTo>
                    <a:pt x="690079" y="22606"/>
                  </a:lnTo>
                  <a:lnTo>
                    <a:pt x="683729" y="23901"/>
                  </a:lnTo>
                  <a:lnTo>
                    <a:pt x="683729" y="98806"/>
                  </a:lnTo>
                  <a:lnTo>
                    <a:pt x="683729" y="276275"/>
                  </a:lnTo>
                  <a:lnTo>
                    <a:pt x="651522" y="251358"/>
                  </a:lnTo>
                  <a:lnTo>
                    <a:pt x="651522" y="267500"/>
                  </a:lnTo>
                  <a:lnTo>
                    <a:pt x="570699" y="236220"/>
                  </a:lnTo>
                  <a:lnTo>
                    <a:pt x="600824" y="228244"/>
                  </a:lnTo>
                  <a:lnTo>
                    <a:pt x="651522" y="267500"/>
                  </a:lnTo>
                  <a:lnTo>
                    <a:pt x="651522" y="251358"/>
                  </a:lnTo>
                  <a:lnTo>
                    <a:pt x="616343" y="224129"/>
                  </a:lnTo>
                  <a:lnTo>
                    <a:pt x="683729" y="206260"/>
                  </a:lnTo>
                  <a:lnTo>
                    <a:pt x="683729" y="192239"/>
                  </a:lnTo>
                  <a:lnTo>
                    <a:pt x="660679" y="186309"/>
                  </a:lnTo>
                  <a:lnTo>
                    <a:pt x="660679" y="199301"/>
                  </a:lnTo>
                  <a:lnTo>
                    <a:pt x="603758" y="214388"/>
                  </a:lnTo>
                  <a:lnTo>
                    <a:pt x="588251" y="202387"/>
                  </a:lnTo>
                  <a:lnTo>
                    <a:pt x="588251" y="218503"/>
                  </a:lnTo>
                  <a:lnTo>
                    <a:pt x="550659" y="228460"/>
                  </a:lnTo>
                  <a:lnTo>
                    <a:pt x="535597" y="222631"/>
                  </a:lnTo>
                  <a:lnTo>
                    <a:pt x="574255" y="207670"/>
                  </a:lnTo>
                  <a:lnTo>
                    <a:pt x="588251" y="218503"/>
                  </a:lnTo>
                  <a:lnTo>
                    <a:pt x="588251" y="202387"/>
                  </a:lnTo>
                  <a:lnTo>
                    <a:pt x="621792" y="189268"/>
                  </a:lnTo>
                  <a:lnTo>
                    <a:pt x="660679" y="199301"/>
                  </a:lnTo>
                  <a:lnTo>
                    <a:pt x="660679" y="186309"/>
                  </a:lnTo>
                  <a:lnTo>
                    <a:pt x="641959" y="181470"/>
                  </a:lnTo>
                  <a:lnTo>
                    <a:pt x="683729" y="165290"/>
                  </a:lnTo>
                  <a:lnTo>
                    <a:pt x="683729" y="146672"/>
                  </a:lnTo>
                  <a:lnTo>
                    <a:pt x="644042" y="131330"/>
                  </a:lnTo>
                  <a:lnTo>
                    <a:pt x="644042" y="155994"/>
                  </a:lnTo>
                  <a:lnTo>
                    <a:pt x="633945" y="157988"/>
                  </a:lnTo>
                  <a:lnTo>
                    <a:pt x="633945" y="170903"/>
                  </a:lnTo>
                  <a:lnTo>
                    <a:pt x="620788" y="175996"/>
                  </a:lnTo>
                  <a:lnTo>
                    <a:pt x="615315" y="174586"/>
                  </a:lnTo>
                  <a:lnTo>
                    <a:pt x="633945" y="170903"/>
                  </a:lnTo>
                  <a:lnTo>
                    <a:pt x="633945" y="157988"/>
                  </a:lnTo>
                  <a:lnTo>
                    <a:pt x="600621" y="164566"/>
                  </a:lnTo>
                  <a:lnTo>
                    <a:pt x="600621" y="183807"/>
                  </a:lnTo>
                  <a:lnTo>
                    <a:pt x="576364" y="193192"/>
                  </a:lnTo>
                  <a:lnTo>
                    <a:pt x="565124" y="184492"/>
                  </a:lnTo>
                  <a:lnTo>
                    <a:pt x="586752" y="180225"/>
                  </a:lnTo>
                  <a:lnTo>
                    <a:pt x="600621" y="183807"/>
                  </a:lnTo>
                  <a:lnTo>
                    <a:pt x="600621" y="164566"/>
                  </a:lnTo>
                  <a:lnTo>
                    <a:pt x="586930" y="167259"/>
                  </a:lnTo>
                  <a:lnTo>
                    <a:pt x="562495" y="160959"/>
                  </a:lnTo>
                  <a:lnTo>
                    <a:pt x="562495" y="198564"/>
                  </a:lnTo>
                  <a:lnTo>
                    <a:pt x="529678" y="211264"/>
                  </a:lnTo>
                  <a:lnTo>
                    <a:pt x="529678" y="234010"/>
                  </a:lnTo>
                  <a:lnTo>
                    <a:pt x="455244" y="253733"/>
                  </a:lnTo>
                  <a:lnTo>
                    <a:pt x="517931" y="229476"/>
                  </a:lnTo>
                  <a:lnTo>
                    <a:pt x="529678" y="234010"/>
                  </a:lnTo>
                  <a:lnTo>
                    <a:pt x="529678" y="211264"/>
                  </a:lnTo>
                  <a:lnTo>
                    <a:pt x="517931" y="215798"/>
                  </a:lnTo>
                  <a:lnTo>
                    <a:pt x="500265" y="208965"/>
                  </a:lnTo>
                  <a:lnTo>
                    <a:pt x="500265" y="222631"/>
                  </a:lnTo>
                  <a:lnTo>
                    <a:pt x="384327" y="267487"/>
                  </a:lnTo>
                  <a:lnTo>
                    <a:pt x="461594" y="207657"/>
                  </a:lnTo>
                  <a:lnTo>
                    <a:pt x="500265" y="222631"/>
                  </a:lnTo>
                  <a:lnTo>
                    <a:pt x="500265" y="208965"/>
                  </a:lnTo>
                  <a:lnTo>
                    <a:pt x="480301" y="201231"/>
                  </a:lnTo>
                  <a:lnTo>
                    <a:pt x="548551" y="187769"/>
                  </a:lnTo>
                  <a:lnTo>
                    <a:pt x="562495" y="198564"/>
                  </a:lnTo>
                  <a:lnTo>
                    <a:pt x="562495" y="160959"/>
                  </a:lnTo>
                  <a:lnTo>
                    <a:pt x="558368" y="159905"/>
                  </a:lnTo>
                  <a:lnTo>
                    <a:pt x="558368" y="172897"/>
                  </a:lnTo>
                  <a:lnTo>
                    <a:pt x="551802" y="174193"/>
                  </a:lnTo>
                  <a:lnTo>
                    <a:pt x="545998" y="169710"/>
                  </a:lnTo>
                  <a:lnTo>
                    <a:pt x="558368" y="172897"/>
                  </a:lnTo>
                  <a:lnTo>
                    <a:pt x="558368" y="159905"/>
                  </a:lnTo>
                  <a:lnTo>
                    <a:pt x="535241" y="153936"/>
                  </a:lnTo>
                  <a:lnTo>
                    <a:pt x="535241" y="177457"/>
                  </a:lnTo>
                  <a:lnTo>
                    <a:pt x="488772" y="186626"/>
                  </a:lnTo>
                  <a:lnTo>
                    <a:pt x="517931" y="164058"/>
                  </a:lnTo>
                  <a:lnTo>
                    <a:pt x="535241" y="177457"/>
                  </a:lnTo>
                  <a:lnTo>
                    <a:pt x="535241" y="153936"/>
                  </a:lnTo>
                  <a:lnTo>
                    <a:pt x="532053" y="153111"/>
                  </a:lnTo>
                  <a:lnTo>
                    <a:pt x="551840" y="137795"/>
                  </a:lnTo>
                  <a:lnTo>
                    <a:pt x="644042" y="155994"/>
                  </a:lnTo>
                  <a:lnTo>
                    <a:pt x="644042" y="131330"/>
                  </a:lnTo>
                  <a:lnTo>
                    <a:pt x="634060" y="127457"/>
                  </a:lnTo>
                  <a:lnTo>
                    <a:pt x="634060" y="141097"/>
                  </a:lnTo>
                  <a:lnTo>
                    <a:pt x="565150" y="127495"/>
                  </a:lnTo>
                  <a:lnTo>
                    <a:pt x="576414" y="118770"/>
                  </a:lnTo>
                  <a:lnTo>
                    <a:pt x="634060" y="141097"/>
                  </a:lnTo>
                  <a:lnTo>
                    <a:pt x="634060" y="127457"/>
                  </a:lnTo>
                  <a:lnTo>
                    <a:pt x="588137" y="109689"/>
                  </a:lnTo>
                  <a:lnTo>
                    <a:pt x="603821" y="97536"/>
                  </a:lnTo>
                  <a:lnTo>
                    <a:pt x="683729" y="118719"/>
                  </a:lnTo>
                  <a:lnTo>
                    <a:pt x="683729" y="105664"/>
                  </a:lnTo>
                  <a:lnTo>
                    <a:pt x="657847" y="98806"/>
                  </a:lnTo>
                  <a:lnTo>
                    <a:pt x="683729" y="98806"/>
                  </a:lnTo>
                  <a:lnTo>
                    <a:pt x="683729" y="23901"/>
                  </a:lnTo>
                  <a:lnTo>
                    <a:pt x="651433" y="30264"/>
                  </a:lnTo>
                  <a:lnTo>
                    <a:pt x="651433" y="97116"/>
                  </a:lnTo>
                  <a:lnTo>
                    <a:pt x="616381" y="87820"/>
                  </a:lnTo>
                  <a:lnTo>
                    <a:pt x="633793" y="74333"/>
                  </a:lnTo>
                  <a:lnTo>
                    <a:pt x="651433" y="97116"/>
                  </a:lnTo>
                  <a:lnTo>
                    <a:pt x="651433" y="30264"/>
                  </a:lnTo>
                  <a:lnTo>
                    <a:pt x="606513" y="39116"/>
                  </a:lnTo>
                  <a:lnTo>
                    <a:pt x="626021" y="64312"/>
                  </a:lnTo>
                  <a:lnTo>
                    <a:pt x="600925" y="83731"/>
                  </a:lnTo>
                  <a:lnTo>
                    <a:pt x="588365" y="80403"/>
                  </a:lnTo>
                  <a:lnTo>
                    <a:pt x="588365" y="93446"/>
                  </a:lnTo>
                  <a:lnTo>
                    <a:pt x="574294" y="104330"/>
                  </a:lnTo>
                  <a:lnTo>
                    <a:pt x="562559" y="99796"/>
                  </a:lnTo>
                  <a:lnTo>
                    <a:pt x="562559" y="113398"/>
                  </a:lnTo>
                  <a:lnTo>
                    <a:pt x="548576" y="124218"/>
                  </a:lnTo>
                  <a:lnTo>
                    <a:pt x="535266" y="121602"/>
                  </a:lnTo>
                  <a:lnTo>
                    <a:pt x="535266" y="134518"/>
                  </a:lnTo>
                  <a:lnTo>
                    <a:pt x="517893" y="147955"/>
                  </a:lnTo>
                  <a:lnTo>
                    <a:pt x="503821" y="137071"/>
                  </a:lnTo>
                  <a:lnTo>
                    <a:pt x="503821" y="158826"/>
                  </a:lnTo>
                  <a:lnTo>
                    <a:pt x="460756" y="192151"/>
                  </a:lnTo>
                  <a:lnTo>
                    <a:pt x="458165" y="192671"/>
                  </a:lnTo>
                  <a:lnTo>
                    <a:pt x="438315" y="185000"/>
                  </a:lnTo>
                  <a:lnTo>
                    <a:pt x="438315" y="209511"/>
                  </a:lnTo>
                  <a:lnTo>
                    <a:pt x="352005" y="276275"/>
                  </a:lnTo>
                  <a:lnTo>
                    <a:pt x="352005" y="226542"/>
                  </a:lnTo>
                  <a:lnTo>
                    <a:pt x="438315" y="209511"/>
                  </a:lnTo>
                  <a:lnTo>
                    <a:pt x="438315" y="185000"/>
                  </a:lnTo>
                  <a:lnTo>
                    <a:pt x="434797" y="183629"/>
                  </a:lnTo>
                  <a:lnTo>
                    <a:pt x="434797" y="197281"/>
                  </a:lnTo>
                  <a:lnTo>
                    <a:pt x="352005" y="213614"/>
                  </a:lnTo>
                  <a:lnTo>
                    <a:pt x="352005" y="165227"/>
                  </a:lnTo>
                  <a:lnTo>
                    <a:pt x="434797" y="197281"/>
                  </a:lnTo>
                  <a:lnTo>
                    <a:pt x="434797" y="183629"/>
                  </a:lnTo>
                  <a:lnTo>
                    <a:pt x="352005" y="151587"/>
                  </a:lnTo>
                  <a:lnTo>
                    <a:pt x="352005" y="119646"/>
                  </a:lnTo>
                  <a:lnTo>
                    <a:pt x="503821" y="158826"/>
                  </a:lnTo>
                  <a:lnTo>
                    <a:pt x="503821" y="137071"/>
                  </a:lnTo>
                  <a:lnTo>
                    <a:pt x="489635" y="126098"/>
                  </a:lnTo>
                  <a:lnTo>
                    <a:pt x="489635" y="142163"/>
                  </a:lnTo>
                  <a:lnTo>
                    <a:pt x="352005" y="106641"/>
                  </a:lnTo>
                  <a:lnTo>
                    <a:pt x="352005" y="98806"/>
                  </a:lnTo>
                  <a:lnTo>
                    <a:pt x="354368" y="98806"/>
                  </a:lnTo>
                  <a:lnTo>
                    <a:pt x="460756" y="119811"/>
                  </a:lnTo>
                  <a:lnTo>
                    <a:pt x="489635" y="142163"/>
                  </a:lnTo>
                  <a:lnTo>
                    <a:pt x="489635" y="126098"/>
                  </a:lnTo>
                  <a:lnTo>
                    <a:pt x="488619" y="125310"/>
                  </a:lnTo>
                  <a:lnTo>
                    <a:pt x="535266" y="134518"/>
                  </a:lnTo>
                  <a:lnTo>
                    <a:pt x="535266" y="121602"/>
                  </a:lnTo>
                  <a:lnTo>
                    <a:pt x="466204" y="107962"/>
                  </a:lnTo>
                  <a:lnTo>
                    <a:pt x="438353" y="86410"/>
                  </a:lnTo>
                  <a:lnTo>
                    <a:pt x="438353" y="102463"/>
                  </a:lnTo>
                  <a:lnTo>
                    <a:pt x="387959" y="92519"/>
                  </a:lnTo>
                  <a:lnTo>
                    <a:pt x="397725" y="79883"/>
                  </a:lnTo>
                  <a:lnTo>
                    <a:pt x="402932" y="85598"/>
                  </a:lnTo>
                  <a:lnTo>
                    <a:pt x="406082" y="77457"/>
                  </a:lnTo>
                  <a:lnTo>
                    <a:pt x="438353" y="102463"/>
                  </a:lnTo>
                  <a:lnTo>
                    <a:pt x="438353" y="86410"/>
                  </a:lnTo>
                  <a:lnTo>
                    <a:pt x="412813" y="66636"/>
                  </a:lnTo>
                  <a:lnTo>
                    <a:pt x="415353" y="57048"/>
                  </a:lnTo>
                  <a:lnTo>
                    <a:pt x="415734" y="56553"/>
                  </a:lnTo>
                  <a:lnTo>
                    <a:pt x="562559" y="113398"/>
                  </a:lnTo>
                  <a:lnTo>
                    <a:pt x="562559" y="99796"/>
                  </a:lnTo>
                  <a:lnTo>
                    <a:pt x="454406" y="57937"/>
                  </a:lnTo>
                  <a:lnTo>
                    <a:pt x="588365" y="93446"/>
                  </a:lnTo>
                  <a:lnTo>
                    <a:pt x="588365" y="80403"/>
                  </a:lnTo>
                  <a:lnTo>
                    <a:pt x="422046" y="36334"/>
                  </a:lnTo>
                  <a:lnTo>
                    <a:pt x="430491" y="14605"/>
                  </a:lnTo>
                  <a:lnTo>
                    <a:pt x="426529" y="14986"/>
                  </a:lnTo>
                  <a:lnTo>
                    <a:pt x="429094" y="5334"/>
                  </a:lnTo>
                  <a:lnTo>
                    <a:pt x="345655" y="22606"/>
                  </a:lnTo>
                  <a:lnTo>
                    <a:pt x="339305" y="35306"/>
                  </a:lnTo>
                  <a:lnTo>
                    <a:pt x="339305" y="98806"/>
                  </a:lnTo>
                  <a:lnTo>
                    <a:pt x="339305" y="103365"/>
                  </a:lnTo>
                  <a:lnTo>
                    <a:pt x="339305" y="276275"/>
                  </a:lnTo>
                  <a:lnTo>
                    <a:pt x="290677" y="238645"/>
                  </a:lnTo>
                  <a:lnTo>
                    <a:pt x="339305" y="229044"/>
                  </a:lnTo>
                  <a:lnTo>
                    <a:pt x="339305" y="216115"/>
                  </a:lnTo>
                  <a:lnTo>
                    <a:pt x="277368" y="228346"/>
                  </a:lnTo>
                  <a:lnTo>
                    <a:pt x="69964" y="67868"/>
                  </a:lnTo>
                  <a:lnTo>
                    <a:pt x="72136" y="56883"/>
                  </a:lnTo>
                  <a:lnTo>
                    <a:pt x="339305" y="160312"/>
                  </a:lnTo>
                  <a:lnTo>
                    <a:pt x="339305" y="146672"/>
                  </a:lnTo>
                  <a:lnTo>
                    <a:pt x="104305" y="55727"/>
                  </a:lnTo>
                  <a:lnTo>
                    <a:pt x="339305" y="116370"/>
                  </a:lnTo>
                  <a:lnTo>
                    <a:pt x="339305" y="103365"/>
                  </a:lnTo>
                  <a:lnTo>
                    <a:pt x="321652" y="98806"/>
                  </a:lnTo>
                  <a:lnTo>
                    <a:pt x="339305" y="98806"/>
                  </a:lnTo>
                  <a:lnTo>
                    <a:pt x="339305" y="35306"/>
                  </a:lnTo>
                  <a:lnTo>
                    <a:pt x="317639" y="78638"/>
                  </a:lnTo>
                  <a:lnTo>
                    <a:pt x="311746" y="77482"/>
                  </a:lnTo>
                  <a:lnTo>
                    <a:pt x="311746" y="90398"/>
                  </a:lnTo>
                  <a:lnTo>
                    <a:pt x="309156" y="95592"/>
                  </a:lnTo>
                  <a:lnTo>
                    <a:pt x="215036" y="71310"/>
                  </a:lnTo>
                  <a:lnTo>
                    <a:pt x="311746" y="90398"/>
                  </a:lnTo>
                  <a:lnTo>
                    <a:pt x="311746" y="77482"/>
                  </a:lnTo>
                  <a:lnTo>
                    <a:pt x="79425" y="31610"/>
                  </a:lnTo>
                  <a:lnTo>
                    <a:pt x="86042" y="14605"/>
                  </a:lnTo>
                  <a:lnTo>
                    <a:pt x="81864" y="14998"/>
                  </a:lnTo>
                  <a:lnTo>
                    <a:pt x="84531" y="4699"/>
                  </a:lnTo>
                  <a:lnTo>
                    <a:pt x="82334" y="5181"/>
                  </a:lnTo>
                  <a:lnTo>
                    <a:pt x="83362" y="0"/>
                  </a:lnTo>
                  <a:lnTo>
                    <a:pt x="1231" y="22606"/>
                  </a:lnTo>
                  <a:lnTo>
                    <a:pt x="38163" y="99441"/>
                  </a:lnTo>
                  <a:lnTo>
                    <a:pt x="53301" y="79857"/>
                  </a:lnTo>
                  <a:lnTo>
                    <a:pt x="58534" y="85598"/>
                  </a:lnTo>
                  <a:lnTo>
                    <a:pt x="61671" y="77495"/>
                  </a:lnTo>
                  <a:lnTo>
                    <a:pt x="260756" y="231622"/>
                  </a:lnTo>
                  <a:lnTo>
                    <a:pt x="0" y="283083"/>
                  </a:lnTo>
                  <a:lnTo>
                    <a:pt x="2463" y="295529"/>
                  </a:lnTo>
                  <a:lnTo>
                    <a:pt x="274066" y="241922"/>
                  </a:lnTo>
                  <a:lnTo>
                    <a:pt x="341845" y="294386"/>
                  </a:lnTo>
                  <a:lnTo>
                    <a:pt x="345668" y="289369"/>
                  </a:lnTo>
                  <a:lnTo>
                    <a:pt x="347306" y="295402"/>
                  </a:lnTo>
                  <a:lnTo>
                    <a:pt x="347916" y="295249"/>
                  </a:lnTo>
                  <a:lnTo>
                    <a:pt x="348272" y="295148"/>
                  </a:lnTo>
                  <a:lnTo>
                    <a:pt x="549719" y="241769"/>
                  </a:lnTo>
                  <a:lnTo>
                    <a:pt x="687920" y="295275"/>
                  </a:lnTo>
                  <a:lnTo>
                    <a:pt x="690143" y="289471"/>
                  </a:lnTo>
                  <a:lnTo>
                    <a:pt x="692492" y="295148"/>
                  </a:lnTo>
                  <a:lnTo>
                    <a:pt x="825106" y="241731"/>
                  </a:lnTo>
                  <a:lnTo>
                    <a:pt x="1031798" y="295071"/>
                  </a:lnTo>
                  <a:lnTo>
                    <a:pt x="1032344" y="295275"/>
                  </a:lnTo>
                  <a:lnTo>
                    <a:pt x="1033106" y="295402"/>
                  </a:lnTo>
                  <a:lnTo>
                    <a:pt x="1034643" y="289483"/>
                  </a:lnTo>
                  <a:lnTo>
                    <a:pt x="1038567" y="294132"/>
                  </a:lnTo>
                  <a:lnTo>
                    <a:pt x="1096670" y="245338"/>
                  </a:lnTo>
                  <a:lnTo>
                    <a:pt x="1350987" y="295529"/>
                  </a:lnTo>
                  <a:lnTo>
                    <a:pt x="1352194" y="289306"/>
                  </a:lnTo>
                  <a:lnTo>
                    <a:pt x="1357845" y="289306"/>
                  </a:lnTo>
                  <a:lnTo>
                    <a:pt x="1357845" y="98806"/>
                  </a:lnTo>
                  <a:lnTo>
                    <a:pt x="1389595" y="988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18452" y="1366489"/>
            <a:ext cx="6238380" cy="3561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903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Courier New" panose="02070309020205020404" pitchFamily="49" charset="0"/>
              <a:buChar char="o"/>
              <a:tabLst>
                <a:tab pos="266214" algn="l"/>
                <a:tab pos="266690" algn="l"/>
              </a:tabLst>
              <a:defRPr/>
            </a:pP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Encoder-only models</a:t>
            </a:r>
          </a:p>
          <a:p>
            <a:pPr marL="538592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Gets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bidirectional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context</a:t>
            </a:r>
            <a:r>
              <a:rPr kumimoji="0" lang="en-US" sz="1903" b="0" i="0" u="none" strike="noStrike" kern="0" cap="none" spc="1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–</a:t>
            </a:r>
            <a:r>
              <a:rPr kumimoji="0" lang="en-US" sz="1903" b="0" i="0" u="none" strike="noStrike" kern="0" cap="none" spc="1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can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condition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on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future!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Calibri"/>
              <a:sym typeface="Arial"/>
            </a:endParaRPr>
          </a:p>
          <a:p>
            <a:pPr marL="538592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How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 do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we</a:t>
            </a:r>
            <a:r>
              <a:rPr kumimoji="0" lang="en-US" sz="1903" b="0" i="0" u="none" strike="noStrike" kern="0" cap="none" spc="1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train</a:t>
            </a:r>
            <a:r>
              <a:rPr kumimoji="0" lang="en-US" sz="1903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them</a:t>
            </a:r>
            <a:r>
              <a:rPr kumimoji="0" lang="en-US" sz="1903" b="0" i="0" u="none" strike="noStrike" kern="0" cap="none" spc="1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to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build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strong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representations?</a:t>
            </a:r>
          </a:p>
          <a:p>
            <a:pPr marL="538592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Also known as </a:t>
            </a:r>
            <a:r>
              <a:rPr kumimoji="0" lang="en-US" sz="1903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auto-encoding models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Calibri"/>
              <a:sym typeface="Arial"/>
            </a:endParaRPr>
          </a:p>
          <a:p>
            <a:pPr marL="271903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For tasks that require understanding of the input, </a:t>
            </a:r>
            <a:r>
              <a:rPr kumimoji="0" lang="en-US" sz="190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e.g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sentence classification and named entity recognition</a:t>
            </a:r>
          </a:p>
          <a:p>
            <a:pPr marL="271903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Representatives of this family of models include:</a:t>
            </a:r>
          </a:p>
          <a:p>
            <a:pPr marL="0" marR="0" lvl="1" indent="0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      ALBERT, BERT, </a:t>
            </a:r>
            <a:r>
              <a:rPr kumimoji="0" lang="en-US" sz="190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DistilBERT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, , ELECTRA, </a:t>
            </a:r>
            <a:r>
              <a:rPr kumimoji="0" lang="en-US" sz="190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RoBERTa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78376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9110"/>
            <a:ext cx="7022737" cy="4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Pre-training</a:t>
            </a:r>
            <a:r>
              <a:rPr kumimoji="0" lang="en-US" sz="2220" b="1" i="0" u="none" strike="noStrike" kern="0" cap="none" spc="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for</a:t>
            </a:r>
            <a:r>
              <a:rPr kumimoji="0" lang="en-US" sz="2220" b="1" i="0" u="none" strike="noStrike" kern="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three</a:t>
            </a:r>
            <a:r>
              <a:rPr kumimoji="0" lang="en-US" sz="2220" b="1" i="0" u="none" strike="noStrike" kern="0" cap="none" spc="-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types of architectures</a:t>
            </a:r>
            <a:endParaRPr kumimoji="0" lang="en-IN" sz="222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/>
              <a:cs typeface="Arial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0095" y="1832656"/>
            <a:ext cx="6493753" cy="2856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515"/>
              </a:buClr>
              <a:buSzTx/>
              <a:buFont typeface="Courier New" panose="02070309020205020404" pitchFamily="49" charset="0"/>
              <a:buChar char="o"/>
              <a:tabLst>
                <a:tab pos="266214" algn="l"/>
                <a:tab pos="266690" algn="l"/>
              </a:tabLst>
              <a:defRPr/>
            </a:pP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Decoder-only models</a:t>
            </a:r>
          </a:p>
          <a:p>
            <a:pPr marL="538592" marR="0" lvl="0" indent="-271903" algn="l" defTabSz="1450147" rtl="0" eaLnBrk="1" fontAlgn="auto" latinLnBrk="0" hangingPunct="1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Language models</a:t>
            </a:r>
          </a:p>
          <a:p>
            <a:pPr marL="538592" marR="0" lvl="0" indent="-271903" algn="l" defTabSz="1450147" rtl="0" eaLnBrk="1" fontAlgn="auto" latinLnBrk="0" hangingPunct="1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Nice to generate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from;</a:t>
            </a:r>
            <a:r>
              <a:rPr kumimoji="0" lang="en-US" sz="1903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can’t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condition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on</a:t>
            </a:r>
            <a:r>
              <a:rPr kumimoji="0" lang="en-US" sz="1903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future words</a:t>
            </a: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These models are also known as </a:t>
            </a:r>
            <a:r>
              <a:rPr kumimoji="0" lang="en-US" sz="1903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auto-regressive models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.</a:t>
            </a: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Representatives of this family of models include:</a:t>
            </a:r>
          </a:p>
          <a:p>
            <a:pPr marL="0" marR="0" lvl="1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     CTRL, GPT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 series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, Transformer XL</a:t>
            </a: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Encoder-decoder models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 or </a:t>
            </a: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sequence-to-sequence models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Calibri"/>
              <a:cs typeface="Arial"/>
              <a:sym typeface="Arial"/>
            </a:endParaRP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For generative tasks that require an input, such as translation or summarization . BART/T5-like</a:t>
            </a:r>
          </a:p>
        </p:txBody>
      </p:sp>
      <p:pic>
        <p:nvPicPr>
          <p:cNvPr id="1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4525" y="1832655"/>
            <a:ext cx="1163859" cy="778669"/>
          </a:xfrm>
          <a:prstGeom prst="rect">
            <a:avLst/>
          </a:prstGeom>
        </p:spPr>
      </p:pic>
      <p:pic>
        <p:nvPicPr>
          <p:cNvPr id="16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4431" y="3043875"/>
            <a:ext cx="1417463" cy="120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447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14CEA-64A3-45BE-87B4-44ABCE281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" y="304800"/>
            <a:ext cx="5342965" cy="618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24F5F1-C895-407A-8EE8-CB7EE2BF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7141"/>
            <a:ext cx="9144000" cy="348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455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0B4A6F-3CC6-4AB6-B4B1-37AD95FE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20"/>
            <a:ext cx="7198659" cy="522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FCD52A-4B54-4E84-BF0A-F34E5965C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378" y="1120588"/>
            <a:ext cx="3786888" cy="1963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7152F5-96BE-4803-9269-A67568E8B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5" y="1004047"/>
            <a:ext cx="4787154" cy="562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957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4B8BBF-7897-4752-9367-87B8D42B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378"/>
            <a:ext cx="7485529" cy="411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4181B-3EDC-4532-BD54-A4D84682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8" y="972671"/>
            <a:ext cx="6185648" cy="596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CEB6A-E33E-4A4D-A545-7381A21AA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18" y="1654877"/>
            <a:ext cx="8435788" cy="493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78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4580C-4DCE-4F94-BE08-F18CF77B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6" y="1170636"/>
            <a:ext cx="8130988" cy="520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377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9BFA09-9E3E-4D61-930D-C251B593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" y="385482"/>
            <a:ext cx="2761129" cy="403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CF8C05-B47F-47ED-886E-BEA8CE15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2" y="1380565"/>
            <a:ext cx="8059271" cy="50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793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53367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E45D8D-C19B-4BF2-9DEF-529E9F9F7BE1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e1b5d412-63f5-4184-9493-34a8c46e02de"/>
  </ds:schemaRefs>
</ds:datastoreItem>
</file>

<file path=customXml/itemProps2.xml><?xml version="1.0" encoding="utf-8"?>
<ds:datastoreItem xmlns:ds="http://schemas.openxmlformats.org/officeDocument/2006/customXml" ds:itemID="{1466A872-05C6-4E6F-A62C-99059FDF6D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6D938-40B2-4704-BB75-CCA59B44C488}"/>
</file>

<file path=docProps/app.xml><?xml version="1.0" encoding="utf-8"?>
<Properties xmlns="http://schemas.openxmlformats.org/officeDocument/2006/extended-properties" xmlns:vt="http://schemas.openxmlformats.org/officeDocument/2006/docPropsVTypes">
  <TotalTime>8448</TotalTime>
  <Words>7127</Words>
  <Application>Microsoft Office PowerPoint</Application>
  <PresentationFormat>On-screen Show (4:3)</PresentationFormat>
  <Paragraphs>1420</Paragraphs>
  <Slides>97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97</vt:i4>
      </vt:variant>
    </vt:vector>
  </HeadingPairs>
  <TitlesOfParts>
    <vt:vector size="120" baseType="lpstr">
      <vt:lpstr>Arial</vt:lpstr>
      <vt:lpstr>Arial MT</vt:lpstr>
      <vt:lpstr>Calibri</vt:lpstr>
      <vt:lpstr>Calibri Light</vt:lpstr>
      <vt:lpstr>Cambria</vt:lpstr>
      <vt:lpstr>Comic Sans MS</vt:lpstr>
      <vt:lpstr>Consolas</vt:lpstr>
      <vt:lpstr>Courier New</vt:lpstr>
      <vt:lpstr>Helvetica</vt:lpstr>
      <vt:lpstr>Helvetica Light</vt:lpstr>
      <vt:lpstr>Helvetica Neue</vt:lpstr>
      <vt:lpstr>Microsoft Sans Serif</vt:lpstr>
      <vt:lpstr>Nirmala UI</vt:lpstr>
      <vt:lpstr>Tahoma</vt:lpstr>
      <vt:lpstr>Trebuchet MS</vt:lpstr>
      <vt:lpstr>Wingdings</vt:lpstr>
      <vt:lpstr>2_Office Theme</vt:lpstr>
      <vt:lpstr>11_Office Theme</vt:lpstr>
      <vt:lpstr>3_Office Theme</vt:lpstr>
      <vt:lpstr>4_Office Theme</vt:lpstr>
      <vt:lpstr>10_Office Theme</vt:lpstr>
      <vt:lpstr>9_Office Theme</vt:lpstr>
      <vt:lpstr>Office Theme</vt:lpstr>
      <vt:lpstr>Deep Neural Networks (AIML ZG511)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Positional Embeddings</vt:lpstr>
      <vt:lpstr>PowerPoint Presentation</vt:lpstr>
      <vt:lpstr>PowerPoint Presentation</vt:lpstr>
      <vt:lpstr>Normalization(Batch and Layer)</vt:lpstr>
      <vt:lpstr>Normalization(Batch and Layer)</vt:lpstr>
      <vt:lpstr>Layer Normalization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TRANSFORMERS</vt:lpstr>
      <vt:lpstr>Transformer _ Encoder Only (Numerical)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_ Encoder Only (Numerical 2)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_ Encoder Only(with multi head attention) (Numerical 3)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Transformer _ Decoder Only (Numerical)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Transformer(complete) (Numerical 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Transformer(complete) (Numerical ) Task: Translate –”My name is Ravi” into       French “Mon, nom, est, Ravi”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TRANSFORMERS</vt:lpstr>
      <vt:lpstr>PowerPoint Presentation</vt:lpstr>
      <vt:lpstr>BERT</vt:lpstr>
      <vt:lpstr>BERT</vt:lpstr>
      <vt:lpstr>Pre-trained models</vt:lpstr>
      <vt:lpstr>Pre-trained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BITS</cp:lastModifiedBy>
  <cp:revision>293</cp:revision>
  <dcterms:modified xsi:type="dcterms:W3CDTF">2026-08-02T06:59:45Z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