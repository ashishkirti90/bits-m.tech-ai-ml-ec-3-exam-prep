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5.xml" ContentType="application/vnd.openxmlformats-officedocument.presentationml.notesSlide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1" r:id="rId4"/>
    <p:sldMasterId id="2147483829" r:id="rId5"/>
    <p:sldMasterId id="2147483841" r:id="rId6"/>
    <p:sldMasterId id="2147483849" r:id="rId7"/>
    <p:sldMasterId id="2147483870" r:id="rId8"/>
  </p:sldMasterIdLst>
  <p:notesMasterIdLst>
    <p:notesMasterId r:id="rId75"/>
  </p:notesMasterIdLst>
  <p:sldIdLst>
    <p:sldId id="880" r:id="rId9"/>
    <p:sldId id="347" r:id="rId10"/>
    <p:sldId id="947" r:id="rId11"/>
    <p:sldId id="948" r:id="rId12"/>
    <p:sldId id="949" r:id="rId13"/>
    <p:sldId id="950" r:id="rId14"/>
    <p:sldId id="951" r:id="rId15"/>
    <p:sldId id="1057" r:id="rId16"/>
    <p:sldId id="1006" r:id="rId17"/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  <p:sldId id="1017" r:id="rId28"/>
    <p:sldId id="1018" r:id="rId29"/>
    <p:sldId id="1019" r:id="rId30"/>
    <p:sldId id="1020" r:id="rId31"/>
    <p:sldId id="1021" r:id="rId32"/>
    <p:sldId id="1022" r:id="rId33"/>
    <p:sldId id="1023" r:id="rId34"/>
    <p:sldId id="1024" r:id="rId35"/>
    <p:sldId id="1025" r:id="rId36"/>
    <p:sldId id="1026" r:id="rId37"/>
    <p:sldId id="1027" r:id="rId38"/>
    <p:sldId id="1028" r:id="rId39"/>
    <p:sldId id="1029" r:id="rId40"/>
    <p:sldId id="1030" r:id="rId41"/>
    <p:sldId id="1031" r:id="rId42"/>
    <p:sldId id="1032" r:id="rId43"/>
    <p:sldId id="1033" r:id="rId44"/>
    <p:sldId id="1034" r:id="rId45"/>
    <p:sldId id="1035" r:id="rId46"/>
    <p:sldId id="1036" r:id="rId47"/>
    <p:sldId id="1058" r:id="rId48"/>
    <p:sldId id="1059" r:id="rId49"/>
    <p:sldId id="1060" r:id="rId50"/>
    <p:sldId id="265" r:id="rId51"/>
    <p:sldId id="1061" r:id="rId52"/>
    <p:sldId id="1062" r:id="rId53"/>
    <p:sldId id="1037" r:id="rId54"/>
    <p:sldId id="1038" r:id="rId55"/>
    <p:sldId id="1039" r:id="rId56"/>
    <p:sldId id="1040" r:id="rId57"/>
    <p:sldId id="1041" r:id="rId58"/>
    <p:sldId id="1042" r:id="rId59"/>
    <p:sldId id="1043" r:id="rId60"/>
    <p:sldId id="1044" r:id="rId61"/>
    <p:sldId id="1045" r:id="rId62"/>
    <p:sldId id="1046" r:id="rId63"/>
    <p:sldId id="1047" r:id="rId64"/>
    <p:sldId id="1048" r:id="rId65"/>
    <p:sldId id="1049" r:id="rId66"/>
    <p:sldId id="1050" r:id="rId67"/>
    <p:sldId id="1051" r:id="rId68"/>
    <p:sldId id="1052" r:id="rId69"/>
    <p:sldId id="1053" r:id="rId70"/>
    <p:sldId id="1054" r:id="rId71"/>
    <p:sldId id="1055" r:id="rId72"/>
    <p:sldId id="1056" r:id="rId73"/>
    <p:sldId id="573" r:id="rId7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7"/>
  </p:normalViewPr>
  <p:slideViewPr>
    <p:cSldViewPr snapToGrid="0">
      <p:cViewPr varScale="1">
        <p:scale>
          <a:sx n="107" d="100"/>
          <a:sy n="107" d="100"/>
        </p:scale>
        <p:origin x="18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slide" Target="slides/slide66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IN" sz="1250" b="0" i="0" u="none" strike="noStrike">
                <a:solidFill>
                  <a:srgbClr val="21295C"/>
                </a:solidFill>
                <a:latin typeface="Calibri"/>
              </a:rPr>
              <a:t>xₜ  over 3 update steps  (start x₀ = 4, target x* = 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</c:v>
                </c:pt>
              </c:strCache>
            </c:strRef>
          </c:tx>
          <c:spPr>
            <a:ln w="31750" cap="flat">
              <a:solidFill>
                <a:srgbClr val="6B74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480"/>
              </a:solidFill>
              <a:ln w="9525" cap="flat">
                <a:solidFill>
                  <a:srgbClr val="6B748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3.2</c:v>
                </c:pt>
                <c:pt idx="2">
                  <c:v>2.56</c:v>
                </c:pt>
                <c:pt idx="3">
                  <c:v>2.048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6B-416C-B085-B1B71CB103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Momentum</c:v>
                </c:pt>
              </c:strCache>
            </c:strRef>
          </c:tx>
          <c:spPr>
            <a:ln w="31750" cap="flat">
              <a:solidFill>
                <a:srgbClr val="F4A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300"/>
              </a:solidFill>
              <a:ln w="9525" cap="flat">
                <a:solidFill>
                  <a:srgbClr val="F4A30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3.2</c:v>
                </c:pt>
                <c:pt idx="2">
                  <c:v>1.84</c:v>
                </c:pt>
                <c:pt idx="3">
                  <c:v>0.248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6B-416C-B085-B1B71CB103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NAG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3.2</c:v>
                </c:pt>
                <c:pt idx="2">
                  <c:v>1.984</c:v>
                </c:pt>
                <c:pt idx="3">
                  <c:v>0.71199999999999997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6B-416C-B085-B1B71CB1031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Adagrad</c:v>
                </c:pt>
              </c:strCache>
            </c:strRef>
          </c:tx>
          <c:spPr>
            <a:ln w="31750" cap="flat">
              <a:solidFill>
                <a:srgbClr val="9B59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59B6"/>
              </a:solidFill>
              <a:ln w="9525" cap="flat">
                <a:solidFill>
                  <a:srgbClr val="9B59B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3.9</c:v>
                </c:pt>
                <c:pt idx="2">
                  <c:v>3.83</c:v>
                </c:pt>
                <c:pt idx="3">
                  <c:v>3.774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6B-416C-B085-B1B71CB1031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RMSProp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3.6840000000000002</c:v>
                </c:pt>
                <c:pt idx="2">
                  <c:v>3.464</c:v>
                </c:pt>
                <c:pt idx="3">
                  <c:v>3.2839999999999998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F6B-416C-B085-B1B71CB1031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Adam</c:v>
                </c:pt>
              </c:strCache>
            </c:strRef>
          </c:tx>
          <c:spPr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4</c:v>
                </c:pt>
                <c:pt idx="1">
                  <c:v>3.9</c:v>
                </c:pt>
                <c:pt idx="2">
                  <c:v>3.8</c:v>
                </c:pt>
                <c:pt idx="3">
                  <c:v>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F6B-416C-B085-B1B71CB103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4:59:48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12856 14438 53 0,'0'-2'39'0,"0"-2"-4"0,0 1 3 0,0 1-5 0,0 0-15 0,0-2-7 0,-1 2-4 0,1 1-4 0,0-2-2 0,0 3 0 0,0 0 0 0,0 0 0 0,0 0-1 0,0 0 0 15,0 0-1-15,0 6 1 16,2 5 1-16,2 2-1 0,0 5 0 16,0 5-1-16,1 4 1 15,-1 3 0-15,-1 6 1 16,0 5 0-16,3 3 1 16,-2 1 3-16,-2 3 0 15,5-1-2-15,-2 3 1 0,6-6-1 16,-3 2-2-16,2-1 1 15,1 2 1-15,-2-2 4 16,-4 3 1-16,0 2 1 16,-2-1-1-16,-3 0-5 15,0-1-2-15,0-5-1 16,0-6 1-16,-6-6-1 0,3-6-1 16,1-8 1-16,0-8-5 15,-2-9-51-15,2-5-86 16</inkml:trace>
  <inkml:trace contextRef="#ctx0" brushRef="#br0" timeOffset="718.31">12959 14448 125 0,'0'0'15'0,"0"0"5"0,0 0-12 16,0 0 1-16,0 0 0 16,0 0-3-16,0 0 6 15,0 0 1-15,0 0-1 0,0 0-4 16,0 0-5-16,0 0-6 16,-16-9-2-16,25 9 8 15,3 0-6-15,6 0 3 16,3 0 3-16,4 0-4 15,4 0-1-15,3 0 1 0,5-3 8 16,4-1 3-16,3 0-1 16,8-2 0-16,2 2-3 15,1-4 0-15,4-1-4 16,3 2-1-16,-1-1 0 16,5-1 0-16,0 0 0 15,0 0 3-15,1 0 1 0,-1 0 5 16,0 2-2-16,-8 3-3 15,-1 0-3-15,-4 1-1 16,-8 0-1-16,-1 3 1 16,-9-1-1-16,-2 0 0 0,-4 1 0 15,-5 0-1-15,1 0-13 16,-7-2-43-16,-5-1-88 16</inkml:trace>
  <inkml:trace contextRef="#ctx0" brushRef="#br0" timeOffset="1251.68">14318 14347 180 0,'0'0'9'0,"0"0"19"0,0 0-27 16,0 0-1-16,0 0 0 16,0 0 0-16,0 0 0 15,0 0 1-15,0 0 3 0,6 43 2 16,-6-30 3-16,0 3-3 15,0 3 0-15,0 2-3 16,0 3-2-16,1 5 0 16,3 1 0-16,3 4 0 15,-2 4-1-15,3 3 1 16,3 2 0-16,-1-2 1 0,-1 3-1 16,3-3-1-16,-2 0 2 15,-2-2-2-15,1 0 0 16,-3 0 1-16,2-5 6 15,-5 4 0-15,0-1-1 16,-2-1-2-16,-1-2-1 0,0-1 0 16,0-1-1-16,0-3-2 15,-2-1 1-15,1-3 0 16,1-2 1-16,0-4-2 16,0-4 0-16,0 1 1 15,0-5-11-15,0-4-47 0,-4-4-102 16</inkml:trace>
  <inkml:trace contextRef="#ctx0" brushRef="#br0" timeOffset="1850.81">13184 15495 183 0,'0'0'7'0,"0"0"-12"0,0 0 2 0,0 0 3 0,0 0 0 16,0 0 0-16,0 0 0 16,46 1-2-16,-31-1 4 15,5 0 7-15,3 0 17 16,6-1 7-16,5-5-9 16,3 0-8-16,6-4-1 0,6 2-5 15,4-1-2-15,5-2 0 16,0 0-1-16,4 1 1 15,2 1 1-15,1-2 1 16,-1 2-4-16,-1 2-1 16,0 1-2-16,-5 3-2 0,-5 1 0 15,-6 2-1-15,-6 0-1 16,-2 0-7-16,-11 0-31 16,-2 0-54-16</inkml:trace>
  <inkml:trace contextRef="#ctx0" brushRef="#br0" timeOffset="2541.98">16076 14263 108 0,'0'0'159'0,"0"0"-156"0,0 0 15 15,0 0-7-15,0 0-6 0,0 0 0 16,0 0-2-16,0 0 0 15,0 0-2-15,0 0 0 16,0 0 0-16,0 57 0 16,0-18-1-16,0 7 2 15,7 7 0-15,1 5-1 16,1 2 0-16,1-2-1 0,2-1 0 16,-4-5 0-16,-1-3 0 15,-2-4 0-15,1-1 0 16,-3-3 1-16,-3 2-2 15,0-1 1-15,0-4-20 0,0-6-43 16,-8-8-113-16</inkml:trace>
  <inkml:trace contextRef="#ctx0" brushRef="#br0" timeOffset="3075.92">16058 14202 119 0,'0'0'2'0,"64"-11"24"0,-24 6 10 0,4-3-4 0,4 1-6 15,4 0-3-15,2-2-11 16,5 2-6-16,5 2-3 16,1 0 0-16,3 1-2 0,3 0 1 15,3 1-2-15,4 1 0 16,-2 1 2-16,0 0 2 16,-4-1 0-16,-3 1-1 15,-2-1-3-15,-9 2 1 16,-4-2-1-16,-1 1 0 15,-8 0 1-15,-2 1-1 0,-4-1 0 16,-3 1-1-16,-5 0-3 16,-1-2-15-16,-3 2-10 15,-3 0-24-15,-2-3-33 16</inkml:trace>
  <inkml:trace contextRef="#ctx0" brushRef="#br0" timeOffset="3494.26">17596 14071 241 0,'0'0'13'0,"0"0"16"16,0 0-11-16,0 0-7 16,0 0-5-16,0 0-6 15,0 0 1-15,0 0-1 16,4 50 2-16,-2-26 1 0,2 8-2 16,0 5 0-16,-1 4-1 15,2 4 0-15,0-1 0 16,1 3 0-16,0 1 0 15,-1-1 0-15,0-2 0 16,2 1 1-16,-2 2-1 16,2-3 3-16,-4-2-3 0,1 1 1 15,-2-4-1-15,2-3 0 16,-4-1 0-16,0-1-1 16,0-1-2-16,-2-1-12 15,-7-3-27-15,-5-5-56 0</inkml:trace>
  <inkml:trace contextRef="#ctx0" brushRef="#br0" timeOffset="4157.38">16161 15186 3 0,'0'0'46'0,"0"0"-11"0,0 0-8 0,0 0-2 0,45-11-2 16,-31 10-4-16,1-1 1 16,3 1-5-16,3-1-4 15,1 2-4-15,6-3-1 16,4 2-2-16,0 1 0 16,5-3-1-16,4 3-3 0,5-3 1 15,6 1 0-15,2-1-1 16,5 0 1-16,5-3-1 15,-1 2 1-15,4 0 0 16,0-1 4-16,1 0 1 16,-3-1-6-16,-2 1 1 0,2 1 0 15,-4 0-1-15,-2 1 1 16,-5 2-2-16,-2-3 3 16,-6 1 4-16,-3 0-2 15,-8 3-1-15,-6-3-1 16,-6 3-1-16,-7 0-1 0,-7 0-4 15,-6 0-44-15,-3 0-93 16</inkml:trace>
  <inkml:trace contextRef="#ctx0" brushRef="#br0" timeOffset="4981.35">13659 15422 124 0,'0'0'27'0,"0"0"-5"0,0 0 0 0,0 0-5 15,0 0-3-15,0 0-6 0,0 0-5 16,0 0-4-16,0 0 3 16,0 0-1-16,0 0 1 15,0 0-2-15,18 50 0 16,-9-29 2-16,-3 6 0 16,1 4 0-16,-1 2-2 0,-1 3 1 15,2 1-1-15,-4 2 1 16,0-2 1-16,-1 2 1 15,-1-2 1-15,1-1 2 16,0-3-5-16,0-3 1 16,-2-2-1-16,1-4 0 0,0-1-1 15,-1-2 0-15,0-5 1 16,-1 0-1-16,-4-5-2 16,-4-7-43-16,-2-4-92 15</inkml:trace>
  <inkml:trace contextRef="#ctx0" brushRef="#br0" timeOffset="5304.35">13620 15526 153 0,'0'0'7'0,"0"0"34"0,0 0-28 16,0 0-11-16,0 0-2 16,0 0 1-16,0 0 0 15,-21 42 2-15,16-26-1 0,-5 4-2 16,2-4 1-16,-3 1-1 15,-1 0 1-15,-1-2-1 16,-1-2-1-16,2-2-32 16,-2-4-39-16</inkml:trace>
  <inkml:trace contextRef="#ctx0" brushRef="#br0" timeOffset="5494.54">13649 15492 264 0,'0'0'12'16,"0"0"-8"-16,46-13 1 15,-24 10-1-15,-2 3-2 16,3 0-2-16,-1 6 2 16,-2 5-3-16,-2 8-16 15,-1 0-27-15,-3 4-58 16</inkml:trace>
  <inkml:trace contextRef="#ctx0" brushRef="#br0" timeOffset="6292.14">13337 16426 76 0,'0'0'1'0,"0"0"3"0,0 0 18 16,0 0 5-16,0 0-3 15,0 0-5-15,0 0 7 0,0 0 2 16,0 0-12-16,-39-10-5 16,29 10 0-16,-4 0-6 15,-1 8-1-15,-4 2-4 16,1 3 1-16,-1 0-1 16,-1 4 0-16,4 0-1 0,0 1 1 15,3-3 1-15,1 2-2 16,5-2 2-16,3-2-1 15,4-1 0-15,0-5-1 16,1 2 2-16,9-4-2 0,4-3 2 16,3-2 1-16,6 0 2 15,-2 0-1-15,4 0 3 16,-2-5-4-16,-1 1 3 16,-3 0-4-16,-4 0 2 15,-6 2-1-15,-3 2-2 16,-5 0 1-16,-1 0-2 0,-1 6-3 15,-10 5 3-15,-1 3 4 16,-3 2-1-16,1 1-2 16,1 0 0-16,3 0 2 15,1-1 0-15,5-1 0 16,0-3-1-16,4-1 1 0,0-2 2 16,6-2-1-16,5-1-3 15,3-1 0-15,3-3-1 16,0-2 1-16,4 0-6 15,2 0-13-15,-1-5-9 16,-3-3-49-16,0-3-29 16</inkml:trace>
  <inkml:trace contextRef="#ctx0" brushRef="#br0" timeOffset="6676.42">13440 16649 125 0,'0'0'37'0,"0"0"28"0,0 0-23 16,0 0-13-16,0 0-7 0,0 0-7 15,0 0-6-15,0 0-8 16,0 0-6-16,0 0-3 16,2-8 10-16,3 22 0 15,1 0-4-15,-1 2 3 0,1-1-6 16,-2-2 6-16,1-1 0 16,-2-1-3-16,1-4-1 15,-2-3 1-15,-2 0 1 16,2-1-1-16,-2-3-1 15,0 0 5-15,0-3-2 0,0-5-6 16,3-5 7-16,-1-1 0 16,4 0 0-16,1-2 0 15,2 3 1-15,2 1 0 16,0 0 5-16,2 4-3 16,0-1-1-16,4 4-1 15,-2 2-2-15,1 3 1 0,-1 0-1 16,-1 5-2-16,-3 6-11 15,-1 3-13-15,-3 1 1 16,-3-1-15-16,0-2-36 16,0-2-55-16</inkml:trace>
  <inkml:trace contextRef="#ctx0" brushRef="#br0" timeOffset="7117.44">13871 16548 221 0,'0'0'59'0,"0"0"-63"0,0 0 3 0,0 0-10 15,0 0 0-15,0 0-2 16,-49-14 11-16,30 28 3 16,2 1 5-16,1 2 0 0,1-2-3 15,5 1-1-15,3-5-2 16,6 1 1-16,1-5-1 15,0-3 1-15,11-3-4 16,3-1 3-16,6 0 10 16,0 0 3-16,2-4-5 0,1 2-4 15,1 0-2-15,-4 2-1 16,1 0 3-16,-2 10 0 16,1 1 0-16,-4 3-1 15,-3-1-3-15,-2 3 1 16,-4-1-4-16,-4 0 6 0,-3-1-5 15,0-1 1-15,-12-2 0 16,-1 4 1-16,-7-3 1 16,0-2-3-16,-4 0 0 15,2-5 2-15,3-2-1 16,1-3 1-16,5 0 1 0,3-7-9 16,8-9-25-16,2-5-39 15,0-6-44-15</inkml:trace>
  <inkml:trace contextRef="#ctx0" brushRef="#br0" timeOffset="7530.67">14007 16280 286 0,'0'0'7'0,"0"0"10"0,0 0-12 0,0 0-8 0,0 0 2 0,0 0-1 16,0 47 1-16,3-19 3 16,5 5-2-16,-1 2 1 15,2 2-1-15,0-2 0 0,-1 0 1 16,2-4-1-16,1-8-1 16,0 0 3-16,2-6 0 15,0-4-1-15,1-4-4 16,2-4 2-16,-2-5-2 15,1 0-3-15,1-3-9 0,-3-9 10 16,-2-2 5-16,0 0 0 16,-2 1 0-16,0 2 2 15,-4 4 2-15,-2 2 4 16,0 3 2-16,0 2-6 16,1 0-3-16,-3 0 0 15,2 0-2-15,2 7 6 0,0 0-5 16,0 4-9-16,1-1-16 15,-3-4-29-15,1-5-79 16</inkml:trace>
  <inkml:trace contextRef="#ctx0" brushRef="#br0" timeOffset="7680.55">14349 16362 319 0,'0'0'-2'0,"0"0"4"0,0 0-4 16,0 0-29-16,0 0-63 16,0 0-22-16</inkml:trace>
  <inkml:trace contextRef="#ctx0" brushRef="#br0" timeOffset="8049.37">14509 16419 281 0,'0'0'49'0,"0"0"-42"0,0 0 5 15,0 0-6-15,0 0-6 16,0 0-1-16,-37-4-1 16,26 17 2-16,0 2 0 15,4 4 0-15,2-2 1 16,4 0-1-16,1-2-1 0,1-2 2 15,10-1 0-15,5-4-2 16,4 0 1-16,1-1 0 16,4-1 0-16,-1-1 2 15,-4-1 0-15,0 2-2 16,-7-2 3-16,-4 0-3 0,-4 2-1 16,-5 1-2-16,0-1-1 15,-8 1 4-15,-5 1 0 16,-1-1-2-16,-1 0-3 15,1-3-7-15,1-3-9 16,5-1-5-16,3-3-16 0,3-10-75 16</inkml:trace>
  <inkml:trace contextRef="#ctx0" brushRef="#br0" timeOffset="8332.64">14637 16401 304 0,'0'0'21'15,"0"0"0"-15,0 0-20 16,0 0 1-16,0 0-1 16,0 0-3-16,0 0 4 15,39 37-1-15,-33-19-1 0,-1-1 1 16,3 0-1-16,-2-3 1 16,2-1 0-16,-2-6 0 15,1-2 0-15,-1-4-3 16,2-1 1-16,1 0 0 15,-2-1 4-15,1-6 2 16,2-1-2-16,-1 3-1 0,1 0-1 16,2 1-1-16,1 3 0 15,1 1-5-15,1-2-43 16,4-5-179-16</inkml:trace>
  <inkml:trace contextRef="#ctx0" brushRef="#br0" timeOffset="8896.12">17004 15270 69 0,'0'0'8'0,"0"0"23"0,0 0-5 0,0 0-1 0,0 0 8 16,0 0 6-16,0 0-3 16,0 0-18-16,0 0-2 15,0 0 3-15,-36-7-3 16,36 7-6-16,1 3-9 15,5 8 0-15,-1 8-1 0,4 8 0 16,-4 8 2-16,3 6 0 16,-2 5 1-16,4 2-2 15,-5 0 0-15,3-2 1 16,-1-1-2-16,2-3-4 16,-5-3 2-16,0-2-5 0,-1-7-4 15,-3-3-7-15,0-6-10 16,0-6-14-16,-10-10-39 15,-1-5-78-15</inkml:trace>
  <inkml:trace contextRef="#ctx0" brushRef="#br0" timeOffset="9172.54">16908 15301 106 0,'0'0'54'0,"0"0"-24"16,3-39 18-16,-3 34-15 15,0 2-16-15,0 3-7 16,0 0-7-16,0 3-7 0,-7 10 2 16,-2 6 4-16,-7 6 0 15,0 2 0-15,-2 0-1 16,1-1-1-16,-1-2-5 15,-2-6-4-15,4-4-10 16,2-3-18-16,4-7-36 0,5-4-29 16</inkml:trace>
  <inkml:trace contextRef="#ctx0" brushRef="#br0" timeOffset="9323.33">16912 15289 224 0,'0'0'44'0,"46"-7"-18"15,-18 6 3-15,4 1-15 16,1 2-7-16,3 9-6 16,-7 8-2-16,-2 2-24 15,-9 8-46-15,-3 3-103 0</inkml:trace>
  <inkml:trace contextRef="#ctx0" brushRef="#br0" timeOffset="9694.11">16946 16358 310 0,'0'0'9'16,"0"0"9"-16,0 0-7 15,0 0-2-15,0 0-6 16,0 0-7-16,0 0 3 15,-13 41 2-15,11-11 2 0,2 6-3 16,0 3 0-16,0 0-17 16,0-1-14-16,2-4-21 15,0-9-69-15</inkml:trace>
  <inkml:trace contextRef="#ctx0" brushRef="#br0" timeOffset="9920.24">17056 16365 352 0,'0'0'2'16,"0"0"-6"-16,0 0-1 16,0 0 4-16,0 0-3 15,21 42 4-15,-13-19 2 0,-1 5-2 16,1 0-11-16,0-1-10 15,0-2-3-15,-3-2-9 16,1-4-42-16,-4-7-1 16</inkml:trace>
  <inkml:trace contextRef="#ctx0" brushRef="#br0" timeOffset="10212.75">16956 16513 290 0,'0'0'2'0,"0"0"-14"16,0 0 11-16,62-11 3 15,-35 2-1-15,5-1-1 16,-3 0 0-16,-2 4-5 16,-2 1 2-16,-6 2 3 15,-4 3 0-15,-4 0 0 0,-2 3 1 16,-6 7-4-16,-1 4 6 15,-2 4 2-15,0-2 3 16,0 1-3-16,0-2 0 16,0 0 1-16,6-5-2 15,0-3-2-15,4-3-1 0,1-4-31 16,3 0-65-16</inkml:trace>
  <inkml:trace contextRef="#ctx0" brushRef="#br0" timeOffset="10354.46">17309 16361 368 0,'0'0'4'16,"0"0"-6"-16,0 0-35 16,0 0-21-16,0 0-77 0</inkml:trace>
  <inkml:trace contextRef="#ctx0" brushRef="#br0" timeOffset="10723.48">17333 16541 261 0,'0'0'11'0,"0"0"-9"15,0 0 0-15,0 0 1 16,0 0 0-16,0 0-5 15,0 0-2-15,13 7 4 0,-8-7 0 16,0 0 2-16,3 0 0 16,-1-1-1-16,4-3-1 15,-1-5 0-15,3 2 2 16,0 0-3-16,-2-1 2 16,-1 1-1-16,0 1 0 0,-1 1 5 15,-2 1 20-15,3 1 0 16,-3 2-7-16,3-1-5 15,0 2 2-15,0 0-6 16,-3 0-5-16,3 6-3 0,-5 5-2 16,4 1-3-1,-4 2 9-15,1 2-13 0,-1-2-27 16,1-1-4-16,2-6-18 16,0-4-89-16</inkml:trace>
  <inkml:trace contextRef="#ctx0" brushRef="#br0" timeOffset="11422.86">17792 16509 265 0,'0'0'68'0,"0"0"-64"16,0 0-2-16,0 0-1 0,0 0 0 16,0 0-11-16,0 0 3 15,-19-36 8-15,3 32-1 16,-1 3 1-16,0 1 4 15,0 0-1-15,-1 2-2 16,2 7-2-16,1 2-1 0,3 1-1 16,6 3-2-16,2-2 0 15,4-2 2-15,0-1-3 16,4-4-4-16,10 0 3 16,3-6-1-16,4 0-5 15,2-2 5-15,5-8-23 16,-1-4-18-16,0-5 24 0,-2-2 19 15,-1-3 1-15,-8 0 5 16,-1-3 23-16,-4-2 15 16,-6 1-8-16,-1 1-22 15,-4 3-5-15,0 3-3 0,0 3 3 16,-4 5 27-16,-3 5-17 16,-1 4 6-16,0 1-13 15,-1 3-4-15,2 0-6 16,0 9 4-16,0 5-2 15,2 6-1-15,2 3 0 16,3 4-1-16,0 1 3 0,0 1 0 16,7 0 1-16,5-3 0 15,1 2-1-15,3-4 0 16,1-5-1-16,1-2 1 16,-1-5 1-16,4-3-3 15,0-6 1-15,2-2-2 0,0-1 10 16,0 0-5-16,1-9-1 15,-6-4 1-15,-2-3-2 16,-4-2 1-16,-3-1-1 16,-5-2 1-16,-2 3 3 15,-2 3-2-15,0 2 1 0,0 6 2 16,-2 3-5-16,-2 4-3 16,-3 0 6-16,2 2-2 15,2 7 0-15,3 2-1 16,0 2 0-16,0 0 1 0,2-1 1 15,9-4-6-15,3-2-15 16,1-6-17-16,2 0-69 16</inkml:trace>
  <inkml:trace contextRef="#ctx0" brushRef="#br0" timeOffset="11550.47">18307 16294 445 0,'0'0'7'0,"0"0"-7"0,0 0-41 16,0 0-65-16</inkml:trace>
  <inkml:trace contextRef="#ctx0" brushRef="#br0" timeOffset="15516.3">13482 14459 71 0,'0'0'25'0,"0"0"-2"0,0 0-3 0,0 0-6 16,0 0-6-16,0-1 3 15,0-1-6-15,0 1-2 16,0-2 0-16,0 3 0 15,0-1-1-15,0-2 2 0,0 3 2 16,0-3 1-16,0 1-1 16,0-2-3-16,0 1 0 15,0-2-2-15,0-1 2 16,0-1-3-16,0-3 1 16,0-1-1-16,0 1 0 0,0-2 0 15,0 0 1-15,0-1-1 16,0-3 2-16,0 1-1 15,0-2 2-15,0-2 0 16,0 1 2-16,0-2-3 16,0-2-1-16,2 1 0 15,-1 1-1-15,0-1 0 0,-1 1 1 16,0 3 0-16,0-1 5 16,0 2 2-16,0-1-1 15,0 1-4-15,0-1-1 16,0-1 0-16,0 1-1 15,2-2 1-15,5-2-2 16,1 1 0-16,2-3 1 0,-3 3-1 16,2 1 0-16,2-1 0 15,-2 1 1-15,5 1-1 16,-1-1 0-16,2 2 0 16,3-1 0-16,-1 2 0 0,4 0 0 15,-1 1 0-15,5 1 0 16,-3 0 0-16,3-1 0 15,4 4 0-15,-3-2-1 16,2 2 1-16,1-2 1 0,0 2-1 16,0-1 0-16,1 2 0 15,-2 0 0-15,0 2 0 16,-1 1 0-16,0 0 0 16,0 2 0-16,-2 1 0 15,0 1 0-15,-2 1 0 16,-2 0 0-16,0 2 0 15,-1 0 0-15,-5 0 0 0,1 0 0 16,-2 4 0-16,2 2-1 16,-1 0 1-16,1-1 0 15,-1 1 0-15,1 1-1 16,-1-1 1-16,1 1 0 0,-2 0 1 16,0-1-2-16,1 1 1 15,0 0 0-15,1 0 0 16,2 0 0-16,-3 0 1 15,1 0-2-15,0 0 2 16,0 2-1-16,-2-2 0 0,-1 2-1 16,1 1 1-16,-2 0 0 15,1 1 0-15,-2-1 0 16,0 1 0-16,-2 0 0 16,0-2 0-16,0 2-2 15,-1 1 2-15,0-1-1 0,-3-1 1 16,1 3-1-16,-2-2 1 15,-1 3 0-15,2-1 0 16,1 1 0-16,-3 1 0 16,1-1 1-16,2 0-1 0,-1-1 0 15,2-1 1-15,-2 0-1 16,1-1 0-16,0 2 0 16,0-2 0-16,2 1 0 15,-3-1 2-15,1-1-4 16,0 4 2-16,1-4 2 15,1 3-4-15,2 0 2 0,-1 0 0 16,1-1 2-16,-1 0-4 16,1 1 2-16,0-1 2 15,-2 1-2-15,1-1 0 16,-2 0 0-16,4 3 0 16,-6-1 0-16,3 0 0 15,-3 1 0-15,1 0 0 0,0 0 0 16,2 1 0-16,-3 1 0 15,1-3 1-15,-2 4-1 16,2-2-1-16,0 3 2 16,-2-1-1-16,-1-2-1 15,0 0 1-15,2 0 1 0,0-1-1 16,2-1 0-16,-1 1-1 16,3-2 2-16,-2 0-1 15,4-1 0-15,0 1 0 16,0-1 0-16,3-1 0 0,-1 0 1 15,-2 2-1-15,1-4 0 16,0 4 0-16,1-3 0 16,-1 1 0-16,2 1 1 15,-1-1-1-15,1 2 0 16,-3 1 0-16,2-3 0 16,1 2 0-16,-1-2 0 0,-1-2 0 15,-1 1 0-15,1-2-1 16,-1-1 1-16,-1 0 1 15,-1-1-1-15,1 1 0 16,0 0 0-16,-1-2 0 16,0 0 0-16,0 1 1 15,0-2-1-15,0 1 0 0,2-1 0 16,-2 0-1-16,-1-1 1 16,3 0 0-16,-1 1 0 15,1-2 1-15,1 0-1 16,0-1 0-16,1 1 0 0,0-1 0 15,0-1 0-15,1 0 0 16,-1 0 0-16,1 0 0 16,-2 0 0-16,0 0 1 15,-1-1-1-15,-2-2 0 16,4-1 1-16,-2 1-1 0,0 0 0 16,3 0 0-16,-3 2 1 15,3-1-1-15,-1 0 0 16,0-1 0-16,1 0 0 15,1 1 0-15,-1 0 0 16,1-1 0-16,1 1 0 0,-2-2 0 16,2 2 0-16,0-1 1 15,0 0-2-15,0-2 1 16,2 1 0-16,-5-3 1 16,3 1 0-16,-1 1 6 15,1-2-3-15,0 1-1 16,2-1-3-16,-5 0 0 0,3 4 0 15,-5-3 1-15,3 1-1 16,-4 0 0-16,1 1 0 16,0-1 0-16,-1 0 1 15,-2 1 1-15,3-2 1 0,-1 3 1 16,-3-1-2-16,3 0-1 16,-2 1 0-16,-3 0-1 15,1 2 0-15,-2 0 0 16,0-1 0-16,-3 1 0 15,0 0 1-15,1 1 1 0,-2 0-2 16,0 0 1-16,0 0 0 16,0 0 0-16,0 0 0 15,0 0-1-15,0 0 0 16,0 0-2-16,0 0 1 16,0 0-4-16,0 0-8 15,0 0-3-15,1 0-4 0,-1 0-18 16,0 0-27-16,0 1-5 15</inkml:trace>
  <inkml:trace contextRef="#ctx0" brushRef="#br0" timeOffset="16555.28">15951 14561 49 0,'-3'0'9'0,"2"0"20"0,-1 0-4 0,2 0-8 16,-2 0-4-16,2 0-7 15,0 0-3-15,0 0 1 16,0 0 8-16,0 0-3 16,0 0-9-16,0 0 1 0,0 2 1 15,0-1-1-15,2 1-1 16,1 0 2-16,0 0-2 16,0 1 1-16,1-2 0 15,1 2 3-15,2-1 0 16,-1 0 2-16,3 1-4 0,-1 0 1 15,2 1-1-15,1 1-1 16,-4-1 1-16,2 0-2 16,-3 0 1-16,1-1 0 15,-4 1-1-15,3-1 0 16,-4 0 1-16,2 0-1 0,0-1 1 16,0 0 1-16,-2 0-2 15,0-1 1-15,-2 0-1 16,1-1 0-16,-1 2 0 15,1-2 1-15,0 2-1 16,-1-1 0-16,2-1 0 0,-2 1 1 16,0 0-1-16,2-1 1 15,-2 1-2-15,1 0 2 16,2-1-1-16,-3 1 0 16,2 2 1-16,0-1-1 15,-2-1 0-15,2-1 2 0,1 3-1 16,-2-2 0-16,-1 1-2 15,1-1 2-15,2-1 0 16,-3 0 1-16,0 2 3 16,0-1 1-16,0-1-2 15,0 1 3-15,0 2-5 16,0 0-2-16,0 1 1 0,-3 2 0 16,1 1-1-16,-2 5 2 15,1 2-3-15,-5 1 2 16,1 5 0-16,-5 3-1 15,-3 8 0-15,-6 5 1 16,0 8 2-16,-6 7-5 0,-8 4 2 16,0-1-35-16</inkml:trace>
  <inkml:trace contextRef="#ctx0" brushRef="#br0" timeOffset="41335.82">13605 15672 63 0,'0'0'1'0,"0"0"2"0,0 0 1 0,0 0 0 16,18-38-3-16,-13 35 0 16,-1-3 0-16,0 4-1 0,0-1 0 15,3-2 0-15,-3 1-1 16,4-2-28-16</inkml:trace>
  <inkml:trace contextRef="#ctx0" brushRef="#br0" timeOffset="41863.05">13711 15568 28 0,'0'0'1'15,"0"0"-1"-15,0 0-10 16,0 0-9-16,0 0 19 0,0 0 0 16,34-41 25-16,-34 40 14 15,0-2-18-15,0 0-11 16,0-1-6-16,1 3-4 15,1-2-2-15,-1 0 2 16,1-1 0-16,0-1 2 0,0 0-2 16,0-1 10-16,0 0 5 15,-1-1-1-15,0 3-4 16,-1 0-3-16,1 1 0 16,-1 1-2-16,0 2 0 15,0 0-3-15,0 0 2 0,0 0-3 16,0 2-1-16,0 5 0 15,0 1 3-15,0 1-2 16,0 4 2-16,0 0-2 16,0-1 1-16,0 5-1 15,2 2-1-15,2 1 0 16,0 2 0-16,-1 2 0 0,2 2 0 16,-1 0 0-16,0 2 0 15,-1 1 0-15,-1-1 0 16,2 3 1-16,-2-2-1 15,0-3 0-15,-1-1 0 16,1-3 0-16,0-5 0 0,3 0 0 16,-3-5 0-16,0-2 0 15,1-2 0-15,1-2 0 16,0-2 0-16,-2 2-1 16,1-3-1-16,-1-2-12 15,-1-1-49-15</inkml:trace>
  <inkml:trace contextRef="#ctx0" brushRef="#br0" timeOffset="42404.48">13709 15566 99 0,'0'0'4'0,"0"0"-3"0,0 0 1 0,0 0-2 16,-28 38 1-16,21-30-1 16,-3 2 1-16,0-1 2 15,1 0 2-15,-4 3 2 16,-3 2-3-16,3 1-1 16,-5 0 0-16,5 1-3 0,-1-2 1 15,5-3-1-15,0-2 0 16,5-3-1-16,0-3-9 15,0-3-18-15,3 0-67 16</inkml:trace>
  <inkml:trace contextRef="#ctx0" brushRef="#br0" timeOffset="42710.44">13625 15570 92 0,'0'0'5'16,"0"0"5"-16,0 0 3 15,39-31-6-15,-27 25 1 16,2 0 2-16,-1 1 0 16,1 2 1-16,1 0-2 0,-2 2-2 15,3 1-3-15,-1 0 0 16,2 0-2-16,-2 0-1 15,3 4-1-15,-2 3 2 16,-2 1-1-16,2 1 1 16,-1 2-2-16,1-2-2 0,-1 1 2 15,3-2-11-15,-5 0-27 16,-4-3-15-16</inkml:trace>
  <inkml:trace contextRef="#ctx0" brushRef="#br0" timeOffset="43257.74">13768 15604 82 0,'0'0'0'0,"0"0"1"15,0 0 0-15,0 41 0 0,2-24-1 16,0 2 1-16,1 2-1 16,4 0 1-16,-5 3-1 15,0 1 4-15,1 0 4 16,-1 2-4-16,-2 0 3 16,2 0-5-16,0 0-1 15,0 2-1-15,0-1 0 0,-2-2-5 16,0-2-37-16</inkml:trace>
  <inkml:trace contextRef="#ctx0" brushRef="#br0" timeOffset="44745.07">16964 15179 25 0,'0'0'36'0,"0"0"-31"0,0 0 7 15,0-1 4-15,0 0-1 16,0 0 6-16,-2 0 6 0,0 0-2 15,1-1-6-15,0 1-1 16,0 1-11-16,0 0-5 16,1 0-1-16,0 0-2 15,-1 0-2-15,0 0-6 16,1 0 10-16,0 5 0 0,0 3 0 16,0 3-1-16,0 0-1 15,0 4 0-15,0 1 2 16,1 3 0-16,3 2-1 15,-1 3 0-15,0 5 0 16,0 2-2-16,-2 3 0 0,0 0 2 16,0 3 1-16,0-1 0 15,2-1-1-15,-1 1 1 16,0-2-1-16,2 0 0 16,-1 1-1-16,0-2-29 15,-1-4-31-15,-2-4-8 0</inkml:trace>
  <inkml:trace contextRef="#ctx0" brushRef="#br0" timeOffset="45356.94">16970 15125 78 0,'0'0'3'0,"0"0"2"0,0 0 4 16,0 0 3-16,0 0 3 16,0 0 1-16,0 0-9 15,0 0-6-15,0 0 5 0,0 0-5 16,0 0-1-16,0 0 0 15,-40 26 0-15,32-5-1 16,-4 3-1-16,-1 5 4 16,-5 1-2-16,-4 2 0 0,2 1 0 15,-5-2-1-15,-1 0 0 16,1-2-9-16,2-7-11 16,1-4-8-16,6-6-23 15</inkml:trace>
  <inkml:trace contextRef="#ctx0" brushRef="#br0" timeOffset="45798.04">16964 15111 122 0,'0'0'5'0,"0"0"12"0,0 0-13 0,0 0-1 16,0 0 5-16,0 0-5 0,0 0-8 16,0 0 3-16,0 0 13 15,0 0 3-15,36 27 2 16,-14-13-8-16,5 4-3 15,4 5-2-15,3 3-2 16,-2 5-1-16,-1 1-22 0,-3-1-44 16</inkml:trace>
  <inkml:trace contextRef="#ctx0" brushRef="#br0" timeOffset="60970.84">18828 15395 107 0,'0'0'-4'0,"0"0"4"0,0 0-11 0,0-4-5 15,-3 1 16-15,-1-1 11 0,2 2 15 16,-3-2 11-16,0 1 11 16,0 0-19-16,-3-1-14 15,0 2-10-15,-1 2-5 16,-2 0-2-16,-2 0 2 15,1 2 0-15,-1 5 2 0,0 0-5 16,0-1 6-16,3 5-3 16,-1-2-2-16,0 1 4 15,4-2-1-15,1 2-1 16,5-3 0-16,1 0-3 0,0-2 2 16,0-1 0-16,3 0 0 15,5-1 1-15,0-1 1 16,3 0 3-16,0 0-1 15,4-1 3-15,0 1-1 16,3-1-4-16,3 2 1 16,-4-2-2-16,4 2 0 0,-6 1 1 15,2-2-1-15,-3 4 0 16,-2-1 0-16,-4 0 0 16,-2 0 0-16,-4 1 0 15,-2 1-1-15,0 0-1 16,-7 0 2-16,-4 0 0 0,-5 3 2 15,-4-3 1-15,2-2 2 16,-2 1 0-16,1-1-2 16,0-1-1-16,3-2-1 15,7-1-1-15,-1-1 0 16,7 0-1-16,3 0-23 16,0-3-52-16</inkml:trace>
  <inkml:trace contextRef="#ctx0" brushRef="#br0" timeOffset="61361.51">19023 15284 107 0,'0'0'88'0,"0"0"-84"0,0 0 2 15,0 0-2-15,0 0 0 16,0 0-1-16,0 0-2 0,0 0-3 16,0 0 0-16,0 0 6 15,0 0 1-15,4 34 0 16,-2-15 3-16,-1 2 0 15,0 2 0-15,0 0-1 16,1 0 2-16,-1 0-7 0,0-3 1 16,1-2-3-16,-2-1 2 15,2-3-1-15,-2-2-1 16,0 0 0-16,2-1-1 16,-2-4-20-16,0-2-34 15,0-3-44-15</inkml:trace>
  <inkml:trace contextRef="#ctx0" brushRef="#br0" timeOffset="61575.72">18944 15469 244 0,'0'0'4'0,"0"0"0"15,0 0 8-15,0 0-2 0,35-17-4 16,-16 10-6-16,2 3 1 16,2-3-2-16,0 2-18 15,2 1-34-15,0-3-32 16</inkml:trace>
  <inkml:trace contextRef="#ctx0" brushRef="#br0" timeOffset="62751.09">19302 15428 84 0,'0'0'32'16,"0"0"9"-16,0 0-5 15,0 0-10-15,0 0-4 0,0 0-10 16,0 0-7-16,0 0-1 16,-10-20-1-16,6 16 1 15,0 2-1-15,-1 1 0 16,-1 1-4-16,-3 0 1 0,-3 0-2 16,0 1 2-16,-2 8-2 15,1-1 2-15,1 2 0 16,1 2 1-16,0 1-1 15,1-1 1-15,4-2-1 16,0 1 0-16,4-1 0 16,2-2-1-16,0-1 2 0,0-3-2 15,1 0 0-15,6 0 1 16,0-2-1-16,3-2 2 16,0 0 1-16,0 0 1 15,1 0-3-15,-1-3 1 16,2-1 0-16,-4-3-1 15,1 0 1-15,-2-1-1 0,1-1 1 16,-2 0 0-16,-1 0-1 16,-2 0 0-16,0-1 0 15,1 3 1-15,-2-1-1 16,0 4 1-16,1-1 0 16,0 3 0-16,1-1-1 0,0 3 0 15,-2 0 0-15,3 0-1 16,1 3 0-16,1 5 1 15,0 1-1-15,0 1 2 16,1 3-1-16,-3-3 0 0,3-1 0 16,-4 2 0-16,2-2 0 15,-2-4 0-15,-3-1 1 16,1-1-1-16,-2 1 0 16,1-2 0-16,0-2 0 15,-1 0 0-15,0 0 3 0,1 0 1 16,2-6-4-16,2-3-1 15,-1-3 0-15,3 0 1 16,0-1 0-16,1 1 0 16,0 0-2-16,1 2 4 15,-1 5-1-15,1 2 0 16,-1 3-1-16,2 0-1 0,-3 5 1 16,4 6-1-16,-3 3-1 15,1-2 1-15,2 1 1 16,1-1-2-16,-1-3 0 15,3-1 2-15,1-4-1 16,-1-1 1-16,1-3-1 0,2 0 2 16,-3 0-2-16,1-6-2 15,-2-3 1-15,0-3 0 16,-2-4 4-16,-3-2-2 16,-1-6 0-16,-2 2 0 15,-3-3 0-15,-2 1 0 0,0 0-2 16,0 3 1-16,-3 3 1 15,-3 1 3-15,-2 4-3 16,3 2 1-16,0 2 0 16,1 2 0-16,1 3 1 15,2 2 0-15,1 1 0 0,0 1-1 16,0 0-2-16,0 3 0 16,0 8 1-16,1 5-1 15,3 4 2-15,2 1-1 16,-3 5 0-16,1-1 1 15,2 1 0-15,-4-1 0 0,-1 0 5 16,-1 0 0-16,0-4-1 16,1-1-2-16,-1-4-1 15,0 0-1-15,0-4 0 16,2 1-1-16,0-4 0 16,0-1-2-16,-1-4-16 0,2-1-13 15,0-3-29-15,-1 0-51 16</inkml:trace>
  <inkml:trace contextRef="#ctx0" brushRef="#br0" timeOffset="62950.23">19644 15434 214 0,'0'-3'15'0,"0"-3"25"0,2 0-29 0,7 1-3 0,6-1-4 16,4-1-3-16,5 1 0 16,3 1 0-16,-2-1-2 15,1-1-54-15,-1-2-121 16</inkml:trace>
  <inkml:trace contextRef="#ctx0" brushRef="#br0" timeOffset="63427.78">20000 15314 159 0,'0'0'58'0,"0"0"-28"15,0 0-20-15,0 0 4 16,0 0-5-16,0 0-9 15,0 0-1-15,0 0 0 16,0 0 0-16,27 14 3 0,-14-9 3 16,2 0 2-16,1 1-4 15,1 0 0-15,0-1-3 16,-2 2 0-16,-2-1 0 16,-4 1 0-16,-3 2 0 15,-5 1 0-15,-1 4-2 0,-6 3 2 16,-12 3 0-16,-9 4-2 15,-5 2 3-15,-3 2 2 16,-4 3-2-16,0-5-16 16,1-2-58-16</inkml:trace>
  <inkml:trace contextRef="#ctx0" brushRef="#br0" timeOffset="64053.54">18387 15343 107 0,'0'0'5'0,"0"0"27"0,0 0 0 0,0 0-2 15,0 0-5-15,0 0-7 16,0 0 4-16,0 0-7 16,0 0-11-16,0 0-1 0,0 0-6 15,-30 25 4-15,14-14-2 16,-2 2 1-16,-2 2 2 16,3 0-1-16,2 2 0 15,3 2 0-15,5-1 1 16,5 2-2-16,2 0 0 0,12 0-3 15,12-4-11-15,7-2-12 16,9-3-10-16,6-5-32 16,3-5-25-16</inkml:trace>
  <inkml:trace contextRef="#ctx0" brushRef="#br0" timeOffset="66195.16">13858 15986 226 0,'0'-11'-4'0,"1"2"1"0,14 2-4 0,4 3-10 16,3 0-16-16,4 1-14 15,2-1-68-15</inkml:trace>
  <inkml:trace contextRef="#ctx0" brushRef="#br0" timeOffset="66763.38">16951 15884 185 0,'0'0'13'0,"0"0"-15"0,0 0-14 0,0 0-9 16,0 0-22-16,0 0-40 15</inkml:trace>
  <inkml:trace contextRef="#ctx0" brushRef="#br0" timeOffset="67028.49">16951 15884 38 0,'0'0'85'0,"18"-3"-50"0,-18 1-13 15,0 0-12-15,0-3-4 16,0-2-3-16,0-1 2 16,-1-4 3-16,-1-3-2 15,0-4 4-15,2-5 0 16,-2-4-6-16,0-2-2 0,0-4-2 15,2-2-1-15,0 0 2 16,0-1 5-16,0-2 10 16,0 2-1-16,1-1-1 15,2-1-4-15,-1 1-4 16,-1 6 1-16,-1 3 1 0,1 7 0 16,-1 4-5-16,0 5-3 15,1 2 1-15,-1 6-1 16,3 0-12-16,2 4-20 15,-1 1-56-15,2 0-47 16</inkml:trace>
  <inkml:trace contextRef="#ctx0" brushRef="#br0" timeOffset="68794.02">16723 15050 107 0,'0'0'37'0,"0"-2"-16"0,0 1-13 0,0 0-5 16,0-1-1-16,0 1 2 16,0 0 6-16,0-2 11 15,0 0 1-15,0 0 4 16,0-1-5-16,0-5-6 15,0 2-7-15,0 0-7 0,0-4-1 16,0-1 1-16,0-5-1 16,0 1 1-16,0-2-2 15,0-3 2-15,0-2 0 16,0 1-1-16,0-1 1 16,0-1 4-16,0 0 2 0,0-1 1 15,0 0-4-15,0-1-2 16,0 2-2-16,0 1 1 15,-3 2 0-15,-1 2-1 16,-2 3 0-16,2 1 3 16,0 4 4-16,-2 0-4 15,4 1 1-15,-1 2-2 0,2 0-2 16,0 0 3-16,1 3-2 16,0 1-1-16,0 1 0 15,0 1 2-15,0 2-2 16,0-1-2-16,0 1 4 15,0 0-4-15,-2 0 1 0,2 0 0 16,0 0-2-16,0 0 0 16,-2 0-3-16,0 3 5 15,0 4 1-15,-2 0-2 16,1-1 2-16,-4 4 2 16,0-3-1-16,-1 4-2 15,1-1 0-15,-7 3-2 0,3-1 1 16,-2 2-13-16,0-3-5 15,2 3-11-15,3-5-12 16,1-4-38-16,5-3 0 16</inkml:trace>
  <inkml:trace contextRef="#ctx0" brushRef="#br0" timeOffset="68921.12">16589 14623 64 0,'0'0'88'0,"0"0"-23"0,0 0-18 0,0 0-30 0,0 0-16 0,0 0 0 15,51-16-1-15,-29 16 1 16,-1 0-8-16,-2 0-91 16</inkml:trace>
  <inkml:trace contextRef="#ctx0" brushRef="#br0" timeOffset="69810.57">15948 14672 150 0,'0'0'8'0,"0"0"11"0,0 0-17 0,0 0-5 15,0 0-23-15,0 0 5 16,0 0 13-16,0 0 8 15,0 0 1-15,0 0 2 16,0 0 2-16,0 0 2 16,-13 3-5-16,13-1 0 15,0 2-2-15,2-3 1 0,4 3 1 16,-1-3-2-16,3 1 2 16,2-2 0-16,-1 0 2 15,3 0 1-15,0 0-2 16,-2 0 4-16,1 0 2 15,2 0-5-15,0-5-2 0,0 2-1 16,-2-3-1-16,0 2-3 16,-3-2-29-16,-2 2-17 15</inkml:trace>
  <inkml:trace contextRef="#ctx0" brushRef="#br0" timeOffset="70170.97">15950 14591 148 0,'0'0'2'0,"0"0"-1"0,0 0 2 0,0 0-3 15,51 16 1-15,-38-8 1 16,1 2 0-16,-1 2 0 16,2 2 0-16,-5 0 0 0,-3 0-2 15,-2 2 1-15,-4 0-2 16,-1 1-1-16,-4 0-1 15,-8 1-4-15,-5-2-12 16,-1-1-21-16,-5-2-37 16</inkml:trace>
  <inkml:trace contextRef="#ctx0" brushRef="#br0" timeOffset="71071.47">15844 14580 37 0,'0'0'5'0,"0"0"15"0,0 0-6 16,0 0 1-16,0 0-5 15,37-3-7-15,-29 3 2 16,-2 0 0-16,4 0 1 0,-1 2-1 15,1 2 6-15,4 3-6 16,-1-1-2-16,2 2-1 16,-1-1-2-16,0 3 1 15,0 0-2-15,-3 0 2 16,1 0-1-16,-2 0 0 16,-2-2 0-16,-1-1 1 15,-1-1-2-15,-2-2 2 0,-2-1 0 16,-2 1-3-16,0-2 1 15,0 4 20-15,-10 1 0 16,-2 3-15-16,-4 1-2 16,-2 5-2-16,-4 1-11 0,-2 1-26 15,-1 2-32-15</inkml:trace>
  <inkml:trace contextRef="#ctx0" brushRef="#br0" timeOffset="72423.7">15797 14851 90 0,'0'0'14'0,"0"-1"7"0,0-1-8 0,0 2-6 0,0-1 1 15,0 1 1-15,0 0 0 16,0 0 4-16,0 0-5 15,0 0-7-15,3 0-6 16,1 0-15-16,1 0-9 0,2 0-22 16</inkml:trace>
  <inkml:trace contextRef="#ctx0" brushRef="#br0" timeOffset="72844.52">16596 14621 11 0,'0'0'28'0,"0"0"-8"0,0 0-5 15,0 0-1-15,0 0-10 0,0 0-2 16,0 0-7-16,0 0-36 16</inkml:trace>
  <inkml:trace contextRef="#ctx0" brushRef="#br0" timeOffset="73248.87">16596 14621 73 0,'53'-27'11'0,"-53"27"11"15,0-1-8-15,0 1-7 16,0 0 1-16,0 0-5 16,0 0-4-16,0 0 1 0,0 0 1 15,0 1-3-15,0-1 0 16,0 0-2-16,1 0-2 16,3 0-1-16,0 0-2 15,0 0 2-15,-3 0 5 16,0-1 3-16,0-2 2 0,-1 0 11 15,0 2 10-15,0-1-3 16,0 1-3-16,0 1-5 16,0-2-6-16,0 2-5 15,-1 0-1-15,1 0-1 16,0 0-3-16,0 0-12 0,0 0 6 16,0 0-1-16,0 0-5 15,1 0-9-15,0 0-16 16</inkml:trace>
  <inkml:trace contextRef="#ctx0" brushRef="#br0" timeOffset="73520.78">16625 14584 110 0,'0'0'7'0,"0"0"23"0,0 0-12 15,0 0-4-15,0 0 5 16,0 0-5-16,0 0-2 16,0 0-4-16,0 0 3 15,22-10-7-15,-17 10-3 16,3 0-1-16,-1 2 0 0,3 3 0 16,-2 1-1-16,1 1-1 15,-1 3-14-15,-1 0-25 16,-4-1-8-16,-3 2 20 15,0 0-27-15</inkml:trace>
  <inkml:trace contextRef="#ctx0" brushRef="#br0" timeOffset="74978.64">15768 14804 129 0,'-2'0'44'0,"0"-2"-11"0,0 1-15 0,1 1-13 0,1 0-5 15,0-1-2-15,0 1-20 16,0 0 1-16,5-3 21 0,3 1-18 16,4-4-45-16</inkml:trace>
  <inkml:trace contextRef="#ctx0" brushRef="#br0" timeOffset="75128.45">15880 14746 257 0,'0'0'9'0,"0"0"-7"16,0 0-2-16,0 0-2 15,0 0-24-15,0 0-49 16,0 0-18-16</inkml:trace>
  <inkml:trace contextRef="#ctx0" brushRef="#br0" timeOffset="75284.12">15958 14755 283 0,'0'0'1'16,"0"0"-1"-16,0 0-1 15,0 0-28-15,-38 27-49 16,36-25-25-16</inkml:trace>
  <inkml:trace contextRef="#ctx0" brushRef="#br0" timeOffset="75419.85">15958 14755 112 0,'-7'54'119'15,"1"-54"-119"-15,2 0-2 16,1 0-25-16,3 0-53 16</inkml:trace>
  <inkml:trace contextRef="#ctx0" brushRef="#br0" timeOffset="75761.61">16001 14789 271 0,'0'0'7'0,"0"0"-3"15,0 0-4-15,0 0-3 16,0 0-60-16,0 0-104 15</inkml:trace>
  <inkml:trace contextRef="#ctx0" brushRef="#br0" timeOffset="76657.66">15567 14841 41 0,'0'0'20'0,"0"0"6"0,0 0 1 15,0 0-1-15,0 0-4 16,0 0-8-16,0 0 2 0,0 0 2 16,0 0-3-16,0 0-5 15,-11 0-9-15,11-1-6 16,0 1-9-16,6 0 8 15,4-1-3-15,-1 0-1 16,3 0 4-16,3-2 4 0,0 0 3 16,3-1 0-16,-3 0 5 15,2-3 6-15,1 1 1 16,1-2-4-16,-1 0-3 16,-2 0-1-16,4-1-3 15,-5 1-1-15,1-1 1 0,-3 3-2 16,1-3 0-16,-1 0 0 15,-1 2 1-15,-2 0-1 16,1 0-1-16,1 1 1 16,-3 1 0-16,-2-1 0 15,2 3 0-15,-6-1 0 16,0 2 0-16,-1-1 0 0,-1 1 1 16,1 2 4-16,-2-2 0 15,0 2-4-15,0 0-1 16,0 0-1-16,0 0-5 15,0 0-26-15,0 0-38 0,0-1-5 16</inkml:trace>
  <inkml:trace contextRef="#ctx0" brushRef="#br0" timeOffset="77242.96">15843 14568 40 0,'0'0'9'0,"0"0"-8"0,0 0 9 0,0 0 1 16,0 0 0-16,0 0-1 16,0 0 1-16,0 0 0 0,0 0-2 15,0 0-3-15,40 16-3 16,-31-10-1-16,-1-2-1 16,4 3-1-16,-1 0 1 15,2 0-1-15,1-1 0 16,2 1 1-16,-2-1-1 0,-3-1 0 15,2 1 0-15,-5 0 0 16,-1-2 0-16,-3 2 0 16,1 1 0-16,-5 1 0 15,0 2 5-15,0 5 13 16,-7 2-8-16,-2 3-6 16,-7 5-4-16,-2 2 0 0,-4 1-17 15,-1 0-52-15</inkml:trace>
  <inkml:trace contextRef="#ctx0" brushRef="#br0" timeOffset="81558.6">12984 15504 167 0,'-2'0'0'0,"2"-4"18"0,0 3-14 0,-1-2-3 16,1 2-1-16,0-1 1 15,0 2-1-15,0-1-1 16,1 1 2-16,5 0-1 16,3 0 1-16,1 0-2 0,5 0 1 15,7 0 1-15,0-2-1 16,9-2-2-16,5-4 3 15,7-1-1-15,6-1-1 16,6-1 2-16,4-1-6 16,1 1-35-16,1-2-47 15</inkml:trace>
  <inkml:trace contextRef="#ctx0" brushRef="#br0" timeOffset="83394.75">17023 16740 81 0,'0'0'36'0,"0"0"7"0,0 0-10 0,0 0-5 0,0 0-10 16,0 0-13-16,0 0-5 15,0 0-1-15,0 0 2 16,6 0 4-16,3 0 3 16,3 0 0-16,5 0-8 15,3 0 1-15,5 0 0 0,4 0-1 16,5 0 0-16,3-3 2 15,5-1-3-15,2 0 1 16,6-2-1-16,-1 2 2 16,3-2 6-16,1 2 0 15,1 0 4-15,-4-1 2 0,-1 2-3 16,-4-1-5-16,-3 1-2 16,-7 1-2-16,-6 0 0 15,-4 2-1-15,-6-1 0 16,-5-2-3-16,-2-3-35 15,-3-1-81-15</inkml:trace>
  <inkml:trace contextRef="#ctx0" brushRef="#br0" timeOffset="84526.81">18797 15700 103 0,'0'0'1'0,"0"0"5"0,0 0 0 0,-39 12 7 0,35-9 6 15,0 2-1-15,1 1-4 16,3 1 5-16,0 3-5 16,0 2-2-16,9 2-3 15,6 0-5-15,2 1 1 16,6 1 0-16,5-2-2 16,3 2-2-16,4-4 0 0,4 0-2 15,-2-3 6-15,7-2-3 16,1-4-2-16,6-3 0 15,2 0-1-15,6-6 1 16,2-5-1-16,3-3-3 16,-1-2 0-16,2-2 3 0,-1-2-2 15,-4-2 2-15,-3 1 9 16,-3-4 4-16,-6 0 3 16,-6-1-2-16,-7-2-3 15,-4-2-3-15,-8-4 0 16,-2 0-2-16,-6-4-1 0,-1-5 3 15,-6-1-2-15,-2-4 3 16,-5 2-4-16,-1 1-1 16,0 1-2-16,-10 1-2 15,-5 5 1-15,-4 1 0 16,-6 3 4-16,-3 0-5 0,-4 3 0 16,-2 1-2-16,-5 0 0 15,-4 4 2-15,-1 2 1 16,-1 4-2-16,-6 2 2 15,0 2-1-15,-4 6 1 16,-2 3-2-16,-4 6 2 0,-5 1 2 16,-3 4-5-16,-4 10 2 15,1 6 0-15,-1 4 2 16,3 6-1-16,1 4 1 16,0 3-1-16,7 4 0 15,3-1 1-15,6 3-1 0,3 2 0 16,6 2-1-16,5 1 1 15,8 2-1-15,9 2-4 16,6-2 1-16,7 0-1 16,5-2 3-16,4-5 0 15,5-2 2-15,10-3 2 0,4-6-1 16,6-1 0-16,3-5-2 16,7-4 0-16,-1-6 1 15,4-5-1-15,2-7-1 16,1-4-4-16,1-4-6 15,3-13-25-15,-3-8-99 0</inkml:trace>
  <inkml:trace contextRef="#ctx0" brushRef="#br0" timeOffset="85073.65">19655 15013 129 0,'0'0'41'16,"0"0"16"-16,0 0-25 0,0 0-17 16,0 0-10-16,0 0-7 0,0 0 0 15,0 3 6-15,2 1-3 16,3 1-1-16,-4 1 0 16,2-3 0-16,0 0 0 15,3-3 1-15,1 0-6 16,9-7 7-16,6-14 28 0,12-6-13 15,10-10-12-15,7-4-2 16,11-8-2-16,4-5-1 16,3-2-4-16,3-3-22 15,3-6-21-15,-1 1-98 16</inkml:trace>
  <inkml:trace contextRef="#ctx0" brushRef="#br0" timeOffset="87578.6">19023 15750 75 0,'0'0'34'0,"0"0"-10"0,44 2-5 0,-28-2-6 16,2 0-1-16,6 0 0 16,3-3-1-16,1-3-6 15,1 3-2-15,3 0-2 16,2 2 3-16,-1-2-1 16,1 2 0-16,0-1-3 0,-1 1 2 15,-1-2-1-15,-2 2-1 16,-4-1 5-16,-2 1 15 15,-7-1-3-15,-3 1-7 16,-8 1-2-16,-1 0-2 0,-5 0-4 16,0 0-2-16,0 0-14 15,-6 0-53-15,1 0-105 16</inkml:trace>
  <inkml:trace contextRef="#ctx0" brushRef="#br0" timeOffset="88636.68">20143 15644 132 0,'0'0'-10'0,"0"0"8"0,0 0 3 0,0 0 2 0,0 0 11 16,0 0 13-16,0 0 10 16,0 0 2-16,0 0-15 15,0 0-17-15,0 0-5 16,0 0-2-16,0 0-3 0,0 0 1 15,31-15 1-15,-27 15 1 16,0 0 0-16,1 0 0 16,-1 3 1-16,1 3 0 15,-3 1 4-15,-1 5-2 16,-1 0-1-16,0 7 0 16,-3 2-3-16,-11 7 1 0,-5 4 0 15,-6 3-1-15,-8 4-23 16,-6-1-39-16,-6 0-39 15</inkml:trace>
  <inkml:trace contextRef="#ctx0" brushRef="#br0" timeOffset="90729.61">15712 14820 87 0,'-2'0'2'0,"0"0"4"0,-2 0-2 16,3 0-3-16,0 0 2 0,1 0 4 15,0 0 2-15,0 0-6 16,0 0 0-16,0 0 1 16,0 0 1-16,0 0-5 15,0 0 2-15,2 0 0 16,6 0 0-16,0 0 0 16,1 0 0-16,4 0-4 0,0-2 4 15,1 0 11-15,3 0 5 16,3-2-1-16,-2-2-1 15,2 2-7-15,1-2-1 16,5 1-4-16,-3-2-2 0,1 1-1 16,-1-1 1-16,-2 2-2 15,-2 0 0-15,-6 0 0 16,-5 1-8-16,-2 1-12 16,-6-1-13-16,0 0-30 15</inkml:trace>
  <inkml:trace contextRef="#ctx0" brushRef="#br0" timeOffset="90958.46">15962 14615 104 0,'0'0'37'16,"0"0"-28"-16,55 0 17 15,-27 6-11-15,1 5-4 16,1 4-5-16,1 2-4 0,-5 3-1 16,-4 2-2-16,-7 2-3 15,-7 1-4-15,-8-3-24 16,-6 1-20-16</inkml:trace>
  <inkml:trace contextRef="#ctx0" brushRef="#br0" timeOffset="91385.1">16600 14698 176 0,'0'0'16'0,"0"0"6"0,0 0-7 15,0 0-7-15,0 0-6 0,0 0-2 16,0 0 1-16,0 0 0 16,0 0 1-16,-9-5 5 15,9 1-4-15,0-1-2 16,0-2-15-16,0-2-81 15</inkml:trace>
  <inkml:trace contextRef="#ctx0" brushRef="#br0" timeOffset="91705.27">16402 13895 73 0,'0'0'-4'0,"0"0"6"15,0 0 0-15,0 0-2 16,0 0-1-16,-26-41-7 16,25 37-7-16,0-1 11 15,1 1 5-15,0 0 0 16,0 0-9-16</inkml:trace>
  <inkml:trace contextRef="#ctx0" brushRef="#br0" timeOffset="91827.11">16379 13827 7 0,'0'0'117'0,"0"0"-89"16,0 0-4-16,0 0-23 15,0 0-52-15,0 0-5 16</inkml:trace>
  <inkml:trace contextRef="#ctx0" brushRef="#br0" timeOffset="100520.68">13355 17355 196 0,'0'0'-89'0</inkml:trace>
  <inkml:trace contextRef="#ctx0" brushRef="#br0" timeOffset="102041.54">13430 17315 41 0,'0'0'38'16,"0"0"4"-16,0 0 3 0,0 0 11 16,0 0-46-16,0 0 40 15,0 0-42-15,0 0-4 16,0 0-1-16,-17-35-1 16,19 29-2-16,7 2 2 15,-2 0 0-15,6-1 1 0,-2 2 2 16,2 1 1-16,-1 2-3 15,-1 0-2-15,1 0-1 16,0 7 0-16,-1 4 0 16,-1 1 0-16,-3 2-4 15,1 1 2-15,-4 1 4 0,-1 0-3 16,-3-1 1-16,0 0-1 16,0-1-2-16,-4-3-1 15,-3-1 3-15,0-2 0 16,-1-3 1-16,2 0-2 15,2-3-5-15,-1-2 7 0,2 0 0 16,3 0 0-16,0-7-15 16,0-3 8-16,2-2 7 15,4-1 1-15,1-2 0 16,4 2 1-16,-4-2-2 16,2 0 0-16,0 3 2 0,-2-2-1 15,1 3 0-15,-3 2-17 16,1 0 34-16,0-1-18 15,-2 3 0-15,0-1 0 16,0 1 1-16,-3-1-2 16,-1 3 1-16,0 0 0 15,0 1 0-15,0 1-2 0,0 0-9 16,0 3-6-16,-1 0 1 16,-3 0 11-16,2 0 5 15,0 0 0-15,0 2 1 16,0 4 0-16,1 3 0 15,1 2 0-15,0 2 0 0,0-1 3 16,0 5 2-16,0-3 0 16,0 3 8-16,0-3 1 15,0-1 0-15,2 1 1 16,3-3-9-16,-1 0 1 0,-1-1-3 16,3-2-1-16,0 2-2 15,-1-3-1-15,2 2-2 16,0-3-1-16,1 0-3 15,2-1-8-15,0-2-11 16,2-3-26-16,0 0-60 0</inkml:trace>
  <inkml:trace contextRef="#ctx0" brushRef="#br0" timeOffset="102483.12">13811 17329 99 0,'0'0'80'0,"0"0"-25"0,0 0-25 16,0 0-3-16,0 0-6 16,0 0-9-16,0 0-4 15,0 0-6-15,0 0 0 0,0 0-2 16,0 0 0-16,0 0 0 15,0 0 1-15,0 40 1 16,0-24-1-16,2 0 0 16,0 1-1-16,-1-2 1 15,2 1-1-15,-1-2 0 0,1 2 0 16,-1-4-2-16,0 0-8 16,-2-4-17-16,1-5-67 15</inkml:trace>
  <inkml:trace contextRef="#ctx0" brushRef="#br0" timeOffset="102953.41">13930 17281 125 0,'0'0'13'0,"0"0"11"15,0 0-1-15,0 0 5 16,0 0-10-16,0 0-9 0,0 0-4 15,0 0-1-15,0 0 13 16,1 10-5-16,-1-2-5 16,3 1 0-16,-3 0-1 15,2 2-1-15,0 2-3 16,-1 1-1-16,2 1-1 0,0 1 1 16,1-1-1-16,-2 0 1 15,2 0-1-15,-2 1 1 16,1 0-1-16,-1-2 1 15,1 2-1-15,-3-1 0 16,0-3 0-16,0-1 1 0,0-2-2 16,0-2 2-16,0-3-1 15,0-4-4-15,0 0-47 16</inkml:trace>
  <inkml:trace contextRef="#ctx0" brushRef="#br0" timeOffset="104468.36">16964 17230 145 0,'0'0'-36'0,"0"0"29"0,0 0 1 0,0 0 5 15,0 0 6-15,0 0 9 16,0 0 13-16,0 0 17 0,0 0-4 16,0 0-12-16,-5 3-17 15,0 0-9-15,-1 2-2 16,-3 1 0-16,-1 1-1 15,-4 3 0-15,1 0 1 0,-4 3 0 16,1 1 0-16,-3 0 0 16,1 2-2-16,1-2 4 15,3 2-2-15,-1-5 0 16,5-1 1-16,4-2-1 16,2-3 0-16,4-1 2 15,0 0 0-15,0 1 1 0,7-1 6 16,3-1 3-16,-1 1-3 15,5-1-5-15,-1 0 0 16,2 2-1-16,-3-2 1 16,2 2-3-16,-2-1 0 0,-1 1-1 15,1-2-1-15,-4 2-18 16,0-5-58-16,1 0-129 16</inkml:trace>
  <inkml:trace contextRef="#ctx0" brushRef="#br0" timeOffset="104937.5">17172 17263 236 0,'0'0'2'0,"0"0"-1"0,0 0-4 0,0 0-25 15,0 0-17-15,0 0 29 16,0 0 15-16,-41 20 3 16,31-10 10-16,1 1 11 15,-1 2-6-15,6-3-9 0,-1 1-6 16,4-1-1-16,1 0 1 15,0-3 0-15,3 0 2 16,5-2 5-16,5-1 5 16,-2 1-1-16,3-1-1 15,-1 0-3-15,-2 0-2 16,1 3-1-16,-3 0-2 0,-3 1-2 16,-1 3 0-16,-3 0-2 15,-2 1 1-15,0 1-1 16,-10 0-3-16,-2 1-1 15,-4 0-2-15,-2-2 3 16,-1-1-5-16,2-2-7 0,0-4-1 16,6-5-32-16,3 0-76 15</inkml:trace>
  <inkml:trace contextRef="#ctx0" brushRef="#br0" timeOffset="105244.21">17260 17226 238 0,'0'0'5'0,"0"0"2"0,0 0-7 15,0 0 0-15,0 37 2 16,0-16-1-16,1 1 1 0,2 3 2 16,-1-1 8-16,0 2 1 15,-1-1-4-15,-1-1-5 16,0-1-4-16,0-3 0 16,0-1 0-16,0-3-22 15,0-4-28-15,-1-8-66 0</inkml:trace>
  <inkml:trace contextRef="#ctx0" brushRef="#br0" timeOffset="105428.25">17219 17425 308 0,'0'0'8'0,"0"0"12"16,0 0-8-16,0 0-10 15,0 0 5-15,0 0-5 0,0 0-2 16,0 0-7-16,45-20-33 16,-30 14-55-16</inkml:trace>
  <inkml:trace contextRef="#ctx0" brushRef="#br0" timeOffset="106254.22">17471 17345 149 0,'0'0'118'16,"0"0"-117"-16,0 0 1 0,0 0-1 15,0 0 0-15,-42-3-1 16,33 3 2-16,2 0 0 16,-1 6 1-16,2 1 1 15,0 4-1-15,2 0-1 0,0 0-1 16,-1 3 0-16,4-1 0 15,0-2-1-15,1 3 1 16,0-5-1-16,0 1 1 16,0-2 0-16,0-2-1 15,2-3 0-15,2-2 0 16,1-1-1-16,-1 0 0 0,0-2 6 16,3-6-1-16,-3 0-1 15,2-2-3-15,0-1 2 16,-2 2 1-16,3 2 1 15,-3 0 1-15,3 1-1 16,-1 2-1-16,2 2 2 0,-1 2-5 16,1 0 0-16,2 0 1 15,-1 2-2-15,1 5-2 16,-2 1 3-16,0 0 3 16,-3 0-2-16,3-1-1 15,-4 0 1-15,2-1-2 0,-4-2 1 16,1-2-1-16,-1-1-4 15,-1-1 2-15,0 0-1 16,3 0-1-16,-2 0 5 16,1-7 0-16,1 0 2 15,5 0-2-15,-4 1 0 0,3 1 1 16,-2 2 0-16,4 1-1 16,-5 2 1-16,3 0-1 15,1 0 0-15,-1 3 0 16,0 1 1-16,-3 1 0 15,3-1-1-15,-3-1 0 16,1-2 0-16,-1-1 0 0,0 0 0 16,1-4 0-16,-1-6 0 15,4-3-2-15,-5-3-1 16,1-4 0-16,1-1 2 16,-4 0 1-16,1-2 0 15,-1 0 0-15,-1 2 2 0,2 5 0 16,-3 1 0-16,0 4 1 15,0 3-1-15,0 4 3 16,0 4 1-16,0 0-2 16,0 7-5-16,0 6 2 15,0 5-1-15,0 5 0 0,0 1 1 16,0 2-1-16,2 1 1 16,1 0-1-16,-3-1 0 15,0-2-8-15,0-3-39 16,0-5-78-16</inkml:trace>
  <inkml:trace contextRef="#ctx0" brushRef="#br0" timeOffset="106430.86">17712 17365 267 0,'0'0'44'0,"0"0"-34"0,0 0 1 0,0 0-8 15,0 0-2-15,0 0-1 16,0 0-2-16,0 0-10 16,0 0-19-16,50-38-54 0</inkml:trace>
  <inkml:trace contextRef="#ctx0" brushRef="#br0" timeOffset="106766.51">17977 17284 162 0,'0'0'51'16,"0"0"-49"-16,0 0 11 16,0 0 7-16,0 0-9 0,0 0-6 15,0 0-4-15,0 0 2 16,-16 30 3-16,26-27 1 15,2-2 0-15,1 1-3 16,-1-2-1-16,1 2 1 16,1-2 12-16,-1 0-10 0,-4 0-3 15,3 2-1-15,-2 1 2 16,-5 2-4-16,-2 4 0 16,-3 4 0-16,0 2 2 15,-5 7-1-15,-10 6 0 16,-9 6 0-16,-9 7-10 0,-17 6-74 15</inkml:trace>
  <inkml:trace contextRef="#ctx0" brushRef="#br0" timeOffset="108859.11">16361 12724 177 0,'0'0'16'0,"1"0"-18"0,0 0-3 0,-1 0 6 0,0-2 0 15,0 1 3-15,0-1 16 16,0 0 5-16,0 2 2 16,0 0-6-16,0 0-12 15,0 0-6-15,0 8-7 0,0 5 5 16,0 3 0-16,0 3-1 15,0 1 2-15,3 2-2 16,1-1 0-16,0-3 0 16,-1 1 1-16,-1-2 0 15,2-3-2-15,-4-2 2 16,0 0-1-16,0 0-21 0,-2-2-5 16,-5-5-27-16,-6-2-50 15</inkml:trace>
  <inkml:trace contextRef="#ctx0" brushRef="#br0" timeOffset="109121.83">16348 12715 226 0,'0'0'12'15,"0"0"30"-15,0 0-20 16,0 0-19-16,0 0-1 16,0 0 0-16,0 0-4 15,-42 51 3-15,29-34-2 0,2 0 2 16,3-1-5-16,-2-5-3 16,3-3 1-16,2-3-10 15,2-5-16-15,-1-1-58 16</inkml:trace>
  <inkml:trace contextRef="#ctx0" brushRef="#br0" timeOffset="109279.74">16327 12685 264 0,'0'0'22'15,"0"0"-28"-15,0 0 7 0,56 19 0 16,-29-11 0-16,2 2-1 15,2-2-12-15,-3-1-131 16</inkml:trace>
  <inkml:trace contextRef="#ctx0" brushRef="#br0" timeOffset="113109.14">19583 12612 86 0,'0'0'13'0,"0"0"-16"0,0 0 1 0,0 0-44 15</inkml:trace>
  <inkml:trace contextRef="#ctx0" brushRef="#br0" timeOffset="113735.34">19583 12612 39 0,'0'0'51'16,"0"0"-15"-16,0 0-8 0,0 0-11 16,10-12 2-16,-10 9 3 15,0 2 4-15,0-2-7 16,0 3-1-16,0 0-11 16,0 0-8-16,4 7 0 15,3 3 2-15,-3 3-1 0,1 1 1 16,2 0-2-16,0 0 2 15,1-2-1-15,1-5 1 16,0 0-1-16,2-4 1 16,0 1-1-16,2-4-1 15,-1 0 2-15,-3 0 1 0,3 0 1 16,0-4-6-16,-1-3 8 16,-4-2-4-16,3-2 0 15,0 1 0-15,-4-3 0 16,2 2 1-16,-5 1-1 15,1 1-1-15,-2 2 1 0,0 3-1 16,-2 1 2-16,0-1-2 16,0 4 0-16,0 0 0 15,0 0-3-15,0 0 0 16,0 5 2-16,2 5 0 16,-2 1 1-16,3 3 1 0,0 1-1 15,2 4 0-15,2-1 0 16,0 2 0-16,-2 1 1 15,1 0-1-15,0-2 0 16,-2 1 0-16,0-4 2 16,-2-2-2-16,-2 0 0 15,0-3 0-15,0-1-4 0,-9-3 1 16,-2-1 2-16,0 0 1 16,-3-2 0-16,3-3 3 15,2-1 0-15,-1 0 5 16,4-4 9-16,1-3 0 0,2-3-6 15,3-1 5-15,0-2-8 16,0 0-3-16,4 2-3 16,5-1-1-16,-1 4-1 15,1 1-1-15,0 3-2 16,2 3-19-16,-1 1-6 16,0 0-16-16,0 0-38 0,1 0-66 15</inkml:trace>
  <inkml:trace contextRef="#ctx0" brushRef="#br0" timeOffset="114205.42">19973 12765 125 0,'0'0'45'0,"0"0"13"0,0 0-18 0,0 0-13 16,0 0-14-16,0 0-8 0,0 0-2 16,0 0-3-16,0 0-3 15,0 0 1-15,0 0 2 16,0 0 0-16,0 0 0 16,-4 28 0-16,4-19 0 15,0-1 0-15,0 2 0 0,0-1 0 16,1 1 0-16,-1-2 1 15,0 1-1-15,0-1 0 16,0-1 0-16,0 2 1 16,0-2-1-16,0 1 0 15,0-2-14-15,0 0-30 0,0-5-57 16</inkml:trace>
  <inkml:trace contextRef="#ctx0" brushRef="#br0" timeOffset="114780.66">20090 12785 40 0,'0'0'34'0,"0"0"-18"0,0 0-10 0,0 0-5 0,0 0 4 15,0 0 5-15,0 0-5 16,0 0-1-16,0 0 1 16,0 0 6-16,2 12 4 0,-2-9 4 15,0 0 0-15,0 2-5 16,0 1-4-16,0-1-3 15,2 3-3-15,-1 0 0 16,1 1 1-16,1 0-2 16,-1 0-1-16,-1 2 1 0,0-1 2 15,0 0 0-15,1-2 7 16,-1 2-2-16,0-3 0 16,-1 2 1-16,1-2-4 15,2-1-2-15,-3-1-1 16,0 0-2-16,0 0 1 0,0 1-3 15,0-3 1-15,0-3-43 16</inkml:trace>
  <inkml:trace contextRef="#ctx0" brushRef="#br0" timeOffset="116834.22">13806 17986 171 0,'0'0'9'0,"0"0"28"0,0 0-19 16,0 0-6-16,0 0 0 0,0 0 3 15,40-36-1-15,-31 36-5 16,2 0-4-16,3 0-3 16,-1 0-2-16,1 6 0 15,-4 1-1-15,1 2-1 16,-1 0 2-16,-5 1 1 0,-1-1-2 16,-4 0 1-16,0 0 0 15,0 4-2-15,-9 0 9 16,-4 1-7-16,2 0 4 15,-1 2-2-15,-1-1-2 16,2-2 1-16,1-3-2 16,6-3-4-16,0-4-7 0,4-3-7 15,0-1-40-15,6-12 0 16,4-6-50-16</inkml:trace>
  <inkml:trace contextRef="#ctx0" brushRef="#br0" timeOffset="117140.51">14008 17919 158 0,'0'0'29'0,"0"0"10"16,0 0-15-16,0 0-5 15,0 0-8-15,0 0-6 16,0 0 0-16,-36 13-1 15,32-5 0-15,3 4 0 16,-1 0-1-16,2 3 0 0,-3 0-1 16,3 1-1-16,0 1-1 15,0-3 1-15,3 0-1 16,2-1 0-16,1-3 3 16,1-3-2-16,4-4 1 0,0 0-2 15,4-3 1-15,3 0-5 16,1-7-34-16,-2-5-54 15</inkml:trace>
  <inkml:trace contextRef="#ctx0" brushRef="#br0" timeOffset="117396.41">14190 17988 97 0,'0'0'32'16,"0"0"21"-16,0 0-7 16,0 0-22-16,0 0-18 15,0 0 0-15,0 0 7 16,1 36-4-16,1-22-1 16,0 3-3-16,0 0-3 0,0 2-1 15,-1-1 0-15,0 2-1 16,1-2-13-16,0-5-25 15,1-5-59-15</inkml:trace>
  <inkml:trace contextRef="#ctx0" brushRef="#br0" timeOffset="117958.95">14322 18034 205 0,'0'0'-13'16,"0"0"21"-16,0 0 5 16,0 0 1-16,0 0-1 15,0 0 0-15,0 0-1 16,0 0-1-16,8-33-1 16,0 30 1-16,1-1-5 0,0 1-3 15,2 2-2-15,0 1-1 16,0 0 0-16,-1 0-1 15,0 1-4-15,-1 6 1 16,-4 3-3-16,0 2-1 0,-3 1 2 16,-2 1 2-16,0 0 3 15,-3 4 1-15,-4-3 1 16,-3 0 1-16,1-1-5 16,1-2 3-16,2-4 0 15,0-2 1-15,3-2 1 0,3-2-1 16,-2-1 7-16,2-1 0 15,0 0-7-15,0 0-1 16,0 0-1-16,2 0 2 16,3-1 1-16,3-1-2 15,-3 0 0-15,2 0 0 16,-2 1 0-16,1-1 1 0,0 1 1 16,2-1-2-16,0 1 0 15,1-1 0-15,0 0 1 16,1-1 0-16,1 1 1 15,-1 0-2-15,0 0 0 16,-1-1 0-16,-1 3 0 0,-1 0 0 16,0 0 0-16,-2 0-2 15,-1 0-6-15,0 0-24 16,-2 0-83-16</inkml:trace>
  <inkml:trace contextRef="#ctx0" brushRef="#br0" timeOffset="121103.51">19440 16587 173 0,'-2'0'2'0,"-2"0"3"0,3 1 0 0,1 2-5 16,0 1-2-16,0 2 1 16,0 1 1-16,0 0 0 15,0 2 1-15,0 2 7 0,3 0 9 16,1 2-6-16,2 1-5 16,0-1-5-16,-1-1 2 15,5-1-1-15,-1-3 1 16,1-2-1-16,0-2 0 15,-1-1 1-15,2-3-1 0,-3 0 2 16,2 0-1-16,-3-5 4 16,0-3 4-16,-2 0-2 15,0-2-1-15,0-1-3 16,-3 1-3-16,-1 0-1 16,-1 1-1-16,0 2 2 15,0 1-2-15,0 2 2 0,0 2-2 16,0 0 0-16,0 2 5 15,0 0-4-15,-1 0-1 16,1 3 0-16,0 5 1 16,0 2-1-16,0 3 0 15,0 0 0-15,0 4 0 0,0 0-2 16,0 1-3-16,0 2 3 16,0-3 1-16,0 0 2 15,0-3-2-15,-2-2 2 16,-4-4 2-16,-1 2 4 0,-1-3 0 15,-2-1 3-15,1-2-5 16,-3 1-2-16,2-3-2 16,1 0 3-16,1-2-1 15,3 0-1-15,-2 0-2 16,4 0-1-16,1 0-13 0,0-2-19 16,2 0-54-16</inkml:trace>
  <inkml:trace contextRef="#ctx0" brushRef="#br0" timeOffset="121785.68">19793 16732 117 0,'0'0'31'0,"0"0"0"0,0 0-1 0,0 0-8 15,0 0-2-15,0 0-2 16,0 0 2-16,0 0-10 15,0 0-6-15,0 0-2 0,0 0-2 16,0 0 0-16,0 0 0 16,0 11 1-16,0 0-1 15,0 1 0-15,0 2 1 16,0 2-1-16,0-1 0 16,0 2 1-16,0-1-1 15,0-1 0-15,0 0 1 0,0-1-2 16,0-1-1-16,1-2-10 15,3-3-17-15,-3-2-22 16,-1-2-40-16</inkml:trace>
  <inkml:trace contextRef="#ctx0" brushRef="#br0" timeOffset="122213.75">19919 16716 125 0,'0'0'1'0,"0"0"11"0,0 0 9 0,0 0-6 15,0 0 19-15,0 0-8 0,0 0-8 16,0 0 2-16,-7 41 1 15,7-24-7-15,0 2-4 16,0-1-5-16,0 2-2 16,0 0-1-16,3-1 1 15,3 1-3-15,-4-4-7 16,-2-5-52-16,0-9-110 0</inkml:trace>
  <inkml:trace contextRef="#ctx0" brushRef="#br0" timeOffset="123636.1">16036 16441 124 0,'-2'-3'18'0,"-1"-1"23"0,2 2 2 0,-1-1-8 16,-1 0-3-16,0 2-14 16,1 0-6-16,2 1-4 15,0 0-7-15,0 0-6 16,0 6 2-16,5 6 3 0,2 2-1 15,2 3-4-15,2 0 0 16,3-2 8-16,-3-2-4 16,1-4 1-16,1-3 1 15,-1-2 1-15,1-4-2 16,-1 0-2-16,0 0-4 0,-3-3-6 16,-1-6-4-16,-2 0 4 15,-1-3 8-15,-1 1 2 16,-3-2 4-16,0 1-1 15,-1 0 0-15,0 1 0 16,0 2 0-16,0 3-1 0,0 2 1 16,0 3-1-16,0 1-1 15,0 0-5-15,3 8-4 16,2 4 8-16,0 3 3 16,1 2 0-16,0 3 0 15,4 0-1-15,-5-3 0 0,1 3 0 16,-1-4 1-16,-1 1-1 15,-1-3 0-15,-3-1-1 16,0-3 4-16,0-2 3 16,0 0-3-16,-5-4 2 15,0 1 7-15,-3 0 1 0,-1 0-11 16,-3 1 5-16,1 1-4 16,-3-3-4-16,4 3-8 15,2 0-11-15,3-2-1 16,3-2-24-16,2-2-52 15</inkml:trace>
  <inkml:trace contextRef="#ctx0" brushRef="#br0" timeOffset="124027.38">16401 16522 101 0,'0'0'34'0,"0"0"10"0,0 0-11 0,0 0-10 0,0 0-8 16,0 0-9-16,0 0 3 16,0 0 1-16,0 0-5 15,-8 50-2-15,8-35-2 16,0 2-1-16,4 1 1 16,0 0-1-16,0-2 1 0,1 0 1 15,0-2-2-15,0-1-3 16,0-2-4-16,1-1-17 15,-3-5-31-15,0-4-78 16</inkml:trace>
  <inkml:trace contextRef="#ctx0" brushRef="#br0" timeOffset="124267.67">16466 16551 170 0,'0'0'15'0,"0"0"19"16,0 0-2-16,0 0-12 15,0 0-9-15,0 0-13 16,0 0 1-16,0 0 3 0,0 39 1 16,4-17-1-16,1 1 1 15,1 1-2-15,-2 2 0 16,1-1-3-16,-2-3-32 15,-1-5-56-15</inkml:trace>
  <inkml:trace contextRef="#ctx0" brushRef="#br0" timeOffset="125144.06">16131 16157 122 0,'0'0'-1'15,"0"0"3"-15,0 0 5 16,0 0 9-16,0 0 10 16,0 0 4-16,0 0-6 15,0 0-2-15,9-35-8 0,-7 21-7 16,0 1-4-16,2-4-1 15,-4 0-1-15,3-3-1 16,-3-2 0-16,2-2 1 16,-2-1-1-16,0-2 0 15,0-1 0-15,0-3 1 0,0-2-1 16,0 1 4-16,0-1-4 16,0 2 0-16,0 2 0 15,0 7 0-15,0 4 0 16,0 4 0-16,0 7 1 0,0 3 1 15,0 0 0 1,0 2 1-16,0 2-3 0,0 0-1 16,-2 0-1-16,-1 0-2 15,-1 0 4-15,0 2-3 16,1 3 6-16,-4 2-8 16,-1 1 7-16,-2-1-2 0,0 2 0 15,-1 0 1-15,-3 1 1 16,0-2-3-16,-1 2-10 15,0-3 5-15,1 0 1 16,3-1 5-16,2-2 0 16,0-3 3-16,4-1-1 0,0 0-2 15,4 0 4-15,1 0-4 16,0 0 0-16,0-5 0 16,6 0 0-16,-1-3 0 15,4 0 0-15,-2-1 1 16,3 1-1-16,-1 0 0 0,-1-2 0 15,2 0 0-15,-1 2 0 16,-1 1 0-16,0 0 0 16,-2 4 2-16,3-1 2 15,1 4 0-15,1 0-1 16,2 0-1-16,7 0 0 16,-2 4 1-16,2 3-2 0,3 3-1 15,2 0 1-15,-1 3 0 16,-4-1-3-16,0 0-23 15,-7 1-65-15</inkml:trace>
  <inkml:trace contextRef="#ctx0" brushRef="#br0" timeOffset="180915.79">10748 4337 59 0,'-2'0'7'0,"0"0"5"16,0 0-1-16,-2-1 1 0,2-1 2 15,0-1 5-15,1-1 1 16,-1 1 9-16,-1-1 1 0,1 1-8 15,0 0-4-15,0 2-7 16,2 1-7-16,-2 0-3 16,2 0-2-16,-1 1 0 15,-1 9 1-15,2 3 0 16,0 2 0-16,0 1 0 0,0 3 1 16,0 1-1-16,0 0 0 15,0-1 0-15,0 1 1 16,0-1-1-16,0-1 0 15,-2-2-2-15,0-1-17 16,-2-6-27-16,1-2-54 0</inkml:trace>
  <inkml:trace contextRef="#ctx0" brushRef="#br0" timeOffset="181405.91">10700 4334 79 0,'0'0'7'0,"0"0"-2"0,0 0 10 16,0 0-1-16,0 0-6 0,44 40 4 16,-33-29 1-16,3-1 4 15,-1 3-1-15,3-3-6 16,-3 4-4-16,1 0-3 16,-1 1-2-16,0 0-1 15,1-2 2-15,-5 1-1 0,3-4-1 16,-2-4 1-16,-4 0 3 15,1-4 13-15,-1-2 4 16,2 0-3-16,-3 0-3 16,1-5 3-16,1-7-2 15,0-1-4-15,0-2-1 0,-1-4-3 16,0-2 1-16,-3 1-1 16,1 0-1-16,1-1-4 15,-3 3-2-15,-1 1-1 16,1 7-3-16,4 2-15 15,-2 4-23-15,0 1-49 0,3 2-86 16</inkml:trace>
  <inkml:trace contextRef="#ctx0" brushRef="#br0" timeOffset="182281.95">11182 4388 64 0,'0'0'21'0,"0"0"-6"0,0 0-2 15,0 0-3-15,0 0 0 16,-38 34-3-16,34-27 4 0,0-1-1 15,1-2 0-15,3 2-3 16,0 1 0-16,0-3-4 16,0 1 1-16,0-2-1 15,3 1 0-15,5-1 0 16,-3-1 6-16,5-2-2 0,-2 0 2 16,1 0-1-16,-1 0-2 15,0 0-1-15,2-2 1 16,-3-3-2-16,-1-2 0 15,2-3 1-15,-4 2-2 16,0-2 0-16,1-2 1 0,-3 2 0 16,-2-3-2-16,0 2-1 15,0 0-1-15,0 1 2 16,0 1 1-16,-6 0 2 16,1 4-4-16,-3-2 5 15,2 3-5-15,-2 0-2 0,1 2 0 16,-2 1 1-16,0 1-2 15,2 0 0-15,-2 0 2 16,0 1 0-16,3 2 1 16,1 4-1-16,1-4 0 15,2 1 0-15,1 0-1 16,1-1-2-16,0-1-6 0,0-2 2 16,7 0 5-16,0 0 7 15,3 0-4-15,0-5 0 16,-1-1 1-16,0-2-2 15,2 0 0-15,-4-1 1 16,-1-2 1-16,1 2 0 0,-2 1 1 16,0-1-3-16,-1 2 1 15,0 3-1-15,1-2-1 16,-1 3 1-16,3 2 0 16,-4-2 0-16,2 3 0 15,0 0 1-15,1 0-2 0,1 0 1 16,1 6 0-16,0 1-1 15,1 3 1-15,-2-1-2 16,2 2 2-16,-4-1-1 16,1-2 1-16,-2 2 0 15,-2 0 0-15,0-3 0 16,0 0 1-16,-1 1 1 0,4-1 0 16,-3 0 2-16,0 0-1 15,1-2-3-15,1 1 0 16,2 0 0-16,-1-2-4 15,4 0-9-15,0-1-26 0,-2-3-53 16</inkml:trace>
  <inkml:trace contextRef="#ctx0" brushRef="#br0" timeOffset="183128.26">11446 4334 36 0,'0'0'70'0,"0"0"-57"0,0 0 15 16,0 0 0-16,0 0 1 16,0 0-1-16,0 0-20 0,0 0-9 15,0 0-2-15,0 0 4 16,0 0 0-16,0 0 1 16,13 21-1-16,-11-12 0 15,0 1 0-15,-1 0-1 16,0-3 0-16,0-3 0 0,0 3 1 15,-1-4-1-15,2 1-2 16,-2-2 1-16,0-1 2 16,0 1 0-16,0-2 0 15,0 0 0-15,2 0 2 16,0 0-2-16,0-5 0 0,0-4-2 16,1 0 2-16,1-1-1 15,0 0 0-15,0 3 0 16,1-2 1-16,0 2-1 15,-2 0 1-15,3 3-1 16,-4 1 1-16,2-1 0 16,0 1-1-16,1 2-1 0,2-1 1 15,0 2 0-15,-1 0 0 16,3 0 0-16,-1 0 0 16,0 2 0-16,1 2 0 15,-3 0-1-15,0 2 1 16,0-2 0-16,-4 2 0 0,1-1-1 15,-1 1-1-15,-2 0-2 16,0-2-2-16,0 2-5 16,0-2 9-16,0-1 0 15,0-2 2-15,-1 1 1 16,0-1 1-16,1-1-1 0,0 0 2 16,0 0 2-16,0 0-2 15,0-3-4-15,0-2 2 16,0-2 1-16,0-2-1 15,0 0-1-15,0 0-1 16,4 0 2-16,0-1-2 16,-1 2 0-16,1 0 2 0,3 0 0 15,-2 1-2-15,3 2 2 16,-2 0-1-16,4 3 1 16,-3-2 1-16,3 3 0 15,1-1-1-15,3 2 0 16,-3 0-1-16,3 0 0 0,-1 5 0 15,1-1 0-15,-3 3 0 16,-1-1 0-16,0 1 1 16,-1-2 0-16,-4 1 0 15,0 0 1-15,0-1-1 0,-5 1 1 16,0 1-2-16,0 0 2 16,0 2 1-16,0 1-3 15,0 1 2-15,-2-2-2 16,2-1-58-16</inkml:trace>
  <inkml:trace contextRef="#ctx0" brushRef="#br0" timeOffset="184303.36">12278 4361 79 0,'-3'0'2'0,"1"0"-2"0,-3 0 0 0,2 0 1 16,0 0-1-16,2 0 1 15,-1 0 7-15,-2 0 10 16,2 0 1-16,0 0-3 15,0 0-6-15,0 0-1 16,1 0-5-16,1 0-1 0,0 0-3 16,0 0 1-16,0 0-1 15,0 0 0-15,0 3 0 16,3-3 0-16,5 3 1 16,3-2 2-16,3-1-1 15,1 0 0-15,3 0 4 16,5 0 5-16,-1 0 1 0,5-1-2 15,2-3-3-15,4 1-3 16,-2-1 1-16,1 1 0 16,4 0 0-16,-4 1 1 0,3 0-2 15,-4 0 0-15,0 1 0 16,-1 1-1-16,-1-2-2 16,0 2 0-16,-3 0-1 15,-2 0 1-15,2 0-1 16,-2 0 0-16,-1 0 0 15,-3 0 0-15,-1 0 0 16,-3 0-14-16,-2 0-19 0,-5 0-16 16,-1 0-17-16</inkml:trace>
  <inkml:trace contextRef="#ctx0" brushRef="#br0" timeOffset="184532.12">13017 4243 151 0,'0'0'4'0,"0"0"13"0,0 0 13 0,43-15-5 16,-30 15-5-16,-2 0-11 15,-2 6-4-15,-3 9-4 16,-3 5-1-16,-3 5-1 15,-3 8-2-15,-16 1-41 0,-8 0-84 16</inkml:trace>
  <inkml:trace contextRef="#ctx0" brushRef="#br0" timeOffset="185121.68">13524 4056 142 0,'0'0'26'0,"0"0"-28"0,0 0 6 0,0 0-6 0,0 0 5 16,0 0-2-16,0 0-1 0,0 0 0 16,0 0 5-16,32 46 1 15,-29-24-2-15,3 2-3 16,-4 2 0-16,0 2-1 16,1-2 0-16,-2-2 0 15,2-3 1-15,-1-7 0 16,0-1 0-16,0-6 2 0,1 0 2 15,6-2 10-15,-5-1-2 16,5-1-5-16,0-2-3 16,1 2-2-16,2-2 2 15,1-1-3-15,2 3 0 0,1-3-1 16,3 0-1 0,-1 2 0-16,0-1 0 0,4 2-3 15,-4-2-36-15,2-1-45 16</inkml:trace>
  <inkml:trace contextRef="#ctx0" brushRef="#br0" timeOffset="185583.09">14032 4232 242 0,'0'0'6'0,"0"0"3"15,0 0-5-15,0 0-3 16,0 0-2-16,0 0-8 16,0 0-7-16,0 0 5 15,0 0 7-15,-47-14 4 0,33 21 1 16,-1-1 0-16,2 2-1 16,-1 2 1-16,1 1 0 15,4 2-1-15,0-2 1 16,4-1 0-16,1 0-1 0,3-1 1 15,1-3-2-15,0-1 1 16,9-2 2-16,1-3 7 16,3 0-4-16,3 0-1 15,1 0-3-15,0 0 0 16,-2-6 0-16,3-1-1 0,-3 0 0 16,-1-1 1-16,-3 1 0 15,-2 1-1-15,-2 2 2 16,-2 1 6-16,-3 1 4 15,-2 2-3-15,0 0-8 16,0 0-3-16,1 0 1 0,0 3 1 16,1 3 0-16,2 2-6 15,-2-2-31-15,1 0-35 16,3-5-42-16</inkml:trace>
  <inkml:trace contextRef="#ctx0" brushRef="#br0" timeOffset="186081.22">14205 4192 198 0,'0'0'8'0,"0"0"2"0,0 0-14 16,0 0 5-16,0 0 0 15,0 0 0-15,0 0 0 16,0 0-1-16,0 0 7 15,37 40 4-15,-28-36-1 16,-1-4 0-16,3 0-2 16,2 0-4-16,-1 0-2 0,2-2-1 15,-1-6-1-15,-1 1 1 16,-3-3-1-16,0 3 0 16,1-3 1-16,-5 3 0 15,0 1-1-15,-1 2 0 16,-4 3 2-16,2-1-2 0,-1 2-2 15,1 0 1-15,-1 2-2 16,1 6 1-16,1 2 0 16,1 1 3-16,-2 4-1 15,2-1 1-15,0 3-2 0,0 0 1 16,-2 1 1-16,1-3 1 16,-2-1-2-16,0-3 1 15,-1-1-2-15,0-1 1 16,0-4 3-16,-7 2 2 15,-2-2 0-15,-3-1-2 16,0-1-1-16,-2-2 1 0,-1 2-3 16,2-3 1-16,3 0-1 15,2 0-12-15,5-3-40 16,1-7-66-16</inkml:trace>
  <inkml:trace contextRef="#ctx0" brushRef="#br0" timeOffset="186773.78">14459 4230 12 0,'0'0'192'0,"0"0"-191"0,0 0-1 0,40 0 0 16,-31-1 1-16,1-2-1 15,-2 0 2-15,-3-1-2 16,-1-2 1-16,2 1 0 15,-1-1 0-15,0-4 0 0,1 3 0 16,-4-1 2-16,1-1-2 16,-2 0 1-16,-1 2 1 15,0 0 3-15,0 3 4 16,0 0-5-16,0 1 4 16,-3 3-3-16,-2 0-3 0,-1 0-3 15,-2 0 0-15,-1 3 0 16,3 4 1-16,-4 1-1 15,6 2 2-15,-2 0-2 16,3 0 0-16,3 2 0 16,-2-3-2-16,2 0 2 15,0 1-1-15,2-3 1 0,1 0 0 16,5-3 0-16,-2 1 1 16,2-2 1-16,-1-2-1 15,1-1-1-15,0 0 1 16,0 0 1-16,1 0-2 0,-2 0 1 15,2-7 0-15,-1 0 0 16,0-2-1-16,3 1 1 16,-3-3 1-16,1 2-1 15,0-1 1-15,-2 3-1 16,2 0 0-16,-4 2-1 0,1 2 0 16,-1 1 0-16,2 2 0 15,-3 0-1-15,1 0 0 16,1 4 1-16,-1 2-1 15,0-1 1-15,3-2 0 16,-3 0 1-16,3 0 0 16,1-2 1-16,0-1 9 0,0 0 5 15,2 0-4-15,0-4-1 16,-1-2-1-16,0-2 1 16,2-2 1-16,-5-3 0 15,1 2-6-15,2-2-5 16,-6-1-3-16,-1 0-25 0,-3 0-40 15,0 1-203-15</inkml:trace>
  <inkml:trace contextRef="#ctx0" brushRef="#br0" timeOffset="187499.45">14247 4850 132 0,'0'0'4'0,"0"0"4"0,0 0 5 0,0 0-5 16,0 0 6-16,-8-41-7 15,12 34 0-15,4 2-1 16,-2-1-3-16,5 2 1 0,1 1-2 16,1 1-2-16,1 2 1 15,1 0-1-15,1 0 0 16,-2 8 0-16,0-1 0 16,-1 3 0-16,-1-3-1 15,-2 2 1-15,-4-2 0 0,-1-1 0 16,-1-1 0-16,-2-3 0 15,0-1 1-15,-2-1-1 16,0 0 3-16,0 0 12 16,0 0 0-16,0 0-9 15,-4-3-4-15,0-3-1 0,2-2 0 16,0 1-4-16,2-3 3 16,0 0-7-16,1 2-6 15,8-2 3-15,0 1 7 16,3 2 3-16,1 1-1 15,3-1 1-15,1 4 3 0,2 0 1 16,3-1-1-16,1 3 0 16,0 1 1-16,0 0 1 15,-3 0-3-15,-4 1-1 16,-3 6-1-16,-4 3-1 16,-7 0 0-16,-2 2-6 15,0 0-14-15,-2 0-28 0,-7-4-18 16</inkml:trace>
  <inkml:trace contextRef="#ctx0" brushRef="#br0" timeOffset="188132.92">14751 4739 99 0,'0'0'-5'0,"0"0"6"0,0 0 1 0,0 0 2 0,0 0 4 16,0 0-1-16,0 42 1 15,0-36-3-15,2-1 2 16,5-4 1-16,2-1-1 16,2 0-3-16,2 0 2 0,2-3 0 15,-1-5 3-15,-1-1 1 16,-1 2 0-16,-2-3 0 15,-3 0-1-15,-4-1-3 16,-3-1-2-16,0 3-1 16,-1 0-4-16,-11 3 1 0,-1 0-4 15,-5 5 5-15,3 1-1 16,-1 0 1-16,2 0 0 16,2 6 0-16,2 1-1 15,6-1 0-15,3-1-2 16,1 0-10-16,0-3 1 0,5 0 9 15,5-2 6-15,2 0 1 16,1 0 1-16,-1-7 1 16,1-2-3-16,-1-1 1 15,-3 0 3-15,1 0 1 16,-4-1-1-16,3 0 3 0,-4-1-4 16,0 2-1-16,-1 0-3 15,0 2-1-15,1 1 1 16,-2 1-2-16,1 4 1 15,1 0 0-15,0 2-2 16,3 0 0-16,0 0 1 16,0 4-1-16,0 3 0 0,2 3 0 15,-1 0 0-15,-2 3-1 16,-1-2 2-16,-1 0-2 16,0 0 2-16,1-1-1 15,-2 2-15-15,-1-3-24 0,3-3-25 16,-1 0-50-16</inkml:trace>
  <inkml:trace contextRef="#ctx0" brushRef="#br0" timeOffset="188738.39">15060 4674 196 0,'0'0'2'0,"0"0"12"0,0 0-3 0,0 0-3 0,0 0-4 15,0 0-3 1,0 0 0-16,0 0-1 0,0 0 1 16,0 0 0-16,36 21-1 15,-29-14 0-15,-1 2 1 16,1-2-1-16,-1-2 1 16,-2 1-1-16,-1-3 0 15,2 0 0-15,-5-3-1 0,2 0-2 16,-2 0 3-16,0 0 3 15,0-3-3-15,0-2-8 16,0-1 2-16,0-2-1 16,3 0-7-16,3-1 2 0,-1 1 7 15,3 2 1-15,0-1 4 16,2 3 4-16,-1-3 3 16,4 5-3-16,-1 1 1 15,1 0 0-15,2 1-4 16,-1 0-1-16,2 2 1 0,-3 7-2 15,0-1 1 1,-2-1 0-16,-2 3 0 0,1-4 0 16,-5 1 0-16,0-2 0 15,-2-1-1-15,-3 0 1 16,0-1-3-16,-4 1 2 16,-3-3 1-16,-4 1 1 0,1-2-1 15,2 0 0-15,-1 0 2 16,2 0-1-16,2-2 1 15,3-5 3-15,2 2 1 16,0-2-1-16,0 1-4 16,9 0 0-16,2 2 1 0,1-2-2 15,6 4 0-15,-1 1 0 16,2 1 0-16,3 0 0 16,-2 0-17-16,2 3-27 15,-4 0-60-15</inkml:trace>
  <inkml:trace contextRef="#ctx0" brushRef="#br0" timeOffset="189435.42">15572 4678 89 0,'0'0'-10'0,"0"0"13"0,0 0 0 16,0 0 0-16,0 0 8 15,-47 8 3-15,40 1-5 16,1 1-4-16,3-1-3 0,2 0 1 16,1-2-3-16,0-2 1 15,10-4 5-15,3 1 10 16,3-2 1-16,-1 0-4 16,4-2-6-16,1-4 0 15,-2-4-3-15,2-1 1 0,-3 0 6 16,-1-5 1-16,-3 1-2 15,-1-3-2-15,-5-3-3 16,1 0-3-16,-5-2-2 16,-3-1 1-16,0 0-2 15,0 2 1-15,-5 1 3 0,-3 3 2 16,1 1 3-16,-2 1 1 16,2 5 0-16,1 2-6 15,1 3 1-15,-2 1-4 16,5 4 0-16,-3 1 0 15,0 0 0-15,2 0-5 16,2 8 1-16,1 5 2 0,0 2 2 16,0 5-2-16,0 3 0 15,7 1-2-15,2 2 6 16,2-1-3-16,-2 0-1 16,2-3 2-16,0-3-1 15,0-4 0-15,1-4 1 0,-1-3-1 16,3-4 4-16,-1-3-2 15,2-1 2-15,2 0-1 16,1-1 0-16,1-5-2 16,-1-4 0-16,-4-1-1 0,2-2-1 15,-5 2 2-15,-1 0 0 16,-5 3 0-16,-2 1 1 16,-1 3 6-16,-2 3 7 15,0 1-13-15,0 0-2 16,-1 4 4-16,-2 4-2 15,0 1 0-15,3 2 0 0,0-1-2 16,0 0-7-16,0 0-27 16,0-6-22-16,2-1-82 15</inkml:trace>
  <inkml:trace contextRef="#ctx0" brushRef="#br0" timeOffset="190011.69">15990 4550 248 0,'0'0'0'0,"0"0"1"0,0 0-1 0,38-14 0 0,-32 12 0 15,1 0 0-15,-3 2 0 16,-1 0 0-16,1 0-1 15,-4 0-3-15,2 4-1 16,-2 3 3-16,0 6 1 0,0-2-4 16,-6 2-8-16,1 0 3 15,-3 0 3-15,3-1 4 16,0-1 3-16,2-2 1 16,3 1 0-16,0-2 0 15,0 0 0-15,9 0 5 16,1 1 0-16,1-2-1 0,0 1 2 15,0-1 3-15,-2-1 3 16,-1 1-3-16,-2-2-4 16,-4 0-3-16,-2 1-3 15,0-2 2-15,-14 3 5 16,-1 0-1-16,-8-1-1 0,-3 1-5 16,-2 0 1-16,3 0 0 15,0 0-1-15,2-1-12 16,8-5-57-16,3-1-132 15</inkml:trace>
  <inkml:trace contextRef="#ctx0" brushRef="#br0" timeOffset="190374.11">16222 4614 59 0,'0'0'167'0,"0"0"-169"0,0 0 12 0,0 0-7 16,0 0-4-16,-39-8 1 15,25 8 0-15,1 5 0 0,-1 2 0 16,5 2 1-16,2-2-1 16,0 0 0-16,3 0 0 15,3 0 1-15,1-3-2 16,0-1-4-16,8 1 7 15,3-3 1-15,1-1-1 0,3 0 2 16,2 0 2-16,-1 0-1 16,-3-3 7-16,1 3-2 15,-1-2-5-15,1 2-3 16,-5 0-2-16,2 0 0 16,0 0-1-16,-6 0-23 15,-1 0-12-15,-2 0-36 0,-2 0-5 16</inkml:trace>
  <inkml:trace contextRef="#ctx0" brushRef="#br0" timeOffset="190640.31">16293 4452 136 0,'0'0'93'0,"0"0"-70"15,0 0-20-15,0 0-5 16,0 0 1-16,0 0 0 16,17 40 1-16,-11-19 0 15,0 1 0-15,1 0 1 16,-1 1-1-16,-2-3 0 16,0-3 0-16,-2-2-1 0,-2 0-1 15,0-4-18-15,0-1-19 16,-2-3-16-16,-4-1-17 15</inkml:trace>
  <inkml:trace contextRef="#ctx0" brushRef="#br0" timeOffset="190858.11">16269 4587 235 0,'0'0'2'0,"0"0"12"0,0 0-10 15,0 0 0-15,51-23-1 16,-33 22-3-16,2 1 2 16,-1 0-1-16,3 4 0 15,-5 6 0-15,1 0-1 16,-3 5 1-16,-2-4-2 0,-3 1-1 16,-3-2-38-16,-5-1-51 15</inkml:trace>
  <inkml:trace contextRef="#ctx0" brushRef="#br0" timeOffset="191583.54">16652 4540 224 0,'0'0'-12'0,"0"0"2"15,0 0-6-15,0 0-33 16,0 0 20-16,0 0 25 15,0 0 9-15,-48 10-1 0,35 0 0 16,1-1 2-16,3 2-3 16,3 0-1-16,2 0 0 15,2-2 0-15,2-2 0 16,0 2-1-16,2-5 1 16,5 0 10-16,3-2 13 15,2-2-11-15,-2 0-3 0,1 0 2 16,2 0-3-16,-1-3-3 15,-2-1-2-15,-3-1 1 16,1 0-2-16,-4-1 1 16,0 0-2-16,2 0-2 0,-4 1-1 15,-2-3 1-15,1 3-2 16,-1-2 1-16,1 4 1 16,1-1 0-16,1 1-1 15,3 2 0-15,2-1-1 16,3 2 0-16,2 0 1 0,1 0 0 15,-1 0 0-15,0 0 0 16,-1 3 0-16,0 0 1 16,-3 1 1-16,1-1-1 15,0 1 0-15,-3-1-1 16,0 0 0-16,-3 0-1 0,-1-2 1 16,-1-1-2-16,0 2 2 15,-2-2 0-15,0 0 0 16,0 0 3-16,0 0 13 15,2 0-9-15,-2 0-5 16,1 0-2-16,0 1-1 16,-1 11 0-16,0 6-8 0,0 6-4 15,-6 7-6-15,-3 3-32 16,-3 2-48-16</inkml:trace>
  <inkml:trace contextRef="#ctx0" brushRef="#br0" timeOffset="192415.34">13861 4550 49 0,'0'0'60'0,"0"0"-34"0,0 0-4 16,0 0-12-16,0-3-6 15,0-1-2-15,3 1-1 0,-1-1 1 16,0 0 2-16,1 2 11 16,-3-1 8-16,2 0-7 15,3 2-13-15,1 1-4 16,3 0-1-16,2 0-9 0,7 0-3 15,2 0-3-15,6 4 8 16,3 1 4-16,8-2 3 16,1-2 2-16,4-1 1 15,6 0 5-15,5-2 10 16,5-8 3-16,5-1-6 0,4 0-4 16,4-5-4-16,2 3 0 15,2-1-3-15,-2 1-1 16,-2 2-1-16,-5 0 1 15,-6 1-2-15,-6 6 0 16,-7-1-15-16,-9 0-43 16</inkml:trace>
  <inkml:trace contextRef="#ctx0" brushRef="#br0" timeOffset="192964.41">14740 5087 160 0,'0'0'1'0,"0"0"-1"0,0 0 0 15,41 0 1-15,-21-2-1 0,0-1 3 16,6 2-3-16,1-2 1 15,3 1 7-15,5 0-2 16,0 1-2-16,7-1-4 16,4 2 1-16,4 0-1 15,7-1 0-15,6-1 0 16,2 0 0-16,4-3 0 0,2 0-1 16,3-3 3-16,0 1 10 15,3-2-2-15,0 2-5 16,4-1-2-16,-2 3-2 15,3-1-1-15,-1 3-1 16,-3-1 2-16,-2 2-1 0,-7 0 0 16,-5 0 0-16,-7 2 0 15,-7 0 0-15,-6 0 0 16,-9 0-13-16,-8 0-50 16</inkml:trace>
  <inkml:trace contextRef="#ctx0" brushRef="#br0" timeOffset="198376.66">10896 5957 95 0,'-8'0'15'0,"-2"0"16"0,-3 0 1 0,2 0-7 16,-3 0-9-16,-1 3-7 16,1 3-6-16,-4 1-1 15,2 5-1-15,1 0-2 16,1 1 1-16,4 4 1 0,5-3-1 15,3-1 0-15,2 0 2 16,0-2-6-16,7-5 4 16,5-2 2-16,4-4-3 15,2 0 4-15,0 0 1 16,0-8 3-16,4-4-6 16,-3 1 1-16,0-3 0 0,-1 0-2 15,-5 1 1-15,-1 0-1 16,-5 1 1-16,-1 4 0 15,-2 0-1-15,-2 3 1 16,-1 5 0-16,0 0-1 16,3 0-2-16,-2 0-1 0,0 9 3 15,1-2 2-15,1 3 0 16,2 0-2-16,0 0 1 16,4 0-1-16,3-2 0 15,1-1-21-15,1-2-52 16,6-5-28-16</inkml:trace>
  <inkml:trace contextRef="#ctx0" brushRef="#br0" timeOffset="199287">11219 5952 191 0,'0'0'8'0,"0"0"24"0,0 0-21 16,0 0-11-16,0 0-2 15,0 0 4-15,-40-10-8 16,22 21 5-16,1 2 0 15,-3 0-1-15,5 1 6 16,3-1-2-16,5-2-2 0,3-1 1 16,4-1 0-16,0-4-1 15,0-1-1-15,10-2-2 16,7-2 4-16,1 0-2 16,0-1-4-16,4-7-10 15,-1-6 2-15,0 0 10 0,-3-3 1 16,-2-1 2-16,-1-1 5 15,-3-1 6-15,0 0 0 16,-4-1 0-16,-2 1-5 16,-1 2-1-16,-3 2-3 15,-2-2 0-15,0 5 1 16,0 2-2-16,-2 3 6 0,-2 1 3 16,1 4-1-16,-1 3-6 15,-2 0 4-15,0 9-5 16,2 4-2-16,-2 4 1 15,3 1 0-15,1 4-1 16,2 0 2-16,0-1-1 0,0 1-2 16,7-1 1-16,5 1-7 15,0-2-22-15,1-5-11 16,2-1-8-16,2-5-4 16,1-6 16-16,2-3 1 15,0 0 12-15,-2-6 23 0,-1-4 17 16,0-3 17-16,1-1-11 15,-3 0-7-15,1 1-9 16,-5-1-4-16,0 1 0 16,-3 3 1-16,-5 3 0 15,-2 0 8-15,-1 2 29 0,-1 2-23 16,-8 2-5-16,-4 1-13 16,0 0 0-16,-3 5 3 15,-1 4-3-15,3 3 0 16,3-1 1-16,3 2-1 0,2-2 0 15,2-1 0-15,4-3 0 16,0-1 0-16,4-4-4 16,3-2 4-16,6 0 2 15,0 0 2-15,4-9 3 16,2-1-4-16,-1-4-2 16,1-2 0-16,-4-2-1 0,3-1 0 15,-5-2 0-15,-5 0-1 16,2-1-4-16,-4-2-5 15,-1 2-1-15,-3 0 2 16,-2 2 6-16,0 3 1 16,0 5 2-16,-2 4 13 0,-3 4 10 15,1 4-1-15,0 0-11 16,-2 6-10-16,3 9-1 16,2 5 1-16,-1 3 1 15,2 1 0-15,0 3-1 16,10 0 0-16,-1-1-1 0,2 2 0 15,2-1-24-15,-4 0-28 16,0-4-40-16</inkml:trace>
  <inkml:trace contextRef="#ctx0" brushRef="#br0" timeOffset="199928.02">11894 5916 139 0,'-1'0'1'0,"0"0"0"0,0 0-3 0,1 0 3 16,0 0-1-16,0 0 4 15,0 0 11-15,0 0 9 0,0 0-11 16,0 0-9-16,0 0-2 16,9 0-1-16,-2 0 4 15,4 0-2-15,3 0 2 16,1 0 2-16,5 0 2 15,0 0-2-15,4 0-4 0,1 0-3 16,2 0-2-16,-2 0-49 16,-3-4-57-16</inkml:trace>
  <inkml:trace contextRef="#ctx0" brushRef="#br0" timeOffset="200455.31">12398 5811 249 0,'0'0'5'0,"0"0"0"16,0 0 8-16,0 0-3 16,0 0-2-16,0 0-5 15,0 0-3-15,0 0-1 16,0 0 0-16,18 7 0 0,-14 0-1 16,1 2 2-16,-5-2-5 15,1-1 0-15,-1-3-4 16,0 0 4-16,0-2 3 15,0 0-2-15,0-1 0 16,2 0 6-16,0 0-3 0,2-7-7 16,0-1-1-16,0-4 6 15,5 2-1-15,-2-1 4 16,2 1-5-16,-2 4 2 16,0-1 1-16,4 3 3 15,-2 3 1-15,1 1 0 16,3 0-1-16,0 1 0 0,3 7 0 15,-3 1-1-15,1 1 2 16,-3 1-2-16,-1-1-3 16,-6 3-3-16,0-2-24 15,-4-2 4-15,0-4-19 16,0-3-76-16</inkml:trace>
  <inkml:trace contextRef="#ctx0" brushRef="#br0" timeOffset="201066.33">12738 5750 280 0,'0'0'2'0,"0"0"-2"0,0 0-7 0,0 0-1 0,0 0 5 0,0 0 3 16,-21 47 0-16,20-37 0 15,1-1 1-15,0-2-1 16,2-2-3-16,6-2-1 16,4 0 0-16,-3-3 6 15,4 0-1-15,1 0 6 0,0-6-3 16,1-1-3-16,-4 0-1 16,1-3 1-16,-4-1 0 15,-3-1 0-15,-5 1-1 16,0-2-1-16,0 1-5 15,-7 2-12-15,-7 4-8 0,-5 4 0 16,2 2 1-16,-5 0 15 16,4 5 2-16,0 3 7 15,3 2 3-15,5-3-2 16,6 0 0-16,1-4 0 16,3 0-2-16,1-3-3 0,10 0 13 15,1-3 13-15,4-4-6 16,3-4-7-16,-1-2-7 15,-3 0 0-15,2 0 1 16,-4-1 2-16,3 0-2 16,-3 5-1-16,-3-2 0 15,2 3-2-15,-5 0 2 0,1 3-1 16,-4 2 0-16,2 3 1 16,-2 0-1-16,-1 0-1 15,3 7 0-15,-2 3 3 16,3 3 0-16,1 1-1 0,0 3 0 15,-3 0 0-15,0-1 1 16,0-1-1-16,1-2-1 16,-3-2-19-16,2-3-31 15,-1-5-14-15</inkml:trace>
  <inkml:trace contextRef="#ctx0" brushRef="#br0" timeOffset="201593.95">13026 5710 122 0,'0'0'11'0,"0"0"26"0,0 0-7 0,0 0-16 0,0 0-10 15,0 0-4-15,0 0 1 16,0 0 1-16,0 0-1 16,0 0-1-16,27 40 1 15,-20-27-1-15,1-3 0 16,-1 1 0-16,0-4 0 0,-3-1-2 15,0-3-1-15,-1-3 2 16,-1 0 0-16,0 0-1 16,-2 0 6-16,0 0 0 15,0-7-4-15,0-2-1 16,0-2-6-16,0 0-1 0,0-1-23 16,2 1 19-16,0 0 12 15,0 3 2-15,2 1 6 16,2 3 7-16,-1 1-3 15,3 3-8-15,2 0-2 16,1 0-2-16,0 7 0 0,2 0 0 16,-1 3 2-16,-1 1-4 15,0-2 2-15,-6 0 0 16,-1-2-5-16,2-2-5 16,-4-2 4-16,-2 0 5 15,2-3 2-15,0 0 2 0,4 0 28 16,1-5-9-16,3-3-20 15,6-1 3-15,0 1-4 16,4 2-1-16,-1 1 0 16,2 5 1-16,-3 0 0 15,-3 7-1-15,-3 6 0 0,-5 4-7 16,-7 5-41-16,-1 3-34 16</inkml:trace>
  <inkml:trace contextRef="#ctx0" brushRef="#br0" timeOffset="201862.45">12684 6054 219 0,'0'0'-3'0,"0"0"9"0,0 0 3 0,58-18-1 16,-26 15-8-16,7-2 2 0,9 0 0 15,8 2-2 1,1-4 0-16,4-1 0 0,3 0-12 16,-4 0-10-16,-1-2-22 15,-8-1-108-15</inkml:trace>
  <inkml:trace contextRef="#ctx0" brushRef="#br0" timeOffset="203472.51">11504 5608 149 0,'-11'0'-20'0,"6"0"23"0,-1-1-2 0,2-3-1 16,1-1 0-16,-1-2-7 16,-3 1 7-16,0-2 0 15,-2 1 0-15,-5-2 1 16,-3 1 0-16,-3 1 3 0,0 1-3 15,-2 0 1-15,-1 3-2 16,2-1-1-16,-4 2 1 16,0 1-1-16,0 0 2 15,-2 1-2-15,-4 0 2 16,-1 0 7-16,-3 0 12 16,1 0 2-16,-5 4-3 0,0 3-5 15,1 5-10-15,2 0-3 16,-1 4 1-16,3 3-2 15,-4 5-1-15,2 1 1 16,0 7 1-16,-1 4-1 16,1 3 0-16,1 3 0 0,4 3 0 15,5 1 1-15,4 1-1 16,5 4 0-16,5 3 0 16,7 0 1-16,5 2-1 15,0-1 1-15,5 2-1 16,13-5-3-16,3-3 4 15,9-6-2-15,7-7 0 0,8-5-3 16,7-9 3-16,5-7 1 16,6-8 3-16,7-7 2 15,3 0-3-15,-1-11 1 16,4-9 0-16,-3-4 0 0,2-7-1 16,-4-3 1-16,-2-5-2 15,-5 1 0-15,-5-4 0 16,-8-3 2-16,-8 1 5 15,-10-4 1-15,-10-2-2 16,-7 1-2-16,-8-1-3 0,-7 3 0 16,-1 3-1-16,-5 2 0 15,-11 3-1-15,-3 2-1 16,-4 7-12-16,-6 3-40 16,-4 3-68-16</inkml:trace>
  <inkml:trace contextRef="#ctx0" brushRef="#br0" timeOffset="204520.45">12734 5496 133 0,'0'0'0'0,"0"0"3"0,-37-30-1 0,24 23-1 15,-3 0 0-15,1 1 0 16,-1 1 6-16,0 1 5 15,0 2-2-15,1 2-3 0,-3 0-5 16,-1 1-1-16,-2 8 1 16,-1 2-1-16,-5 3 0 15,2 4 3-15,-3 4 3 16,-1 2 2-16,1 7 2 16,0 1-2-16,4 3-1 0,2 4-2 15,5 0-3-15,3 1-2 16,7 1-1-16,3-1 0 15,4-1-1-15,0-2 1 16,5-1-1-16,8 0-1 16,2-2 0-16,2-2 2 0,4 1 1 15,2-3-2-15,6 0 3 16,2 0-2-16,3-2 0 16,3-1 0-16,5 0 1 15,-2-4-2-15,2-2 0 16,-1-4 1-16,-1-3-6 0,-1-8 7 15,2-3 10-15,1-3 1 16,2 0 3-16,8-9-5 16,2-2-7-16,2-3-2 15,0 0-1-15,-1-1-1 16,-1-2 1-16,-6 1-3 0,-2-2 3 16,-3 0 0-16,-3-1 0 15,-7-1 1-15,-2-1 0 16,-3 0 0-16,-3-2 2 15,-6 0 0-15,-3 1-2 16,-5-3 0-16,-4 0 2 16,-4 1 1-16,-3-2 4 0,0-1-5 15,0-1 0-15,-4-2-2 16,-2 0 1-16,-3-1-1 16,0 1-1-16,0 0 0 15,0-1-1-15,-2 3 2 0,-1 2-1 16,0 2-1-16,0 1-3 15,-5 3 8-15,0 2-4 16,2 2-2-16,-3 1 2 16,-1 3 0-16,0 1 2 15,1 1-2-15,0 1 0 16,1 2 0-16,1 2 0 0,0 1-2 16,-1 1 0-16,1 0-3 15,2 3-4-15,-1 0-6 16,4 0-18-16,0 3-44 15,3-2-46-15</inkml:trace>
  <inkml:trace contextRef="#ctx0" brushRef="#br0" timeOffset="204824.25">13339 5387 165 0,'0'0'-16'0,"0"0"32"0,0 0 2 0,0 0 9 15,0 0-1-15,0 0-5 16,0 0-6-16,11-40-4 0,-4 30-6 16,6 0-8-16,5-3 3 15,3-7-27-15,3-4-55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04:16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17988 11416 321 0,'0'0'4'0,"0"0"-6"0,0 0 1 0,0 0 1 0,0 0-4 0,0 0-20 16,0 0-26-16,0 0-31 16,0 0-28-16</inkml:trace>
  <inkml:trace contextRef="#ctx0" brushRef="#br0" timeOffset="627.12">17988 11416 305 0,'35'21'3'0,"-35"-21"1"0,1 0-3 16,0 0 2-16,-1 0 3 16,0 0-1-16,0 0 3 15,0 0-4-15,0 0 9 16,0 0-16-16,0 0 3 16,0 0 0-16,0 0 1 0,-2 0 0 15,-3 0 2-15,0 0-3 16,2 0-8-16,-3 4 10 15,1-1-1-15,0 4-10 16,0 1 17-16,4-2-16 16,1 1 6-16,0-1 10 0,0-3-23 15,11 3 10-15,1-4 3 16,4-2 9-16,3 0-4 16,1 0 0-16,-2 0 0 15,-2 0-4-15,-5 0 15 16,-3 0-12-16,-4-1 4 0,-2 0 4 15,-2 1 2-15,0 0-3 16,-1 0-4-16,-6 0 2 16,-2 0-3-16,0 4-2 15,1-1 0-15,-2 1 1 16,6 0-2-16,-1-1-1 0,4 1-2 16,1-1-3-16,0 0-3 15,4-2 3-15,5 1 0 16,5-2 11-16,-1 0-4 15,3 0 0-15,1 0 5 16,-3-3 5-16,-5 0 5 16,-1 0 0-16,-5 2-3 0,-1 0-6 15,-2 1-6-15,0 0-4 16,0 0-20-16,0-3-56 16,-2-17-118-16</inkml:trace>
  <inkml:trace contextRef="#ctx0" brushRef="#br0" timeOffset="2529.21">16484 1971 232 0,'0'0'-10'0,"0"0"6"0,0 0 7 0,0 0-2 16,29 36 0-16,-22-18-2 16,-1-1 1-16,-5 6 0 0,1-1 0 15,-1-2 1-15,-1 4 0 16,0-4 0-16,0 2-2 16,0-1 1-16,0-1-1 15,-4-2-9-15,-2-2-45 0,0-6-45 16</inkml:trace>
  <inkml:trace contextRef="#ctx0" brushRef="#br0" timeOffset="2921.72">16585 1965 202 0,'0'0'6'0,"0"0"-2"0,0 0-1 16,37-32-1-16,-28 26 2 16,5 2 2-16,-1 1-1 15,0 0 2-15,1 3-2 16,1 0 0-16,1 0-2 16,0 0 0-16,0 0-1 0,-2 6-2 15,1 2 0-15,-3 2 0 16,0 0 0-16,-1 1-2 15,-6 2-1-15,1-1 3 16,-6-1 1-16,0-1 0 16,0-3 0-16,-8 1 3 15,-5 0 6-15,-3-3 1 0,0 0-2 16,-5-1-4-16,3-3 0 16,-1 2 0-16,1-3-2 15,4 1-2-15,1 1-1 16,6-2-14-16,-1 0-61 15,6 0-86-15</inkml:trace>
  <inkml:trace contextRef="#ctx0" brushRef="#br0" timeOffset="3297.69">16863 1954 227 0,'0'0'0'0,"0"0"-1"16,51-16 2-16,-32 13 1 0,-4 2 0 16,-1 1-2-16,-3 0 1 15,1 0-1-15,-1 7 3 16,-1 0-1-16,2-1 0 16,-4 2 0-16,1-1 0 15,-1 1-1-15,-3-1-1 16,-3 0-2-16,-1-3 1 15,-1 0 5-15,0 0 2 0,-4-1 2 16,-5-1 0-16,2-1 0 16,-3-1 0-16,0 0 3 15,3-2 3-15,2-6 0 16,2 1-3-16,2-4-3 0,1-1-1 16,1 0-6-16,10-1-5 15,5 0 7-15,6-1-7 16,1 1-25-16,4 0-15 15,1 2-60-15</inkml:trace>
  <inkml:trace contextRef="#ctx0" brushRef="#br0" timeOffset="3695.55">17281 1925 259 0,'0'0'9'0,"0"0"-23"15,0 0 16-15,0 0-7 16,0 0 7-16,0 0-1 16,0 0-4-16,0 0 0 15,38 26 3-15,-22-26 2 16,0-3 6-16,-2-4-1 0,3-1-3 16,-3-2-2-16,-1 1 1 15,-2-1-2-15,-6 2 1 16,-3 0 0-16,-2 3 0 15,0-1-2-15,-7 5 0 16,-6 0 8-16,-3 1-7 0,0 0 0 16,-3 8 0-16,0 3 0 15,4 2-1-15,1-2 0 16,5 2 0-16,5-2 1 16,2 1 0-16,2-2-2 15,0-3 0-15,10 3 0 0,6-3 1 16,5 0 2-16,6-3 1 15,4 0-1-15,4-2-3 16,1-2-58-16,1 0-86 16</inkml:trace>
  <inkml:trace contextRef="#ctx0" brushRef="#br0" timeOffset="3906.2">17719 1928 269 0,'0'0'11'16,"0"0"6"-16,0 0-13 16,0 0-3-16,0 0-2 15,0 0 1-15,0 0 3 16,0 0-2-16,36-4 0 16,-16 4 1-16,7 0 1 0,0 0-12 15,2 0-52-15,1-4-96 16</inkml:trace>
  <inkml:trace contextRef="#ctx0" brushRef="#br0" timeOffset="4436.29">18133 1840 355 0,'0'0'10'0,"0"0"-20"16,0 0-3-16,0 0 11 15,0 0 4-15,4 37 0 16,-1-20-2-16,1 3 0 16,-2 3-2-16,0-1 2 15,-2 1 2-15,0 0-4 16,0-2 2-16,0-5 0 0,0-1-1 16,0-3-4-16,0-1-10 15,0-8 3-15,0 1-3 16,1-4-4-16,3 0-9 15,1-5 21-15,0-8-50 16,-2-4 10-16,1-5 27 0,-1-3 17 16,-3-2 4-16,0 1 0 15,0 1 8-15,0 2 17 16,-6 5 9-16,3 1 1 16,1 2 1-16,2 5-18 15,0-1-15-15,7 1 0 16,4 3-1-16,4 4-3 0,-1-1 1 15,2 3-1-15,-1 1 0 16,-1 0 1-16,-5 2 0 16,-1 7 0-16,-2 2 0 15,0 1-1-15,-6-1 0 16,0 3-1-16,0-1 1 0,-2-1 3 16,-8-1 0-16,-3 0 2 15,-3-2-5-15,-3-1 1 16,-1 1-2-16,0-4-5 15,2 1-22-15,5-5-49 16,5-1-25-16</inkml:trace>
  <inkml:trace contextRef="#ctx0" brushRef="#br0" timeOffset="4780.3">18327 1827 236 0,'0'0'21'0,"0"0"-16"0,41-12 3 0,-27 12-3 16,2 0-2-16,-3 0-2 16,0 2-1-16,-2 7 0 15,-2 2 0-15,1 2-1 0,0 1 0 16,-1 2 2-16,-1-2 0 16,2 0 0-16,-3-4-2 15,-1 0 2-15,-2-4-1 16,-1 0 1-16,-3-5-1 15,0-1-5-15,0 0 33 0,0 0 5 16,0-7-20-16,-4-2-3 16,1-3-4-16,1 0-3 15,2-2-1-15,0 0-1 16,0 0-3-16,4 1-2 16,7 0 2-16,6 2-21 15,2 2-10-15,3 1-30 16,3 1-56-16</inkml:trace>
  <inkml:trace contextRef="#ctx0" brushRef="#br0" timeOffset="5083.82">18720 1813 97 0,'0'0'12'0,"0"0"24"16,0 0-3-16,-2 37-3 16,-1-27-13-16,1 3-6 15,1-3-4-15,1-2 1 16,0 1-2-16,0-4 1 15,1 0-2-15,9-2 8 0,-1-2 2 16,5-1 1-16,3 0-3 16,-1-1-3-16,-3-7 0 15,1-3 4-15,-5 0 5 16,-3-2 6-16,-2 0 1 16,-4 0-13-16,0-1-15 0,-3 4 5 15,-9 3-4-15,-3 1 0 16,-1 2-4-16,-2 4-3 15,0 0-5-15,3 4-7 16,4 4-27-16,6 3-13 0,5 0-37 16,0-3-56-16</inkml:trace>
  <inkml:trace contextRef="#ctx0" brushRef="#br0" timeOffset="5360.38">19052 1820 161 0,'0'0'4'0,"0"0"16"16,0 0 14-16,0 0-9 15,0 0-16-15,0 0 2 16,0 0-5-16,0 0 4 0,-49-25 3 16,38 29-5-16,1 5-5 15,3 0-3-15,3 2 1 16,1-2-1-16,3 0-1 15,0-1 2-15,3 1 2 16,4-2 1-16,7 0 0 0,5 3 10 16,1-3-11-16,6-1-1 15,3-2-7-15,0-4-54 16,0 0-89-16</inkml:trace>
  <inkml:trace contextRef="#ctx0" brushRef="#br0" timeOffset="5716.84">19266 1833 264 0,'0'0'4'15,"0"0"-6"-15,0 0-6 0,0 0 7 16,0 0-1-16,0 0-2 16,0 0 4-16,0 0 5 15,4 3 5-15,4-3-1 16,2 0 1-16,0 0-5 15,0-3 0-15,-1-2-2 0,-3-3 1 16,-2 1 0-16,-2-3 2 16,-2 3-2-16,0-1-4 15,-7 0 0-15,-4 3 1 16,0 2 6-16,-6 3-6 16,2 0 0-16,-3 4-1 0,3 6 1 15,-1 2-2-15,3 2 1 16,3-1 0-16,6 1-1 15,2-2 0-15,2 1-3 16,0 0 0-16,14-2-1 16,5-1-13-16,7-4-33 0,7-3-85 15</inkml:trace>
  <inkml:trace contextRef="#ctx0" brushRef="#br0" timeOffset="6101.63">19662 1745 256 0,'0'0'6'0,"0"0"20"16,0 0-8-16,0 0-17 15,0 0-4-15,0 0 14 16,0 0-15-16,-43-24 6 0,30 24 1 16,-3 4-2-16,3 2-1 15,-1 2 1-15,5 1-2 16,3 1 0-16,2-3-3 15,4 4-1-15,0-1-3 16,8-1 3-16,3-1-3 16,5 1 11-16,0-1-1 0,6-1 0 15,-3-1 3-15,-2 1-4 16,-3-1 1-16,-3 1-1 16,-3-3-1-16,-6-1 2 15,-2 0-2-15,0-1-1 16,-8 0 2-16,-7 0 5 0,-2-1-4 15,-3 2 6-15,2-3-15 16,1 1 14-16,8 0-14 16,5-1-18-16,4 0-18 15,2 0-47-15,12-2-52 16</inkml:trace>
  <inkml:trace contextRef="#ctx0" brushRef="#br0" timeOffset="6726.76">19944 1749 258 0,'0'0'7'16,"0"0"9"-16,0 0-2 15,0 0-4-15,0 0-11 16,0 0 0-16,0 0 4 16,0 0-11-16,-50-22 9 15,28 22 1-15,2 1 0 0,1 3 0 16,5 3-2-16,1-1 1 15,5 1-2-15,2-1 1 16,4-2-2-16,2 2-4 16,0-2-2-16,8 0-4 15,5 1 21-15,5-3-2 16,5 3-2-16,-1-2-1 0,4 1-1 16,-1-1-1-16,1 1 0 15,-4 2 0-15,-2-1 0 16,-2 2 0-16,-4 1-1 15,-3 1 0-15,-3 0 0 0,-5-1-2 16,-2 1-3-16,-1-2 7 16,0 0-3-16,-8-1 1 15,-1-1 3-15,-3-2-1 16,-1 0 3-16,2-3-6 16,1 0 5-16,3 0-4 15,1 0 0-15,1 0 0 0,4-2 1 16,0-3 2-16,1-2-4 15,0-3-4-15,6 0-1 16,6-4 0-16,2 3-2 16,2-4-5-16,4 4-2 15,-6-2 9-15,2 5 7 0,-5 0-1 16,1 3 5-16,-3-1 2 16,-2 3 1-16,0 2-5 15,-3 1-1-15,0 0-4 16,-1 0 0-16,2 8 0 0,-1 2 0 15,-2-1 4-15,2 2-2 16,-1-1-1-16,1 0 0 16,-3 0 1-16,1-1 3 15,1-3-29-15,3-5-65 16</inkml:trace>
  <inkml:trace contextRef="#ctx0" brushRef="#br0" timeOffset="6861.79">20221 1701 281 0,'0'0'-3'16,"0"0"9"-16,0 0-5 0,-39-26-12 0,29 24-116 0</inkml:trace>
  <inkml:trace contextRef="#ctx0" brushRef="#br0" timeOffset="7274.99">20204 1786 309 0,'0'0'-4'16,"0"0"0"-16,0 0 5 15,0 0-1-15,0 0 1 16,0 0 0-16,21 37 0 15,-20-33-1-15,1-1 0 16,-1 0 0-16,0 0 0 0,-1-2 0 16,0-1 2-16,0 0 0 15,0 0-1-15,0-1 4 16,0-7-5-16,0 0 3 16,-1 0-2-16,1-2-1 15,0 0 0-15,3 1-1 0,6 1-1 16,2-2-1-16,2 5-1 15,1 0 2-15,-1 2 3 16,3 3-4-16,-2 0 3 16,1 0 0-16,1 0 0 15,0 3-2-15,-3 4 2 0,0 3-1 16,-2 1 2-16,-2 2 0 16,-4 0-1-16,-1-2 0 15,-2-1-46-15,0-4-98 16</inkml:trace>
  <inkml:trace contextRef="#ctx0" brushRef="#br0" timeOffset="7730.96">20734 1771 187 0,'0'0'110'0,"0"0"-96"0,0 0-5 16,0 0-8-16,0 0-13 15,0 0-5-15,-31-37 6 16,8 37 10-16,-1 0 5 16,1 0-3-16,2 0 2 15,5 7-3-15,2 0 0 0,5 0 0 16,5-2-3-16,4 1-2 16,0 1-5-16,5-2 1 15,11-1 12-15,3-3 1 16,4 2 3-16,4-3-3 15,1 0-2-15,-2 0 0 0,-4-3 0 16,-3-4-2-16,-5 2 1 16,-4-1 4-16,-2 1 1 15,-4 1 1-15,-1 3 0 16,-3 0 0-16,1 1-4 16,-1 0-5-16,0 1-7 15,0 7 10-15,0 4 0 0,0 1 2 16,-4 2-2-16,0 1-2 15,-3-2-3-15,1 2 4 16,-6-2 0-16,0 0 1 16,-5 3 2-16,-6-3-6 0,-5 2-11 15,-3-3-45-15,-9-5-95 16</inkml:trace>
  <inkml:trace contextRef="#ctx0" brushRef="#br0" timeOffset="8527.95">16875 2323 190 0,'0'0'6'0,"0"0"32"0,0 0-7 0,0 0-15 16,0 0-8-16,0 0-4 15,0 0-2-15,0 0 0 16,0 0-2-16,0 0 0 15,0 0-3-15,0 0-16 0,-25-18-11 16,35 18 26-16,6 1 0 16,6 5 4-16,5-3-1 15,3-1 0-15,6 0 0 16,4-2 2-16,3 0-5 16,0 0 5-16,8-3 5 0,1 0 0 15,9-4 0-15,4 1-3 16,9 2-1-16,4-2-2 15,5 3 1-15,7-2-1 16,4 3-6-16,3-2 3 16,3-1-1-16,5-1 3 15,4 1 1-15,1 1-1 0,3-3-1 16,3 3 1-16,0-2 2 16,5 2-1-16,-2-3 0 15,3 3 0-15,2-2 0 16,-1 0 1-16,1-1 0 15,-2 0 3-15,1 1 4 0,-3 1 1 16,-6-1-2-16,-1 2-1 16,-6-2-3-16,-8 5-1 15,-6-2-2-15,-6 0 2 16,-10 3-2-16,-9 0 1 16,-9 0 0-16,-11 0 0 0,-16 0-4 15,-15 0-43-15,-16-4-109 16</inkml:trace>
  <inkml:trace contextRef="#ctx0" brushRef="#br0" timeOffset="9672.82">17975 2414 72 0,'4'0'6'0,"-4"0"-5"0,2 0-1 0,0-4 0 0,-2 0 2 16,0-1-2-16,0 2 2 15,0-2 14-15,0 0 2 16,0 0 11-16,0 2-12 15,0-2-3-15,0 3 0 0,0-1-2 16,0 0 2-16,1 2-4 16,3-2-1-16,4 0-2 15,2 2-7-15,3-2-3 16,7-1 3-16,-1 1 1 16,6 2 0-16,2-3-1 0,1 3 0 15,3 1-1-15,0 0 2 16,-2 0-4-16,1 1 3 15,-1 8-1-15,-2 4 1 16,-1 2-1-16,-2 2 1 16,-5-1 0-16,-1 4 0 15,-1 1-1-15,-5 1 0 0,-2 2-2 16,-1 3 0-16,-4 4 1 16,2 3 6-16,-4 0-8 15,0-1 6-15,-2 5 0 16,1-8-2-16,-1 0 1 0,0-5 1 15,1-2 0-15,-2-2 0 16,0-2 5-16,0-5 1 16,0 2 0-16,0-2-2 15,-3-3-1-15,0-2 2 16,1 0-2-16,0-1 0 0,1-3-2 16,1 1-1-16,0-2-1 15,0 2 1-15,0 1-1 16,-2-3-6-16,-3 1-32 15,2-3-87-15</inkml:trace>
  <inkml:trace contextRef="#ctx0" brushRef="#br0" timeOffset="10200.1">18344 2954 112 0,'0'0'5'0,"0"0"7"0,0 0 5 16,0 0-6-16,43 0-5 15,-32 4 2-15,-1 2 0 0,-1-1 2 16,0 2 1-16,2 1-1 16,-4-1-3-16,0 0 0 15,0-2-4-15,1 1-1 16,-2 1 0-16,0-3-2 15,-2 1 0-15,2-2-6 0,-1-1-21 16,-4-2-26-16,1 0-33 16</inkml:trace>
  <inkml:trace contextRef="#ctx0" brushRef="#br0" timeOffset="10450.79">18637 2890 155 0,'0'0'-3'15,"0"0"3"-15,0 0-1 16,0 0-5-16,0 0 13 0,0 0-10 15,-47 49 7-15,21-29 2 16,-3-1-10-16,-2 1-41 16</inkml:trace>
  <inkml:trace contextRef="#ctx0" brushRef="#br0" timeOffset="21298.43">16738 2370 6 0,'0'0'40'0,"0"0"-14"0,0 0-12 15,0 0 2-15,0 0-3 16,0 0-8-16,0 0-5 0,0 0 1 15,0 0 1-15,-38 3 0 16,27-3 7-16,-2-2 5 16,-3 1-7-16,3 0-3 15,-5-1-3-15,1 2-1 16,-1 0 0-16,-1-3 0 0,1 2-2 16,0-2 1-16,-1 0 1 15,1-1 1-15,2-1-1 16,2-3 0-16,-2 0 1 15,3-1-1-15,-2-1 1 0,1-3 0 16,1 2 1-16,-1-2 0 16,2-1 0-16,0-2 1 15,5 1-1-15,-2-4-1 16,1 2 1-16,4-3-1 16,0-1 0-16,0 1 1 15,2 0 1-15,0 0 0 16,1 0 2-16,0-1 5 0,0 3 1 15,0-3-3-15,1 2 4 16,0-1-4-16,-1 0-4 16,1 2-2-16,0-2 0 15,0 2-1-15,0-1 0 0,0-1-1 16,0 2 0-16,0-1 1 16,0-1 0-16,0 3 0 15,1 0 0-15,1 2 0 16,2 0 0-16,0 1-1 15,2 1 0-15,2 1 0 0,1 0-1 16,2 1-1-16,4 1-1 16,1 0 3-16,2 1-2 15,-1-2 2-15,0 4 0 16,3-3 1-16,-2 2-6 16,4-1 9-16,-1 2-6 15,0 0 2-15,2 1 3 0,1 0-6 16,1 1 3-16,2 0-3 15,2 1 5-15,0 0-3 16,3 1 2-16,1-1 0 16,0 1-1-16,3-1 2 0,-4 1-2 15,5 0 0-15,-4 2-2 16,3-2 1-16,-3 1 1 16,2 2-2-16,-1 0 4 15,1 0-2-15,-3 0-3 16,1 0 6-16,0 0-4 0,1 0 2 15,2 0 2-15,4 0-3 16,0 0-2-16,3 0 4 16,4-1-5-16,1-1 6 15,-1 0-3-15,2 0-2 16,0 1 2-16,1-3-1 0,-1 0 2 16,0 1-5-16,0-2 7 15,-1 1-2-15,3 0-3 16,-4-2 6-16,4 2-3 15,1-2 0-15,-3 3-1 16,4-1 1-16,-1 0-1 16,-1-1 0-16,-3 0 1 0,0-1-2 15,0 1 2-15,0-1-2 16,0 0 2-16,3 3-1 16,-2-1 0-16,4 1 1 15,1 0-1-15,2 2 1 0,1-1-1 16,2-2 0-16,1 4 0 15,-1-1 0-15,3-1 0 16,-4 1 1-16,1 1-1 16,1-3 0-16,-2 3 0 15,0-1 0-15,0 1 1 16,-2-1-2-16,4-1 1 0,-3 0 0 16,3 1 1-16,2-3-1 15,1 0 0-15,2 1 0 16,1 1 1-16,0-1-1 15,-1 2 0-15,0 0 0 16,1 1 1-16,-5 0-1 16,2 0-1-16,1 0 2 15,-1 0-1-15,1 0 0 0,-4 0 0 16,0 2 0-16,-3 1 0 16,-1 3 0-16,-6 1 0 15,-2-1 0-15,-3 1 0 16,0 1 0-16,-3 2 0 0,-1 3 0 15,-1 3-1-15,-2 1 0 16,-1 3 1-16,-3-1-1 16,-3 3 1-16,0-2-1 15,-7 0 1-15,-1 2 0 16,-2-3-1-16,-8 1 1 0,-4 1-1 16,0-1 0-16,-7 1 1 15,-1 2 1-15,-1 1-1 16,0-1-1-16,0 2 2 15,-3-2-1-15,-4 2 1 16,1-1 0-16,1 0-1 16,-5-2 0-16,-2 1 0 0,-1-5-1 15,-4 1 2-15,-4-5-2 16,-2 0 2-16,-6-4 0 16,0-3 0-16,1-2-1 15,-2-1 3-15,2-2-2 16,0 0-1-16,4 1 0 0,3-3-31 15,5 0-64-15</inkml:trace>
  <inkml:trace contextRef="#ctx0" brushRef="#br0" timeOffset="21656.28">21400 1860 70 0,'2'2'87'0,"1"-2"-82"0,-3 0-6 0,0 1 1 0,2-1 1 16,-2 2-1-16,0 0 1 15,1 2-1-15,3 0 0 16,3 1 0-16,1 1-1 15,4-3 4-15,4-1 5 16,3 1 6-16,2-2 1 16,4-1 0-16,4 0-7 0,-1 0-2 15,1 0-3 1,3 0 1-16,-1 0-2 0,0-1 0 16,1-3-3-16,1 1-1 15,-6-1-23-15,0-2-29 16,-10-1-29-16</inkml:trace>
  <inkml:trace contextRef="#ctx0" brushRef="#br0" timeOffset="21896.75">21857 1805 187 0,'0'0'-13'0,"0"0"14"15,48 8 6-15,-31-2-3 16,-2 1 3-16,1 2 2 0,-5 1-5 16,1 2-1-16,-4-2 1 15,-5 3-1-15,-1-2-2 16,-2 1 0-16,-1-1-3 16,-9 0 2-16,-4-3-18 15,3-3-36-15,2-2-51 0</inkml:trace>
  <inkml:trace contextRef="#ctx0" brushRef="#br0" timeOffset="22488.87">22261 1830 88 0,'0'0'11'0,"0"0"-6"0,0 0 4 16,0 0 2-16,0 0-1 15,0 0-6-15,21 35 0 16,-19-25 1-16,2 1-1 16,-4-3 3-16,1-1 0 15,1-1 0-15,-2-3-5 0,0 0-1 16,0-2 0-16,0-1 6 15,0 0 44-15,0-4-21 16,0-3-28-16,-3-5-2 16,1-2 2-16,1 0-2 15,1 1 2-15,0 0-2 0,0-1 0 16,5 4-1-16,3 2 0 16,2 2-1-16,3 2 2 15,0 1 0-15,3 3-2 16,0 0-1-16,2 0 1 15,1 10 4-15,-1 0-2 0,3 0 1 16,-1 1-4-16,3 2 3 16,1-2 2-16,-4-3-4 15,0 0 4-15,0-4-1 16,-4 0 1-16,-2-2 3 16,-3-2 6-16,-1 0 2 0,-2 0 5 15,-3-7-2 1,0-2 1-16,-1 0 2 0,0-3-6 15,-1-1-3-15,-1 0 0 16,0 0-9-16,0-2 1 16,0 6-3-16,0 1-1 15,2 1-18-15,1 1-24 0,2 2-22 16,4-2-90-16</inkml:trace>
  <inkml:trace contextRef="#ctx0" brushRef="#br0" timeOffset="22793.92">22836 1721 222 0,'0'0'14'0,"0"0"-5"0,0 0-9 0,0 0 2 0,0 0-1 16,0 0-1-16,0 0 0 15,0 0 1-15,0 0 0 16,0 0 0-16,11 51-1 15,-11-37 2-15,2 0-2 16,2-1 1-16,0-1 0 0,4-4 3 16,-2 1 4-16,5-2 6 15,3-2 0-15,3 1 2 16,6-3-7-16,-2 1-4 16,4-1-4-16,3 0-1 15,-1-2-1-15,0-1-16 16,0 0-23-16,-2 0-50 0,-2-7-31 15</inkml:trace>
  <inkml:trace contextRef="#ctx0" brushRef="#br0" timeOffset="23228.79">23258 1783 252 0,'0'0'4'16,"0"0"15"-16,0 0-14 15,0 0-6-15,0 0-2 16,0 0 2-16,0 0 1 15,0 0 0-15,2 30 0 0,-2-16 0 16,0 1 0-16,0-3 0 16,1 0 1-16,3-2-1 15,-4-3 1-15,0 0-2 16,0-3 2-16,1-2-1 16,-1 0 1-16,0-2-1 15,0 0 4-15,0-4 15 0,0-3-16 16,0-4-2-16,0-2 2 15,0-1-3-15,0-2 1 16,0-1 0-16,0 0 0 16,0 1-1-16,4 2 0 15,4 0 1-15,-1 1-1 16,5 1 0-16,0 2-1 0,2 2-1 16,4 3 1-16,-2 1-2 15,-1 2 1-15,1 2 2 16,-5 0 1-16,-1 0-2 15,-1 3 2-15,-5 3-1 0,-2 2 0 16,-2 2-1-16,-4 3 0 16,-15 1 3-16,-14 2-5 15,-6-1-12-15,-9-2-53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05:34.7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47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1" timeString="2026-08-09T05:22:35.690"/>
    </inkml:context>
  </inkml:definitions>
  <inkml:trace contextRef="#ctx0" brushRef="#br0">3353 3523 141 0,'0'0'0'0,"0"0"7"0,0 0 6 0,0 0 2 0,-38-2-6 15,36 0-2-15,-5 0 1 16,4 1 0-16,-1-2-5 16,-2 2-2-16,1-2-1 0,-5 0 1 15,0 2-1-15,-3-2 0 16,-4 0 0-16,2 0 0 16,-3 2 1-16,3-1 0 15,-3-2 0-15,1 3 14 0,3-2 2 16,0 0-7-1,0 3-4-15,0 0-3 0,-3 0-3 16,0 7 0-16,-4 3 0 16,-1 7-1-16,-7-1 0 15,-2 5 1-15,1 0 0 16,-3 3 0-16,-1-1 0 0,3 1 0 16,2 1 0-16,0 0 0 15,4 1 0-15,2 1 0 16,4-2 0-16,-2 1 0 15,6-4 0-15,-1 0-1 16,3-3 2-16,0-2-1 16,4-1 0-16,2-3 1 0,1 0-1 15,1 0-1-15,3-2 1 16,2 3 1-16,-2 0 0 16,2 1-2-16,0 2 1 15,0 2 0-15,-3 3 0 16,-1 2 0-16,-1 4 1 0,-1 1 0 15,-1-1-2-15,1-1 2 16,3 0-1-16,-1-4 1 16,4-2-1-16,0-4 0 15,0-1-1-15,9-2 2 16,-3 0 0-16,3-4-1 0,-2 2 0 16,2 0 1-16,0 0-1 15,-2-1 1-15,3-1-1 16,0 3-1-16,-3-2 1 15,3 1 0-15,2-1 1 0,-1-1-2 16,-1 0-1-16,2-2 1 16,1 0 0-16,-1-1 1 15,-1-2 0-15,2 1 0 16,-1-2-1-16,1 2 2 16,1-1-1-16,-1 0 1 15,1-1 0-15,-1 0-1 16,5 2 0-16,-1-2 0 0,0 2 0 15,2-2 0-15,-1 1 0 16,0 0-1-16,0-2 1 16,0 3 1-16,-3-1-1 15,-1 0 1-15,-1 0 0 16,0 1-1-16,1 1 0 0,-1-2 1 16,3 0-1-16,-1 2 0 15,4-1 0-15,-2-1 0 16,3 0 0-16,1-1 0 15,-2-1 0-15,0-2-1 0,-3 2 0 16,1 0 0-16,-1 1 1 16,-3-1 1-16,3 0-1 15,-3 0 1-15,0-1-1 16,3 3 0-16,-2-1 1 16,4-3-1-16,2 2-2 0,-1-3 2 15,4 0-3-15,2 0 3 16,0 0 0-16,-1 0 1 15,0 0 0-15,-1-3 0 16,-3 2 0-16,-4 1-1 16,0 0 0-16,-1 0 0 0,-2 0 0 15,3 0 0-15,-3 2 0 16,5 0 0-16,-1 0 1 16,2-1-2-16,1-1 2 15,-3 0-1-15,4 0-1 16,-2 1 0-16,-2 0 0 15,1 1 2-15,-1 0-2 0,4-1 0 16,-1-1 1-16,0 2-2 16,4-2 1-16,3 0 2 15,1 0 0-15,1 0-1 16,2 0 0-16,0 0 1 16,-2 0 0-16,-2 0 0 0,0 0-1 15,-3 2 0-15,-1 3 0 16,1 2 1-16,-3-3-1 15,0 3 0-15,-2-3 0 16,3-1 0-16,-2 0 0 0,0-3 0 16,-2 0 0-16,4 0 0 15,-2 0 3-15,0 0-1 16,2 0 0-16,1 0 0 16,0 0-2-16,-3 0 1 15,4 0-1-15,-3 3 0 0,0 1 0 16,0 0 1-16,3 2-1 15,-1-1 1-15,1 0-1 16,1 1 0-16,0-2 0 16,1-1 0-16,-1 1 1 15,0 0-1-15,-5-2 0 16,4-2 0-16,-3 1 0 0,0-1 0 16,-2 0 0-16,3 0 0 15,-2 0 1-15,2 0-1 16,1 0 0-16,-3 0 0 15,4 0 0-15,-1 0 0 16,0 0 0-16,0 0 0 0,4 0 0 16,0 0 0-16,0 0 0 15,2 0 0-15,0 0 0 16,0 0 0-16,-1 0 0 16,-2 0-1-16,-2 0 1 15,1 0 1-15,-2-1-1 0,-1 1 0 16,0-2 0-16,0 2 0 15,3-2 0-15,2-1 0 16,0-1 0-16,4-2 0 16,-3 3 0-16,3-3 0 15,0 3 0-15,-2-3 0 0,-1 2 0 16,3 0 0-16,-4 1 1 16,2 2-1-16,-1 1-1 15,-1-3 2-15,1 3-1 16,0 0 0-16,-1 0 0 15,1-1 0-15,0 1 0 0,3-3 0 16,2 0 0-16,1 0 0 16,1-1 0-16,5-2 0 15,-2 1 0-15,3-1-1 16,-4 0 1-16,3 0 0 16,-4 0 0-16,1-2 0 0,0 1 0 15,-1 0 0-15,2 0 0 16,-2 0 0-16,2 3 0 15,-2-1 0-15,-3 2 0 16,-1-1 1-16,-2 3-2 16,0 1 4-16,-3-3 0 15,2 3 0-15,0 0 0 0,0 0-2 16,3 0-1-16,3 0 0 16,1 4 1-16,1 0-1 15,1 1 0-15,-2 2 0 16,2-1 0-16,-4 1 0 15,-1 0 2-15,-1-2-2 0,-1 1 0 16,-2-3 0-16,-4-3 0 16,-1 0 0-16,1 0 0 15,1 0 0-15,-1 0 0 16,2 0 0-16,2 0 0 16,-2 0 1-16,4 0-2 0,-2 0 2 15,1 0-2-15,1 0 1 16,-5 0 0-16,3 2 0 15,-2 0 1-15,-2 1-1 16,-1-2-1-16,-1 0 2 16,1 0-1-16,-4-1 0 0,3 0 0 15,2 0 0-15,-1 0 1 16,4 0-1-16,4 0 0 16,-1-3 0-16,-2 0 0 15,5 1 0-15,-5 0 0 16,2-1 0-16,0 2 0 15,-3-1 0-15,1-1 0 0,2 1 1 16,2 0-2-16,-2-2 1 16,3 1 0-16,-1-2 0 15,4 0 0-15,-4-2 1 16,-1 3-1-16,1-1 0 0,-4 0 1 16,0-1 0-16,-2 1-1 15,-3 0 1-15,1 2 0 16,-1-1-1-16,-1 0 0 15,-1 0 1-15,1-2-1 16,1 2 0-16,-3-2 0 0,0-2 0 16,-2 0 0-16,-2 1 0 15,-3-3 0-15,-1 2 0 16,-3-4 0-16,0 1 2 16,-1-2 4-16,-1 1 1 15,2-3-1-15,-1 0-5 0,-2 0 0 16,2 1-1-16,-1-1 0 15,-1 2 1-15,-1-1-1 16,0-2 1-16,-2 0 0 16,-2-1 3-16,0-7-1 15,1 0 1-15,-1-7-3 16,0 1-3-16,0-1 2 0,0 1 0 16,-1 3 0-16,-1 4 1 15,0 1-1-15,0 3 2 16,-3 1 4-16,-5 2 6 15,1-1 0-15,-3 3-6 16,2-2 0-16,1 3-4 16,-1-1-2-16,-2 3-3 0,2-3-4 15,-1 2-3-15,-1 2-1 16,-1-1-2-16,-2-2 2 16,-1 3 11-16,-1-1 1 15,-1 2-1-15,1-2 1 0,-1 1 0 16,-1 0-1-16,0 0 1 15,2 0-1-15,-5-1 0 16,0 1-1-16,2 1 1 16,-5 2-3-16,-3 0 1 0,0 0 0 15,0 4 6-15,-5-1-3 16,2 3-1-16,2 0-1 16,-4 1 1-16,2 0-1 15,0 0 1-15,0 0 0 16,2 0-4-16,0 0-2 15,0 0 1-15,2 0 2 0,0 0 2 16,-1 0 1-16,-2 0 0 16,2 0-1-16,-1 0 0 15,-1 1-2-15,2 0 2 16,0 2 1-16,2-2 0 16,-1 0 1-16,0 1-1 0,0-2 1 15,1 0-1-15,4 0 2 16,-4 0-2-16,3 0 1 15,-2-4-1-15,-1 0 1 16,0 1 0-16,-3-1-1 16,2 1 0-16,-2 0 0 15,1 1 0-15,0-1 0 0,1 1 0 16,0-2 0-16,-2 1 0 16,0-2 0-16,3 0 0 15,-5-4 0-15,0 1 1 16,0-2-1-16,-2-2 1 0,1-2-1 15,-3 1 1-15,0 2 0 16,-2 0 0-16,-1 1-1 16,1 1-1-16,-1 4 2 15,-1 0-1-15,-4 2 0 16,3-1 0-16,0 3 1 0,-4-1-1 16,1 1 0-16,1-1 0 15,-2 1 0-15,1 1 0 16,-1 0 0-16,0 0 1 15,-1 0 0-15,-1 0-2 16,0 0 1-16,2 0 0 16,0 3 0-16,-3 0 0 0,3 2 0 15,-3-1 0-15,0 2 0 16,2-3 0-16,1 3 0 16,0-1 0-16,3 0 0 15,-2-1 0-15,2 2 0 16,2-2-1-16,-4-1 2 0,3-2-1 15,-2 1 1-15,-1-2-1 16,2 0 0-16,-1 0 0 16,2 0 0-16,-1 0 0 15,1 0 0-15,-2 0 0 16,1 0 0-16,-3 1 1 0,0 2-1 16,-1-2-1-16,-1 2 1 15,2 0 0-15,-1 0 0 16,-1 0 0-16,0-1 0 15,0 1 0-15,2 0 1 16,-3 0-2-16,0 0 1 0,1-2 0 16,4 1 0-16,4-2 0 15,0 0 0-15,-1 0 0 16,4 0 0-16,-2 0 1 16,3-4-1-16,-1-1 0 15,0 1 3-15,3-2-3 0,-1 2 0 16,0 0 0-16,0-2 0 15,2 2 0-15,-1 1 0 16,1-1 0-16,0 1 0 16,-2 0 0-16,2 1 0 15,-2 1 0-15,1 1 0 16,-1 0 0-16,2 0 0 16,-4 0 0-16,1 6-3 0,-1 0 6 15,-1-1-6-15,-1 2 3 16,1-1 0-16,-1-2 3 15,1 3-3-15,1-2 0 16,-1-1 0-16,4 0 0 0,-1 2 0 16,3-3 0-16,-1 1 0 15,2-1 0-15,0-2 0 16,-2-1 0-16,2 2 0 16,0-2 0-16,-2 0 0 0,0 0 0 15,2 0 0-15,1 0 0 16,-3-3 1-16,2 0-1 15,-4 0 0-15,1 2 0 16,-1-2 0-16,-5 1 0 16,-2 2 0-16,-4 0 0 15,-3 0-1-15,-8 12 1 0,-4 3-14 16,-3 9 6-16,-9 5-33 16,-10-1-55-16</inkml:trace>
  <inkml:trace contextRef="#ctx0" brushRef="#br0" timeOffset="2225.67">9119 4179 63 0,'-2'0'8'0,"-2"0"0"0,2 0 1 16,1 0-5-16,1 0-1 15,0 0-1-15,0 0 0 16,0 0-2-16,0 0 0 0,0 0 1 16,0 2 0-16,0-1-1 15,2 2 1-15,3 1 3 16,-1 2 0-16,-2 1 0 16,1-2-1-16,2 1 3 15,-1 0-3-15,-2 1 1 0,-1-1 1 16,2-2-1-16,0-1 3 15,1 0 0-15,0-3 2 16,0 0 5-16,6 0-4 16,1-3 2-16,6-7-4 15,2-6 1-15,4-2-8 0,4-6 4 16,2-4-3-16,2-4-3 16,2-2 3-16,-1-3 3 15,3-1 15-15,-1-2-5 16,-1 0-3-16,0 5-3 15,-5 3-4-15,-2 7-3 16,-7 6-1-16,-4 7 0 0,-3 6-1 16,-4 6 1-16,-3 0-16 15,-5 0-54-15,0 3-80 16</inkml:trace>
  <inkml:trace contextRef="#ctx0" brushRef="#br0" timeOffset="28944.05">4897 5692 99 0,'9'0'1'0,"1"-7"0"0,2 1-1 0,0 5 1 16,-1-2 0-16,4 3-1 0,-1-1 0 15,1 1 0-15,1 0 0 16,-1 0 0-16,4 0 0 15,-1 0 0-15,-3 1 0 16,2 2 1-16,2-2-1 16,1 1 2-16,3-1 0 15,-2-1 1-15,5 0 0 0,3 0 0 16,2 0 0-16,0-3 0 16,0 0-1-16,0 0 1 15,3 0 1-15,-1-1 2 16,3 0 1-16,-1 1-5 15,0 3 0-15,1 0-1 0,-3 0-1 16,-1 0 1-16,1 0-1 16,-2 0 0-16,2 0 1 15,1 0-1-15,1 0 0 16,4 0 1-16,1 0 0 16,0 0-1-16,-2 0 0 0,3 0 0 15,1 0 1-15,-2 0-1 16,3 2-1-16,1-1 2 15,1 3-1-15,2-4 0 16,-2 0 0-16,1 0 2 16,2 0-2-16,-4 0 0 15,1-4 1-15,0 1 0 0,0-2-1 16,-1 0 1-16,-2 4-1 16,1-2 1-16,-5 3-1 15,0-1 1-15,-1 1 0 16,2-2 1-16,-1 2 1 15,2 0 0-15,3 0-1 0,-1 0-2 16,-2 3 1-16,3 0 0 16,-1-1-1-16,0 0 0 15,1 0 1-15,2-2 0 16,0 0 0-16,-1 0 0 0,0 0 0 16,-2 1 2-16,-1 1-1 15,0 0 2-15,-1 4 0 16,1-1 1-16,4 0-5 15,1 1 2-15,1-1-1 16,-2 2 0-16,4-1 0 0,-5-2 0 16,2 3-1-16,0-2 1 15,-1 0 0-15,-1-3 2 16,4 2-1-16,-2-1 1 16,4-3 0-16,1 1-1 15,-1-1 0-15,5 0 0 0,0 0 0 16,2-1 0-16,1-5 2 15,-2-1-3-15,0 1 4 16,-2-1-2-16,-3 1 2 16,2 1-1-16,-1-1 1 15,-3 2-2-15,1 1-1 16,1-1 1-16,-4 3-1 0,4-1-2 16,-4 1 0-16,4 1 1 15,-5 0 0-15,2 0 0 16,-3 0 1-16,0 0 0 15,-1 0 2-15,1 0-1 16,1 0-1-16,2 0 0 0,1 0-1 16,0 1 1-16,1-1-2 15,0 0 1-15,0 0-1 16,-2 0 0-16,2 0 0 16,-2 0 2-16,2 0-2 15,0 0 0-15,1 0 1 0,0-2-1 16,1-2 0-16,0 0 1 15,-1 0-1-15,1 0 1 16,1-1 0-16,0 1-1 16,1 0 1-16,0 1-1 15,0 0 0-15,-4 0 0 0,4 3 0 16,-4-1 0-16,-2-2 0 16,2 0 0-16,-4 0 1 15,4-1-1-15,-4 1 0 16,2-1 0-16,-1 1 0 15,2-1 0-15,-2 3 1 16,-2 0-2-16,4-1 2 0,-1 2-1 16,5 0-1-16,0 0 2 15,1 0-1-15,1 0 2 16,2 0-4-16,-1 0 4 16,1 0-2-16,0 0 0 0,-1-3 0 15,-1-1 0-15,1 2 0 16,-2-1 0-16,-2 0 0 15,-1 0 0-15,2 2 0 16,-4-2 0-16,0 2 0 16,-3-2 0-16,2 0 0 0,-2 2 0 15,2 1 1-15,-1-3-1 16,-1 3 1-16,2 0-1 16,-3 0 0-16,0 0 0 15,-1 0 0-15,-4 1 2 16,3 2-4-16,-1 3 4 0,1-1-2 15,-1 1 0-15,0 3 0 16,-1-2 1-16,1 0-1 16,-2 0 0-16,-1 0 0 15,3 0 0-15,-2 0 0 16,3-1 1-16,1-1-1 16,-3 0 2-16,2 1 1 0,-1-1 4 15,-2 0-3-15,1-1-3 16,-1 0 1-16,1 2-2 15,0-2 0-15,1-1 0 16,-1-3 1-16,4 0 0 16,-3 0-1-16,3 0 1 0,-1-3-1 15,2-1 1-15,2-2-1 16,0 2 0-16,2 0 0 16,-2-1 0-16,5 0 0 15,-2-1 1-15,3-1-1 16,2-2 0-16,2 1 3 15,1-2 1-15,3 1 1 0,0 1-3 16,3 2-1-16,2-2 1 16,-2 2-1-16,4 2 0 15,-2 1-1-15,3 0 0 16,1 0 0-16,1 0 0 16,3 2 1-16,2 0-1 0,5 0 0 15,1 0 0-15,-1 1 0 16,3 0 1-16,3 0-2 15,3 0 2-15,3 0-1 16,0 0 0-16,6 0 0 0,4 0 0 16,-3 0 0-16,5 0 0 15,0-3 1-15,-1-1-1 16,2-3-1-16,-4 1 2 16,-1 0-1-16,-2 0 0 15,-1-1 1-15,-2-1-2 16,-3 3 2-16,-3-2-2 0,-3 1-9 15,-3-1-22-15,-6 0-16 16,-11-1-29-16,-9-1-59 16</inkml:trace>
  <inkml:trace contextRef="#ctx0" brushRef="#br0" timeOffset="34026.87">17118 5020 29 0,'0'0'8'0,"0"0"21"0,0 0-8 0,0 0-4 0,0 0-2 15,0 0-5-15,0 0-7 16,0 0-2-16,0 0-1 16,0 0 1-16,0 0-1 15,-18-31 0-15,18 28 0 0,0 3 0 16,0-1 1-16,0-2 1 15,0 3 1-15,0 0 12 16,0 0 5-16,0 0-2 16,0 0 0-16,0 0-7 15,0 0-5-15,0 0-6 0,0 0-3 16,0 0 3-16,2 4 0 16,-1 2 1-16,4-1-1 15,-1 0 0-15,0-1 0 16,-1 0 1-16,0-2-1 15,2-1 2-15,-3-1 0 16,3 0 12-16,4-3 8 0,-1-7-7 16,4-4-7-16,8-9-3 15,2-4-1-15,10-7 1 16,5-4-3-16,14-6-1 16,10-6-1-16,11-7-1 15,4-9-30-15,7-10-147 16</inkml:trace>
  <inkml:trace contextRef="#ctx0" brushRef="#br0" timeOffset="51356.86">4222 6473 25 0,'-2'0'37'0,"0"0"-13"0,2 0-10 16,0 0-3-16,0 0-3 16,0 0-7-16,0 0-4 15,0 0 5-15,0 0-1 0,0 0 2 16,2 0 0-16,0 0 1 15,0 0 1-15,-2 0-2 16,2 0 0-16,4 3 0 16,-4-2-2-16,4 2-1 15,1 1 0-15,2-3 1 0,2 0-1 16,-2-1 0-16,2 0 0 16,-1 0 6-16,0 0 4 15,-1 0-4-15,-1 0-1 16,2 0-2-16,1 0-2 15,-1 0-1-15,3 0 1 0,2 0-1 16,1 0 0-16,2 0 0 16,0 0 1-16,6 0-1 15,-3 0 0-15,0-2 0 16,4 1 0-16,-2-2 0 16,1 0 0-16,0 3 0 0,1-4 0 15,2 4-1-15,-2-3 1 16,4 0 0-16,-2-1 0 15,2 0 1-15,0-2-1 16,0-1 0-16,-1 2 1 16,0-1-1-16,0 0 0 15,-1 2 0-15,3-1 0 0,1 1 2 16,-2 3-2-16,4 1-2 16,-2-2 2-16,3 2 0 15,-1 0 0-15,1 0-1 16,-3 0 2-16,-2 0-1 0,0 0 0 15,-2 0 0-15,0 0 2 16,2-2-2-16,-1 0 0 16,3-1 1-16,0-1-1 15,2 1 1-15,1 0 0 16,1-1 0-16,-3 1-1 16,1 0 1-16,1 2-1 0,0-2 0 15,-1 2 0-15,1 1 1 16,-1 0-1-16,3-2 0 15,-2 2 0-15,3-1 1 16,-4 0 0-16,1-1 0 16,1-1-2-16,0 3 3 0,-2-1-2 15,-1-2 0-15,1 3 1 16,-1 0-1-16,1-1 0 16,0 0 0-16,-1 1 0 15,1-1 2-15,1 0-2 16,-1-2 0-16,1 1 0 0,4-1 1 15,-4-1-1-15,3 0 0 16,1 1 0-16,-3 0 0 16,2 1 0-16,-5 0 2 15,1-1-2-15,-4 3 0 0,0 0 0 16,0 0 0-16,-1 0 1 16,0 0-2-16,5 0 1 15,-2 6 0-15,1-2 0 16,2-1 0-16,-1 1 0 15,0 0 0-15,1-1 0 16,-3 0 0-16,-1 0 1 0,1-1-1 16,0-1 0-16,-2 3 0 15,3-1 0-15,1 0 0 16,2-2-1-16,-1 1 1 16,2-1 0-16,-1-1 0 15,0 0 0-15,0 0 1 0,-1 0-1 16,1 0 0-16,-1 0 0 15,3 0 0-15,1 0 0 16,5 0 0-16,-3 0 0 16,5 0 0-16,-3 0 0 15,-1 0 0-15,2-3 0 0,-3-1 0 16,0 1 1-16,2 2 0 16,-2-2 2-16,0 3-1 15,1-1 1-15,-3 1-2 16,2 0 0-16,0 0 0 15,0 0 1-15,1 0-2 16,-1 0 1-16,5 0 0 0,-1 0 0 16,1 0 0-16,-3 0 0 15,1 0-1-15,1 0 2 16,-1 0-2-16,-3 0 1 16,1 0-1-16,-2 0 0 15,0 0 1-15,1 1-1 0,-4-1 1 16,-2 3-2-16,1-2 2 15,-2 2-1-15,-1 0 0 16,1 0 0-16,4-2 2 16,0 2 0-16,3-2-1 0,-2 2 1 15,3-3-2-15,-3 3 0 16,1-3 0-16,-2 2 0 16,3-1 1-16,-2-1-1 15,2 0 0-15,0 0 2 16,0 0-1-16,3 0 0 0,-3 0-1 15,3 0 1-15,-1 0 1 16,1 0-2-16,1 0 0 16,-1 0 1-16,4 0 0 15,2 0 0-15,-3-1 1 16,2-1 3-16,1 1-1 16,1-1-2-16,0 1 0 15,2 1-2-15,-1 0 1 0,0 0-2 16,-1 0 2-16,-1 0-1 15,-2 1 0-15,0 1 0 16,2 2 0-16,-2-3 0 16,2 0 0-16,-2-1 1 0,-1 0 1 15,2 0 1-15,-3 0-2 16,2 0 2-16,2-2-1 16,-3 1-2-16,2-1 1 15,-2 2-1-15,2 0 1 16,-4 0-1-16,-2 0 0 0,4 0 0 15,0 4 0-15,3-1 0 16,1 0 0-16,-2-1 2 16,2 0-2-16,-5 0 0 15,2-2 0-15,-3 1 1 16,-1-1-2-16,0 0 2 16,0 0-1-16,1 0 0 0,0 0 0 15,1 0 0-15,-1 0 0 16,2 0 0-16,2 0 0 15,-1 0 0-15,2 2 0 16,0-1 0-16,1 0 0 0,-1-1 0 16,-1 0 0-16,2 0 1 15,-3 0-1-15,2 0-1 16,-3 0 1-16,-1-2 1 16,3 0-1-16,-6 1-1 15,2-1 3-15,-2-1-3 0,1 2 2 16,-3-1 0-16,1 1 2 15,1 1-2-15,-2 0 0 16,1 0-1-16,1 0 1 16,-1 0-1-16,0 0 0 15,-2-1 0-15,0-1 0 0,-3 1 1 16,-1 0-1-16,-1-1 1 16,-1 1 1-16,-2-1-1 15,-3 1 0-15,1-2-1 16,0 3 0-16,-2-2 0 15,-1 1 1-15,1-2-1 0,-3 2 0 16,1-2 0-16,-3 2 1 16,1-1-1-16,-2-2-1 15,0 2-2-15,-7-3-27 16,-3-4-50-16</inkml:trace>
  <inkml:trace contextRef="#ctx0" brushRef="#br0" timeOffset="53113.44">13650 6195 99 0,'2'0'7'0,"0"0"4"0,3 0-12 0,0 0 2 16,3 0-3-16,-3 0-1 15,4 1 0-15,-5 2 2 0,-1-3 0 16,0 4 1-16,0-2 1 15,-3 0 0-15,2 1 0 16,0 0 0-16,-2 0 0 16,3-1 0-16,-1 2-1 15,2-3 0-15,1 3 1 16,-2-2 1-16,1-2 3 0,0 1 4 16,0-1 6-16,-1 0 2 15,0 0 0-15,2 0-3 16,-2 0 1-16,2-1-1 15,3-5-5-15,-1 0-5 16,4-5 0-16,5-2-2 0,4-4 0 16,4-6 2-16,7-2-3 15,8-8-1-15,7-2 3 16,6-8-5-16,2-4-58 16</inkml:trace>
  <inkml:trace contextRef="#ctx0" brushRef="#br0" timeOffset="55893.9">9068 4209 51 0,'0'0'30'0,"0"0"-14"0,0 0-13 0,0 0 0 0,0 0-2 15,0 0-1-15,0 0 2 16,0 0-2-16,0 0 2 16,0 0 3-16,0 0 1 15,-3 0-1-15,3 0-3 16,0 0-3-16,0 0-1 16,0 0 2-16,5 2 1 0,2 3-1 15,-1 2 1-15,3 0-1 16,3 1 0-16,-5 0 0 15,5 1 1-15,-2-1-1 16,3-4 0-16,-3-2 1 0,5-2-2 16,5 0 5-16,2-13 4 15,7-7 8-15,5-5-5 16,11-7-6-16,6-6-2 16,8-4 0-16,8-4-3 15,2-1-4-15,1-7-35 0</inkml:trace>
  <inkml:trace contextRef="#ctx0" brushRef="#br0" timeOffset="68204.96">4399 7420 130 0,'0'0'-9'0,"0"0"10"0,0 0-1 0,46-9 1 16,-30 7 1-16,-2 1-1 15,6 1 0-15,-2 0 0 0,0-2-1 16,4 2 1-16,1-3-1 15,2-1 0-15,3 1 0 16,3-2-1-16,3 0 1 16,2 0-2-16,0-1 4 0,1 2-2 15,1 1 0-15,1-1 1 16,-1 2-2-16,0 1 1 16,1-2 1-16,2 3-1 15,1-1-1-15,0 0 3 16,2 1 1-16,2-4-2 15,1 3 0-15,2-4 1 0,1 0-2 16,4 0 1-16,2-2 2 16,-1-1 2-16,3 1-1 15,-2 0-2-15,-4 1 3 16,0 2-2-16,-2 2-2 16,-3 1 1-16,0 1 0 0,-2 0-1 15,-1 0 3-15,-1 1-1 16,2 4-2-16,-1-1 0 15,3 0 0-15,2 2-1 16,1-3-1-16,3 0 1 16,-4-2-1-16,5-1 5 0,-4 0 1 15,2 0-1-15,0 0 1 16,2 0-5-16,-2 0 7 16,-2 0-5-16,2-1 0 15,0-2-1-15,-3 0 0 16,4 0 2-16,1-1 0 15,-1 1 4-15,1 1 0 0,-2 1-1 16,-1-2-1-16,2 3-2 16,-1 0-2-16,2 0 0 15,-3 0-1-15,-1 0 0 16,1 2 1-16,-3 0-1 0,2 2 0 16,-1-2 0-16,0 4 0 15,1-2 1-15,-1-1-1 16,4 1 0-16,-4 2 0 15,1-2 0-15,3 0 0 16,1 1 0-16,1 0 1 0,-1 2-1 16,0-2 0-16,2-1 0 15,-1 2 0-15,1-5 0 16,2 2 0-16,1-3 1 16,-1 0-1-16,0 0 2 15,-1-3-4-15,0-1 2 0,-3-2 0 16,-1 1 0-16,-1 2 0 15,-6 0 2-15,2 1-1 16,-4 2-1-16,1 0 1 16,0 0 0-16,4 0-1 15,2 0 1-15,0 0-1 0,3 0 0 16,-1 0 1-16,1 0-2 16,0 3 2-16,2 1-1 15,-2-1 0-15,-1 2 1 16,3-1-1-16,-2 2 1 15,2-1-1-15,-3-2 1 0,1 1-1 16,2-1 1-16,-2-1-1 16,-1-1 0-16,1 2 1 15,-1-3-2-15,2 0 2 16,0 0 0-16,1 0 0 16,0 0 2-16,0 0-1 0,0 0 1 15,-3 0-1-15,-1 0 1 16,1-3 0-16,-1 3 1 15,-7-1-1-15,4 1 1 16,-5 0-1-16,0 0-3 16,1 1 1-16,0 3-1 0,2 2 1 15,-2-2-1-15,2 1 0 16,-2-3 0-16,0 0 1 16,1-1-1-16,-1-1 0 15,0 0 1-15,4 0-1 16,-1-3 0-16,2-1 0 15,0-2 0-15,-1 2 1 0,2 0-1 16,-4-2 0-16,2 3-1 16,-2-1 2-16,-2 1-1 15,-1 2-1-15,-3-2 2 16,-3 0-1-16,1 2-1 16,-3-2 1-16,3 2 0 0,-5-1 0 15,3-1 1-15,-5 2-1 16,0-2 0-16,0 1 0 15,-5 0-2-15,-4 0-6 16,-2-1-11-16,-4-1-18 16,-7-2-23-16,-5-4-75 0</inkml:trace>
  <inkml:trace contextRef="#ctx0" brushRef="#br0" timeOffset="70206.38">16116 6573 231 0,'1'-6'11'0,"-1"-1"19"0,0 1-10 16,0-1-6-16,0 3-3 15,0-1-6-15,0 1-1 0,0 1 0 16,0 0-2-16,0 3-1 16,0 0-3-16,0 0 1 15,2 6-4-15,1 6 5 16,-1 5 1-16,1 2-1 16,2 5 1-16,2-1-1 15,-2 4 3-15,4-4-3 0,-4 4 0 16,1 0 0-16,-1-3 0 15,-1 2-3-15,0-2-9 16,-2-1-5-16,1-1-12 16,-3-7-31-16,0-4-52 15</inkml:trace>
  <inkml:trace contextRef="#ctx0" brushRef="#br0" timeOffset="70675.97">16010 6727 153 0,'0'0'9'0,"0"0"28"16,56-24 1-16,-33 17-18 15,3 0-10-15,4 3-8 16,2 1 0-16,-1 0 1 16,2 3-2-16,2 0 0 15,-3 0 0-15,-2 4-1 0,-4 4 2 16,-1 3-2-16,-4 0 0 16,-6-1 0-16,-1 3 0 15,-7 1 0-15,-1-4-1 16,-4 0-6-16,0-2 1 0,-2-2 3 15,0-2 2-15,0-1 4 16,-4-1 1-16,-1-1-1 16,1-1 2-16,0 0-1 15,0-3 4-15,2-4 1 16,0-3-1-16,1-4-4 0,1 0-3 16,0-5 4-16,3 2-9 15,7-1 3-15,3 1-2 16,5 1-23-16,3 4-30 15,-1 1-29-15,4 3-45 16</inkml:trace>
  <inkml:trace contextRef="#ctx0" brushRef="#br0" timeOffset="71067.3">16766 6646 102 0,'0'0'61'16,"0"0"1"-16,0 0-33 0,0 0-17 15,0 0-7-15,0 0-4 16,0 0 2-16,-43 13 0 16,26-6-2-16,0 2-1 15,2 1 1-15,1 0-1 16,3 1 0-16,1 1 0 0,6 0-1 16,0-2 0-16,4 1-2 15,0-2-2-15,0-3 1 16,0-2 0-16,7-3-4 15,2-1 8-15,2 0 0 16,2 0 7-16,3-7-4 0,2-3 0 16,0-1-2-16,2 1 0 15,-5-1 1-15,-3 2 1 16,-4 2-2-16,-1 3 2 16,-6 1 5-16,1 1 3 15,-2 2-7-15,0 0-10 0,0 5 6 16,0 3-2-16,0 2-3 15,0 3-9-15,4-3-24 16,3 0-18-16,2-6-21 16</inkml:trace>
  <inkml:trace contextRef="#ctx0" brushRef="#br0" timeOffset="71500.74">17004 6648 247 0,'0'0'2'0,"0"0"-7"0,0 0-2 0,0 0 8 15,0 0 0-15,0 0-2 16,0 0 1-16,0 0 0 16,0 0 1-16,23 37-1 0,-21-29 1 15,0-1 0-15,0-1-1 16,-2-2 0-16,1 0 0 15,-1-2-2-15,1-1-1 16,0-1 1-16,1 0 5 16,3-2 0-16,1-4 1 0,1-3-4 15,3-2 1-15,2 4-1 16,-1 0 0-16,0 0-1 16,-2 5 1-16,0 1 4 15,0 1-2-15,-2 0 1 16,2 0 2-16,0 0 1 0,-2 0-2 15,2 3-2-15,-2 1 0 16,1 1 0-16,-4 0-1 16,3-2-1-16,1 0-5 15,0-2-15-15,2-1-4 16,3 0 4-16,4-3-12 16,1-7-5-16,2-3-9 0</inkml:trace>
  <inkml:trace contextRef="#ctx0" brushRef="#br0" timeOffset="71807.53">17465 6497 92 0,'0'0'20'0,"30"-47"23"0,-23 30 12 16,-6 5-12-16,-1 4-25 15,0 1-11-15,0 3-3 16,-3 4 3-16,-3 0-7 16,0 0 3-16,1 6-1 15,1 7-3-15,2 5 0 16,2 5-1-16,0 3 0 0,2 1-1 15,9 2 1-15,5 0 0 16,3 0-1-16,0-2 3 16,1 0 0-16,0 0 3 15,-3 2-1-15,-4-3-1 16,-2 2 0-16,-4-3-1 0,-4 1 1 16,-3-2 1-16,-3-3-4 15,-8 0 1-15,-5-6 0 16,1-4-9-16,2-4-10 15,0-3-11-15,7-4-26 16,5-2-32-16</inkml:trace>
  <inkml:trace contextRef="#ctx0" brushRef="#br0" timeOffset="71951.37">17711 6778 231 0,'0'0'11'0,"55"-27"12"16,-19 15-12-16,2 0-4 0,5 3-1 15,-1 1-4-15,1 4-1 16,-3 0-4-16,-4-2-39 16,-1-4-72-16</inkml:trace>
  <inkml:trace contextRef="#ctx0" brushRef="#br0" timeOffset="74271.71">9061 4313 82 0,'0'0'3'0,"0"0"-7"0,0 1 6 16,0-1-6-16,0 0 4 15,4 0-3-15,1 0 4 16,-2 0-1-16,5 0 7 0,-2 0-5 15,3-7 6-15,5-1-1 16,2-5 3-16,8-3 3 16,8-8 0-16,10-4 4 15,10-9-5-15,14-6-5 16,11-4-2-16,10-4 0 0,9-3-2 16,13-1-2-16,8-2-2 15,6-1-33-15,2-2-71 16</inkml:trace>
  <inkml:trace contextRef="#ctx0" brushRef="#br0" timeOffset="76600.12">9115 8176 81 0,'2'0'6'0,"-2"0"-3"0,2 0-5 0,2 0 2 15,1 0 0-15,2 0 0 16,4 0 0-16,-1 0 0 0,7 0 1 15,-2 0 4-15,4 0 0 16,3 0-2-16,-3 1 1 16,2 1-2-16,1-1-1 15,1 1-1-15,-4-1 1 16,4 2-1-16,0-3 1 0,-1 0-1 16,2 0 0-16,3 0 0 15,2 0 0-15,0 0 1 16,1 0 3-16,3-3 4 15,0 2-3-15,1-1 0 16,-1 1-4-16,3-1 0 0,-3 1 0 16,0 1-1-16,2-2 0 15,1-2 0-15,0-1-1 16,1-1-1-16,4-2 6 16,-1 0 5-16,0-2 2 15,0 1-3-15,3-1-1 0,1 2-4 16,0 3-2-16,1 1 1 15,7 2-1-15,-3 2 2 16,1 0-4-16,2 0-1 16,-2 0 1-16,1 4 1 15,0 0-1-15,-1 1 2 16,0 0-2-16,-2-2 1 16,0 1 0-16,-1-2 0 0,-2-2 2 15,-1 0 3-15,5 0 6 16,0-1 5-16,1-5-7 15,3 3-4-15,-1 0-3 0,1 2-1 16,-4 1 1-16,1 0 1 16,-3 0-10-16,-1 3-21 15,-3 5-19-15,-9-2-4 16</inkml:trace>
  <inkml:trace contextRef="#ctx0" brushRef="#br0" timeOffset="79667.52">12426 8153 102 0,'0'0'-6'0,"0"0"9"0,0 0-3 16,0 0 1-16,0 0 2 15,37 0 0-15,-30 0-1 16,3 0-1-16,4-1 2 16,-1 0 0-16,2 1 1 0,2 0-1 15,3 0-2-15,1 0-1 16,0 0-1-16,1 0 1 16,2 0 0-16,0 0 0 15,0 0 0-15,0 2 0 16,2-2-1-16,1 1 0 0,1 1 2 15,4 1-2-15,-3 0 3 16,2 0-2-16,3 1 0 16,1-1-1-16,1-1 0 15,-1-1 0-15,1 0 3 16,2 0-1-16,-2 2 0 0,2-1 1 16,-2-1-1-16,3 2 0 15,-1 0 0-15,3 0-1 16,-3-2 1-16,1 3-1 15,-1-2 0-15,-1-1 0 16,1 1 0-16,-2-1 3 0,3 2 2 16,0-2 0-16,2 2-2 15,0 0-1-15,1 1-1 16,-2-2 0-16,3 0 0 16,-2 1 0-16,1-3 0 15,2 2-1-15,2-1 2 16,0-1-1-16,2 0-1 0,0 0 2 15,0 0-2-15,0 0 0 16,3 0 2-16,-2 0 0 16,3 0-1-16,2 0 2 15,-4 0-2-15,4 0 5 0,-3 0-1 16,0 0 0-16,-1 0-2 16,0 0 2-16,1 0-2 15,0 0 0-15,-5-3-3 16,4 3 2-16,-4 0-2 15,0-3 0-15,1 2 0 16,-3-2 0-16,-1 3 7 0,1-3 6 16,-4 0 0-16,-1 1-3 15,1 0-4-15,-2-1-4 16,-2 2-1-16,4-2 0 16,-1 3 0-16,0-1-1 0,1-1 0 15,1 2 1-15,-3 0-1 16,2 0 2-16,1 0 2 15,3 0-1-15,0 0-1 16,2 2-2-16,2 2 1 16,1-1 0-16,3-2-1 0,-1 2 0 15,-1 0-2-15,1-3 0 16,0 1 1-16,-4-1 1 16,0 0-2-16,0 0 2 15,-3 0 0-15,1 0 2 16,2 0-1-16,-2 0 1 15,1 0-2-15,3 0 0 0,-3 0 0 16,3 0 1-16,-5-3-1 16,4 1 1-16,-4-1 0 15,1-1 0-15,-1-2-1 16,2 0 0-16,-2-2 1 16,-2-2-1-16,1-2 0 0,-3 1 0 15,-2-2 0-15,0-1 1 16,-2-2-1-16,2 2 1 15,-6-3 0-15,3-4 1 16,-4 3-1-16,-4-4-1 16,-2 1 1-16,-3-2-1 0,-4 2 2 15,-2-2-2-15,-3 3 2 16,-5 0 1-16,1-1 11 16,-7 4-3-16,-1-3-2 15,-1 3-4-15,0-2-1 16,-3 1 0-16,-7-2-4 0,1 2-4 15,-4-1 4-15,-4 2-6 16,1-1-4-16,-3 1 8 16,-3 0 6-16,2-2 1 15,-2 2-5-15,1 1 2 16,-4 1-1-16,2-1-1 0,-1 3 1 16,0 1-2-16,-3 0 2 15,2 2 0-15,-4-1-3 16,1 4 2-16,-1-3-4 15,-5 3 8-15,3 1-11 16,-1 1 9-16,-5 0-5 0,-1 1 2 16,0 0 0-16,-4 2 2 15,-2-1-5-15,-3 2-5 16,-1 0 4-16,-2 1-3 16,-1 0 6-16,-2 0-1 15,2 0-2-15,1 0 4 16,-4 0-5-16,1 0 4 0,-1 0 3 15,3 0-1-15,-4 0 0 16,0 0 4-16,-1-2 0 16,-2-2-2-16,0 1 0 15,-4 0-2-15,3-1 1 16,-3 1 0-16,2-1 0 0,-1 2 1 16,0 1-2-16,1 1 2 15,-3 0-3-15,1 0 1 16,-3 1 1-16,0 5-2 15,2 1 1-15,-1 2-4 16,1 0-1-16,0 0-1 0,3 0 1 16,-1-2 4-16,2 1-1 15,3 0 2-15,0-1-1 16,-2-2 2-16,4 1-1 16,-2-2 0-16,1 0 0 0,1 1 2 15,-2-2-4-15,-2 0 2 16,6-1-1-16,-1 1 1 15,-1-3 0-15,-2 0 0 16,0 2 0-16,-4-1 1 16,-1 2-2-16,-5 1 2 15,0 2-1-15,-2 1-1 0,-1 1-3 16,0 2-12-16,-1 0-6 16,0 2 3-16,-1-4 2 15,-1-1 8-15,-1 0 9 16,0-4 2-16,0 0 5 15,0-3 3-15,0 0 7 0,2 0-5 16,2 0-3-16,-3 0 0 16,1 0-2-16,0 0-4 15,-3 0-2-15,4 0-2 16,-3 0 2-16,1 0-2 16,-2-3 4-16,3 0 5 0,-1-2-1 15,1-3 4-15,-2 1-4 16,1-3 1-16,3-1 0 15,1 1-1-15,-3 3-3 16,-3 0 5-16,0 2-7 16,0 3-2-16,-1 1 0 0,3 1-1 15,0 0 0-15,1 0 1 16,0 1 0-16,1 2 0 16,3-2-1-16,-2 2 1 15,2 0 0-15,-2-2 0 16,-1 2-1-16,3-2 2 0,0-1-2 15,1 1 2-15,-1 0-1 16,1 0-1-16,-1 1 1 16,0 1 0-16,0 1-2 15,-2-1-3-15,0-1 3 16,1 1 2-16,3-2 0 0,-2 0 0 16,1 0 1-16,1 2-1 15,0-1 0-15,0 0 0 16,3 3 0-16,1-1 0 15,4 0 0-15,2 0 0 16,2 2 0-16,6 1 1 0,-4 0-2 16,3 3 1-16,0-2 0 15,2 3 0-15,2 1-1 16,2 1 1-16,1 3 0 16,3 0 0-16,1 4-2 15,3-1-5-15,-1 5-5 16,5-1-2-16,-1 1 3 0,6 1 8 15,0-3 2-15,5 2 1 16,5-1 0-16,1 0 0 16,5-1 0-16,5 1-3 15,4 0 0-15,0 0 2 16,0-1-1-16,4 1 1 0,7-2-5 16,3 0-2-16,1-2 0 15,1-2 0-15,4 2-4 16,2-5 4-16,1-1 7 15,2 0 3-15,1-2-3 16,4 0-2-16,-1-2 3 0,0-1 0 16,3 1-2-16,1-2 5 15,0-1-1-15,3-1 0 16,0 1 1-16,6-2 3 16,1-1-3-16,5 0-1 15,-1-3-1-15,5 0 3 16,-3 0-2-16,2 0-1 0,2 0 0 15,1 0 0-15,0 0 1 16,3 0-2-16,2 0 0 16,4 0 2-16,4-4-4 15,5-3 4-15,4-1-2 0,7-2 0 16,3-1-2-16,6-3 4 16,4 0-1-16,7 2 4 15,4-5-3-15,7 4 1 16,5 1-3-16,4-5-29 15,2 0-87-15</inkml:trace>
  <inkml:trace contextRef="#ctx0" brushRef="#br0" timeOffset="80777.42">17440 7574 59 0,'0'0'25'0,"0"0"-17"0,0 0-1 0,2 0-2 16,1 0 6-16,-3 0 8 16,0 0-3-16,2 0-13 15,-1 0-4-15,1 0 0 16,4 0 1-16,-1 0-1 0,3 0 1 16,-2 1-3-16,1 1-20 15,-1-1 2-15,-2 2 17 16,-2-2 4-16,-1-1 0 15,0 0 18-15,-1 0 23 0,0 0 2 16,0 0-18-16,0 2-13 16,0-1-10-16,0 0-1 15,0 3-1-15,0 2 3 16,2 0-3-16,0 3 1 16,0-1-1-16,-1 1-1 15,2-2 2-15,0 0-2 0,0 0 1 16,1-3 4-16,-1-1-1 15,3 0-1-15,-2-3 1 16,1 0 3-16,4 0-2 16,0 0 2-16,2-6 4 15,7-8-2-15,5-6-3 0,8-8-1 16,7-5 3-16,11-8-6 16,8-9 0-16,9-2 0 15,5-9-8-15,2-5-44 16,2 2-101-16</inkml:trace>
  <inkml:trace contextRef="#ctx0" brushRef="#br0" timeOffset="86044.63">18544 3879 29 0,'0'0'10'0,"0"0"-12"0,0 0 15 0,0 0-1 0,0 0-4 15,0 0-1-15,0 0-2 16,0 0-1-16,0 0-1 16,0 0 2-16,-37 1 1 15,34-1 7-15,1 0 2 16,0-2 1-16,0-2 1 16,1 1-1-16,0 1-2 0,1-1-1 15,0-2-4-15,0 1 0 16,0 0 0-16,0 0-1 15,2-1-4-15,6 2-3 16,1 1-2-16,1 0 2 16,4 2-2-16,1 0 2 0,2 0 0 15,1 0-1-15,-1 2 0 16,0 3 0-16,0 4 0 16,-1-1 0-16,0 2 0 15,0 4-1-15,-1-1 1 16,5 3-1-16,-3 2 1 0,1 2 0 15,1 0 0-15,-2 3 0 16,0 0 0-16,-2 2 0 16,-1 1 0-16,-3 1-1 15,-2 2 1-15,-4 0-3 16,-2-1 1-16,-2 1 1 0,-1-1 2 16,0 1-1-16,0-3 0 15,0 3 0-15,-5-2-1 16,-4 2 1-16,0 2 1 15,-2 1 0-15,-5 6-1 16,0 1 1-16,-1 2 0 16,2 2 0-16,-1-1 0 0,1-1-1 15,2 2 0-15,3 0-1 16,3-1 0-16,0 4 0 16,4-1 1-16,1 2-1 15,2 0 2-15,0-4-1 16,3-1 1-16,6-4 0 0,0-1 0 15,4-3 1-15,1-1 1 16,1-2 0-16,1-1-2 16,1-3 2-16,-1-4-3 15,-2-3 1-15,2-5 0 16,-5-2 1-16,0-6 2 0,-4 0-2 16,-1-4-1-16,-4-1 1 15,-1-1-1-15,1-1 2 16,-2 0 2-16,0 0 1 15,0 0 1-15,0 0-2 16,0 0-2-16,0 0-5 0,-1 3 1 16,-3 0 5-16,-2 1-1 15,-1 2-3-15,-4 2 1 16,2 2 0-16,0 3-1 16,-2 3-1-16,2 2 1 15,4 3-1-15,0 3-1 0,2 3 0 16,-1 6 0-16,2 3 1 15,2 5 2-15,-2 4-1 16,-2 5 0-16,1 2 2 16,0 4-4-16,2 1 4 15,1 1-2-15,0 0-2 16,0 0 1-16,5-1-2 0,4 2 2 16,2-1 1-16,0 0 1 15,-1 2-2-15,1 2 1 16,-1-2 0-16,-3 5 0 15,3 3 1-15,-3 3 0 0,0 2 0 16,2 2-1-16,-1 6 0 16,0-2 0-16,-1-1 1 15,0-5-1-15,1-5 0 16,-3-4 1-16,-2-7-3 16,-1-5 3-16,-1-6 0 0,0-1-1 15,0-2 2-15,2-2 0 16,-1 0-2-16,1-1 3 15,1-1-4-15,-1-1 1 16,-3-1 1-16,0 1 0 16,0-1-1-16,-7 1 1 15,-1-1 0-15,0 0-1 0,-5 0 0 16,2-4 1-16,0-3 0 16,-1-3-1-16,0-3 0 15,0-3 1-15,0-1 1 16,-1-3 8-16,2 1-4 15,2 0-1-15,-3 0-4 0,1 0-1 16,-2 1 1-16,-3 2-1 16,-4-2-8-16,0-4-6 15,-5 0 10-15,-6-3 1 16,-2-2 3-16,-3-4 1 0,-4 0 0 16,-1 0-1-16,-1-4 3 15,2 2-1-15,-1-1-1 16,2 0-2-16,0-3-59 15,0 0-106-15</inkml:trace>
  <inkml:trace contextRef="#ctx0" brushRef="#br0" timeOffset="98562.34">11242 8182 40 0,'0'0'39'0,"0"0"-12"0,0 0 14 16,0 0-12-16,0 0-22 15,0 0-10-15,0 0 3 16,0 0 5-16,0 0-5 0,38-6 0 16,-22 6 1-16,0 0-2 15,6 0-6-15,0 0 3 16,6 3 3-16,7 0 1 16,5-2-1-16,5 1 1 0,6-2-1 15,8-2 2-15,10-7 5 16,11-7 2-16,5-3-4 15,11-1-1-15,1-5-20 16,1-7-118-16</inkml:trace>
  <inkml:trace contextRef="#ctx0" brushRef="#br0" timeOffset="101155.02">19585 5347 97 0,'1'1'-5'0,"0"-1"2"0,2 2 3 0,-1 1 1 16,0-2-1-16,-1 0 1 15,1 2-3-15,-1-3 4 0,1 1 3 16,-1 0-1-1,-1 0 4-15,0-1 4 0,0 4-4 16,0-1-3-16,0 1-4 16,0 2-1-16,0 1 1 15,0 2-1-15,0-1 0 16,0 2 1-16,0 1-1 0,0 1 0 16,0 0 0-16,0 2 0 15,0 0-3-15,0-1-18 16,0-2-40-16</inkml:trace>
  <inkml:trace contextRef="#ctx0" brushRef="#br0" timeOffset="101829.98">19633 5311 161 0,'0'0'4'16,"0"0"-4"-16,0 0 1 15,0 0-1-15,0 0-1 16,0 0 1-16,22-36 1 15,-14 31 3-15,2 1 4 16,3-2 0-16,1 1-1 0,3 0-2 16,2 2 1-16,4-1 0 15,0 3-3-15,-4-1-2 16,0 2 0-16,-5 0-1 16,-1 0 1-16,-5 7 0 15,-3-1 0-15,-2 4-1 0,-3 1 1 16,0 1-1-16,0 2 3 15,-3 0 1-15,-5-1-4 16,-4 0 0-16,-1-1 2 16,-3 1-3-16,1-3 1 15,-3-1 1-15,0-1-1 0,0-1 0 16,3-4 0-16,1 2 1 16,3-3 1-16,3-2-2 15,3 2 0-15,2-2 3 16,3 0-2-16,0 0 0 15,0 0-6-15,0 0 3 0,0 0 0 16,0 0 2-16,0 0 1 16,0 0-1-16,0 0 0 15,0 1 0-15,2 2 0 16,2 0 0-16,1 0 0 0,1 1 0 16,4 2 0-1,-3-1-1-15,5 0 2 0,0 0 2 16,2 2 3-16,-1-1-2 15,1 1-2-15,-1-2 0 16,2 1 0-16,1-3-4 16,1-1-30-16,4-2-108 0</inkml:trace>
  <inkml:trace contextRef="#ctx0" brushRef="#br0" timeOffset="102287.26">20025 5423 251 0,'0'0'-19'0,"0"0"22"0,0 0-13 0,0 0 6 0,0 0 6 16,0 0 1-16,0 0 2 15,0 0 8-15,0 0-4 16,0 0-6-16,41-14-1 15,-27 9-1-15,2 0 1 16,1 0-1-16,-3-2 1 16,-1 1-2-16,-2-1 0 0,-1 1-2 15,-2-2 1-15,-3-2 1 16,-3 4-3-16,-2-1-3 16,0 4-8-16,-4-2-3 15,-7 3-1-15,-3 2 13 16,-1 0 5-16,-2 0 0 0,0 0 1 15,0 4 1-15,3 2 2 16,0 2 3-16,5 1 0 16,1 2 0-16,5 1-4 15,1-1 3-15,2 0-3 16,0-1-1-16,2 1 0 0,7-3 1 16,3 2-1-16,7-2-1 15,0 1-5-15,4-4 4 16,4-2-51-16,0-3-71 15</inkml:trace>
  <inkml:trace contextRef="#ctx0" brushRef="#br0" timeOffset="102713.43">20491 5320 180 0,'0'0'5'0,"0"0"0"0,0 0-3 0,0 0-2 16,0 0-2-16,0 0 0 16,0 0 1-16,0 0 1 15,0 0 1-15,0 0 1 0,-18-31 3 16,12 29 6-16,2 2-3 16,-2 0-5-16,0 0-1 15,-1 0 1-15,0 7-2 16,1 2 0-16,-3 1-1 15,4 1 0-15,-1 2 1 16,3-2-1-16,2 2 0 0,1-3 0 16,0 0 2-16,4-3 2 15,3 0 0-15,3 0 0 16,0-2-1-16,2 0 2 16,0-1-2-16,-3 1 0 15,-1-1-1-15,-1 0-1 0,-4-1 0 16,-2 3 0-16,-1-2 0 15,0 2-4-15,-10-2-3 16,-4 2-2-16,-4-2-18 16,1-1-25-16,-3-2-11 15,3-1-41-15</inkml:trace>
  <inkml:trace contextRef="#ctx0" brushRef="#br0" timeOffset="102921.06">20454 5365 259 0,'0'0'2'0,"0"0"16"16,0 0-6-16,0 0-9 15,0 0-2-15,0 0-2 16,0 0 1-16,-46 12 0 16,23 3-4-16,1 2 0 0,1-1 2 15,2 1 1-15,5-4-4 16,2-1-20-16,5-6-32 15,5-2-42-15</inkml:trace>
  <inkml:trace contextRef="#ctx0" brushRef="#br0" timeOffset="103311.4">20681 5395 276 0,'0'0'-1'0,"0"0"-2"16,0 0 3-16,0 0 3 16,0 0-1-16,0 0 2 15,0 0-2-15,0 0-3 16,34-17 0-16,-25 13-2 16,1-3 2-16,2 0 3 0,-2-3-2 15,0 1 1-15,-1-1-1 16,-3 2 1-16,-1-1-1 15,-5 2 1-15,0 0 0 16,-3 4-3-16,-7 0 3 16,-4 3 0-16,-3 0-2 0,1 3 1 15,-1 6 1-15,1 2-1 16,3 3-1-16,3 2 0 16,3-2 1-16,2 0 0 15,2-1-1-15,3 1-1 16,0-3-2-16,6 0-1 0,5-3-5 15,5 2-12-15,4-6-36 16,0-1-48-16</inkml:trace>
  <inkml:trace contextRef="#ctx0" brushRef="#br0" timeOffset="103908.98">21003 5374 168 0,'0'0'3'0,"0"0"5"15,0 0 18-15,8-38-12 16,-8 31-1-16,0 2 5 0,-6 1-12 16,-2 2-1-16,-1 2-4 15,-2 0 1-15,1 0 0 16,0 5-1-16,-2 3 0 16,5 2-1-16,-2-1 0 15,5 2 0-15,-3-1-1 16,5-3 1-16,2 2 0 0,0-2-2 15,0-1-2-15,2-1-1 16,7-1 2-16,4 0 2 16,0-2 2-16,4-2 1 15,-1 0-4-15,-1 0-1 16,1-6 3-16,-5-1 1 0,0 0 0 16,0 1 0-16,-7 1 0 15,0 2 2-15,-1 0 4 16,-1 0-4-16,0 3 0 15,-2 0-3-15,1 0-2 16,1 0 0-16,-1 7 3 0,0 0 0 16,0 2-1-16,0-2 1 15,0-1-1-15,-1-1 1 16,1-3 0-16,-1 0-1 16,2-2 0-16,1 0 0 0,-2 0 5 15,5-4 4-15,1-4-5 16,3-4-2-16,0 0-1 15,5-4-1-15,1-2 1 16,-1 5-1-16,1-1 0 16,-3 2 0-16,1 4 4 15,-3 2 4-15,-3 6-3 0,0 0-4 16,1 0-1-16,-2 3 0 16,-2 7 0-16,0 1 0 15,-2 2-2-15,0 1-18 16,-1-1-21-16,0-3-53 0</inkml:trace>
  <inkml:trace contextRef="#ctx0" brushRef="#br0" timeOffset="105091.32">21408 5275 235 0,'0'0'2'0,"0"0"-5"0,0 0-2 0,-51 7 1 16,34 3 3-16,2 2 0 16,-1 2 1-16,6 0-1 0,4 1-2 15,2-4-1-15,4 1 1 16,0-4-5-16,7-2-1 16,6-3 2-16,3-3 5 15,5 0 6-15,5 0 2 16,2-6-4-16,0-5 1 0,1-1-1 15,-1-4 0-15,-3 1 1 16,-3-5-1-16,-1 2 0 16,-3-1 2-16,-5-2 5 15,-2 1 0-15,-1 1-4 16,-2 1 4-16,-5 1 0 16,0 1-2-16,-3 2-1 0,0 4 4 15,0 0-5-15,0 3 1 16,-1 2-2-16,-1 2-2 15,1 1-1-15,-1 2 0 16,-2 0-3-16,2 9 2 16,0 4-2-16,-1 4 2 0,0 2 0 15,3 4-1-15,-2 0-1 16,1 0 3-16,0-1-1 16,1 0 0-16,0-2 0 15,-1-2 1-15,1-3-1 16,0-2 0-16,0-3-1 0,0-1 1 15,0-5 0-15,0-1 0 16,0-3 0-16,0 0 1 16,0 0 2-16,0-3 2 15,5-4-8-15,1-4 5 16,2-1-2-16,0 1 0 0,3-1 0 16,-1 1 0-16,-1 1 2 15,1 2-2-15,2 2 1 16,-1 1-1-16,1 1-1 15,-3 3 2-15,1 1-1 16,0 0 0-16,-3 0 0 0,0 0 0 16,-1 7 0-16,1 0 0 15,0 1 0-15,-1 0 1 16,-1-2-1-16,-1 1 0 16,2-3 1-16,-2 0-1 15,4-4 0-15,-1 0 0 0,3 0 0 16,3 0-1-16,0 0 1 15,1-7 1-15,0-1-1 16,-1-1 1-16,-1-1 0 16,-5 0-1-16,1 3 1 15,-6-3 0-15,-1 3 0 16,-1 3 1-16,0 1 0 0,0 0-2 16,-7 2-2-16,-1 1 2 15,-4 0-1-15,-2 0-2 16,2 1 1-16,-2 5 2 15,3 2-2-15,2 1 1 16,-1 1-1-16,6 0-2 16,0 0 1-16,4-2-3 0,0 2-4 15,0-3-1-15,7 0 4 16,4-3-1-16,-2-2 4 16,5-1 3-16,3-1-2 0,0 0 3 15,1-3 6-15,3-2-4 16,-4-2 3-16,0-2-2 15,-3 1 0-15,-1 2 1 16,-3 2 2-16,-7 0 3 16,1 2-3-16,0 1-3 15,-2 1-1-15,2 0-2 0,0 0 0 16,2 0 0-16,0 0 0 16,1 0 1-16,1 0 3 15,0 0 10-15,-1 0 6 16,2-4-6-16,0-2-4 15,-4-3 4-15,3-2-1 0,-3-2-7 16,-1 0-2-16,3 0-2 16,-4-2-13-16,0-2-49 15,2-5-161-15</inkml:trace>
  <inkml:trace contextRef="#ctx0" brushRef="#br0" timeOffset="105505.44">22757 4782 165 0,'-12'11'-3'0,"-3"-1"4"0,1 3 1 0,-5 2-1 16,-2 8 4-16,-2 3 1 15,-4 5 12-15,-2 7 5 16,-1 5-4-16,-1 5-6 16,0 3-5-16,-2 6 1 0,1 1-5 15,-5 3-1-15,-2 3-1 16,-4-1-2-16,-4 1 0 16,-2-5-9-16,0-10-86 15</inkml:trace>
  <inkml:trace contextRef="#ctx0" brushRef="#br0" timeOffset="106449.81">19694 5867 178 0,'0'0'0'0,"0"0"-1"0,37 0 3 16,-19 0 1-16,7 0-3 15,1 0 1-15,4 0-1 16,7 1 0-16,1-1 0 0,8 0 0 16,7 0 0-16,3 0 0 15,11 0-4-15,5-6 8 16,12 1-2-16,10-2 1 15,9 0 0-15,11-1-2 16,7 0 0-16,6-1 1 16,4 1-2-16,5-3 1 0,4 0-1 15,0-4 2-15,3-1 26 16,1 0 2-16,2-2-9 16,-4 1-7-16,1 0-7 15,-5-1 1-15,1 1-4 16,-8 1-2-16,-5-1-1 0,-5 3-1 15,-7 1-3-15,-11 3-10 16,-10 3-15-16,-16 0-36 16,-15-2-77-16</inkml:trace>
  <inkml:trace contextRef="#ctx0" brushRef="#br0" timeOffset="109327.92">21203 5870 104 0,'0'0'0'0,"0"0"12"0,0 0 12 0,0-2-13 15,0-1-1-15,0-1-3 16,0 3-3-16,0-2-3 15,0 1 1-15,0 1 0 16,0-1-1-16,0 2 1 0,1-2 0 16,2 2-5-16,3 0 3 15,-1 0 0-15,5 0 1 16,1 0 1-16,2 0 4 16,4 4 2-16,-1 0 2 15,5 3-2-15,0 2-1 0,-3 5-3 16,2 0-1-16,-3 4-2 15,0 1 1-15,-2 5 1 16,-1 2-2-16,-2 2 1 16,1 0-2-16,-3 1 0 15,-2-1-1-15,0-1 2 0,-3-1-1 16,-3-3 0-16,0-2 0 16,-2-2 2-16,0-2 2 15,0-2 1-15,0-1-2 16,0-4-1-16,0 2-1 15,0-4 0-15,0 2 0 16,-2-1 0-16,0-1-20 0,0-1-34 16,0-4-22-16</inkml:trace>
  <inkml:trace contextRef="#ctx0" brushRef="#br0" timeOffset="109675.7">21405 6313 168 0,'0'0'7'0,"0"0"9"0,0 0-18 0,0 0 4 15,0 0 0-15,0 0 4 16,0 0-2-16,0 0-1 0,0 0 4 16,36 7 2-16,-26-6-7 15,2 2-1-15,-1 0 0 16,-2-2-1-16,2 2-11 15,0-3-32-15,-1 0-29 16</inkml:trace>
  <inkml:trace contextRef="#ctx0" brushRef="#br0" timeOffset="109811.4">21555 6281 153 0,'0'0'39'15,"0"0"9"-15,0 0-19 0,0 0-17 16,0 0-12-16,0 0-5 15,0 0-3-15,0 0-18 16,-9 51-46-16</inkml:trace>
  <inkml:trace contextRef="#ctx0" brushRef="#br0" timeOffset="110437.72">21207 6723 172 0,'0'0'7'0,"0"0"12"15,0 0-6-15,0 0 1 0,0 0-2 16,0 0-15-16,0 0-4 16,0 0 11-16,0 0-3 15,0 30 3-15,4-12-2 16,0 2-1-16,1 2 0 16,1-1 0-16,-3-1-1 0,2-2 0 15,-1-1 0-15,0 0 1 16,-4-3-2-16,2 1 2 15,-2-4-3-15,0 2 2 16,0-4 0-16,0 2 0 16,0-4 2-16,0-3-1 0,0 0-1 15,0-1 1-15,0-3-2 16,0 0-3-16,1 0 2 16,0 0 4-16,0 0 4 15,2 0 0-15,-2 0-4 16,1-1-2-16,0-2-4 0,0 0-16 15,-2 3-26-15,0-4-16 16,0 2-57-16</inkml:trace>
  <inkml:trace contextRef="#ctx0" brushRef="#br0" timeOffset="110729.05">21441 6723 224 0,'0'0'5'0,"0"0"21"0,0 0-20 0,0 0-8 15,0 0 2-15,-4 38 0 16,4-19-1-16,0 2 1 0,2-1 0 15,2 0 0-15,1 0 1 16,-3-3 1-16,-2-2-1 16,1-2-1-16,-1-1-4 15,0-3-23-15,-1-1-27 0,-7-5-26 16</inkml:trace>
  <inkml:trace contextRef="#ctx0" brushRef="#br0" timeOffset="111156.35">21296 6898 254 0,'0'0'-10'15,"0"0"14"-15,0 0-1 16,0 0 1-16,38-30-2 16,-19 26-1-16,1-1 0 15,3 2 1-15,-2-1-2 0,2 1 1 16,1-1-1-16,0 1 0 15,-1 1 0-15,-1 0 2 16,2-4-4-16,-2 2-1 16,-4 0 1-16,-2 0 1 15,-3 1 1-15,-5 1 0 16,-2 1 0-16,-4 1-1 0,-2 0-15 16,0 3-13-16,-6 2 38 15,-4 5-7-15,-3 0-2 16,2 2 1-16,-2-1 3 15,2 0 5-15,4 1-2 16,0-2-2-16,5-2-3 0,2-1 1 16,0 0-1-16,0-2 2 15,6-2 2-15,4-1-1 16,3 1 0-16,1-3-2 16,1 0-1-16,3 0-10 0,-1-4-21 15,-2-4-24-15,-1-2-3 16,-2-3 1-16</inkml:trace>
  <inkml:trace contextRef="#ctx0" brushRef="#br0" timeOffset="111298.32">21698 6659 214 0,'0'0'2'0,"0"0"5"0,0 0-2 0,0 0-7 15,0 0-69-15,0 0 12 0</inkml:trace>
  <inkml:trace contextRef="#ctx0" brushRef="#br0" timeOffset="111833.45">21957 6763 175 0,'0'0'26'15,"0"0"-18"-15,0 0 0 16,0 0-4-16,0 0-1 16,0 0 4-16,0 0-3 0,19-7 0 15,-33 7 0-15,0 0-2 16,-3 4 2-16,1 3-1 16,0 3 2-16,5 1-1 15,-3-1-4-15,6 2 1 16,3-1-1-16,5 0-4 15,0-1 3-15,0-1-1 0,0-3-3 16,5-2 0-16,5-1 7 16,4-3 3-16,1 0 2 15,4 0-5-15,2-5 1 16,-2-2-3-16,3-4-3 16,-5-2-4-16,-2 0 6 0,-1-1 1 15,-3-3 1-15,-1-3 1 16,-4-1-1-16,0 0 1 15,-2 1 0-15,-4 1-2 16,0 2 3-16,0 3-3 16,0 4 0-16,-8 4 7 0,3 4-4 15,-2 1-3-15,2 1 6 16,1 0-6-16,0 8-1 16,2 3 0-16,1 3-1 15,1 3 1-15,0 2 0 16,0 1 1-16,3 0 0 0,3-1 0 15,0 1 0-15,2-3-8 16,1-1-18-16,0-3-13 16,-1-5-32-16,4-3-33 15</inkml:trace>
  <inkml:trace contextRef="#ctx0" brushRef="#br0" timeOffset="112252.91">22184 6811 268 0,'0'0'8'0,"0"0"-5"0,0 0 0 0,0 0-1 16,0 0 2-16,0 0 0 15,40-26-1-15,-30 21-1 16,-1-1-2-16,2 2 0 16,-2-2 1-16,0-1-1 15,2 0 1-15,-2-1 1 16,0-1-2-16,-2-1 1 0,2 1 0 15,-4 1 0-15,-1 2 0 16,-2-1 0-16,-2 0 1 16,0 6-3-16,0-1-9 15,-6 2 6-15,-1 0-3 0,-5 2 12 16,0 5-5-16,-3 3 0 16,1 1 0-16,1-1 0 15,2 5 0-15,1-2 0 16,4 0 0-16,3 0-1 15,-1-2-1-15,4 2 3 16,0-4-2-16,0-1 1 0,7-2 0 16,3 0 3-16,3-1 0 15,3-2 0-15,4-1 1 16,2-2-4-16,3 0-16 16,-1 0-63-16,0-6-45 15</inkml:trace>
  <inkml:trace contextRef="#ctx0" brushRef="#br0" timeOffset="113063.92">22570 6561 154 0,'0'0'-8'0,"0"0"14"0,0 0 0 0,0 0-5 0,-47-41 0 16,34 31-1-16,0-1 0 16,-2 1-1-16,-3-2-3 15,1 2 2-15,-2-1 2 16,-1 1 0-16,-4 2 1 16,-3-1-1-16,-6 3-1 0,-2 1 1 15,-3 3 0-15,-5-1-3 16,0 2-2-16,-4 0 4 15,1 1 1-15,-6 0 0 16,0 0 0-16,-1 2 0 16,-5 3 1-16,-1 2 3 0,0 1 5 15,-2 2-2-15,-1 3-2 16,-2 1 1-16,0 2 0 16,-1 2 1-16,1 1 3 15,5 1 6-15,3 4 0 16,1 0-8-16,6 6-4 15,4 2-3-15,5 3 0 0,8 2-1 16,3 2 2-16,8 1-1 16,7 0 0-16,3 0 1 15,7-2 0-15,4 2 1 16,0-1-1-16,11-2-2 16,7 0 3-16,8 0 0 0,7-3 3 15,11 0 1-15,7-2-2 16,8-4-2-16,4-4 1 15,6-2-2-15,5-5 0 16,-3-3 0-16,-1-6 0 16,2-2 4-16,3-5 3 0,2-1 4 15,1-3 3-15,4-6 3 16,4-4-10-16,0-3-4 16,1 0 1-16,-2-2-3 15,-9-3-2-15,0 0-1 16,-7-4 2-16,-8-2-1 15,-4-1 1-15,-3-3 0 0,-6-3-1 16,-4-1 1-16,-5 0 1 16,-5-2-2-16,-6-1 0 15,-5 1-1-15,-8-3 2 16,-5 0-1-16,-10-1 0 0,-2 1-1 16,-13 2-3-16,-10 1 5 15,-10 2 3-15,-6 0-6 16,-8 3 1-16,-5 3-2 15,-9 4-3-15,-5 6-16 16,-6 5-27-16,-6 4-33 0</inkml:trace>
  <inkml:trace contextRef="#ctx0" brushRef="#br0" timeOffset="132038.01">19676 5918 101 0,'-3'0'41'0,"-3"0"-34"0,2 0-1 0,0-2-2 15,2 1-4-15,-4-2 0 16,3 0 0-16,-3-1 0 15,0 1 0-15,1-3 1 16,-3 1 1-16,4-2 9 16,-4 0 4-16,1 0-5 0,-4-1-5 15,2 1-4-15,0 0-1 16,-1 0-2-16,0-3-1 16,1-1 2-16,1-5-4 15,-2 0 3-15,3-5 2 16,-1-3 1-16,3-3 2 15,-4-3 4-15,4 2 9 0,-1-3-3 16,2 2-1-16,1 1-8 16,-1-1-2-16,1 5-2 15,3 0-1-15,0 1 1 16,0-1-1-16,0 0-4 16,5 0 3-16,-1-3 0 0,2 1 0 15,2-2 1-15,3 2 0 16,-2-1 1-16,2 2 0 15,2 2-2-15,1-1 2 16,3 4-1-16,3 0 1 0,3 0 0 16,0-1-4-16,4 5-1 15,1-2 2-15,-1 0 1 16,0 1-1-16,2 2-1 16,1-2 6-16,0 4-5 15,3-2 2-15,3 5 2 0,1-1-1 16,3 2-1-16,4-4-5 15,4 5 8-15,3-5 4 16,2 4-2-16,5-2-2 16,4 1 7-16,3 1-6 15,3-2 1-15,1 1 0 0,2 2-1 16,1-2 0-16,4 0-2 16,-3 1 0-16,6 1 0 15,1-1-1-15,7 2 2 16,5-1-2-16,4-1-6 15,5 1-11-15,2-1 2 16,2 1 5-16,2 0 7 0,-4-1 2 16,1 1 1-16,-4 1 1 15,-3 0 3-15,-2 2 5 16,-4 0-1-16,-5 2-2 16,-5 2-3-16,-5 1-1 15,-2 0-1-15,-7 0 1 0,-2 4-2 16,-4 3 0-16,-8 0 0 15,-2 3 1-15,-6 0-2 16,-2 3 1-16,-3 0 1 16,-4 1-1-16,-1 4 0 0,1 1-1 15,-1 1 1-15,-2 3 0 16,2 2-2-16,-3-1 2 16,1 2 0-16,-2 2-1 15,-2-2 0-15,0 2 1 16,-3-1 0-16,0 0 1 15,-2 0-1-15,-3 0 0 16,-4-2 0-16,-3 1 0 0,-5 0 1 16,-7-1-2-16,-2 0 1 15,-4 0-1-15,-12-2-4 16,-10 1 7-16,-9 0 0 16,-8-1-1-16,-9 0-1 15,-10 1 1-15,-9 0 0 0,-9 2-3 16,-13 3-27-16,-9-2-41 15</inkml:trace>
  <inkml:trace contextRef="#ctx0" brushRef="#br0" timeOffset="133632.92">21086 5841 46 0,'4'0'-34'0</inkml:trace>
  <inkml:trace contextRef="#ctx0" brushRef="#br0" timeOffset="134101.09">21086 5841 90 0,'0'0'9'0,"0"0"21"16,21-10-2-16,-21 7-20 15,0 3-8-15,0 0 0 16,3 0-4-16,0 0-4 16,3-1 6-16,-1 1 5 0,3-3-3 15,4 2 0-15,-2 1 3 16,6-2-2-16,2 2 0 15,2 0-1-15,4 0 0 16,1 0 0-16,0 3 0 16,-2 1 0-16,0 3 0 15,-4-2-1-15,-1 0 1 0,-3 4 2 16,-1-2-1-16,-3 3-1 16,-2 1 0-16,0 3 1 15,-4 1-1-15,3 0 0 16,-5 4 0-16,2-1 0 0,1 3 0 15,-2 0 0-15,3 1 1 16,-2 1 1-16,3-2-2 16,-2-1 0-16,2-2 2 15,-1 0-2-15,-1-3 1 16,-1-2 1-16,1 0-2 16,-1 2 1-16,-3-3-1 0,0-2 0 15,-1 3 0-15,1-2 0 16,-2 1 1-16,0 0-1 15,1 0 0-15,-1 0 0 16,1-1 1-16,0-2-1 16,2 1-1-16,-3 0-5 0,2-4-19 15,-2-1-5-15,0-2-32 16</inkml:trace>
  <inkml:trace contextRef="#ctx0" brushRef="#br0" timeOffset="134762.18">21367 6325 57 0,'0'0'7'0,"0"0"0"0,0 0-8 0,0 0-2 16,0 0 3-16,0 0 4 16,0 0 7-16,0 0 6 0,0 0 3 15,0 0-3-15,0 0-9 16,0 0-6-16,0 0-1 15,41 31 0-15,-31-26 0 16,0-1-2-16,0-2 1 16,2-2-2-16,-1 0 6 0,2 0 17 15,-2-8 1-15,1-6-7 16,2 0-2-16,-1-6-9 16,-1-3-5-16,1-5-40 15,-3-2-142-15</inkml:trace>
  <inkml:trace contextRef="#ctx0" brushRef="#br0" timeOffset="139236.04">11395 8133 11 0,'0'0'81'0,"0"0"-76"0,0 0 9 0,-36 0 2 16,30 0-8-16,3-1-3 15,-3-2 0-15,3 2 0 0,2-1 5 16,-1 1-3-16,2-2-3 15,0 3-3-15,0 0-1 16,0 0-15-16,0 0-2 16,0 0 12-16,2 0 5 15,6 2-2-15,1-1-7 0,4-1 5 16,5 0 6-16,2 0 4 16,2 0 1-16,2-3-2 15,6 3 1-15,-3-2-4 16,2 2-1-16,4 0 0 15,-5 0 0-15,2 2 0 0,2 3-1 16,1 0 0-16,-1-2 0 16,1-2 0-16,1 1 0 15,3-1 0-15,0-1 2 16,-2 3 3-16,-1 0-2 16,0 0 0-16,1 0-2 15,-2-1 0-15,3 1 2 0,0 0 1 16,4-3-1-16,0 0 2 15,-2 0-1-15,3 0-1 16,-4 0 0-16,2 0 1 16,-1-6 0-16,3 2-1 15,0-3 0-15,0 0 0 0,3 1-2 16,3 1 0-16,-4 0-1 16,1 1 1-16,-2 2-1 15,-1 2 0-15,-3 0 0 16,-1 0 0-16,0 0 2 15,1 6 0-15,-2 0-1 0,1-2 0 16,2-1 0-16,1-2 3 16,0-1 0-16,2 0 0 15,3 0-1-15,4-7 1 16,3-1-1-16,4-2 0 16,-2 3 0-16,3 1 0 0,-1 3-2 15,0 3 2-15,0 0-10 16,0 0-12-16,-1 5 6 15,-1 2 4-15,0 0 2 16,0-3 4-16,-4 0 2 16,3-4 1-16,1 0 0 0,-2 0 0 15,0-4 3-15,0-3 2 16,1 0 1-16,-1 2-3 16,3 1-1-16,-1 2-1 15,0 1 2-15,-3 1-2 16,-1 0 2-16,0 0-2 15,-4 5-1-15,5 0 1 0,0-1-1 16,0 1 0-16,3-1 0 16,1-1 0-16,2 1-2 15,3-1-14-15,0-3-16 16,3 0-23-16,0 0-53 16</inkml:trace>
  <inkml:trace contextRef="#ctx0" brushRef="#br0" timeOffset="140831.01">9137 7743 107 0,'0'-12'-17'0,"0"0"27"0,0 0 11 0,0 2 3 16,0-1-10-16,-4 5-5 16,-5 1-4-16,2 2 5 15,-2 1-8-15,-1 1-3 16,2 1-1-16,-1 0 8 0,-1 0-3 16,0 0-2-16,1 0 0 15,-2 0-2-15,-3 1 1 16,-3 7-2-16,-3 3-4 15,-3 3-12-15,-4 0 6 16,-6 5 6-16,1 1 4 0,-4 1 1 16,1-1 2-16,0 2-1 15,3 1 1-15,1 0 0 16,0 4 0-16,6-3-1 16,0 3 1-16,1 1-1 15,4 1 0-15,0-2 1 0,6 3 0 16,0-1 1-16,6 0 1 15,4 2-2-15,4-1-1 16,1 1-1-16,10-2 1 16,3-1 0-16,3-4 0 15,4-1-2-15,2-5-1 0,1-5-1 16,4-2 6-16,4-2 0 16,4-5 0-16,3-1 4 15,6-2-1-15,5 0-5 16,2 0 1-16,5-1-1 15,3 0 1-15,7 0-2 16,1 0 2-16,6 0-1 0,2 0 0 16,6 0 0-16,2 0 0 15,2 0 0-15,4 0 3 16,6-8 0-16,0-2 2 16,5 1 5-16,6-4 0 15,2 0-4-15,6-2-1 0,7-1-3 16,2 2 1-16,9-6-2 15,2 6 1-15,-2-2-1 16,3 5-14-16,1 2-21 16,-7 2-18-16,-7 2-50 15</inkml:trace>
  <inkml:trace contextRef="#ctx0" brushRef="#br0" timeOffset="141862.62">11962 8281 9 0,'36'1'52'0,"-3"0"-47"0,4 0 11 15,2 0 1-15,4-1-9 16,2 2-4-16,6-2-2 0,0 0-11 15,5 0 17-15,0 0-6 16,-2 0-2-16,4 0 2 16,-3 0-3-16,-1 0 1 15,0 0 0-15,-2 0 0 16,3 0 0-16,-2 0 0 0,4-2 2 16,1-2 9-16,2 0 1 15,3-2-7-15,1 3-2 16,5-1-2-16,2-1-2 15,0 2 2-15,2-2 0 16,4-1-1-16,-3 1 1 0,2-2-1 16,-1 0 1-16,-1 0-1 15,4 1 2-15,-6 2-1 16,2 1 1-16,-5 1-2 16,0 2 0-16,-2 0 0 15,1 0 0-15,-2 0 0 0,0-4 0 16,2 0 1-16,3-2 16 15,4-2 4-15,2-2-9 16,2-2-5-16,-1 5-5 16,2 0-1-16,0 3-2 15,-5 4-11-15,-4 0 5 0,-1 0 2 16,-5 3 4-16,-5 2 1 16,-4 1 1-16,2-3 4 15,-1 1-2-15,0 0 0 16,1-4 2-16,0 0-1 15,5 0-1-15,-1-8-1 0,5-1-1 16,1-2 3 0,5-3-4-16,3 0 1 0,-1-1-1 15,2 1 2-15,0-1-5 16,-2-1-32-16,-3 0-45 16</inkml:trace>
  <inkml:trace contextRef="#ctx0" brushRef="#br0" timeOffset="144531.85">9106 7764 76 0,'0'-3'-2'0,"0"-1"6"0,0 0 4 0,0 0 1 16,0-1-4-16,4 1 1 16,-1-2 0-16,3 1-2 15,1 0 0-15,2-2 0 16,0 2-2-16,1 0-2 0,3-1 1 15,1 1-1-15,2 1 0 16,2-2-3-16,2 3-2 16,1 0 0-16,-1 0 4 15,4-2 1-15,-1 0-1 16,-1 0 1-16,2-1 1 0,1-1 3 16,0 1 4-16,1-1-1 15,4 2-3-15,1-1-2 16,2 2-2-16,3-2 1 15,2 4 0-15,-3 0-1 16,2 2 1-16,-3 0-1 16,1 0 0-16,-4 0 0 0,-4 1 0 15,2 2 0-15,1-2 0 16,1 2 0-16,2-3 0 16,1 0 0-16,2 0-1 15,3 0 2-15,2 0 0 16,-1-4-1-16,0 1 2 0,1 2-2 15,-1-1 0-15,0 1 1 16,-2 1-1-16,3 0 1 16,-2 0-1-16,-1 0 1 15,0 0-1-15,3 0 0 0,-1 0 0 16,2 0 0-16,3 0 0 16,-3 0 0-16,3-4 0 15,-2-1 0-15,1 1 0 16,-1-1 0-16,-1 0 0 15,-1 1 1-15,1 1-1 16,0 0 0-16,3 0 0 0,-3 1 0 16,2 0 0-16,-1-1 0 15,2-1 1-15,0 1-1 16,0 1 0-16,4-1 0 16,-3 2 0-16,4 0 0 15,-3 1-1-15,2 0-1 0,-1 0 1 16,2 0 1-16,0 0 0 15,0 0 0-15,0 0 0 16,-1 0 0-16,3 0 0 16,-5-4 0-16,4 2 0 15,2-2 0-15,1-1 0 0,3 0 0 16,2-1 0-16,0 2 0 16,1-1 0-16,-2 2 0 15,-1 0 0-15,0 0 0 16,-1 0 0-16,0 0 0 15,2-1 0-15,0-2 0 16,3 1 1-16,1 1-1 0,5-1 1 16,2-1 1-16,2 1 0 15,4-2-1-15,0 1 2 16,-1 0 0-16,2 2-2 16,-4-3 0-16,0 3-1 0,-1-1 0 15,-1-2 1-15,-4 2 3 16,2-1 2-16,-1 1 0 15,0 0-3-15,0 2 1 16,2-1-2-16,0 3-1 16,0-2 0-16,3 0-1 0,4-1 1 15,-4-1-1-15,6 1 0 16,-5-1 0-16,0-1 1 16,-3 1-1-16,-3 0 0 15,-1-1 1-15,-2 2 0 16,-2-1-1-16,3 2 1 15,0 1-2-15,2-1 2 0,3 0-1 16,3 2 0-16,2-2 0 16,2-1 0-16,-2 0 0 15,0-2 0-15,-3 1 0 16,1-1 0-16,1 0-1 16,0-1 2-16,2 2 4 15,3-2-5-15,3 3 1 0,0 1-2 16,-1-1 2-16,-1 3-1 15,1-1 1-15,-3 2-1 16,-2 0-1-16,0 0 2 16,-2 0-1-16,-1 0 0 0,1 0 0 15,-2 3 0-15,-2 1 0 16,0 2 1-16,0-1-2 16,-3 1 1-16,0 1 0 15,-6 2 0-15,-4-2 1 16,-3 3-2-16,-6 0 1 0,-6-1 1 15,-1 2-2-15,-4 1 2 16,-3-1-1-16,-1 1 1 16,-2 1-2-16,-4 3 1 15,-4 0-1-15,-4 0-6 16,-5 3-1-16,-7 2 0 0,-3 3 2 16,-4 2-7-16,0 2 7 15,-6 5 7-15,-5 1 0 16,-3 3 0-16,-2 1-1 15,-2 0-1-15,-6 1 0 16,0-1 0-16,-4 0 0 0,-4-2-3 16,-5-1-3-16,-3-3 6 15,-4-2 1-15,-6-5 1 16,-7 0 4-16,-5 0 0 16,-7-2-1-16,-11 1-3 15,-7 3-1-15,-10 0-4 0,-9 1-21 16,-9 1-19-16</inkml:trace>
  <inkml:trace contextRef="#ctx0" brushRef="#br0" timeOffset="184485.17">4113 10282 25 0,'0'0'19'0,"0"-1"-9"0,0 1 2 0,2 0-7 0,-2-2-4 15,0 2-1-15,2-1 0 16,-2 1 0-16,0 0 1 15,0 0 7-15,0 0 3 16,0 0-1-16,0 0 1 16,0 0-1-16,0-3-4 0,0 3 2 15,0 0-6-15,0 0-1 16,0 0-3-16,0-1 1 16,1 1 2-16,3-1-1 15,-2 0 0-15,0 1 1 16,2 0-1-16,-2 0 2 0,3 0-1 15,-2 0 1-15,1 0-1 16,-3 0 0-16,1 0-1 16,0 0 1-16,0 0-1 15,-2 0 1-15,2 0 0 16,-2 0-1-16,2 0 2 0,-2 0-1 16,2 0 2-16,-1 0 0 15,3 0-1-15,-2 0 0 16,5 0-2-16,-2 0 1 15,3 0 1-15,-1 0-4 16,1 0 5-16,2-3-2 16,-1 1 0-16,-3 0 1 0,2-1-2 15,-2 1 1-15,1 0 1 16,-1 2-2-16,-2-1 1 16,4 1-1-16,-2 0 1 15,3 0 0-15,-2-2-1 16,4 2 0-16,-2 0 1 0,0 0-2 15,1-1 1-15,0-1 1 16,-1 1-1-16,0 1-1 16,4-1 2-16,0-1-1 15,-1 1 0-15,1-2 0 16,1 1 0-16,-3 0 0 0,0 0 0 16,1 1 0-16,-2-1 0 15,-1 2-1-15,1 0 2 16,-2-1-1-16,-1 0-1 15,0-1 2-15,2 2-1 0,-1 0 0 16,3 0 0-16,1 0 0 16,-1-1 0-16,0-1-1 15,3 2 2-15,1 0-1 16,-1-3 0-16,1 1 0 16,3 0 0-16,-2-2 0 0,2 0 0 15,-1-1-1-15,2 2 1 16,1-2 0-16,-3-1 0 15,4 1 0-15,-1 0 0 16,-3 1-1-16,2 0 1 16,-2 1 0-16,1 0 1 15,-2 0-1-15,2 2 0 0,0-2 0 16,-3 3 0-16,2-1 0 16,0 0-1-16,1 0 1 15,-1-1 0-15,0 1 0 16,3 1 0-16,-3-1 1 15,1 1-2-15,-2 0 1 0,2 0 1 16,-1 0-1-16,0 0 0 16,-1 0 0-16,3 0 0 15,-3 0 0-15,-1 0 0 16,4 0 0-16,-2 0 0 16,3 0 0-16,-3 0-1 0,6 0 1 15,-3 0 0-15,3 0 0 16,-1 0-2-16,3 0 1 15,-3 0 0-15,0 0 2 16,3-2 0-16,-2 2 2 16,1 0 0-16,1 0-2 0,1 0 1 15,-2 0-2-15,2 0 1 16,2 0-1-16,-1 2 0 16,2-2 0-16,1 0 0 15,1 0 0-15,-2 0-1 16,2 0-2-16,-1 0 4 0,1 0 2 15,0 0-3-15,-2 0 1 16,0 0 0-16,0 0-1 16,-1 0 0-16,0 0 2 15,3 0 0-15,-2 0 1 16,2 0 0-16,0 0 0 16,3 0-2-16,0 0-1 0,0 0 1 15,-1 1 0-15,3 2 0 16,-3 0 0-16,-1 1-1 15,1-2 1-15,0 0-1 16,-2-2 0-16,1 0 0 16,-1 0 1-16,0 0-1 0,-2 0 0 15,0 0 0-15,1 2 0 16,-3-1 0-16,2 1 3 16,2 0 0-16,0 0 0 15,3 1-1-15,1-2-1 16,3 2-1-16,3 0 1 0,-3-3-1 15,0 0 1-15,-1 0-1 16,0 0 2-16,-3-3-2 16,-1-4 0-16,-2 0 1 15,0 1-1-15,-4 0-11 16,-7 2-34-16,-6 0-59 0</inkml:trace>
  <inkml:trace contextRef="#ctx0" brushRef="#br0" timeOffset="186543.29">4113 11136 58 0,'-4'0'3'0,"-2"0"13"0,4 0-4 0,0 0 0 0,0 0-2 15,2 0-1-15,0 0-4 16,0-4-3-16,0-2-2 16,0 3-2-16,0-4 10 15,0 1-7-15,0 3 1 16,2-1-2-16,0 0 0 0,0 1 1 16,1 0-1-16,2 0-1 15,-1 1 2-15,3-3-3 16,-3 1 0-16,3 1 1 15,2-1 1-15,0-2 1 16,2 2-1-16,0 0 2 0,0 1 1 16,0-1-2-16,1 2 1 15,1-1-2-15,-1 3 0 16,1-3 1-16,2 1-1 16,1 0-1-16,-1 0 1 15,1 0 1-15,-1 1 1 0,4-1 1 16,-1-1 2-16,-1 3 0 15,4-3-1-15,-1 2 0 16,2-1-4-16,0 1 1 16,1 1-1-16,-1 0 1 15,0 0 0-15,1 0-1 0,-1 0 2 16,2 0-2-16,1 0 0 16,-2 0 0-16,4-1 1 15,-4-1-2-15,4 0 2 16,-2-1-1-16,2 0 1 15,-2 0 2-15,-3 0 2 0,0 3-2 16,1-1-1-16,-1 1-1 16,-1 0-1-16,-1 0 1 15,4 0 0-15,-1 0-1 16,-2 4 1-16,2 0-1 16,0-1 0-16,-1 0 1 15,0 0-1-15,-1-3 0 0,3 0 0 16,-4 0 0-16,4 0 0 15,-1 0 0-15,0-6 0 16,0 2 0-16,0-2 0 16,4 0 0-16,-2 1 1 15,2 2-2-15,0-3 2 0,2 4-1 16,-1-1 0-16,1 1 0 16,3-1 0-16,2-1 0 15,-1 1 0-15,3 0 0 16,-3 2 0-16,3-3 0 15,-3 2 0-15,1-1 0 0,-3 2 0 16,2-2 0-16,-1 2 0 16,-1-1-1-16,2 0 1 15,-5 0 0-15,3 1 2 16,-2-1-2-16,0 2 1 16,0 0-1-16,-2 0 2 15,2 0-2-15,2 0 0 0,-1 2 1 16,5 2-1-16,-2-1 0 15,1 1 0-15,-1 2 0 16,1 1-1-16,0 0 1 16,-6 0-2-16,1 0 2 0,-1 1 2 15,1-2-4-15,2 0 2 16,-2 1 0-16,0-4 0 16,2 0 2-16,1-1-2 15,3-2 1-15,-4 0-2 16,1 0 2-16,1 0-1 15,-2 0 2-15,-3 0-1 0,2 0 4 16,2 0 5-16,-1 0-1 16,1 0-4-16,4 3 1 15,0 2-4-15,-1 0-1 16,1 1 1-16,-1 0-2 16,-5-1 1-16,3 0-1 0,-4 1 1 15,0-1-1-15,-4-1-4 16,0-1-25-16,-8-3-26 15,-7 0-63-15</inkml:trace>
  <inkml:trace contextRef="#ctx0" brushRef="#br0" timeOffset="192673.66">2727 9828 84 0,'0'0'2'0,"0"0"-1"0,-2 0 0 0,2 0-2 16,0 0 1-16,-2 0 0 15,-1 1 0-15,1-1 0 16,-1 0 1-16,2 3 0 0,0-2 1 16,-1 2-1-16,0 0 1 15,2 2-4-15,0-1 2 16,0-1-1-16,0 1 0 16,4-1 0-16,3 0 0 0,-2-1 1 15,2 1 0-15,-1 0 0 16,-2 0 0-16,3-2 2 15,0 2 0-15,0 0-2 16,1-2 2-16,1-1 1 16,3 0 2-16,1 0 0 15,5-7 5-15,2-5 2 0,5-6 1 16,6-6 6-16,8-5-9 16,1-6-2-16,10-7-1 15,6-2-3-15,9-6-3 16,7-7 1-16,6-5-2 15,5-8-32-15,2-7-119 0</inkml:trace>
  <inkml:trace contextRef="#ctx0" brushRef="#br0" timeOffset="193740.34">2780 10904 9 0,'-4'-1'3'0,"2"-2"-1"0,-3 0 6 0,3 0-1 16,-2 2 1-16,2-2-4 16,0 0-1-16,0 0-2 0,1 2-2 15,1-2-3-15,-2-1-2 16,2 3-3-16,0-1-16 16</inkml:trace>
  <inkml:trace contextRef="#ctx0" brushRef="#br0" timeOffset="194082.63">2780 10904 25 0,'-29'-47'15'0,"29"45"-2"16,0-1-4-16,0 1-5 16,0-2-4-16,0 4 0 15,0-3 0-15,0 2 1 16,0-1 1-16,0 1 12 16,0 1-2-16,0-1 2 0,0-1 5 15,0 2-3-15,0 0-7 16,0 0-5-16,0 0-11 15,0 0 5-15,0 0 1 16,5 3 0-16,0 4 1 16,-1-3-1-16,1 2 1 0,1 0-1 15,-2-1 1-15,4 1-2 16,-4-3 4-16,2 0 1 16,1-2 3-16,3 2 4 15,-1-3 7-15,5 0 8 16,5-13-2-16,6-4-1 0,8-8-8 15,9-9-2-15,12-9-6 16,13-12-3-16,14-12 0 16,8-9-9-16,7-14-84 15</inkml:trace>
  <inkml:trace contextRef="#ctx0" brushRef="#br0" timeOffset="195506.12">2680 11605 90 0,'0'0'5'0,"0"0"-5"0,2 0-1 0,-2-2-6 0,0 1 4 16,2-1-8-16,-2 2 2 15,0 0-4-15,0 0 15 16,0 0 6-16,0 4 3 16,0 6-2-16,2 0-1 15,4 5-2-15,-2 3-2 16,1-2-4-16,5-1 1 0,-1-2 1 15,5-3-5-15,-1-4 13 16,7-6 6-16,3 0 5 16,8-16 20-16,9-14-18 15,10-11 4-15,14-13-13 16,18-17-9-16,15-11-2 0,13-11 2 16,10-12-24-16,3-10-99 15</inkml:trace>
  <inkml:trace contextRef="#ctx0" brushRef="#br0" timeOffset="199558.15">8022 10292 44 0,'-2'-3'29'0,"-3"-1"15"0,3 3-17 0,0-1-14 16,2 1-9-16,0 1-7 15,0 0-21-15,0 0 5 0,0-2 21 16,1 2-6-16,2 0 3 16,2 0 0-16,-3 0 0 15,1 0 3-15,3 0 1 16,-2 0 2-16,2 0-1 16,4 0-1-16,1 0-1 0,2 0-1 15,3 0 1-15,0 0-1 16,1 0 0-16,2 0 0 15,-2 0-1-15,0-1 1 16,0-2-1-16,1-1-2 16,0-2 2-16,4-1 5 15,-1 0 0-15,3-2-3 0,-2-2 1 16,5 4-2-16,-2-3 1 16,1 3-1-16,2 0-1 15,-2 1 1-15,0 2 0 16,-1 1 1-16,0 0-2 15,-5 0-2-15,0 0 2 0,0 1 0 16,-4 0 3-16,2-1 1 16,-2 3 0-16,1-1-2 15,0 1 0-15,2 0-1 16,-1 0 0-16,-3 1 0 16,2 2 0-16,0 1-1 0,1-1 1 15,0 2 0-15,-3-2-1 16,6 1 0-16,-2-3 0 15,2 3 1-15,1-1-1 16,3-1-1-16,-1-2 2 16,1 0-1-16,-1 0 0 0,3 0 0 15,2-2 1-15,1-3-1 16,3-1 0-16,1 0 1 16,3 3-1-16,1 0 1 15,1 3 1-15,-1 0-1 16,-1 0-1-16,1 0-1 0,-5 1-1 15,4 3 1-15,-5 0 1 16,3-1-1-16,-1 3 1 16,3-1 0-16,-1-1 0 15,0 1-1-15,2-2 2 16,0 1-1-16,0-3 0 0,-3 2 1 16,-1-3-1-16,-1 0 0 15,-2 0-1-15,2 0 0 16,-5 0 0-16,3 0 2 15,-1 0 0-15,1 0 0 16,3 2-1-16,-6 3 0 16,3-2 1-16,-4 3-1 0,0 0 0 15,0-1 0-15,-2-2 0 16,-2 1 0-16,1-4 2 16,2 0 3-16,-1 0 3 15,2 0-3-15,0 0-3 0,2 0-1 16,-2 0 0-16,-1 3 1 15,1 2-2-15,0 0 0 16,2-1 2-16,0-1-2 16,0 0-2-16,3-3 2 15,1 0 2-15,-2 0-2 0,1 0-2 16,1 0 2-16,-2-6 0 16,-1 2 0-16,-1-1 2 15,2 0-2-15,-5 4 0 16,1 1 0-16,0 0 0 15,-1 0 0-15,1 4 0 16,-1 0 0-16,3 0 0 0,0-1 0 16,2-1 0-16,2-1 0 15,-3 2 1-15,3-3-1 16,0 0-1-16,-2 0-2 16,0 0 2-16,2 0 0 15,-5 0 1-15,1 0 0 0,-2-5 0 16,2 1 0-16,0 0 1 15,1 0 1-15,1 0 0 16,0 1-2-16,1-1 1 16,1 1-1-16,-2-1 0 15,1 1 0-15,1 0 1 0,-2 0-1 16,0 0 3-16,-1 0 1 16,3 1 0-16,-4 0-2 15,2 1-1-15,-2-1 0 16,1 2-1-16,0 0 1 15,2-1-1-15,-1-1 1 0,-4 1-1 16,1-2 0-16,0 0-1 16,-5 2 4-16,-1-1 6 15,0 2-3-15,-3 0-2 16,0 0-4-16,-1 0 2 16,-2 0-2-16,-1 0 0 15,1 0 1-15,0 0-1 0,0 0 1 16,-1 0-1-16,-2 0 1 15,1 0-14-15,-7 0-42 16,-1 0-64-16</inkml:trace>
  <inkml:trace contextRef="#ctx0" brushRef="#br0" timeOffset="201145.46">13215 10292 123 0,'-5'0'11'0,"2"0"27"0,-2 0-25 16,2 0-5-16,0 0-1 0,1 0-6 15,-1 0-1-15,3 0 0 16,0 0-2-16,0 0 1 15,0 0 1-15,0 0 0 16,0 0-3-16,0 0-5 0,0 0-13 16,3 0 18-16,2 0-2 15,5 0-8-15,3 2 8 16,3-2 3-16,5 0 2 16,1 0-2-16,4 0 3 15,2 0 0-15,1 0 1 16,1 0 7-16,2 0 4 0,-3-2 1 15,3-1-5-15,3 2-4 16,-3-2-2-16,8 3 0 16,0-3-1-16,2 2-1 15,1 1-1-15,0 0 1 16,1 0 0-16,3 0-1 0,-3 0 0 16,2 0-1-16,2 0 1 15,1 0-1-15,1 0 0 16,1 0-1-16,-1 0 1 15,1 0 1-15,-2 0 1 16,-1 0-1-16,2 4-4 0,0-1-4 16,1 1 3-16,2 0 4 15,-1-1 0-15,0 0-2 16,-1 0 1-16,2-3 3 16,1 0 0-16,-6 0 1 15,2 0 0-15,0 0 4 16,-4-3 1-16,1 2 0 0,-2-1-5 15,2 2 0-15,0 0 2 16,0 0-1-16,-6 0-1 16,1 3-2-16,-1 1 1 15,-2 2 0-15,-3 0 0 0,-1-1-1 16,1 0 1-16,-3-1-1 16,2-1 1-16,-2-2-1 15,-5-1-36-15,-5 0-84 16</inkml:trace>
  <inkml:trace contextRef="#ctx0" brushRef="#br0" timeOffset="202504.23">17517 10316 44 0,'12'0'22'0,"0"-4"-35"0,-1 0-5 0,-2 4-17 15</inkml:trace>
  <inkml:trace contextRef="#ctx0" brushRef="#br0" timeOffset="203187">17625 10296 20 0,'0'0'26'0,"0"0"-12"0,39-7-1 16,-22 7-3-16,1-1-5 15,2 1-3-15,2 0-1 16,0 0-1-16,2 0 1 16,-4 0-2-16,4 0 4 0,3 0 3 15,-2 0 6-15,4 0-1 16,1 0-4-16,3 0-1 15,3-1-2-15,1-1-3 16,2 1 0-16,3-2-1 16,2 3 0-16,-1-2 2 0,0 1 6 15,1 1 7-15,1-3-4 16,-1 3 3-16,2-2-1 16,0 1-2-16,3 1-4 15,-4 0-4-15,4 0-2 0,-3 0 0 16,0 0 0-16,0 3-1 15,-2 1 0-15,0-1 0 16,0 0 0-16,-1 1 0 16,-1-3 0-16,1 1 0 15,1 2 0-15,0-4 2 16,0 3-2-16,5-3 0 0,-3 2-2 16,6-1-4-16,-5 0-2 15,2-1 5-15,-1 0 3 16,-2 0 0-16,0 0 0 15,-1 0 1-15,4 0 3 16,-4-1 2-16,5-2-2 0,-3 2 0 16,4-1-3-16,1-2 3 15,-3 2 0-15,6 1-1 16,-1 0 1-16,1-2-1 16,-2 3 1-16,4-3-2 0,-1 2-1 15,1 1 1-15,3 0 0 16,-1 0-4-16,3 0-1 15,-1 0-1-15,-1 0 2 16,0-2 1-16,-5-2 1 16,1 1 0-16,-5-1 1 15,-1-2 4-15,1 1 7 16,-3-1 5-16,0 1-4 0,2-1-4 16,-1 3-6-16,-2 0 0 15,-1 0-2-15,-3 0 1 16,-3 0-2-16,-8 1 0 15,-4 0-2-15,-4 1-13 0,-8-2-27 16,-6-4-46-16</inkml:trace>
  <inkml:trace contextRef="#ctx0" brushRef="#br0" timeOffset="205687.2">8202 11173 1 0,'8'1'14'0,"-1"1"2"0,3 0-5 0,0 0 3 16,-1-2-3-16,3 1 0 16,0-1-2-16,1 0 0 15,4 0-4-15,2 0-2 0,3 0-1 16,3 0-1-16,2 0 0 15,0 0-1-15,1 0 1 16,2-1-1-16,3-3 0 16,-1 1 0-16,-1-3 3 15,1 0 4-15,1-1-1 0,1 2-2 16,5-1 0-16,-1 0-1 16,3 1-1-16,1-1-1 15,0 6 0-15,1-1-1 16,-3 1 1-16,-2 0 0 15,0 0-1-15,-2 1 0 0,0 2-1 16,-3 1 1-16,5-3 0 16,0 1 0-16,-1-1 1 15,3-1 1-15,1 0-1 16,3 0 1-16,-2 0 0 16,2 0-1-16,1 0 0 15,-2 0 0-15,0 0 0 0,-3 0 0 16,-1 0 0-16,-3 0 1 15,-5 0-2-15,-2 0 0 16,0 0-2-16,-1-1 4 16,-1-2-2-16,1 2 1 15,-1-2 0-15,0 0-1 0,0 3 1 16,-1 0-1-16,-3 0 0 16,0 0 0-16,-3 0 1 15,-1 0-1-15,-4 0 0 16,0 0 1-16,1 0 0 15,-5 0 1-15,1 0-13 0,0 0-23 16,-3 3-23-16</inkml:trace>
  <inkml:trace contextRef="#ctx0" brushRef="#br0" timeOffset="207545.57">10275 11114 57 0,'0'0'1'0,"0"0"0"0,38 0 0 0,-20 0-1 0,-1 0 1 15,0 0 1-15,2 0 2 16,1 0 8-16,-4 0-1 16,4 0-2-16,-2 0-5 0,0 3 1 15,4-3-2-15,-1 2-2 16,2-1 1-16,4 2-2 16,0-3 1-16,1 0-1 15,4 2 1-15,0-1-1 16,1-1 1-16,-1 0-1 0,1 0 0 15,-1 0 0-15,1 0 2 16,1 0 2-16,2 0 1 16,0 0 0-16,2 0-3 15,3 0-1-15,0 0 0 16,1 0-1-16,0 4 1 0,-1-1-1 16,2-2 0-16,0 1 1 15,1-2-1-15,3 0 1 16,-2 0 4-16,2 0-1 15,0-3 0-15,0 0 0 16,-1 2-1-16,0 1-1 0,-1-3-1 16,3 3 1-16,-1 0 0 15,2 0 5-15,-2 0 4 16,4 0 2-16,-1 0-6 16,-2 0 1-16,6-1-5 15,1-1-1-15,-1 2-1 16,3-3 2-16,1 2-3 0,0-1 1 15,0-1-1-15,0-1 1 16,-1 2 0-16,1-1 1 16,1 1 2-16,-1-2 1 15,-1 3-2-15,3 0-2 0,2 1 1 16,-1 0-1-16,3 0 0 16,1 0 0-16,-1 2 1 15,3 2-2-15,-1-1 1 16,-3-1-1-16,-1 0 1 15,-2 2-1-15,1-4 0 0,-3 0 1 16,0 0 4-16,5 0 7 16,0-4 0-16,2-2-3 15,2-1-3-15,2-1-3 16,-1-2-2-16,1 4 2 16,-1-2-2-16,-1 3 0 15,0-1-1-15,-4 1 1 0,1 2-1 16,1-1 0-16,-4 0 0 15,1 1 0-15,-4 0 0 16,1 2 0-16,-1-1 1 16,2 1 1-16,-2-1-1 15,1 1 0-15,3 1 0 0,-1-1-1 16,3 0 0-16,-1 1 0 16,2-2 2-16,-1-1-2 15,3 0-1-15,-2 0 2 16,4-1-1-16,0 1 0 15,3 2 0-15,2-1 1 0,2 1-1 16,1-1 0-16,2 2-1 16,-1-1 1-16,0 0 0 15,-1 1 0-15,-5-3 1 16,-1 1-1-16,-1 2-1 16,1-3 2-16,-2 1-1 0,5 0 0 15,-3 2-1-15,3 0 1 16,2 0 0-16,-3 0 1 15,-1 0-2-15,0 0 2 16,-3 2 1-16,0 3-1 16,0 0 1-16,1 0-1 0,-1 1 0 15,2 0-1-15,0-1 1 16,-2 0-1-16,-2-1 0 16,1-1 1-16,-3 1-1 15,-1-3 0-15,1 2 0 16,-1 0 0-16,0-2 1 0,2-1-1 15,0 0 0-15,-3 0 0 16,2 0 0-16,-1 0 1 16,-1 0-1-16,-1-4 1 15,1 1-1-15,0 2 1 16,1-2 3-16,-1 3-4 0,3 0 0 16,0 0 1-16,-1 0-2 15,-5 0 1-15,1 0 1 16,1 0-1-16,-5 4 0 15,0-2 0-15,-1 1 0 16,1-1 1-16,-1 1-2 16,1-1 1-16,-1 1 1 0,-1-3-1 15,1 1 0-15,-2-1 0 16,0 0 0-16,0 0 0 16,-3 0 1-16,3 0 2 15,-2 0 0-15,-2 0 0 16,2 0 0-16,-2 0-1 0,0 0-2 15,0 0 1-15,0 0-1 16,2 0 1-16,-4 0-2 16,0 0 2-16,0 0-2 15,-4 0 2-15,1 0 0 16,-3 0-2-16,0 0 2 0,-1 1-1 16,1 1 0-16,-2-1 0 15,3 1 0-15,-3 0 0 16,2 0 0-16,1-2 0 15,-2 2 0-15,1-2 1 16,-1 0-2-16,0 0 1 0,0 0 1 16,-1 0 3-16,-3 0 0 15,0 0-2-15,0 0 0 16,2 0-2-16,-5 0 0 16,1 0 0-16,-3 0 0 15,-1 0 0-15,-2 0 1 16,-3 0-2-16,-6-4-14 0,-9-5-16 15,-11-8-103-15</inkml:trace>
  <inkml:trace contextRef="#ctx0" brushRef="#br0" timeOffset="211627.35">9000 11880 87 0,'0'0'4'0,"0"0"8"0,0 0-5 15,0 0-2-15,0 0-1 16,0 0-3-16,0 0-1 0,0 0 0 16,0 0 1-16,0 0 1 15,0 0-1-15,0 0 0 16,0 0 0-16,0 4-1 15,1-4 1-15,1 2-1 16,3-1 2-16,-1-1-1 0,-1 0 3 16,3 0 2-16,0 0 2 15,1 0-1-15,0 0-1 16,2 0-4-16,-1 0 0 16,4 0-2-16,-3 0 0 15,2 0 1-15,3 0 0 0,-1-1 0 16,1-1 3-16,1 1-2 15,-1-2 0-15,1 3-1 16,1 0 0-16,-1 0-1 16,0 0 1-16,0 0-1 15,-1 0 0-15,2 0 1 0,1 0-1 16,-4 0 0-16,0 0 0 16,1 0 0-16,-1 0 0 15,0 0 2-15,3 0-1 16,0 0 2-16,-1 0 1 15,4 0 1-15,0-1-4 16,2 0 1-16,1-1-2 0,-1 2 0 16,-2 0 1-16,2-2-1 15,-2 0 1-15,1 1-1 16,-3-3 4-16,4 2 6 16,-2-1 0-16,1 1-3 0,0-1-4 15,4 0-1-15,-3-1-2 16,0 1 2-16,2 2-2 15,0-2 0-15,3 1 1 16,-4 1-1-16,3 1 0 16,0 0 0-16,0 0 0 0,1 0 1 15,-1 0-1-15,1 0-1 16,-1 0 2-16,4 2-1 16,0 2 0-16,2-1 0 15,1 1 0-15,3 2 0 16,4-1 0-16,-3 0 1 15,2 0-1-15,3 0-1 0,-2 0 1 16,1-2 0-16,-2-1 0 16,-2 0 0-16,1-2 0 15,0 3 0-15,-1-1-1 16,3-1 1-16,1 3 0 16,3-1 1-16,2 0-2 0,2 0 2 15,0 1-1-15,2-3 0 16,0 1 0-16,3 1 0 15,1-2 0-15,1 1 0 16,3 0 0-16,-1 1 1 16,1 1-1-16,0-1-1 0,4 0-4 15,-3 0 1-15,-1-3 4 16,2 0 0-16,0 0 0 16,-4 0 0-16,3 0 0 15,-1 0 0-15,-1-1 0 0,2-2 0 16,0 2 0-16,2 0 0 15,-2 1 1-15,4 0 2 16,-1 0-3-16,4 0 0 16,-2 0 2-16,-1 2 1 15,0 1-3-15,-1-2 1 16,-1 2 1-16,1 0 0 0,-4-2 8 16,2-1 3-16,-2 2-4 15,4-1 0-15,-1-1 0 16,-1 0-2-16,3 0-4 15,-1 0-1-15,3 0 0 16,1 0-1-16,-2 0 1 0,4 0-1 16,2 0 2-16,-2 0-2 15,0 0-1-15,0 0 0 16,-2 6 0-16,1-2 0 16,0 0 0-16,-1 0 1 15,0 1-1-15,1-3 0 0,0 1 0 16,0-3 1-16,-1 1-1 15,3-1 1-15,-2 0-1 16,-1 0 1-16,0 0-2 16,2-1 2-16,-4-3 0 15,3 2-1-15,-3 0 1 0,0-1-1 16,1 0 1-16,-3 2-1 16,1-1 0-16,-1 1 0 15,-3-2 0-15,4 0 0 16,-4-1 6-16,1 1-2 15,3 2 0-15,-1-2-2 0,3 0 0 16,-3 3-2-16,3 0 2 16,1 0-2-16,-3 0 0 15,1 0 0-15,-4 0 0 16,3 0-2-16,-2 0 4 16,3 0-2-16,-3 0 1 0,5 0-1 15,-1-4 1-15,2 1 1 16,-1-1-2-16,-1 0 0 15,-2 2 0-15,-2-1 0 16,0-1 0-16,-4 1 0 16,1 0 1-16,-3-1-2 0,2 0 3 15,0 0 2-15,-1 1-2 16,2 0 1-16,1 1-1 16,2-2 0-16,1 4-1 15,1-1 0-15,2 1 2 16,0 0-2-16,5 0 0 15,1 0 0-15,2 0 0 0,3 0-1 16,-1 3 0-16,2 1-1 16,0 0 1-16,4 2-3 15,-2-2 0-15,0-1 1 16,0 1 0-16,1-3 2 16,-2 1-1-16,1-2 1 0,-6 2 0 15,1-2 1-15,0 0-1 16,-4 0 0-16,0 1-1 15,-1 0-5-15,-1-1 4 16,-4 2 0-16,1-2 2 16,-3 0 1-16,-1 0-1 0,-2 0 1 15,-1 0 0-15,-2 0 1 16,0-2-1-16,0 2 0 16,-2-1-3-16,0-2 3 15,-1 3-1-15,-2-1-1 16,0 0 1-16,-4 0 0 0,2 1 1 15,-3 0 7-15,-1 0-1 16,4 0 2-16,-1 0 0 16,2 0-5-16,1 0-3 15,2 1-1-15,2 3 0 16,1 0 0-16,2-1-1 0,0 3 1 16,4-4-2-16,-2 1 1 15,4 0 1-15,1-2 0 16,2 2 0-16,2 1 0 15,-1-1 0-15,0 1 1 16,-1 1-1-16,2-1-1 0,-2 0 2 16,0 0-2-16,1-1 2 15,-3 1-1-15,0-1 0 16,0 0 0-16,-1-3 0 16,-1 2 0-16,-3 0 0 0,1-1 0 15,0 0 0 1,-4 0 0-16,1 3 0 0,-1-2 0 15,-1 1 0-15,1-1 0 16,-2 0 0-16,1 2 0 16,-3 1-1-16,-2-1 0 15,0 0 1-15,-5 2 0 0,2-1 0 16,-6 0 1-16,0-2-2 16,-3 2 2-16,-1-3-1 15,-1-1 0-15,-3 2 0 16,0-2 1-16,-3 1 2 15,1-2 2-15,-3 0 3 0,0 0-1 16,-2 0-1-16,-2 0 0 16,1 0-3-16,-6 0-2 15,1 0-1-15,-3 0 0 16,-1 0-11-16,-5 0-9 16,-4-6-16-16,-1-7-43 15</inkml:trace>
  <inkml:trace contextRef="#ctx0" brushRef="#br0" timeOffset="212446.34">23182 11414 11 0,'-4'5'13'0,"0"0"5"0,-2-1 3 0,0 3-7 0,2-1-10 15,-1 0-2-15,-1-2 3 16,2 2 2-16,3-2 7 16,-2-3 3-16,3 1 7 15,0-2 16-15,0 0 5 16,0 0-10-16,0 0-6 0,0 0-4 16,0 0-1-16,10-5-8 15,3-7-10-15,7-4 1 16,5-3 3-16,6-6-1 15,5-2-6-15,6-5-3 16,6-5-5-16,6-8-23 0,0-9-52 16</inkml:trace>
  <inkml:trace contextRef="#ctx0" brushRef="#br0" timeOffset="-212766.57">5541 13130 79 0,'0'0'6'0,"0"0"10"16,0 0-4-16,0 0-9 0,-38 3-3 16,36-3 1-16,0 0-1 15,2 0 2-15,0 0-2 16,-2 0 3-16,2 0 8 16,0 0 0-16,0 0-1 15,0 0-1-15,0 0-7 16,0 0-2-16,4 0 0 0,4 0 0 15,3 0 0-15,1 1 0 16,3 2 1-16,4 0-1 16,-4 2 0-16,5-2 0 0,1 3 0 15,0-2 0 1,2-1 0-16,2 1-1 0,2 1 1 16,2-2-2-16,2-1 1 15,3 2 0-15,3-1 0 16,1 0 1-16,3-1 2 15,-1 0-1-15,4-1-1 16,2 0 2-16,0-1-2 0,4 0 0 16,3 0 1-16,2-2 1 15,2-3 5-15,5-1-2 16,0 0-1-16,7-1-2 16,0 0-1-16,2 0-1 0,5 0 1 15,2 0-1-15,1 0 0 16,1 0 1-16,2 0-1 15,1 1 0-15,-1 0 1 16,-1 2-2-16,-5-2 2 16,3 2 1-16,2-3 5 15,0 1-2-15,3-5 1 0,2 2 0 16,4-2 0-16,-2 1-2 16,-2 1 1-16,-6 1-4 15,-4 1 2-15,-6 7-2 16,-11 0-1-16,-7 0 1 15,-7 0-1-15,-6 0 0 0,-6 3 0 16,-2 0 0-16,-8 0 0 16,0-1 0-16,-2 2 1 15,-3-2-1-15,-3-2-29 16,-1-3-89-16</inkml:trace>
  <inkml:trace contextRef="#ctx0" brushRef="#br0" timeOffset="-210901.27">9881 13077 7 0,'-2'-4'39'0,"0"0"-10"0,0 1-9 0,-2-1-9 16,1 2-5-16,0-1-3 0,-1 2-1 15,0-2 0-15,2 3 0 16,0-3 1-16,1 3 2 16,1 0 4-16,0 0-3 15,0 0-8-15,0 0 1 16,0 0 1-16,1 3 0 16,3 2 0-16,2-1-2 0,1 0 2 15,2 0-1-15,0-1 1 16,1-1-1-16,5-2 0 15,3 0 1-15,1 0 1 16,4 0 2-16,2 0-1 16,-1 0 0-16,1 0-2 15,2 0 1-15,1 0-1 0,1 0 0 16,3 0 0-16,1 0 0 16,5 0 0-16,3 0 0 15,5 0 1-15,0 0-2 16,4 0 1-16,0-3 1 15,2 0-1-15,1 0 0 0,3-1 0 16,2 1-1-16,0-1-3 16,0 2-7-16,1-1 10 15,5 0-2-15,1 1 1 16,4-2 0-16,3-1 1 0,8 1 1 16,7-3 0-16,3-2 0 15,6 2 0-15,2-1 0 16,3 2 0-16,-1 0 0 15,-2 2 1-15,1 1-1 16,-1 0 1-16,-2 2-2 16,1-1 4-16,-1 2 1 0,0 0 2 15,0 0-4-15,0 0-1 16,0 0 0-16,0 0-1 16,0 2 1-16,1-2-1 15,3 0 0-15,-4 0 2 16,-2-3 2-16,0-3-1 0,-7 1-2 15,-2-1 0-15,-5 0 0 16,-7 2-1-16,-2 0 1 16,-4 1-1-16,-3 0 0 15,-7 0-1-15,-2-2-36 16</inkml:trace>
  <inkml:trace contextRef="#ctx0" brushRef="#br0" timeOffset="-208530.24">15537 13192 113 0,'-8'-5'8'0,"0"-4"9"0,3 2 0 0,1 0-4 15,0 1-4-15,1-1-1 16,-2 3-3-16,2 0 6 0,2 1-3 16,-1 0-3-16,2 0-3 15,0 3-1-15,0 0-1 16,0 0-1-16,0 0-4 15,2 0 3-15,7 0 2 16,-1 0-1-16,6 0-1 16,6 3 0-16,5-2 2 0,2 2-2 15,7 0 3-15,5 0 0 16,4 1-1-16,8 0-1 16,5-1 1-16,7 3-1 15,6-2 1-15,8 0 2 16,8-1-2-16,7-3 2 0,6 0-2 15,6 0 0-15,10 0 0 16,7-4 2-16,8-5 0 16,9 1-1-16,12-3 2 15,5 1 0-15,7-2 1 0,3 2-3 16,0 2 1-16,3-1-2 16,-3 2 0-16,-3 3 0 15,-5 0 1-15,1 0-1 16,-5 0 0-16,-4 2 0 15,-6-1 0-15,-6 1 1 16,-5 0-1-16,-7 2 0 0,-10-2 0 16,-4 0-17-16,-7-2-39 15,-10 0-31-15</inkml:trace>
  <inkml:trace contextRef="#ctx0" brushRef="#br0" timeOffset="-9726.28">7244 15274 108 0,'0'0'-8'0,"0"0"10"0,0 0-2 0,-38 10 0 0,31-7 4 16,-1-3 11-16,0 2 11 15,2-2 13-15,-1 0-10 0,3 0-16 16,2 0-10-16,-2 0-2 16,3 0-1-16,0 0 2 15,1 0-1-15,0 0 2 16,0-2-1-16,0-4 5 16,0-2-3-16,8-2-2 0,3 1 0 15,3-2 0-15,3 4-1 16,1-1 0-16,-2 3-1 15,2 3 0-15,-5 2 0 16,-1 0-1-16,-4 8 0 16,-5 6-3-16,-3 5 6 15,0 5-2-15,-3 4-1 0,-6 5 2 16,-2 1 0-16,0 0 0 16,2-5-1-16,-2-1 1 15,6-7-1-15,1-5 0 16,0-6 1-16,3-3-1 0,1-3 2 15,0-3 1-15,1-1-3 16,7 0 3-16,3 0 4 16,3-7 1-16,1-1-2 15,3 1-4-15,3-3 0 16,-1 0-1-16,4 4-1 0,-1-1 0 16,0 0 0-16,0-1-10 15,-4-2-33-15,-4-2-51 16</inkml:trace>
  <inkml:trace contextRef="#ctx0" brushRef="#br0" timeOffset="-9377.54">7552 15259 215 0,'0'0'-1'0,"0"0"4"0,0 0-2 16,-10 45-1-16,9-29 0 0,1 1 1 15,0-3-1-15,0 0 0 16,3-2 0-16,5-5-1 16,2-3 0-16,-2-1 0 15,3-3 0-15,1 0 1 16,-1-7 3-16,-2-3-4 0,2-6 1 16,-2-1 6-16,-3 0-5 15,-6-3 2-15,0 2 2 16,0-2 3-16,-8 4 1 15,-6 3-3-15,1 2-4 16,-5 1-2-16,2 5 4 16,-2 3-6-16,3 2 7 0,1 3-10 15,1 10 5-15,5 1-8 16,3 4-26-16,2-2-37 16,3-3-36-16</inkml:trace>
  <inkml:trace contextRef="#ctx0" brushRef="#br0" timeOffset="-9014.99">7722 15178 157 0,'0'0'5'15,"0"0"-7"-15,0 0 1 16,0 0 1-16,0 0 1 15,0 0 1-15,27 37-1 0,-18-29 1 16,0-1-2-16,3-1 2 16,-1-4 2-16,1-1-1 15,-2 2-1-15,-1-3 0 16,1 0 0-16,-2 0-2 16,-2-3 5-16,-1-3-3 0,-1-4 9 15,-2-4-4-15,-2 1 7 16,0-1-2-16,0-3 1 15,-6 4 2-15,-3 1-5 16,-3 3-5-16,1 2-4 16,-1 4-1-16,-1 3-1 15,5 4-15-15,-1 7-21 0,4-2-19 16,1 0-13-16</inkml:trace>
  <inkml:trace contextRef="#ctx0" brushRef="#br0" timeOffset="-8517.53">8162 14973 22 0,'0'0'-2'0,"0"0"6"15,0 0 13-15,12-37 17 16,-12 30-5-16,-10 0-3 16,2 3-4-16,-3 1 2 0,-1 3-12 15,-1 0-9-15,-3 0 2 16,1 7-3-16,-1 5 0 16,3 0 0-16,-1 1-2 15,5 3 1-15,1-2-1 16,5 1 0-16,3-6 0 0,0 1 1 15,5-2-1-15,3-5 1 16,4-3 0-16,-1 0-1 16,2 0 2-16,-1-5 0 15,-1-5-1-15,-1 0 1 16,2-1 1-16,-5 1-1 0,0 1 2 16,-1-1-1-16,-1 4 1 15,-3 2 3-15,-2 4 1 16,1 0-2-16,0 0-5 15,0 4-2-15,3 8 3 16,0 2 0-16,1 7-2 0,3 2 3 16,2 1-2-16,-4 3-2 15,3 0-28-15,-5 0-46 16,1-3-1-16</inkml:trace>
  <inkml:trace contextRef="#ctx0" brushRef="#br0" timeOffset="-7962.41">7568 15668 130 0,'0'0'7'0,"0"0"7"0,0 0-4 0,0 0-9 0,0 0-2 15,0 0-1-15,-39 4 2 16,33-1 0-16,0 0 0 16,1-2 1-16,1 1 4 15,1 0 0-15,2-2 3 0,1 0 0 16,0 0-3-16,1 0-9 16,9-1 7-16,6-6 0 15,7-3 2-15,4-3-2 16,6-2 2-16,6 0 0 15,4-2 0-15,4 0 4 0,2 1 0 16,4-2 1-16,-1 1-5 16,3-1-3-16,1 1-1 15,0-2 0-15,-2 2-1 16,-3 1 0-16,-4 0 0 0,-5 4 1 16,-8 2-1-16,-7 3-1 15,-6 3-1-15,-7 2-4 16,-6 0-65-16,-8-1-40 15</inkml:trace>
  <inkml:trace contextRef="#ctx0" brushRef="#br0" timeOffset="-7371.22">8498 15116 90 0,'0'0'20'0,"0"0"10"0,0 0 0 15,0 0 0-15,0 0-8 0,0 0-5 16,0 0-7-16,-20-42-5 15,20 32-1-15,0 0-3 16,0-4 1-16,7-1-4 16,3-3 2-16,6-1 2 15,2-3-4-15,1 1 2 0,2-2-1 16,6 3 2-16,0-1 1 16,2-2-4-16,2 4 5 15,1 0-3-15,1 3 2 16,-1 1-2-16,-3 3 0 15,-1 4 0-15,-2 2 0 16,-4 2 0-16,-3 2 0 0,-2 1 0 16,-2 1 0-16,-3 0-2 15,-1 0-1-15,-3 0-2 16,0 1-8-16,-2 0-16 16,-4-1-29-16,0 0-27 15</inkml:trace>
  <inkml:trace contextRef="#ctx0" brushRef="#br0" timeOffset="-7101.33">8940 14618 79 0,'0'0'75'0,"0"0"-58"16,0 0 1-16,0 0-9 15,45-31-4-15,-32 31-4 0,1 0 0 16,-1 4-1-16,1 9 0 16,-1 4 0-16,-2 3-1 15,-2 4 3-15,-2 2 0 16,-5 2-2-16,-2 3-2 16,0 2 4-16,-10 7-2 0,-7 7 1 15,-9 4-23-15,-6 3-75 16</inkml:trace>
  <inkml:trace contextRef="#ctx0" brushRef="#br0" timeOffset="-4283.53">9644 14583 74 0,'0'-6'16'0,"0"5"9"0,0 1 5 15,0 0-2-15,0 5-27 0,0 12 3 16,0 8 4-16,0 7-2 16,0 6-2-16,0 5-1 15,0 1-2-15,0 3 0 16,0-3 0-16,0 1 1 15,0-2-1-15,-2-4 0 0,-3-4 1 16,1-8-2-16,-2-4-4 16,0-9-17-16,0-7-18 15,-2-7-22-15</inkml:trace>
  <inkml:trace contextRef="#ctx0" brushRef="#br0" timeOffset="-4055.41">9584 14671 57 0,'0'0'153'0,"0"0"-148"16,0 0 5-16,0 0-6 16,13-37-2-16,3 30-1 15,4-2-2-15,3-1 2 16,4 0-1-16,1 2 2 0,1 1-2 15,-2 1 0-15,0 3-16 16,-5 1-47-16,-6 0-23 16</inkml:trace>
  <inkml:trace contextRef="#ctx0" brushRef="#br0" timeOffset="-3877.59">9706 14810 242 0,'0'0'-13'0,"0"0"-1"0,0 0 14 15,38-4 2-15,-19-1-3 16,3-1-20-16,-5 0-37 16,2 0-43-16</inkml:trace>
  <inkml:trace contextRef="#ctx0" brushRef="#br0" timeOffset="-3522.31">9888 14909 183 0,'0'0'-5'16,"0"0"6"-16,0 0-1 15,0 0-2-15,0 0 2 16,45 7-1-16,-32-9 2 15,1-7-4-15,1-2 0 16,-2-2-3-16,1-3 2 0,-3 2 2 16,-2 1-5-16,-4 2 0 15,-3 2-2-15,-2 2 7 16,-2 5-3-16,-8 2 5 16,-2 0 3-16,0 0 3 0,-1 7 5 15,1 6 2-15,4 2-1 16,-2 1-7-16,6 1-1 15,2 1-1-15,2 0-1 16,0-2 0-16,6-1-1 16,6-3 0-16,-1-2 2 15,4-1-3-15,1-2-21 0,-3-6-26 16</inkml:trace>
  <inkml:trace contextRef="#ctx0" brushRef="#br0" timeOffset="-3179.36">10125 14932 176 0,'0'0'-17'16,"0"0"16"-16,0 0 2 16,0 0-1-16,0 0 1 0,38 2-1 15,-31-4 0-15,2-5 1 16,-4-3 3-16,1 0 1 15,0-1 1-15,-4-2 2 16,0 0-5-16,-1 0-2 16,-1 2 0-16,0 0 0 0,-1 4-2 15,-5 1 1-15,-3 6 3 16,1 0-4-16,-4 1 0 16,-1 12 1-16,3 7 1 15,0-1 0-15,5 5-1 16,3 0 0-16,2 0 0 0,2-3 0 15,9-1-13-15,5-8-17 16,0-5-3-16,6-5-30 16</inkml:trace>
  <inkml:trace contextRef="#ctx0" brushRef="#br0" timeOffset="-2753.36">10460 14827 175 0,'0'0'0'0,"0"0"12"16,0 0-10-16,0 0-1 0,0 0-2 16,-51 16 1-16,36-1 0 15,1-2 1-15,5 4-1 16,0 0 0-16,4-3 0 16,5-1 1-16,0-2-1 15,0-4 1-15,8-3-1 0,4-4-2 16,3 0 1-16,-1-4 3 15,3-8-4-15,-2-4-7 16,1-2 1-16,-1-5 3 16,-2-3 5-16,-1-2 0 15,-2-2 0-15,0-3 0 16,-3-1-1-16,-3-1 1 0,-2-1 0 16,-2 4-1-16,0 3 1 15,0 5 0-15,-2 7 1 16,-2 6 20-16,-2 5-9 15,2 6-3-15,0 0-2 16,0 13-7-16,2 10 1 0,1 5-1 16,1 8 0-16,0 5 1 15,0-1 0-15,0 2-1 16,1-1 1-16,3 1-17 16,0-7-48-16</inkml:trace>
  <inkml:trace contextRef="#ctx0" brushRef="#br0" timeOffset="-2204.92">10842 14432 166 0,'0'0'-11'16,"0"0"16"-16,0 0-6 0,0 0-1 0,0 0-2 16,0 0 3-16,-10 54 2 15,9-20-1-15,0 6 1 16,1 1 0-16,0 3-4 16,0-3 5-16,0-1-1 15,0-4 1-15,-1-5-1 0,1-8-1 16,0-3 1-16,0-5-1 15,0-5 0-15,0-5 1 16,2-3-1-16,3-2 1 16,1 0-1-16,1-11 4 15,2-3-4-15,0-3 1 0,-2 0-2 16,5 0 1-16,-2 1 0 16,1 3 1-16,-1 0 1 15,1 6 2-15,1 2-2 16,-2 3-1-16,1 2-1 15,-4 3-2-15,2 8 0 0,-5 3 4 16,-1 1-2-16,-3 2 1 16,0-2-1-16,0 1 0 15,-3-2 0-15,-8 0 0 16,-4-3 0-16,-2 1 1 0,0-2 0 16,-6-1-1-16,1-4 1 15,4-2 0-15,2-1 0 16,4-2-1-16,7 0-3 15,3-12-46-15</inkml:trace>
  <inkml:trace contextRef="#ctx0" brushRef="#br0" timeOffset="-1813.37">11200 14757 66 0,'0'0'15'0,"0"0"-5"0,0 0 12 0,0 0 1 16,0 0-2-16,0 0-6 0,0 0-5 16,-43-14-5-16,32 23 0 15,2 3-1-15,3 1-2 16,1 2-1-16,1-3 1 15,4 0-2-15,0-2 1 16,0-3 0-16,6-2 0 0,2-4-1 16,2-1-1-16,-1 0 1 15,3-2 8-15,-2-8-5 16,1 1-1-16,1 0-1 16,-3 2-1-16,-3 2 1 15,-1 2-1-15,0 3-1 0,-1 0 0 16,-1 0-2-16,1 3 3 15,2 4-4-15,-2 0-23 16,1-2-30-16</inkml:trace>
  <inkml:trace contextRef="#ctx0" brushRef="#br0" timeOffset="-1329.6">11392 14729 239 0,'0'0'0'16,"0"0"9"-16,0 0-5 0,0 0-2 16,0 0-1-16,0 0-2 15,0 0 0-15,0 0 0 16,-39-8 0-16,36 26 1 16,-4 2 0-16,5-2 1 0,1 0-1 15,1-3 0-15,0-4 1 16,8-1-1-16,1-3 0 15,4-4 0-15,5-3-2 16,-1 0-4-16,2-8 2 16,1-5 3-16,-1-1 0 15,2-3 0-15,-3-3 0 0,-3-2 1 16,-4-4 0-16,1 0-2 16,-6-4-7-16,-1 1-6 15,-1-2 3-15,-4 2 5 16,0 0 6-16,0 5 2 15,0 3 0-15,-2 5 7 0,-2 3 2 16,1 5-3-16,1 5 0 16,-2 3-4-16,1 2-4 15,0 12 2-15,0 6-1 16,0 7 0-16,1 5 0 0,-2 1 1 16,3 2-1-16,1 1 2 15,0-4-2-15,0-4 0 16,0-2-2-16,5-7-27 15,0-6-47-15</inkml:trace>
  <inkml:trace contextRef="#ctx0" brushRef="#br0" timeOffset="-1001.88">11699 14464 187 0,'0'0'-5'0,"0"0"3"0,0 0-29 0,0 0-6 0,0 0 34 15,0 0 4-15,-30 50 0 16,12-28-2-16,-1 1 3 0,0-1 2 16,2-2 8-16,1-5 4 15,1 0 0-15,5-5-3 16,4-1-3-16,6-4-6 15,0 2-2-15,6-1 2 16,8 1-1-16,3-1 1 16,6 2 1-16,-1 1-1 0,4 2-1 15,-1 3-1-15,-2 2-2 16,-1 1 0-16,-1 0-13 16,-8-1-49-16</inkml:trace>
  <inkml:trace contextRef="#ctx0" brushRef="#br0" timeOffset="1974.75">9705 15641 120 0,'0'4'10'0,"-3"-4"-8"0,1 0-1 15,0 0-1-15,2 0 0 16,-2 0-5-16,-1 0 4 16,2 0 0-16,0 0 2 15,0 0 1-15,1-4 1 16,0 0-1-16,0-1-1 0,0 2-1 16,0-1 1-16,0 1 0 15,0-1 4-15,0 1 5 16,0 0 11-16,0 1-1 15,-1 0-1-15,-5 2-15 16,-3 0-3-16,2 2-1 0,-4 6 0 16,-5 6-2-16,1 3 3 15,-2 6 0-15,3 3-1 16,1 2 1-16,5 2-1 16,2 0 1-16,5-1-1 15,1-1 2-15,0-6-1 0,7 0-1 16,1-4 0-16,4-4 1 15,-1-4-1-15,2-3 0 16,1-4 1-16,1 0-1 16,-1-3 0-16,0 0 0 15,1-8 0-15,-1-3 4 16,0-1-1-16,-2-4 1 0,-1 0-2 16,1-3-2-16,-4-1 1 15,1-2-1-15,-2 0 1 16,0 0 0-16,-4 5-1 15,-1 3 0-15,2 2 1 0,-4 7 8 16,0 2 9-16,0 3-3 16,0 0-13-16,0 7-3 15,2 6 0-15,2 4 2 16,-2 0 0-16,4 3 0 16,-2-2 1-16,1-5-2 15,3 0 1-15,-2-4 0 0,4-4-1 16,1-2 0-16,2-3-1 15,1 0-4-15,3-1 5 16,-2-8 2-16,0-3-2 16,0-2 2-16,-3-2-6 15,-1-1 4-15,-6 0 0 0,1 1 1 16,-6 2 0-16,0 1-1 16,0 4 0-16,0 4 5 15,0 2 3-15,0 3-2 16,0 0-3-16,0 4-7 15,0 6 3-15,0 7 1 0,5-1 1 16,5 2 0-16,0-1-5 16,1 0-17-16,3-4-14 15,-1-4-18-15,-1-5-24 16</inkml:trace>
  <inkml:trace contextRef="#ctx0" brushRef="#br0" timeOffset="2885.63">9578 15573 138 0,'-3'-3'13'0,"-1"-1"50"0,0 2-26 15,2 1-20-15,1 1-9 16,-1 3-7-16,2 13-7 15,-2 12 5-15,2 9 1 16,0 11 1-16,0 7 0 0,0 4-1 16,2 4 2-16,5-1-2 15,1-2 1-15,1-6-1 16,-1-5-6-16,0-6-13 16,0-11-9-16,1-11-34 15,1-13-32-15</inkml:trace>
  <inkml:trace contextRef="#ctx0" brushRef="#br0" timeOffset="3135.8">9801 15634 229 0,'0'0'-13'0,"0"0"24"16,0 0-14-16,0 0-47 15,0 0 41-15,7 45 10 0,-3-11 5 16,1 5-3-16,1 2-1 16,1-3-1-16,2 3 1 15,-2-4 1-15,-1-1-2 16,-2-5 1-16,-2-2-2 16,-2-4-2-16,0-5-31 0,-3-9-41 15</inkml:trace>
  <inkml:trace contextRef="#ctx0" brushRef="#br0" timeOffset="3583.4">9631 15955 272 0,'0'0'3'16,"0"0"1"-16,0 0-21 15,0 0 22-15,0 0-3 16,52-43 0-16,-21 26-1 0,2 0-1 15,3-1 0-15,-3 1 0 16,1 1 0-16,-2 3 2 16,-4 5-2-16,-3 3-2 15,-5 5 2-15,-2 0-2 16,-7 8-2-16,-2 6-8 0,-2 4 13 16,-5 5 0-16,0 1 0 15,-1 0 0-15,0 0-1 16,1-1 1-16,3-3 1 15,-1-5-2-15,4-3 3 16,0-5-3-16,1-6 1 16,3-1-2-16,-3-1 1 0,1-12 5 15,2-5 0-15,-6-5 0 16,1-2 1-16,-7-3-1 16,0 0-2-16,0 1-1 15,-8 1 0-15,-2 2-2 16,-3 5 1-16,-2 6-2 0,1 4-1 15,1 8 6-15,1 1-6 16,1 7-5-16,3 13-14 16,2 0-12-16,2-1-52 15</inkml:trace>
  <inkml:trace contextRef="#ctx0" brushRef="#br0" timeOffset="3818.64">10194 15649 237 0,'0'0'15'0,"0"0"-13"0,0 0-4 16,0 0-7-16,0 0 3 16,0 0 6-16,14 63 3 15,-9-32-1-15,-1 3-2 0,0 2 1 16,0-1 0-16,-3-3-1 15,1-1-5-15,-2-6-19 16,0-3-26-16,0-7-23 16</inkml:trace>
  <inkml:trace contextRef="#ctx0" brushRef="#br0" timeOffset="4213.32">10170 15867 226 0,'0'0'3'0,"0"0"-3"0,41-27 2 16,-20 14 4-16,2 1-4 15,3 1-1-15,1-3-1 16,0 0 1-16,0 1-1 16,-3-1 0-16,1-2 0 15,-5 1 1-15,-4 1-1 0,-2-1 0 16,-4 7 0-16,-5-1 0 15,-4 6 0-15,-1 2 1 16,-1 1-9-16,-6 0 1 16,-6 9 3-16,-1 3 3 15,1 4 3-15,1 2 0 0,4 1-1 16,3-1 0-16,5-1 1 16,0 0-1-16,0 0 3 15,7-4-2-15,0-1 0 16,6-3-1-16,0-3-1 15,1-3-1-15,1-3 0 0,2 0 2 16,0-7-3-16,1-6-8 16,0-5-29-16,-1-4-28 15</inkml:trace>
  <inkml:trace contextRef="#ctx0" brushRef="#br0" timeOffset="4424.63">10634 15412 251 0,'0'0'6'0,"0"0"9"15,0 0-11-15,0 0-3 16,-13 53 0-16,13-18 0 16,0 6 0-16,0 8 0 15,2 3 1-15,5 6 0 16,-1 3-1-16,2 1-6 0,-1-1-34 15,3-7-90-15</inkml:trace>
  <inkml:trace contextRef="#ctx0" brushRef="#br0" timeOffset="8238.1">9769 15219 51 0,'0'0'12'0,"0"0"11"0,0 0-8 16,0 0-1-16,0 0-4 15,0 0-9-15,0 2-1 0,2 0 1 16,0 0-1-16,2-1 0 16,0 3 0-16,0-1 0 15,1 1-1-15,1 0 0 16,4 0 1-16,-1-2-1 15,4 0 2-15,1-2-1 0,5 0 0 16,1 0 2-16,-1 0 0 16,2 0 2-16,4-4-2 15,0 2 0-15,-2 2-1 16,2-1-1-16,2 0 0 16,-2 1 0-16,2-2 0 15,0 2 0-15,0 0 1 0,0-1-1 16,2 0 0-16,2 1 2 15,1 0-2-15,3 0 1 16,3 0-1-16,-2 1 0 16,1 4 0-16,2-1-1 15,-1 1 1-15,2-3 0 0,-2-1 0 16,7-1 0-16,1 0 0 16,4-3 0-16,2-6 0 15,1-1 3-15,3-2-2 16,0 0 0-16,2 2 0 0,-5-1-1 15,-1 2 1-15,-3 1-1 16,-5 2 0-16,-3 2 0 16,-9 2 0-16,-5 2 0 15,-4 0-1-15,-6 0-1 16,-7 0-24-16,-8 5-29 16</inkml:trace>
  <inkml:trace contextRef="#ctx0" brushRef="#br0" timeOffset="8779.68">9954 15320 73 0,'0'0'22'0,"0"0"-5"0,0 0-1 0,0 0-16 16,0 0 5-16,0 0-3 16,0 0-1-16,0 0 0 0,51 0-1 15,-29 1 1-15,3 3-1 16,3-1 0-16,7 2 0 16,6-4-1-16,6-1 2 15,5 0-2-15,5 0 2 16,4-7-1-16,1-2 0 0,4-1 0 15,2 2 2-15,-1 1-1 16,3 1 0-16,-1 2-1 16,0 2 2-16,-2 2-2 15,-4 0 0-15,-3 0 0 16,-4 0 1-16,-4 0-1 0,-10 0 0 16,-3 0 0-16,-6 0 0 15,-9 0-1-15,-3 0-3 16,-3 0-37-16</inkml:trace>
  <inkml:trace contextRef="#ctx0" brushRef="#br0" timeOffset="9634.45">12168 14000 113 0,'0'0'0'0,"0"0"-7"0,0 0 1 0,0 0 2 0,0 0 3 16,0 0 1-16,0 0 0 15,2 37 2-15,2-27 1 16,-1 0 1-16,-1 6 0 15,-1 4-2-15,-1 3 0 16,0 8-1-16,0 8 0 16,-3 7-1-16,-6 8 2 0,2 7 1 15,-3 12 1-15,0 9-2 16,1 3 3-16,0 10 0 16,-3 7-2-16,0 8-1 15,-1 3-1-15,-3 8 0 16,-3 5 4-16,2 4 0 0,-6 2 4 15,1-1 15-15,4-5-4 16,0-8-13-16,3-7-5 16,5-12-1-16,1-12 0 15,5-8 0-15,4-8-1 16,-2-7 0-16,2-3-11 0,0-7-25 16,0-6-13-16,0-8-65 15</inkml:trace>
  <inkml:trace contextRef="#ctx0" brushRef="#br0" timeOffset="11676.53">9841 15414 12 0,'-7'0'2'0,"-1"-2"7"0,3-1 9 0,-3 1-9 0,1-3-2 16,-1 2 2-16,-3 3 1 15,3-2-2-15,-4 2-3 16,1 0-4-16,-3 0 3 16,2 0 1-16,-1 0-2 15,-1 0 1-15,0 2-2 0,-2 3-1 16,3 0 0-16,-3 1-1 16,1 1 0-16,-3 2 1 15,1 1-1-15,0 1 0 16,-3 2 0-16,2-2 0 15,-2 2 1-15,-3 3 0 0,2-1 0 16,-2 1 1-16,1 0-1 16,2 0 2-16,-2 0-2 15,3 1 0-15,0 0 0 16,1-1 1-16,2 4-1 16,0-2 5-16,-1 3-1 0,0 1 2 15,3 0-1-15,2 3-2 16,3 0 1-16,1 2-3 15,4 0 2-15,0 2-4 16,4 3 1-16,0 2-1 16,2 3 1-16,5 7 0 15,4 2 1-15,2 3-1 0,2 1 0 16,2 1-1-16,5-1 0 16,-1-2 2-16,4-2-2 15,2-4 1-15,4 0 0 16,2-4-1-16,5-3 0 15,2-2 1-15,3-4 0 0,1-3 4 16,2-4 0-16,4-2-3 16,0-3-1-16,1-4 1 15,5-2 1-15,4-4-1 16,0-3-2-16,3-3 1 0,-3-1-1 16,1-4 0-16,-1-9 0 15,-1-5 0-15,0-6-1 16,0-5 1-16,-3-6 8 15,-1-2 0-15,1-4-3 16,-2-3-2-16,2 1-2 16,-5-2 0-16,-2-4 0 0,-6-3-1 15,-5-1 0-15,-9-1 1 16,-9 2-1-16,-8 0 1 16,-6 5 3-16,-6 1 17 15,0 5-5-15,-4-2-5 16,-8 1-5-16,-1 0-2 0,-3 1-1 15,-1 0-2-15,-2 4-1 16,-5-1 1-16,-2 5-2 16,-4 4 5-16,-4 0-3 15,-6 5 0-15,-2 2 1 16,-3 7-2-16,-1 2-4 0,-2 6 4 16,-5 4 0-16,1 3-3 15,-4 4-9-15,-2 9-4 16,2 3-2-16,3 2-8 15,1 1-22-15,3-4-13 16</inkml:trace>
  <inkml:trace contextRef="#ctx0" brushRef="#br0" timeOffset="16076.69">9865 15392 77 0,'4'0'4'0,"-2"0"-3"0,2-1 2 0,2 1 6 16,1-3-4-16,4 3-1 15,5-4 1-15,2 2-3 0,4-1-2 16,3 2 1-16,3 0-9 16,1-1-74-16</inkml:trace>
  <inkml:trace contextRef="#ctx0" brushRef="#br0" timeOffset="17444.44">10259 16270 31 0,'0'9'10'0,"0"-1"10"0,-4 3 0 0,2 2-11 16,-1 1-2-16,1 2-3 15,0 4 1-15,0 1 1 16,0 2 5-16,1 2 6 15,0 4-4-15,1 2-1 16,0 2-2-16,0 4-5 16,0 5-1-16,-1 5-3 15,-4 4 0-15,1 5-1 0,-1-1 0 16,-1-2 0-16,-3-4 1 16,2-6-1-16,-2-6 1 15,2-10 0-15,3 0-1 16,-2-7 1-16,-1-4-1 0,2-4 0 15,3 1 0-15,-3-5-2 16,1 0-25-16,0-7-28 16</inkml:trace>
  <inkml:trace contextRef="#ctx0" brushRef="#br0" timeOffset="17757.24">10034 17104 92 0,'0'0'5'0,"0"0"18"0,0 0-10 15,0 0-9-15,0 0 3 16,0 0 2-16,0 0-2 16,43 11-1-16,-30-6-5 15,0 2 0-15,3-2 1 0,-3-1-2 16,0 0 0-16,-1-4-2 16,-2 0-33-16,0-4-98 15</inkml:trace>
  <inkml:trace contextRef="#ctx0" brushRef="#br0" timeOffset="17892.27">10246 17013 259 0,'0'0'-11'0,"0"0"11"16,-18 38 1-16,15-17-2 15,-1 2-30-15,-4 2-44 0</inkml:trace>
  <inkml:trace contextRef="#ctx0" brushRef="#br0" timeOffset="18525.26">9806 17351 73 0,'0'0'3'0,"0"0"-1"0,0 0 4 16,0 0 7-16,0 54 3 0,0-33 7 16,0 5-2-16,0 2 0 15,2 3-7-15,3 2-8 16,1 0-4-16,1-1-1 16,1-1-1-16,-1-3-2 15,0-6-14-15,-2-2-21 0,-1-7-3 16</inkml:trace>
  <inkml:trace contextRef="#ctx0" brushRef="#br0" timeOffset="18945.86">9965 17459 127 0,'0'0'2'16,"0"0"14"-16,0 0-15 15,0 0-2-15,0 0 2 16,8 42-2-16,-4-20 2 16,-1-2 0-16,1 0-1 15,3-2 0-15,-4-5 0 0,3-3 1 16,-2-5-1-16,3-2 1 15,-1-3-1-15,2 0 1 16,-2-4 14-16,3-9-10 16,-3 3-2-16,-2-5-1 15,0 0 1-15,-2-2 7 0,-2 2 1 16,0-2 7-16,-8-2-3 16,0 2-2-16,-3 3-4 15,0 0-4-15,0 5 0 16,2 4-5-16,-1 3-2 0,0 2 4 15,3 10-18 1,0 8-24-16,0 2-10 0,2 0-21 16</inkml:trace>
  <inkml:trace contextRef="#ctx0" brushRef="#br0" timeOffset="19358.22">10143 17430 78 0,'0'0'36'0,"0"0"-35"0,0 0 0 15,0 0 6-15,0 0 19 16,0 0-3-16,0 0-4 16,0 0-9-16,0 0-6 15,-9-10 0-15,7 25-3 16,2 0 0-16,0 5-1 15,0-3 1-15,6 4-2 0,2-6 1 16,0-1-3-16,-2-3-5 16,3-1 6-16,1-7-3 15,1-3 2-15,-2 0 3 16,3-3-1-16,0-8 2 0,-1-5 1 16,1-1-1-16,-5-4 1 15,-1 1-1-15,-4-1-1 16,-2 2 2-16,0 1 3 15,-8 2 6-15,-1 3-1 16,-3 2 0-16,3 5-6 0,-3 3-4 16,0 3 0-16,5 0 0 15,-2 11-23-15,3 3-15 16,-1 0-15-16</inkml:trace>
  <inkml:trace contextRef="#ctx0" brushRef="#br0" timeOffset="19750.31">10375 17312 134 0,'0'0'-6'0,"0"0"11"0,0 0 9 0,0 0 5 16,0 0-7-16,0 0 3 15,0 0-6-15,0 0-8 16,0 0 1-16,-37 33-1 0,36-11-1 16,1-1 2-16,0-1-2 15,0-5 0-15,9-2 1 16,0-4 0-16,0-5-1 16,3-4-1-16,0 0 0 0,2-4-1 15,-3-8 5-15,3-2 0 16,-5-4 4-16,1-1 3 15,-2-1-2-15,-4-1-2 16,-4 0-1-16,0 2 1 16,0 4 1-16,-11 3-1 15,2 4-4-15,-4 3-1 0,-4 5-7 16,1 6-14-16,-3 12-29 16,-3 5-17-16</inkml:trace>
  <inkml:trace contextRef="#ctx0" brushRef="#br0" timeOffset="20119.37">10129 17778 140 0,'0'0'6'0,"0"0"6"0,0 0-10 0,0 0 3 0,0 0-4 16,0 0 0-16,41-41 0 15,-19 26 4-15,7-2 9 16,2-2-5-16,7-1-6 15,0-1-1-15,5 2-1 0,-1-2 0 16,3 2-1-16,-3 0 0 16,1 0 0-16,-2 6 1 15,-2-2-1-15,-6 6-1 16,-3 2-7-16,-10 2-43 0,-6 5-89 16</inkml:trace>
  <inkml:trace contextRef="#ctx0" brushRef="#br0" timeOffset="20930.47">10388 17742 6 0,'0'0'17'0,"37"-29"-13"16,-14 11 11-16,5-4 3 15,1 2-4-15,2-4-5 16,2 0-1-16,-2-3 4 0,3 0 1 16,-2 0 4-16,2 0-11 15,-1 2-5-15,-3 0 0 16,-4 1-2-16,-2 4 0 15,-5 0-1-15,-6 2 3 16,-2 1-1-16,-6 1 3 0,-3 1 26 16,-2-2 11-16,0 1-12 15,0-2-14-15,-4-3-8 16,-4-1-2-16,1-3-2 16,-5 0-2-16,-3-3 1 15,0-1 0-15,-9 1 0 0,1 1-1 16,-4 1-1-16,-6 1 2 15,1 2-1-15,-3 3 1 16,-1 3 3-16,-2 3 3 16,-2 3-5-16,-3 3-2 15,1 3-1-15,-3 4 2 16,0 1-4-16,0 0 4 0,3 2 0 16,-2 8-2-16,-1 3 1 15,1 3 0-15,-2 2 0 16,0 5-3-16,-3 0 3 15,4 2-2-15,-3 1 3 0,5 1 0 16,2 3-1-16,5 1 0 16,4 5-2-16,4 3 4 15,6 5-1-15,3 4-2 16,7 2 2-16,4 3-2 16,6-1 1-16,2-2 0 0,4 0 0 15,8-5 0-15,5-4 0 16,8 0 0-16,2-5 1 15,5-6 0-15,5-3-1 16,6-7 1-16,6-6-2 16,3-7 1-16,2-7 1 0,1 0 0 15,3 0-1-15,-2-12 1 16,0-4 0-16,-6-3-1 16,0-3 1-16,-4-3-2 15,-3 0 0-15,-6-1 0 16,-2 2 1-16,-8-1-1 15,-4 1-7-15,-5 2-37 0,-9-1-46 16</inkml:trace>
  <inkml:trace contextRef="#ctx0" brushRef="#br0" timeOffset="21356.52">10806 17159 38 0,'0'0'45'0,"0"0"-12"0,32-64 0 0,-14 23-3 0,4-11-9 16,7-10-12-16,6-10-5 16,8-8-4-16,4-6 2 15,3 1-13-15,-1-1-25 16,-4 7-37-16</inkml:trace>
  <inkml:trace contextRef="#ctx0" brushRef="#br0" timeOffset="22872.42">10587 17848 114 0,'-4'-3'5'0,"-2"0"22"0,-2-1 4 15,4 3-10-15,0-2-13 0,1 0-1 16,2-1-4-16,1 0-1 16,0-2-1-16,0 0-3 15,1-3 4-15,8 0-2 16,1-3 2-16,3 1-2 16,0 5 0-16,1 0 0 0,1 1 0 15,1 5 0-15,-3 0 0 16,1 1-2-16,-5 10 0 15,0 2-1-15,0 4 1 16,-5 1-5-16,-4 0-8 16,0 2-1-16,0-3-1 0,-6 1 7 15,-6-1 5-15,3-4 7 16,-4-2-2-16,6-2 1 16,1-3 3-16,3-5 4 15,1-1 0-15,2 0-7 16,0 0-5-16,0 0 0 0,3-5 1 15,1 3 3-15,2-2 0 16,1 1 2-16,2 1-2 16,0 2-2-16,0 0 4 15,3 0-1-15,0 0-2 16,-3 2 2-16,-2 4-1 0,0-1 0 16,-5 4 0-16,0 1 2 15,-2 0-1-15,0 1 0 16,-4 0 2-16,-7 2 0 15,-3-1 7-15,-1 0-3 16,-1 0 0-16,-1-4 4 0,0 2-5 16,1-3 3-1,3-3-5-15,3-3-2 0,5-1-1 16,0 0-2-16,5-10-19 16,0-7-48-16</inkml:trace>
  <inkml:trace contextRef="#ctx0" brushRef="#br0" timeOffset="25669.72">10673 17795 139 0,'-5'2'2'0,"-2"-1"15"0,-1 2 2 16,3 0-10-16,-4 1-7 15,2 2 0-15,-2-2 1 16,-1 1 8-16,2-2 7 0,0-2 2 15,1-1 2-15,1 0-10 16,3 0-3-16,-1 0-3 16,4-3-5-16,0-4-3 15,0-2 2-15,2-2 1 16,4-3 0-16,3-2-1 16,2 5 1-16,1-1-2 0,1 4 1 15,1 2 2-15,1 3-2 16,3 3 0-16,0 6 0 15,2 10-2-15,-2 4-2 16,-2 6-8-16,-2 3 2 16,-4 3 1-16,-7 3 2 0,-2-3 4 15,-1 3 1-15,-2-5 4 16,-8-1-4-16,0-3 4 16,-1-4-2-16,0-5 0 15,1-4 1-15,6-5-1 16,0-5 1-16,2-1-1 0,2-2 4 15,0 0-5-15,0 0-2 16,4 0 3-16,5-6 4 16,2-3 7-16,1 0-6 15,3-3 2-15,0 3-3 16,4 0 0-16,-4 0-3 0,1 2-1 16,-1 0 1-16,0 0-1 15,-2 3 0-15,2-3-2 16,-2 0-13-16,-2-5-25 15,-1-3-74-15</inkml:trace>
  <inkml:trace contextRef="#ctx0" brushRef="#br0" timeOffset="26032.02">10938 17746 231 0,'0'0'-6'0,"0"0"38"15,0 0-13-15,-36 10-14 0,33 0-5 16,3 4 0-16,0 1 0 16,0 5 1-16,4-1-1 15,4 0 0-15,2-3 1 16,0 1-1-16,1-4 0 0,1-3 0 16,-3-3-2-16,0-1 1 15,0-5 0-15,-2-1-1 16,0-1 1-16,-3-11 2 15,2 0 3-15,-3-3-3 0,-3-2 2 16,0 0-2-16,0 0 1 16,-11 2-1-16,0 0 0 15,-1 3-1-15,-1 2 0 16,0 3 1-16,1 4-4 16,1 3 3-16,3 7-5 15,2 7-23-15,4 0-12 0,0 1-28 16,2-1-45-16</inkml:trace>
  <inkml:trace contextRef="#ctx0" brushRef="#br0" timeOffset="26423.13">11069 17741 188 0,'0'0'-31'15,"0"0"44"-15,0 0 8 0,0 0-8 16,0 0-2-16,0 0-3 16,0 0-5-16,0 0-2 15,0 0 0-15,-25 49-1 16,32-34 1-16,1-1 1 0,-1-2-2 16,4-5 0-16,0 0 0 15,-3-4-2-15,3-3-1 16,-1 0 3-16,-1-6-4 15,1-7 3-15,0-6 4 16,-3-4-1-16,-1-1 3 16,-4-2-1-16,-1 5 0 15,-1-2-1-15,0 6-1 0,-5 3 2 16,-5 3 2-16,0 2-1 16,-1 5 2-16,0 4-6 15,0 0-1-15,1 15-3 16,4 4-10-16,2 2-20 15,1-1-20-15,3 0-10 0</inkml:trace>
  <inkml:trace contextRef="#ctx0" brushRef="#br0" timeOffset="26821.6">11261 17611 129 0,'0'0'12'0,"0"0"25"0,0 0-20 16,0 0-13-16,-10 38-3 15,10-24 0-15,0 2-1 0,5-3 0 16,1-1 0-16,2-4-1 15,2-3 2-15,-2-3-6 16,2-2 5-16,1-2 0 16,1-6 3-16,-4-4-1 15,1-5 10-15,1-1-7 0,-5-3 4 16,-2 2-1-16,-2 0 2 16,-1-2-1-16,0 3 1 15,-7 2-6-15,-5 2 0 16,0 3-1-16,-3 5-2 15,2 6-3-15,1 0-4 0,-1 10-20 16,5 6-28-16,-1 1-11 16</inkml:trace>
  <inkml:trace contextRef="#ctx0" brushRef="#br0" timeOffset="27184.89">11507 17419 89 0,'0'0'0'16,"0"0"23"-16,0 0 18 16,0 0-5-16,-44-13-9 15,34 20-8-15,5 5-15 16,3 3-3-16,2-1-1 0,0 1 2 15,2-1-1-15,7-4 0 16,0-4 0-16,5-2-1 16,-2-4 0-16,1 0 2 15,-3-11-1-15,-1-4 6 16,-2-2 10-16,-2-1-3 16,-4-2 1-16,-1 0-3 0,0 1-6 15,-4 2-4-15,-6 3-1 16,0 5-2-16,-1 8-7 15,-5 1-27-15,-1 16-55 16,-4 5-76-16</inkml:trace>
  <inkml:trace contextRef="#ctx0" brushRef="#br0" timeOffset="27511.67">11157 18040 128 0,'0'0'-8'0,"62"-60"14"0,-25 27 8 0,-1 1 4 0,4 3 2 0,-3-1 0 16,3 4-14-16,-1 2-4 15,-1 3 0-15,-2 1-2 16,-1 5 1-16,-5 1-1 16,-3 5-4-16,-8 5-30 15,-7 4-31-15</inkml:trace>
  <inkml:trace contextRef="#ctx0" brushRef="#br0" timeOffset="27746.83">11218 18190 165 0,'0'0'-4'15,"0"0"8"-15,0 0 5 16,56-57 6-16,-21 27-6 0,6-8-1 16,3 1 4-16,6-1-4 15,-1 1-3-15,4 0-4 16,-1 6-2-16,-5 0-30 16,-2 3-60-16</inkml:trace>
  <inkml:trace contextRef="#ctx0" brushRef="#br0" timeOffset="29240.71">11117 17142 89 0,'0'0'10'0,"0"0"5"0,-40 0 0 0,24 0-10 16,1 0-4-16,-1 0 0 15,-1 0-1-15,0 0-1 0,0 2 1 16,-1 0 0-16,-2 3 0 15,4 0 1-15,-2 1 1 16,-1 0 1-16,2 1 1 16,2 1 0-16,-3 1-2 15,-2 1-1-15,4 3-2 16,-6 2 1-16,4 0 0 0,-5 1 0 16,3 3-1-16,-3-1 2 15,4 4-1-15,-5-1 0 16,1 0 0-16,1 3 0 15,-1 1 1-15,3 0 2 16,-2 1 1-16,6-1-2 0,-2 1-1 16,5-1-1-16,-1 1 0 15,4-2 0-15,0 0 1 16,2 0-1-16,-1 1 2 16,4-1-1-16,-1 2 4 15,3-3 3-15,1 4 0 0,2-2-3 16,0 0 1-16,0 2-6 15,0 0 2-15,0 0-1 16,3 3 0-16,3 0 1 16,0 1-1-16,4-1 0 15,-3 2 1-15,3 0-1 0,1-3-1 16,3 3 1-16,1-4 1 16,1 3-1-16,2-2 1 15,2-1 0-15,0-4-2 16,5-2 0-16,1-5 1 15,4-2-1-15,4-5 3 0,2-1-1 16,1-2 0-16,-1 0-2 16,-1-3 3-16,1 3-3 15,-5-2 1-15,0 0 1 16,1 1-4-16,-1-1 4 16,0-3 2-16,0 1-1 0,4-3-2 15,-2 0 1-15,3 0-1 16,2-6-1-16,4-4 0 15,-1 0 1-15,3-7-1 16,-1-1 0-16,-1-2-1 16,0-4 2-16,-1-2-1 0,-5-2 1 15,-2-1 0-15,-3 1-2 16,-4-3 1-16,-2-1 0 16,-2 0 4-16,-4-4 0 15,-1 1-2-15,-3-1 1 16,-1-2-1-16,-7-2 1 15,-1 0-1-15,-2-2 2 0,-4-2 7 16,0-2-10-16,0-2-1 16,-4 0 1-16,-5-2-2 15,-3 3 1-15,-3 2-1 16,-1-1 2-16,-1 4-1 16,-2 0 0-16,-1 1 0 0,-1 3 0 15,0 0 1-15,-4 6 0 16,0 1-2-16,-6 4 0 15,0 6 1-15,-3 2-2 16,-3 8 0-16,1 1 2 0,-4 7-4 16,1 3 4-16,0 0 0 15,1 14-6-15,-2 6-20 16,-1 6-27-16,-3 5-27 16</inkml:trace>
  <inkml:trace contextRef="#ctx0" brushRef="#br0" timeOffset="30165.67">10762 17341 1 0,'-23'11'0'0,"-1"1"1"0,-1-1 1 0,0 2-3 0,-2 2-2 16,-1 4 3-16,1-1 0 16,-1 2 24-16,0 4 3 15,3 1-15-15,3 1 0 16,1 4-1-16,2-1-1 15,4 4-6-15,3 3 0 0,3 1-1 16,3 1-2-16,1 1-1 16,5 1 1-16,0-1-1 15,1 1 1-15,7 1 2 16,3 1 0-16,5-1 1 16,0 0-1-16,6 3-2 0,1-2 0 15,5-1 0-15,4-2-1 16,2 1 0-16,3-2 1 15,3-5-1-15,3-2 1 16,-1-5-1-16,0-5 2 16,1-7 1-16,0-6 0 15,2-2 0-15,-1-6-1 0,3 0 3 16,0-7-3-16,2-7 0 16,0-3 1-16,0-3 2 15,3-1 2-15,-3-3-1 16,0-2 3-16,2-4-1 0,-3-1-1 15,-4-3-6-15,-1-3-1 16,-7-3 2-16,-3-1-2 16,-4-1 0-16,-4-1 0 15,-6 0 1-15,-3 5 0 16,-4-2 0-16,-3 2 3 16,-7 0 18-16,-2 1 2 0,0-2-18 15,-12-1 2-15,-5-3 2 16,-3 1-4-16,-3-3 4 15,-3 1-3-15,-8 0-4 16,-2-2-2-16,-2 2 0 0,-4 3-2 16,-3 4 3-16,-4 4-1 15,2 4-3-15,-3 6 0 16,-2 5 2-16,-1 5-4 16,-2 6-3-16,2 7-3 15,-4 0-8-15,0 14-12 16,1 11-4-16,-1 8-6 0,-3 8-10 15</inkml:trace>
  <inkml:trace contextRef="#ctx0" brushRef="#br0" timeOffset="30748.77">10690 17331 53 0,'0'0'5'0,"72"-62"11"0,-34 29 7 16,2 2-3-16,5 2-5 15,-2 4-1-15,6 3-1 0,-2 8-5 16,4 4-1-16,0 9-7 16,-2 1 1-16,1 8-2 15,-4 11 2-15,2 5 0 16,-2 6-1-16,2 5 1 16,0 8 2-16,-1 5 0 15,0 7-3-15,-4 5 1 0,-3 5-2 16,-7 2 1-16,-6 2-1 15,-6-3-16-15,-8-1 20 16,-9-8-1-16,-4-3-2 16,-7-1-23-16,-13-5 33 0,-7 2-10 15,-9-1 1-15,-9 0 0 16,-10-1-8-16,-7-1-19 16,-11-4-16-16</inkml:trace>
  <inkml:trace contextRef="#ctx0" brushRef="#br0" timeOffset="32826.47">11061 17213 2 0,'27'-13'25'0,"-2"0"-3"0,2-1 0 0,-2 0 2 16,-1 1 0-16,0 3 4 15,3 1-7-15,0 2-10 16,0 3-5-16,2 4-5 16,2 0-1-16,1 6-1 15,1 12-5-15,-2 5 2 0,3 11 0 16,-3 6-5-16,-2 8 8 16,0 5 1-16,-4 1 1 15,0 4-1-15,-6 0 0 16,0-4-3-16,-4 3 6 15,-1 0-6-15,-8 0 4 0,-3 1 0 16,-2-1 0-16,-1-2-1 16,-3-2 1-16,-8-1-1 15,-3-5 2-15,-2 3-2 16,-4-2 0-16,-3-1 1 16,-3 0-1-16,-2-1 0 0,-7-2 0 15,-1-5 0-15,-4-2 0 16,0-6 1-16,-5-2-1 15,3-8 3-15,-1-4-1 16,3-6 5-16,0-6 3 16,1-5-3-16,0 0-5 0,1-10-1 15,0-3-2-15,-3-4 1 16,1-1 0-16,0-2 0 16,-3-3 0-16,-2-1 2 15,0-4 6-15,3-4 9 16,0-5-4-16,1-5-7 15,12-8-8-15,6-10 2 0,11-9-1 16,10-14-3-16,6-13-32 16,17-14-27-16</inkml:trace>
  <inkml:trace contextRef="#ctx0" brushRef="#br0" timeOffset="37241.37">12125 14682 9 0,'0'4'41'0,"-2"-2"-6"0,-2 1-11 0,-1-1-9 16,1 0-9-16,3 1-4 15,-1 1-2-15,2 0 0 16,-2 1-8-16,2 0-9 15,0 1-1-15,0 1 7 0,-2 0 8 16,2 0 1-16,-3-2-1 16,2 1-4-16,-1-2 2 15,1-2 3-15,-1 1 2 16,-2-3 5-16,-1 0 10 16,0 0 6-16,1 0 2 0,-1 0-7 15,2 0 3-15,2 0-7 16,1 0-4-16,-2 0-5 15,2 0-1-15,0 0-2 16,0 0-1-16,0 0 0 16,0 0 1-16,0 0 0 0,0 0 1 15,0-1 0-15,0-1 1 16,2 1-1-16,1-2 2 16,1-1 1-16,2 0-3 15,1-1 1-15,2 0-3 16,0 0 5-16,0 0-4 0,3 0 2 15,0 0-4-15,5 0 5 16,0 0-3-16,4-1 1 16,5 2 0-16,1-3-1 15,2 0 0-15,1-1 1 0,3 0-1 16,-2 1 0-16,0-2 0 16,0 4-1-16,1-1 4 15,-3 2-1-15,0 3 1 16,0-1-2-16,-3 2 0 15,-1 0-1-15,-4 0 1 16,-1 0-1-16,-5 0 0 0,-1 0 0 16,-5 0 1-16,-2 0-1 15,-2 2 0-15,-2-1-2 16,-3-1-23-16,0 0-49 16</inkml:trace>
  <inkml:trace contextRef="#ctx0" brushRef="#br0" timeOffset="37539.5">12642 14543 97 0,'0'0'2'0,"0"0"8"0,0 0 7 0,0 0-2 16,0 0 5-16,0 0-5 15,0 0-3-15,0 0-4 16,0 0-5-16,0 0-3 0,0 0 0 16,35-29 0-16,-26 36 0 15,-2 5-1-15,3 2 1 16,0 5 1-16,-4 6-1 16,1 5-1-16,-5 7-2 15,-2 6 4-15,-2 4-2 0,-15 9-9 16,-13 10-14-16,-14 7-27 15</inkml:trace>
  <inkml:trace contextRef="#ctx0" brushRef="#br0" timeOffset="39253.27">13097 14486 57 0,'0'0'34'0,"0"0"-33"0,0 0 1 16,0 0-1-16,0 0-1 16,0 0-7-16,0 0-19 15,0 0 20-15,0 0 4 16,0 0 4-16,0 0-2 0,0 0 1 16,0 0-52-16</inkml:trace>
  <inkml:trace contextRef="#ctx0" brushRef="#br0" timeOffset="39676.61">13097 14486 134 0</inkml:trace>
  <inkml:trace contextRef="#ctx0" brushRef="#br0" timeOffset="39819.32">13097 14486 134 0,'2'-3'2'0,"-6"-1"27"0,2 1-6 0,2 2-6 16,-2-1-10-16,2 2-5 15,0 0-4-15,0 7 2 0,0 6 0 16,0 3 0-16,0 5 1 16,0 2-2-16,0 1 1 15,-1 4 0-15,0-1 0 16,-1-1-1-16,-1-5-9 0,-1-2-7 15,-2-2-13 1,3-7-9-16,-2-9-32 0</inkml:trace>
  <inkml:trace contextRef="#ctx0" brushRef="#br0" timeOffset="40219.83">13095 14493 97 0,'0'0'3'16,"0"0"7"-16,0 0-5 16,0 0-3-16,0 0 2 15,45 9 0-15,-34 4-1 16,3 3 1-16,-3 1 1 0,-1 5-2 15,2-1-2-15,-1 1-1 16,-2-3 1-16,0 0-1 16,-2-5 0-16,-2 0 0 15,1-4 2-15,-4-3-2 16,2-2 0-16,-2-2 1 0,0-3 0 16,2 0 6-16,-2-2 40 15,0-6-13-15,1-5-17 16,1-4-6-16,2-5-4 15,1 1-4-15,2-3-1 16,-4 0-2-16,4 1 0 0,2 2-6 16,-4 1-21-16,1 4-31 15,1 2-17-15</inkml:trace>
  <inkml:trace contextRef="#ctx0" brushRef="#br0" timeOffset="40632.1">13402 14547 58 0,'0'0'1'16,"0"0"1"-16,0 0-2 0,0 0 2 16,0 0 1-16,4 44 2 15,-4-31 5-15,1 1 0 16,3-1 0-16,-2-3-3 15,3 1-3-15,3-2-2 0,-1-5 1 16,2 0 1-16,2-4 0 16,-3 0 0-16,3 0-3 15,1-8 7-15,-1-5 2 16,3-3-3-16,-3 0 13 16,-2 0-8-16,2-3-3 15,-6 4-4-15,1 2 2 0,-6 4-3 16,0 2-1-16,0 3 4 15,0 4 5-15,0 0-7 16,-4 0-4-16,0 7-1 16,3 6 1-16,0 0-1 15,1 0 0-15,0 1 0 0,3 0-12 16,6-3-9-16,1-2-24 16,-3-2 5-16,3-4-81 15</inkml:trace>
  <inkml:trace contextRef="#ctx0" brushRef="#br0" timeOffset="41279.33">13760 14513 113 0,'0'0'11'0,"0"0"33"16,0 0-21-16,0 0-10 0,0 0-7 15,0 0-7-15,0 0 0 16,0 0-4-16,0 0 2 15,2 3 2-15,-5 12 1 16,1 1 0-16,0 1 1 16,0-2-2-16,1-3 2 15,0-2-1-15,1-1 0 0,0-4 1 16,0-2-1-16,0-1 0 16,0-2 0-16,0 0-8 15,4 0 7-15,-2-5 4 16,3-5-5-16,1-2 7 0,-2 0-5 15,3-3 3-15,0 2 2 16,0 0 2-16,-1 0 3 16,1 4-2-16,2 1-5 15,-3 3-1-15,2 2-1 16,0 3-1-16,0 0-1 0,-2 1 0 16,-1 8-3-1,-1 2-2-15,0 3 4 0,-2 1-5 16,0 1 0-16,-2-1 1 15,0-2 4-15,3-1 1 16,-3-4 1-16,0-1 0 16,0-2 0-16,1-2 0 0,-1-3 1 15,2 0-2-15,2 0 4 16,0-7 3-16,-1-3-4 16,3-3-1-16,1-4-2 15,4 3 4-15,-4 0-2 16,3-2 1-16,3 5-1 0,-3-2 4 15,1 4-3-15,1 2-2 16,-2 2 2-16,2 5-1 16,-1 0-1-16,-4 0 0 15,1 10-1-15,-3 1-4 16,-2 3 4-16,-1 0-7 0,-2 1 4 16,0 0 1-16,0-1-1 15,0 2-10-15,-3-6-16 16,-1-3-16-16</inkml:trace>
  <inkml:trace contextRef="#ctx0" brushRef="#br0" timeOffset="41842.52">14141 14327 46 0,'0'0'162'0,"0"0"-158"0,0 0 8 0,-2-38-4 16,0 35-5-16,0 3-1 16,1 0-1-16,1 1-2 15,0 9 1-15,0 6 1 0,0 2-1 16,1 4 1-16,3 3-1 16,0 1 0-16,-2 2 0 15,-1-2-3-15,1-1-7 16,-1 0-4-16,-1-4 5 15,0-3 1-15,0-2-3 0,0-5 1 16,0-2 3-16,0-5 5 16,0-1 2-16,0-3-4 15,0 0 8-15,0-6-4 16,1-5 0-16,4-3 0 16,0-1 1-16,3 0 5 15,-1 0-1-15,2-1 8 0,-2 4-1 16,2 2-5-16,2 3-2 15,-4 3-4-15,3 2 0 16,-1 2-1-16,0 0 0 16,0 1-3-16,-4 6 0 15,3 4-5-15,-4 2 5 0,-2 0 2 16,-1 0-2-16,-1 0-1 16,0 0 0-16,-3-1 1 15,-8-2 1-15,-1 0 7 16,-2-2 0-16,1-1-1 15,-5-1-2-15,4-2-2 0,0-3 1 16,6-1-2-16,0 0-9 16,7-7-11-16,1-7-33 15,1-4-45-15</inkml:trace>
  <inkml:trace contextRef="#ctx0" brushRef="#br0" timeOffset="42523.02">14336 14479 45 0,'0'0'4'0,"0"0"13"0,0 0-10 0,0 0-1 15,0 0 0-15,0 0 4 16,42 23 5-16,-37-23-4 16,3 0-3-16,-2-5 3 15,0-2 11-15,-2 0 4 16,-1-3-12-16,-1 1-2 15,-2-3-2-15,0 5-3 0,0-2-2 16,0 4-2-16,-5-1-3 16,1 3 4-16,-4 2-6 15,2 1 0-15,0 0-1 16,1 4 2-16,1 5 0 0,-2 2 1 16,3 5 1-16,0 1-1 15,3 0 0-15,0 3 1 16,0-1-1-16,0 0-1 15,0-2 0-15,6-3-5 16,4-2 1-16,-1-4 4 16,2-3-2-16,1-3 2 0,1-2 1 15,3 0 0-15,-1-3 4 16,1-5 2-16,-3-5 0 16,-1 0-2-16,1 0 0 15,-3-4-2-15,0 0 1 16,-5 2-1-16,1-1 0 0,-2 3 0 15,-2 1 1-15,-1 4 3 16,2 0-2-16,1 4-1 16,-2 1-2-16,1 3-1 15,1 0-3-15,2 0 0 16,0 8-2-16,2 2 2 0,1 0 2 16,2 0 1-16,1 0-1 15,0-1 1-15,1-4 0 16,-1-2-1-16,1-3 2 15,1 0-1-15,-1 0 3 16,-1-6 8-16,-3-4-2 0,-1-1 0 16,-2-2 2-16,-1-1 2 15,-5-2-3-15,0 1-4 16,0 1-1-16,-3-2-5 16,-5 6 0-16,-3 2-7 15,-5 2-39-15,-3 0-81 16</inkml:trace>
  <inkml:trace contextRef="#ctx0" brushRef="#br0" timeOffset="43310.23">14318 14921 22 0,'10'11'2'0,"4"-2"7"0,4 1 4 0,3 0 2 15,6-2-3-15,3-1-1 16,4 0 7-16,3-1 5 0,7-2 4 15,0-2-1-15,4-2-5 16,4 0-4-16,3 0-7 16,2 0-2-16,0 0-4 15,1-6 0-15,-5-1-1 16,1-4 2-16,-4 1-2 16,-3-1 2-16,-1 0 1 0,-6 1-5 15,-4 0 0-15,-7 3-1 16,-4 2 1-16,-5 2-3 15,-10 0-16-15,-3 0-31 16,-7 3-28-16</inkml:trace>
  <inkml:trace contextRef="#ctx0" brushRef="#br0" timeOffset="43515.68">15259 14818 237 0,'0'0'-6'16,"0"0"3"-16,40-18 10 16,-25 15 3-16,1 3-7 15,-2 0-2-15,-1 4 0 16,-4 8-2-16,-2 2-1 0,-7 5-2 16,0 3-13-16,-7 4-18 15,-8-1-31-15</inkml:trace>
  <inkml:trace contextRef="#ctx0" brushRef="#br0" timeOffset="44383.36">15753 14601 167 0,'0'0'10'0,"0"0"-7"0,0 0 4 0,0 0-3 0,0 0-3 16,0 0 5-16,-41-18-4 16,32 23 0-16,1 11 0 15,-4 1-2-15,1 9 0 16,-1-1 0-16,2 5 1 15,1-2-1-15,2-1 1 0,5-3-1 16,2-4 2-16,0-3-2 16,5-2 0-16,4-2-3 15,4-4 0-15,0-3-1 16,1-1-4-16,2-3-2 16,-1-2-4-16,1 0 3 0,-1 0 3 15,1-3 2-15,-3-4 3 16,-3-3 2-16,-1 0 2 15,-1-2 7-15,-4-1 5 16,0-2 1-16,-2 1-1 16,0 0-1-16,0 1-4 0,0 1-2 15,2 0-3-15,-3 4 0 16,3 1-2-16,2 2 2 16,-1 1-3-16,4 3 0 15,-2 1 1-15,4 0-1 0,2 0 0 16,-1 1 0-1,1 8 0-15,-2-1-1 0,-1 2-2 16,0 1 0-16,-3 0 2 16,-3-3-6-16,-3 3-2 15,-1-1 5-15,0-1 0 16,0-1 0-16,0-1-1 16,-1 0-17-16,-3-4-10 0,2-1-22 15</inkml:trace>
  <inkml:trace contextRef="#ctx0" brushRef="#br0" timeOffset="44618.27">16058 14669 243 0,'0'0'0'15,"0"0"6"-15,0 0-1 0,0 0-7 16,0 0-2-16,0 0 3 0,0 0-1 15,0 0 2-15,-11 40 0 16,11-26 2-16,0-1-2 16,0-2 2-16,5-2-2 15,1-1 1-15,2-2-4 16,1-3-16-16,2-3-25 0,0 0-27 16</inkml:trace>
  <inkml:trace contextRef="#ctx0" brushRef="#br0" timeOffset="44782.08">16081 14523 226 0,'0'0'3'0,"0"0"4"15,0 0-5-15,-27-37-3 0,27 33-19 16,0 0-50-16</inkml:trace>
  <inkml:trace contextRef="#ctx0" brushRef="#br0" timeOffset="45359.5">16126 14647 147 0,'0'0'0'0,"0"0"0"0,27 44 2 16,-16-27-2-16,-2 0 1 16,0-4-2-16,-2-1-7 15,-1-4 5-15,-1-3 3 16,-1-3-1-16,-2-2 3 16,0 0 26-16,-1 0 0 15,-1-8-25-15,3-3-3 0,-3-3-11 16,1-2-14-16,2-2 15 15,1-1 10-15,-2 2 0 16,2 0 3-16,3 3 17 16,0 3-6-16,3 2-5 15,0 5-8-15,4 1 0 0,-1 3 0 16,0 0-1-16,3 0 0 16,-3 6 0-16,1 0 0 15,-4-1 1-15,0 1 0 16,1-2-1-16,-4-1 1 0,0-1 0 15,-3-2 0-15,1 0 1 16,-3 0 0-16,-2 0 3 16,0 0 14-16,0-2-12 15,0-2-7-15,-9-1 2 16,0 1-4-16,0 1-2 16,-3 3 5-16,0 0-2 0,1 0 4 15,1 3-2-15,1 10 0 16,1 3 0-16,3 2 0 15,0 1-1-15,5 0 1 16,0 0 1-16,2-5-1 16,8-1 1-16,5-6-2 0,3-2-3 15,5-3-5-15,1-2-22 16,5 0-33-16</inkml:trace>
  <inkml:trace contextRef="#ctx0" brushRef="#br0" timeOffset="45651.28">16760 14455 231 0,'0'0'1'0,"0"0"15"0,0 0 4 16,0 0-10-16,0 0-7 0,0 0-5 16,0 0 1-16,0 0 0 15,-14 38 1-15,14-16 1 16,0 2-1-16,0 0 0 16,3-3 0-16,2 3-11 15,-1-5-18-15,-1-5-22 0,4-3-24 16</inkml:trace>
  <inkml:trace contextRef="#ctx0" brushRef="#br0" timeOffset="46333.96">16841 14463 184 0,'0'0'0'0,"0"0"19"15,0 0 6-15,0 0-19 16,0 0-4-16,0 0-2 0,0 0-1 16,0 0 1-16,14 19 3 15,-8 0-3-15,1 3 0 16,-3 1 1-16,3 0-1 16,-3-2 0-16,-1-1-1 15,0-5 0-15,1-2-7 0,-2-3-3 16,0-4 4-16,-2-5 0 15,2-1 4-15,0 0 3 16,1-3 5-16,1-8 4 16,-1-2-2-16,3-2-1 15,2-2-3-15,0 2 1 0,-1 0 0 16,4 2 1-16,-3 4-2 16,1 4 0-16,2 2-2 15,-1 3 0-15,-3 0-1 16,1 3 0-16,-1 8-1 15,2 2 4-15,-4 0-2 0,1 2-3 16,-1-2 2-16,-1-1 2 16,3-1-2-16,-2-4 1 15,3-1 0-15,1-2 0 16,1-4-1-16,2 0 0 16,3 0 0-16,-2-5 6 0,2-4-1 15,-1-3 0-15,-1-1-2 16,-2-1-1-16,-5 0 0 15,-1 3-1-15,-3-2 1 16,-2 4-1-16,0 2 4 16,0 3-2-16,-2 4-3 15,-5 0-2-15,1 0 1 0,-3 0 3 16,4 7-2-16,-1 3 1 16,5 0-1-16,1 0 0 15,0 0 0-15,5-3 1 16,2 0 0-16,5-3-3 15,0-1 1-15,2-3 2 0,-1 0-3 16,1 0-8-16,2-1-16 16,-4-11-28-16,-2 0-58 15</inkml:trace>
  <inkml:trace contextRef="#ctx0" brushRef="#br0" timeOffset="46491.11">17021 14401 308 0,'0'0'3'0,"0"0"-13"0,0 0-3 0,0 0 0 16,58-14-19-16,-32 9-70 16</inkml:trace>
  <inkml:trace contextRef="#ctx0" brushRef="#br0" timeOffset="48975.67">13218 14898 56 0,'14'-3'3'0,"3"2"2"0,2-3 3 0,1 1-2 16,0-1-3-16,6-1-2 16,-3 2-1-16,1-1 0 15,-1 1 0-15,1 1 1 0,-1 0 1 16,0 1 2-16,0-1 2 15,4 2-2-15,2 0-4 16,1-1 0-16,7-1 0 16,2-1 0-16,1-2 0 15,2-1-4-15,-1-1 0 0,-3-3 3 16,2 3 2-16,-2-2 7 16,2 2 3-16,0-1 0 15,2 1-6-15,1 1-3 16,-1 0-2-16,-2 2 0 15,2 2 0-15,-3 1 0 0,-5 0-1 16,2-2 1-16,-2 3-1 16,3 0 2-16,-1-2 0 15,1 1 1-15,0-2 3 16,2 2-1-16,-2-1-1 16,0 0-1-16,-1 1-1 15,-2-1 0-15,-1 0 0 0,-2 0 0 16,-1-1 0-16,1-3-1 15,-2 3 0-15,0-5 0 16,0-1 0-16,-2 1 0 16,-2-2 0-16,-2-2-1 15,0 0 1-15,-6 0 0 0,-2-2-1 16,-1-1 2-16,-4-1 2 16,-1 0 18-16,-2-1-2 15,-2 0-6-15,-1-2-4 16,-4 1-4-16,0-2-2 0,0 0-2 15,0 0-1-15,0-1-1 16,-5 3-1-16,-2-2 4 16,1 0 0-16,-1-1 1 15,-1-1-1-15,1 1-1 16,-3-2-1-16,2 2-2 16,-3-3 2-16,-3 1-2 0,-1 2 2 15,-5-2 4-15,-1 5-2 16,-3-1-2-16,-3 5 0 15,-4 0 3-15,-2 2-2 16,-2 4 1-16,1 2-3 16,-1 2 2-16,-2 2-3 0,0 2-1 15,0 0 2-15,-4 0-1 16,1 0 2-16,0 5 0 16,-1 0-1-16,0 0 1 15,2 0 1-15,1-2 1 16,-3 1-1-16,0-1 1 15,-4 2-2-15,0-1 1 0,-5 0 0 16,2 3-1-16,-4-2 1 16,0 0-1-16,2 2 1 15,-2-1 0-15,0 2-1 16,1-1 0-16,2-1 0 16,-2 0 1-16,6-2-1 0,3 0 0 15,-3-1 0-15,3 1 0 16,-1-3 0-16,3 0 1 15,-1 0-2-15,4 1 2 16,0-2-2-16,4 0 2 0,6 0-1 16,1 1 0-16,2 1 0 15,5 2-1-15,1 0 3 16,4 0-2-16,4 3 0 16,3 1 0-16,2 1-1 15,5 3 1-15,0 1-1 16,0 2-2-16,3 1-3 15,2 0 1-15,3 2 3 0,1 0 2 16,-3 1 0-16,1 2 0 16,0 1 0-16,-4 2 0 15,3 4 1-15,-4 3-1 16,0 5 0-16,-1 2 0 0,-1 5 0 16,0-2 0-16,0-3 0 15,0-1 0-15,-3-7 0 16,-1-2 0-16,2-8 0 15,2 0 0-15,0-6 0 16,6-1 1-16,10-3-1 0,2-2-2 16,11-6 1-16,6-2-3 15,8-2-14-15,3-14-53 16</inkml:trace>
  <inkml:trace contextRef="#ctx0" brushRef="#br0" timeOffset="49473.25">13978 13975 85 0,'0'8'3'0,"0"-1"-1"0,-2 1 0 0,-2 1 0 15,1 0-2-15,1-2 1 16,0 3-1-16,2-4 1 16,0-2 0-16,0-1 1 15,5-3 7-15,6 0 8 16,2-2 9-16,5-10 10 0,7-7-7 15,3-4-19-15,6-8-5 16,1-3-1-16,4-7 4 16,4 1-3-16,0-4-4 15,5 1-11-15,-3-1-79 16</inkml:trace>
  <inkml:trace contextRef="#ctx0" brushRef="#br0" timeOffset="56783.98">17594 14381 37 0,'0'-13'41'0,"0"-1"-35"0,2-1 9 0,4-2-5 16,2-2 0-16,-1 2 0 15,5-3 0-15,0 4 0 16,2 2 2-16,0 3 3 16,-1 5-7-16,0 2-3 0,-4 4-4 15,-2 3-2-15,-1 13-3 16,-1 7 9-16,-4 7-4 16,0 7 0-16,0 9 2 15,-1 5 0-15,0 6-3 16,0 4 0-16,0 1 1 15,-1-5-1-15,0-4 0 0,1-9 1 16,0-10-1-16,2-9 2 16,6-8 0-16,3-4 3 15,1-6-1-15,1-1 2 16,3-5 0-16,-1-1 0 0,1 0-1 16,-1-10 1-16,0-4 3 15,-3-2 1-15,-5-5-5 16,1-1-2-16,-5-5-1 15,-3-2 3-15,0-1-3 16,0-1-3-16,-7-1 1 16,-2 3-1-16,-2 2 0 0,-1 4-5 15,-1 7 2-15,-2 1 6 16,2 5-5-16,1 2 3 16,3 3 1-16,0 2 0 15,5 2 0-15,2 1 0 0,2 0-1 16,0 0-14-16,6 0 2 15,6-1 10-15,4-1 1 16,4-1 2-16,0-2-1 16,4-1 1-16,1-1-3 15,-5-2 3-15,2 1 1 16,-3-1-1-16,-2 1 0 0,-1-2 0 16,-3 0 1-16,-1 0 1 15,-4 2 2-15,-3 1-2 16,-3-1 0-16,-2 1 4 15,0 4-4-15,-2 0 3 16,-5 2-6-16,-5 1 1 0,0 0-1 16,1 0-2-16,0 1 3 15,3 5-1-15,-1 3 1 16,5-1-1-16,-3 4 0 16,5 2 1-16,1-3-1 15,1 3 0-15,0-2 0 0,0 0 1 16,8-4 0-16,1 0-3 15,3-3 3-15,3 0-2 16,2-4 2-16,1-1-1 16,-1 0 0-16,2 0 2 15,1-4-2-15,-4-3 0 0,1-1 1 16,-3 0-1-16,-2-3 1 16,-2 3 0-16,-3 0-1 15,-1-3 1-15,-5 4 1 16,-1-3-1-16,0 0-1 15,0 3-3-15,-1 3 1 0,-8 0 6 16,1 3-4-16,-2 1-3 16,-2 0 4-16,1 6-1 15,1 4 0-15,2 2 0 16,3-1 0-16,1 2 0 16,4-2 2-16,0 0-2 0,4-2 1 15,7-3-2-15,5-1-1 16,4-2 2-16,2-3-1 15,3 0-2-15,2 0-13 16,1-3-5-16,2-4 5 16,-5-1 9-16,-1-5 7 15,0 4-1-15,-3-3 2 0,-4 0 2 16,-3 1 8-16,-6 2 2 16,-1 1-3-16,-7 2-2 15,0 2 3-15,0 2-5 16,-7 2-1-16,-1 0-8 15,-3 0 3-15,-3 6 0 0,1 3 0 16,0 2 0-16,4 3 0 16,2-2 0-16,5 0 0 15,2-3-3-15,0-1-3 16,2-5-3-16,6 1 5 0,3-4 2 16,2 0 4-16,-2 0-2 15,2-7 0-15,-2-4 0 16,-2 2 1-16,1-6 2 15,-2-1 3-15,-4-1 0 16,-3-3-1-16,-1-1 0 16,0-3 0-16,0-2 1 0,-5 2-3 15,-5-1 0-15,1 3-1 16,1 2-3-16,-2 6 5 16,0 4-6-16,0 7-1 15,2 3-7-15,-1 0-20 16,4 0-38-16,1 5-37 0</inkml:trace>
  <inkml:trace contextRef="#ctx0" brushRef="#br0" timeOffset="57335.51">18524 14108 177 0,'2'-7'65'0,"-2"1"-53"0,0 1 15 0,0 2-15 0,0 3-8 16,0 0-4-16,0 6-5 15,0 5 7-15,0 8-3 16,0 2-1-16,0 3-4 16,0 2 2-16,0-1 0 15,1 1 1-15,-1-2-2 16,2-3 1-16,0-4-5 0,0-4 0 15,-2-2-1-15,1-2-4 16,-1-5 0-16,1-1 7 16,0-3 6-16,1 0 1 15,0 0 10-15,4-7-5 0,-2-2 3 16,6-2-3-16,-2 0 0 16,3-1-3-16,2 2 0 15,0 2 1-15,1 2 0 16,-1 1 3-16,-2 3 0 15,2 2 0-15,-4 0-4 0,-1 0-1 16,0 9-2-16,-6 3-2 16,-2 1-4-16,0 1 3 15,0-1-2-15,-7 0 6 16,-4-2-3-16,0-1 4 16,-6-3 1-16,2-2 5 15,-2 0 3-15,1-2-2 0,0-2-3 16,3 0-2-16,0-1-2 15,6 0 0-15,3 0 0 16,4 0-5-16,0-5-27 16,6-2-24-16,7 0-36 0</inkml:trace>
  <inkml:trace contextRef="#ctx0" brushRef="#br0" timeOffset="57695.46">18797 14289 60 0,'0'0'51'0,"0"0"-48"0,0 0 9 0,0 0 1 15,0 0 0-15,0 0 9 16,5-37-7-16,-13 36 4 16,-3 1-9-16,1 0-3 15,-3 8-4-15,0 3 0 0,3 2 0 16,0 1-2-16,4 0 1 15,2-1-1-15,4-3 1 16,0 0-1-16,0-3 0 16,8-1-5-16,1-4 4 0,3-2-6 15,1 0 9-15,1 0-3 16,1-8-4-16,0 1 1 16,-2-3-7-16,-2 3-12 15,0-1 5-15,-3 3 8 16,-4 0 7-16,-3 3 4 15,1 2 0-15,0 0-1 0,3 0-3 16,-3 0-10-16,3 2-38 16</inkml:trace>
  <inkml:trace contextRef="#ctx0" brushRef="#br0" timeOffset="58221.71">19019 14236 111 0,'0'0'14'0,"0"0"31"16,0 0-13-16,0 0-22 15,0 0-7-15,0 0-2 16,-41-14-2-16,31 25 1 16,2 2 1-16,-2 1-1 15,6 2 0-15,2 0 1 16,2-1-1-16,0-4-2 0,12 0-8 15,0-4-9-15,5-4 12 16,0-2 1-16,4-1 5 16,-1 0 0-16,0-10 0 15,1-2 2-15,-1-3-1 16,1 1 0-16,-5-3 9 0,-2-2-4 16,-3 0-3-16,0-2 1 15,-5 0-2-15,-2 0-1 16,-1 1 0-16,-3-1 0 15,0 4 0-15,0 1 0 16,0 3-2-16,0 2 9 0,-5 4-3 16,2 1 0-16,1 3 3 15,1 3-7-15,-4 0-1 16,2 0 3-16,2 6-1 16,-1 5-1-16,0 1 1 15,2 3 0-15,0 2 0 16,0 3 0-16,0 0 1 0,0 2 0 15,0 0-2-15,0 1 0 16,0-3 0-16,0-2 0 16,0-4-12-16,0-2-13 15,2-7-11-15,0-5-8 0</inkml:trace>
  <inkml:trace contextRef="#ctx0" brushRef="#br0" timeOffset="58607.12">19259 14066 152 0,'0'0'27'0,"0"0"-19"0,0 0 3 16,0 0-10-16,0 0 2 0,0 0-2 15,0 0-2-15,0 0 1 16,0 0-1-16,0 0-2 15,14-13 4-15,-14 21-1 16,0 0 0-16,0 0 0 16,-5 2 0-16,-1 0 0 15,-3 1 0-15,0 2 0 0,0 0 0 16,-4 0 1-16,4 0-1 16,0 1 0-16,-1-2 0 15,6-1 1-15,-2-3-1 16,6 1 0-16,0-1 1 15,0-2 1-15,4-1 6 0,5 0 8 16,5 0 1-16,3-2-5 16,3 2-7-16,1 0-1 15,2 1-2-15,-4-5-20 16,-4-1-107-16</inkml:trace>
  <inkml:trace contextRef="#ctx0" brushRef="#br0" timeOffset="60632.68">18500 14615 67 0,'-2'0'6'0,"1"0"11"0,1 0-10 16,-1 0-5-16,1 0-2 15,0 0 0-15,0 0-18 0,0 0 0 16,0 0 16-16,0 0 2 16,0 0 0-16,0 0 1 15,0 0 13-15,0 0 10 16,0 0 2-16,0 0-11 16,0 0-7-16,0 0-6 15,0 0-2-15,0 0-1 0,0 0 1 16,0 0-1-16,0 0 1 15,0 0 0-15,0 1 0 16,0 3 0-16,0 1 1 16,0 1-2-16,0 1 2 15,0 2-2-15,0-1 2 16,0 1-1-16,0-1 0 0,0 2 0 16,0 1 0-16,2 0 0 15,2 0 0-15,0 0 0 16,-1-1 1-16,1 2-2 15,2 0 2-15,-1-1-1 0,2-1 0 16,0-1 0-16,1-1 0 16,1 0 0-16,1-1 0 15,0-2 2-15,2 1-1 16,-1 1-1-16,0 0 1 16,1 1-1-16,0 0 2 15,0 1-2-15,-1-1 1 0,0 2-1 16,1-1 0-16,-2-1 1 15,2 2 1-15,2-2 4 16,-1 2 6-16,5 0-5 16,1-1-3-16,2-2-2 15,3 3-2-15,3-3 1 16,3-3-1-16,1 2 0 0,4-5 0 16,-2 1 3-16,2-2 4 15,2 0 4-15,-3 0-2 16,4 0-5-16,-5-2 0 0,4-2-1 15,-4 0-2-15,-2 1 0 16,0 0-1-16,-4 0 0 16,-3 2 1-16,-3-3-1 15,1 2 1-15,-6 0-1 16,-3 0 0-16,-3 0 0 16,-1 0-3-16,-5 0-34 0,-4-1-44 15</inkml:trace>
  <inkml:trace contextRef="#ctx0" brushRef="#br0" timeOffset="60854.34">19296 14831 225 0,'0'0'2'0,"38"0"2"0,-16 0-3 0,-5 10-2 15,-5 4-28-15,-7 2-36 16,-5 3 5-16</inkml:trace>
  <inkml:trace contextRef="#ctx0" brushRef="#br0" timeOffset="61587.33">19619 13776 210 0,'0'0'-11'0,"0"0"15"0,0 0 1 0,0 0-5 16,0 0 0-16,-40 39 1 15,24-9-1-15,3 5 0 16,-3 6 1-16,5 2-1 16,1 1 1-16,7-2 1 0,3-5 0 15,0-4 0-15,3-5 0 16,9-5 1-16,1-3-2 15,3-3 1-15,2-4-1 16,2-5 0-16,5-1 0 16,-2-4-12-16,2-3-46 0,-1-3-39 15</inkml:trace>
  <inkml:trace contextRef="#ctx0" brushRef="#br0" timeOffset="61929.18">19789 14001 176 0,'0'0'36'16,"0"0"-27"-16,0 0 11 15,0 0-19-15,0 0 0 16,0 0 0-16,0 0-1 16,38 9-1-16,-27 7 1 0,3-2 0 15,1 2 0-15,-3-1 1 16,1-2-1-16,-2 0 0 15,0-3 0-15,-1-2 1 16,-3-2-1-16,0-1 0 16,-1-3 0-16,-2-2 0 15,-4 0 0-15,2 0 4 0,-2-10-2 16,1-1 0-16,0-3 0 16,2-2 2-16,0-2-1 0,2-1-1 15,2 0-2 1,1 1-2-16,2 4-9 0,-2-2-19 15,4 4-34-15,-1-1-31 16</inkml:trace>
  <inkml:trace contextRef="#ctx0" brushRef="#br0" timeOffset="62257.67">20147 13955 138 0,'0'0'1'16,"0"0"1"-16,-2 36 1 15,-3-20-1-15,0-1 0 16,0 2 0-16,4-4-1 0,1-1 0 16,0 0 1-16,0-4 2 15,0-2 1-15,6-3 7 16,1-2 2-16,1-1-1 16,3 0 1-16,0-7-4 15,-1-1-2-15,0-5-2 0,-1 0-2 16,-1-1 2-16,-5-4 0 15,1 2 4-15,-3-3 1 16,-1 2-2-16,0 2-2 16,-3 2-3-16,-2 4-4 15,-2 4 2-15,1 5-4 16,-5 0-9-16,2 9-11 0,0 2-2 16,-1 3-23-16,-1-3-25 15</inkml:trace>
  <inkml:trace contextRef="#ctx0" brushRef="#br0" timeOffset="62520.08">20316 13928 182 0,'0'0'27'15,"0"0"-5"-15,0 0-14 16,0 0-9-16,0 0 2 16,0 0-1-16,-3 44 0 15,3-30 0-15,0 2 0 0,0-5 0 16,0-1-1-16,1-1 1 16,6-2-3-16,-2-6-20 15,3-1-24-15,4 0-34 16</inkml:trace>
  <inkml:trace contextRef="#ctx0" brushRef="#br0" timeOffset="62684.11">20364 13776 266 0,'0'0'-9'0,"0"0"11"16,0 0 3-16,0 0-14 15,0 0-38-15,0 0-27 16,0 0 11-16</inkml:trace>
  <inkml:trace contextRef="#ctx0" brushRef="#br0" timeOffset="62981.16">20518 13901 192 0,'0'0'-6'0,"0"0"11"0,0 0 2 16,0 0 5-16,0 0-6 16,0 0-7-16,0 0 0 15,-45 11 3-15,37 0-1 16,0 2 0-16,2-1 2 15,4 3 0-15,2-3-1 16,0 1 1-16,0-3-1 16,2 0 1-16,6-2-3 0,2-1-3 15,1 0-12-15,3-4-17 16,3-3-27-16</inkml:trace>
  <inkml:trace contextRef="#ctx0" brushRef="#br0" timeOffset="63367.58">20657 13969 129 0,'0'0'11'0,"0"0"-12"16,0 0 2-16,0 0-1 15,0 0 1-15,0 0 2 16,0 0 7-16,0 0 6 15,13-5-4-15,-6-3-1 16,0 0-3-16,-1 1-5 0,-3-2-2 16,-2 2 0-16,-1 0 1 15,0 1-2-15,0 2-3 16,-2 1 10-16,-3 3 3 16,0 0-8-16,0 0-1 15,-3 5-1-15,4 4 0 0,-4 4 0 16,4 1 1-16,3 1 0 15,-1-3 0-15,2 1 0 16,0-3 1-16,0-1 1 16,5-2-5-16,5-3 1 15,2-4 4-15,3 0-5 16,2 0-24-16,1-3-27 0,3-10-44 16</inkml:trace>
  <inkml:trace contextRef="#ctx0" brushRef="#br0" timeOffset="63643.8">20882 13684 161 0,'0'0'-4'0,"0"0"8"0,0 0 10 16,0 0-7-16,38-16-1 15,-26 16-1-15,0 0 3 16,4 0 5-16,-2 9-1 16,2 3-3-16,-2 4-4 0,0 6-4 15,-4 4 0-15,-2 4-2 16,-4 3 5-16,-4 2-4 16,0 4-1-16,-10-1-12 15,-7-1-40-15,-6-2-24 16</inkml:trace>
  <inkml:trace contextRef="#ctx0" brushRef="#br0" timeOffset="64497.88">19259 14800 141 0,'0'0'5'0,"0"0"0"0,0 0 16 0,0 0-13 15,0 0-6-15,0 0-5 16,0 0 6-16,0 0-3 15,0 0 1-15,0 0-1 0,0 0 0 16,34 37 0-16,-19-26 0 16,6 2-3-16,-1-1 6 15,5 1-2-15,1-4 0 16,-1 1 0-16,0-1-1 16,-4-2 0-16,-2-1 1 15,-1 1 0-15,-3-2-1 0,-8 2 1 16,-1-1-1-16,-6 4-1 15,0 1 1-15,-4 5 11 16,-11 4 3-16,-5 5-4 16,-4 4-2-16,-2 6-3 15,-5 3-2-15,0 4-2 0,2 3 0 16,-1 2-3-16,6-1-44 16,3-2-84-16</inkml:trace>
  <inkml:trace contextRef="#ctx0" brushRef="#br0" timeOffset="65550.91">20171 14279 212 0,'0'-7'-2'0,"0"-1"5"0,2 2 7 16,-1 1-7-16,1 3-3 0,0 2-2 15,0 0-13-15,0 4 6 16,1 7 9-16,-1 3 2 16,2 3 1-16,3 0 1 15,-2 2-1-15,3-1 0 16,-1 1-1-16,0-2-2 16,-1-2 1-16,1 1 0 0,-2-3-1 15,2-3 0-15,-5 1 0 16,-1 1-7-16,-1-3-30 15,0-3-17-15,0-2-58 16</inkml:trace>
  <inkml:trace contextRef="#ctx0" brushRef="#br0" timeOffset="65701.84">20196 14456 234 0,'0'0'11'16,"0"0"-12"-16,0 0 5 0,0 0-3 15,0 0 0-15,0 0-15 16,40 0-50-16,-26 0-5 16,-4 0-33-16</inkml:trace>
  <inkml:trace contextRef="#ctx0" brushRef="#br0" timeOffset="65794.11">20292 14439 100 0,'0'0'59'0,"0"0"-12"0,0 0-31 15,0 0-12-15,0 0-6 16,0 0-10-16,0 0-27 15,-27 30-13-15</inkml:trace>
  <inkml:trace contextRef="#ctx0" brushRef="#br0" timeOffset="66092.95">20501 14544 106 0,'0'0'158'16,"0"0"-154"-16,0 0 11 0,0 0-8 16,0 0 0-16,0 0-7 15,0 0-5-15,0 0 10 16,29 4-3-16,-26 20 0 15,0 1-1-15,3-1-1 16,-2 0-8-16,0-4-10 0,0-1-10 16,-4-5-4-16,0-3-29 15,0-7-21-15</inkml:trace>
  <inkml:trace contextRef="#ctx0" brushRef="#br0" timeOffset="66279.14">20418 14540 280 0,'0'0'-2'15,"0"0"16"-15,0 0-3 16,-3-35-10-16,14 26 0 0,5 2-2 16,4 0 4-16,2 1-4 15,3 3-14-15,2-1-22 16,-1 0-52-16</inkml:trace>
  <inkml:trace contextRef="#ctx0" brushRef="#br0" timeOffset="66613.92">20663 14550 124 0,'0'0'75'0,"0"0"-74"15,0 0 0-15,0 0 1 16,0 0-2-16,45 9 2 15,-39-11 2-15,3-5-2 16,0 0 0-16,-1-3-1 16,0 0 7-16,-5 1 5 0,1 0 0 15,-3-1-5-15,-1 4-3 16,0 0 0-16,-1 3-3 16,-6 3 0-16,-2 0-4 15,0 3 3-15,0 7-1 16,1 4 0-16,3 2 1 15,0 1-1-15,1 2 1 0,4-2 2 16,0-2-2-16,0-1 1 16,9-1-2-16,-2-4 0 15,4-2 0-15,2-2-1 16,1-5-16-16,-1 0-46 16</inkml:trace>
  <inkml:trace contextRef="#ctx0" brushRef="#br0" timeOffset="66826.01">20877 14498 278 0,'0'0'7'0,"0"0"7"0,0 0-11 16,0 0-4-16,0 0 3 16,0 0-1-16,0 0 0 15,0 0-1-15,0 0 0 16,43 35-1-16,-32-23 2 0,-1 0-1 15,0-3-2-15,0-2-10 16,-1 0-18-16,1-4-21 16,-4-3-26-16</inkml:trace>
  <inkml:trace contextRef="#ctx0" brushRef="#br0" timeOffset="67019.26">20956 14490 179 0,'0'0'11'15,"0"0"37"-15,0 0-20 16,0 0-14-16,0 0-8 16,0 0-7-16,0 0 0 0,0 0 1 15,-34 29 0-15,28-5 0 16,3-1 0-16,-2 1-2 16,4-3-16-16,1-4-18 15,0-5-31-15,0-7-21 16</inkml:trace>
  <inkml:trace contextRef="#ctx0" brushRef="#br0" timeOffset="67246.52">21084 14344 157 0,'0'0'122'16,"0"0"-115"-16,0 0-3 15,0 0-8-15,0 0 1 16,0 0 4-16,2 40-1 0,-2-17 1 16,-1 1-1-16,1 1 1 15,0-1-1-15,0 2-1 16,0-3-27-16,-3-6-44 16,0-4-51-16</inkml:trace>
  <inkml:trace contextRef="#ctx0" brushRef="#br0" timeOffset="67381.85">21034 14512 307 0,'0'0'0'0,"0"0"-1"0,42-39 3 16,-19 29 1-16,2 2-3 16,-1 0-57-16,-7 4-140 15</inkml:trace>
  <inkml:trace contextRef="#ctx0" brushRef="#br0" timeOffset="67929.41">20010 15050 31 0,'0'0'93'0,"0"0"-65"0,0 0 12 16,0 0-4-16,0 0-7 16,0 0-11-16,0 0-11 0,0 0-6 15,0 0 5-15,0 0-5 16,1 31 0-16,0-14 0 16,2 1 0-16,1 3-1 15,-3-3-19-15,1-1 14 16,0-2-12-16,-2-2-6 15,0-4-20-15,0-6-2 0,0-3-20 16</inkml:trace>
  <inkml:trace contextRef="#ctx0" brushRef="#br0" timeOffset="68322.06">20020 15020 264 0,'0'0'-2'0,"0"0"16"15,0 0-1-15,0 0-11 16,0 0-1-16,0 0 1 16,39-34-1-16,-27 34 1 0,1 7-2 15,0 4 0-15,1 1 0 16,2 1 1-16,-3 0-1 16,1-3 1-16,-3-1-2 15,0-4-6-15,1-1-4 0,-1-4 3 16,-1 0 3-16,-2-4 4 15,0-5-1-15,-1-1 2 16,-1-1 3-16,-1-2 0 16,0 3 1-16,-1 2-1 15,-3 1 2-15,-1 4 5 16,1 1 6-16,-1 2-4 0,1 0-14 16,-1 12 1-16,1 3 3 15,0 5-1-15,2 3 0 16,0 2-1-16,-1 0 0 15,0 0-10-15,0-1-12 0,0-4-8 16,1-2-30-16,2-5-39 16</inkml:trace>
  <inkml:trace contextRef="#ctx0" brushRef="#br0" timeOffset="69004.84">20406 15157 269 0,'0'0'7'15,"0"0"1"-15,14-39 5 16,-13 29-11-16,-1 2 2 16,0-1-4-16,-1 4-6 15,-4 0-5-15,-5 5 13 0,0 0-2 16,1 0 0-16,0 5 2 16,1 6-1-16,2 0-1 15,1 2 0-15,3 0-1 16,2-2-4-16,0-1-2 15,0-1-3-15,7-2 1 0,-1-2 2 16,2-2 0-16,-1-3 6 16,2 0-1-16,2 0 4 15,0-4 4-15,-2-6 2 16,1 0-2-16,0 0-4 16,-3 2-1-16,-1-1 1 0,-4 2 1 15,-2 1 7-15,0 2 1 16,0 1 1-16,0 3-6 15,0 0-2-15,0 0-2 16,0 0-2-16,0 0-1 16,3 3-2-16,-1 2 5 0,1 3 0 15,1-1-2-15,1-2 0 16,0 0 0-16,2-1-1 16,1 0-2-16,0-2 0 15,1-2-3-15,-2 0 4 16,3 0 1-16,2-2-1 0,-3-6 4 15,1 0-1-15,-1-2-2 16,1-2 1-16,-3 1 2 16,0-1-2-16,-5 1 1 15,0 0 0-15,0 2 0 16,-2 2 2-16,0 1 3 16,0 2-2-16,0 4-2 0,0 0-3 15,0 0 3-15,0 5-1 16,0 4-1-16,2 0 0 15,3 2 1-15,0-1-2 16,4-3 0-16,-4 2-3 0,5-2 2 16,-4-3 2-16,4 0-6 15,-4-1-3-15,2-3-4 16,0 0-4-16,0 0-6 16,-4 0-27-16,0-7-57 15</inkml:trace>
  <inkml:trace contextRef="#ctx0" brushRef="#br0" timeOffset="69140.59">20598 14938 218 0,'0'0'30'0,"0"0"-26"0,0 0-2 0,0 0-6 15,0 0-76-15</inkml:trace>
  <inkml:trace contextRef="#ctx0" brushRef="#br0" timeOffset="69410.04">20737 14839 226 0,'0'0'-3'0,"0"0"6"16,0 0-1-16,0 0-4 16,0 0 2-16,0 0 3 15,7 51-1-15,-7-29-1 0,2 2 2 16,0-1-2-16,-1 0 0 16,1-1 1-16,0 1-2 15,0-3 0-15,-2-1-10 16,0-1-40-16,0-4-20 15</inkml:trace>
  <inkml:trace contextRef="#ctx0" brushRef="#br0" timeOffset="69787.28">20777 15004 186 0,'0'0'-21'0,"0"0"21"0,1 46-3 0,-1-27-38 0,0-1-49 15</inkml:trace>
  <inkml:trace contextRef="#ctx0" brushRef="#br0" timeOffset="73805.14">21251 15010 40 0,'0'0'8'0,"0"0"-6"0,0 0-1 0,0 0-1 0,0 0 1 16,0 0 0-16,0 0 17 15,0 0 15-15,0 0-2 16,0 0 4-16,0 0-12 16,0 2-18-16,0-2-4 15,0 0 0-15,0 0 0 0,0 0-1 16,0 0 7-16,0 0 0 16,0 0 9-16,0-2 5 15,0 0-6-15,0-2-13 16,2-3-1-16,3-1-1 15,3 2 1-15,1-2-2 0,0-2 1 16,3 1-1-16,1 1-1 16,-2-2 1-16,3 0 2 15,3 0-3-15,0-1 1 16,7-1 1-16,-2 1 1 16,7 0-2-16,4 1 2 0,2 1-1 15,2-2 0-15,1 1 0 16,-2 1 1-16,2 1-1 15,1-1-1-15,1-1 1 16,-1 2 0-16,0-1 1 16,-1 1 1-16,-2 1 1 0,-5 1 0 15,-2 1-5-15,-5 1 4 16,-6 0-1-16,-4 1 0 16,-5 1-1-16,-3 0 1 15,-1 2 0-15,-5 0-2 16,1 0 1-16,-1 0-8 15,0 0-29-15,-4 0-19 0,-4 0-23 16</inkml:trace>
  <inkml:trace contextRef="#ctx0" brushRef="#br0" timeOffset="74060.57">21987 14684 129 0,'0'0'11'0,"0"0"23"0,0 0 6 0,0 0-12 0,45 0-11 16,-34 2-11-16,2 5-3 15,0 2-2-15,-5 4 0 16,-1 1-1-16,-4 3 0 0,-3 3 0 15,-2 4-28-15,-14 2 22 16,-13 5-70-16</inkml:trace>
  <inkml:trace contextRef="#ctx0" brushRef="#br0" timeOffset="75913.72">22374 14368 4 0,'-9'3'19'0,"-1"1"6"0,-1-2 9 0,-2-1-5 16,3 2 1-16,2-3-16 16,-1 0-9-16,6 0-3 0,-2 0-1 15,4 0-1-15,-1 0-1 16,2 0-6-16,0 0 4 16,0 0 3-16,-1-3 2 15,0 2 18-15,1-1 22 16,0 0-10-16,0 0-16 15,0 2-14-15,0 0-3 0,0 3 0 16,0 7 2-16,0 3-1 16,0 4 2-16,0 3 1 15,1 2 2-15,2 1-2 16,3 1-2-16,-3 2-1 16,1-2 1-16,0-3-2 0,-1-1-3 15,-1-3-22-15,-1-7-22 16,-1-6-12-16,0-4-70 15</inkml:trace>
  <inkml:trace contextRef="#ctx0" brushRef="#br0" timeOffset="76113.23">22303 14384 223 0,'0'0'3'0,"0"0"13"15,0 0-13-15,0 0-1 16,0 0-1-16,42-34 2 16,-24 27-1-16,5 1-1 15,4 0-1-15,-2-1-2 16,-3 1-50-16,1 1-77 0</inkml:trace>
  <inkml:trace contextRef="#ctx0" brushRef="#br0" timeOffset="76282.87">22446 14476 112 0,'0'0'29'16,"0"0"-25"-16,0 0-2 15,0 0 2-15,0 0-1 0,52-1-5 16,-33-8-33-16</inkml:trace>
  <inkml:trace contextRef="#ctx0" brushRef="#br0" timeOffset="76689.1">22645 14459 59 0,'0'0'128'0,"0"0"-142"0,0 0 15 16,0 0-1-16,0 0 4 15,0 0 3-15,0 0-1 16,38 10 5-16,-27-11 3 16,1-6-3-16,1-2-7 0,-1 0-4 15,-1 0 1-15,-4 0-5 16,-3-1-1-16,-2 3 3 15,-2 0 4-15,-3 3 4 16,-6 1 8-16,-3 3-3 16,0 0-1-16,-2 0-5 15,2 7 0-15,1 3-4 0,3 1 0 16,0 3-1-16,3-2 0 16,5 3 1-16,0-3-1 15,0-1 1-15,4-2 0 16,6 1-1-16,5-2 1 15,1-2-2-15,4-2-2 0,1-2-41 16,2-2-56-16</inkml:trace>
  <inkml:trace contextRef="#ctx0" brushRef="#br0" timeOffset="77059.33">22885 14462 177 0,'0'0'19'15,"0"0"28"-15,0 0-35 16,0 0-9-16,0 0-3 16,0 0 0-16,0 0-1 15,0 0 0-15,0 0 0 0,-5-6-2 16,9 6 4-16,5 0 2 16,1 0-1-16,0 0 5 15,3-4-1-15,-1-3-5 16,-1 0 4-16,1 0-4 0,-5-3 0 15,-1 4 0-15,-4-1 0 16,-2 1 2-16,0 4 1 16,-5 0-1-16,-3 2-1 15,-5 0 2-15,2 6-4 16,-2 4 0-16,2 2 0 16,4 1 0-16,2 3 0 0,3 0 0 15,2-1 0-15,3-1-2 16,7-1-1-16,4-4-10 15,5-2-23-15,0-5-45 16,6-2-70-16</inkml:trace>
  <inkml:trace contextRef="#ctx0" brushRef="#br0" timeOffset="77465.36">23146 14476 133 0,'0'0'15'16,"0"0"36"-16,0 0-12 15,14-37-20-15,-14 34-7 16,-5-1-12-16,-5 4 0 0,-2 0 5 15,1 0-2-15,0 2-2 16,0 5-1-16,2 0 0 16,4 4-1-16,-1 1 1 15,3-3-5-15,3 0-2 16,0-2-8-16,4-2-1 16,5-1 1-16,0-4 11 0,3 0 3 15,0 0 1-15,0-10 2 16,1 1 0-16,-1-6 4 15,0 0 1-15,-2-2 1 16,-4 2 5-16,-3-2-1 16,1-2-2-16,-4 1-4 0,0-1-3 15,0 2-2-15,-4 5-1 16,-1 0-2-16,1 4 4 16,-3 4-3-16,1 4 1 15,-1 0 1-15,2 8 0 0,1 6-1 16,2 0 0-16,2 5 0 15,0-2-1-15,2 1-1 16,5-2 1-16,5-1-3 16,-1-2-18-16,3-3-28 15,0-4-39-15</inkml:trace>
  <inkml:trace contextRef="#ctx0" brushRef="#br0" timeOffset="77957.57">23364 14189 168 0,'0'0'44'0,"0"0"-37"0,0 0-2 0,0 0-5 15,0 0 1-15,-10 40 1 0,10-21 0 16,0 3-2-16,0 0 2 15,4 0-1-15,-1 0 1 16,-2-4 1-16,1-1-3 16,-2-1 1-16,0-5-1 15,0-1 1-15,0-4-1 0,0-2 0 16,0-4 0-16,0 0 2 16,1 0 6-16,2 0 5 15,0-7-11-15,3-2-1 16,1 2 1-16,2 0 0 15,1 2 0-15,-1 0-2 0,1 2 4 16,-1 1-1-16,1 2-1 16,2 0-1-16,-3 0 0 15,-1 4 0-15,-3 3 0 16,0 0-2-16,-5 3-4 16,0-1 2-16,-5-1 3 0,-4 1 2 15,-5 0-1-15,-3-4-2 16,0 2 2-16,-3-3 0 15,3 2-1-15,4-3 0 16,2-1-1-16,6-2-11 16,5 0-20-16,1-7-37 15</inkml:trace>
  <inkml:trace contextRef="#ctx0" brushRef="#br0" timeOffset="78269.73">23559 14331 217 0,'0'0'1'0,"0"0"12"0,0 0-3 0,0 0-11 16,0 0 5-16,0 0-3 15,-40 26-1-15,32-15 0 16,2 1 0-16,4-2 2 16,2 0-2-16,0-2-3 0,5-2 1 15,6-2 2-15,-1-3 2 16,0-1 2-16,0 0 0 15,-1 0 3-15,-3-4-1 16,-1-3 0-16,-1-1 4 16,-3-1-2-16,-1 0-2 15,0-2-3-15,0 3 0 0,0-2-3 16,-4 4 0-16,2 2-4 16,-6 2-12-16,4 2-28 15,1 0-48-15,-3 0-20 16</inkml:trace>
  <inkml:trace contextRef="#ctx0" brushRef="#br0" timeOffset="78372.57">23559 14331 212 0</inkml:trace>
  <inkml:trace contextRef="#ctx0" brushRef="#br0" timeOffset="78498.05">23559 14331 212 0,'3'20'2'0,"1"-20"5"0,-2 0-1 0,-1 2-5 0,0 4 0 15,2 1 2-15,0 0 0 16,1 2-2-16,1-3-1 16,3 1-1-16,2-2 1 0,3-3-1 15,0-2-1-15,5 0 4 16,3 0-15-16,-3-7-45 16,1-4-41-16</inkml:trace>
  <inkml:trace contextRef="#ctx0" brushRef="#br0" timeOffset="78626.39">23788 14276 45 0,'0'0'160'16,"0"0"-169"-16,0 0-5 0,0 0-34 16,0 0-16-16</inkml:trace>
  <inkml:trace contextRef="#ctx0" brushRef="#br0" timeOffset="84609.43">21021 15186 47 0,'2'-2'-7'0,"2"-1"-11"0</inkml:trace>
  <inkml:trace contextRef="#ctx0" brushRef="#br0" timeOffset="85015.9">21021 15186 64 0,'0'0'23'0,"0"0"-8"15,0 0-4-15,13-15-5 16,-17 15-5-16,2 0 0 16,2-1-2-16,0-1 1 15,0-1 0-15,0-1-1 16,3-2 5-16,7-1 3 16,2-3 8-16,4-1-5 0,5-2 1 15,6-1-1-15,2-5 7 16,0 1 4-16,2-1-8 15,1 0-4-15,-3 1 2 16,0 0-5-16,-5 2-3 16,1 1-1-16,1 0-1 0,2 1-1 15,1 0 2-15,2 3-2 16,2-1-2-16,0 2 4 16,2-1-2-16,-4 3 0 15,0 0 0-15,0 1-2 16,-6 2 4-16,-1 0-2 0,-1 3 1 15,-5-1-2-15,0 3 1 16,-5-2 1-16,-1 2-1 16,-4-1 0-16,-5 1 0 15,0-1 0-15,-1 1 2 16,-1 0-2-16,1 0 0 0,-2 0-5 16,2 0-25-16,-1 0-20 15,1-3-22-15</inkml:trace>
  <inkml:trace contextRef="#ctx0" brushRef="#br0" timeOffset="85421.05">21800 14665 94 0,'0'0'8'0,"0"0"-6"0,0 0 1 16,39-11-4-16,-25 9 2 15,-1 1-1-15,1 1 0 16,1 0 2-16,1 0 11 15,1 0 10-15,0 1-1 16,0 2-3-16,1 3-6 0,-1-1-7 16,-3 3-3-16,-3 0-2 15,-4 3-1-15,-2 2-3 16,-5 2 6-16,0 3-1 16,-12 5-1-16,-7 4 9 15,-8 7-7-15,-7 8 3 0,-5 7-6 16,-3 5-2-16,-2 1-52 15,-1-1-74-15</inkml:trace>
  <inkml:trace contextRef="#ctx0" brushRef="#br0" timeOffset="86394.94">22501 14746 140 0,'0'0'-2'0,"0"0"23"0,0 0-2 0,0 0-10 0,0 0-9 15,0 0-4-15,0 0-4 16,0 0 8-16,0 0 0 15,0 0 0-15,0 0-1 16,48 0 1-16,-19 0 1 0,1-3 0 16,7-4 0-16,7 1 0 15,1-2-1-15,5-1 0 16,1-2-1-16,3 0 2 16,2-1 4-16,2 1-1 0,-1-2 0 15,3 2 1-15,2-1-1 16,-3 0 0-16,-1 0 6 15,0-2 0-15,-4 4 3 16,-3 0 0-16,-8 0 4 16,-6 3-4-16,-9 2-5 0,-5 0-5 15,-11 3-1-15,-5 2-1 16,-3 0 0-16,-4 0-1 16,0 0-11-16,0 8-5 15,-4 0-21-15,-8-1-29 16</inkml:trace>
  <inkml:trace contextRef="#ctx0" brushRef="#br0" timeOffset="88373.68">22926 14932 139 0,'1'-4'38'0,"1"-2"6"0,1 3-26 0,-1-3-6 16,0 1-10-16,-1 1-1 15,0-2-1-15,-1 0 1 16,0 1-3-16,0-1-3 16,-6 0 8-16,-3 1-1 15,-2 1 1-15,-1 4 2 0,-2 0 1 16,2 0-3-16,0 0-2 15,1 9 2-15,3 0-3 16,3 2-2-16,0 2 1 16,2 0-1-16,3 2-2 15,0-3 3-15,4-1-1 16,5 2 2-16,2-2 2 0,4 1-1 16,-1-1 1-16,2-1-1 15,0 1 0-15,-1-1 1 16,-2 1-1-16,-3 2-1 15,0-3 0-15,-7 3-1 16,-3 0 0-16,0-2 0 0,-7 2-2 16,-8-3 3-16,-2-3 1 15,-2-3 1-15,-1-2 0 16,4-2 5-16,2 0 6 16,4 0 6-16,4-7 2 15,4-3-6-15,2-1-9 0,0-1-5 16,2-5-1-16,9-4 0 15,4 1-1-15,4-3-9 16,5 0-15-16,1 2-4 16,2 1-9-16,-5 4-22 15,3 5 17-15,-2 1 18 0,-5 6 11 16,-4 2 10-16,-2 2 4 16,-2 0 9-16,-6 5 8 15,-2 6 11-15,-2 3 1 16,0 3-12-16,0 2-4 15,-4-1-2-15,1 2-1 0,-1-1-5 16,4-4-3-16,0 0 1 16,0-3-3-16,6-5 1 15,3-1 2-15,1-4 2 16,3-1 3-16,-1-1-2 16,2 0 6-16,-1-3-9 0,0-3 0 15,-3-1 1-15,-3-5 9 16,-4 0 2-16,0-2 0 15,-3-2-1-15,0-1-1 16,-4 2-2-16,-4-1-5 16,-3 2-3-16,-1 1-3 0,0 6-1 15,-1 3-7-15,4 4-14 16,-2 0-3-16,2 0-13 16,5 0-60-16</inkml:trace>
  <inkml:trace contextRef="#ctx0" brushRef="#br0" timeOffset="88643.7">23354 14818 208 0,'0'0'-5'0,"0"0"19"0,0 0 3 0,0 0-12 16,0 0-4-16,0 0 10 15,0 0-9-15,-25 50 4 16,19-18 1-16,5 5-5 0,0 2 0 16,1 5-2-16,-1-1 2 15,1 1 0-15,-2-2-2 16,-3-4 0-16,0-3-8 16,2-3-16-16,-3-5-8 0,2-4-18 15,-4-8-7-15</inkml:trace>
  <inkml:trace contextRef="#ctx0" brushRef="#br0" timeOffset="88806.94">23242 15150 283 0,'0'0'8'15,"0"0"17"-15,0 0-19 16,0-42-4-16,5 38-2 15,1 0-22-15,2 0-54 16,2-2-59-16</inkml:trace>
  <inkml:trace contextRef="#ctx0" brushRef="#br0" timeOffset="88935.99">23420 15108 173 0,'0'0'-24'0,"0"0"21"16,0 0-89-16</inkml:trace>
  <inkml:trace contextRef="#ctx0" brushRef="#br0" timeOffset="89447.6">23488 15010 75 0,'0'0'84'0,"0"0"-90"15,0 0 2-15,0 0-30 0,0 0-6 16,0 0 29-16,0 0 13 16,0 0 4-16,51-14 18 15,-30 6 7-15,4 0-4 16,2-3-8-16,2 1-5 0,3-1-5 16,0 2-1-16,-2 2 1 15,-1-3 2-15,-3 6-4 16,-6-2-4-16,-2 3-3 15,-5 1 2-15,-7 0-1 16,-2 2 0-16,-4 0-41 0,-3-1-72 16</inkml:trace>
  <inkml:trace contextRef="#ctx0" brushRef="#br0" timeOffset="89632.33">23738 14875 188 0,'0'0'1'16,"41"-7"6"-16,-18 5 16 16,3 2-7-16,-2 0 6 15,-5 2-8-15,-3 8-10 16,-6 6-4-16,-7 1-6 0,-3 4-5 16,-5 2-39-16,-14-3-59 15</inkml:trace>
  <inkml:trace contextRef="#ctx0" brushRef="#br0" timeOffset="90202.46">24112 14665 183 0,'0'0'2'0,"0"0"15"15,0 0 3-15,0 0-15 16,0 0-1-16,0 0-4 15,0 0 7-15,0 0-5 0,0 0 1 16,-45 54 3-16,34-26 0 16,4 1-2-16,2-1 1 15,3-1-4-15,2-1-1 16,0-5 1-16,3-1-2 16,6-5 0-16,-1-3 1 0,2-3-2 15,1-5-1-15,0-3 13 16,0-1-8-16,-2 0 2 15,0-3-3-15,1-8 1 16,-2-1 0-16,0-3 0 16,2 1 0-16,-4-2-1 15,1 3 2-15,-3 2-3 0,0 4 1 16,1 1 5-16,-2 5 2 16,0 1-7-16,2 0-4 15,2 3 0-15,0 5 0 16,3 5 5-16,0-2-2 0,1 2 0 15,-1 1 0-15,1-1 1 16,-2-2-4-16,2-2-30 16,-4-5-75-16</inkml:trace>
  <inkml:trace contextRef="#ctx0" brushRef="#br0" timeOffset="90521.59">24314 14826 110 0,'0'0'147'0,"0"0"-137"0,0 0 1 0,0 0-18 0,0 0 0 16,0 0 5-16,0 0 4 15,-10 44-2-15,10-30-3 16,4-3 0-16,5-1 1 16,2-3-4-16,1-1 8 15,2-4 0-15,-1-2 0 16,0 0 1-16,-2 0 2 0,-3-7 1 15,1-2 5-15,-5-1 2 16,-2-3 0-16,-2-2-1 16,0 3-4-16,0-3-5 15,-4 3-1-15,-5 3-2 16,1 2 0-16,0 3-5 0,-3 4-2 16,3 0-4-16,0 0-18 15,1 4-34-15,1-1-54 16</inkml:trace>
  <inkml:trace contextRef="#ctx0" brushRef="#br0" timeOffset="90863.67">24514 14796 161 0,'0'0'1'0,"0"0"0"16,0 0-10-16,0 0-1 0,0 0 29 15,0 0-4-15,0 0 2 16,0 0-2-16,-29 38-1 16,27-28-7-16,2-3-7 15,0-1 3-15,6-2-3 0,2-1-2 16,4-2 13-16,3-1-1 16,0 0 1-16,2-4-5 15,-1-3 3-15,-2-3 4 16,-1 0-2-16,-5-1-5 15,-1 1 1-15,-5-1-2 0,-2 3 1 16,0 0-3-16,-2 3-1 16,-8 4-4-16,-1 1-8 15,-3 0-8-15,3 1-13 16,2 4-34-16,2-2-72 16</inkml:trace>
  <inkml:trace contextRef="#ctx0" brushRef="#br0" timeOffset="91182.92">24805 14766 237 0,'0'0'3'16,"0"0"15"-16,0 0 3 16,0 0-21-16,0 0-2 15,0 0 4-15,0 0 0 16,0 0-1-16,-39 20-1 0,37-14-2 15,2-2-7-15,0-2-5 16,0 0 6-16,5-2-4 16,5 0 25-16,0 0-9 15,1-7 4-15,0-3 4 16,-1-3 5-16,-1-2 3 0,0-4 1 16,-3-1 1-16,-1-1-2 15,-3-3-13-15,-2 3-6 16,0 1-5-16,-11 5-27 15,-7 7-9-15,-9 5-44 16,-9 3-139-16</inkml:trace>
  <inkml:trace contextRef="#ctx0" brushRef="#br0" timeOffset="91938.37">22995 15575 228 0,'0'0'-22'0,"0"0"15"0,0 0-1 0,0 0-22 16,0 0 21-16,0 0 9 16,0 0-3-16,0 0 11 15,0 0 10-15,0 0 3 0,8-36-6 16,-6 31-2-16,-1 2-6 16,0-1-3-16,-1 4 3 15,0-1 3-15,0-1-3 16,0 2 0-16,-1 0 1 15,-2 0-7-15,1 0 0 0,0 2 4 16,2 2-5-16,0 0 0 16,0-1-3-16,7 4 0 15,6-1 4-15,-2 1 1 16,4 0 2-16,0 3-1 16,0 0-2-16,-3 1-1 15,-4 1 0-15,-3 1-4 0,-5-1-9 16,0 0-4-16,-12 1 12 15,-6-2 0-15,-6 0 15 16,1-4-6-16,-1 2 8 16,3-4 2-16,7-1 3 15,3-3 1-15,7 0-10 0,4 2-7 16,0 0-11-16,1 0 7 16,12 1-2-16,0-1 2 15,4 0 1-15,2-2 3 16,3 1 2-16,3-2-4 0,-1 0-4 15,1-3-30-15,0-6-35 16,0-1-48-16</inkml:trace>
  <inkml:trace contextRef="#ctx0" brushRef="#br0" timeOffset="92216.3">23238 15627 166 0,'0'0'51'0,"0"0"4"0,0 0-22 0,0 0-22 0,0 0-10 16,0 0 3-16,0 0-1 15,0 0-3-15,-29 38-1 16,29-22-1-16,0-1 0 16,5-3-2-16,5-4 0 0,2-1 1 15,-3-4-2-15,3-3 7 16,1 0 3-16,-1 0-5 16,-1-6 5-16,1-5-1 15,-3 0 3-15,-2-4 0 16,-2-2-3-16,-3 2 1 15,-2-2 1-15,0 1-4 0,-4 3-2 16,-6 1-1-16,1 5-12 16,-5 2-15-16,-1 2-25 15,4 0-68-15</inkml:trace>
  <inkml:trace contextRef="#ctx0" brushRef="#br0" timeOffset="92421.46">23433 15446 336 0,'0'0'3'0,"0"0"2"15,0 0-7-15,0 0-3 16,34 47 0-16,-28-18 9 16,1 6-2-16,-1 1 1 15,-4 3 2-15,1 1-3 0,-3 1-5 16,0 0-36-16,-7-4-54 15,-5-5-95-15</inkml:trace>
  <inkml:trace contextRef="#ctx0" brushRef="#br0" timeOffset="92571.87">23363 15754 295 0,'0'0'9'0,"0"0"-9"16,0 0-18-16,30-38-25 0,-18 28-32 16</inkml:trace>
  <inkml:trace contextRef="#ctx0" brushRef="#br0" timeOffset="92693.8">23540 15706 251 0,'0'0'-37'16,"0"0"-11"-16,0 0-52 16</inkml:trace>
  <inkml:trace contextRef="#ctx0" brushRef="#br0" timeOffset="92935.31">23732 15588 206 0,'0'0'4'0,"0"0"10"0,47-15 10 15,-20 6-13-15,2 2-4 16,2-1-6-16,0 2-1 15,-1 0-25-15,-3 0-52 16,-5 1-52-16</inkml:trace>
  <inkml:trace contextRef="#ctx0" brushRef="#br0" timeOffset="93176.85">23940 15463 258 0,'0'0'10'0,"0"0"-4"15,0 0-5-15,41-4 4 16,-24 4 0-16,0 0-2 16,-3 10-3-16,-2 3 0 0,-4 4 0 15,-4 3-4-15,-4 2 0 16,0 1-18-16,-4 0-31 15,-9-2-26-15,-3-4-44 16</inkml:trace>
  <inkml:trace contextRef="#ctx0" brushRef="#br0" timeOffset="93903.88">24265 15391 259 0,'0'0'6'0,"0"0"8"0,0 0-7 15,0 0-12-15,0 0 0 16,0 0-3-16,0 0-10 15,0 0-1-15,-14 7-8 16,11-3 5-16,1 2 5 0,0-2-2 16,0-1 1-16,1 0-8 15,1-2-4-15,0-1 10 16,0 0 14-16,0 0 8 16,0-7 0-16,3-3 20 15,0 0 8-15,1 0 10 0,-2 0-5 16,1-1 1-16,0 0-11 15,-2 1-10-15,1 3-4 16,0 1-6-16,-1 0 0 16,0 5-1-16,1 1-3 15,0 0-3-15,-1 8-7 0,0 5 5 16,1 7 7-16,0 3 2 16,0 1-2-16,2 1-1 15,-2 0-1-15,0-3-1 16,0-3 0-16,0-3-1 15,-1-5-7-15,-1-3 4 16,0-5 1-16,0 1 0 0,0-4 3 16,0 0 7-16,0 0 7 15,4-2-6-15,-2-5-3 16,2-2 3-16,3-1-5 16,2 1-2-16,-1 0 0 15,2 3-1-15,1 3 0 0,-2 0 1 16,0 3 0-16,-3 0-1 15,0 3-3-15,-2 4 0 16,-3 4-1-16,-1-2 3 16,0 0-1-16,-1 0 0 15,-8-3 2-15,-2 1 0 16,-1 0 4-16,-3-2 0 0,0 0 0 16,0-3-4-16,3 1-1 15,5-3-25-15,0 0-28 16,7 0-50-16</inkml:trace>
  <inkml:trace contextRef="#ctx0" brushRef="#br0" timeOffset="94551.51">24492 15436 247 0,'0'0'28'0,"0"0"-1"0,0 0-19 0,0 0-5 0,0 0-3 16,0 0-2-16,0 0 8 15,-48 9-4-15,37 2-1 16,1-1 0-16,7 0-1 16,-1-2-1-16,4 0-3 0,0-3-5 15,4-2-3-15,3 1 1 16,3-4 4-16,2 0 10 16,-3 0 0-16,1 0-1 15,0-5 1-15,-1-1-1 16,-2 1 2-16,2 0-1 15,-6 2-3-15,3 2 1 0,-2 1-2 16,0 0-1-16,-1 0 0 16,1 0 1-16,1 3 0 15,-1-1-4-15,3 1 0 16,-1-1 0-16,5-2-10 16,2 0-15-16,3 0 10 0,1-7-5 15,3-3 21-15,0-3 5 16,0-1 1-16,-2 1 9 15,-3 0 12-15,-4 2 2 16,-4 1-4-16,-5 0-4 16,-2 6 2-16,0-1-11 0,-5 3-1 15,-4 2-7-15,2 0 0 16,-1 0 3-16,2 5 0 16,-3 4-4-16,5 1-4 15,1 1-8-15,3-1-9 16,0-3-19-16,0-2-7 0,5-1 10 15,5-3 26-15,0-1 19 16,1 0 1-16,1-5 24 16,-1-4 10-16,0-4-5 15,-1 0-10-15,-4-2-11 16,-1-1-5-16,0-1-3 0,-5-1 0 16,0-3 0-16,0 0-3 15,-4 2-4-15,-2 1-2 16,-3 1-12-16,-3 6-20 15,-2 4-55-15,-2 1-45 16</inkml:trace>
  <inkml:trace contextRef="#ctx0" brushRef="#br0" timeOffset="95196.7">24778 15134 165 0,'0'0'-6'0,"0"0"24"0,-41-40 8 0,23 27-8 0,1 0-4 16,0-1-5-16,-3 2-1 15,0 0-6-15,1 1 0 16,-5 2-1-16,-2 3-1 16,-1 2-2-16,-4 4-4 15,-2 0-1-15,0 5 2 0,-3 9 5 16,0 4 0-16,-5 6 0 15,3 5-1-15,-2 6 0 16,0 6 0-16,0 8 1 16,4 6-2-16,3 6 1 15,4-1-6-15,8 4-19 0,8-4-11 16,5-2 5-16,8-3 20 16,0-5 10-16,15-5 2 15,7-5 10-15,8-3 15 16,8-9 3-16,6-5 4 15,7-7-20-15,5-8-5 0,5-4-1 16,3-4-2-16,1-4 0 16,-2-11 0-16,-1-8-3 15,-4-7 0-15,-4-7 7 16,-9-5 13-16,-3-5 6 16,-6-2-2-16,-9-2-10 0,-9-3-1 15,-6 3-4-15,-11 0-4 16,-1 1-3-16,-18 6-5 15,-13 3-11-15,-13 11-20 16,-14 11-4-16,-14 10-30 0,-17 7-58 16</inkml:trace>
  <inkml:trace contextRef="#ctx0" brushRef="#br0" timeOffset="95938.4">23362 15395 202 0,'0'0'-4'0,"0"0"10"0,0 0 0 0,-47-17-6 0,37 11-2 16,-2 0-3-16,-1 2 5 16,0-1 1-16,-1-1 1 15,0 3 4-15,-1 0 1 16,0 2 2-16,-4-2-6 0,2 3-2 16,-3 0-1-16,-3 3 0 15,-2 7 0-15,-3 1 0 16,-3 8 0-16,-3 4-1 15,-2 3 1-15,-1 4 0 16,-1 4 0-16,2 3 0 0,0 4 0 16,4 2 0-16,5 1 0 15,6 3 0-15,5 1-2 16,9 1 2-16,7-1-3 16,2-1-1-16,15-3-1 15,10 0 1-15,8-3 3 0,9-6 5 16,12-1 4-16,4-5-3 15,9-6 1-15,6-5 3 16,3-4-5-16,5-7 1 16,-1-6-1-16,0-1-3 0,-2-9-2 15,-3-11 2-15,-11-5 0 16,-6-7 4-16,-8-5-5 16,-13-4 3-16,-8-3 2 15,-11-3 6-15,-10-1 0 16,-8 1-2-16,-2 0-6 15,-15 3-2-15,-11 0-10 0,-7 4-54 16,-7 3-73-16</inkml:trace>
  <inkml:trace contextRef="#ctx0" brushRef="#br0" timeOffset="96350.7">23257 15487 152 0,'38'-17'-1'0,"7"-3"5"0,6-1 14 0,7 3 1 16,4-1-1-16,2 4-4 16,8 0-4-16,2 1 1 15,6 2 0-15,4 3-2 16,0 2-6-16,2 3-3 0,0 4 0 16,-3 0-17-16,-5 8-21 15,-6 9-8-15,-10 12 25 16,-9 5 12-16,-10 7 1 15,-10 7 9-15,-11 3-1 16,-7 4-2-16,-13 1 2 16,-4 5 6-16,-26 0-1 0,-13 3-21 15,-19-3-32-15,-15-4-26 16</inkml:trace>
  <inkml:trace contextRef="#ctx0" brushRef="#br0" timeOffset="96414.57">24080 16099 78 0,'-130'35'51'15,"-12"-5"4"-15,-8-4-22 16,-3-4-21-16,-9-5-17 0,-5-9-62 15</inkml:trace>
  <inkml:trace contextRef="#ctx0" brushRef="#br0" timeOffset="104320.51">6860 15414 85 0,'0'-46'1'0,"8"-4"-1"0,7 1 1 0,6-1-7 16,6-4-4-16,4 2 5 16,5-3 5-16,5 1 1 15,3-2 3-15,4 0 3 0,5 1 9 16,6 0-4-16,6 2-4 16,3 2-2-16,2 3-3 15,3 2-3-15,5 7 0 16,-2 6 1-16,1 4-1 15,0 8 0-15,2 2 0 16,-1 5 0-16,2 3 1 0,-1 1-1 16,1 3 4-16,-1 1 3 15,0 4-1-15,-6 2 1 16,-5 0-2-16,-5 12-1 16,-11 8-3-16,-10 6 0 0,-9 9 0 15,-8 8 1-15,-12 7 0 16,-3 7-2-16,-10 2 0 15,0 4 0-15,-7 0 0 16,-5 4 0-16,-3-3 0 16,-1 0 0-16,0 1 0 0,-5-2 0 15,2-2 1-15,-5-1-2 16,0-2 1-16,-7-3 0 16,-4-4 1-16,-7-4-1 15,-3-4 0-15,-4-5 1 16,-3-7 2-16,-3-1-3 15,-5-4 1-15,-3-2-1 0,-3-4-5 16,-2-3-27-16,-3-6-16 16</inkml:trace>
  <inkml:trace contextRef="#ctx0" brushRef="#br0" timeOffset="104710.54">6947 15422 94 0,'0'0'5'0,"0"0"16"0,-25 51-5 0,23-24-8 15,2 3-6-15,0 3-2 16,13 1 1-16,6 1-1 15,7-1 0-15,4-1 0 16,7-3 0-16,6-5-1 16,8-3-1-16,7-7-12 0,2-4-17 15</inkml:trace>
  <inkml:trace contextRef="#ctx0" brushRef="#br0" timeOffset="107956.87">22312 12861 175 0,'0'1'3'0,"-1"1"2"0,1 3-5 16,0 4 1-16,0 3 0 15,0 1-1-15,4 2 1 0,1 4 1 16,3-1 0-16,-3-1-1 15,4 2-1-15,-5-1 0 16,-1-2 0-16,-1-2-11 16,-2-3-22-16,0-8-18 15</inkml:trace>
  <inkml:trace contextRef="#ctx0" brushRef="#br0" timeOffset="108328.29">22311 12856 103 0,'0'0'1'15,"0"0"8"-15,47-19-3 16,-33 19 0-16,0 0 1 16,-1 3 3-16,1 10 7 0,-3 0-5 15,1 3-3-15,3 0-3 16,1 0-2-16,0-2-1 15,2-1 2-15,1-2-1 16,0-4 3-16,1-4 0 16,-1 0 4-16,-2-3 1 15,-2 0-2-15,-1-3 2 0,-2-5-2 16,-2-1 0-16,0-1-2 16,-4-3-3-16,-2-1 0 15,-2-1 0-15,-2-2-2 16,0-2 2-16,0-1-5 0,-2 2 1 15,-2-1 1-15,1 4-4 16,-3 2-21-16,-1 0-24 16,2 5-52-16</inkml:trace>
  <inkml:trace contextRef="#ctx0" brushRef="#br0" timeOffset="108675.7">22749 12708 189 0,'0'0'-29'0,"0"0"29"15,0 0 1-15,0 0-1 16,0 0 0-16,0 0-1 16,0 0 3-16,0 0 3 15,25 50 4-15,-25-33-1 16,0 4 0-16,0-2-5 0,0 1-2 15,-1-1-1-15,-2-2 0 16,1-2 2-16,0-4-2 16,2-1 0-16,0-2 1 15,0-2 1-15,0-2 1 16,7-1 4-16,2-1 5 0,0-2 1 16,4 0-4-16,2 0-5 15,4 0-2-15,-3-5-1 16,4 0-1-16,-1-3-12 15,1 0-40-15,-1-3-32 16</inkml:trace>
  <inkml:trace contextRef="#ctx0" brushRef="#br0" timeOffset="109174.65">23026 12707 186 0,'0'0'-7'16,"0"0"7"-16,0 0-3 16,0 0 5-16,0 0-1 15,0 0-1-15,0 52 1 0,4-31-1 16,-4 2 2-16,2-3-1 16,0 3 0-16,0-7 0 15,1 0-1-15,-1-4 0 16,0-2 1-16,0-5-1 15,-2-2 0-15,0-1 1 16,0-2-1-16,0 0 8 0,-2-3-5 16,-3-7-3-16,0-3 0 15,0-2 0-15,0-4 0 16,3-2 0-16,2-3 0 16,0-2 1-16,0 2-1 15,3-2 2-15,5 5-1 0,-1 1 3 16,1 6 0-16,2 1 5 15,-1 6-5-15,3 1-1 16,0 5-3-16,-1 1 1 16,1 0-1-16,-5 0 1 0,1 3-1 15,-3 4 0-15,-3 1 0 16,0 1 0-16,-2 1-3 16,0 0 0-16,-8 1 5 15,-6-1-5-15,-4 0-1 16,-3-1-9-16,0-1 2 15,1-4-17-15,5-2-22 0</inkml:trace>
  <inkml:trace contextRef="#ctx0" brushRef="#br0" timeOffset="109807.42">23272 12489 145 0,'0'0'-24'0,"0"0"24"0,-36-48 6 0,11 35-5 0,-3 1 0 15,-9 0 0-15,-4 5 1 16,-3 1-1-16,-4 1 0 16,-2 2-1-16,-6 2 1 15,-4 1 1-15,0 0 0 16,-4 0 1-16,0 5 2 0,-2 5-2 15,2 4 0-15,0 2-1 16,2 4 2-16,1 4 2 16,3 2 1-16,4 6 1 15,2 5-1-15,4 4-3 16,6 3-2-16,5 7-2 0,4 0 2 16,7 2-2-16,7 0 1 15,3-1-1-15,8-1 0 16,8-1 0-16,0 2 2 15,13-2 0-15,11 0-2 16,6-5 0-16,10-4 0 0,7-4 1 16,9-5-2-16,6-7 1 15,2-3 1-15,6-8 2 16,1-4 1-16,0-6-2 16,3-4 1-16,0-1 9 15,2-12-3-15,0-3-5 16,0-4-2-16,-2-3 0 0,-9-6 0 15,-2-5-1-15,-7-3 5 16,-5-6 7-16,-8-5-1 16,-3-2-4-16,-6-1 0 15,-6-2-2-15,-7-1 1 16,-8 1-3-16,-9 0 4 0,-4-1-5 16,-13 7 0-16,-12 0-3 15,-11 7 4-15,-4 8-5 16,-14 9-3-16,-10 10-3 15,-6 8-23-15,-8 5-47 16,-4 2-96-16</inkml:trace>
  <inkml:trace contextRef="#ctx0" brushRef="#br0" timeOffset="110149.17">22136 13448 219 0,'50'-13'3'0,"5"-1"2"0,10-4 0 0,7-1-3 0,4 1-1 16,6-4 0-16,-2 1 1 16,3 0 4-16,-2-1 6 15,-1 1 1-15,-1 3-4 16,-6 2-7-16,-5 0-1 16,-6 4-2-16,-11 4-14 15,-10 1-27-15,-10 3-26 0,-16 4-5 16</inkml:trace>
  <inkml:trace contextRef="#ctx0" brushRef="#br0" timeOffset="110361.68">22459 13441 239 0,'0'0'10'15,"0"0"-6"-15,80-21 8 0,-14 1-2 16,17-3-1-16,14-4-4 16,13 0 0-16,11-3-2 15,11 2-2-15,13-2-1 16,8 0 0-16,1-7-31 0</inkml:trace>
  <inkml:trace contextRef="#ctx0" brushRef="#br0" timeOffset="116607.95">3784 16223 9 0,'2'0'18'0,"-1"0"-6"0,3-3-10 16,-2 1 1-16,0-3-2 0,0 1-1 16,0 0-1-16,2-1 2 15,0-2-1-15,0 2 0 16,0-1-14-16</inkml:trace>
  <inkml:trace contextRef="#ctx0" brushRef="#br0" timeOffset="122489.42">13653 15851 161 0,'-3'-2'1'0,"0"-3"26"0,1 2 15 16,2 1-11-16,-3 1-5 15,2 1-7-15,1 0-14 16,0 7-10-16,0 6 5 15,0 6 1-15,4 5 0 16,0 1 0-16,0 4-1 0,2 2-5 16,-1-1-9-16,-1 1-1 15,0 0-11-15,0-4-14 16,-3-1-11-16,-1-6-1 16</inkml:trace>
  <inkml:trace contextRef="#ctx0" brushRef="#br0" timeOffset="122838.58">13459 15934 198 0,'0'0'2'16,"0"0"8"-16,0 0-7 16,0 0 0-16,0 0 4 15,0 0 1-15,0 0 6 0,0 0 0 16,44-25-4-16,-25 15-3 15,2-3-4-15,4-1-2 16,4-1 0-16,2-1-8 16,0 2-39-16,0 0-36 15,-2 1-38-15</inkml:trace>
  <inkml:trace contextRef="#ctx0" brushRef="#br0" timeOffset="123229.49">13859 15912 213 0,'0'0'6'0,"0"0"33"16,0 0-12-16,0 0-4 15,0 0-13-15,0 0-1 0,0 0-9 16,0 0 4-16,5 0-3 15,-1 3 0-15,6 4-2 16,-1 0 1-16,2 5 0 16,2 2 0-16,-2 3 0 15,1 1-2-15,-5-1-4 0,-1 0-3 16,0-2 3-16,-5-4 3 16,0-4 2-16,0-1 2 15,-1-4 0-15,0-2 1 16,0 0 1-16,0 0 3 15,0-8 0-15,1-5-4 0,2-2-4 16,-1-7 3-16,3-1 1 16,2-2-3-16,3-1-10 15,3-1-25-15,0 1-53 16,7 2-27-16</inkml:trace>
  <inkml:trace contextRef="#ctx0" brushRef="#br0" timeOffset="123906.88">14233 15845 148 0,'0'0'4'15,"0"0"-4"-15,0 0-3 16,0 0 5-16,0 0 5 16,0 0-6-16,0 0 1 15,-31 39-1-15,19-28 5 16,-1-1 6-16,1 4 4 0,2 1-4 15,0 0-6-15,4-1-5 16,1 2 0-16,4-3-2 16,1-1 0-16,0-3-1 15,2-2-5-15,6-3-3 16,0-1 6-16,2-3 4 16,2 0 7-16,3-3-2 0,0-7 6 15,4 0-8-15,-4-6-2 16,3-2 3-16,-1 2-11 15,-4-2 15-15,-2 4-7 16,-2 1 2-16,-5 3 2 16,-2 3 20-16,-2 1-1 0,0 4-6 15,0 0-10-15,0 2-8 16,-4 0-2-16,-3 6 5 16,3 5-3-16,1 1-1 15,-1 2 1-15,2-1 0 0,2 1 0 16,0-3-1-1,0-1 0-15,0 1 0 0,6-3-2 16,-1-3-1-16,6 0 1 16,0-3 0-16,-1-2 2 15,3 0 0-15,1-2 4 16,3-5-2-16,-4-2 0 0,1-4 0 16,-4 0 1-16,2 2 0 15,-1-4 0-15,-2 3-1 16,-4-1 0-16,-2 3 0 15,-1 1 0-15,-2 3 2 16,0 1 5-16,0 4 2 0,0 1-3 16,0 0-9-16,-2 2 6 15,1 6-3-15,1 3-1 16,0 1 0-16,0-1-1 16,0 1-3-16,7-2-8 15,0 0-6-15,1-5-19 16,1-5-56-16,0 0-36 0</inkml:trace>
  <inkml:trace contextRef="#ctx0" brushRef="#br0" timeOffset="124056.57">14549 15777 95 0,'0'0'202'0,"0"0"-200"0,0 0 3 0,-23-37-5 0,20 33-16 15,2 1-38-15,1 3-28 0,0 0-50 16</inkml:trace>
  <inkml:trace contextRef="#ctx0" brushRef="#br0" timeOffset="124447.39">14575 15901 290 0,'0'0'3'16,"0"0"-6"-16,0 0-3 0,0 0 8 15,0 0-3-15,0 0-4 16,0 0-3-16,0 0-3 16,15 38 6-16,-14-33 5 15,-1-3-1-15,1-2 1 16,-1 0-2-16,1 0-1 0,1 0 5 15,-2-7-5-15,2-1 4 16,1-5 1-16,1-1 1 16,3-2 1-16,-1 1 3 15,1 2-1-15,-4 2 0 16,3 1-3-16,0 1 8 16,2 4-6-16,-1 2-1 0,3 3 1 15,1 0-5-15,0 0-2 16,0 6-1-16,1 9-1 15,-3 0-9-15,-1 4-17 16,0-1-26-16,-3 2 5 16,-2-2-7-16</inkml:trace>
  <inkml:trace contextRef="#ctx0" brushRef="#br0" timeOffset="124736.2">14932 15888 168 0,'0'0'-21'0,"0"0"21"16,0 0-2-16,0 0-2 0,0 0 1 16,0 0-1-16,0 0 38 15,0 0-1-15,0 0-3 16,48 0-14-16,-31 0-14 15,6-2-1-15,1-4-1 16,2 1 1-16,3-1-3 16,3-1-4-16,0 0-1 0,-1 0-15 15,3-2-7-15,-8 0-22 16,-3-1-58-16</inkml:trace>
  <inkml:trace contextRef="#ctx0" brushRef="#br0" timeOffset="124931.4">15265 15749 309 0,'0'0'1'0,"0"0"-2"0,0 0-1 16,0 0 5-16,0 0 3 15,45-10-7-15,-35 21-2 16,-2 5-10-16,-3 8-1 15,-4 2-26-15,-1 5-5 16,-6 0-30-16</inkml:trace>
  <inkml:trace contextRef="#ctx0" brushRef="#br0" timeOffset="125408.75">15638 15642 158 0,'0'0'18'0,"0"0"24"0,0 0-15 16,0 0-16-16,0 0-10 16,0 0-1-16,0 0 8 15,-33-41-9-15,42 31 3 16,5 2-1-16,-3 0 0 16,4 1 5-16,1 3-4 15,-3 1-1-15,1 3-1 0,-1 0 0 16,-4 0 1-16,-2 5-2 15,-3 6-2-15,-3 3-2 16,-1 2 1-16,0 2 9 16,-2-1-4-16,-3 3 0 15,-6 0-1-15,4 0 2 0,0-2-1 16,1 0-1-16,2 0 0 16,1-2 0-16,3-1 0 15,0 2-1-15,0-5-38 16,3 0-28-16,1 0-19 0</inkml:trace>
  <inkml:trace contextRef="#ctx0" brushRef="#br0" timeOffset="125557.96">15710 15945 267 0,'0'0'16'0,"0"0"-2"15,0 0-12-15,0 0 1 0,0 0-4 16,0 0 1-16,0 0-8 15,0 0-14-15,0 0-35 16,0 17-38-16</inkml:trace>
  <inkml:trace contextRef="#ctx0" brushRef="#br0" timeOffset="126563.25">13645 16488 256 0,'0'0'6'16,"0"0"-6"-16,0 0-15 15,0 0 21-15,45 12-3 0,-21-6-2 16,10-1 3-16,4 2-3 15,2-1 1-15,5 3-2 16,4-4 0-16,7 1 0 16,4 1-2-16,7-1-5 15,3-2 10-15,8-2-2 16,2 0-1-16,5-2-1 0,2 0 0 16,7 0-1-16,2-2 2 15,2-7 3-15,0-4 1 16,4-3-1-16,0-5-2 15,-1-4 3-15,2-5 2 16,-2-1-1-16,-3-3-1 0,-5-3 0 16,-5-3-1-16,-5-1-1 15,-6-5 1-15,-9-1-2 16,-7-1 3-16,-10-1-2 16,-7 0 1-16,-10 1 3 15,-12 2 4-15,-6 0-1 0,-9 0-1 16,-6 3 1-16,-1 1-3 15,-8-1 2-15,-10 2-3 16,-4 3 1-16,-5-1 1 16,-8 1-3-16,-4 0 0 15,-3-1-3-15,-3 0 0 16,-6 0 4-16,-1 1-5 0,-6 1 2 16,-3 4-3-16,-8 4 2 15,-2 3-1-15,-6 5 0 16,-4 4-1-16,-3 7-2 15,-1 5-1-15,0 3 3 0,-3 2-2 16,-2 5 2-16,-1 10-7 16,-2 3-3-16,-2 3 4 15,-5 6-1-15,3 3 4 16,-1 4 3-16,-1 5 1 16,-6 3 0-16,4 5-1 15,-1 4 3-15,-2 5-4 0,2 7 1 16,4 7 2-16,6 5-1 15,3 10 1-15,15 4-1 16,9 1 0-16,12-2 0 16,17-7 0-16,15-5-1 0,21-10 0 15,7-10-3-15,29-12-2 16,17-6-11-16,15-14 10 16,23-11 3-16,15-10 3 15,17-6-2-15,17-20 5 16,18-11-3-16,17-8 2 0,12-5 2 15,7-6-3-15,0-1-10 16,-4-3-146-16</inkml:trace>
  <inkml:trace contextRef="#ctx0" brushRef="#br0" timeOffset="132706.71">15443 16372 17 0,'-6'0'34'0,"0"0"9"0,2 0-3 0,1 0-17 15,-1-7-10-15,2 2-6 16,0-3 5-16,1 3 1 15,-1-1 4-15,1 2 8 16,0 1 0-16,1 0-5 0,0 3-11 16,0 0-10-16,0 0-4 15,0 7 2-15,7 6-1 16,2 4 4-16,4-1 1 16,4 5-1-16,4 2 0 15,-1 1 2-15,4 1-1 0,3 0-1 16,-2 0 1-16,2-1-1 15,-3-1 0-15,-1-5-1 16,-1-3-3-16,-2-3-20 16,0-6-35-16,-6-6-52 15</inkml:trace>
  <inkml:trace contextRef="#ctx0" brushRef="#br0" timeOffset="132898.71">15739 16506 290 0,'0'0'0'0,"0"0"-1"16,0 0-9-16,0 0 15 15,0 0 0-15,0 0-4 16,46 31-1-16,-30-13 1 16,-1 4-2-16,-3 6 0 0,-3 4-22 15,-9 4-45-15,0 0-54 16</inkml:trace>
  <inkml:trace contextRef="#ctx0" brushRef="#br0" timeOffset="134015.8">16066 16629 126 0,'2'-7'25'0,"-2"3"22"0,0 1-1 0,0 1-16 16,0 2-9-16,0 0-22 0,0 5-3 15,0 9 3-15,2 6 2 16,1 4 6-16,2 6-3 16,2 1-3-16,-3 2 0 15,-1 1-1-15,2-3-1 16,-3-2-9-16,-2-3-2 16,1-7 0-16,-1-2-11 15,0-5-23-15,0-9-34 0</inkml:trace>
  <inkml:trace contextRef="#ctx0" brushRef="#br0" timeOffset="134314.69">16099 16640 198 0,'0'0'3'0,"0"0"18"15,0 0-8-15,0 0-10 16,0 0-1-16,46-29 2 0,-25 29 5 15,-1 2-4-15,2 9 2 16,1 5 7-16,0 3-13 16,-1 2 0-16,-5 5-4 15,-1 0 1-15,-6 2 1 16,-5 0-3-16,-5 1 1 0,0-1 3 16,-6 1 3-16,-10-1 2 15,-2 0 0-15,-1-2-3 16,3 0 3-16,-2-7-5 15,7-3-14-15,3-9-21 16,5-7-32-16,3-1-44 0</inkml:trace>
  <inkml:trace contextRef="#ctx0" brushRef="#br0" timeOffset="134726.59">16524 16773 137 0,'0'0'-4'16,"0"0"6"-16,0 0-1 16,17-44 0-16,-17 34 1 15,0 4 7-15,0 1 30 0,-2 2 5 16,-4 3-8-16,0 0-19 16,1 0-4-16,-2 7-3 15,2 4-8-15,1 6 0 16,1 0-2-16,2 3 0 15,1 0-1-15,0-3 0 16,0-3 0-16,0-2-1 0,2-4 0 16,4-4-1-16,0-4-1 15,5 0-1-15,-1-4 5 16,4-6 3-16,-1-3 1 16,0 2-1-16,1 1-4 15,-1 3 4-15,-1 1-3 0,0 5 1 16,1 1-1-16,1 0 0 15,-1 0-1-15,1 1 1 16,-2 2 1-16,2 1-3 16,-3-1-9-16,-1-3-2 0,-1 0-28 15,-2 0-15-15,-2-13-19 16</inkml:trace>
  <inkml:trace contextRef="#ctx0" brushRef="#br0" timeOffset="135019.37">16821 16283 203 0,'0'0'-21'0,"0"0"26"0,0 0-2 0,0 0-3 16,-2 58 3-16,1-27 4 15,1 5-2-15,0 2 7 16,0 0 2-16,2 2 8 16,3-1-8-16,2 0-7 0,-2-1-4 15,0-3-2-15,0 3 0 16,0-2-1-16,-2-2 1 16,2-4-15-16,1-5-11 15,-4-8-15-15,0-7-37 16</inkml:trace>
  <inkml:trace contextRef="#ctx0" brushRef="#br0" timeOffset="135182.29">16773 16785 304 0,'0'0'-1'16,"0"0"7"-16,0 0-9 15,4-38 3-15,10 24 0 16,7 0-3-16,4-3-9 15,4 0-20-15,-2-2-36 16,0 1-63-16</inkml:trace>
  <inkml:trace contextRef="#ctx0" brushRef="#br0" timeOffset="135637.99">17031 16609 193 0,'0'0'30'0,"0"0"-4"0,0 0-19 16,0 0-8-16,8-37 3 16,3 32-2-16,2 1 0 15,1 4 1-15,-2 0-2 16,2 0 2-16,0 0-2 15,-2 10-1-15,0 5-16 0,-5 4-5 16,-1 3-6-16,-4 4-3 16,-2-3-1-16,-2-1 26 15,-7-2 9-15,-5-3 3 16,0-3 12-16,0-2 12 16,0-5-8-16,1-2 3 0,2-3-4 15,4-2-8-15,2 0-2 16,3-7-12-16,2-6 1 15,0 1 6-15,0-1-4 16,7 0-1-16,2 3 3 16,3 1 0-16,0 4-3 0,3 3 0 15,0 2 0-15,2 0-1 16,1 2-1-16,-2 5 0 16,-1 4-17-16,-1-2-27 15,-2-2-35-15</inkml:trace>
  <inkml:trace contextRef="#ctx0" brushRef="#br0" timeOffset="139217.59">7121 14943 103 0,'-7'0'5'0,"-1"0"10"0,1 0-8 0,-3 0-2 15,4 0-2-15,-3 0-2 16,1 1 0-16,0 1 0 16,0 0-1-16,1 1 1 15,-2 1 1-15,0 0-2 0,0 3 0 16,1 3 0-16,0 2 0 15,0 0 0-15,1 3 0 16,-2 1 0-16,-1 0 0 16,2-1 0-16,-1 2 0 15,-3-2 0-15,1-1 0 0,3 3 0 16,-2-4-2-16,0 3 4 16,3-1-2-16,-2 0 0 15,2 1 0-15,0 2 0 16,3 0-2-16,0 1 2 15,4 2 0-15,-2 2-1 0,2 1 1 16,0 3 0-16,0 1-1 16,0 2 1-16,2-2 0 15,0 2-1-15,2-3 1 16,-2-4 0-16,3-2 0 16,-1-1-1-16,2-5 0 0,2-3 2 15,3 1 0-15,1-3 0 16,3-2 3-16,1 2-2 15,3-3 0-15,2 1 0 16,0 1 0-16,2-1 0 16,0 1-1-16,1 3 1 15,1 1-1-15,2 2-1 0,-1 2 1 16,1 2 0-16,2-4-1 16,1 1 0-16,1-5 1 15,0-2-2-15,2-5-5 16,1-1 3-16,-1-3 6 0,1 0 3 15,2-2 2-15,-2-3 0 16,2-5-4-16,5 0-1 16,0-2-2-16,3 0 1 15,4-3-1-15,-1 1 0 16,4 0 0-16,1 1-1 16,-3-1 0-16,2 1 0 15,0 2-1-15,0 3 0 0,1-1 0 16,-5 5-2-16,0 1 0 15,-3-3 3-15,-2-1 0 16,0-3-1-16,-2-3 2 16,1-4-1-16,0-4 2 0,-5-4 0 15,2-5-1-15,-5-3 1 16,-2-4 0-16,-2-3-1 16,-3-2 0-16,0-1 0 15,-5-1 0-15,-2 1 1 16,-2 1-1-16,-3-2 1 0,-1 1-2 15,-1-1 2-15,-3 1-2 16,-2-2 1-16,-2 4 0 16,-1 0 0-16,-2 3-1 15,-2 0 2-15,0 0-1 16,0 1-1-16,-4 0 3 0,-7 5-1 16,-3 0 0-16,-6 3 1 15,2 3 2-15,-7 3-4 16,1 5-2-16,-3-1 6 15,-4 4-5-15,1 2 3 16,-1 0-1-16,-4 3-2 16,1 2 1-16,-1 2 1 0,3 3-2 15,-1 2 0-15,0 1 0 16,3 0 0-16,-1 0 0 16,0 7-2-16,-3 1 2 15,-2 2 2-15,0 0-4 0,-2 3 2 16,-2 0 0-16,-1 1 0 15,-1 3 0-15,0 0-1 16,-1 1-1-16,-1 0 2 16,0 0 2-16,-3-2-2 15,0 0 0-15,-2 0 0 16,1 1 0-16,-1 0 0 0,0 2 0 16,0-1 0-16,-4 4 0 15,-1-1 0-15,5 2 0 16,-5 2 0-16,2 2 0 15,6 3 0-15,-2 4 0 16,2 6 0-16,1 3-3 0,1 6-14 16,0 3-15-16,4 4 1 15,1 0-39-15</inkml:trace>
  <inkml:trace contextRef="#ctx0" brushRef="#br0" timeOffset="140499.05">7831 15083 14 0,'-8'4'9'0,"1"0"8"0,1 2 0 15,0-2-4-15,0 3-6 0,-1 0-6 16,3 1 0-16,0 1-1 15,-2 1 0-15,3 0 2 16,-2 2-2-16,2 0 3 16,2-1 0-16,-1 1 1 15,2-2 1-15,0 1 0 0,0-1 1 16,0-1-3-16,1 1-1 16,2-2 0-16,1 0 1 15,-1 0 0-15,2 0-1 16,1-2-1-16,-2 2 0 15,3-2 0-15,-1 0 6 0,4-3 0 16,-4-1 4-16,3-2 1 16,1 0 3-16,-1 0-2 15,1-8-3-15,-3 1-2 16,2-3-1-16,-2 0-1 16,0-2-1-16,-1-1 0 0,-1 0 1 15,-2 0 1-15,-1-1 1 16,2 2 1-16,-4-2 0 15,0 0 2-15,0 1-4 16,-4-1-2-16,-4 1-1 16,-1-3-2-16,0 4 1 0,1-2-1 15,-2 4-1-15,2 0 0 16,1 6-9-16,-4 2-23 16,-1 2-71-16</inkml:trace>
  <inkml:trace contextRef="#ctx0" brushRef="#br0" timeOffset="141544.42">8167 14908 96 0,'0'0'4'0,"0"0"6"0,0 0-5 15,0 0-3-15,0 0 0 0,0 0-2 16,0 0 1-16,0 0 2 15,0 0 11-15,0 0 4 16,0 0-1-16,-38-13-5 16,33 13-6-16,-1 0-6 15,0 0-1-15,-2 6 0 0,-2 2-12 16,1 4 4-16,-3 3 3 16,1-3 6-16,0 6 1 15,-2-1-1-15,6 0 1 16,-2-1-1-16,2 0 0 15,2-1 0-15,3-2-1 0,2-2 0 16,0 1-1-16,0-4-1 16,2 1 2-16,3-4-6 15,0 1 6-15,1-3 3 16,1-1-2-16,0-2 0 16,1 0 1-16,2 0 0 15,-2 0 0-15,1-2-1 0,3-4 0 16,-1-1 4-16,-3 0 0 15,2-1 2-15,-1-1 1 16,0-4-2-16,2 3 2 16,-5-5 0-16,3 1-3 0,-5-1 0 15,1 1-1-15,-3 1 0 16,1-1 1-16,-3 1-1 16,2 2-1-16,-2 2-2 15,0 0 1-15,1 3-1 16,3 0 1-16,-2 2-2 0,0-2 1 15,0 3-1-15,0 2 0 16,-1-2 1-16,1 3-1 16,0 0 0-16,0 0-1 15,-2 0 2-15,2 0 3 16,-2 9 0-16,2 4-1 16,-2 6 4-16,0 8-1 0,0 7 1 15,0 9-3-15,0 5-2 16,2 10-2-16,-1 4 3 15,-1 4-61-15</inkml:trace>
  <inkml:trace contextRef="#ctx0" brushRef="#br0" timeOffset="142624.45">8145 15266 101 0,'0'0'2'0,"0"0"3"0,0 0 3 0,0 0-2 15,0 0-7-15,0 0-7 16,0 0 12-16,0 0-4 16,0 0-4-16,0 0 6 15,9 0 2-15,-1 0-2 16,6 0 0-16,1-3-1 0,2-2-6 16,-2-3-70-16</inkml:trace>
  <inkml:trace contextRef="#ctx0" brushRef="#br0" timeOffset="142903.19">8169 15309 184 0,'0'0'-4'0,"0"0"-1"0,0 0 3 15,0 0-22-15,48-39-13 16,-34 29-29-16</inkml:trace>
  <inkml:trace contextRef="#ctx0" brushRef="#br0" timeOffset="144698.25">16748 16537 53 0,'-7'1'14'0,"-2"-1"9"0,4 0-7 0,1 0-3 15,1 0-2-15,2 0 4 16,1 0 1-16,0 0-2 16,0 0 3-16,0 0-1 15,0 0-2-15,1-2-4 0,10-4-14 16,4-5 16-16,7-3-15 15,7-5 8-15,6-4-4 16,7-4-12-16,8-1-50 16,-2-5-21-16</inkml:trace>
  <inkml:trace contextRef="#ctx0" brushRef="#br0" timeOffset="154776.65">17453 16635 192 0,'-3'0'0'0,"0"0"11"0,-2 0 13 0,5-3-8 16,-3 2-4-16,2-1 0 15,1 2 1-15,0 0-5 16,0 0-7-16,0 0-9 16,4 0-15-16,4 0 16 0,3 0-7 15,3 2 2-15,2-2 10 16,2 0-5-16,2 0 7 15,-1-2 8-15,5-3 10 16,0 0-1-16,1-1-8 16,1 0-3-16,4 0-4 0,1-1-1 15,-1 1 0-15,2-1 0 16,0 0-1-16,-1 3 1 16,-2 1-1-16,-3-1-4 15,-2 2-13-15,-6 2-44 16,-4-4-48-16</inkml:trace>
  <inkml:trace contextRef="#ctx0" brushRef="#br0" timeOffset="155060.55">17970 16462 215 0,'0'0'28'0,"0"0"-12"0,0 0-11 0,0 0-4 16,0 0 2-16,0 0-1 15,35 44-1-15,-27-23 0 0,-2 7-3 16,-4 9 3-16,-2 9 0 15,-19 12-18-15,-15 8-50 16,-14 3-55-16</inkml:trace>
  <inkml:trace contextRef="#ctx0" brushRef="#br0" timeOffset="156361.16">18415 16580 162 0,'0'0'4'0,"0"0"17"0,0 0 2 0,0 0-11 16,0 0-9-16,0 0-4 15,0 0 0-15,0 0-1 16,0 0 0-16,0 0 4 0,0 0 8 16,0 0 2-16,0 0-17 15,0 0 3-15,-7-8 5 16,20 4-2-16,1 1 1 16,-1 1-2-16,-1 0 1 0,-1 2 0 15,-2 0 2-15,-1 0-2 16,0 9-2-16,-2 1 2 15,-2 2-2-15,-3 5-7 16,-1 2-19-16,0 1-2 16,-3 0-4-16,-5-5 24 15,0 1 10-15,1-5 4 0,3-2 13 16,-1-3 9-16,3-1-8 16,1 1-7-16,1-2-3 15,0 0 4-15,0-1 0 16,0-1-2-16,0 0-1 15,4-1-5-15,2-1-1 0,3 0-2 16,1 0 5-16,1 0-2 16,3 0-1-16,-2 0-3 15,1 0 1-15,2-3-4 16,-1-2-36-16,2-3-60 16</inkml:trace>
  <inkml:trace contextRef="#ctx0" brushRef="#br0" timeOffset="156734.49">18723 16624 241 0,'0'0'2'0,"0"0"2"0,0 0-8 15,0 0-13-15,0 0-1 16,0 0 22-16,-38 28-2 0,36-17-3 15,2 1 0-15,0-1 2 16,0 1 0-16,2-4 0 16,3-1-2-16,3-1 0 15,2-2 1-15,-1-4 8 16,1 0-6-16,2 0 2 16,-1 0 6-16,-2-6 8 0,3-5-1 15,-2-3-7-15,-3-2-2 16,0-1-1-16,0 0-5 15,-3 0 1-15,-4 1-1 16,0 2-1-16,-2 2-3 16,-8 3-7-16,-3 5-2 0,-3 4-5 15,-3 0-10-15,1 0-41 16,2 7-41-16</inkml:trace>
  <inkml:trace contextRef="#ctx0" brushRef="#br0" timeOffset="157864.06">18619 16426 81 0,'0'2'7'0,"4"-1"8"0,0-1 21 0,1 0 8 15,0 0 2-15,4-7-18 16,3-4-10-16,2-5-8 0,5-2-5 16,5-4-3-16,4-3-2 15,8-4 1-15,1-5-5 16,7-4-61-16,0-7-93 16</inkml:trace>
  <inkml:trace contextRef="#ctx0" brushRef="#br0" timeOffset="168532.93">19147 16381 51 0,'0'-6'128'0,"0"1"-123"0,-1 0 1 0,-1-2 0 16,1 3-3-16,0 0 0 0,-1 1 10 15,1 0 4-15,-2 0-2 16,3 3-5-16,0 0-3 15,-2 0-4-15,0 0-11 16,-1 10-6-16,0 4 12 16,-2 5 2-16,-3 6 2 15,-2 7-3-15,1 4 0 0,-4 5-4 16,-1 1-7-16,-1 0-5 16,1-2-7-16,1-2 1 15,2-5-14-15,0-2 9 16,2-8-6-16,2-4-21 0</inkml:trace>
  <inkml:trace contextRef="#ctx0" brushRef="#br0" timeOffset="168987.46">18956 16563 177 0,'0'0'29'0,"0"0"10"0,0 0-14 0,0 0-11 16,0 0-7-16,0 0-4 16,0 0-4-16,0 0-7 15,0 0-3-15,0 0-21 16,-9-3-49-16,18 3-19 16</inkml:trace>
  <inkml:trace contextRef="#ctx0" brushRef="#br0" timeOffset="169614.19">19215 16668 140 0,'0'0'5'0,"0"0"4"0,0 0 8 0,0 0-10 0,0 0-8 15,0 0-11-15,0 0-29 16,0 0 16-16,0 0-74 16</inkml:trace>
  <inkml:trace contextRef="#ctx0" brushRef="#br0" timeOffset="172325.61">16243 15066 26 0,'2'0'1'0,"-2"0"-1"0,2 0 0 16,-2 0 0-16,2 0 2 15,0 2 4-15,2-2 3 16,3 0 6-16,0 0-2 16,5 0-6-16,2 0-2 15,5 0-2-15,-2-2-1 0,3 0-1 16,3-1 0-16,0 1 0 16,-5 0 1-16,6-1-2 15,-3 0 2-15,2 0 1 16,2 0-2-16,2-2 1 15,2 2-2-15,4-2 1 0,3-1-1 16,2-1 1-16,1-2-1 16,1 1 2-16,1-2 0 15,1 0-1-15,-2-3-1 16,2 3 1-16,1-1-1 16,3 1 0-16,-1-2 0 0,4 1 0 15,-1 1 0-15,3-1 1 16,-1 0-1-16,5-1 0 15,3 2 0-15,2 0 0 16,-1 2 0-16,5-2 0 16,-2 0 0-16,2 1 0 0,0-1 0 15,-3-2 1-15,1 0 0 16,-4-2 2-16,-2 4 2 16,-5-1 1-16,-3-1 1 15,-2 2 0-15,-1 0 2 16,-5 2-4-16,-7 1 0 15,-1 3-4-15,-6 1 1 0,-2 1 0 16,-6 1-8-16,-2 0-38 16,-5 0-48-16</inkml:trace>
  <inkml:trace contextRef="#ctx0" brushRef="#br0" timeOffset="173444.23">20295 15466 49 0,'18'-1'8'0,"3"-6"7"0,4-1-1 0,4 1 0 16,1-3 2-16,3 2 4 16,0-1-8-16,1 2-3 0,4-1-5 15,-2 1-2-15,4 0 0 16,1 1-2-16,5-1 0 16,-1 1 0-16,0 0 1 15,-6 1-1-15,-1 2 0 16,-9 0 1-16,-3 2 0 15,-6 1 1-15,-6 0-2 0,-4 0-16 16,-7 0-18-16,-3 5-19 16</inkml:trace>
  <inkml:trace contextRef="#ctx0" brushRef="#br0" timeOffset="173735.3">20391 15520 88 0,'0'0'60'16,"0"0"-37"-16,0 0-1 16,0 0-13-16,0 0-13 15,0 0-14-15,0 0 17 16,0 0 2-16,40 3 6 0,-14-3-4 15,5 0 0-15,6 0-1 16,5-3 1-16,1-4-3 16,6 1 1-16,8-4 0 15,2 0-1-15,2-1-13 16,1 1-41-16,-3-4-31 0</inkml:trace>
  <inkml:trace contextRef="#ctx0" brushRef="#br0" timeOffset="178566.4">7487 16111 114 0,'0'0'25'0,"0"0"-20"0,0 0 1 0,0 0 1 15,0 0-4-15,0 0-2 16,-46 18-1-16,32-13 0 16,1 1 2-16,1-2 0 0,2-3-2 15,5 2 0-15,1-3 0 16,4 0 2-16,0 0 2 15,0-3-10-15,4-2 13 16,3-5-3-16,5-1 3 16,1 0-2-16,0 2-1 15,1 0 2-15,0 0-5 0,-2 5 1 16,1 2-2-16,-1 1 1 16,-4 1 1-16,1 0-1 15,0 10-5-15,-4 7 1 16,-2 4-5-16,-3 4 4 15,0 3-3-15,0-1 5 16,-2-2 1-16,-2-2 1 0,0-4 0 16,-1-4 1-16,3-5-1 15,2-2 0-15,0-3 1 16,0 1-1-16,0-4 1 16,3-2 3-16,3 0 4 15,0 0 13-15,2-1-5 0,1-6-7 16,3 0-6-16,2-3-1 15,5-3-1-15,-2-3-15 16,3-2-36-16,0-3-23 16</inkml:trace>
  <inkml:trace contextRef="#ctx0" brushRef="#br0" timeOffset="178921.95">7754 16027 178 0,'0'0'4'0,"0"0"-3"0,0 0-2 16,0 0-8-16,-27 47-7 15,23-24 6-15,2 2 10 16,2 1 0-16,0-2-1 0,0-6 1 16,4-3 1-16,4-5 0 15,-1-2 2-15,2-5 3 16,-2-3 7-16,0 0 8 15,1-3 3-15,-3-8-4 16,-1-2-5-16,1-3-4 16,-5-2-2-16,0-2 1 0,0 2-4 15,0-2 0-15,-6 2 0 16,-2 2 1-16,0 2-2 16,-1 3-3-16,0 4 1 15,0 5-5-15,4 2-9 16,1 0-15-16,-1 11-45 0,3-1-5 15,2 2-49-15</inkml:trace>
  <inkml:trace contextRef="#ctx0" brushRef="#br0" timeOffset="179256.45">7906 15948 132 0,'0'0'8'0,"0"0"-8"0,0 0 9 15,0 0 5-15,0 41-4 16,0-20-6-16,0 3-3 16,0-1 0-16,0 4 0 15,0-4-2-15,0-1 2 0,4-2-1 16,0-4 0-16,1-3-7 16,-1-5-33-16,-2-6-42 15</inkml:trace>
  <inkml:trace contextRef="#ctx0" brushRef="#br0" timeOffset="179512.69">7993 15925 171 0,'0'0'0'15,"0"0"17"-15,0 0-20 16,0 0 1-16,0 0 3 16,0 0 0-16,6 48 0 15,-1-27 0-15,-1 2-1 0,-1 1 0 16,1 2 0-16,1-2 1 16,-3 0-3-16,0-1-45 15,-2-5-59-15</inkml:trace>
  <inkml:trace contextRef="#ctx0" brushRef="#br0" timeOffset="180203.94">7984 15672 138 0,'0'0'-8'16,"0"0"30"-16,0 0 4 16,-41-41-6-16,28 34-7 15,-3 1-9-15,1 2-1 16,-5 1 2-16,-1 0-3 0,0 2 0 15,-6-1 3-15,0 2 3 16,-4 0-1-16,-3 0-3 16,-2 3 0-16,-2 9-1 15,-2 4 1-15,-2 5-2 16,1 6-4-16,-1 5 2 16,2 4 0-16,1 2-1 0,2 2 1 15,5 3 0-15,3 2-6 16,4 0 8-16,6 5-2 15,3 0-1-15,7 2 1 16,4-1-1-16,5-2 1 16,0 0-1-16,12-2-1 15,8-3 1-15,5 2 0 0,6-4-2 16,5 2-7-16,4-4-4 16,9-3 3-16,-2-7-2 15,6-6 3-15,1-10 3 16,2-9 1-16,0-5-8 0,1-10 24 15,-1-12 1-15,0-10 4 16,-1-7-1-16,-3-5 1 16,0-3-4-16,-5-6-1 15,-4-6-3-15,-8 0 3 16,-8-4 0-16,-12-1 1 0,-5 0 0 16,-10 2-1-16,-2 5-1 15,-18 3-4-15,-3 6-1 16,-10 6-2-16,-3 4 1 15,-8 12-15-15,-4 5-2 16,-4 13 4-16,-2 6-15 0,-3 2-38 16,-5 10-44-16</inkml:trace>
  <inkml:trace contextRef="#ctx0" brushRef="#br0" timeOffset="180886.63">6717 15300 168 0,'0'0'3'0,"0"0"-1"0,0 0 4 0,0 0 1 16,0 0-2-16,0 0 4 16,0 0 0-16,0 0-4 15,0 0 8-15,-40-30-11 0,33 43-3 16,-3 5-3-16,-1 5-7 15,3 4 4-15,-2 4 5 16,3 3 2-16,3 0 0 16,2 0 1-16,2 2-2 0,0 0 1 15,0-3-1-15,5 0 1 16,6-4-1-16,2-2 0 16,2-4 0-16,1-4-1 15,3-5 2-15,0-1-5 16,0-4 3-16,0-2 2 15,-3-4 0-15,0 4 1 0,-3-3 2 16,-2 2-2-16,-5 1 1 16,-2 1-5-16,-4 5-4 15,0 1 12-15,-8 5-2 16,-3 1-3-16,1 2 2 16,-2 3-2-16,1 0 0 0,3-2 1 15,2 4-1-15,4-4 0 16,2 1 0-16,0-3 0 15,8 2 1-15,4-1-1 16,5 1 0-16,2 0 0 16,6 1 0-16,-2 0 0 0,3-2 0 15,1 0-1-15,-1-3 2 16,-1-1-3-16,-2 1 0 16,-1-1-5-16,-6 2-16 15,-3 0-29-15</inkml:trace>
  <inkml:trace contextRef="#ctx0" brushRef="#br0" timeOffset="181121.08">6976 16868 113 0,'0'0'-1'0,"72"-7"3"0,-21-13-14 16,9-6 43-16,10-8-16 0,9-4-13 16,9-8-1-16,6-3 0 15,11-2-1-15,6-5 1 16,6 2 0-16,6-3-7 16,6 1-45-16</inkml:trace>
  <inkml:trace contextRef="#ctx0" brushRef="#br0" timeOffset="181990.21">20844 16638 245 0,'0'0'16'0,"0"0"12"0,0 0-7 0,0 0-7 15,0 0-4-15,0 0-5 16,0 0-4-16,0 0-3 15,0 0 3-15,40 19 4 16,-22 0-2-16,5 4 0 16,-2 0-2-16,4 1-4 0,0-2-14 15,0-2-5-15,-4-2-6 16,0-4-27-16,-5-6-32 16</inkml:trace>
  <inkml:trace contextRef="#ctx0" brushRef="#br0" timeOffset="182174.96">21066 16663 294 0,'0'0'24'15,"0"0"7"-15,-37-11-2 16,27 13-26-16,-2 13-2 0,-3 7-1 16,-1 9-1-16,-1 6-1 15,-1 5-13-15,2 4-3 16,0 2-4-16,1-3-10 15,1-2-33-15,3-10-85 16</inkml:trace>
  <inkml:trace contextRef="#ctx0" brushRef="#br0" timeOffset="182622.83">21080 16390 223 0,'0'0'-70'16,"-12"-57"92"-16,-5 38 9 15,-7 6-10-15,-4 3-19 0,-4 9 13 16,-8 1-2-16,-3 3-5 16,-5 15 2-16,1 9 3 15,0 15-4-15,1 11-3 16,6 11-4-16,7 12-2 15,4 7 0-15,10 5 0 0,11-4-1 16,8-4-1-16,8-11-5 16,16-9-10-16,9-12-7 15,8-13-3-15,10-10 3 16,2-11 19-16,5-10-7 16,5-4 9-16,0-11 13 15,4-12 18-15,-2-11-2 0,1-6-9 16,-5-11-7-16,-4-5-7 15,-6-6 0-15,-12-6 0 16,-11-3 2-16,-13 0 0 16,-11 3 3-16,-4 3-4 0,-18 6-2 15,-11 8-1-15,-10 13-14 16,-13 15 1-16,-11 16-53 16,-13 7-54-16</inkml:trace>
  <inkml:trace contextRef="#ctx0" brushRef="#br0" timeOffset="182913.9">20590 17345 242 0,'51'-17'10'0,"7"-3"10"0,7-2-3 0,7-3-7 16,6 0-3-16,5-2-4 16,1 1-3-16,-3 2-5 15,-1 1-10-15,-6 2-15 16,-7 3-28-16,-11 2-15 0,-10 3-29 15</inkml:trace>
  <inkml:trace contextRef="#ctx0" brushRef="#br0" timeOffset="183125.36">20887 17398 323 0,'0'0'7'0,"0"0"-7"16,0 0-51-16,0 0 50 0,73-20-3 16,-12-3 11-16,11-7-5 15,17-5 4-15,16-4-1 16,15-3-2-16,11-2-3 16,8-5-54-16</inkml:trace>
  <inkml:trace contextRef="#ctx0" brushRef="#br0" timeOffset="192883.06">18486 17088 85 0,'8'-1'1'0,"2"-1"-1"0,1 2 2 0,5-1-2 16,1-2 0-16,3 2-29 15</inkml:trace>
  <inkml:trace contextRef="#ctx0" brushRef="#br0" timeOffset="196199">20904 16720 16 0,'-4'-4'3'0,"-3"0"-2"0,2 1-12 0</inkml:trace>
  <inkml:trace contextRef="#ctx0" brushRef="#br0" timeOffset="196435.48">20904 16720 33 0,'0'0'27'0,"0"0"-5"15,0 0-12-15,-30-32 1 16,27 30-4-16,1-1-1 15,-1 3-1-15,2-1 1 16,1 1 5-16,0 0-7 0,0 0-9 16,1 6 2-16,6 4 5 15,2 4 0-15,-1 1 2 16,5 5 0-16,0 0-2 16,4 1 0-16,5 2-1 15,3-3 1-15,4 4-1 0,3-4 3 16,3 0-1-16,2-6-1 15,-2-4-4-15,-4-4-20 16,-5-6-18-16</inkml:trace>
  <inkml:trace contextRef="#ctx0" brushRef="#br0" timeOffset="196669">21055 16725 96 0,'0'0'8'0,"-46"27"7"0,20-5-5 15,1 8-4-15,-5 7-4 16,2 3 0-16,-5 2-9 15,2-2-71-15</inkml:trace>
  <inkml:trace contextRef="#ctx0" brushRef="#br0" timeOffset="203307.95">16460 17125 133 0,'4'0'2'0,"-2"2"10"0,2-2 7 0,-4 0-10 16,1 0-2-16,1 0 6 0,4 0-3 15,-1 0-7-15,8 0-5 16,1-5 2-16,6-2-3 16,4 0-14-16,0-3 2 15,3 2 6-15,2-1 7 16,1 0 2-16,1 1-1 15,4-1 1-15,2 1 2 0,-2-1 2 16,3 1-3-16,0-2 1 16,-2 4 1-16,0 0 1 15,-4 2 7-15,-5 1 8 16,-1 1 1-16,-4 2-1 16,-2 0-4-16,-4 0-7 0,0 0-5 15,-4 0-1-15,-2 0 0 16,-1 0-1-16,-3 0-1 15,-2 0-18-15,-1 0-34 16,-3-3-47-16</inkml:trace>
  <inkml:trace contextRef="#ctx0" brushRef="#br0" timeOffset="204731.05">6254 14594 116 0,'0'0'-15'0,"0"0"17"0,0 0-21 0,0 0-1 16,0 0 2-16,0 0 9 15,0 0 11-15,0 0 7 16,0 0 5-16,-3 0-1 0,1 0-3 16,0 0-5-16,2 0-3 15,0 0 1-15,-2 0 1 16,2 0-3-16,0 0 3 15,0 0 15-15,0 0 17 16,-2 0-12-16,2 0-6 0,-2 4-7 16,2 5-9-16,-4 4-2 15,3 9 1-15,-4 8-1 16,1 9 0-16,-1 7 0 16,-1 10 1-16,0 8-2 15,-1 7 2-15,-3 10-1 16,0 8 0-16,3 9 1 0,-2 7-1 15,4 7 1-15,3 9-1 16,2 6 0-16,0 8 0 16,0 5 0-16,2 3-1 15,3 1-2-15,4-3 2 16,-4 0 1-16,3-3 0 0,-3-3 0 16,1-5 1-16,-1-2 0 15,-3-2 0-15,-2-7 2 16,0-8 1-16,0-7 4 15,0-12 1-15,0-12-1 16,0-14-3-16,0-12-2 0,0-14 0 16,0-11-3-16,2-8 0 15,7-10-2-15,-4-8-31 16,3-3-56-16</inkml:trace>
  <inkml:trace contextRef="#ctx0" brushRef="#br0" timeOffset="205400.76">6100 17746 157 0,'0'0'9'0,"0"0"-3"0,0 0-12 0,0 0 8 16,0 0-2-16,0 0 0 16,0 0-2-16,0 0 2 15,0 0 0-15,0 0 1 16,33 39 0-16,-27-26 2 16,2-1 0-16,-2 1 0 0,1 2 0 15,0 0 0-15,4-1-3 16,-2 4 0-16,-1-4 0 15,2 2 1-15,-4-1-1 16,1-2 0-16,-2-1 1 0,1-4 1 16,-4-2 7-16,3-2 4 15,-4-3 0-15,5-1-1 16,-2-2 1-16,5-14 1 16,3-10-7-16,3-12-5 15,5-18 3-15,3-15-4 16,-6-15-52-16</inkml:trace>
  <inkml:trace contextRef="#ctx0" brushRef="#br0" timeOffset="205989.99">6274 14645 74 0,'0'0'41'0,"0"0"-21"0,0 0 11 16,0 0-6-16,0 0-11 16,0 0-2-16,0 0-1 0,0 0-2 15,-40-31-5-15,30 32-3 16,0 11 1-16,-4 8-2 15,1 3 0-15,-2 5 1 16,-3 7 1-16,3 2-2 16,-2 0 0-16,3-1 0 15,3-6-3-15,5-5-4 0,1-8-11 16,4-8-29-16,1-9-18 16</inkml:trace>
  <inkml:trace contextRef="#ctx0" brushRef="#br0" timeOffset="206167.3">6208 14627 149 0,'0'0'19'0,"0"0"-26"0,0 0 8 16,52 35 3-16,-29-18 0 15,4 2-1-15,4 4-2 16,2-3 0-16,1-3-1 15,-1-2-83-15</inkml:trace>
  <inkml:trace contextRef="#ctx0" brushRef="#br0" timeOffset="207072.16">2622 16382 96 0,'0'0'3'0,"0"0"0"0,0 0 1 0,0 0-2 0,0-42 1 16,0 33 2-16,0 2 7 0,-4 0 5 15,1 0 5-15,-1 1 3 16,-1 2-4-16,3 1-7 16,-2 0-7-16,1 3-5 15,1-1 0-15,0 1-3 16,2 0-5-16,-3 0 1 15,1 8 6-15,-2 5-2 0,-3 4 3 16,1 6-2-16,-2 3 3 16,2 3 0-16,2 5-1 15,1-1 0-15,3-3 0 16,0-3 0-16,3-4 0 16,5-5-2-16,2-5 4 0,-1-5-2 15,2-1 0-15,2-4-1 16,-2-3 2-16,2 0-1 15,1-3-1-15,3-11-1 16,4-4 2-16,-5-8-22 16,-1-4-89-16</inkml:trace>
  <inkml:trace contextRef="#ctx0" brushRef="#br0" timeOffset="207427.91">2821 15922 142 0,'0'0'-16'0,"0"0"25"15,0 0 8-15,0 0 1 16,0 0-8-16,0 0 5 16,0 0-7-16,0 0 0 0,0 0-7 15,-20 7 1-15,20 13-2 16,0 3 0-16,4 2 1 15,2 5-1-15,4-1 1 16,-3 2 0-16,1 1 0 0,2 3 2 16,-4-3-2-16,1 2 1 15,-3-4 1-15,1 0-2 16,1-4 2-16,-1-2-3 16,0-3 0-16,1 0 1 15,1-6 2-15,-1-1-3 0,4-3-1 16,-3-1 1-16,3-4-7 15,-2-4-35-15,-2-2-47 16</inkml:trace>
  <inkml:trace contextRef="#ctx0" brushRef="#br0" timeOffset="207755.08">3009 16298 59 0,'0'0'40'15,"0"0"-39"-15,0 0 7 16,0 0-2-16,0 0-1 0,0 0-4 16,23 42 0-16,-17-38-1 15,-2-3 1-15,-1-1-1 16,3 0 6-16,-2-4 18 16,-1-4 3-16,2-3 0 0,-3-5-2 15,0 1-8-15,-2-2-3 16,0-1-5-16,0 2-2 15,0-2-2-15,-4 2-2 16,-4 3 0-16,0 3-2 16,1 3 1-16,-1 4-3 0,2 3-4 15,-2 3 4-15,3 14-13 16,3 5-10-16,0 3-20 16,2-1-10-16,0-4-5 15</inkml:trace>
  <inkml:trace contextRef="#ctx0" brushRef="#br0" timeOffset="208125.38">3199 16056 74 0,'0'0'3'0,"0"0"2"0,0 0 3 16,0 0 1-16,0 0-2 15,0 0-2-15,0 0-5 16,0 0 1-16,0 0 0 16,-9 49 2-16,9-29 4 0,0-4 0 15,0-1 4-15,0-2 0 16,0-1-3-16,7-3-6 16,1-3 1-16,4 0-2 15,-1 1 3-15,0-1-1 16,1-1 3-16,0 1-2 0,-3-2-1 15,-2 2-1-15,0 0 1 16,-5-1-1-16,-2 4 1 16,0 2-1-16,0-1-1 15,-9 4-2-15,0-1-1 16,-2 1-15-16,0-4-13 0,1-4-2 16,6-6-43-16</inkml:trace>
  <inkml:trace contextRef="#ctx0" brushRef="#br0" timeOffset="208325.05">3238 16111 159 0,'0'0'17'0,"0"0"5"16,0 0-17-16,0 0-6 15,0 0 1-15,-17 38 0 16,13-14-2-16,2 3 0 0,-4 2 0 15,0-2-2-15,2-2 2 16,-1-2-5-16,1-5-18 16,2-6-36-16</inkml:trace>
  <inkml:trace contextRef="#ctx0" brushRef="#br0" timeOffset="208687.28">3303 16159 226 0,'0'0'-24'16,"0"0"17"-16,0 0 1 15,0 0 5-15,0 0 0 16,37-12-4-16,-31 7 2 16,1 0 2-16,-3-3 1 0,0-3 0 15,1-2 2-15,-2 2 4 16,-1-2 0-16,0 0 1 15,-2 2-3-15,0 5 5 16,0 2 3-16,-2 1 2 16,-3 3-5-16,-2 3-3 15,1 7-4-15,0 8-1 0,1 2 1 16,0 3-1-16,5 0-1 16,0-2 0-16,0-2 0 15,5-4-1-15,4-2 1 16,0-3-2-16,4-6-5 15,2-4-20-15,0 0-15 0,2-10-4 16,1-5 2-16</inkml:trace>
  <inkml:trace contextRef="#ctx0" brushRef="#br0" timeOffset="209079.25">3505 16054 72 0,'0'0'18'0,"0"0"26"0,0 0-2 15,0 0-12-15,0 0-13 16,0 0-13-16,0 0-4 15,-38-4-1-15,31 22 2 16,0 2-2-16,3 0 2 16,2-1-1-16,0-2 0 15,2-5 0-15,0-3-1 0,4-5-2 16,2-1-6-16,4-3-4 16,-2-7 10-16,1-9 3 15,0-4 0-15,-1-5 0 16,0-4 1-16,-4-3-1 15,-1-4 0-15,-1-1 2 0,-2-2-2 16,0-1 0-16,0-3-1 16,0 1 1-16,0 2-1 15,-5 3 1-15,1 7 0 16,0 5 2-16,-1 8 5 16,3 7 9-16,-3 5 2 0,5 5-9 15,-2 6-11-15,2 12-2 16,0 9 4-16,0 8 0 15,0 6 3-15,7 5-2 16,4 1-2-16,2 0 1 16,3-4-32-16,-3-8-64 0</inkml:trace>
  <inkml:trace contextRef="#ctx0" brushRef="#br0" timeOffset="209449.94">3922 15706 155 0,'0'0'11'0,"0"0"15"0,0 0-4 0,0 0-5 15,0 0-8-15,-39-8-2 16,34 8-3-16,-4 3-1 0,3 8-3 16,-2 3-1-16,2 9 2 15,1 1-1-15,4 5 0 16,1 0-1-16,0-2 2 16,0-1-1-16,8-6 0 15,1-2 0-15,1-6 0 16,2-3 2-16,2-2-2 0,-1-2 0 15,0-5-1-15,6 0 1 16,1-5-3-16,-3-9-43 16,-1-3-70-16</inkml:trace>
  <inkml:trace contextRef="#ctx0" brushRef="#br0" timeOffset="209641.65">4062 15726 258 0,'0'0'6'15,"0"0"19"-15,0 0-16 16,0 0-8-16,0 0-3 0,0 0 2 16,0 0-2-16,0 0 2 15,1 51 0-15,4-31-2 16,-3-4-1-16,3-1-7 16,2-2-6-16,-3-3-17 0,0-4-28 15,1-5-14-15</inkml:trace>
  <inkml:trace contextRef="#ctx0" brushRef="#br0" timeOffset="209776.79">4049 15618 240 0,'0'0'-17'0,"-23"-43"45"16,14 28-7-16,4 6-15 15,5 2-6-15,0 7-56 16,0 0-65-16</inkml:trace>
  <inkml:trace contextRef="#ctx0" brushRef="#br0" timeOffset="210190">4207 15746 270 0,'0'0'5'0,"0"0"-1"16,2-37-2-16,-2 23 0 15,0-2-1-15,0 2-2 16,0 1-8-16,-4 1-1 16,-4 4 4-16,0 0 5 0,1 2 0 15,0 3 0-15,0 2 2 16,1 1-5-16,1 0-24 16,1 0 5-16,2 6 7 15,2-1 13-15,0 2 1 16,0-3 1-16,4-2 1 0,3 0-4 15,2-2-1-15,-2 0 5 16,2-4 12-16,3-3 4 16,-2 0-1-16,-1-1-1 15,-1 2-1-15,0 2-4 16,-2 4-6-16,-1 0 1 16,-3 0-2-16,2 3-1 0,-1 8 6 15,0 3-3-15,3 1-5 16,-2 0 3-16,7 0-2 15,-2-3-1-15,5-1-10 16,1-7-48-16,3-4-32 16</inkml:trace>
  <inkml:trace contextRef="#ctx0" brushRef="#br0" timeOffset="210988.14">4501 15436 250 0,'0'0'-19'0,"0"0"41"0,0 0-9 0,0 0-11 16,0 0-1-16,-39 0-3 15,30 18-1-15,-5 1 1 16,3 5 1-16,3 2 4 0,0-2-3 16,6-1 0-16,0-2 0 15,2-1 0-15,0-4 0 16,9-2 0-16,0-4-2 15,-1-4-3-15,3-2 4 16,-1-4-3-16,1 0 1 0,-3-4 4 16,2-5 1-16,-4-5 1 15,3-2-2-15,-2-3 0 16,-2 1 1-16,-1-2 0 16,-3 2-2-16,1 1 0 15,-2 4 1-15,0 2-1 16,0 4 2-16,0 4-1 0,0 3 0 15,0 0-2-15,-2 3 1 16,1 7-1-16,1 4 1 16,0 0 0-16,0 0 1 15,0 0-1-15,4 0-1 16,3-3 1-16,0-3 0 0,2-1-2 16,-2-1-1-16,2-5 2 15,1-1-2-15,2 0-2 16,-1-1 2-16,3-8 0 15,-1-5 2-15,-2 2 1 16,0-6-4-16,-2 1 4 0,-4-1 0 16,1-1 1-16,-3 1-1 15,-3 1 1-15,0 2 0 16,0 3 4-16,0 3 5 16,0 5-1-16,-3 3-5 15,1 1-7-15,-2 0 4 0,3 9-12 16,1 4 5-16,0 3 5 15,0-2 1-15,0 3 0 16,0-4-1-16,1-3 1 16,8-2 0-16,-3-2 0 15,3-3 0-15,0-2-2 0,1-1-1 16,2 0 3-16,-1-3 0 16,1-8 1-16,-3 0 1 15,-1-5-5-15,2 1-15 16,-5-1-19-16,1 0 0 15,-4 2 12-15,2 4 15 0,-4 0 8 16,0 6 3-16,0 1 7 16,0 3 15-16,0 0-18 15,0 13-9-15,0 0-4 16,0 2-6-16,0 1-17 16</inkml:trace>
  <inkml:trace contextRef="#ctx0" brushRef="#br0" timeOffset="211179.7">4722 15252 304 0,'0'0'-14'0,"0"0"30"0,0 0-10 0,0 0-7 0,0 0-48 0,0 0-11 15,0 0-18-15,0 0-15 16</inkml:trace>
  <inkml:trace contextRef="#ctx0" brushRef="#br0" timeOffset="211413.63">4848 15125 252 0,'0'0'-2'0,"0"0"16"0,0 0-13 16,0 0-7-16,0 0 2 15,0 46 4-15,0-15 0 16,3 5 0-16,1 2-5 16,0 0-2-16,3-1 0 15,0-4 2-15,2-2 1 16,-2-7 0-16,1-4-30 0,-4-6-33 15</inkml:trace>
  <inkml:trace contextRef="#ctx0" brushRef="#br0" timeOffset="211548.63">4882 15316 172 0,'0'0'-24'0,"38"-40"24"15,-11 18-3-15,-2 0-43 16</inkml:trace>
  <inkml:trace contextRef="#ctx0" brushRef="#br0" timeOffset="213021.93">2550 17006 75 0,'0'0'3'0,"0"0"-2"0,0 0 4 16,0 0 5-16,0 0-1 15,0 0 0-15,47-5-1 16,-29-4 2-16,3-3-3 0,6-5-5 16,4-3 0-16,7-3-2 15,8-2 1-15,8-5 1 16,8-2-4-16,6 0 4 15,8-2-2-15,4-1 0 16,7 0 0-16,2-1-7 16,8-3 6-16,6 1 3 0,-2-2 4 15,7 0-4-15,2-1 2 16,-1 0 1-16,3-2 1 16,1-2 0-16,0-3 1 15,-1-2-3-15,-2-3 1 16,-6-2-3-16,-3 0-1 0,-7 1 1 15,-5 1 0-15,-4 2 6 16,-6 1-1-16,-8 1 6 16,-4-1-5-16,-6 4-3 15,-5-2-1-15,-5 1-3 0,-9 0 0 16,-4 0 0-16,-7-1 1 16,-6-2 2-16,-7 1 8 15,-5-1-4-15,-6 3-1 16,-5 3-3-16,-2 1 0 15,0 5 1-15,-9 1 1 16,-6 1-2-16,-1 1 0 0,-4 0 1 16,-2 2 0-16,-3 1-1 15,-4 2 1-15,-2 4-3 16,-4 1-1-16,-4 3-2 16,-2 5 3-16,-3 1 2 15,-1 4-2-15,-3 0 1 16,0 2-3-16,-3 3 0 0,4 0-3 15,-5 1 1-15,-2 2 1 16,2 3 1-16,-4 1 1 16,-1 0-2-16,-1 1-2 15,-2 9 0-15,-3 3 1 0,-3 5-4 16,0 4 3-16,-3 3-6 16,-2 4 3-16,1 2 0 15,-1 5 6-15,-1 2 0 16,3 0 2-16,-2 3-6 15,-4-1 6-15,2 3 0 0,-3-1-1 16,0 4-1-16,-4 1-4 16,-1 5 4-16,-4 1 3 15,3 2-7-15,-3 2 6 16,-4 4 0-16,-1 0-4 16,1 4 4-16,3 2-2 15,-3 3 0-15,5-2-2 0,5 2 2 16,8-5 0-16,4-1 0 15,6-6 2-15,5-1-2 16,3-5 0-16,6-2 0 16,2-2 0-16,5-1 0 0,2 0 0 15,7 2 0-15,4 0 0 16,6 2 0-16,5 0 0 16,5 0 0-16,7-1 0 15,4 0 0-15,0-3 0 16,15 0-2-16,6-2 2 0,4-5 0 15,6-3 0-15,5-3 0 16,5-6-1-16,5-5 0 16,5-6 0-16,2-3-1 15,10-7 1-15,7-7-1 16,3 0 1-16,10-18 1 0,9-12 1 16,8-11 0-16,5-13 1 15,7-13-9-15,2-7-67 16</inkml:trace>
  <inkml:trace contextRef="#ctx0" brushRef="#br0" timeOffset="213662.9">3351 15399 94 0,'0'5'2'0,"0"3"1"0,0 2 0 0,0 2 5 15,0 2-2-15,0-3 0 0,2 0-3 16,4-5-1-16,4-3 0 16,1-3 5-16,6-10 10 15,4-16 14-15,10-12-7 16,4-12-6-16,13-14-6 16,8-14-8-16,9-11-3 0,8-9 0 15,6-8-1-15,5-4-20 16,-1-2-53-16,-2 5-74 15</inkml:trace>
  <inkml:trace contextRef="#ctx0" brushRef="#br0" timeOffset="214339.42">3279 15455 41 0,'0'0'4'0,"0"0"11"0,0 0-1 0,45 21-3 16,-29-21-4-16,1 0 1 16,6-15 6-16,0-10 8 15,8-10-1-15,4-9-1 0,7-12-5 16,6-9-5-16,7-12-3 15,5-6-4-15,6-7-1 16,1-5-2-16,2-6-2 16,0 2-22-16,-2 1-26 15,-4 1-29-15</inkml:trace>
  <inkml:trace contextRef="#ctx0" brushRef="#br0" timeOffset="-213150.68">3255 15552 92 0,'-7'-2'0'0,"2"-4"4"0,3 3 0 0,-1 1-3 15,1 0-1-15,2-1 0 16,0 3 0-16,0 0 1 15,0 0-2-15,0 0 2 16,0 0 0-16,0 0 4 0,5 5-2 16,2 0-2-16,4 2 0 15,2-4-1-15,5 0 0 16,1-3-2-16,4 0 0 16,4-10-1-16,0-10-3 15,3-8 10-15,7-10-2 0,1-11 5 16,7-8 5-16,2-7 3 15,4-6 6-15,3-6-8 16,2-5-7-16,1 0-2 16,2-5-3-16,1-2-1 15,-1 1-24-15,-2 5-28 16</inkml:trace>
  <inkml:trace contextRef="#ctx0" brushRef="#br0" timeOffset="-212297.06">3201 15547 88 0,'0'0'-12'0,"0"0"14"0,0 0-1 0,-21 46 1 15,21-35-1-15,0-4-1 16,0-2 0-16,6-1 0 16,2-4-3-16,5 0 3 0,3-5 7 15,2-9 9-15,6-7-9 16,3-7 0-16,3-9 2 16,5-8 0-16,3-6 1 15,7-5-2-15,-1-7 1 16,8-4-4-16,6-5-3 0,0-2 1 15,5-3-2-15,-3 4-1 16,3-1 0-16,-4 1-10 16,-4 6-33-16</inkml:trace>
  <inkml:trace contextRef="#ctx0" brushRef="#br0" timeOffset="-211493.15">3217 15476 121 0,'0'0'2'0,"0"0"-1"0,0 0-1 0,0 0 0 16,0 0 0-16,0 0-1 16,0 0-2-16,0 0 0 0,48 31 2 15,-21-45 9-15,7-11 2 16,13-14-6-16,9-11-3 16,14-17 0-16,11-16-24 15</inkml:trace>
  <inkml:trace contextRef="#ctx0" brushRef="#br0" timeOffset="-197139.92">13714 16865 88 0,'0'0'15'0,"0"0"-1"0,-4 0-1 0,2 0-7 15,0-1-1-15,1 1-2 0,-3-2 0 16,2 2 1-16,-2 0 4 16,-1 0 0-16,1 0 4 15,-2 0 1-15,2 0-1 16,0 0-1-16,-1 0-3 15,2 3-5-15,2 0-2 0,-3 1-1 16,-1-1 0-16,2 7 0 16,-1-2 0-16,-1 1 1 15,0 4-2-15,0-2 2 16,-1 3-2-16,2 0 1 16,-2 1 1-16,0 2-1 0,3-3 0 15,-1 0 1-15,-1 2-1 16,3-5 0-16,2 2 2 15,0 0-2-15,0-2 0 16,0 1 0-16,0 0 0 16,0 1 1-16,0 1-1 0,1 1 0 15,1-1 2-15,2 2-2 16,-2 0 0-16,0 2 0 16,0 0 1-16,-2 1-1 15,2 2 0-15,-1-2 0 16,3 1 0-16,-2 2 1 0,0-4-1 15,1 2 0-15,1-3 1 16,-1-1 0-16,1 1-1 16,-1-3 1-16,0 0 1 15,2 1 0-15,0-3 2 16,2 2-1-16,-1 1 0 0,-1-1 1 16,3 0 0-16,-5 0-1 15,4 0 0-15,-5 1 0 16,2-4-2-16,-1 2 2 15,1 1-3-15,0-4 1 16,0 0 0-16,3 0-1 16,-2-2 0-16,0 1 0 0,1-2-5 15,-2-1-21-15,-1-1-26 16,-2-2-25-16</inkml:trace>
  <inkml:trace contextRef="#ctx0" brushRef="#br0" timeOffset="-196007.15">13638 17655 88 0,'0'0'23'0,"0"0"-20"0,0 0 2 0,0-2-5 16,0 2-6-16,0-2 2 15,0 0 4-15,0 1 1 16,0 1 0-16,0 0 1 0,0-2-1 16,0 2-2-16,1 0 0 15,1 0 1-15,2-1 1 16,0-2-1-16,-2 1 1 16,1 0 0-16,2 0 6 15,-1 1 1-15,0-1 2 16,1 2-2-16,2-1-4 0,2 1-3 15,-2 0 0-15,3 0-1 16,2 0 0-16,1 4-1 16,0 1 1-16,1 2-1 15,-3 0 1-15,3-1 0 16,-5 2 1-16,1-1 0 0,0-2 2 16,-3 1-2-16,1-1 1 15,-2-1 0-15,2-1 1 16,-3 0-2-16,-1-2 3 15,0-1 0-15,-1 0 6 16,-1-1 23-16,1-11 4 0,4-2-12 16,1-10-12-16,4-11-4 15,9-8-6-15,6-11-3 16,4-16-2-16,3-11-69 16</inkml:trace>
  <inkml:trace contextRef="#ctx0" brushRef="#br0" timeOffset="-195176.02">13524 17716 19 0,'0'-5'35'0,"-2"0"-30"0,2 2 13 0,0-1 0 16,0 2 7-16,0-2 7 16,0 4-11-16,0 0-16 15,7 0 7-15,5 0-1 16,2 0-6-16,5 2-2 15,4 3-2-15,5 3-1 16,6-5 0-16,2-3-9 0,4-1-52 16</inkml:trace>
  <inkml:trace contextRef="#ctx0" brushRef="#br0" timeOffset="-194300.89">14334 17659 92 0,'0'0'21'0,"0"0"7"0,-46 0-11 0,30 7-13 16,1 4-3-16,2 2 1 16,0 1 1-16,4 2-1 15,2 1-1-15,3 2-1 16,1-2 0-16,3-3-1 0,0-1 1 15,0-3 0-15,7-5 0 16,0-1 1-16,0-3 4 16,3-1 4-16,2 0-1 15,-3 0-1-15,6-9 4 16,-2-1-5-16,-1-4-1 16,1-3-3-16,-2 1 5 0,-1-1-2 15,-5 0-3-15,-1 5-1 16,0-3 3-16,0 4-2 15,-3 2 0-15,-1 2-1 16,2 2-1-16,-2 3 0 16,0 1 0-16,0 1-1 0,1 0-2 15,-1 1-3-15,2 9 7 16,1 1 3-16,2 7-3 16,-3 0 0-16,2 3-1 15,3 3 2-15,-3-1-2 16,3 1 1-16,-3-1 0 0,2 1-1 15,-2-3 1-15,0 1 0 16,-3-4-1-16,0 3 1 16,-1-4-1-16,0-1 1 15,0-1-1-15,-2-2 1 16,-8-1 3-16,-2-2 4 0,-1 0 1 16,-3-2-4-16,0-1 0 15,0-1 3-15,-1-2-3 16,1-1-4-16,0-3-1 15,2 0 0-15,6 0-10 16,2-4-15-16,4-9-36 0,2-4-45 16</inkml:trace>
  <inkml:trace contextRef="#ctx0" brushRef="#br0" timeOffset="-193523.44">14522 17729 173 0,'0'0'14'0,"0"0"25"0,0 0-13 0,0 0-12 16,0 0-5-16,0 0-8 15,0 0-2-15,0 0 0 16,0 0-2-16,0 0 4 0,0 0-4 16,17 34-2-16,-10-20 5 15,0 0 0-15,-3 3-2 16,0-5 2-16,1 0 0 16,-3 0 0-16,0-3 2 15,0-3-2-15,-1-1 0 0,1-3 0 16,-2-2 0-16,2 0 0 15,1 0 0-15,-3-2 5 16,2-7-7-16,0-2 5 16,-2-3-3-16,2-1-3 0,0 0-9 15,1-2 5-15,1 1 4 16,0 2 3-16,1 2 0 16,2 1 2-16,0 1-4 15,1 1 5-15,-1 3-2 16,1 3 0-16,2 0 0 15,-4 2-1-15,3 1 1 0,-2 2-3 16,0 9 1-16,-2 1-4 16,1 3 10-16,-2 3-5 15,-2-1 0-15,1 0 1 16,2-3-1-16,-3-3 1 16,0-2-1-16,-1-3 0 0,1-2 1 15,-1-3-1-15,1-1-3 16,1 0 3-16,-1-4 1 15,-2-4 1-15,2-4-1 16,-1 1 0-16,1-3-1 16,0-2 0-16,2 0 1 0,1-1-1 15,-3 3 2-15,5 0-1 16,-1 4 5-16,-1 1-5 16,1 5 1-16,2 3 0 15,0 1-1-15,-2 0-1 16,1 5 0-16,1 9-1 15,-1 1 2-15,-1 2 1 0,1 5 0 16,2-3-2-16,-4 1-12 16,3-2-15-16,-1-1-23 15,4-4-7-15,-2-5-12 16</inkml:trace>
  <inkml:trace contextRef="#ctx0" brushRef="#br0" timeOffset="-192799.04">15008 17744 198 0,'0'0'26'0,"0"0"19"0,0 0-23 0,0 0-14 0,0 0-3 16,0 0-6-16,0 0-3 16,-37-28 9-16,32 35-7 15,-3 6 2-15,3 2-1 0,-1 1-2 16,3 2 2-16,2-2 1 15,1-2-2-15,0-2 1 16,0-1 0-16,0-4 0 16,6-3-7-16,0 0-6 15,1-4 5-15,2 0 5 0,0 0 3 16,-2-8 2-16,1-1-1 16,-1-3 2-16,2-1 3 15,-5 0 2-15,1 1-3 16,-1 0-1-16,-1 2-2 15,-1 2 1-15,0 2 0 0,2 2-1 16,-4 2 1-16,4 1 0 16,-3 1-4-16,2 0 1 15,1 10 1-15,0 1-2 16,1 1 7-16,1 3-3 16,1-2-2-16,2 0 1 0,-3-1-2 15,3-3-5-15,-3 1 1 16,4-3-3-16,-3-3 1 15,2-2 4-15,0-2 0 16,2 0 3-16,-2-8 0 16,3-3 1-16,-2-5 1 15,1-2 1-15,-2-3-5 16,1 0 4-16,-5 1-2 0,2 0 1 16,-6 3-1-16,2 1 2 15,-2 5 3-15,-1 2 2 16,0 2-2-16,0 4 1 15,0 1-1-15,0 2-2 0,0 0-3 16,0 2-5-16,0 8 11 16,0 3-7-16,0 3 2 15,0 1 1-15,0 0-2 16,0 1 1-16,7-2-1 16,-1-3-3-16,3-1-3 0,0-3-2 15,1-3 2-15,1-5 2 16,2-1 1-16,-2 0 0 15,0-3-1-15,1-8-4 16,-1-1-10-16,-3-6-38 16,-2 0-55-16</inkml:trace>
  <inkml:trace contextRef="#ctx0" brushRef="#br0" timeOffset="-192626.65">15178 17477 227 0,'0'0'65'0,"0"0"-60"0,-37-17 0 0,32 17-5 16,3 0-13-16,2 0-61 0,0 0-56 16</inkml:trace>
  <inkml:trace contextRef="#ctx0" brushRef="#br0" timeOffset="-192329.74">15395 17392 243 0,'0'0'-9'0,"0"0"20"15,0 0 12-15,0 0-6 16,0 0-9-16,0 0-3 16,0 0 0-16,0 48-2 15,0-21 0-15,0 7-1 16,0 3-1-16,0 4-1 0,0-1 1 16,4 2-1-16,0-1-1 15,1-3-8-15,-2-1-9 16,-2-3-20-16,0-1-27 15,-1-8-31-15</inkml:trace>
  <inkml:trace contextRef="#ctx0" brushRef="#br0" timeOffset="-191889.29">14781 18185 139 0,'0'0'64'16,"0"0"-59"-16,0 0 5 15,0 0-6-15,0 0-2 0,0 0 2 16,0 0 0-16,49-30 7 16,-32 24 4-16,8 0-3 15,4 1-7-15,4 0-4 16,8-2-1-16,6 0 0 16,3 3 0-16,4 0 0 0,2 1-1 15,-1 1 2-15,0 2-2 16,-4 0 2-16,1 0-1 15,-5 0 0-15,0 0 1 16,-2 0-2-16,-3 0 1 16,-4 0-2-16,-6 0-29 0,-5 0-1 15,-5 0-26-15,-11 0 9 16,-7 0-33-16</inkml:trace>
  <inkml:trace contextRef="#ctx0" brushRef="#br0" timeOffset="-191597.42">15024 18287 134 0,'0'0'11'0,"0"0"37"15,0 0-26-15,0 0-24 16,0 0 6-16,0 0 10 0,58 1-6 16,-27-1 4-16,6 0 2 15,4-4-2-15,3-2-6 16,4 2-4-16,0-3-1 16,3 0-1-16,-4 1-7 0,4-4-38 15,-6 0-45-15,2-1-26 16</inkml:trace>
  <inkml:trace contextRef="#ctx0" brushRef="#br0" timeOffset="-190459.55">15312 17276 109 0,'0'0'12'0,"-44"-15"40"15,21 6-6-15,-2 3-18 0,3-3-7 0,-2 2-9 16,1 0-6-16,-1 0-3 15,0 0-2-15,-1 0 0 0,-2 2-1 16,-4 0 0-16,-1 1 2 16,-3 3-2-16,-4 1 1 15,-3 0 3-15,0 0 2 16,-3 1 0-16,1 6 0 16,1 0-1-16,3 3-3 0,1 2-1 15,2 1-1-15,-2 2-5 16,1 3 10-16,1 2-5 15,1 1 0-15,-3 0 1 16,1 5-1-16,3-3 0 16,1 2 1-16,3 0-1 0,2 0 1 15,3-1-1-15,3 2 0 16,5-1 3-16,2-1-3 16,3 1 0-16,3 0 0 15,4 2 0-15,0 0 0 16,4 4 0-16,1 2 0 0,1 3 0 15,0 0 0-15,0 3 0 16,0 0 0-16,0 0 1 16,3 1-2-16,1-2 2 15,2-1-2-15,2-4 1 16,0-1 0-16,3-1 0 16,3-3 0-16,0 0 1 0,5-1-1 15,4 3 1-15,1 0-1 16,5 2 0-16,3 1 1 15,6 2-1-15,2-3 0 16,2 0 0-16,2 1-1 0,-1-2 1 16,1-3 1-16,-3-2-1 15,2 2 0-15,0-3-2 16,-1-3 5-16,0 0-3 16,4-4-1-16,-1-1 2 15,3-3-3-15,0-7 0 16,-2-4-1-16,2-3 2 0,2-1 5 15,2-12-2-15,-3-4 1 16,3-3-2-16,-1-4 0 16,-6-2-1-16,-2-1 0 15,-6-2 0-15,-3 0-1 16,-3-1 1-16,-2 1 0 0,-4-1 1 16,-3-1 4-16,0-1 2 15,-3-2-3-15,-4-3-1 16,0-2 0-16,-4-3 1 15,-2 0-1-15,-4-4-1 16,-3-1 1-16,-2-1 1 0,0 2-1 16,-7 1-1-16,-6 3-2 15,-3-1 1-15,-5 1 0 16,0 3 8-16,-2 2-9 16,0 4-1-16,-1 1 0 15,4 8-4-15,-2 4-9 0,7 7-18 16,1 3-14-16,2 6-79 15</inkml:trace>
  <inkml:trace contextRef="#ctx0" brushRef="#br0" timeOffset="-189881.9">15745 17973 116 0,'-1'0'5'0,"-1"0"13"0,1 0-3 16,1 0 2-16,0 0 1 0,0 0 6 15,0 0 0-15,0 0-9 16,0 0-11-16,0 0-3 16,3 0 0-16,6 1-1 15,4 1 0-15,3-2 1 16,0 1-1-16,6-1 2 16,1 0-1-16,1 0 3 0,3 0 4 15,-1 0-1-15,1 0 1 16,0 0-3-16,0 0-2 15,-5-1-3-15,1 1 1 16,-1-2-1-16,-5 2 0 16,-2-1-1-16,0-2-5 0,0 2 1 15,-3-2-4-15,1 0-15 16,-4-2-33-16,-2-3-38 16</inkml:trace>
  <inkml:trace contextRef="#ctx0" brushRef="#br0" timeOffset="-189640.41">16132 17888 151 0,'0'0'1'0,"0"0"1"0,0 0 4 15,0 0 11-15,0 0 4 16,36-16-8-16,-25 16 3 15,-3 0 5-15,2 0-2 16,-1 5-6-16,0 6-4 0,-2 7-5 16,-6 7-5-16,-1 8 6 15,-3 11-7-15,-19 9-24 16,-10 10-83-16</inkml:trace>
  <inkml:trace contextRef="#ctx0" brushRef="#br0" timeOffset="-187484.01">17426 17938 139 0,'0'0'10'0,"0"0"24"0,0-1-3 16,0 1-11-16,0 0-3 15,0 0-7-15,0 0-5 0,0 6-2 16,3 6 3-16,-1 3-2 15,1 6-1-15,0 5-2 16,2 5 1-16,-2 5-2 16,0 3 1-16,0 3 1 15,2-1-2-15,-1 0 1 0,-1-4-1 16,3-4 0-16,0-5-6 16,-1-7-19-16,2-7-43 15,-4-10-31-15</inkml:trace>
  <inkml:trace contextRef="#ctx0" brushRef="#br0" timeOffset="-186565.85">17543 17984 150 0,'0'0'21'16,"0"0"-12"-16,0 0-5 16,0 0-3-16,0 0 6 15,0 0 10-15,40-10-4 16,-24 8-4-16,0 2-2 0,6 0-3 15,2 0-2-15,2 0-1 16,4 0-1-16,3 0 0 16,4 0 0-16,-1 0-2 15,2 0 1-15,2-2 0 16,3 1 1-16,1-2 0 16,3-3 1-16,-3 1-1 0,2-3 1 15,0 1 0-15,-3-1 3 16,-3-1-1-16,-5 2 1 15,-3 2 0-15,-3 0 1 16,-4 0-5-16,-4 0 1 16,-2 2 0-16,-3 0-1 0,-5 1 0 15,-2 0 0-15,-4 1 1 16,1 1 0-16,-4 0-1 16,-2 0 0-16,0 0-1 15,0 0-5-15,1 0 6 16,-1 7 4-16,2 4-1 0,-1 4-2 15,0 3-1-15,1 4-1 16,0 1 2-16,0 4 0 16,1 2-1-16,0-1 0 15,1 2 1-15,2 1 0 16,-1-4-1-16,3 0 2 0,-3 1-2 16,3-3-2-16,-2 0 0 15,2-2 1-15,-2-2 1 16,1-1-1-16,-2-1 2 15,0-4-1-15,-1 1 0 16,-2-4 0-16,-1-1 0 0,-1-3 0 16,0 0 0-16,0-3-3 15,-6 1-14-15,-5-2-1 16,-6-1 9-16,-4 0 8 16,-6-1 2-16,-2 2 0 15,-8 0 0-15,0 1 0 0,-5 1 6 16,-2 0 2-16,-4-1 2 15,0 1-5-15,0 0-2 16,2-2 0-16,-1 0 0 16,5 0 2-16,1 2-4 15,-2-3-2-15,3 1 0 0,0 1 1 16,3-1 0-16,5-1 16 16,4-1-7-16,6-1-4 15,6-1-2-15,5 0-3 16,5 0-2-16,6 0-10 15,0-3-21-15,7-9-77 16,10-6-18-16</inkml:trace>
  <inkml:trace contextRef="#ctx0" brushRef="#br0" timeOffset="-186343.89">19631 18048 90 0,'0'0'2'0,"0"0"-7"0,0 0-47 0</inkml:trace>
  <inkml:trace contextRef="#ctx0" brushRef="#br0" timeOffset="-186047.12">19440 18028 249 0,'0'0'1'15,"0"0"19"-15,0 0-4 16,0 0-10-16,0 0-1 16,0 0 1-16,0 0 6 0,-19-27-4 15,19 27-1-15,0 0-5 16,0 13-1-16,0 4 0 16,0 7 0-16,4 3 0 15,1 6 0-15,3 0 0 16,0 4-1-16,0 0 0 0,-4 1-3 15,0-1-25-15,-1 0-7 16,-1-6-28-16,0-8-17 16,-1-5 13-16</inkml:trace>
  <inkml:trace contextRef="#ctx0" brushRef="#br0" timeOffset="-185260.96">19498 18020 235 0,'0'0'-25'0,"0"0"29"16,0 0-3-16,0 0-1 15,42-32 1-15,-26 27-1 16,5-1 1-16,0 2 1 0,5 0 4 15,3-1 3-15,4 1-1 16,-1 0 3-16,2 1 1 16,2-1-7-16,1 2-1 15,-1-2-2-15,2 3 0 16,3-1-2-16,2-1-2 0,5-1 4 16,-4 0 0-16,4 1-2 15,-2-3 0-15,-4 2 1 16,0 1-1-16,-3 0 0 15,-5 1 1-15,-2 0 1 16,0 2-1-16,-7 0 0 16,-3 0 1-16,-2 0-2 0,-6 0 0 15,-5 2 0-15,-2 2-2 16,-1 2-1-16,-4-1-2 16,-2 5 10-16,0 0-5 0,0 5 0 15,0 0 2 1,-1 3-2-16,-2 1 0 0,3 4 1 15,0-1-1-15,0 2 0 16,7 0 2-16,0-1-1 16,4 3 0-16,2-2 0 15,-2 1 1-15,3-2-3 0,-4 0 1 16,0-2-1-16,-2-2-9 16,-3-2-2-16,-4-3-2 15,-1-1 1-15,-3-3 8 16,-10 0 7-16,-3-2 2 15,-10 0-3-15,-3-1 0 0,-5 0-1 16,-8-2-2-16,-2 3 1 16,-3-3 2-16,-3-1 1 15,-1 2 6-15,0-2 8 16,1-1-7-16,0 0-8 16,1 0-1-16,-1-3-7 0,1 1 3 15,3-1 4-15,-1 3 0 16,2-3 3-16,-4 1 3 15,4 1-2-15,-2-1 0 16,3 3 0-16,5-1-1 16,6-2 2-16,8 1-1 0,8-2-2 15,11 0-2-15,6 0-10 16,10-8-118-16</inkml:trace>
  <inkml:trace contextRef="#ctx0" brushRef="#br0" timeOffset="-184831.14">21571 17811 92 0,'0'0'139'0,"0"0"-130"0,0 0 8 0,0 0-2 15,0 0-9-15,0 0-4 16,0 0-6-16,0 0 8 16,0 0 2-16,-29 54 2 15,33-27-3-15,1 7-3 16,1 0-2-16,-3 4 0 0,0 2-3 16,-1 0-4-16,1-3-5 15,2-1-1-15,-3-4-3 16,2-5-17-16,-1-6-8 15,3-8-19-15</inkml:trace>
  <inkml:trace contextRef="#ctx0" brushRef="#br0" timeOffset="-183990.7">21520 17838 124 0,'0'0'-2'0,"0"0"4"16,51-15 8-16,-27 11 14 16,5 0 1-16,5 0-3 15,4-1 0-15,2 1-4 16,4-1 2-16,5-1-8 15,4 0-8-15,1-2-2 0,3 1-1 16,3-2-2-16,-3 2-2 16,1-1 1-16,0-2 1 15,-2 1 2-15,-1 2-1 16,-3 2 0-16,-1-2 0 16,-6 1 0-16,-5 0 0 0,-8 0 0 15,-6 1 0-15,-6 1 0 16,-7 3 0-16,-5-1 0 15,-5 2 0-15,-3 0-7 16,0 4 0-16,-1 4 21 16,-5 6-9-16,-4 2-4 15,-1 1 1-15,0 6 0 0,-1-2-1 16,2 6 0-16,-2 0 0 16,4 3 0-16,3 0 0 15,3 2-1-15,2 1 0 16,0-1 1-16,4-1 0 0,7-3-2 15,3-1 4-15,1-4-3 16,2-1 0-16,2-3 0 16,-5-1 2-16,2-2-2 15,-3-2 2-15,-3 0-2 16,-5-1 1-16,-2-3-2 0,-3 0 1 16,-3 2 0-16,-10 0 0 15,-2 1 1-15,-8 1-2 16,-2 0 1-16,-4 1-4 15,-1-1-9-15,-2 0 13 16,-2-1 0-16,0-2-1 0,-1 0 2 16,-1-1-2-16,-4-3 1 15,2 1 1-15,1-3-4 16,0 0 2-16,-1-3 0 16,1-2 2-16,0 0-2 15,-7 0 1-15,-2 0 1 16,-5-4-1-16,0 0 0 0,-3-2 0 15,0 1 1-15,4 2 4 16,4-2 6-16,4 1 1 16,1 2-4-16,6-1-3 15,5 2-1-15,2 0 1 16,6 0-3-16,3-1-2 0,5-1-2 16,3-3-28-16,3-8-143 15</inkml:trace>
  <inkml:trace contextRef="#ctx0" brushRef="#br0" timeOffset="-183172.44">18011 18221 137 0,'-1'0'1'0,"1"0"-4"0,0 0-16 0,0 1 18 16,0 0 3-16,0 0 5 0,0 2 10 15,0 0 4-15,0 1-8 16,0-1-9-16,0 2-3 16,5 0-1-16,1-3 0 15,2 0-1-15,2-2 1 0,1 0 0 16,3 0 1-16,2-4 4 15,4-9 8-15,6-4-5 16,6-7-1-16,4-6-6 16,1-7-26-16</inkml:trace>
  <inkml:trace contextRef="#ctx0" brushRef="#br0" timeOffset="-182580.91">19860 18276 123 0,'0'0'-2'0,"0"0"0"0,0 0-7 16,41 5-2-16,-21-12 11 16,2-4 7-16,5-5 15 15,5-4 18-15,3-4 0 16,6-7-29-16,8-6-11 15,-2-6-71-15</inkml:trace>
  <inkml:trace contextRef="#ctx0" brushRef="#br0" timeOffset="-181983.97">21834 18040 136 0,'0'0'31'0,"0"0"-20"0,0 0-5 15,0 0 0-15,0 0 2 0,0 0-2 16,0 0 2-16,0 0-4 15,0 0-1-15,0 0 1 16,2 8 0-16,-1-4 0 16,1-1-1-16,0 0-2 15,2-1 1-15,4-2 3 16,3 0 18-16,13-10 0 0,6-10-6 16,9-9-11-16,9-5-23 15,3-7-84-15</inkml:trace>
  <inkml:trace contextRef="#ctx0" brushRef="#br0" timeOffset="-179855.31">17438 17993 119 0,'0'0'3'0,"0"0"4"0,0 0-4 0,0 0-3 0,0 4-2 16,0 2 2-16,0 1 2 16,0 0 0-16,1 4 3 15,5-1 4-15,-1 3-3 16,3 1-2-16,-2 2-2 15,1 2-1-15,2 2 0 0,0 1-1 16,0-1 0-16,1 2 0 16,-1-2 1-16,1 0-1 15,-4-2 0-15,2 0 0 16,-4-2 2-16,-1 1-2 0,1 0 1 16,-4-1 0-16,0-2-1 15,2 3 0-15,-2-3 1 16,0-1-1-16,0-1 0 15,0-1 0-15,0 0 2 16,0-1-2-16,0-2 1 0,0 0 0 16,0-1 0-16,0-1-1 15,0-2 0-15,0 0 0 16,0-1 0-16,0-2-2 16,2-1-1-16,2 0 7 15,1 0-3-15,2 0 0 16,0 0 0-16,0 0 0 0,-1 0 1 15,1 0-3-15,0 0 2 16,-1 0-1-16,-3 0-2 16,3 4-9-16,-2 1 6 15,0 0 3-15,-2 0 2 0,2-1 1 16,0 0-1-16,-1-2 1 16,1 0 0-16,0 0 1 15,0-1 6-15,-1 2-4 16,0 1-2-16,1 1-2 15,-2 0 1-15,1 1-3 0,-1 0 3 16,2-1 1-16,2 1-1 16,-1-2 1-16,4-2-2 15,2-1 0-15,2-1 2 16,4 0 1-16,3-1 0 16,2-6-2-16,4-3-1 15,2-3-11-15,0-4-48 0</inkml:trace>
  <inkml:trace contextRef="#ctx0" brushRef="#br0" timeOffset="-178517.15">17481 18020 57 0,'-4'0'10'0,"0"0"12"0,2 0-7 0,0 0 2 15,0 0-2-15,0 0-6 16,2 0-5-16,-1 0-3 0,0 0 0 15,0 0-2-15,-1 0-2 16,0 0-3-16,-3 0 1 16,1 0 2-16,0 0 2 15,-1 0 1-15,3 0 0 0,0 0 0 16,2 0 1-16,0 0-8 16,0 0-7-16,2 0 9 15,5 0-3-15,-1-2 0 16,1 0 6-16,-2 0 2 15,-1-1 1-15,2 2 3 16,-3 0 5-16,2 0 3 0,1-1 2 16,-1 2-2-16,3-2-6 15,-1 2-4-15,2 0-2 16,-3 0 0-16,2 0 1 16,3 0-1-16,-4 0 0 0,4 0 1 15,3 0-1-15,0 0 1 16,3 0 4-16,2 0 1 15,0 0-4-15,6 0-1 16,1 0-1-16,0 0 0 16,3-1 1-16,1-4-1 15,1 1 0-15,2 0 1 0,-2 1 3 16,2-1 6-16,0-2-1 16,-2 2 1-16,0 1 3 15,0-1-2-15,1 0-1 16,0 1-1-16,1 2-1 15,-2-3-7-15,0 3 0 0,-3-2 0 16,0 0-1-16,-3-1 1 16,-1 1 0-16,-1-1-1 15,0 0 0-15,0-1 1 16,-4 0-1-16,-1 3 0 16,-1 1 0-16,-3 1 0 0,-5 0 0 15,-1 0 0-15,-2 0 0 16,2 0 0-16,-5 0 0 15,1 0 0-15,0 3 0 16,-1 1 1-16,0 2-4 16,0-1 6-16,1 3-3 0,-1 1 2 15,-1 0-1-15,1 1-1 16,1 1 2-16,0 1-2 16,-1 0 0-16,1-3 0 15,-2 4 0-15,0-3 1 16,0 2-2-16,-2 1-1 0,0 3 5 15,0 2 3-15,0 2-2 16,-2 1-2-16,-2 2-1 16,3 1-1-16,0 2 0 15,-1 1-4-15,2-2-43 16,-1-2-64-16</inkml:trace>
  <inkml:trace contextRef="#ctx0" brushRef="#br0" timeOffset="-177627.93">17467 18084 144 0,'0'0'3'0,"0"0"0"0,0 0-3 0,2 3-1 15,-2 1-1-15,4 0 6 16,-2 6 3-16,2 1 0 15,-1 2-1-15,2 4-3 0,0 0-1 16,-1 3-1-16,2 0 1 16,0 1-1-16,0 1-1 15,0 0 2-15,1-2-2 16,-4 3 0-16,1 0 0 16,3-2-2-16,-5 0 4 0,-1-1-2 15,1 2-2-15,-1-2-1 16,0 1-4-16,-1-3-2 15,0-1 6-15,0-2 3 16,0-3 0-16,1-5 0 16,0 2 2-16,1-4-1 0,2 0 3 15,-1-1-4-15,1-1 0 16,4-2 0-16,-2-1 0 16,2 0-5-16,1 0 0 15,-1 0 2-15,2 0 2 16,-1 0 3-16,1-1 3 15,-1-5 8-15,1 5 1 0,1-2 4 16,-1 1 1-16,1 0-5 16,3 0-2-16,2-1-4 15,5-1-5-15,1-1-3 16,2-4-7-16,2-3-60 0,2-1-58 16</inkml:trace>
  <inkml:trace contextRef="#ctx0" brushRef="#br0" timeOffset="-163043.43">15312 17291 78 0,'0'0'0'0,"2"0"6"0,-2 0 4 15,0 0-5-15,0 2-5 16,0 2 0-16,0 0 3 0,1 3 6 15,3 3 0-15,1 1-5 16,0 1-2-16,3-1 0 16,-1 3-1-16,4-1 2 15,2 0-1-15,1 4 0 16,1-3 0-16,0 3-2 0,0-1 1 16,1 1 0-16,-1 1 0 15,-2 2 4-15,-1 3 3 16,0 1 0-16,0 5-2 15,-1 3-2-15,-4 5-2 16,3 5-1-16,0 3-2 16,-5 2-11-16,-1 1-34 0</inkml:trace>
  <inkml:trace contextRef="#ctx0" brushRef="#br0" timeOffset="-159305.68">17574 18109 215 0,'0'0'-4'0,"0"0"16"0,0 0 8 0,0 0-11 0,0 0-4 16,0 0 0-16,0 0-3 15,0 0-1-15,0 0 0 16,0 0 12-16,-3 57 2 16,3-24-8-16,0 4-4 0,0 5-2 15,0 2-1-15,1 3-1 16,2-3-6-16,-1-2-15 15,2-6-5-15,-1-6-20 16,1-11-19-16,2-11-3 16</inkml:trace>
  <inkml:trace contextRef="#ctx0" brushRef="#br0" timeOffset="-158743.86">17691 18018 125 0,'0'0'1'16,"0"0"-1"-16,44-14 2 15,-21 7-2-15,3 0 1 16,1 1-1-16,2 2 1 16,0 4 1-16,2 0 4 0,0 0-4 15,3 1-2-15,2 5 0 16,2-2-2-16,2-2-6 16,2-1 1-16,2-1 1 15,-3 0 5-15,0 0 1 16,-3 0 1-16,-4 0 2 0,-1-4 4 15,-6 1 0-15,-5-1-3 16,0 2-1-16,-6 1 4 16,-4 0-2-16,-1 1 0 15,-5 0 0-15,-1 0 7 16,-3 1 4-16,1 5 4 0,-2 0-8 16,1 3-8-16,1 3-3 15,-1 3 0-15,3 2-1 16,-3 3 0-16,-1 6 0 15,1 1 2-15,-2 4-2 16,1 0 5-16,2 2 1 0,-1 2-1 16,-2-2-2-16,0 1-1 15,0-1-2-15,0-1-1 16,0 1-14-16,-7-4-31 16,-4-4-10-16,-4-4-24 15</inkml:trace>
  <inkml:trace contextRef="#ctx0" brushRef="#br0" timeOffset="-158182.58">19501 18015 111 0,'0'0'50'0,"0"0"-43"0,0 0-1 0,0 0-5 16,0 0 0-16,0 0-2 16,0 0 2-16,0 0 6 15,0 0 13-15,-13 37-5 16,13-19-8-16,0 3-5 16,0 3 0-16,0 3-2 0,0 4 0 15,3 2-1-15,2-1-1 16,-2 2-2-16,3-2-6 15,2-4-3-15,0-5-15 16,1-4-7-16,0-8-12 16</inkml:trace>
  <inkml:trace contextRef="#ctx0" brushRef="#br0" timeOffset="-157420.3">19571 18015 177 0,'0'0'5'16,"0"0"-5"-16,0 0 4 15,0 0-4-15,0 0 0 16,43-14 1-16,-26 14 1 0,1-1 7 16,2 0-1-16,1 0 4 15,2-1-1-15,0-1-5 16,3 0-5-16,1-2 0 16,0 0 0-16,1-2 0 15,2 1-1-15,4 1 1 0,-1-1 1 16,1 2 1-16,1-1 1 15,2 1-2-15,-2 1-1 16,1 1 0-16,2 1 0 16,-6 1-1-16,-1 0 0 15,-2 0 0-15,-5 0 1 16,-1 0-1-16,-3 3 0 0,-3-1 1 16,-1-1-1-16,-3 3 1 15,1-2-1-15,-4-1 0 16,0 1 1-16,0-1-1 15,0-1-1-15,-3 0 2 16,2 0-1-16,-3 0 0 0,1 0 0 16,-2 0 1-16,-1 0-1 15,0 0 2-15,-1 0 1 16,0 0 0-16,-1 0-1 16,0 0 0-16,-1 0 1 15,2 0-2-15,-1 0-1 0,-1 0 2 16,1 1-1-16,0 3 1 15,4 0 2-15,-1 1 1 16,2 4-3-16,0 0-2 16,1 2 1-16,-1 1-2 15,2 3-1-15,-2 2 2 0,-1 1 2 16,-1 5-1-16,-1 1 4 16,-2 2-3-16,1 1-2 15,-3 2 3-15,0-3-3 16,-7 1-1-16,-4-2 2 15,-7-2-2-15,-2 0 1 0,-7 1 0 16,-8-3-11-16,-1-3-32 16,-3-6-66-16</inkml:trace>
  <inkml:trace contextRef="#ctx0" brushRef="#br0" timeOffset="-156801.2">21525 17819 122 0,'0'0'-25'0,"0"0"24"0,0 0-1 0,0 0 3 15,0 0 4-15,0 0 12 16,0 0 15-16,0 0 6 16,0 0-13-16,0 0-14 15,0 0-10-15,-8 37 0 0,8-23-1 16,0 2 0-16,0 3 0 15,0 2 0-15,0 0 0 16,0 5 0-16,2 1 2 16,1 1 9-16,2 2 15 15,1-1-8-15,2 0-9 0,1-2-3 16,0 2-6-16,-2-4 1 16,1-2-1-16,-1-2 0 15,0-2-1-15,-2-1-4 16,1-5-1-16,0 0 0 15,-1-3-7-15,1-2-9 0,0-4-10 16,1-1-20-16,1-3-8 16</inkml:trace>
  <inkml:trace contextRef="#ctx0" brushRef="#br0" timeOffset="-156142.2">21730 17842 46 0,'0'0'28'0,"0"0"-28"0,0 0 2 0,0 0 13 0,39-16 10 15,-27 13 0-15,4 0 0 16,1 1-2-16,5-2-7 16,5-2-5-16,0 0-1 0,2-1-5 15,3-1-2-15,1-1-2 16,1 1 0-16,1-1-1 15,1-2 2-15,3-2-2 16,3 3 1-16,2-1 0 16,4-1 0-16,0 1-2 0,0 1 2 15,-1 3 0-15,-3-3 1 16,-4 6 5-16,-3 0 3 16,-7 1-3-16,-5 1-5 15,-6 2-1-15,-5 0 0 16,-3 0-2-16,-4 3 1 0,-2 6 0 15,0-1-4-15,-1 2 3 16,0 0 10-16,-1 3-10 16,-1 1-1-16,0 4 4 15,0 4-1-15,0-2 2 16,1 5-2-16,1 0 0 16,2 3 0-16,-1 2 0 0,2 0-1 15,-2 4 1-15,-1-1-1 16,0 2 0-16,-2-1 0 15,-2-1 0-15,0-1 0 16,-2-2-5-16,-9-2-17 16,-10-4 0-16,-5-2 16 0,-7-5 6 15,-9-3-19-15,-11-3-74 16</inkml:trace>
  <inkml:trace contextRef="#ctx0" brushRef="#br0" timeOffset="-153215.16">17541 18041 167 0,'-2'0'13'0,"2"0"18"0,0 0 0 0,0 2-23 0,0 2-8 15,0 4 0-15,0 4 1 16,0 6 0-16,4 6-1 16,5 8 0-16,-2 4 0 15,5 4 0-15,-2 4-2 16,-1 0-24-16,0-1-58 0</inkml:trace>
  <inkml:trace contextRef="#ctx0" brushRef="#br0" timeOffset="-152659.88">17901 18287 186 0,'0'0'25'0,"0"0"-23"0,0 0-5 16,0 0 5-16,0 0-4 16,0 0-22-16,0 0-20 0,0 0-1 15</inkml:trace>
  <inkml:trace contextRef="#ctx0" brushRef="#br0" timeOffset="-152312.1">17988 18244 82 0,'0'0'13'0,"0"0"25"15,0 0 5-15,0 0-10 16,0 0-11-16,0 0-13 16,27 43-6-16,-19-37-2 0,-1-2 0 15,2-1-4-15,-3-2-12 16,3-1 9-16,1 0 3 16,3-3 4-16,1-4 1 15,3-3-1-15,6-4 2 16,4-5-1-16,5-3-2 0,3-7 1 15,3 0-29-15,0-4-40 16,2-1-55-16</inkml:trace>
  <inkml:trace contextRef="#ctx0" brushRef="#br0" timeOffset="-151407.52">17748 18358 175 0,'0'0'52'0,"0"0"-35"0,0 0 8 0,0 0-11 15,0 0-18-15,0 0 7 16,41-20-6-16,-21 13-6 16,9-3-12-16,2-3-29 15,0-2-48-15</inkml:trace>
  <inkml:trace contextRef="#ctx0" brushRef="#br0" timeOffset="-150951.35">19868 18273 279 0,'0'0'9'0,"0"0"-6"0,0 0-1 15,0 0-5-15,0 0-20 0,0 0-22 16,0 0 1-16,0 0-5 15,0 0-35-15</inkml:trace>
  <inkml:trace contextRef="#ctx0" brushRef="#br0" timeOffset="-150801.38">19884 18222 63 0,'0'0'141'0,"0"0"-141"16,0 0-76-16,0 0 10 16</inkml:trace>
  <inkml:trace contextRef="#ctx0" brushRef="#br0" timeOffset="-150567.61">20086 18258 261 0,'0'0'8'16,"0"0"-7"-16,0 0-2 0,0 0-44 15,0 0-22-15,0 0-21 16</inkml:trace>
  <inkml:trace contextRef="#ctx0" brushRef="#br0" timeOffset="-143569.47">17750 17191 83 0,'3'0'2'0,"0"-1"-6"0,1-2-6 0,1 1-33 16</inkml:trace>
  <inkml:trace contextRef="#ctx0" brushRef="#br0" timeOffset="-143134.72">17760 17135 31 0,'0'0'71'0,"0"0"-60"16,0 0 17-16,0 0-7 15,0 0-11-15,0 0-6 0,0 0-4 16,0 0 1-16,-12 35-1 16,12-13 0-16,0 6 1 15,0 6-1-15,0 7 1 16,0 2-1-16,0 5 0 15,1-1 0-15,2-3 1 0,-1-1-2 16,1-5 2-16,0-4-1 16,-1-4-2-16,-1-3-11 15,1-3-8-15,1-7-3 16,0-4-6-16,1-8-41 16</inkml:trace>
  <inkml:trace contextRef="#ctx0" brushRef="#br0" timeOffset="-142095.45">17852 17193 114 0,'0'0'0'0,"0"0"0"16,0 0 1-16,50-21-1 16,-31 15-1-16,2 1 0 15,-1 0 2-15,3 3 0 16,3 0 5-16,3 2-1 16,4 0-3-16,5 0-1 0,5 0 0 15,3-1-2-15,-1-2 1 16,0-1 0-16,-2-2 1 15,-1-3-1-15,-4 2 2 16,1-3-1-16,0 0 7 16,-4 0 9-16,2-1-8 0,-2 4-5 15,-2 0-3-15,-3 1-1 16,-1 3 0-16,-4 0 0 16,-3 3 0-16,-5 0 0 15,-1 0 0-15,-3 0 0 16,-1 0 2-16,1 3-1 0,-4 0 0 15,1 1-1-15,3 1 0 16,-3 4-1-16,2-1 0 16,-3 0 1-16,0 2 2 15,3 3 0-15,0 0-2 16,2 1 1-16,2 0 0 0,1 3 1 16,3 2 0-16,0-1 0 15,0 1 3-15,1-1 2 16,-2 2-4-16,0-3-2 15,-3 1-1-15,-1-3 0 16,-2 0 0-16,-4-2 0 0,-3 0 1 16,-2-4-1-16,-1 2 0 15,-3-1 0-15,0-2 1 16,-11 5 6-16,-2-2-1 16,-5 2 1-16,-7 0-4 15,-2 1 1-15,-4 0-4 0,-6-1 1 16,-2 1-1-16,-4-1 2 15,-1 0-2-15,-7 0 0 16,-2 2 0-16,-3-3 0 16,-2 3 0-16,-1 1 1 15,-1 0 16-15,-1 2-15 16,3-1-1-16,-2 1-1 0,5-1-1 16,-1 0 1-16,5-2 1 15,2-2 0-15,5-1-2 16,4 0 2-16,6-2-1 15,4-3 2-15,4-2-1 0,6-2 4 16,2-1 2-16,3-2-3 16,6 0-3-16,-1 0 1 15,4 0 0-15,2 0 0 16,2 0 1-16,0-2 1 16,2 2-5-16,0 0 2 0,0 0 1 15,0 0-2-15,0 0 0 16,0 0 1-16,-1 0-1 15,1 0 0-15,-2 0 0 16,0 0 0-16,-1 0 1 16,1 0-1-16,0 0 0 0,0 0 1 15,1 0-1-15,1 0 0 16,-1 0 0-16,1 0-1 16,0 0-2-16,0 0-15 15,1 0-1-15,5 0-32 16,0-1-16-16</inkml:trace>
  <inkml:trace contextRef="#ctx0" brushRef="#br0" timeOffset="-136741.63">17632 18136 95 0,'0'0'4'0,"0"0"-3"0,0 0 1 0,0 0-2 16,0 0 0-16,3-43 1 0,-3 37 0 16,0 3 1-16,0 0 24 15,-4 1 7-15,-1 2-3 16,2-1-3-16,-1 1-13 15,2 0-7-15,0 0-5 16,2 2-2-16,0 6-1 0,0 8 1 16,0 6-1-16,0 1 1 15,0 8 0-15,0 3 0 16,0 6-5-16,2 3-17 16,-2-2-33-16,0 3-14 15</inkml:trace>
  <inkml:trace contextRef="#ctx0" brushRef="#br0" timeOffset="-135973.42">17918 17993 61 0,'0'0'3'0,"0"0"15"0,47-7-4 0,-29 5-2 15,0 1-4-15,2 1-3 0,-2 0-3 16,5-2 5-16,-3 2 2 16,5-1-3-16,3-2-4 15,2-1-1-15,0 0 0 16,2-1-1-16,-1 1 0 15,-3-1-3-15,0 0-2 16,-1 1 2-16,-3 0 3 0,1 0 0 16,0-1 1-16,-1 2 0 15,-1 0 3-15,-4 2-2 16,0 1 0-16,-4 0-1 16,-5 0 1-16,-2 0 1 15,-2 0 2-15,1 3-2 0,-5 1 2 16,3 1-4-16,-2 0 2 15,1 2-2-15,-3 1-1 16,3-3 0-16,-1 2 0 16,2 3 0-16,-3-2 0 15,0 4 0-15,1 2-1 0,2 2 3 16,-3 2-2-16,0 2 0 16,-1 0 2-16,1 3-1 15,1-1 1-15,2 1-2 16,0 0 1-16,0-2-1 15,1 2 1-15,-1-3-2 16,1 0 2-16,-4 0-2 0,-1-2 1 16,-1-2 0-16,0-1 0 15,-6 1 0-15,-4-3-1 16,-4-1 2-16,-6 0 0 16,0 1 2-16,-5 0-2 0,-3 2-2 15,-4-1-17-15,-4 1-39 16</inkml:trace>
  <inkml:trace contextRef="#ctx0" brushRef="#br0" timeOffset="-135240.86">19511 18033 128 0,'2'10'24'0,"-1"2"-16"0,2 1 6 0,1 1-8 15,-2 2-3-15,0 1-2 16,0-1-1-16,0 2 1 15,-2-1 0-15,1 4 17 16,-1 1 2-16,0 0-7 16,0 1-8-16,0 0-4 15,0 0 0-15,0-1-1 0,0-3 0 16,0-4-15-16,0-2-10 16,0-3-16-16,0-8-19 15</inkml:trace>
  <inkml:trace contextRef="#ctx0" brushRef="#br0" timeOffset="-134464.65">19601 18013 103 0,'0'0'6'0,"0"0"0"0,37-15-2 16,-20 9-3-16,4-1-1 16,3 2-1-16,-4-2-1 15,2 3 4-15,-4-1-2 16,2 3 2-16,-1 0 13 0,-1 0 2 15,3 0-5-15,2-1-1 16,1 0-5-16,1 0-3 16,1-1-3-16,3 1 1 15,-1 0-2-15,1-1 2 16,0 0 1-16,0-2 3 16,0 2 3-16,-2-2-1 0,1-1 0 15,-1 3 3-15,0-3 0 16,-2 2-4-16,2-2-3 15,-1 2 0-15,-1 1-1 16,-5 0 0-16,0 2-1 16,-4 1-1-16,-3 1 1 0,1 0-1 15,-7 0 0-15,1 0 1 16,-1 0 0-16,1 0 0 16,-3 1-1-16,0 3-1 15,0 1 0-15,0 1-3 0,0 1 4 16,-2 2 0-16,0 1-1 15,-1 1 1-15,2 2 1 16,-2 1 0-16,1-2 0 16,-1 2-1-16,4 0 0 15,-3 0 1-15,3 0-1 16,1 1 1-16,0 2-1 0,1-3 0 16,2 4 0-16,-2-2 0 15,-1 1 1-15,0 0-1 16,0 2 0-16,-5-4 1 15,-1 2-1-15,-1 0-2 16,0-4 0-16,0 1 3 0,-1-1-1 16,-7-2 1-16,0-1 1 15,-3 2-1-15,-5-2 0 16,-3 1-2-16,-2-1 2 16,-6 3-2-16,-1-1 2 15,0 0-2-15,-5 1-8 16,2-2-49-16,0-4-63 0</inkml:trace>
  <inkml:trace contextRef="#ctx0" brushRef="#br0" timeOffset="-133896.69">21413 17829 76 0,'0'0'3'0,"0"0"7"0,0 0 8 16,0 0-1-16,0 0 4 16,6 47 1-16,-6-33-6 15,0 4-3-15,0 3 0 16,0 3 0-16,0 2 0 0,0 3-5 16,2 1 3-16,-2 1-1 15,0 2-3-15,2-2-1 16,-1-1-4-16,1 0-1 15,1-2 0-15,4-2-1 16,-4-5 0-16,6-2-4 16,-4-8-16-16,3-4-6 0,0-4-15 15,-1-3-21-15,-1-7-35 16</inkml:trace>
  <inkml:trace contextRef="#ctx0" brushRef="#br0" timeOffset="-133711.65">21544 17916 187 0,'0'0'18'0,"0"0"-15"16,0 0-6-16,0 0-6 15,0 0-12-15,13-38-12 16,-3 33 6-16,3 1-4 15</inkml:trace>
  <inkml:trace contextRef="#ctx0" brushRef="#br0" timeOffset="-132615.54">23880 14137 7 0,'0'0'-4'0,"0"0"20"0,0 0 12 0,0 0-3 0,0 0-9 15,0 0-2-15,0 0 3 16,0 0 6-16,0 0 5 16,0 0 4-16,0 0-3 15,-37-37-15-15,35 35-9 16,2 0-6-16,0 1 0 0,0 1-2 16,0 0 7-16,5 0-3 15,4 0-1-15,-3 0 0 16,0 0-5-16,1 2-4 15,-1 2-1-15,1 2 2 16,-2-2 2-16,0 3 3 16,0 2 3-16,4-2 1 0,-6 3-1 15,1-3-1-15,-1 2 1 16,0-1 1-16,-3 1 0 16,0 0-1-16,0 0 2 15,2 2 0-15,-2 1-1 16,3-1 1-16,1 3-1 0,3 1 3 15,2 3-1-15,-1 1-1 16,2 4 1-16,-3 0-3 16,0 4 0-16,-5-1 0 15,-2 4 0-15,-3-2-3 16,-11 6 3-16,-9 2-2 0,-9 2 1 16,-9 0 0-16,-13-3-39 15</inkml:trace>
  <inkml:trace contextRef="#ctx1" brushRef="#br0">8096 10142 0,'-17'0'250,"-1"-17"-250,0-1 15,-35-17-15,36 0 16,-18 17-16,-1-35 15,19 53-15,-1-18 16,18-17 78,0-18-94,0 35 15,0-17-15,0 18 16,0-19-16,0 1 16,0 17-16,0 1 15,18-19-15,17 1 172,0 0-156,-17 17-16,17 1 15,18 17-15,18-36 16,-36 36-16,0 0 16,-17 0-16,35-17 15,0 17 1,-36 0-16,1 0 16,17 0-16,18 0 15,-18 17-15,18-17 16,18 0-16,-18 0 15,35 18-15,-18-18 16,54 0-16,-1 35 16,-17-35-16,71 18 15,-72-18-15,37 0 16,-37 0-16,-34 0 16,-18 0-16,0 0 15,-36 0 1,19 0-16,-19 0 0,1 0 15,0 0 1,17 0-16,18 0 16,17 0-16,1 0 15,17 0-15,18 0 16,0 0-16,0 0 16,-18 0-16,0 0 15,0 0-15,-35 0 16,18-18-16,-18 18 15,-18-17-15,0 17 16,-17 0-16,17 0 16,18-36-16,-18 36 15,1 0-15,-1 0 16,0 0-16,-17 0 16,35 0-16,0 0 15,-1 0-15,1 0 16,-35 0-16,53 0 15,-1 0-15,-17-17 16,0 17-16,0-18 16,0 18-16,35-18 15,-17 1-15,-19 17 16,-16 0-16,-1 0 16,0-18-16,-17 18 15,17 0 1,0 0 31,18 0-32,36 0-15,-1 0 16,-18 0-16,19 0 16,-1 0-16,35 0 15,-52 18-15,-18-18 16,-18 0-16,-17 17 156,-18 36-156,0-17 16,0-1-1,0 0-15,0-17 16,0 17-16,0 0 16,0 1-1,0-19-15,0 19 16,0-19-16,0 1 15,0-1 1,0 1-16,0 0 31,0-1-31,0 1 16,0 17 0,0-17-1,-36 0 1,36-1-16,0 1 15,0 0 1,-17-18 0,-1 17-1,0 18 48,1-35-48,-18 36-15,-1-36 32,19 17-17,-19 1 1,19-18 0,-1 0-16,0 0 15,-17 0 1,17 0-16,1 0 15,-18 0-15,-1 0 16,-17 0-16,36 0 16,-54 0-16,18 0 15,0 0-15,0 0 16,18 0-16,0 0 16,-18 0-16,35 0 15,1 0-15,-19 0 16,19 0-16,-19 18 15,-16-18-15,-1 17 16,17-17-16,-34 0 16,-1 0-16,18 0 15,-35 0-15,35 0 16,-35 0-16,35 0 16,0 0-16,0 0 15,0 0-15,0 0 16,36 0-1,-36 0-15,0 0 16,0 0-16,-18 0 16,36 0-16,-18 0 15,0 18-15,0-18 16,1 0-16,16 0 16,-17 35-16,18-35 15,17 18 1,1-18-16,-1 0 15,-35 0-15,18 0 16,17 0 0,-35 0-16,1 17 15,-37-17-15,36 0 16,0 0-16,-35 0 16,18 0-16,-1 0 15,36 0-15,0 0 16,17 0-16,-35 0 15,35 0 1,1 0-16,-1 0 31,0 0-15,-17 0-16,18 0 16,-19 0-16,-17 0 15,0 0-15,-35 0 16,53 0-16,-71 0 15,53 0-15,-53 0 16,36 0-16,35 0 16,-18 0-16,0 0 15,35 0-15,-17 0 16,17 0-16,-17 0 16,17 0-16,-17 0 15,17 0-15,-35 0 16,18 0-16,-18 0 15,0 0-15,0 0 16,18 0-16,-18 0 16,18 0-1,17 0 48,-35 0-63,18 0 15,-18 0 1,-53 0-16,18 0 16,18 0-16,-1 0 15,18 0-15,18 0 16,17 0 250,18-17-235,0-1 16,0 1-32,0-1-15,0-17 16,0 17 0,0 0-1,0 1-15,0-1 16,0 0-1,-17 1-15,17-1 16,0-17 125,0 17-126,0 1 1,0-1-16,0 0 16,-18 1-16,18-19 15,0 19-15,0-1 16,0 0-1,0 1 1,0-18 0,0 17-1,35 18 1,-17-18 0,17 1-1,18-1 1,-35 0-16,17 18 15,18 0-15,17-35 16,-52 17-16,35 18 16,0 0-16,-35 0 15,-1 0-15,1 0 16,-1 0-16,1 0 16,17 0-16,-17 0 15,17 0-15,18 0 16,0 0-16,0 0 15,35 0 1,18 0-16,0 0 0,-36 0 16,19 0-1,-36 0-15,0 0 16,-18-17-16,18 17 16,17-18-16,-34 18 15,-19 0 1,18 0-16,18 0 15,18 0-15,-1 0 16,1 0-16,0 0 16,70 0-16,-53 0 15,53 0-15,-18 0 16,-17 0-16,-35 0 16,35 0-16,-18 0 15,-53 0-15,18-17 16,-18 17-16,1-18 15,-1 18-15,0 0 16,0 0-16,36 0 16,-18 0-16,17 0 15,19 0-15,-1 0 16,0 0 0,53 0-16,-35 0 0,35 0 15,-17 0 1,-36 0-16,-18 0 15,-17 0-15,0 0 16,0-18-16,-35 18 16,-1 0-16,1-17 15,0 17 1,17 0-16,-17 0 16,34-18-16,-34 18 15,35 0-15,-18 0 16,18 0-16,18 0 15,17 0-15,-17 0 16,-1 0-16,1 0 16,-18 0-16,-18 0 15,-17 0-15,-18-18 16,17 18-16,18 0 516,-17-17-516,17-1 15,1 18-15,17-18 16,-36 18-1,1 0 204,-18 36-203,0-1-1,0-17-15,0 17 16,0-17-16,0 17 16,0-18-16,0 1 15,0 0-15,0-1 16,0 1-16,0 0 16,0-1-16,0 19 15,0-19 1,-18 1-16,1-1 15,17 1 1,0 0 15,0-1-31,0 1 16,-18 17 31,0-17-32,1 0 1,-1-1 15,18 1-15,-18-18 15,-17 18-31,-18-18 16,18 0-1,0 0-15,-36 17 16,18 1-16,35-18 16,-17 0-16,18 0 31</inkml:trace>
  <inkml:trace contextRef="#ctx1" brushRef="#br0" timeOffset="17878.87">2434 9613 0,'-35'0'140,"0"35"-124,-18 18-16,0 18 16,35-53-16,-35 52 15,53-52-15,-17 17 16,-1 0-16,18-17 125,0 53-125,0 17 15,53 0-15,0-35 16,0 0-16,-36 0 16,36 0-16,-35-18 15,17 18-15,-35 0 16,18-18-16,-1 0 16,-17-17-16,0 17 15,0-17 1,0 17-16,0 0 15,-35 18 1,-18-17-16,-53 34 16,-17-35-16,35-17 15,-36 17-15,36 1 16,35-19-16,18 1 16,17-18 124,18 17-124,0 19-16,53 17 15,18 17-15,-18-34 16,-18-1-16,18 35 16,-36-34-16,19 52 15,-19-53-15,-17 36 16,18-36 0,-18 0-16,0 1 15,18-19-15,-18 1 16,0-1-16,0 1 31,17-18-31,-17 18 16,18-1-16,-18 1 15,35 17-15,-17 1 16,17-1-16,0 0 16,1-35-16,-1 35 15,0-17-15,1-18 16,-19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6-08-09T05:19:29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5627 3757 0,'-53'53'157,"18"0"-157,-18 17 15,53-52-15,0 17 16,0-17-16,-18 35 15,18 18 142,35-19-157,-35-34 15,18 35-15,17 0 16,-17-35 0,0 34-16,-1-34 15,1 0 1,-1-18 124,107 35-124,70-17-16,0 17 16,53-35-16,18 35 15,34-35-15,-52 0 16,-35 0-16,-18 0 16,-88 0-16,53 0 15,-124 0-15,0 0 16,0 0-16,1 0 15,-1 0 1,18 0 0,-18-17-16,71 17 0,0-36 15,0 19 1,-18 17-16,53-18 16,35 18-16,-70-18 15,0-17-15,0 35 16,17-35-16,-52 35 15,17 0-15,-35 0 16,18-35-16,-36 35 16,18 0-16,17-18 15,1 0-15,35 18 16,0 0-16,-1 0 16,1 0-16,18 0 15,-18 0-15,-18 0 16,53 0-16,-53 0 15,0 0-15,-17 0 16,-18 0-16,-18 0 16,18 0-16,0 0 15,-36 0-15,19 18 16,-1-18-16,18 0 16,0 0-16,0 0 15,17 0-15,1 0 16,-1 0-1,-17 0-15,36 0 16,-54 0-16,35 0 16,1 0-16,-1 0 15,1 0-15,17 0 16,-17 18-16,-36-18 16,18 0-16,-35 0 15,-1 0-15,1 0 16,-1 0 93,19-18-109,-19-17 16,1-1-1,-18 19 1,0-19 0,0 19-16,0-1 15,0 1-15,0-19 16,0 19 0,-35-36-16,17 17 0,-17 19 15,-36-19 1,18 36-16,-52-52 15,16 52-15,19-18 16,-54 0-16,71-17 16,-17 17-16,17 18 15,-18-17-15,18 17 16,36 0-16,-54-36 16,36 36-16,-18 0 15,0 0-15,0 0 16,-35 0-16,17 0 15,-70 0-15,53 0 16,-18 0-16,-35 0 16,35 0-16,-35 0 15,35 0-15,18 0 16,-35 0-16,-1 0 16,18 0-16,-17 0 15,17 0-15,18 0 16,-35 0-16,52 0 15,-17 0-15,-18 0 16,35 0 0,1 0-16,-1 0 0,-35 0 15,1 0 1,-19 0-16,36 0 16,-36 0-16,19 0 15,-36 0-15,35 0 16,0 0-16,35 0 15,1 0-15,17 0 16,0 0-16,35 0 16,-17 0-16,0 0 15,-1 0 1,19 0-16,-36 0 16,-18 0-16,-17 0 15,0 0-15,0 0 16,-53 0-16,17 0 15,-17 0-15,0 0 16,35 0-16,18 0 16,17 0-16,18 0 15</inkml:trace>
  <inkml:trace contextRef="#ctx0" brushRef="#br0" timeOffset="10615.55">14376 9225 0,'106'-35'266,"17"35"-266,71-18 15,-18 18 1,18 0-16,-52 0 15,-54 0-15,-35 0 16,-18-17-16,0 17 16,1 0 93,122 0-93,1 0-16,53 0 15,17 0-15,18 0 16,35 0-16,-70 0 16,-36 0-16,1 0 15,-89 0-15,-35 0 16,-36 0-16,36 0 15,-17 0 64,-1 0-64,53 0-15,-17-36 16,52 19-16,1-1 15,-19 18-15,-34-18 16,-1 18-16,-17-17 16,-35 17-16,17-18 15,1 18 985,16 18-1000,19-1 16,-18-17-16,35 0 16,-35 0-16,-35 0 15,-1 0-15,1 0 110,0 0-95,17-35 1,0 17-1,36-17-15,-54 18 16,19-19-16,17 1 16,-53 17-16,17 18 15,-17-17-15,35-1 16,-35 0 78,0 1-94,0-36 15,0 18-15,0-18 16,0 17-16,0 1 16,0-18-16,0 18 15,0 17-15,-17-35 16,17 36-16,0-1 15,-18 0-15,1 1 16,17-1-16,-18 18 16,-17-35-1,35 17 1,-36 18 0,1-35-16,0 17 0,17 18 15,-52-17 1,-1-36-16,36 53 15,-1-18-15,-16 1 16,34 17-16,-17 0 16,-1-18-16,1 18 15,17 0-15,-17 0 16,0-18-16,-18 18 16,18 0-16,-1 0 15,-16 0-15,-19 0 16,0 0-16,-52 0 15,-1 0-15,36 0 16,-70 0-16,34 0 16,1 0-16,-19 18 15,1 0-15,36-18 16,16 17-16,19-17 16,-18 18-16,35-18 15,17 0-15,-17 0 16,1 35-1,-1-35-15,0 0 16,-18 0 0,-17 18-16,17-18 15,1 17-15,-36 19 16,35-19-16,19-17 16,-1 0-16,0 18 15,17-18-15,-16 0 16,-37 0-16,19 35 15,35-35-15,-1 0 16,-34 18-16,17-18 16,0 0-16,-18 17 15,18 1-15,-17-18 16,-1 0-16,-35 0 16,36 0-16,-1 18 15,1-18-15,17 17 16,18-17-16,-18 18 15,35-18-15,-17 18 16,-1-18-16,19 17 16,-1 1-16,1 0 93,17-1-77,0 18-16,-18 1 16,-17 17-16,17-18 15,18 36-15,0-36 16,0 0-16,0 0 16,0 1-1,0-19-15,0 1 16,0 17-1,0-17 1,0 17 0,18-17 234,17 35-235,0-36-15,0 1 16,1 0-16,-1 17 16,-17-17-16,35 17 15,17-35 235,54-18-234,-72 1-16</inkml:trace>
  <inkml:trace contextRef="#ctx0" brushRef="#br0" timeOffset="11782.12">15505 8008 0,'17'-18'188,"1"18"-173,-18 18-15,53-18 203,-18 0-203,18-18 16,35-52 0,0-1-16,1-17 0,-1 0 15,-35 17 1,35 18-16,0-35 16,-53 53-16,36 0 15,-36-18-15,-17 35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19:56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19200 5425 33 0,'2'-3'3'0,"0"2"-1"0,0 0 10 0,0-1 4 0,-1 1-6 16,0 0 0-16,0 1-4 15,0-1 1-15,0 1-3 16,-1 0 4-16,0 0 1 0,0 0-1 16,1 0 0-1,-1 0 4-15,1 1 14 0,1 3-4 16,0 1-9-16,0-1-4 15,1 2-1-15,3-3 0 16,2-3 0-16,4 0 0 16,11-13 3-16,8-17 8 15,18-18-2-15,18-23-11 0,24-26-4 16,18-21-10-16,15-18-111 16</inkml:trace>
  <inkml:trace contextRef="#ctx0" brushRef="#br0" timeOffset="7826.7">22875 6021 107 0,'0'0'5'0,"0"0"17"0,0 0-1 16,0 0-9-16,0 0-5 0,0 0-5 15,0 0-1-15,0 0 0 16,0 0 0-16,0 0-1 15,0 0 0-15,-1-12 0 16,1 12 1-16,0 0 1 16,1 0 1-16,2 5 0 0,-1 2 0 15,0 3 7-15,-1-2-5 16,1 0 1-16,0-1-3 16,0-3-1-16,4-2 5 15,4-2 6-15,8-13 19 16,12-12-10-16,15-11-16 0,16-11-6 15,15-17 4-15,18-11-8 16,11-5-44-16,1-6-56 16</inkml:trace>
  <inkml:trace contextRef="#ctx0" brushRef="#br0" timeOffset="11138.34">10386 6738 31 0,'0'-2'10'0,"0"1"-1"0,0 1-1 0,-2 0-8 15,0-1-5-15,1 1-6 16,0 0 5-16,1 0 3 16,-2 0-8-16,2 0 8 15,-2 0 5-15,1 0-4 0,-3 0-9 16,2 0 9-16,-2 0 3 16,2 0-1-16,1 0 1 15,1 0-1-15,-2 0-2 16,2 0 6-16,0 0 8 0,-3 0 5 15,3 0-3-15,0-1-7 16,0-1-4-16,0 1 0 16,0 1-3-16,0-1 0 15,0 1-2-15,0-2 2 16,0 0 0-16,0 0 0 0,5 1 2 16,-4-1-2-16,0 0 1 15,0 1 5-15,-1-1 8 16,0 1-1-16,0 0-2 15,0 1-5-15,0 0-3 16,0 0-2-16,0 0-1 16,0 0 0-16,1 0 0 0,2 0 0 15,1 0-1-15,-2 0 2 16,3 0-1-16,1 0 0 16,-1 0 0-16,2 0 0 15,-1 0 1-15,3 0-2 16,-4 0 1-16,4 0 0 15,-5 0 0-15,1 0 0 0,1 0 0 16,-3 0 0-16,3-3 1 16,1 2 0-16,0-2-1 15,-1 3 1-15,0-3 0 16,2 0 0-16,-2 2-1 16,1 1 0-16,-3-2 0 0,3 2 0 15,-2 0 0-15,-2 0 0 16,3 0 0-16,-2 0 0 15,0 0 0-15,1 0 0 16,2 0 1-16,0 0-1 16,0 0 0-16,3 0 0 0,0 0 0 15,-1 0 0-15,2 0 0 16,2 0 0-16,-2 0 0 16,0 0 0-16,1-1 0 15,-1 0 0-15,0-1 1 0,2 1-2 16,-2-2 2-16,1 3-1 15,-1-1 0-15,-1-1 0 16,1 2 0-16,1 0 0 16,-1 0 0-16,-1 0 0 15,0-1 0-15,1 1 0 16,-1-2 1-16,-1 1-2 0,-1 0 2 16,2-1-1-16,-4 2 0 15,1-1 1-15,-1 0 1 16,1 1-1-16,-2-1 0 15,0 1 1-15,3 0-2 16,-3 0 1-16,3 0-1 0,2 0 0 16,-3 0 0-16,3 3 0 15,0 0 0-15,1-2 1 16,0 1-1-16,2-2 0 16,0 0 1-16,-1 0-1 15,1 0 0-15,-2 0 0 0,-1 0 1 16,0 0-1-16,1 0 0 15,-3 0 0-15,1 0 0 16,1 0 0-16,2 0 0 16,-3 0 0-16,2 0 0 15,2 0 0-15,-2 0 0 16,0 0 0-16,3 0 0 0,-1-2 0 16,1 2 1-16,-1-1-1 15,1-2-1-15,-1 3 1 16,1-2 1-16,-1 1-1 15,0-2 0-15,-1 2 0 16,2-1 0-16,3 0 0 0,-2 0 0 16,-1 0 0-16,3 0 0 15,-1 0 0-15,2 1 0 16,2 0 0-16,3-1 0 16,-3 2 0-16,4 0 0 0,1 0 0 15,-3 0 0-15,3 0 0 16,-3 0 0-16,1 0 0 15,1 0 0-15,-1 0 0 16,-1 0 0-16,2 0 0 16,1-4 1-16,-2 1-1 15,3-1 0-15,0-2 2 0,2 3-2 16,1 0 0-16,0 1 0 16,-4-1 0-16,2 2 0 15,-2 1 0-15,-2 0 1 16,-1 0-1-16,2 0 0 15,0 1-1-15,0 4 1 0,0 0 0 16,2-1 0-16,0 3 0 16,0-4 0-16,2-2 1 15,-4-1-1-15,1 0 0 16,-1 0 0-16,0 0 0 16,-1-4 1-16,-3 0 2 0,1-2 3 15,-1 1 0-15,2 0 1 16,-3 1 2-16,2 0 0 15,-1 0-3-15,1 1 0 16,-4 0-3-16,0 0 0 16,-4 1-1-16,-1 2 1 0,-2 0-3 15,-4 0 1-15,-1 0-1 16,0 0 0-16,-3 5-5 16,-2 2-18-16,-7 2-57 15</inkml:trace>
  <inkml:trace contextRef="#ctx0" brushRef="#br0" timeOffset="12905.67">14352 6756 70 0,'-3'0'6'0,"1"0"15"0,-2-3-5 0,2 0-4 16,0 0-4-16,1-1-1 0,1 3 7 15,-2-1 6-15,2 0-8 16,-2 0 0-16,2 1-8 16,0 0 0-16,-3 1-2 15,1 0-1-15,2 0-1 16,0 0 0-16,0 0 0 16,0 0 0-16,0 0-6 0,0 0-1 15,2 0 4-15,6 0 3 16,2 0-1-16,3 0 1 15,1 0 1-15,1 0-2 16,1 0 2-16,0 0-1 16,6 0 0-16,-3 0 0 0,2 0-1 15,3 0 2-15,2 0-2 16,1-4 2-16,0 1 1 16,1-1-2-16,1 3 1 15,-1-1 1-15,3 0-4 0,-2 1 4 16,-1-2-2-16,5 2 0 15,0-2 0-15,0 0 0 16,-1-1 3-16,3 3-2 16,-3-2 0-16,3 0 0 15,-4 3-2-15,5-3 2 16,-2 3-1-16,6-2 0 0,-2 0 1 16,0-1-1-16,1 0 0 15,2 1-1-15,-2 0 0 16,0 0 2-16,-3 2 0 15,-2 0-1-15,2 0 0 16,-4 0 0-16,1 0 0 0,0 2 0 16,-1 4 0-16,3 0 0 15,-2 0 1-15,3 3-1 16,0-2 0-16,1 0 0 16,2 2 0-16,-1-2 0 15,1 0 0-15,2-3 2 0,-1-1 4 16,-1-2 3-16,1-1-1 15,0 0 2-15,-2-1 0 16,2-6-4-16,-1 0 2 16,0 1-1-16,-1-1-1 15,0 1-3-15,-5 2 0 0,0 0 1 16,-5 1-3-16,-1 0 1 16,-3 3-3-16,0 0 1 15,-2 0-2-15,-5 3-76 16</inkml:trace>
  <inkml:trace contextRef="#ctx0" brushRef="#br0" timeOffset="14541.6">18314 6727 116 0,'-7'0'5'0,"1"0"-2"0,3 0 0 0,-2 0 2 15,1 0-1-15,1 0 0 0,0 0 8 16,0 0 6-16,0 0-2 16,2 0-6-16,1 0-3 15,0 0-7-15,0 2-2 16,0-1-4-16,3 2 3 15,5-2 2-15,3 1-1 0,3-2-1 16,2 0 1-16,8 0 1 16,3 0 2-16,4 0-1 15,5 0 2-15,6 0-1 16,5-1 0-16,5 0-1 16,-1 1-4-16,7 0-8 0,0 0-13 15,2 1 7-15,4 3 3 16,2-1 5-16,1-2 9 15,3-1 1-15,4 0 0 16,1-1 1-16,2-7 3 16,3 0 3-16,3-1 6 15,5-2-5-15,2 1-4 0,0 0-2 16,4 3 1-16,1 0-2 16,-3 5 0-16,-3 0-1 15,1 2 1-15,-4 0-1 16,0 8 0-16,-2 1-1 15,4-1 0-15,-2-1-1 0,1-1-1 16,0-2 3-16,-3-2 1 16,-1-1-1-16,-4-1 4 15,-5 0 11-15,-2 0 22 16,-1-6-6-16,-3 1-8 0,-2-1-8 16,-1-1-7-16,-3 1-3 15,0-1-2-15,-1 1-3 16,-1 1 1-16,-4 0-1 15,-7 1 1-15,1 2 0 16,-4 0-1-16,-5 0 0 16,-5 1 0-16,-3-1 2 0,-3 1-1 15,-2 0 0-15,-4-2 1 16,-1 2 0-16,-3-1-2 16,0 2 1-16,-6 0-1 15,1 0 0-15,-2 0-10 16,-5-3-35-16,-4 0-67 0</inkml:trace>
  <inkml:trace contextRef="#ctx0" brushRef="#br0" timeOffset="40501.04">10114 7781 90 0,'0'0'0'0,"0"0"2"0,0 0 1 0,0 0 1 16,0 0-3-16,0 0 5 16,0 0-2-16,0 0-1 15,0 0-1-15,0 0-2 16,0 0 0-16,0 0 0 0,0 0-1 16,0 0 0-16,0 0 2 15,0 0 0-15,2 0-1 16,2 0 1-16,1 0-2 15,-1 0 2-15,3 0-1 16,-1 0 0-16,4 0 1 0,-3 0-1 16,3 0 0-16,2 0 3 15,-1 0-1-15,3 0 0 16,-4 0-1-16,2 0 0 16,0-1 0-16,0-1 0 15,-1 2-1-15,-1 0 0 0,-2 0 0 16,3 0 0-16,1 0 0 15,-4 0 0-15,3 0 0 16,2 0 1-16,1 0-1 16,3 0 1-16,2 0 2 15,0-3 1-15,3 2-3 16,-1-2 0-16,3 2-1 0,0-2 1 16,-2 0-1-16,0 2 0 15,1-1 1-15,-3 0-1 16,-3 1 3-16,4 0-1 15,-2-2 1-15,2 2-1 0,0-2 1 16,4-1-2-16,1-2 2 16,0 2-2-16,1-2 0 15,0 0 0-15,-2 2 1 16,0-2 1-16,0 2 1 16,-1 1-2-16,2-1 0 0,3 2-2 15,-2 1 1-15,2-2-1 16,1 2 1-16,1-2-1 15,-2 2 0-15,0-1 0 16,-4 1 0-16,-5-2 1 16,2 3-1-16,-4 0 0 15,-1-1 3-15,0-1 6 0,2 2-2 16,-1 0-4-16,3 0-1 16,-2 0-1-16,1 0 1 15,3 0 0-15,-1 6 0 16,-1 0 0-16,3 1-1 15,3 0 1-15,-2 1 0 0,1 2 0 16,3-1-1-16,0 1 0 16,1-2 1-16,3-1-1 15,2-4 1-15,2 1 3 16,-1-4 6-16,3 0-2 16,1 0-4-16,-1-1-1 0,-1-3 0 15,-3-1-2-15,1 1 0 16,-5 1-1-16,1 1 0 15,1 0 0-15,-1 2-1 16,3 0 1-16,-1 0-1 16,0 4 0-16,0-1 0 0,-1 4 0 15,0-1 0-15,-1 1 1 16,1-3-1-16,0 2 0 16,-1-2 0-16,1 0 0 15,-2-1 1-15,-4-3 2 16,0 0 1-16,0 0 1 0,-6 0 1 15,0 0 1-15,-2 0-1 16,0 0 0-16,0 0-2 16,1 0-1-16,1 0-3 15,6 0 1-15,2 0-2 16,1 3 0-16,-1-2-50 0,-2-1-91 16</inkml:trace>
  <inkml:trace contextRef="#ctx0" brushRef="#br0" timeOffset="42629.29">14613 7795 123 0,'-7'0'5'0,"1"0"2"0,3 0-5 0,1-3-1 15,-2-1-1-15,3 1-2 16,1-1-2-16,-1 1 1 16,1 0 1-16,0 2 3 15,-1-3 1-15,0 2 2 0,1 1 2 16,-1 0 0-16,1-1-2 15,0 2-1-15,0 0-2 16,0 0-2-16,0 0-1 16,0 0 0-16,1 0 2 15,4 0-1-15,2 0 0 0,5 0 1 16,-3 0-1-16,4 3-1 16,3-2-3-16,1-1-4 15,4 0 4-15,4 0 1 16,1 0 0-16,2-1 4 0,-1-5 0 15,2 2 0 1,0-2 5-16,0 2 5 0,-1-1 4 16,0-1 1-16,2 3-4 15,2-1-7-15,1-1-2 16,4 1-1-16,4-1 0 16,2 0 1-16,3 2-1 0,-1-1-1 15,1 0 0-15,-1 1-7 16,3-1 15-16,-4-2-7 15,4 2-1-15,-1-1 2 16,4 2 1-16,-4-2 0 16,2 1 2-16,-2 1 0 0,2 0-3 15,-3 0 1-15,2 0-3 16,1 0 2-16,0-1-1 16,-2-1 2-16,-1 0 0 15,2 1 4-15,-4 0-2 16,2 0 2-16,0-1-2 0,1 1-1 15,2 3-1-15,-4-1-3 16,2 2 1-16,2 0-1 16,-2 0-1-16,2 0-3 15,0 3-3-15,-1 3 1 16,-1-2 2-16,-1 0 4 16,-3 2 0-16,-3-2 0 0,-3 3 0 15,0-4 0-15,1 2 0 16,0-1 1-16,-1 1 2 15,2-3-2-15,-1 2 3 16,2-3-1-16,2 3-1 0,-1-3-1 16,4 1 0-16,-1 0-1 15,5-1 0-15,3 1 0 16,-3-2 0-16,4 0 1 16,0 0 0-16,-1 0-1 15,2 0 2-15,-4-2-1 0,3 0-1 16,-1 0 0-16,-1 0 0 15,-1 0 1-15,0 0 0 16,2-1 7-16,-3 2-2 16,5 1-5-16,3 0 0 15,2 0 0-15,1 3-1 16,1 0 0-16,1 1 0 0,-4-2 0 16,-1-1 1-16,-4-1-1 15,-2 0 1-15,-4 0 8 16,-3 0 15-16,-3-2-6 15,4 0-5-15,-1-1-6 16,-1 0-3-16,8-1-3 0,-3 1-1 16,2-3 1-16,0 0-2 15,-1 1-7-15,0-4-14 16,-7-1-12-16,-3-1-35 16,-8-2-105-16</inkml:trace>
  <inkml:trace contextRef="#ctx0" brushRef="#br0" timeOffset="44068.3">19758 7340 91 0,'0'1'8'0,"0"3"-8"0,1-1 7 0,-1 1 3 15,2 2-3-15,0 1-6 0,0-1 0 16,2-2-1-16,0 0 0 16,0 0 1-16,1-1 0 15,0-1 1-15,2-2 7 16,0 0 4-16,3 0-3 16,4-10 5-16,2-3 5 0,8-7-4 15,5-5-3-15,6-11 0 16,14-10-3-16,9-10-4 15,10-13-3-15,8-10-2 16,7-9-46-16</inkml:trace>
  <inkml:trace contextRef="#ctx0" brushRef="#br0" timeOffset="50130.17">4989 11498 11 0,'-3'0'26'0,"2"0"9"0,0 0-8 15,1 0-14-15,0 0-5 0,0-4-7 16,0 1 0-16,5-3-1 16,1-1 0-16,-3 1 0 15,2 1 0-15,-3-1 0 16,2 4 2-16,-2 0 0 0,-1 0 1 15,5-2-3 1,0 3-1-16,6-1 0 0,3 1 1 16,3-2 1-16,4 3-1 15,7-1 0-15,3-1 0 16,6 2 0-16,2-3 0 16,3 0 0-16,8-1-2 0,1-1 1 15,3 0 1-15,5-2-2 16,1 0 3-16,1 0-3 15,6 0 2-15,-1 1 0 16,0-1 1-16,4 0 5 16,1 1-2-16,2 1-2 0,1 0-1 15,4 1 0-15,-1 1 0 16,4 2 0-16,4 0 0 16,3 0 0-16,-2 0-1 15,5-3 1-15,4-2 1 16,0 0-2-16,2-2 0 15,-2-4 1-15,2-2 0 0,-1-1 0 16,-8 2 0-16,-2 0 2 16,-6 4 5-16,-3 2-2 15,-4 3-1-15,-5 2 4 16,0 2-1-16,1 0-3 16,-1 0-1-16,-2 0-2 0,0 6-1 15,-2 1 0-15,0-3-1 16,2 1 1-16,-4-2 0 15,-3-3-1-15,-2 0 0 16,0 0 1-16,-4 0-2 16,0 0 2-16,-2-3-1 0,0-2 1 15,4 1 0-15,0-1-2 16,-2 3 1-16,-3 0-6 16,-4 0-75-16</inkml:trace>
  <inkml:trace contextRef="#ctx0" brushRef="#br0" timeOffset="53397.43">12092 11528 150 0,'-2'-9'-26'0,"2"2"28"0,0 0 0 0,0 1 3 0,0 1-5 15,0 3 1-15,0 1-1 16,0-1 0-16,2 1 1 16,0 1-1-16,1-1 0 0,3 1 1 15,-2 0-1-15,1 0 0 16,4 0 0-16,2 0 0 16,0 0 0-16,5 0 0 15,4 0 0-15,0 0 0 16,5 0 1-16,6 0-1 0,0 0 0 15,3 0-1-15,4 0 2 16,4-2-1-16,2-2 1 16,4-1-1-16,-1 2 1 15,5-2-1-15,-1 1 1 16,-1-1-1-16,2 1 2 16,2 0 1-16,-1 0-2 15,1 1 0-15,3 1 0 0,1 1-1 16,0-2 0-16,4 2 1 15,-2 1 0-15,3 0-2 16,-2 0 1-16,1 0 1 16,0 0-1-16,1-1 0 0,2 0 2 15,-3-1 5-15,3-3 1 16,0 1 1-16,-3-1 0 16,3-2-2-16,-4-1-1 15,1 1-5-15,-4-1 1 16,-2 1-2-16,0 1 1 0,-2-1 0 15,-1 2 0-15,-1 1 0 16,2 0 2-16,2 1-1 16,-3 3 1-16,3 0 2 15,0 0 0-15,-2 0-2 16,1 0 0-16,1 0-1 0,-4 0-2 16,2 3 1-16,-3 1 1 15,2 2-2-15,-3-2 1 16,0 2-1-16,4 0 1 15,1-1-1-15,1-1 0 16,3 1 0-16,2-1 0 0,-3 0 1 16,4-1-2-16,-1 1 1 15,1-1 0-15,-4 0 0 16,1 0-1-16,3-2 2 16,-1 2-1-16,5-3 0 15,2 1 0-15,1-1 1 0,0 1-1 16,2-1 0-16,0 2 0 15,-2 0 0-15,0 2 1 16,0 0-2-16,1 2 2 16,-3-2-1-16,1 3 0 15,0-2 0-15,1 0 0 16,0-2 0-16,-2 0 0 0,0-2 1 16,0-1-2-16,0 0 1 15,1 0 1-15,-4-1-2 16,1-2 2-16,-3 0 0 15,1 2 0-15,-3 1 0 0,1 0-1 16,-2 0-1-16,-1 0 8 16,0 4 0-16,-2 0 3 15,1-1-1-15,1 0-2 16,-1 0-4-16,1 1-2 16,4-2 0-16,-1 0 2 15,1 0-3-15,0-1 0 0,1 1 1 16,-2-2-1-16,3 2 0 15,-5 0 0-15,3-2 0 16,1 0 1-16,-1 0-2 16,0 0 0-16,1 1-2 15,1 1-1-15,-2-1 0 0,0 2 2 16,1 0 1-16,1 1 0 16,-1-1-4-16,1 0 0 15,4 1-1-15,-1-1 3 16,-2 0 2-16,4-2 0 15,2 2 0-15,-1-3 1 0,1 3 0 16,-1-3 0-16,2 1 1 16,-4-1-1-16,1 3 1 15,1 0-1-15,1-1 0 16,0 0 0-16,1 1 0 16,2 1 1-16,2-1-1 15,1 0 2-15,0 0-1 0,-1 0 3 16,1 1 0-16,1 0 1 15,-2-1-1-15,2 0-1 16,-5-2-1-16,1-1 1 16,0 0-1-16,-2 0-1 0,-1 0 1 15,-1 0-1-15,-3 0-1 16,-3-4 0-16,-1 0-1 16,-2-2-1-16,-3-1 1 15,0-4 1-15,2-1-2 16,-7-2 2-16,1-3 0 15,0-1 0-15,-3 1 0 0,-2-3 1 16,-4 0-1-16,-3 1 0 16,-2-1 0-16,-6-1 0 15,0-2 1-15,-6-1-1 16,-3 0 3-16,-4-1-3 16,-1-3 2-16,-2 0 1 0,-1 1 1 15,-3-2-3-15,-1 1 0 16,-3 1-1-16,-2-1-1 15,-3 0 0-15,-3 0 1 16,-2-1-2-16,0-1 2 16,0-1 2-16,-6-1-4 0,-1 3 2 15,2 0 2-15,-4 1 0 16,-1 2-4-16,0 2 0 16,-4 1 6-16,-2 2-4 15,-4 1-1-15,-4 0-3 0,-5 2 1 16,-8 4 2-16,-3-2-1 15,-6 6-1-15,-5-3 0 16,-1 5 0-16,-6-2 2 16,0 0 1-16,-2 0 0 15,-3-4 0-15,0 2 0 0,-3-5 0 16,-2 0-1-16,-2-1 1 16,-4 0 1-16,-2 2 0 15,-5-1-1-15,-5 4 1 16,-6 3-1-16,-2 2 0 15,-4 3 0-15,-1 1 0 16,1 1 1-16,1 0-1 0,1 3 0 16,-1-3 1-16,-1 2 0 15,2 1-1-15,-6 0 1 16,-2 0 0-16,2-1 0 16,0-1 1-16,-4 2-1 15,-3-1-1-15,0-1 1 0,-2 0-1 16,-3 0 0-16,0 1 1 15,-1-1-1-15,-2 2 0 16,1 0 0-16,1 0 1 16,2 0-1-16,-4 0-1 15,4 0 2-15,-2 5-1 0,0-3 0 16,0 1 0-16,-3 0 1 16,-1-2-1-16,-4 1 0 15,0-1 0-15,-2 2 0 16,-4 0 1-16,0 1-1 15,-1 1 0-15,-3 2 0 16,4-2 0-16,-4 2-1 0,5-1 2 16,0 1-1-16,4-3 1 15,1 2 1-15,4 1 0 16,-2 0-2-16,-1 3 0 16,-1 0-2-16,0 1 2 0,6-2 0 15,-4-5-2-15,3-1 4 16,1-1-2-16,4-2 0 15,-3 0 0-15,1 0 1 16,4 0-1-16,-1 0 1 16,0-3 4-16,7 1-1 0,-2-2-2 15,4 4-1-15,-1 0 0 16,0 0 0-16,1 0-2 16,-1 2 4-16,3 3-2 15,2 2-2-15,1 0 2 16,2 1-2-16,2 1 1 0,-2 1-2 15,-1 2-1-15,2-1-1 16,0 2 2-16,4 0 2 16,-1-2-1-16,6-2 1 15,3-1 1-15,4 0-1 16,5-2 0-16,8 1 0 16,1-3 0-16,5 1-1 0,2 1 1 15,2-1-1-15,4 2-3 16,3-1-1-16,-1 1 0 15,6 0 1-15,-3 2 3 16,5-2 0-16,1 1 2 0,3 2-1 16,1 1 0-16,5 0 0 15,3 1 0-15,2 3 0 16,5 2 0-16,4 1 0 16,0 6 0-16,2 3-1 15,2 7 1-15,4 3 0 16,2 3 0-16,5 2 0 0,1 1-2 15,2 1 3-15,4-1-1 16,9-2-1-16,6 0 1 16,6-2-1-16,10-4 1 15,7-5-1-15,12-5 0 16,15-6 1-16,16-6-2 0,24-12 2 16,21-1-4-16,22-21-8 15,22-16-87-15</inkml:trace>
  <inkml:trace contextRef="#ctx0" brushRef="#br0" timeOffset="54486.03">22568 10721 165 0,'-5'0'-18'0,"1"0"39"0,-1 0 3 0,4 0-5 0,0 0-9 16,0 0-7-16,1 0-3 15,0 0-1-15,0 4 1 16,0 1 0-16,0 0 0 16,1 2 0-16,3-2 0 15,-1-1 0-15,4-1 0 0,-1-3 1 16,4 0 11-16,9-8 19 15,12-13-7-15,9-7-11 16,16-12-7-16,18-12-1 16,15-11-4-16,15-5 0 15,14-16-15-15,9-9-55 16,9-7-154-16</inkml:trace>
  <inkml:trace contextRef="#ctx0" brushRef="#br0" timeOffset="58701.54">11963 12393 82 0,'4'0'2'0,"-2"0"-1"0,1-3 0 0,1 0 1 0,0 3-1 16,0-2 0-16,-1 2-1 16,4 0 1-16,-3 0-1 15,2 0 0-15,1 0 0 16,2 5 1-16,2-1-1 16,2 0 0-16,6 2 0 15,0 0 2-15,6-1-2 0,0 0 0 16,7-1 0-16,3 0 0 15,0-2 1-15,6 0-2 16,-1-1 1-16,3-1 3 16,3 0-1-16,-1 0 2 15,3 0 0-15,0 0-2 0,0 0 1 16,3 0 0-16,-3 0-1 16,4 0 1-16,2 0-2 15,-1 0 1-15,4 0 0 16,5 2 1-16,2 0-1 15,6-1 2-15,6 2 1 0,3-1-2 16,-1-1 2-16,6-1-3 16,4 4 0-16,2 2-2 15,1 0 1-15,-4 1-1 16,7 2 1-16,-3 0-1 16,-3-2 1-16,-1-1-1 15,2-2 0-15,-1-4 0 0,1 0 0 16,-2-6 0-16,3-5 0 15,-4 1 1-15,0-3-1 16,-5-1-14-16,-4 0-32 16</inkml:trace>
  <inkml:trace contextRef="#ctx0" brushRef="#br0" timeOffset="58904.98">16575 12301 12 0,'0'0'24'0,"40"4"-23"0,-24-3 0 0,-6 0-1 0,-2 1-13 16</inkml:trace>
  <inkml:trace contextRef="#ctx0" brushRef="#br0" timeOffset="59275.23">16579 12361 77 0,'0'0'6'15,"0"0"12"-15,-38 1 5 16,32-1-2-16,-2-1-8 16,5 0-6-16,-3-2-2 15,3 3-3-15,1 0-3 16,0 0-4-16,1 0-2 0,1 5 3 15,0 0 1-15,2 2-2 16,10 2 2-16,5-1 1 16,8 2 0-16,5-1 3 15,9-2-2-15,7 3 2 16,5-5 0-16,8 1 1 0,9-1 1 16,6 0 2-16,4 1-2 15,9 1 3-15,2-3-5 16,8 3-3-16,4-4 4 15,4 0 1-15,5-3-2 0,0 0-2 16,4-7 3-16,3-5 1 16,-3-3 0-16,4 3-1 15,-6-2 5-15,1 4-2 16,-5 0-1-16,-5 5-3 16,0 3-1-16,-7 1-12 15,-2 0-38-15,-5-2-56 0</inkml:trace>
  <inkml:trace contextRef="#ctx0" brushRef="#br0" timeOffset="60101.16">20739 12397 126 0,'0'0'2'0,"0"0"10"0,0 0-6 0,0 0-6 16,0 0-1-16,0 0-5 16,0 0 4-16,0 0 1 15,0 0 2-15,0 0-1 0,0 0 0 16,0 0 1-16,0 0 1 16,16 13 6-16,-8-11 2 15,7 2 3-15,5-2 1 16,8 1 2-16,9 0-1 15,13-2-9-15,9-1 7 16,13 0-8-16,14 0-3 0,12 0-5 16,14 0 6-16,9-3-11 15,10-3-59-15</inkml:trace>
  <inkml:trace contextRef="#ctx0" brushRef="#br0" timeOffset="64111.31">23100 11248 165 0,'0'0'15'0,"0"0"-4"0,0 0-1 0,49-27-3 15,-29 21-1-15,6 2-5 16,1 0 1-16,2 2 0 0,1 2 1 16,1 0-2-16,4 0 1 15,-4 0-2-15,3 6 0 16,-2 4 0-16,0 0 0 16,0 5 0-16,-1 4 0 15,-2 2 1-15,-2 5-1 0,-6 4 1 16,-1 4-1-16,-5 8 0 15,-7 7 2-15,-2 6-2 16,-6 8 2-16,0 6-1 16,-14 3 1-16,-6 7-1 15,-1 3-1-15,-6 4 2 0,-3 1-2 16,-4 7 2-16,-1 5-2 16,0 2 4-16,0 2 4 15,-1 2-4-15,5 6-1 16,-1-1-2-16,4 2 1 15,6-1-2-15,4 1 0 16,7-5 0-16,3-3 1 0,8-4-2 16,1-7 2-16,12-7-2 15,3-3-1-15,4-8 2 16,1-8-2-16,3-9 4 16,1-8-2-16,1-9 3 15,-3-10 2-15,0-5-2 0,-6-6-1 16,-2-3 0-16,-6-2-1 15,-6 1-1-15,-3 2-7 16,-7 4-10-16,-19 6 7 16,-8 5-3-16,-9 9-11 15,-4 5 6-15,-4 7 10 16,0 7 10-16,1 6 1 0,3 10 3 16,4 4 3-16,2 7-1 15,5 7-1-15,2 3-2 16,7 0 0-16,4 4-3 0,5 2-1 15,5-1 4-15,2 1 2 16,3 4 3-16,5 4-3 16,-1 1 2-16,4 0-3 15,0 4 1-15,1-2-1 16,6 1 4-16,3-1-2 16,-3 2-3-16,1-2-3 15,-2 0 0-15,-1 0 0 0,-3-3 2 16,-2-1-1-16,-2-2 1 15,-11-4 3-15,-7-4-3 16,-7 1-1-16,-9-4-1 16,-12-1-1-16,-13-3-2 0,-15-4-5 15,-17-4-25-15,-17-10-58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23:19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16410 10964 75 0,'0'0'3'0,"0"0"-2"0,0 0 1 0,0 0-4 16,0 0-3-16,0 0 3 0,0 0 2 15,0 0 5-15,0 0 5 16,0 0 3-16,0 0-3 16,0 0-8-16,0 0-4 15,0 0-17-15,-9-23-8 16,7 23 21-16,2 0 10 0,0-1 21 15,0-1-3-15,0 1-2 16,0 0-3-16,0-1 0 16,0-1 2-16,0 2 5 15,0-1 1-15,0 0-8 16,0 2-9-16,0-2-2 0,0 2-4 16,0 0-1-16,0 0 0 15,0 0 0-15,0 0 0 16,0 0-3-16,0 0 1 15,0 2 3-15,0 3 1 16,0 1-1-16,2 1 0 0,-1 3-2 16,1-3 1-16,1 2 1 15,0-3 1-15,1 2 1 16,-2-3 3-16,1-2-1 16,3-1 2-16,0-2 2 15,2 0 0-15,2 0 5 0,7-13 1 16,6-3-4-16,4-8 0 15,11-7-5-15,5-6 2 16,9-7-2-16,1 0 1 16,4-4-6-16,4-1 1 15,0 2-2-15,-4 2-7 16,-2 0-46-16,-11 2-57 0</inkml:trace>
  <inkml:trace contextRef="#ctx0" brushRef="#br0" timeOffset="2222.27">10646 11718 75 0,'0'0'9'0,"0"0"10"0,0 0-11 0,0 0-6 16,0 0 1-16,0 0 2 16,0 0-2-16,0 0-1 15,0 0-1-15,0 0 0 16,0 0-1-16,42-15 0 16,-33 13 0-16,0 1 0 0,0-1 0 15,2 2 0-15,-1 0 1 16,2 0-1-16,2 0 0 15,2-1 0-15,4-2 0 16,-3 1 1-16,6-2 2 16,1 1 0-16,4-2 0 0,3 0 0 15,2 0 0-15,5-1-1 16,4 0 3-16,1 2 1 16,1-3-2-16,4 1 0 15,1 1 3-15,3-1 2 16,3 2 0-16,4-2 0 0,6 1-3 15,4 0-1-15,7 1-3 16,1 1 0-16,5 0-1 16,2 2-1-16,7-1 1 15,1 2-1-15,5 0 0 16,1 0 1-16,6 0-1 16,5 0 0-16,2 0 0 0,5 2 1 15,7 5-2-15,0 1 2 16,4 1-2-16,0 2 1 15,1 2 1-15,2-2-1 16,-3 2 2-16,-1-4 1 16,0-1 20-16,-3-2-5 0,1-2-2 15,-3-2 1-15,1-2 0 16,-1 0-8-16,2 0-3 16,0-2-2-16,-3 1 0 15,1 1-2-15,-5 0-1 0,-2 0-1 16,-8 1 0-16,-6 9-9 15,-6-1-7-15,-9-1-7 16,-9 2-3-16,-9-3-18 16,-7-5-26-16,-12-2-31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23:37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3347 4256 33 0,'0'0'13'0,"0"0"-3"0,0 0-9 0,0 0 1 0,0 0 0 16,0 0 0-16,1 0-1 15,-1 0-1-15,0 0 2 16,0 0 2-16,0 0 8 15,0 0-6-15,0 0 0 16,0 0-1-16,0 0-2 16,0 0-1-16,0 0-2 0,0 0 0 15,3 3 0-15,1-1 2 16,1 0-1-16,4-2 0 16,-2 0 0-16,1 0 0 15,3 0 0-15,-1 0 0 16,0 0 0-16,-1 0 1 0,1-3 0 15,-1 2 1-15,1 1-1 16,0 0 1-16,0 0-1 16,2 0-1-16,2 0-1 15,1 0 1-15,3 0-1 16,-1 0 1-16,2 0-1 0,1 0 0 16,1 0 2-16,2 0-4 15,0 0 4-15,-1 0-2 16,2 0 2-16,-1 0 0 15,0 0 0-15,1-2 0 16,-2 0 0-16,3-1 0 0,-1 0-1 16,3 0 0-16,0 0-1 15,2-1 1-15,1 1 0 16,1-1-1-16,-3 0 1 16,3-1-1-16,-2 1 1 15,-2 3-1-15,0-3 0 0,-2 2 1 16,0-1-2-16,-1 2 2 15,0-1-1-15,1 1 0 16,2-2 0-16,4 0 0 16,1 2 1-16,1-2 0 15,3 0 0-15,2-1 0 0,-2 1-1 16,-1-1 0-16,1 1 2 16,-2 0-2-16,1 0 0 15,-1 0 0-15,-1 0 0 16,4 1 0-16,-2 0 0 15,3 2 0-15,-2-3 0 16,1 2 0-16,2 0 1 0,3-1-1 16,-2 0 1-16,4 1 0 15,2-2-1-15,-1 2 0 16,-1-2 0-16,-1 2 0 16,-3-2 0-16,0 2 0 15,-4-1 0-15,0 1 0 0,4 1 0 16,-2 0 0-16,2 0 0 15,3 0 1-15,-1 0-1 16,0 0-1-16,4 4 2 16,0-2-1-16,-1 3 1 0,0-1-1 15,2 1 1-15,-1 0-1 16,-3 1 2-16,0-2-2 16,1 1 1-16,1-3-1 15,-3 0 1-15,3-1 0 16,0-1-1-16,4 0 2 15,-4 0-2-15,4 0 1 0,-3 0 0 16,4 0-1-16,-3 0 1 16,2 0 0-16,0 0 0 15,-2 0-1-15,0 0 0 16,-2 0 0-16,0 0 1 16,-3 0-1-16,0 0-1 0,1-1 1 15,1-1 0-15,-1 2 0 16,-1 0 1-16,1-1-1 15,2 1 0-15,-3 0 0 16,-1 0 0-16,1-1 0 16,0-1 0-16,-1 2 0 15,1-3 0-15,-2 2 0 0,1 1 0 16,-5 0 0-16,3 0 0 16,-3 0 1-16,-2 0-1 15,4 0-1-15,-2 0 2 16,-1 0-1-16,1 0 0 15,0 0 0-15,3 0 0 0,-2 0 0 16,1 0 0-16,2 0 0 16,-1 0 0-16,0 0 0 15,2 0 0-15,0 0 0 16,0 0 0-16,-1 0 0 0,-2 0 0 16,1 0 3-16,-2 0 1 15,1-3-1-15,2 3-1 16,1-4-1-16,1 4 0 15,-2-2 0-15,1 2 0 16,-3-1-1-16,-3 1 0 16,-1 0 0-16,-3 0 0 0,-1 0 0 15,-2 0 2-15,0 0-2 16,-1 0 0-16,1 0 3 16,-1 0-3-16,-3 0 1 15,1 0 1-15,-4-2 0 16,-2 1 0-16,-3 0 3 0,-3-1 0 15,-1 2 3-15,-6 0 1 16,-3 0-1-16,1-1 1 16,-2 1-2-16,0 0-4 15,-2 0-3-15,2 0 0 16,1 0-1-16,-3 5 0 0,0 2-17 16,0-2-60-16,-7-5-60 15</inkml:trace>
  <inkml:trace contextRef="#ctx0" brushRef="#br0" timeOffset="8961.79">19132 9869 81 0,'0'-2'18'0,"0"-2"8"0,0 1-11 0,0 1-2 16,0 0-1-16,0-1 0 15,0 1-1-15,0 0 0 0,0 2 5 16,0-3-6-16,0 2-4 16,0 1-3-16,0 0-3 15,0 0-2-15,0 0 1 16,0 5 1-16,0 5 0 16,0 3 1-16,0 3 6 15,0 1-5-15,0 1 0 0,1 2-1 16,2-1 2-16,0 3-2 15,0-2 0-15,-1 3 0 16,2-2 2-16,0-1-1 16,-2 3 0-16,1-5 0 15,1 2 3-15,0-1-2 0,0-2 0 16,1 0 1-16,0-3-1 16,-1 0 0-16,1 0-1 15,1-4 1-15,-3 1 0 16,4-2-1-16,-2-3-2 15,-1 0 1-15,2-2 0 0,-1-2-1 16,4 0 2-16,-2 1-1 16,2-3 1-16,4 0-1 15,-2 0 0-15,2 0 1 16,1 0-1-16,-1 0 0 0,3 0 0 16,0 0 1-16,1 0 0 15,-1-3 2-15,-1 1 0 16,-3 1-2-16,0 0-2 15,-2-1 0-15,-2 2 0 16,-2 0 1-16,-1 0-2 16,1 0-2-16,-2 0-34 0,-1 0-42 15,0 0-66-15</inkml:trace>
  <inkml:trace contextRef="#ctx0" brushRef="#br0" timeOffset="9438.86">19634 10156 97 0,'0'0'0'0,"0"0"2"0,0 0 0 16,0 0 22-16,0 0 9 15,0 0-5-15,0 0-14 16,0 0-11-16,0 0 0 15,0 0-3-15,0 0 2 16,7 18 0-16,-8-3-2 0,1 0 2 16,0-1-1-16,0-1 1 15,0-2 2-15,6-1 1 16,0-1 0-16,1-2 0 16,1-2-2-16,0 0 2 15,0-5 1-15,2 0-2 0,-1 0 0 16,0 0-1-16,0 0 2 15,2-7-4-15,-2-3 0 16,-4-1 1-16,1-2 0 16,1-3 0-16,-4 0 2 15,-1-2 2-15,0 2 2 16,-2-2 0-16,0 2 1 0,0 3-1 16,0 1 1-16,0 3-3 15,-6 4-6-15,-3 3 0 16,-1 2-7-16,-3 0-1 15,-1 6-9-15,1 5-9 16,-1 2-10-16,3 1-24 16,3-1-35-16</inkml:trace>
  <inkml:trace contextRef="#ctx0" brushRef="#br0" timeOffset="9921.12">19993 10115 147 0,'0'0'6'0,"0"0"9"0,0 0 3 0,18-39 0 0,-16 31-6 16,-2 1-2-16,0 1 2 15,0 0-3-15,-2 3-4 16,-3 3-4-16,-6 0-1 15,0 0-1-15,-2 0-1 0,-2 6 4 16,1 4-3-16,0 1 2 16,5 1 0-16,0 2 0 15,4-3-1-15,1 2 1 16,4-1 0-16,0-3 0 16,0 1 0-16,9-1-2 0,-2-1 2 15,2-1 0-15,1 1 1 16,4-1-1-16,-3 0 1 15,1 0-2-15,-1-1 0 16,-2 1 0-16,2-2 1 16,-5 1-1-16,-1 0 1 0,-1-3-1 15,-4 3 0-15,0-1-1 16,0-1 0-16,-11 2 2 16,-2 0 0-16,-1-1-2 15,-1-2-5-15,2 1 3 16,2-2 4-16,3-1 0 0,4 1-3 15,4-2-28-15,0 0-35 16</inkml:trace>
  <inkml:trace contextRef="#ctx0" brushRef="#br0" timeOffset="10398.02">20281 10100 202 0,'0'0'-4'0,"0"0"5"0,0 0 0 0,0 0-5 0,0 0 3 0,0 0 1 16,0 0 3-16,0 0-5 16,-40-28 4-16,27 28-2 15,-1 1 0-15,0 7 0 0,0 0 1 16,-1 2-5-16,3 1-4 15,1 1 6-15,5-1 2 16,0 0 2-16,4 1 0 16,2-4-2-16,0 2 1 15,1-1 0-15,7-2 1 16,3-3 7-16,-1 3 2 0,2-3-2 16,2 1 0-16,-1-2-4 15,1 1-1-15,-3 0-1 16,1-1-1-16,0 1 2 15,-5-1-2-15,-1 3-1 16,-2-3 0-16,-1 3 0 0,-3-3 1 16,0 2-2-16,0-1 3 15,-5 1 2-15,-6 0 0 16,-4 0 0-16,-1 0-2 16,-3 1 0-16,0-1-1 15,-1 0-1-15,-1-3-17 0,2-2-38 16,1-2-81-16</inkml:trace>
  <inkml:trace contextRef="#ctx0" brushRef="#br0" timeOffset="14533.53">17420 9990 59 0,'0'0'0'0,"0"0"1"0,0 0-2 0,0 0 0 16,-42 11 0-16,37-11 1 16,-2 1 2-16,3-1 11 15,-2 2 10-15,1-2-10 16,2 1-12-16,-1 1-1 15,0-1-25-15</inkml:trace>
  <inkml:trace contextRef="#ctx0" brushRef="#br0" timeOffset="14797.72">17313 10014 117 0,'0'0'33'0,"0"0"4"16,0 0-13-16,0 0-10 15,0 0-7-15,0 0-2 0,0 0-4 16,-5-6-1-16,5 10-3 15,0 6 4-15,0 4-1 16,0 6 0-16,2 3 0 16,1 4 1-16,0 4 0 15,0 1 0-15,0 0 0 0,-3 0 0 16,1-2 0-16,-1-3 0 16,0 1 0-16,0-4-1 15,0-1 1-15,0-2-1 16,0 0 2-16,0-2-2 15,0-2-8-15,0-4-49 0,-4-8-51 16</inkml:trace>
  <inkml:trace contextRef="#ctx0" brushRef="#br0" timeOffset="15576.71">17328 9987 144 0,'0'0'16'0,"0"0"16"0,0 0-7 0,0 0-11 0,0 0-11 16,0 0-3-16,0 0 0 16,0 0 1-16,0 0-1 15,37 20-1-15,-27-2 2 16,-2 6-1-16,0 2-1 0,0 2 1 16,-2 2 1-16,2-1 1 15,-1-1-1-15,-2 0 0 16,1-4-1-16,-1-4 1 15,1-3-1-15,-1-4 1 16,-2-3 0-16,3-1 0 16,-4-2-1-16,0-2 0 0,0-3-1 15,0-2-2-15,-1 0-1 16,-1-2 8-16,0-9-4 16,1-4-2-16,0-4-4 15,1-4 4-15,0-1 1 16,2 0 1-16,-1-2 0 15,4 2 0-15,-2 3 1 0,3 0-2 16,-1 2 1-16,2 2 1 16,-2 0-1-16,2 4 2 15,2 2-2-15,0 1 0 16,-2-1 0-16,3 2 0 0,-2 5 0 16,-2-2 0-16,1 3 0 15,-1 3 0-15,-1 0 1 16,1 0-2-16,1 4 1 15,-1 5 0-15,2 4 0 16,-1 2-2-16,-1 1 2 16,-1 3 0-16,1-1 0 0,-2 3 0 15,1-2 2-15,-4 1-2 16,3-2 0-16,-4 1 1 16,0-1 1-16,-2 1-1 15,0-2 1-15,0 0 0 0,0 1 1 16,0-1-2-16,0-1 0 15,0 2-1-15,0-1 0 16,0 0-4-16,0-3-25 16,0-2-24-16,0-4-17 15</inkml:trace>
  <inkml:trace contextRef="#ctx0" brushRef="#br0" timeOffset="15837.6">17873 10251 159 0,'0'0'-13'0,"0"0"6"0,0 0 7 0,0 0 2 16,0 0 3-16,0 0-6 15,0 0-2-15,0 0 11 0,0 0 3 16,0 0 2-16,10 52-4 15,-10-34-4-15,0-3-1 16,0 0-1-16,0 0 0 16,2-3-3-16,1-3 0 15,1-3-28-15,0-3-32 0</inkml:trace>
  <inkml:trace contextRef="#ctx0" brushRef="#br0" timeOffset="15999.7">17885 10130 202 0,'0'0'72'16,"0"0"-76"-16,0 0 0 16,11-44-8-16,-1 36-44 0,-2-1-45 15</inkml:trace>
  <inkml:trace contextRef="#ctx0" brushRef="#br0" timeOffset="16832.99">18015 10249 31 0,'0'0'29'16,"0"0"-28"-16,0 0 0 16,0 0-1-16,0 0 1 15,0 0 0-15,0 0 43 16,0 0 15-16,4 19-16 0,-4-19-22 16,0-6-10-16,0-1-6 15,0 0-4-15,0-1-2 16,2-1 2-16,-2-1-4 15,3 0 1-15,2 2 2 16,-2-1 0-16,2 2 0 16,0 1 0-16,3 1 1 0,-1 2-1 15,2 0 0-15,2 2-1 16,-2 1 1-16,1 0-1 16,0 2 0-16,-2 5 1 15,0 2-1-15,-2 1 0 16,1 3-1-16,-5 0 1 0,1-1 0 15,-1-1 1-15,0 0 0 16,-2 0 0-16,0-1-1 16,0-1-1-16,0 0-5 15,0 0-9-15,-3-6 2 16,0 4 11-16,0-4 2 0,-1-2 2 16,2-1 3-16,0 0 1 15,0 0 4-15,1-3-1 16,0-1-2-16,1-3-2 15,0 0-1-15,0-2-2 16,0 1 3-16,0-1-1 0,4-1-1 16,2-1-1-16,-2 2 0 15,1-2 0-15,1 4 0 16,-2-3 1-16,2 3-1 16,-1-2 0-16,0 1 3 0,2 4-1 15,-1-3-1-15,3 2 1 16,-1 0 0-16,1-1-3 15,0 4 0-15,0 1 0 16,-1-1 0-16,1 2 0 16,1 0 0-16,-2 0 0 15,1 0 0-15,1 5 0 0,-2 2 0 16,1 1 0-16,-1-2 0 16,2 3 0-16,-5-1 0 15,3 2 0-15,-3 3 0 16,2-2 1-16,-4 2 1 15,1 1 0-15,-1-1-1 0,0 1 0 16,0-1 0-16,-1 1 2 16,1-1-3-16,2-3-19 15,1-3-62-15</inkml:trace>
  <inkml:trace contextRef="#ctx0" brushRef="#br0" timeOffset="18028.96">19494 9463 21 0,'0'0'76'0,"0"0"-50"0,0 0 11 0,-40-39-6 15,29 32-6-15,0 0-9 16,-2 0-6-16,0 4-1 16,-1 3-7-16,-2 0-2 15,-2 0-1-15,-4 0 0 16,-1 7 1-16,0 1 0 0,-2 3-1 15,-3 0 1-15,1 2-1 16,-1 1 0-16,0 3 2 16,1-1-1-16,0 4 1 15,1-2-1-15,1 5 1 16,1-2-1-16,0 6 0 0,1 0 0 16,1 3 0-16,1 3 1 15,1 2-1-15,3 2 1 16,-1 1 0-16,5 2 0 15,1 3-1-15,3-1 1 16,0 2-1-16,3 2-1 0,3 1 3 16,3 2-3-16,0-2 0 15,3 2 2-15,7-2-1 16,2-2 3-16,3-1 2 16,2-3-2-16,5 2-1 15,4-1 1-15,1-2 0 0,3 0-1 16,5-5-1-16,2-1 0 15,4-4 1-15,2-4 3 16,5-2 4-16,1-6 3 16,4-2-6-16,0-2-3 15,2-3 0-15,3-3-1 0,3-4-1 16,1-1 1-16,2-3 0 16,3 0-2-16,-1 0 1 15,-2-6 2-15,0-4-3 16,-3-1 2-16,-1-5 2 15,-7 2 0-15,-3-3 0 16,-2-3-2-16,-4-1-1 0,-5-3 0 16,-2-5 1-16,-2-3 2 15,-2-4-1-15,-6-4 0 16,-2-1-2-16,-1-1-1 16,-5-1 2-16,-4-2-2 15,-2 1 0-15,-5 0 0 0,-2-2 1 16,-4-1-1-16,-2 0 1 15,0 0-1-15,-7 2 1 16,-6-3-1-16,-1 0-1 16,-4 0 1-16,-3 0 0 15,-2 1 0-15,-2 3 1 0,0 0-3 16,-4 6 5-16,0 2-1 16,-3 1-1-16,1 2 0 15,0 2 0-15,-4 1 1 16,1 3 0-16,-4 2-2 15,-2 0-2-15,-2 4 3 0,0 4-1 16,-2 1 3-16,3 5-1 16,0 1-3-16,2 3 2 15,-1 3-2-15,5 2 2 16,-1 2-2-16,3 0 0 16,6 2-1-16,2 4-4 15,7-1-3-15,3 4-14 0,9-2-13 16,3-2-21-16,3-2-65 15</inkml:trace>
  <inkml:trace contextRef="#ctx0" brushRef="#br0" timeOffset="18526.02">19825 9217 107 0,'0'-1'9'0,"0"1"-5"0,0 0-3 0,2 0 0 16,-1 3-1-16,0 3-1 15,1 2 3-15,1-1-1 16,1 1 1-16,1 1 2 16,0-2 2-16,3-3 0 0,-1 0 1 15,2-1 5-15,1-3 1 16,2 0 0-16,4 0 2 16,0-7 1-16,6-4-2 15,1-4-1-15,3-3 1 0,8-2-2 16,-1-4 0-16,5-6 0 15,2-2 0-15,4-4-1 16,6-4-2-16,3-4-2 16,4 0 0-16,-1 5-4 15,-1 3 0-15,-5 6-1 0,-1 6 0 16,-8 3-1-16,-5 2-1 16,-4 6 0-16,-7 4 0 15,-5 4-5-15,-8 4-22 16,-11 1-38-16,-1 0-91 15</inkml:trace>
  <inkml:trace contextRef="#ctx0" brushRef="#br0" timeOffset="23393.93">18314 11319 86 0,'1'-1'17'16,"0"-1"18"-16,0 0 5 0,-1 0-3 15,1 2-20-15,-1-2-10 0,0 1-6 16,0 1 0-16,0 0-1 15,0 0-1-15,0 0 2 16,0 0-2-16,0 0-2 16,0 3 3-16,0 3-1 15,0 2 2-15,0 2-1 0,0 3 1 16,0 0-1-16,0-2 0 16,0 3 1-16,0 0-1 15,0 2 0-15,0 0 0 16,0 1 1-16,0 1-1 15,0 1 0-15,0 2 1 0,0-3-1 16,1 0 1-16,3 3-1 16,-2-4 1-16,1 0-1 15,3-2 1-15,1-3 0 16,0-1 1-16,1-1-1 0,1-3 0 16,-2-1 0-1,2-5-1-15,-3-1 1 0,3 0 1 16,-2 0 6-16,1-3 1 15,2-4 1-15,2-1-4 16,-3-2-1-16,3 0-4 16,1-1 0-16,0 2-1 0,0-2 0 15,0 1 0-15,0 1 0 16,-3 1 0-16,0-2 1 16,-2 1-1-16,1-1 0 15,-4 2 1-15,-1-4 1 16,0 0-2-16,-2-1 0 0,-2-2 1 15,0 0-1-15,0-2 1 16,0 1-1-16,-4-1-1 16,-1 0 1-16,-1-1 1 15,-1 4 1-15,0-1-1 16,0 1 0-16,0 0 0 0,-1 4 1 16,1 0-1-16,0 3-2 15,1 0 1-15,-1 1 1 16,-1 3-2-16,2 2 0 15,-1 1 0-15,0 0-2 16,-2 0-4-16,1 1 4 0,-2 5 2 16,-1 4 0-16,3 1 1 15,-3 2-1-15,1 1 1 16,0 2 0-16,4-2 0 16,1-1 0-16,1 1 1 15,3-4-1-15,1 3 0 0,0-5 0 16,0-1 1-16,0-1-1 15,1-1 1-15,5-3-1 16,-3 0 1-16,3-2 0 16,2 0 11-16,0 0 0 15,0-2 1-15,3-3-5 0,-1 0-6 16,-1 0-2-16,-1 1 0 16,-1-1-1-16,2 1-8 15,-3-2-24-15,0 1-32 16,-2-3-67-16</inkml:trace>
  <inkml:trace contextRef="#ctx0" brushRef="#br0" timeOffset="23829.06">18696 11141 183 0,'2'0'2'0,"-1"0"1"0,2 0 5 16,-1 0 14-16,2 0-6 0,-2 0-9 15,0 0 0-15,0 0-4 16,-1 3 0-16,1 6 0 15,-1 2-1-15,-1 3 0 16,0 1-1-16,0 2-1 16,-1 1 0-16,-4-4-26 0,-6-2-71 15</inkml:trace>
  <inkml:trace contextRef="#ctx0" brushRef="#br0" timeOffset="24283.97">18052 11117 210 0,'0'0'19'0,"0"0"-12"0,0 0 22 0,0 0-23 16,0 0 0-16,0 0-2 15,0 0-2-15,0 0-2 16,0 0-1-16,0 0 0 0,-27 30 1 16,27-10 0-16,0 1 1 15,0 3-1-15,0 3 0 16,0-1-3-16,0-2-42 15,-1-7-114-15</inkml:trace>
  <inkml:trace contextRef="#ctx0" brushRef="#br0" timeOffset="26692.12">19000 11580 59 0,'0'0'27'0,"0"0"-7"0,0 0-5 15,0 0 3-15,0 0-6 16,0 0-10-16,0 2-3 15,0-1 0-15,0-1 1 0,0 3 0 16,0-3 0-16,0 4 0 16,0-3 0-16,3 1 2 15,0-1 6-15,2 2 3 16,1 0 3-16,-2-1-1 16,4 0-4-16,-2 1-7 0,2 0 0 15,0 1 0-15,1-2 0 16,0-1 1-16,1 1 3 15,-1-1 1-15,2-1 0 16,3 0-3-16,-2 0 0 16,2 0-3-16,0-1 0 0,2-4 0 15,-1 0-1-15,1-2-1 16,-1-2 2-16,1-1-2 16,-1 0 2-16,1-2-1 15,0-3 1-15,1 1 1 16,0-4 6-16,3-2-1 0,-1 1 0 15,3-2-2-15,-3 0 0 16,0-4 4-16,2 1 2 16,-1 0-5-16,-2-3 0 15,2 0-3-15,0 0 0 16,-3 2-1-16,0-1-2 16,-4 2 0-16,1 0 1 0,-3-2 0 15,0 4 2-15,0-2-3 16,-4 1 1-16,2-1 3 15,-1 1-3-15,0-3 1 16,2 5-1-16,-5-3 1 16,3 1-2-16,-2 3 1 15,-2 3-1-15,0 3 0 0,-1 1 0 16,-1 3 0-16,-1 2 0 16,-1 3 0-16,1 1 2 15,-1 1-5-15,0 2-2 16,0 1 4-16,0 0-4 0,0 0-12 15,-4 4-7-15,-2 3 4 16,-1 2-18-16,-3-2-41 16,1 0-54-16</inkml:trace>
  <inkml:trace contextRef="#ctx0" brushRef="#br0" timeOffset="27475.62">19511 10883 95 0,'0'0'12'0,"0"0"0"0,0 0-2 0,0 0-4 16,0 0 0-16,0 0 2 16,0 0 4-16,0 0 12 15,0 0-6-15,0 0-11 0,0 0-4 16,0 0 0-16,-14-7-1 16,14 7-1-16,0 0-2 15,0 0 0-15,0 0 1 16,0 0 0-16,0 0 0 15,0 0-1-15,4 0 0 0,0 0 1 16,2 0 2-16,1 0-2 16,1 0 5-16,2 0 0 15,2 0 3-15,-2 0-1 16,3 0 0-16,1 0-2 16,-2-3-2-16,2-1-1 0,-1 1 0 15,-2-1-1-15,-2-1-1 16,-2 1 2-16,-1 1-2 15,0-1 1-15,-2 1 3 16,-1 0-1-16,2 1 1 16,-5 0-2-16,2 1-1 0,1-1 0 15,-2 2-1-15,0 0 0 16,0 0 0-16,2 0 0 16,-1 0 0-16,-2 0-1 15,1 0 1-15,0 0-1 16,1 0 2-16,-1 0-1 15,0 0 0-15,1 2 0 0,0 1 1 16,2 1-1-16,-2 0 1 16,2 0-1-16,1 3 1 15,-2-2 0-15,0 0-1 16,1 1 0-16,0-3 1 16,0 1 3-16,-3 2 1 0,3-3 0 15,0 1 1-15,-2-1-2 16,0 1 1-16,-1 0-1 15,0 2-1-15,0 1-2 16,1 0 0-16,1 6-1 0,3 1 1 16,-1 3-1-16,3 2 0 15,-1 2-10-15,0-1-53 16,-5-5-120-16</inkml:trace>
  <inkml:trace contextRef="#ctx0" brushRef="#br0" timeOffset="35880.71">20911 9240 78 0,'0'0'10'0,"0"0"10"0,0 0 4 0,0 0 5 0,0 0-10 16,0 0-3-16,0 0-3 16,0 0-1-16,0 0-2 15,0 0 2-15,0 0-6 16,-20-26-5-16,20 23-1 0,3-1 3 15,3 2-1-15,-2 0-2 16,3-1 1-16,-4-1-1 16,3 1 1-16,2 0-2 15,2 0 1-15,-1-1-1 16,5 2 1-16,-1 0 2 0,3 0-2 16,1 2 0-16,-3 0 1 15,-1 0-1-15,3 0 0 16,-3 0-1-16,-2 4 1 15,2 2 0-15,1 0 0 16,0 2 0-16,-1 2 0 16,-1 0 0-16,-1 3-1 0,-1 0 0 15,-3 1 0-15,1 0-1 16,-1 1 1-16,-1 1 0 16,-1 0 1-16,3 1 0 15,-5 0-1-15,2 3 1 16,-2 3-1-16,-3 0 1 15,0 2 0-15,0 0-3 0,0 1 2 16,-2 1 2-16,-3 3-4 16,1-3 5-16,-2 3-1 15,5 1 1-15,0 2-1 0,1 2 0 16,0-1 0-16,1 2 0 16,7-3 1-16,2-1-2 15,-1-3 1-15,5-1 1 16,-1-5 0-16,3-1 4 15,1-1-3-15,-1-2 1 0,0 0-1 16,0-4-1-16,-3 0-1 16,0-3 1-16,-2-3-1 15,-4-1-1-15,0-2 0 16,-2-2 0-16,-2-1 0 16,0 1 0-16,-3-1-2 15,0 4-4-15,0 0 2 0,-3 1 4 16,-3 3 0-16,-3 2-1 15,2 2 1-15,-3 1 0 16,0 5-1-16,1 0 1 16,-2 2 0-16,0 0-1 0,0 1 1 15,2 2 0-15,-3-1 0 16,4 2 0-16,1 3 0 16,1 0 0-16,1 1 1 15,4 3-1-15,1 2 0 16,0-1 0-16,0 2 1 15,0 1-1-15,4-1 1 0,4 3-1 16,-1 0 1-16,1 0 0 16,-1 2-1-16,1 2 0 15,-1-1 0-15,-1-2 0 16,0 2 0-16,1-1 1 16,-1 0-2-16,1-1 2 15,-2 1-1-15,3 1 0 0,-4 1 1 16,-1 1-1-16,0-1 3 15,-3 1-2-15,0-1 0 16,0 1 0-16,0-4-1 16,-3 2 0-16,-4-2 1 0,-1-3 0 15,-2 1 2-15,2-3-1 16,-5-1 2-16,2-4-3 16,-3-1 1-16,3-3-1 15,-1-2-1-15,-1-2 2 16,0-2 0-16,1-1 0 0,-1-3 4 15,-1-1 2-15,1-2-1 16,-3 2-3-16,-1-3-3 16,-1-1 1-16,0 1-2 15,-4-2 3-15,-1-1-3 16,1-2 1-16,-3 0-1 0,0-3 0 16,-2-3-7-16,-2-2-27 15,-2 0-74-15</inkml:trace>
  <inkml:trace contextRef="#ctx0" brushRef="#br0" timeOffset="40050.73">21850 9555 75 0,'0'0'8'0,"0"0"-3"0,0 1-5 15,0 0-5-15,0 0-16 16,0 2-18-16</inkml:trace>
  <inkml:trace contextRef="#ctx0" brushRef="#br0" timeOffset="40642.4">21850 9555 0 0,'-24'30'7'15,"24"-32"-5"-15,2-2 15 16,-2 1 17-16,2 1 0 16,0-1-12-16,-2 0-3 0,0 0-6 15,0 3-9-15,0-1-2 16,0-1 3-16,0 2 11 15,0 0 5-15,0 0-4 16,0 0-3-16,0 0-1 16,0 0-5-16,0 0-5 0,0 0-3 15,-5 2 1-15,2 5-1 16,-2 1 0-16,0 2 1 16,2 0-1-16,0 1 0 15,2-2 0-15,1 1 0 16,0-2 0-16,0 2 1 15,0-3-1-15,3 2 2 0,4-1-2 16,0 0 0-16,3-1 2 16,-2 1-1-16,3-2 1 15,0-1 1-15,1-3-3 16,2 1 1-16,-3-3 2 16,3 0 0-16,-4 0 0 0,2-5 1 15,0-3 8-15,-2-2-4 16,2 2 0-16,-5-4-3 15,-1 1-3-15,-3-2 0 16,-2 0-1-16,-1 0 0 16,0-1-1-16,-2 0 0 0,-6 4 0 15,-4 0 3-15,1 3 0 16,-4 5-4-16,-2 2-3 16,-2 0-4-16,-3 2-18 15,1 8-13-15,-1 3-24 16,6-3-19-16</inkml:trace>
  <inkml:trace contextRef="#ctx0" brushRef="#br0" timeOffset="41069.58">22110 9568 134 0,'0'0'3'0,"0"0"11"0,0 0 1 0,0 0-6 0,0 0 4 15,0 0 0-15,0 0-9 16,0 0-7-16,0 0 4 16,0 0 10-16,0 0-2 15,12 33-3-15,-7-17 1 16,-3 4-3-16,-1 0 0 0,0 2 0 16,-1 2-3-16,1 1 3 15,-1-3-2-15,1 0 0 16,2 0 0-16,2-4 1 15,-1-1-1-15,2-3-1 16,-3-1-2-16,2-3-10 0,-1-3-21 16,-4-7-41-16</inkml:trace>
  <inkml:trace contextRef="#ctx0" brushRef="#br0" timeOffset="41440.87">22159 9619 127 0,'0'0'44'15,"0"0"-38"-15,0 0 19 0,0 0-9 16,9-40-10-16,-3 36-7 16,1 0 1-16,2 1 0 15,-2 0 1-15,2 0-2 16,0 3 2-16,2 0-1 15,0 0 1-15,1 0-1 0,0 2 0 16,-3 3 1-16,1 1 0 16,-1 1-1-16,-1-1 0 15,-2 1 0-15,-2 1 1 16,-1 0-1-16,-3 0 0 16,0 1 0-16,-7 0-2 15,-5 1 5-15,-5-1 0 0,-1-2 1 16,-1 2-1-16,1-1-2 15,0-2 1-15,3-2-1 16,1 0-8-16,5-4-20 16,2 0-50-16</inkml:trace>
  <inkml:trace contextRef="#ctx0" brushRef="#br0" timeOffset="41760.82">22404 9397 175 0,'0'0'9'0,"0"0"21"0,0 0-8 0,0 0-13 15,0 0-4-15,0 0-6 16,0 0-1-16,0 0 3 15,0 0-2-15,-10 56 1 16,7-31 1-16,2 2 0 16,0-1 0-16,1-2-1 0,0-3 1 15,0-2 1-15,0-1-1 16,0-2 1-16,3-2-1 16,0 0-2-16,-1-4-18 15,0-3-41-15,-2-5-36 16</inkml:trace>
  <inkml:trace contextRef="#ctx0" brushRef="#br0" timeOffset="42165.75">22330 9579 76 0,'0'0'106'0,"0"0"-102"16,0 0 3-16,0 0-4 15,0 0 0-15,42-15-1 16,-26 12 3-16,3-2 6 0,0 0 1 16,2-1 0-16,0 1 5 15,2 2 2-15,-2-2-7 16,1 1-9-16,-4 1 0 16,-1 2-1-16,-4-1-2 15,-2 2 0-15,-4 0 0 16,-1 0 0-16,-3 2 0 0,-2 5-2 15,0 0 2-15,-1 0-3 16,0 6 3-16,0-2 1 16,-3 1 0-16,0 0 0 15,-2 0 1-15,2-2-1 16,3 0-1-16,0-2 3 0,0-1-1 16,0-1-1-16,8-2 0 15,0 0 0-15,4-1 0 16,0-3-3-16,4 0-23 15,-3 0-24-15,0-7-85 16</inkml:trace>
  <inkml:trace contextRef="#ctx0" brushRef="#br0" timeOffset="42308.14">22661 9437 238 0,'0'0'6'16,"0"0"20"-16,0 0-15 15,0 0-11-15,0 0-10 16,0 0-62-16,0 0-68 16</inkml:trace>
  <inkml:trace contextRef="#ctx0" brushRef="#br0" timeOffset="43225.68">22797 9560 214 0,'0'0'-8'0,"0"0"13"16,0 0 2-16,0 0 0 0,0 0-3 15,0 0 9-15,0 0 12 16,0 0-10-16,24-38-6 15,-18 36-3-15,1 0-4 16,1 2-2-16,1 0 0 16,0 0 0-16,1 6-1 15,0 1 1-15,-3 1-1 0,3 0 1 16,0 2 0-16,-3-2 0 16,-1 2 0-16,0-3-3 15,-2 1-1-15,-3 0-2 16,0-3 3-16,1-2 0 15,-2-1 1-15,0-2 1 0,0 0 1 16,0 0 1-16,0 0 4 16,-3 0-3-16,0-5-2 15,1-3-1-15,-1 1-1 16,1-2-1-16,2 1 1 0,0-1 2 16,0 2 0-16,1-3 0 15,5 5 0-15,2-1 1 16,-2 0 0-16,4 3 0 15,1 0 1-15,0 2 0 16,5 1-2-16,-3 0 0 0,0 0 1 16,1 1-1-16,-1 6 0 15,1 2 1-15,-5-2-1 16,0 6 0-16,-2-3 0 16,-1 1 1-16,-3-1-1 15,-2 0-1-15,-1-1-1 16,0-1-2-16,0-2 1 0,-4-2-2 15,-2 0 5-15,-1-1-1 16,0-3 3-16,1 0-1 16,1 0-1-16,1 0 0 15,2 0 2-15,2-4-2 16,0-3-5-16,0-2 6 0,0 1-2 16,8-2-1-16,-3 1 1 15,4 1-1-15,1 1 2 16,0 0-2-16,-1 1-1 15,0 3 0-15,-1-1 2 16,1 0 1-16,-4 2-1 0,1 2 2 16,1 0-2-16,0 0 2 15,-2 0-2-15,0 0 1 16,0 2 1-16,-1 3 0 16,-1 1 4-16,0-2 1 15,-1 3 1-15,0 0-2 0,0-1 1 16,-1 2-1-16,1 1-1 15,0 0-3-15,0 0 1 16,2 0-2-16,-4 1 0 16,2 0 0-16,-2-2-11 15,1 1-3-15,-1-2-11 0,1-3-47 16,0-4-46-16</inkml:trace>
  <inkml:trace contextRef="#ctx0" brushRef="#br0" timeOffset="43446.89">23270 9569 103 0,'0'0'183'0,"0"0"-174"0,0 0-1 16,0 0-8-16,0 0 0 15,0 0-2-15,0 0 0 0,0 0 1 16,0 0 1-16,0 0 1 15,11 48-1-15,-11-35-6 16,0-3-10-16,0 0-17 16,0-3-37-16,0-4-43 15</inkml:trace>
  <inkml:trace contextRef="#ctx0" brushRef="#br0" timeOffset="43604.78">23268 9443 275 0,'0'0'7'0,"0"0"1"16,-17-40 0-16,14 34-4 15,3 4-4-15,0 0-26 16,0 2-62-16,0 0-88 16</inkml:trace>
  <inkml:trace contextRef="#ctx0" brushRef="#br0" timeOffset="44103.13">23401 9511 226 0,'0'0'62'0,"0"0"-60"15,0 0 1-15,0 0 1 16,0 0 0-16,0 0-3 0,38-24-1 15,-28 22 0-15,-2 1 0 16,-1 1 0-16,1 0 0 16,0 1-1-16,-2 4-1 15,-3 5 2-15,-1 1-2 16,-2 0-5-16,0 2-4 0,0-1 4 16,-4 1 2-16,1-2 3 15,-3-3 1-15,5 2 2 16,0-3 0-16,1 0 0 15,0 0 1-15,1-1 3 16,6 0 0-16,1 2 0 0,2 1-3 16,2-1 1-16,0 2-3 15,-1 0 0-15,1 2 1 16,-1-1-1-16,-2 0 0 16,0 1 1-16,-4-1-1 15,-3-2 0-15,-2 0 1 16,0-1-2-16,-7-1-1 0,-5-2 1 15,-3 0-1-15,-2-1 5 16,-1 0-1-16,-1-1 0 16,-3 1-2-16,4-2-3 15,-2-1-15-15,5-1-17 16,2 0-30-16,5-3-34 0</inkml:trace>
  <inkml:trace contextRef="#ctx0" brushRef="#br0" timeOffset="44608.75">23781 9532 112 0,'0'0'56'0,"0"0"-41"0,0 0 17 15,0 0-16-15,0 0-10 16,0 0-6-16,0 0 0 16,-42-27 2-16,29 27 0 15,-1 3 0-15,1 4-1 16,0 2 3-16,3 2-3 0,0-1 0 16,2 1 1-16,4-2-1 15,3 0 0-15,1-2-1 16,0-3-2-16,3-1 4 15,6-2 0-15,-1-1 1 16,3 0 2-16,2-1 0 0,0-5 3 16,0-1-4-16,0 0-1 15,-2 0 2-15,1 0 0 16,-3-2 2-16,-1 6-2 16,-1-1 0-16,1 1 3 15,-2 3-3-15,1 0-4 0,3 0-1 16,-2 0 0-16,0 3 1 15,1 1-1-15,0 3 0 16,0 0 0-16,-4-1 0 16,1 0-2-16,-1-2-5 15,-1 2-8-15,-1-2-7 0,1-1-2 16,-1-3-33-16,0 0-31 16</inkml:trace>
  <inkml:trace contextRef="#ctx0" brushRef="#br0" timeOffset="44899.64">23947 9342 202 0,'0'0'3'0,"0"0"13"0,0 0-1 0,0 0-9 0,9-38-4 15,-7 36 1-15,0 2 0 16,-1 0-3-16,2 2-1 15,0 8 1-15,-1 2-1 16,0 5 2-16,1 3 0 16,-1 3 0-16,2 1 0 0,-4-1 0 15,1 0 0-15,1-1 0 16,-1-6 0-16,0 1 0 16,-1-3-2-16,0-2-5 15,0-4-13-15,0-2-19 16,0-2-17-16,0-4-14 0</inkml:trace>
  <inkml:trace contextRef="#ctx0" brushRef="#br0" timeOffset="45269.46">23889 9455 182 0,'0'0'1'0,"0"0"7"15,0 0-6-15,0 0 0 16,0 0-1-16,41-15 1 0,-24 13 0 16,-2-2 6-16,5 1 3 15,-1-2 4-15,2 1 0 16,-4-1-5-16,-2 1-3 16,1 1-1-16,-5 3-2 15,-1 0-3-15,-3 0 0 0,-2 0-1 16,-2 0 0-16,-1 6-1 15,-1 2 1-15,0 1 0 16,-1 1 1-16,1 2 0 16,-1-1-1-16,1 1 1 15,3-3-1-15,-2 1 1 0,-1-2-1 16,1-1 0-16,2-1 1 16,0 0-1-16,1-2-1 15,2-4-9-15,0 0-22 16,-1 0-50-16</inkml:trace>
  <inkml:trace contextRef="#ctx0" brushRef="#br0" timeOffset="45418.35">24114 9271 272 0,'0'0'5'0,"0"0"2"16,0 0-6-16,0 0-7 15,0 0-89-15,0 0-38 16</inkml:trace>
  <inkml:trace contextRef="#ctx0" brushRef="#br0" timeOffset="45860.66">24300 9410 139 0,'0'0'3'0,"0"0"32"16,0 0-1-16,0 0-23 16,0 0-6-16,0 0-3 15,0 0 1-15,0 0 0 0,-38 10-3 16,32-1 2-16,3 1 1 15,2 0-1-15,1 1-1 16,0-3 0-16,0 0-3 16,8-1 3-16,0-2 4 15,0-3-3-15,4-2 1 0,-1 0 0 16,2 0 0-16,-1 0 2 16,-3-5 0-16,1-2 2 15,-2-2 2-15,-3 0 7 16,-3-4-2-16,0 0-4 0,-2 1-2 15,0 0-5-15,-1 2-2 16,-5 2-3-16,-4 3 0 16,-2 1-1-16,-1 4-9 15,-1 0-7-15,1 4 3 16,4 4-16-16,-2 0-52 0,8-1-83 16</inkml:trace>
  <inkml:trace contextRef="#ctx0" brushRef="#br0" timeOffset="46351.15">24421 9397 235 0,'0'0'3'0,"0"0"6"0,0 0-1 0,0 0-1 16,0 0-4-16,0 0-1 0,0 0-2 15,0 0-1-15,0 0 1 16,26-2 0-16,-23 14 0 16,-1 0 0-16,2 0 1 15,0 1-1-15,-2-2 1 16,0-2-1-16,0-2 0 0,0 0 0 16,0-4 1-16,-2-1-1 15,0-1 0-15,0-1-1 16,0 0 0-16,0 0 6 15,0-1 1-15,-2-4-5 16,0-2 0-16,-1-1 0 0,3-2-1 16,0-3 1-16,0 3 1 15,0-3-1-15,8 3 0 16,0-2 1-16,2 4 0 16,0 0 0-16,3 4-1 15,0 1-1-15,5 1 0 16,-2 2-1-16,0 0 1 0,0 2 0 15,-1 5 0-15,-4 1 0 16,0 1 1-16,-5 2-1 16,-1 2 0-16,-3-1-9 15,-2 0-17-15,0-1-16 0,-6-3-21 16,-1-4-26-16</inkml:trace>
  <inkml:trace contextRef="#ctx0" brushRef="#br0" timeOffset="46571.32">24633 9175 245 0,'0'0'2'0,"0"0"0"0,0 0-3 16,0 0 1-16,0 0-7 16,0 0-54-16,11 43-58 15</inkml:trace>
  <inkml:trace contextRef="#ctx0" brushRef="#br0" timeOffset="47069.5">21975 9181 267 0,'0'0'-1'0,"0"0"3"0,0 0-6 0,0 0 1 16,0 0 6-16,0 0-5 0,0 0-38 16,0 0-46-16</inkml:trace>
  <inkml:trace contextRef="#ctx0" brushRef="#br0" timeOffset="49156.45">22517 9217 144 0,'0'0'2'0,"0"0"12"0,0 0-2 0,0 0-4 16,0 0-5-16,0 0-1 16,0 0-1-16,0 0 1 0,-14-41-2 15,7 35 2-15,-4 0-1 16,1 2 6-16,0-3 0 16,-1 0 2-16,-1 0 2 15,-1 0-5-15,0-3 0 16,-3 3-4-16,0-2-1 0,-4 2-1 15,2 0 1-15,-2-3-1 16,-1 4 0-16,4 1 1 16,-5 2-1-16,4 0 0 15,-4 3-1-15,-3 0 2 16,2 0-2-16,-4 3 0 0,1 4 1 16,-1 0-1-16,1 3 1 15,-2-1-1-15,1 1 1 16,1 1 1-16,-1 0-1 15,1 3 0-15,3 2 0 16,-1 1-1-16,1 3 1 16,0 1 0-16,2 5 1 0,-2-1-3 15,0 2-3-15,2 0 4 16,2-1 1-16,0-2 0 16,4 0-2-16,3 0 4 15,4-1-2-15,1 1 1 16,2-1 1-16,3 1-1 0,-1 0-1 15,0 2 1-15,0-2-1 16,2 0 1-16,1-1-1 16,0 1 0-16,0 3 1 15,0 0 2-15,7 0 0 16,0 3-3-16,4 1 1 0,3 0 1 16,-1-2-2-16,5 0 0 15,-1-2 1-15,3-2-2 16,1-3 1-16,3 0 1 15,3-1 6-15,2-3 2 16,4 1-4-16,-3-2-2 0,4 1 0 16,0-2-2-16,0-2 0 15,0-1-1-15,-2 0 1 16,1-3 0-16,1-3-1 16,1 0 1-16,1 1 0 15,1-1 1-15,-1-4 0 0,1 3-1 16,0-3 1-16,1 1-2 15,0 0 1-15,3 1-1 16,0-1 0-16,2-1 0 16,2 1 0-16,-1 0 0 15,0 1 0-15,1-3 0 0,1 1 0 16,0-3 0-16,0 0 1 16,2 0-1-16,0 0 1 15,0 0 1-15,-2 0 0 16,2 0 0-16,-2 0-1 15,0-3 0-15,4-1 3 0,1 0 2 16,-1-3 3-16,3 2-1 16,2-2 0-16,0 3-3 15,0 0-4-15,0 0 0 16,0-1-1-16,-1 2 0 16,-4-1 0-16,-4-1 0 15,-2-1-1-15,-1-1 1 0,-3-2 1 16,0 1-1-16,2-2 0 15,0-2 3-15,0 1-1 16,1 1-1-16,-3-1-1 16,-1 1 0-16,-2 0 0 0,-4 0 0 15,-3-1-2-15,-1-1 2 16,0-2 0-16,-2 3 0 16,-1-4 0-16,2 1 0 15,-3 0 1-15,-2 0-1 16,-2 0 0-16,0-3 0 15,-3 0 0-15,-3-2 0 0,-1-1 1 16,-1 0-1-16,-3-2 0 16,0 0 2-16,-3-2-1 15,0 2 1-15,-3-3 0 16,2 4 1-16,-2-2 1 16,-2 1 0-16,0 0-1 0,0 1 0 15,0 1 0-15,0 2-2 16,0-1 0-16,-1 2-1 15,0 0-1-15,0 0-2 16,-1-4-5-16,0 5-3 16,0-4 0-16,0 0 1 0,-5-1 2 15,-5 1 7-15,-1 2 1 16,-1-2-2-16,-4 1 3 16,1 2-1-16,-2 2 3 15,-4 0-2-15,0 1 3 16,-5 4-4-16,-1 0 2 0,-2-1-2 15,-2 2-1-15,-1 1 3 16,-2 0-1-16,-3 0 0 16,-1 1 0-16,-3 0-1 15,-1 3-1-15,-5-2 1 16,0 2-3-16,-3 1 1 0,-2-1-3 16,-1 2 4-16,-2-1-3 15,-1 1 1-15,0 0 3 16,-1 1 2-16,0 0-2 15,-3 0 0-15,0 1 1 16,1 0-2-16,-4 0 2 16,3 0-1-16,-4 0-1 0,3 0 2 15,-1 1-1-15,-1 4 1 16,0 0-1-16,-1 1-1 16,1 0 1-16,-6 3-1 15,-1 1-9-15,1 2-10 0,0 1-7 16,1-4-20-16,6 1-41 15</inkml:trace>
  <inkml:trace contextRef="#ctx0" brushRef="#br0" timeOffset="49669.62">22488 8974 147 0,'3'2'61'0,"0"-2"-58"0,-1 0-4 16,1 1 1-16,0 5 0 15,0-1 0-15,1 0-4 16,-3 0-1-16,1 1 0 15,0-2 4-15,0 1 1 16,-1-1 1-16,2-3 1 0,0-1 0 16,2 0 8-16,3 0 14 15,1-1 4-15,7-11-11 16,2 0-5-16,6-7-2 16,3-2-4-16,2-5-2 15,3-1-2-15,5-4 1 0,5-3-2 16,6-4 0-16,4-5-4 15,4-5-35-15,-1-8-109 16</inkml:trace>
  <inkml:trace contextRef="#ctx0" brushRef="#br0" timeOffset="53447.42">1413 12364 17 0,'2'-2'6'0,"0"1"4"0,0 1 2 0,0-1-5 0,-2-2-1 15,3 3 2-15,-1-2 1 16,-2 1 1-16,0-1 0 16,0 0-4-16,0-1-1 15,0 0 0-15,0 2 1 16,0-2 4-16,0 2-2 0,-2-1-4 16,-1 2-2-16,3-1-2 15,0 1 0-15,-2 0-1 16,2 0 1-16,0 0 0 15,0 0 0-15,-2 1 0 16,2 5 0-16,0 1 0 0,0 3 0 16,-2 2 0-16,2 3-1 15,0 5 3-15,-2 5-1 16,2 2 2-16,-2 3-3 16,2 6 1-16,0-1-1 15,0 2 1-15,0-1-1 0,0-1 0 16,0-1 1-16,0-1-1 15,0-1 1-15,-4-2-1 16,3-4 0-16,1-2 0 16,-2-4 1-16,0-1-1 15,0-5 1-15,2-3-1 0,-2-2 0 16,2-4 1-16,0 0 1 16,0-2 1-16,0-2-2 15,0 0 0-15,0 1 0 16,0-2 0-16,0 0-1 15,2 0 0-15,2 0 1 16,3 0 2-16,1 0-3 0,2 0 1 16,-1-2-1-16,-1 0 0 15,3 1 1-15,1 1-1 16,-1 0 1-16,3 0 1 16,-1 0 1-16,-2 0-1 0,3 0-1 15,-1 0 0-15,0 0-1 16,0 0 0-16,1 2 0 15,-3-1 1-15,0 1-1 16,1 0 0-16,-4-1 0 16,-3-1-33-16,-1 0-86 15</inkml:trace>
  <inkml:trace contextRef="#ctx0" brushRef="#br0" timeOffset="54424.25">1855 12347 83 0,'0'0'7'0,"0"0"4"0,0 0-2 16,0 0-3-16,0 0-2 0,0 0-4 16,0 0 0-16,0 0-1 15,0 0-1-15,0 0 2 16,0 0 3-16,0 0 0 15,0 44-1-15,2-24-2 16,1 4 1-16,0 0 0 0,1 1-1 16,-2 0 1-16,2 1-1 15,-2-1 1-15,1 1 0 16,-1 0 1-16,-2-2-1 16,2 1 0-16,-2-2-1 15,0 0 0-15,0-4 0 16,0-1 1-16,0-3-1 0,-2-1 0 15,-3-4 1-15,3-1-1 16,0-3 1-16,2-1 1 16,-2-1-1-16,0-2-1 15,2-2 1-15,0 1 0 16,0-1 1-16,0 0-2 0,0 2 1 16,0-2-2-16,0 2 2 15,0-1-1-15,0 0 0 16,0 3 0-16,0-1 0 15,2-1 0-15,0 0 1 16,0 1-1-16,0 0 1 0,1 1-1 16,-1-2 0-16,2-1-1 15,-2 2 1-15,4-2 0 16,-2-1 2-16,2 2 0 16,1-2-1-16,0 1-1 15,2-1 1-15,0 0-1 0,0 3 0 16,2-3 1-16,0 0 0 15,-2 1 3-15,3 1 3 16,0-2-4-16,-3 1 3 16,3-1-2-16,-1 2-2 15,-1-2 0-15,-2 0 1 0,1 0 4 16,-1 0 4-16,-1 0-1 16,0 0 2-16,0 0-8 15,-1 0-2-15,-3 0-2 16,5 0 1-16,-2 0-1 15,4 0-3-15,-1-3-30 0,-1-4-35 16</inkml:trace>
  <inkml:trace contextRef="#ctx0" brushRef="#br0" timeOffset="55101.33">2331 12336 14 0,'0'0'61'0,"0"0"-36"0,0 0 1 0,0 0 1 16,0 0 5-16,0 0-7 16,0 0-10-16,0 0-8 15,0 0-3-15,0 0-2 16,0 0-1-16,0 0-3 15,0 0-3-15,0 0 4 0,0-14 1 16,3 25 0-16,1 6 1 16,0 2 2-16,-1 3-3 15,3 4 1-15,-1 1-1 16,-3 1-1-16,3 1 0 0,-3-1 2 16,0 0-1-16,-2-3 1 15,0-1-2-15,0-2 2 16,0-2-1-16,0-1 1 15,0-2-1-15,0-1 2 16,0-2-1-16,0-4-1 0,0-2 1 16,0 1 0-16,0 0-2 15,0-4-5-15,0-1-46 16,0-4-18-16</inkml:trace>
  <inkml:trace contextRef="#ctx0" brushRef="#br0" timeOffset="56102.94">2340 12383 57 0,'0'0'9'0,"0"0"10"0,0 0-7 0,0 0-1 16,0 0-5-16,0 0-1 16,0 0-2-16,38-16 3 15,-30 22 2-15,0 4-4 0,1 1 1 16,-1 3-3-16,2 2-1 16,-1 1 1-16,-1 3-2 15,2-2 1-15,-1 3-1 16,0-2 1-16,-1 2-1 15,0-1-1-15,0-1 1 0,-3-2 0 16,1-2-1-16,-2-3 2 16,0-2 0-16,0-3-1 15,0-1 0-15,-2-2 1 16,1-3 0-16,-2-1 2 16,2 0-2-16,-1 0 0 15,-2 0 5-15,0-3 12 0,0-5-10 16,2-2-6-16,0-3 1 15,-2-1 1-15,2-3 2 16,2 1-1-16,0-1-3 16,0-3-1-16,-2 1-1 15,5-2 1-15,-1 3-1 16,2-2-1-16,-2 2 2 0,1-1-1 16,1 2-1-16,-1 1 1 15,0-2 0-15,2 3 0 16,-3-1 0-16,3-1-1 15,1 0 2-15,-4 1-2 0,3-1 0 16,1 1 1-16,-2 1-1 16,-1 2 0-16,-3 0 0 15,1 5 0-15,0 1 1 16,-3 1 1-16,-2 5-1 0,2-1 1 16,-2 1 1-16,0 1 2 15,0 0 4-15,0 0-7 16,0 0-4-16,2 0 0 15,-2 4 2-15,2 5 1 16,-1 2 0-16,1 3 0 16,0 3 0-16,0 2 0 0,2 2 0 15,-2 2 1-15,-1 2 1 16,3 1-2-16,-2 1-2 16,1 1 5-16,1-2-4 15,-3 1 2-15,3-2 0 16,0 1 0-16,0-2-1 0,-3-1 1 15,3 2-1-15,-2-1 0 16,0 1 0-16,3 1 0 16,-5 1-1-16,0 1-1 15,0 1-12-15,0-3-24 16,0-1-8-16,-11-3-53 16</inkml:trace>
  <inkml:trace contextRef="#ctx0" brushRef="#br0" timeOffset="58529.76">1265 13373 102 0,'-2'0'6'0,"2"0"6"0,0 0 3 0,0 0-11 15,0 0-5-15,0 0 2 16,0 0-1-16,2 0 0 16,5 0-1-16,4-2 1 15,0-1 1-15,3-1 0 16,6 1 0-16,0-1-1 0,5 0 1 15,4 1-1-15,2-3 2 16,0 2-2-16,3 0 0 16,-1-2 0-16,1 2 0 15,1-2 1-15,1-2 0 16,5 1 1-16,1 0 1 16,0 0-2-16,3-1 0 0,-2 3-1 15,2-1 1-15,1-1-1 16,-1-2 1-16,4 1 3 15,-1-1 3-15,2-1 3 16,2 0 0-16,-3 0-1 16,0 2-2-16,-1 1 0 0,-2 1-2 15,1 1-3-15,-2 2 0 16,2 1-2-16,-3 2 1 16,1 0-1-16,-4 0 0 15,0 0 0-15,-2 4 2 16,-1-1-2-16,-3 0 0 15,1-2 1-15,-5 0 0 0,-2-1 5 16,-1 0 3-16,-2 0 1 16,-3 0-3-16,-5 0-4 15,2 0 0-15,-3 0 0 16,-1-1-3-16,-3-3 0 0,3 1 0 16,-3-1 0-16,1-3 1 15,-1 0-1-15,-1-2 0 16,-1 1 1-16,-3-2-1 15,4 0 1-15,-3-5 0 16,0 3-1-16,1-4 1 0,0 0-1 16,1-2 1-16,-4 0-1 15,2-2 0-15,-3-1 1 16,1-1 0-16,-3 0 4 16,-2-2 1-16,-1-1-3 15,1-2 0-15,-2 0-3 16,0-5 0-16,0-1 1 0,0-4-2 15,0-3 1-15,-2-1 0 16,0-3-1-16,1-1 1 16,-1-4-2-16,0 1 2 15,0 1 0-15,-2 1 2 16,-1-1-4-16,1 4 2 0,-4 3 0 16,0 2 0-16,1 4 0 15,-5 0-1-15,2 2 1 16,-1 1 0-16,-3 1-1 15,1 0 0-15,-3 3 1 16,3 2 1-16,-3 1-1 0,-1 3-2 16,0 2 0-16,2 3 1 15,-3 1 0-15,-1 5 2 16,2 1-1-16,0 0 0 16,-3 2 1-16,3-1-2 15,-2 4 1-15,1-2-1 0,2 3 1 16,0-1 0-16,-1 3 0 15,-1-2 0-15,-1 2 0 16,0 0 0-16,-1 1-2 16,-1-1 1-16,0 1 2 15,0 0-1-15,-4 0 0 0,0 0 1 16,-1 0-1-16,-1 0 1 16,-4 0-1-16,2 0 0 15,-2 0 0-15,0 0 1 16,2 0 0-16,1 0-1 15,-1 1 0-15,2 3 1 0,0-2-1 16,-2 2 0-16,0-1 0 16,-2 3-1-16,0 1 1 15,-1-3 1-15,-1 2-1 16,2-2 0-16,-3 1 0 16,1 0 0-16,0-3 0 15,-1 1 1-15,-2-1-2 0,-4 2 2 16,-1 1-1-16,-3-1 0 15,-1 5 0-15,-4-1-7 16,2 1-14-16,0 0 3 16,2 1 5-16,1 0 1 0,1-1 3 15,1-1 5-15,4 1 1 16,-3-1 4-16,8 1-1 16,1-2 2-16,3 0-2 15,5-1 1-15,2 0-1 16,4-1 2-16,5-2 0 0,-1 1 3 15,5-1-2-15,1-3 0 16,3 3 2-16,0 0-1 16,1 1-1-16,1 0-3 15,1 2 0-15,0 1 1 16,0 2-1-16,-2 1 0 0,1 2 0 16,-1-2 0-16,-1 2 0 15,0 1 0-15,-1 2 0 16,-1-2 0-16,-1 1 1 15,-2 3-1-15,1-3 0 16,1 2 0-16,-2 1 0 16,1 0 0-16,3 1 0 0,-3 1 0 15,0 2 0-15,2-2 0 16,1 4 0-16,-1-1-1 16,0-1 1-16,0 1 0 15,1 2 0-15,1 0 0 16,-1 0 0-16,-1-2 0 0,2 1 1 15,-1-1-2-15,1-1 1 16,-3-1 1-16,2 1-1 16,0 0 0-16,0 0-1 15,3 1 2-15,-3 0-1 16,2 2 0-16,1 0 0 16,0 0 0-16,1 2 0 0,2-2 0 15,-2 0 1-15,0 0-1 16,2-1 0-16,0 1 0 15,0-1 0-15,0 1 0 16,0 1 2-16,0 1-2 16,0 1 0-16,2-3 0 0,2 3 0 15,1-3 0-15,0 2 0 16,1-2 0-16,1 0 0 16,1-1 0-16,4-2 1 15,1-1-1-15,-1-3-1 16,1-1 4-16,1-5-5 0,1 0 4 15,-4-1-1-15,1-1 0 16,-2-2 0-16,-1 0-1 16,1 0 1-16,-6 0-1 15,1-1 0-15,-1 1 0 16,0 0 0-16,-4 0 0 0,2-1 1 16,0-3 0-16,-2 3-1 15,2-2 1-15,2-3-1 16,-2 3 0-16,0-4-1 15,2 3 1-15,-3-1 0 16,3-1 2-16,-2 1-3 0,-2 0 2 16,2 1-1-16,0-3 0 15,0 3 0-15,0-2 0 16,1 1 0-16,2-1 0 16,1-1-2-16,3 0-2 15,2 0 2-15,5-1-14 0,2-9-16 16,2-3-17-16,3-3-13 15</inkml:trace>
  <inkml:trace contextRef="#ctx0" brushRef="#br0" timeOffset="60125.36">1419 12371 50 0,'2'-7'3'0,"-2"3"0"0,0-1 7 0,0 3 3 0,0 1-2 16,0-1-1-16,-2 2-2 15,-2 0-3-15,2 0 1 16,0 0-3-16,-2 0 4 16,4 2-1-16,-1 3-5 0,1 2-1 15,0 2 1-15,0 3-1 16,0 3 1-16,0 0-1 16,0 3 0-16,0 1 1 15,0 4-1-15,0 0 0 16,0 1 1-16,0 0-1 15,0 3 1-15,0-3 0 0,-2-2-1 16,-2 0 2-16,4-1-2 16,-2-1 0-16,-3 0 0 15,4 0 0-15,1 0 0 16,0-1 1-16,-2-1-1 16,2-1 0-16,0-3 0 0,0-1 0 15,3-3 0-15,2 0 0 16,1-2 0-16,-3-2 0 15,1-1 1-15,0 2-1 16,0-2-1-16,1 1 0 16,-3-2-1-16,1 2 1 15,1-3 1-15,-2-1-1 0,3-1 0 16,-1-1 1-16,5 0 0 16,0 0 2-16,2 0 2 15,2-3-3-15,3-3 1 16,-1-1-1-16,4 1-1 15,-3 2 0-15,-1 0 1 0,3 0-1 16,-5 1 2-16,0 1 1 16,-3-1 2-16,1 3-2 15,-3 0-1-15,-2 0-2 16,2 0 0-16,-3 0 0 0,-1 0-2 16,-2 0-22-16,-2 0-54 15</inkml:trace>
  <inkml:trace contextRef="#ctx0" brushRef="#br0" timeOffset="60886.9">1860 12380 70 0,'0'0'6'0,"0"0"17"0,0 0-9 0,0 0-4 15,0 0 2-15,0 0-1 16,0 0-2-16,0 0 1 16,0 0 0-16,0 0-5 15,0 0-3-15,0 0-5 0,-20-16 3 16,24 25 0-16,3 1 0 15,-1 4 1-15,0 4-1 16,0 2 0-16,0 4 0 16,-3-1 0-16,1 1 0 15,-2 2 0-15,0-1 0 0,-2 0 2 16,0 0-4-16,0 2 4 16,0-1-2-16,0-2 0 15,0 0 1-15,0-3-2 16,0 0 1-16,0-6 1 15,0-2-1-15,2-2 0 0,2-2 1 16,0-2-1-16,0 0 0 16,3-3 0-16,-3 2 1 15,2-3-2-15,4-1 2 16,-3 0-1-16,1-1 0 16,1-1 1-16,-1 0 3 15,0 0-2-15,1 0-1 0,-3 0 4 16,4 0 3-16,-4 0 0 15,-1-1-4-15,3-1 0 16,0 1-1-16,-2-2 0 16,3 2 3-16,-2-1-2 0,4-1-2 15,-2 1-1-15,2-1-1 16,3 1 2-16,-1-1-2 16,3-1 0-16,-3 1 0 15,1-4-39-15,-3-4-59 16</inkml:trace>
  <inkml:trace contextRef="#ctx0" brushRef="#br0" timeOffset="61477.61">2320 12362 63 0,'0'0'7'0,"0"0"8"0,0 0 1 0,0 0-2 15,0 0 6-15,0 0 3 16,0 0 2-16,0 0-15 15,0 0-7-15,0 0-3 16,0 0-1-16,0 0-2 0,-5 14 0 16,6 0 4-16,1 4 1 15,3 2-1-15,-1 4-1 16,0 0 2-16,1 3-2 16,-1-1 1-16,-1 4-1 15,1-4 0-15,-2 3-1 16,0-3 1-16,-2-1 1 15,0-5-1-15,0 0 0 0,0-4 2 16,0-3-2-16,0-1 0 16,0-2 1-16,0-1-1 15,0-2 0-15,0-3-12 16,0-3-39-16,0-1-41 0</inkml:trace>
  <inkml:trace contextRef="#ctx0" brushRef="#br0" timeOffset="62502.8">2349 12373 99 0,'0'0'1'0,"0"0"0"0,0 0 0 0,0 0 0 16,0 0 2-16,0 0 0 15,0 0 5-15,39 21 2 16,-33-11-2-16,3 1-4 15,-3 1 1-15,4-1-2 16,-2 2-2-16,1 1 0 0,1-1 0 16,1-2-1-16,-3 1 0 15,4-3 1-15,-3 0-1 16,2-1 1-16,0 0 1 16,-4-3-3-16,0 1 2 15,1-1-1-15,-3-1 0 0,0 0 0 16,-1-3 1-16,-2-1 1 15,0 2 2-15,-2-2 9 16,0 0 14-16,0 0 8 16,0 0-6-16,0 0-17 15,0 0-10-15,0-5-1 0,0-2 0 16,0-1-1-16,0-2-1 16,0 0 1-16,0-3-1 15,0-2 0-15,0 1 1 16,1-2-1-16,3-1 1 15,0 0 0-15,0 1 2 0,1-1-3 16,0 2 2-16,1-3-1 16,3 4 0-16,-2-4 1 15,2 1-1-15,0 0-3 16,0 1-4-16,2-1 3 16,-4 3 2-16,0 0 2 0,1 2 0 15,-2 2 1-15,0 2-1 16,0-1-1-16,-4 5 2 15,1-2-2-15,-1 3 2 16,0 2-1-16,0 0-1 16,-2 1-2-16,0 0-3 0,2 0-7 15,-2 0 3-15,0 4 6 16,2 0 3-16,-2 2 1 16,0 1 1-16,1-1-1 15,0 2 0-15,3-1 1 16,-2 3-2-16,-2-1 1 0,2 0 1 15,0 3-3-15,-2-1 4 16,2 1 0-16,-1 2-2 16,3 3-2-16,-2 0 4 15,2 1-2-15,-1 4 0 16,1-1 0-16,1-1 0 0,-1 4 0 16,-1 0 0-16,-1-2 0 15,0 0-4-15,0 1 4 16,-2-2 1-16,2-1 2 15,-2-1-2-15,2 0 1 16,-2-2-1-16,1-1 1 16,3 0-2-16,-2-2 0 0,0-1 2 15,3-2-2-15,-3 2 1 16,3-2 0-16,-1 1 0 16,-2-2-4-16,0-1-52 15,-1-7-95-15</inkml:trace>
  <inkml:trace contextRef="#ctx0" brushRef="#br0" timeOffset="63101.7">2090 12810 53 0,'11'0'8'0,"3"0"20"0,-1 0-15 0,3-1-3 0,-3 0-2 16,1 0-4-16,-3 0-3 16,0 0 0-16,0 1-1 15,-2 0 0-15,-2 0-1 0,-1 0-15 16,-4 0-54-16</inkml:trace>
  <inkml:trace contextRef="#ctx0" brushRef="#br0" timeOffset="63470.9">2186 12826 41 0,'0'0'9'16,"0"0"4"-16,0 0-2 15,0 0-6-15,0 0-1 16,0 0-2-16,0 0 0 16,0 0-1-16,40 1 0 0,-33 1 4 15,0-2 0-15,-5 0-5 16,2 1 1-16,-3-1-1 16,0 0 0-16,-1 0 1 15,0 0 20-15,0 0 17 16,0 0-26-16,-4 0-5 0,-2 0 2 15,1 3-4-15,0-1-5 16,1 2 3-16,-1-1-1 16,3 1-2-16,0 0-7 15,-2 0-7-15,4-1-17 16,-2-1-33-16</inkml:trace>
  <inkml:trace contextRef="#ctx0" brushRef="#br0" timeOffset="63593.78">2186 12826 185 0</inkml:trace>
  <inkml:trace contextRef="#ctx0" brushRef="#br0" timeOffset="63705.64">2186 12826 185 0,'29'-23'3'0,"-33"23"-1"0,-3 0-2 0,0 0 0 0,0 2 0 0,1 2-3 16,-1 2 2-16,1 1 1 15,-2 0-1-15,0 1 0 16,1-1 1-16,-1 0 0 16,2 1-5-16,-2-3-20 15,4 0-20-15</inkml:trace>
  <inkml:trace contextRef="#ctx0" brushRef="#br0" timeOffset="63861.68">2119 12862 141 0,'0'0'12'0,"0"0"17"16,0 0-22-16,0 0-5 15,0 0-1-15,0 0-2 16,0 0-1-16,0 0-37 16,0 0-10-16</inkml:trace>
  <inkml:trace contextRef="#ctx0" brushRef="#br0" timeOffset="64388">1504 12987 33 0,'0'0'3'0,"0"0"11"0,0 0 7 0,0 0-6 0,0 0-2 16,45-5-4-16,-35-2-3 15,3 3-3-15,0-2 0 16,-2 2-3-16,0 1 0 16,-1 0 0-16,0 2-1 0,-1-1-14 15,1 1-15-15,-6-2-40 16</inkml:trace>
  <inkml:trace contextRef="#ctx0" brushRef="#br0" timeOffset="64709.34">1642 12901 49 0,'0'0'20'0,"0"0"-19"0,0 0 3 16,0 0 5-16,0 0 0 16,0 0-2-16,0 0-3 15,0 0 0-15,32 33-2 16,-27-28 0-16,0 1-2 0,-1-3 0 16,-2-1 1-16,-2-1 0 15,0 0 1-15,0-1 37 16,0 0-13-16,-4 0-24 15,-3 0-2-15,-3 0 0 16,2 3 0-16,-3 0-2 0,-1 1-6 16,1 3-16-16,-2 0-16 15,2 2-42-15</inkml:trace>
  <inkml:trace contextRef="#ctx0" brushRef="#br0" timeOffset="65954.25">1375 12428 16 0,'0'0'5'0,"0"0"5"0,0 0 3 0,0 0-4 0,0 0 5 16,0 0 3-16,0 0-1 16,0 0 1-16,2-38-1 15,-2 37-8-15,0-1-1 16,0 2-1-16,0 0 2 15,0-1 1-15,0 1 0 0,0 0-4 16,2-1-5-16,-1 1 0 16,3 0-1-16,0 0 1 15,0 0-1-15,2 2-4 16,-2 5 5-16,-2 3-1 0,0 3 2 16,-2 5 1-16,0 4 1 15,0 3-1-15,0-1-1 16,0 5 0-16,0-2 0 15,-2 1-2-15,2 1 2 16,0-1 1-16,0 2-2 16,0-2 1-16,0 1-1 0,0-1 0 15,0 1 0-15,0-3-1 16,0-1-1-16,0-5 1 16,0-4-1-16,-2-3 3 15,2-4 1-15,0-5-1 16,-2-1 0-16,2-2-1 0,0 1 1 15,0-1 1-15,0-1 3 16,0 0-4-16,0 0 1 16,0 0 1-16,0 0-1 15,0 0 2-15,0 0-3 16,0 0 0-16,2 1 0 0,0 1-1 16,1-1 0-16,1-1 0 15,0 1 0-15,0 0-2 16,1-1 0-16,0 0 2 15,1 0 2-15,3 0-2 16,2 0 1-16,1 0-1 0,3-3 1 16,1 0 0-16,-3 0-1 15,3 2 2-15,-1-1-2 16,1 2 1-16,-3 0-1 16,2 0 0-16,-1 0 0 15,0 0 1-15,-3 0-1 0,2 2 0 16,-3-1 0-16,-1 1 0 15,-1-1 0-15,-1-1 1 16,0 0-2-16,-3 0 0 16,1 0-20-16,-3 0-22 15,0 0-11-15</inkml:trace>
  <inkml:trace contextRef="#ctx0" brushRef="#br0" timeOffset="66232.75">1652 12890 9 0,'0'0'78'0,"0"0"-69"0,0 0-6 0,0 0-3 0,0 0 1 16,0 0 1-16,0 0 0 16,0 0 6-16,0 0-4 15,0 0-3-15,0 0-1 0,0 0-3 16,16 28-12-16,-16-25-35 16</inkml:trace>
  <inkml:trace contextRef="#ctx0" brushRef="#br0" timeOffset="66353.61">1652 12890 73 0,'15'34'22'0,"-15"-34"-18"15,0 1-4-15,0 2 0 16,0-3-5-16,0 0-70 16</inkml:trace>
  <inkml:trace contextRef="#ctx0" brushRef="#br0" timeOffset="83617.46">1352 11976 88 0,'0'0'6'0,"0"0"-3"0,0 0 0 0,0 0 1 16,0 0 3-16,0 0 4 16,0 0 1-16,0 0-5 15,0 0-1-15,0 0-3 16,0 0-2-16,-26-19-1 0,21 19 1 15,1 2-1-15,-5 1 0 16,-2 0 1-16,2 3 0 16,-4-2 2-16,-1 0 1 15,-1 1 1-15,1-2 0 16,-1 1-2-16,0-1 0 0,3-3 2 16,-2 2 4-16,1-2 1 15,-1 0-5-15,1 0 0 16,2 0-2-16,-3 0-3 15,3 0 0-15,-1 0 0 16,-1 0 0-16,2 0 0 0,-2 0 1 16,2 2-1-16,0 1 0 15,1-1 0-15,2 1 0 16,1 2 0-16,1 0-1 16,2 1-3-16,2 4-6 15,2-3-4-15,0 0 3 0,0 2 4 16,0 0 5-16,0-3 1 15,2 4 1-15,2-1 0 16,-4 1 1-16,0 1-1 16,0 3 1-16,0 1-1 15,0 0 1-15,0 4-1 0,-3-1 2 16,0 3-2-16,3 1 1 16,-2-1-1-16,2 1 0 15,0 1 0-15,0 0 0 16,0 0 0-16,2 2 0 15,0-2 1-15,4 4-1 0,-2-1 0 16,-2 1 0-16,3 0 0 16,-3-1 0-16,0 0 0 15,2-4 0-15,-2-1 0 16,-1-3 0-16,3 1 0 16,-1-1 0-16,-1 1 0 15,0-1 1-15,0 2-2 0,3 1 2 16,-3 2-1-16,0 0 0 15,2 2 0-15,1-2 0 16,-3 1 0-16,3 0 0 16,-1-2 0-16,-1 0 1 0,-1-2-1 15,0 0 0-15,0 0 0 16,0 0 0-16,1 0 1 16,1 0-1-16,-2 1 2 15,2 0 0-15,2-1 1 16,-2 1-1-16,3-2 0 15,-1-1 0-15,6-1-1 0,-4-1 0 16,3-2-2-16,1-1 2 16,-1 0-2-16,2-3 2 15,1-2-2-15,-1 0 1 16,3-4-1-16,-1-3-2 16,-1-1-33-16,-1-9-75 0</inkml:trace>
  <inkml:trace contextRef="#ctx0" brushRef="#br0" timeOffset="90409.32">2284 13158 20 0,'0'-1'5'0,"0"-2"10"0,0 0 3 0,0 2-6 0,0-2-4 16,0 2 0-16,0 0 2 16,0 0 4-16,0 0 0 15,0 1-3-15,0 0 0 16,0 0-2-16,0 0 4 16,0 0-5-16,0 0-1 0,-2 0 0 15,0 0-10-15,0 4 7 16,0 0-2-16,-1 5-2 15,3 2 2-15,-2 0-4 16,0 2 5-16,2 1-3 16,0 3 2-16,0 0-2 0,0-1-2 15,0 4 2-15,4-1 0 16,-2 2 0-16,3 0 0 16,1 5 2-16,0 3 0 15,0 1 1-15,3 6-1 16,-1 1 2-16,2 0-2 0,1 1-1 15,2-2 1-15,1-4 2 16,-1 0 2-16,5-4-2 16,-3-3-1-16,4-3 1 15,-1-4-2-15,-1-4 0 16,4-2 1-16,-6-6-1 0,5-2-1 16,-5-3 2-16,4-1-1 15,-1 0 1-15,-3 0-3 16,1-3-10-16,-5-5-49 15,-2-1-33-15</inkml:trace>
  <inkml:trace contextRef="#ctx0" brushRef="#br0" timeOffset="90635.87">2631 13705 73 0,'0'0'14'0,"0"0"-16"0,0 0-4 15,0 0 2-15,0 0 6 16,0 0 12-16,0 0 11 16,0 0-16-16,0 0-12 15,0 0 14-15,1-20 10 0,7 30 2 16,1 0-13-16,-1 7-7 16,2 7-2-16,-3 10 3 15,-3 13-3-15,-4 10-46 16</inkml:trace>
  <inkml:trace contextRef="#ctx0" brushRef="#br0" timeOffset="91812.06">2990 13657 2 0</inkml:trace>
  <inkml:trace contextRef="#ctx0" brushRef="#br0" timeOffset="92387.5">3084 13616 37 0,'0'0'12'0,"0"0"5"15,0 0-11-15,0 0-22 16</inkml:trace>
  <inkml:trace contextRef="#ctx0" brushRef="#br0" timeOffset="93361.59">3002 13657 185 0,'0'0'13'0,"0"0"14"0,0 0-11 0,-16-41-7 16,16 29-4-16,0 1-1 15,4-2 1-15,6 4-5 16,1 1 0-16,0 4 0 16,5 4 0-16,1 1-6 0,2 19-8 15,3 9 9-15,2 13 3 16,1 14 2-16,-2 13 1 16,3 12 0-16,-3 10 1 15,-1 7-4-15,0 3 3 16,-3-3 0-16,0-6 0 15,-3-8 1-15,-3-12-1 0,-1-12 1 16,1-12 0-16,-6-12-2 16,4-11 0-16,-2-9-1 15,-3-8-5-15,1-8 2 16,0-4 7-16,-3-14 6 16,1-12-3-16,-5-8 0 0,0-10-4 15,0-5-2-15,-2-6-3 16,-8-2-3-16,1 0 1 15,-1 2-4-15,1 5 4 16,-3 3 6-16,1 7 0 16,-3 6-1-16,1 6 1 0,-1 3 0 15,1 5-1-15,-1 4 2 16,0 3 0-16,3 3 3 16,1 1-1-16,3 5 0 15,1-2-2-15,4 2 0 16,2-5-2-16,0 2-2 0,6-5 2 15,6-1-1-15,3-3-1 16,1 1-1-16,-1 1-1 16,4 2 3-16,-4 3-2 15,1 4 2-15,-1 3-1 16,-1 4-2-16,-3 2-2 16,2 1 2-16,-4 11-1 0,0 4 1 15,-2 2 2-15,-1 5 4 16,-3 0-3-16,2-2 11 15,-3 0 1-15,0-3 0 16,0-3-6-16,0-4-2 0,1-2 0 16,1-5-5-16,2-1-1 15,-1-3 0-15,2 0 0 16,-1-10-3-16,-1-4-15 16,-1-6-60-16</inkml:trace>
  <inkml:trace contextRef="#ctx0" brushRef="#br0" timeOffset="93505.59">3440 13630 256 0,'0'0'1'0,"0"0"10"0,0 0-5 0,0 0-5 16,0 0-10-16,0 0-61 15,0 0-82-15</inkml:trace>
  <inkml:trace contextRef="#ctx0" brushRef="#br0" timeOffset="94008.79">3538 13729 71 0,'0'0'106'0,"0"0"-85"0,0 0 8 16,0 0-13-16,0 0-6 15,0 0-10-15,0 0 2 16,-11-2 0-16,10 0 5 16,1 2-5-16,0-1-1 15,0 1-2-15,0 0-1 0,8 0-3 16,1 2 2-16,3 6-1 16,0 4 2-16,1 1 0 15,-1 1 2-15,-1 2-7 16,-2-2-3-16,-2-1 3 0,-4-3 10 15,-1 0-3-15,0-6-3 16,-2 0 7-16,0-3 0 16,0-1 2-16,0 0 0 15,0-6-1-15,-2-7-3 16,-1-4 6-16,1-2-6 16,0-2-1-16,-1 0 1 0,3-1-2 15,0 1 2-15,3 1-2 16,3 0 1-16,7 3 0 15,1 3 0-15,0 1-2 16,4 3 0-16,1 7 1 16,-1 3-3-16,0 0 0 0,0 5-4 15,-2 6 2-15,-1 2 5 16,0 1 0-16,-1 0 2 16,-1 1-1-16,1 1-16 15,-1-3-24-15,-1 0-34 16</inkml:trace>
  <inkml:trace contextRef="#ctx0" brushRef="#br0" timeOffset="94371.26">3966 13608 192 0,'0'0'1'0,"0"0"2"0,0 0-1 0,0 0-1 0,0 0-4 15,0 0-9-15,0 0 6 16,-38-5 12-16,32 20-3 0,4 1 0 16,0 3 5-16,2-4-3 15,0 1-2-15,0-2 0 16,0-4-3-16,7-3-3 16,-2-3 0-16,1-4-1 15,1 0 3-15,-1 0-4 0,-2-5 16 16,2-5-4-16,-2-2-1 15,-2 2 3-15,-1 0 4 16,3 3 4-16,-4 2-7 16,4 2-5-16,-2 3-6 15,2 0 0-15,4 0-2 16,-2 0-4-16,3 1-7 16,0 5-16-16,3-2-18 0,-4 3-16 15</inkml:trace>
  <inkml:trace contextRef="#ctx0" brushRef="#br0" timeOffset="94799.26">4122 13556 244 0,'0'0'3'0,"0"0"1"0,0 0-1 16,0 0-3-16,0 0-11 15,0 0 4-15,0 0 5 16,0 0 0-16,0 0 2 16,6 31-1-16,1-18 1 15,2 0-2-15,-2-1 1 0,0-3-1 16,1 1-8-16,0-3 2 16,-2 0-2-16,0-3 1 15,-1-1 5-15,-3-3 1 16,0 0-1-16,0 0 0 15,-2 0 21-15,0-3-6 16,0-5-4-16,0-3-3 0,-4-2-1 16,2 1 0-16,0-3 1 15,1-1 0-15,1 2 3 16,0 0-1-16,0 0 1 16,9 1-2-16,1 3-3 0,1 0-3 15,3 6 0 1,1 1-2-16,-2 3 2 0,5 0-5 15,0 0-19-15,-4 3-26 16,0 1-15-16</inkml:trace>
  <inkml:trace contextRef="#ctx0" brushRef="#br0" timeOffset="95233.16">4443 13429 128 0,'0'0'7'15,"0"0"23"-15,0 0 8 0,0 0-16 16,0 0-13-16,0 0-11 16,-37-32 1-16,30 39 1 15,1 5 5-15,3 2-9 16,1 2 6-16,2 0-2 0,0 1-2 16,6-1-2-16,5-2-1 15,4-3-2-15,0-2 4 16,3-3 1-16,-1-4-3 15,-1-2-3-15,0 0 1 16,-1-8 14-16,0-5-4 16,0-3 0-16,-3-5-1 0,1 1 2 15,-3-2 0-15,-1-1-1 16,-3 2 1-16,-4 5-2 16,2 1 1-16,-4 5-2 15,0 5 6-15,0 2 17 16,0 3-7-16,0 0-13 0,0 0-3 15,0 0-3-15,0 7 3 16,0-1 4-16,4 5-3 16,0-2-3-16,3-2 0 15,-1 0 0-15,6-1-10 16,-3-3-25-16,-1-3-18 0,2 0-27 16</inkml:trace>
  <inkml:trace contextRef="#ctx0" brushRef="#br0" timeOffset="95368.7">4660 13177 231 0,'0'0'-3'0,"0"0"22"0,0 0-7 0,-38-27-10 16,36 23-23-16,-3-1-93 15</inkml:trace>
  <inkml:trace contextRef="#ctx0" brushRef="#br0" timeOffset="95811.44">4779 13154 223 0,'0'0'3'16,"0"0"2"-16,0 0 0 15,0 0-1-15,0 0-4 16,0 0-5-16,0 0-7 0,0 0-7 16,22 19 10-16,-13 3 13 15,-2 4-7-15,0-2-5 16,-3 0-5-16,0 0 1 16,-4-2 8-16,0-3-5 0,0-2 3 15,-4 0 0-15,-5-5 5 16,0-4 4-16,2-2 2 15,-4-5 13-15,2-1 4 16,0-4-17-16,0-7-2 16,3 1 9-16,2-3-7 15,1 3-2-15,2-1 1 0,1 2 0 16,0 1-2-16,8 1-2 16,1 1 1-16,1 3-3 15,6 0-1-15,0 3-1 16,0 0 1-16,1 0 1 15,-1 3 0-15,-1 2-14 0,0-1-13 16,-3-2-1-16,0-2-25 16</inkml:trace>
  <inkml:trace contextRef="#ctx0" brushRef="#br0" timeOffset="96003.55">4929 12993 269 0,'0'0'-11'0,"0"0"22"0,0 0 0 0,0 0-10 15,0 0 1-15,-9 50-10 16,18-20 10-16,5 8-2 16,2 4-23-16,1 1-54 15,-2 0 0-15</inkml:trace>
  <inkml:trace contextRef="#ctx0" brushRef="#br0" timeOffset="96913.37">4928 12751 151 0,'0'0'-1'0,"-48"-36"5"16,21 22 0-16,-2 0-5 15,-5 0 1-15,-4 2 3 0,0 2-2 16,-6 3 1-16,0 0 9 15,-4 4-3-15,-4 1 8 16,-2 2-2-16,-4 0-9 16,-1 0-1-16,-2 5-8 15,-6 6 8-15,0 5-4 16,-3 3-8-16,-3 6 12 0,-1 2-2 16,-4 7-2-16,-5 4 2 15,2 2 0-15,1 3 1 16,-2 5 0-16,0 3-1 15,3 6-2-15,0 4 0 16,3 7 1-16,4 3-2 0,-1 6 2 16,4 3-2-16,4 3 1 15,1 4 1-15,3 2 1 16,7 1-1-16,3 1 3 16,8-4 2-16,6 2 1 15,8-1-6-15,8-3 0 0,6-1-1 16,9-1-1-16,6 0 0 15,12 2-1-15,13-2 0 16,7 0 1-16,16 0-1 16,8 1 0-16,13-2 1 15,12-5 0-15,8-5 0 0,10-9 2 16,7-15-7-16,2-12 2 16,4-17 0-16,2-16 0 15,2-3-4-15,0-23 2 16,3-9 3-16,2-11 13 15,2-8 3-15,0-6-2 0,4-8-12 16,0-3 2-16,-2-6 0 16,0-7 1-16,-4-3-1 15,-2-7-1-15,-10-5-2 16,-4-4-5-16,-9-1-1 16,-4-2 9-16,-14-2 2 0,-6 1-3 15,-11 2 0-15,-9 4 0 16,-13 0 4-16,-17 7-1 15,-10 4-2-15,-12 2 3 16,-6 1 12-16,-16 5 11 16,-13 1-1-16,-13 1-1 15,-6 0-5-15,-8-1 0 0,-5 6-7 16,-11 2-1-16,-5 6 3 16,-6 7-11-16,-7 10-1 15,-7 14 2-15,-11 12-8 16,-7 17-19-16,-6 11-17 0,-8 29-14 15,-7 18-60-15</inkml:trace>
  <inkml:trace contextRef="#ctx0" brushRef="#br0" timeOffset="98578.96">1627 13391 70 0,'0'-1'8'0,"-2"-2"13"0,-2 0 0 16,4 2-6-16,0-2-10 16,0 0-3-16,0 3-3 15,0-3 0-15,0 2-1 0,0-1-4 16,0 2-4-16,0-1 1 15,0 1 7-15,0 0 2 16,0 0 3-16,0 0 23 16,-2 0-15-16,0 0-7 15,-1 0 0-15,0 4-4 16,-1 2 1-16,0 5-1 0,-3 2 0 16,1 6-1-16,-4 4 2 15,2 6-2-15,-1 7 1 16,2 6 0-16,-5 8 0 15,2 11 0-15,1 7 1 16,-3 11-2-16,-1 7 2 0,-1 7-1 16,-1 7-3-16,-3 5 6 15,3 2 2-15,-2 5 1 16,2-1 1-16,2-2 1 16,4-5-2-16,2-5 1 0,3-10 0 15,0-8-1-15,1-8-2 16,3-8-3-16,0-5 0 15,0-8 0-15,0-8 2 16,5-7-3-16,-3-5-3 16,0-11-13-16,0-7-10 0,-2-8-35 15</inkml:trace>
  <inkml:trace contextRef="#ctx0" brushRef="#br0" timeOffset="99403.59">1207 15325 71 0,'0'0'14'0,"0"0"-13"0,0 0-1 0,0 0-2 16,0 0 2-16,0 0 0 15,0 0 4-15,0 0 7 16,0 0 6-16,0 0-4 0,0 0-12 16,0 0-1-16,0 0 2 15,16 2-1-15,-5 8 0 16,3 3 0-16,-1 2-2 15,3 1 1-15,-1 2 0 16,1 1 0-16,1-1 0 0,0 1-1 16,-4-1 0-16,-2-3-1 15,0-3 4-15,-4-2 1 16,-1-7-1-16,4-3 2 16,-3 0 1-16,3-13-5 0,8-12 19 15,0-14-14-15,5-13-2 16,3-11-23-16,-1-8-105 15</inkml:trace>
  <inkml:trace contextRef="#ctx0" brushRef="#br0" timeOffset="100457.76">1640 13418 31 0,'0'0'2'0,"0"0"0"0,0 0 2 16,0 0 8-16,0 0 7 16,0 0-2-16,0 0-2 15,0 0 3-15,0 0-3 0,0 0-9 16,0 0-6-16,0 0 1 15,-23 9-5-15,20-6-7 16,-2 2 4-16,1 0 2 16,-1 1 4-16,3 3 1 15,-2 0 0-15,0 2 2 16,-1-1 3-16,-2 7-1 0,1 0-1 16,-1 4 1-16,0 3-3 15,1-1 0-15,-2 8-1 16,0-2 0-16,-1 3 1 15,-3 5-1-15,1 3 0 0,1 4 0 16,0 3 1-16,-3 4-1 16,4-1 2-16,-2 4-1 15,2-1 0-15,-2 1 0 16,1 1 0-16,4 0-1 16,-2-1 2-16,3-1 0 15,-3-1 2-15,4-1 3 0,0 2-1 16,-1-2-2-16,3 6-1 15,0-2-1-15,0-2-1 16,0-4 0-16,2-3 1 16,0-6 0-16,0-5 0 15,0-2 0-15,0-2-2 0,4-1 1 16,3 1-1-16,-3-1 0 16,0 4 1-16,2-3-1 15,-2 2 0-15,-4-3 0 16,2-2 0-16,-2-3 0 15,0-3 0-15,0 1 0 0,0-3 0 16,-2-2-6-16,0-1-7 16,2-5-17-16,-2-2-2 15,-3-6-62-15</inkml:trace>
  <inkml:trace contextRef="#ctx0" brushRef="#br0" timeOffset="101140.52">1205 15176 36 0,'0'0'4'0,"0"0"-5"0,0 0 0 0,0 0-4 15,0 0-2-15,0 0 5 16,0 0-2-16,0 0 10 16,0 0 3-16,0 0 5 15,0 0-3-15,0 0 0 16,0 0 0-16,2 10-6 0,0-7-3 15,3 2 1-15,-2 1 0 16,1 0-3-16,0 1 0 16,1 3 0-16,1 0 1 15,0 2-1-15,0 2-1 16,2 0 1-16,-1 2-3 0,-1-1 7 16,4 2-1-16,-4-1 2 15,3 1 2-15,-2 1-3 16,0-2-3-16,2 4 0 15,-3-3-1-15,1 0 2 16,0-1-2-16,-2-4 1 0,-3-3 1 16,2-5 1-16,-2-1 4 15,3-3-2-15,-1-4 0 16,3-13 14-16,4-9-3 16,4-8-10-16,4-7-2 0,3-7-11 15,0-6-12-15,-2-2-55 16</inkml:trace>
  <inkml:trace contextRef="#ctx0" brushRef="#br0" timeOffset="101843.61">1596 13500 41 0,'0'0'16'0,"-11"40"-15"0,6-12 2 0,-3 0 2 15,3 4-4-15,-1 1-1 0,-1 1-3 16</inkml:trace>
  <inkml:trace contextRef="#ctx0" brushRef="#br0" timeOffset="102535.64">1417 15894 96 0,'0'0'8'0,"0"0"24"0,0 0 3 15,0 0-8-15,0 0-11 16,0 0-6-16,0 0-5 0,0 0-3 15,-37-19 4-15,34 23-8 16,3 9 1-16,-2 6 4 16,2 6-3-16,0 8-1 15,2 4 3-15,5 7-3 16,-3 0 1-16,2 3-1 16,2 0 2-16,-4-2 1 0,-1-2-3 15,1-1-1-15,0-6-31 16,-2-6-10-16,0-5 8 15,-2-9-17-15</inkml:trace>
  <inkml:trace contextRef="#ctx0" brushRef="#br0" timeOffset="103097.05">1115 15959 84 0,'0'0'1'0,"0"0"14"0,0 0 2 0,0 0 1 15,0 0 4-15,0 0 1 16,0 0-12-16,0 0-11 0,0 0-11 16,0 0 9-16,-13-10 4 15,17 9 0-15,5-1 0 16,1 2 2-16,5-1 1 15,5-1-2-15,0-2-1 16,5 1-2-16,4-4 0 0,0-3-3 16,4 0 4-16,1-4 1 15,-1 1-20-15,4 0-28 16,-4 1-22-16</inkml:trace>
  <inkml:trace contextRef="#ctx0" brushRef="#br0" timeOffset="103588.28">1614 16112 53 0,'0'0'0'16,"0"0"0"-16,-5 52 1 16,5-34-1-16,0 0 0 15,2-1 2-15,2-2-1 0,2-2 4 16,0-2 3-16,-1-1 0 15,3-3-1-15,0-1-2 16,1-1-6-16,-1-2 4 16,1-3-3-16,0 3-1 15,0-3 1-15,-2 0-3 0,0 0 2 16,-3-7 5-16,1-3 28 16,-3-4-19-16,0-2 3 15,-2-4 5-15,0-2-4 16,0-1 2-16,-6-1-5 0,-4 2-8 15,1 2 0-15,-2 2-2 16,0 4-1-16,-2 2-3 16,0 5-7-16,1 7-17 15,1 0-27-15,-1 14-31 16</inkml:trace>
  <inkml:trace contextRef="#ctx0" brushRef="#br0" timeOffset="103986.72">1813 15946 82 0,'0'0'1'0,"0"0"0"0,0 0-1 15,-2 43 0-15,2-26 0 16,4 4 0-16,0 2 1 15,1 1 0-15,-1 2 5 16,1 3 3-16,-3-1 3 0,1 1-8 16,1-2-1-16,-4 2-2 15,2-4-1-15,-2-2 0 16,0-4-6-16,0-3-14 16,0-7-37-16</inkml:trace>
  <inkml:trace contextRef="#ctx0" brushRef="#br0" timeOffset="104528.79">2007 15833 111 0,'0'0'-1'16,"0"0"7"-16,0 0 6 15,-29 53-6-15,20-34-4 16,1 1 0-16,-2 1-2 16,1 3-1-16,-1 1-1 0,1 0 2 15,-1 2 0-15,-1-4 0 16,3-2 0-16,-2-1 0 15,4-4 1-15,-1-3 0 16,3-6 0-16,2-2-1 16,-1-2 1-16,3-2-1 15,0-1 0-15,0 0-13 0,0 0-7 16,0-7 20-16,0 0 3 16,3-1-1-16,1-1 3 15,3-1-4-15,1 2 1 16,0 2-1-16,0 2 0 15,1 2-2-15,-1 2 2 0,4 0 0 16,-1 4-8-16,-2 5 12 16,5 5-4-16,-3-2 2 15,0 5 2-15,0-3 0 16,0 2 2-16,-1-1-3 16,0-1-3-16,1-1 0 0,-1-3 0 15,-1-1 0-15,1-4-12 16,0 0-14-16,-5-5-40 15</inkml:trace>
  <inkml:trace contextRef="#ctx0" brushRef="#br0" timeOffset="104891.47">2144 16159 101 0,'0'0'38'0,"0"0"-36"0,0 0-7 0,0 0 7 0,0 0-3 15,0 0 1-15,0 0 0 16,0 0 0-16,0 0 1 16,13-40 2-16,-13 29 4 15,0 0 0-15,0-2 3 16,0 2-4-16,0-1-1 0,-4 2-2 16,-1 3 2-16,1 3-3 15,-4 1 2-15,2 3-1 16,2 0-5-16,-1 4-1 15,1 9 10-15,2 3-11 16,2 5 2-16,0 3 0 16,0 3 1-16,0-3 1 0,6 0-1 15,1-4 1-15,1-3-1 16,4-4 1-16,-1-6-2 16,3-2-6-16,-1-3-11 15,-2-2-16-15,3 0 3 16,-5-9-52-16</inkml:trace>
  <inkml:trace contextRef="#ctx0" brushRef="#br0" timeOffset="105880.36">2274 16063 106 0,'0'0'26'16,"0"0"7"-16,0 0-14 15,0 0-14-15,0 0-5 16,0 0 1-16,0 0-4 15,0 0 3-15,6 41-1 16,-2-26 1-16,1 0-1 0,2 2 1 16,-3-3 0-16,1 2 0 15,1-4-1-15,-4 1 2 16,1-2-1-16,-1-3 0 16,0-3-1-16,1-2 1 15,-3-2-1-15,0-1 0 16,0 0-3-16,0-2 8 0,0-7-7 15,0-5 13-15,0-2-9 16,0-1-2-16,0-2-1 16,0 2 1-16,0-1 2 15,0 1-1-15,4 6-1 16,1 1 2-16,1 1-1 0,-1 2-1 16,3 2-1-16,2 3 0 15,-2 2-3-15,1 0 4 16,3 0-5-16,-3 11 2 15,1 1 6-15,4 2-3 16,-5 2 1-16,2 2 0 0,-2 1 9 16,0-1-5-16,0 3-1 15,0-3-2-15,-2-1-1 16,1-5-5-16,1-2 3 16,-2-5-16-16,0-5 0 15,0 0 1-15,1-2 13 0,0-8-2 16,0 0 16-16,1 0-9 15,0-4 0-15,-2 1-1 16,2-1 2-16,-1-3 4 16,-1 2 4-16,-2-1 5 15,-2-1 5-15,1 1 1 0,-4-1-6 16,0 1-1-16,0 2-4 16,0 0-4-16,-4 3 0 15,-4 1-3-15,1 3 0 16,-3 3-1-16,1 3-3 15,-3 1 5-15,3 0-7 0,3 8 3 16,-3 4-8-16,4 3 5 16,1 0-4-16,0 3 3 15,4 0 3-15,0-3-3 16,1 0 3-16,8-1-4 16,1-4-4-16,-2-2-4 0,1-4 9 15,3-1 2-15,1 0-4 16,-4-3 0-16,2 0 2 15,0 0 9-15,-2 0-4 16,-1 0-1-16,0 0 1 16,-3 0 0-16,1 0-2 15,-4 3-2-15,0 4 4 0,-2 0-2 16,0 4 18-16,0 0-6 16,-8 1-6-16,1 4 5 15,-2-2-1-15,-3 2-2 16,2 2-3-16,-2 1-2 15,1 0-3-15,0 0 1 16,0-2 1-16,4 0-1 0,1-4 0 16,3-3-1-16,-1-2 0 15,4-2-4-15,0-2-11 16,0-2 5-16,0-1-21 16,0-1-4-16,2 0 4 0,1 0 2 15,1 0-15-15</inkml:trace>
  <inkml:trace contextRef="#ctx0" brushRef="#br0" timeOffset="107134.04">1688 15709 67 0,'-9'-8'3'0,"-2"0"0"0,-1-2 0 0,-2-1-1 15,2 1 2-15,-4 0 6 0,0 0 4 16,-2 2 2-16,3-1 6 16,-4 4 5-16,4-1-10 15,-3 2-2-15,-1 1-2 16,-2 1-6-16,-1 1-6 15,0 1 2-15,-3 0-2 0,0 0-1 16,1 0 1-16,-1 0-3 16,1 1 10-16,-1 4-2 15,0 0-3-15,1 3-2 16,-3 1 1-16,5 3 1 16,-5 1-4-16,0 2-1 0,2 1 3 15,-2 5 0-15,3 1 0 16,2 3-8-16,4 3 12 15,-1 3-4-15,6 3-2 16,3 3 2-16,0 0-1 16,3 5 0-16,5 0 0 15,0 5-2-15,2 0 0 16,0 1 2-16,2-2-3 0,5-1 4 16,5-1-1-16,3 2 0 15,3-4-2-15,1 1 3 16,6 1-3-16,4 1 3 15,3-1-2-15,1 0-1 0,3 1 3 16,3-2-3-16,3 0 6 16,7-3-1-16,2 1-2 15,3-4 3-15,2-1-4 16,4-1-2-16,3-2 3 16,-1-3-1-16,-1-3-1 15,3-2-2-15,1-5 3 0,-2-3-1 16,-3-6 2-16,0-1-2 15,-1-5-2-15,-3-4 0 16,-3-1 6-16,-2 0-5 16,-1-6 4-16,-3-4-1 0,2-3 2 15,-5 0 0-15,4-2-2 16,-4-3 0-16,-1-2 0 16,-1-3 1-16,-4-1 0 15,3-5 1-15,-8-1-4 16,-1-6-1-16,-1-4 9 0,-4-4-4 15,-3-4-2-15,-2-5 0 16,-3 1 0-16,-4-2-1 16,-5-2 1-16,-2 0-1 15,-8 0 1-15,0-2 0 16,-8-3 0-16,-7-3 2 0,-5 0-1 16,-2-3 0-16,-5 3 3 15,0 2 4-15,-4 5 1 16,0 4 3-16,-5 5-3 15,-3 7 1-15,-1 4 2 16,-6 4-1-16,-3 8-5 0,-3 2-3 16,-7 8-4-16,2 4 0 15,-11 6-9-15,-1 3-1 16,-2 2-1-16,-3 10-4 16,-4 9-6-16,-5 6-4 15,-2 5-41-15,-1 7-109 0</inkml:trace>
  <inkml:trace contextRef="#ctx0" brushRef="#br0" timeOffset="116039.88">3525 11633 124 0,'0'0'1'0,"0"0"2"0,0 0 5 0,0 0 2 16,0 0-3-16,0 0 1 15,0 0 1-15,0 0-3 16,0 0 0-16,0 0 1 16,0 0 0-16,0 0-1 15,-36-16 0-15,36 8-10 16,0-3 0-16,0-4 7 0,5 1-2 15,0-2 0-15,3-2-2 16,1-1 1-16,1-1-3 16,2-1 2-16,1-3 1 15,4-1 0-15,7-4 2 16,1-4-1-16,6-3-2 0,1-3 4 16,5-2-2-16,3 0 2 15,0 0-6-15,5 1 7 16,4 2 0-16,3-2 1 15,6 0 4-15,3 3-1 0,7-3-5 16,7 2-1-16,0 0-2 16,4 2 1-16,3 5 0 15,3 1 0-15,2 3-1 16,1 3 0-16,-1 1 0 16,0 6 0-16,6 0 1 0,-1 3 1 15,0 4 0-15,2 3-1 16,3 4 1-16,-2 3 0 15,-3 0-1-15,-2 2 0 16,-2 8 0-16,-3 3-1 16,-6 3 1-16,-8 3 0 15,-4 2 1-15,-7 2 1 16,-4 3-2-16,-8 1 0 0,-6 3 1 16,-4 2 0-16,-7 0-1 15,-4 4 2-15,-6-2-1 16,-4 0-2-16,-4-1-11 15,-3-3-37-15,-4-6-36 16</inkml:trace>
  <inkml:trace contextRef="#ctx0" brushRef="#br0" timeOffset="116437.08">6290 11144 82 0,'0'0'6'0,"0"0"16"0,0 0 3 0,0 0-5 16,0 0 5-16,0 0 4 15,0 0-6-15,0 0-2 16,0 0-18-16,0 0-1 0,0 0-2 16,0 0 1-16,28-18-1 15,-14 18 0-15,-1 0 0 16,1 0 2-16,-1 0-2 15,0 0-2-15,4-3 2 16,1-3-1-16,-1-1-40 0,-1-6-42 16</inkml:trace>
  <inkml:trace contextRef="#ctx0" brushRef="#br0" timeOffset="117249.92">6583 11561 99 0,'0'0'7'0,"0"0"14"0,0 0-4 0,0 0-6 16,0 0-3-16,0 0-1 0,0 0-5 15,0 0 1-15,0 0 8 16,-2-36 4-16,1 33-2 16,-1 0-5-16,-2-1-4 15,-1 1-3-15,0 0 0 0,-1-1-1 16,-1 1-7-16,1-1 8 16,-4 4 1-16,1-1-2 15,3 1 0-15,-2 0 1 16,2 0-1-16,0 1 0 15,3 9-2-15,-1 0 1 0,0 4-2 16,2 0 0-16,0 6 1 16,1-1 1-16,1 1 0 15,0-2 0-15,0 2 0 16,0-3 0-16,0-4 0 16,5 0 1-16,1-2-2 15,-1-1 1-15,3-3 0 0,4 0 1 16,-3 0 0-16,2-3 2 15,1 1 2-15,1 0-3 16,0 0 0-16,-2-1-1 16,3 0 1-16,-3 0-1 15,-2 1 0-15,2 0 2 0,-2 0-2 16,-2 0 1-16,-1 2 0 16,-2 1 0-16,-4 0 5 15,0 0 1-15,0 2-4 16,-2 0 2-16,-8 1 1 0,0 0-1 15,-1 1-1-15,-2-3-2 16,2 2 0-16,-3-2-1 16,3-1-1-16,-2-1 2 15,4-4-1-15,2 1 1 16,3-3-2-16,-1-1 0 0,5 0-13 16,0-2-36-16,0-9-45 15</inkml:trace>
  <inkml:trace contextRef="#ctx0" brushRef="#br0" timeOffset="117968.97">6764 11459 78 0,'0'0'5'0,"0"0"8"0,0 0-7 0,0 0 1 0,0 0 7 16,0 0 10-16,0 0-3 15,0 0-16-15,0 0-7 16,0 0 2-16,0 0 0 16,0 0 1-16,-2 33 0 15,8-18-1-15,-1 0 0 0,1 2 0 16,0 2 0-16,0-2 0 15,0 0 0-15,-3 1 1 16,1 2-1-16,0-1 1 16,-2 0 1-16,1-2-1 15,0-1-1-15,1-2 1 16,0-3 2-16,-1-1-3 0,0 0 2 16,2-4-1-16,-3-1 1 15,2-1 0-15,1 0 0 16,0-3-3-16,-1 2 3 15,-1-3-3-15,1 0 6 16,2 0-2-16,-3 0 0 0,3 0 1 16,-1 0 3-16,2 0 8 15,-1-4-5-15,1 0-1 16,-1-2-3-16,2-1-2 16,0 1 0-16,1-2-1 15,1-1-1-15,-1 1-1 16,3-1-6-16,0-1 8 0,1 0 2 15,1 2-4-15,-3-1 2 16,0 4-3-16,0 0 1 16,-2 1 0-16,-2 1-3 15,-1-1-17-15,-1-2-35 16,-3-2-53-16</inkml:trace>
  <inkml:trace contextRef="#ctx0" brushRef="#br0" timeOffset="118310.92">7121 11421 59 0,'0'0'30'0,"0"0"-20"15,0 0 17-15,0-37-11 0,0 27-4 16,-5 3 5-16,3 0 0 15,-2 0 1-15,2 3 3 16,-2 3-4-16,3 1-9 16,-1 0-7-16,2 2 3 15,0 12-5-15,0-2 0 0,2 8 0 16,5 0 2-16,0 1-1 16,4 0-1-16,-2-1 0 15,0 0 1-15,2 4 0 16,-2-3-8-16,-3 1-22 0,1-4-5 15,-2-1 4-15,2-7-1 16,-1-3 1-16,-3-7-40 16</inkml:trace>
  <inkml:trace contextRef="#ctx0" brushRef="#br0" timeOffset="118909.99">7164 11451 103 0,'0'0'17'0,"0"0"10"16,0 0-4-16,-25-44-8 16,23 34 5-16,0 3-8 0,2-3-3 15,0 3-4-15,0 0 0 16,0 1-5-16,2 0 1 16,4 2-2-16,1 3 0 15,1 1 0-15,2 0-2 16,-1 0 1-16,2 0 2 15,1 4 2-15,2 0-2 0,3-1-2 16,-4 1 1-16,1-4 1 16,-1 0-1-16,1 0 1 15,-4 0-1-15,-1 0-1 16,1-7 6-16,-2-1 6 16,1-1 1-16,-4-2-4 0,4-2 1 15,-4-2-6-15,-2-1 0 16,2-1 0-16,-3 0-1 15,1 0 0-15,-2 1 1 16,1-1-1-16,1 3 0 16,-1 3 0-16,-2 1-2 0,5 1 1 15,-3 5 0-15,0-2 0 16,3 5 0-16,-3 1-2 16,3 0-1-16,1 0 1 15,1 5 1-15,0 4-1 16,0 4 0-16,1 1 3 0,0 2 1 15,2 2 0-15,-3 0-3 16,1 1 1-16,0 1 2 16,-1 0-2-16,1 1 1 15,-4-1 0-15,3 1-1 16,-2-2 0-16,-1-1 2 0,1-1-1 16,-1-3 0-16,-2 0-1 15,1-2 1-15,1-4-1 16,0 0 1-16,-1-4-36 15,-3-4-58-15</inkml:trace>
  <inkml:trace contextRef="#ctx0" brushRef="#br0" timeOffset="120018.21">7349 10897 48 0,'0'0'18'0,"0"0"10"0,-49-18-8 0,32 9-7 0,0 3 2 0,-3-3 1 16,0 0-1-16,-2 1-4 15,-3-1-4-15,0 3-2 16,-1-1-3-16,-5 2 0 16,-3 0-2-16,2 4 1 15,-4-1-1-15,1 2 1 0,-3 0-1 16,1 0 1-16,0 5 0 15,1 5 1-15,-1 1 0 16,-1 6-2-16,-2 1-2 16,-3 2 2-16,1 4 0 15,-3 3 0-15,3-1-3 0,1 4 5 16,0-2-1-16,4 2-1 16,-1 2 0-16,0 1 0 15,1 2 2-15,4 3-2 16,0 3 0-16,2 0 0 0,7 2 0 15,1 0 0 1,3 1-2-16,5 1 1 0,5 2 1 16,1 0 0-16,5 1 0 15,2 2 0-15,2-3 0 16,0-1-1-16,8-3 1 16,3 0-1-16,5-4 1 0,1-2-1 15,4 0 0-15,4-1 1 16,2-2 0-16,4 0 0 15,0-2 0-15,-1-3 0 16,3 1 0-16,0-5 0 16,1 0 0-16,1-4-1 0,1 2 0 15,1-4 1-15,1-2 2 16,3-1 0-16,0-3 3 16,-1-2-3-16,0-1 1 15,0-1-1-15,3-1 0 16,-3-2 0-16,3-2 0 0,-1-2-4 15,1-2 2-15,4 0 0 16,-5-2 2-16,3-5-1 16,-3-4 1-16,0-3 2 15,-1-1 0-15,1-3 0 16,-2-1-1-16,1-2-1 16,-3 0 0-16,-3-1 0 0,-1-2 1 15,-3 0-3-15,-2-1 2 16,-2-1-2-16,-4-2 1 15,-3-1-3-15,2-1 4 16,-4-1 3-16,-2 3 3 16,2-2-3-16,-1-1-3 0,-1-1 1 15,-1 0-1-15,2-2-1 16,-2-2 1-16,1-1-2 16,-1-4 1-16,-4 0 0 15,-1 0 0-15,-2-2 0 0,-1 0 0 16,-2-2 1-16,-1-2 5 15,-2 0 19-15,-2-1-22 16,0 1-3-16,-6 3 1 16,-8 0 2-16,-5 6 1 15,-4 1 2-15,-8 3 0 0,-1 0-3 16,-8 4-2-16,-1 1-1 16,-5 5-5-16,-4 7-17 15,-6 6-6-15,-6 7-23 16,-3 4-92-16</inkml:trace>
  <inkml:trace contextRef="#ctx0" brushRef="#br0" timeOffset="131955">2720 16384 31 0,'0'3'4'0,"-2"-2"-3"0,-2 2 2 16,3-3 2-16,-1 1 2 15,0-1 6-15,0 0 8 16,2 0-5-16,0 0 2 15,0 0-7-15,0 0-4 0,0-1-5 16,0 0-3-16,0-1-13 16,2 2-6-16,2 0 7 15,-1 0 7-15,1 0 6 16,1 0 0-16,-2 2 1 16,3 1 0-16,-2 1 1 15,3 0 0-15,-1 0 2 0,2 0 0 16,0 1-2-16,1-1 0 15,3 0 1-15,1-1-2 16,1 0-1-16,1-1 1 16,3-1-1-16,-1-1 1 15,4 0-1-15,-2 0 0 0,4 0 1 16,0 0-1-16,1 0-1 16,-4-2 1-16,2-2 0 15,-1-2 1-15,-4 2 0 16,0 1 4-16,-3-1 0 15,0 1-3-15,-3 0-1 0,1 3 0 16,-5 0 0-16,1 0-1 16,-1 0 0-16,-3 0-19 15,-4 0-60-15</inkml:trace>
  <inkml:trace contextRef="#ctx0" brushRef="#br0" timeOffset="132211.99">3147 16287 51 0,'0'0'31'0,"0"0"-21"0,0 0 4 0,0 0-6 15,0 0-2-15,0 0 1 16,0 0-4-16,20 41-1 16,-11-21-2-16,-2 6 0 15,0 6-3-15,-3 5-35 16</inkml:trace>
  <inkml:trace contextRef="#ctx0" brushRef="#br0" timeOffset="132732.07">3485 16301 159 0,'0'0'6'0,"0"0"-4"0,0 0 11 0,0 0-5 16,0 0-5-16,0 0 1 15,0 0 3-15,0 0-8 0,0 0 1 16,0 0-1-16,-20 9 2 15,24 11-1-15,3 2 0 16,-1 7 0-16,3 2 1 16,0 6-1-16,2 2-1 15,-2 4 0-15,1 7-1 0,-2 3-28 16,-1 1-14-16,-1-2-13 16</inkml:trace>
  <inkml:trace contextRef="#ctx0" brushRef="#br0" timeOffset="133129.85">3453 16348 117 0,'0'0'16'16,"0"0"-14"-16,10-47 2 0,-6 36 1 15,0-2-2-15,3 6 1 16,-1-1-3-16,1 3 0 16,0 4-1-16,2 1 0 15,2 0-1-15,-1 6-1 16,1 6 5-16,1 1-2 0,0 2-1 15,-1 3 0-15,-4-4 0 16,0 4 0-16,-1-2 0 16,-6 0-1-16,0 1 3 15,0 1 0-15,0-1-2 16,-6 3 1-16,-2 1-1 16,0-1 0-16,-1 1-3 0,-3-2-23 15,-1-2-37-15</inkml:trace>
  <inkml:trace contextRef="#ctx0" brushRef="#br0" timeOffset="133593.13">3663 16290 95 0,'0'0'0'0,"0"0"1"0,0 0 4 16,0 0 4-16,0 0 0 16,43-13-5-16,-32 13 1 15,0 0 0-15,-2 0-3 16,1 6 1-16,2 2-2 15,-5 3-1-15,2 5 0 16,-2 0-2-16,-3 5-16 0,-2 1-9 16,-1 0 13-16,-1 1 10 15,0-5 5-15,0-3 5 16,0-4 7-16,0-4 6 16,-2-5 1-16,1-2 9 0,-1 0-3 15,0-8-14-15,2-10-10 16,-4-1-2-16,4-4 1 15,-2-3-1-15,2-1 0 16,0 0 1-16,0 1-1 16,4 0-1-16,4 3-7 15,3 0-22-15,1 2-16 0,-1 3-31 16</inkml:trace>
  <inkml:trace contextRef="#ctx0" brushRef="#br0" timeOffset="133926.46">3951 16162 86 0,'0'0'23'0,"0"0"1"16,0 40-13-16,0-15-8 15,0 0-1-15,0 4-1 16,0 0-1-16,0-2 1 16,0-2-1-16,8-5 1 0,-2-3 0 15,3-4-1-15,0-6 0 16,2-3-1-16,-2-4-2 15,2 0 2-15,1-7 19 16,-2-8-10-16,2-4 2 16,-3-2-1-16,-2-3 0 0,-1 0-5 15,-4 1 2-15,-2 1-1 16,0 4 5-16,-6 1 7 16,-3 6-3-16,-5 1-3 15,1 7-8-15,0 3-1 16,-1 0-2-16,1 13-5 0,1 5-13 15,4 5-11-15,3 1-14 16,1-1-17-16</inkml:trace>
  <inkml:trace contextRef="#ctx0" brushRef="#br0" timeOffset="134588.62">4119 16169 130 0,'0'0'3'15,"0"0"-1"-15,0 0-1 16,0 0-4-16,0 0-3 16,0 0 13-16,0 0-6 15,21 44 1-15,-16-24-2 16,3-1 0-16,-2-1 1 0,1-1-1 15,0 0 0-15,-2-3 0 16,-1-1 0-16,-2-1 0 16,1-4 0-16,-2-4-1 15,0 1 1-15,-1-5 1 16,0 0 7-16,0-8 9 0,0-4-7 16,0-3-3-16,0-3 0 15,0 1-3-15,0-3 1 16,0 2-2-16,2 2 1 15,2-1 1-15,0 0 0 16,4 5-3-16,-1 0 0 0,3 2-1 16,0 4-1-16,3 5 0 15,-3 1-4-15,3 0-9 16,0 11-31-16,0 1 33 16,-2 4 13-16,-2-1-2 0,-1 2 0 15,-2-2 1-15,-2-2-1 16,-4-1 1-16,2-4 1 15,-2-1 1-15,0-3 1 16,0-2-3-16,0-2 1 16,0 0 10-16,0-7-4 15,0-6-8-15,0-5-2 0,0-4 2 16,0-1 3-16,0 1-2 16,0 0 4-16,1 3 5 15,7 3 1-15,-4 3-4 16,6 3-3-16,-1 7-2 15,1 3-2-15,2 0 0 0,-1 8-5 16,2 8-4-16,1 3-1 16,-3 5-11-16,0-1-11 15,0 4-2-15,-4-4-43 16</inkml:trace>
  <inkml:trace contextRef="#ctx0" brushRef="#br0" timeOffset="134881.15">4537 16033 210 0,'0'0'2'0,"0"0"2"0,0 0-3 15,0 0-5-15,0 0-1 16,-5 47 3-16,8-22 2 15,6 7 0-15,-2 3 0 0,4 2 0 16,-1 3 0-16,2 1-1 16,-3 0-4-16,3 0-13 15,-4-4 11-15,-1 1 5 16,-3-5 0-16,-2-3 1 0,0-6 1 16,-2-6-4-16,0-5-35 15,0-8-19-15</inkml:trace>
  <inkml:trace contextRef="#ctx0" brushRef="#br0" timeOffset="135179.85">4576 16230 144 0,'0'0'4'0,"-8"-37"6"15,8 17-3-15,0 2-2 16,0-1 1-16,0 2 0 0,4 2 0 15,2 1 4-15,1 4-6 16,1 2-2-16,4 4 2 16,-2 4-3-16,2 0-1 15,1 2 0-15,-2 8-3 16,1 1-2-16,-3 5 2 0,-3 1 9 16,-3 0-6-16,-3 1 0 15,0 2 1-15,0 0-2 16,-3-2 1-16,-3-2-5 15,-3-5-8-15,1-3-8 16,0-4-19-16,1-4-26 0</inkml:trace>
  <inkml:trace contextRef="#ctx0" brushRef="#br0" timeOffset="135444.13">4718 15851 126 0,'0'0'1'0,"0"0"-3"15,0 0 2-15,0 0 3 0,23 40-1 16,-17-20 1-16,2 3-1 16,-2 2 5-16,1 0 9 15,-1 2-1-15,-1-1-5 16,4 4-5-16,-3 0-3 15,1-2-1-15,-1-1-1 16,1 2 0-16,-1-5-6 0,0-3-41 16,-4-5-19-16</inkml:trace>
  <inkml:trace contextRef="#ctx0" brushRef="#br0" timeOffset="135592.93">4776 16138 238 0,'0'0'-2'0,"0"0"-2"16,10-47 3-16,3 26 1 15,2-1 0-15,1 0-39 0,-1 0-52 16</inkml:trace>
  <inkml:trace contextRef="#ctx0" brushRef="#br0" timeOffset="136176.73">5293 15493 249 0,'0'0'5'16,"0"0"3"-16,0 0-6 16,-38-23-2-16,28 23-9 0,-1 0-12 15,1 6 12-15,-2 7-3 16,1 4 5-16,0 1 5 16,-2 2 2-16,4 4 1 15,0-1 2-15,1 2-1 16,6 0-1-16,0 0 0 0,2-2 0 15,0-1-1-15,0-3 0 16,3-4 0-16,6-3-1 16,-3-3 1-16,3-5-6 15,0-1 6-15,1-3-1 16,0 0 4-16,1 0 0 0,-1 0 0 16,-1 0-2-16,1 0 0 15,-2 0-1-15,-2 1 1 16,-2 5 0-16,1 3-3 15,-5 3 5-15,0 3 1 16,0 5-2-16,0 1 1 0,-6 3 3 16,3 0 2-16,-1 3 0 15,2-3-4-15,2 2-2 16,0-3 0-16,0-1-2 16,4-2 0-16,3-4 0 15,3-2-1-15,0-4 0 16,3-4-2-16,3-5 0 0,-1-1-4 15,1-3-13-15,-1-10-16 16,2-4-26-16</inkml:trace>
  <inkml:trace contextRef="#ctx0" brushRef="#br0" timeOffset="136561.29">5439 15837 155 0,'0'0'57'0,"0"0"-5"0,0 0-31 0,0 0-5 15,0 0-9-15,0 0-6 16,0 0-9-16,0 0 4 0,0 0-1 16,0 0-4-16,-14 41 10 15,20-22-2-15,-1-1-3 16,0 0 0-16,1-2-1 16,-1-5 2-16,1 1-12 0,1-5-6 15,-2-3 4-15,-1-4-9 16,-2 0 18-16,1-4 7 15,-1-8 9-15,2-5 4 16,-4-1-1-16,0-5-2 16,2 1-1-16,-2-1 0 15,0 2-1-15,2 1-4 0,1 4 1 16,4 3-2-16,-1 2-2 16,5 5-1-16,-1 5 1 15,1 1-5-15,2 0-3 16,0 8-2-16,1 5 0 15,-1 3-8-15,0 1-2 0,0 1-4 16,-1-1-10-16,1-3-12 16</inkml:trace>
  <inkml:trace contextRef="#ctx0" brushRef="#br0" timeOffset="137329.81">5787 15806 152 0,'0'0'14'15,"0"0"26"-15,2-44-12 16,-2 32-12-16,-7-1-8 16,-1 2-2-16,-2 4-4 15,-1 0-3-15,0 4 5 0,0 0-2 16,2 3-1-16,0 0-6 16,0 0 10-16,4 10 2 15,3-1-6-15,2 2-1 16,0 3 0-16,0-1-2 15,7 0-1-15,3-2-6 0,2-1-4 16,-1-3-1-16,1-5 13 16,-1-1 0-16,-1-1 1 15,0 0 0-15,-1 0 1 16,-2-5 3-16,2 0 4 16,-3-2-4-16,1 1 0 0,-2 2 0 15,3 4-2-15,0 0 0 16,2 0 0-16,1 9-1 15,1 6-1-15,3 4-1 16,-1 3 1-16,-3 5 2 16,0 2-2-16,-1 1 2 0,-4 1 1 15,-2 2-3-15,-4 1 1 16,0-2-1-16,0 1 1 16,-9-5 0-16,1-5-1 15,-2-6 2-15,4-4-1 16,-1-7 2-16,1-5 6 0,0-1-3 15,2-3 0-15,0-11-9 16,0-4-2-16,4-4 6 16,0-6-1-16,0-4-3 15,0-2 5-15,4 0-2 0,4-1-2 16,-2-1 4 0,0 1 0-16,-2 1 0 0,3 2-2 15,-3 1 0-15,1 3 0 16,0 7 0-16,-3 2 0 15,1 5 1-15,-1 3-1 16,-1 4 0-16,2 2 1 16,-3 4-1-16,2 1-1 0,0 0 1 15,2 0-3-15,3 10 1 16,0 1-3-16,0 6 2 16,1 0 6-16,1 0-1 15,1-1-1-15,-1-3-1 16,-1-5-1-16,2-1 0 0,-2-5 1 15,1-2 1-15,1 0-3 16,0 0 1-16,1-9-4 16,-1-5-17-16,-1-6-37 15,-3 0-36-15</inkml:trace>
  <inkml:trace contextRef="#ctx0" brushRef="#br0" timeOffset="137451.4">6010 15509 242 0,'0'0'-20'0,"0"0"22"0,0 0-2 0,0 0-41 0,0 0-85 15</inkml:trace>
  <inkml:trace contextRef="#ctx0" brushRef="#br0" timeOffset="137884.87">6114 15572 188 0,'0'0'5'0,"0"0"-2"0,0 0-4 16,0 0 1-16,0 0 1 16,0 0 1-16,23 46-2 15,-13-30 0-15,-4 2 0 16,5-1 0-16,-1 0 0 15,-3-3 0-15,1-2 1 0,-1-2-1 16,2-3-1-16,-2-4 1 16,1-2 0-16,-1-1-3 15,-3 0 1-15,1-3 1 16,0-5 1-16,-3-5 0 16,0-1 3-16,-2-2 1 0,2-1-2 15,0-1 0-15,-2 2 3 16,3 1-2-16,1 1-1 15,2 2 1-15,2 2-1 16,0 3-1-16,3 1 3 16,-1 3-3-16,3 3 2 15,-2 0-2-15,-1 7 0 0,3 6 1 16,0 0-5-16,0 4-1 16,-2-3-19-16,3 1-8 15,-5-3-15-15,-1-2-29 16</inkml:trace>
  <inkml:trace contextRef="#ctx0" brushRef="#br0" timeOffset="138276.71">6493 15586 225 0,'0'0'-12'0,"0"0"13"0,0 0-3 0,0 0-12 15,0 0 0-15,0 0 3 16,0 0 3-16,0 0-8 16,0 0 8-16,2 18 8 0,1-28 5 15,3-3 4-15,1-2 2 16,-4-1-3-16,1-2 0 16,0-1-5-16,-4 1-2 15,0 2-1-15,0 0 0 16,0 5 0-16,-6 2 1 0,-4 5-1 15,2 4 2-15,1 0 0 16,-2 10 5-16,-2 7-7 16,4 3-3-16,-1 3-5 15,5 2-1-15,1-2 7 16,2 1 1-16,0-4 1 0,0-3 1 16,6-3-2-16,5-4 1 15,3-1-3-15,1-6-18 16,0-3-10-16,2 0-43 15</inkml:trace>
  <inkml:trace contextRef="#ctx0" brushRef="#br0" timeOffset="139152.42">6681 15566 120 0,'0'0'3'16,"0"0"0"-16,0 0-1 16,0 0-2-16,0 0 2 15,0 0 2-15,0 0-1 0,0 0-1 16,0 0 8-16,-9 3 2 16,9-15-1-16,0 2 0 15,0-3-5-15,0 1 0 16,0 0-2-16,-4 1-1 15,-4 1 0-15,2 4 0 0,-3 3 0 16,1 2 3-16,2 1 0 16,-1 0-3-16,4 8-3 15,0 5-4-15,3 3-16 16,0 4 4-16,0 0 4 16,2-2 8-16,5-2 4 15,3-1 0-15,2-5 0 0,2-3 0 16,2-4-2-16,-1-3 1 15,3 0 2-15,-2-3-1 16,0-8 2-16,-1-2-1 16,-1-4 0-16,-2 0 0 0,2-3 1 15,-3 0 0-15,-1 0-1 16,-4-2 4-16,1-1 1 16,-3 2 3-16,0 2-1 15,-1 1 0-15,1 5-1 16,-1 2-1-16,-1 4 1 0,0 2-1 15,-1 1-3-15,3 1-2 16,-2 2 0-16,4 1 1 16,-1 0-2-16,2 0 1 15,0 6 0-15,2 3-2 16,1 1 1-16,2 3-1 16,-1 1 1-16,-2 1-8 0,4-1 10 15,-2-1-1-15,1-1-1 16,-3-2 1-16,2-3-1 15,0-4 0-15,0 0 0 16,-2-3 1-16,2 0 0 0,-2-8 3 16,0-4-2-16,-2 0 1 15,2-6 2-15,-5 1 1 16,-2-1-1-16,1-1 0 16,-1-1-2-16,-2 2-2 15,0 2-1-15,0 4 1 16,0 0 0-16,0 5 0 15,-4 4 1-15,3 0 2 16,0 2-1-16,1 1-1 0,0 0-2 16,0 3-3-16,1 5 1 15,6 5 4-15,-2 0-1 16,4 4 0-16,-2-3-2 16,3 0 1-16,1-2 0 0,-1-4-6 15,1-1-12-15,1-2-14 16,-2-4-17-16,-1-1-31 15</inkml:trace>
  <inkml:trace contextRef="#ctx0" brushRef="#br0" timeOffset="139279.79">7117 15174 182 0,'0'0'-9'0,"0"0"10"0,0 0-1 0,-36-22-52 0</inkml:trace>
  <inkml:trace contextRef="#ctx0" brushRef="#br0" timeOffset="139792.51">7262 15257 236 0,'0'0'0'0,"0"0"15"16,0 0-13-16,0 0-3 15,0 0-12-15,0 0 2 16,0 0 6-16,-25-32 5 16,25 26 0-16,0 0 5 15,0 4 5-15,3 0-8 0,5 2-1 16,4 0 0-16,-1 3-11 15,3 7-8-15,-1 4-6 16,0 0 4-16,-2 2 0 16,-2 1 14-16,-2-1 6 15,-2-2 1-15,-1-2 3 0,-4-3 10 16,2-4-1-16,-2-3-4 16,0-2-2-16,0 0 9 15,0-3-13-15,0-8-6 16,-2-5 0-16,0-4 1 15,0-1 1-15,-3 0 1 0,5 0 2 16,0 1 0-16,0 1 10 16,0 5 5-16,2 1-9 15,7 5-6-15,-2 2-2 16,3 3 0-16,3 3-4 16,-1 0-6-16,3 7 7 0,0 6 0 15,-1 1 0-15,0 2-6 16,0-2-6-16,-1 0-9 15,-1-1-11-15,1-4-12 16</inkml:trace>
  <inkml:trace contextRef="#ctx0" brushRef="#br0" timeOffset="140339.96">7606 15115 108 0,'0'0'49'0,"0"0"-15"0,-23-38 12 0,12 29-14 0,1 5-18 16,-2 4-12-16,1 0-4 16,1 6-6-16,2 7 12 15,1 2-6-15,3 2 0 16,4 1-5-16,0-2 4 16,0-3-8-16,2 0-9 0,7-5-3 15,1-2 10-15,0-6 0 16,1 0 3-16,1-1-2 15,-1-9 9-15,-2-6 4 16,2-1 0-16,-2-1 7 16,-3-2 4-16,1 0 1 0,-2 1 1 15,-2 5 1-15,0 0-7 16,0 8-3-16,-1 3-4 16,2 3-1-16,-2 1 2 15,3 12 0-15,-1 5-2 16,3 7 8-16,4 3-5 0,-2 6-1 15,3 2-2-15,-2 4 0 16,2 4-2-16,1 4-13 16,-2 0-6-16,1 1 22 15,-3-2-9-15,-5-7 3 16,-2-5 9-16,-2-8 3 0,0-7 11 16,-2-6 0-16,-5-5-4 15,-1-5-4-15,-4-4-3 16,1-1-2-16,-3-12-4 15,-1-6-2-15,1-2-3 16,1-6 3-16,3-3 0 0,4-1 3 16,4-2-5-16,2 5-2 15,0-3-21-15,2 2-49 16</inkml:trace>
  <inkml:trace contextRef="#ctx0" brushRef="#br0" timeOffset="140581.89">7700 14716 88 0,'0'0'40'0,"0"0"-61"0,0 0 13 0,22 42-58 0</inkml:trace>
  <inkml:trace contextRef="#ctx0" brushRef="#br0" timeOffset="140724.01">7769 14684 258 0,'0'0'4'0,"0"0"-4"0,0 0-4 15,7 55-2-15,0-35-46 16,-5 0-40-16</inkml:trace>
  <inkml:trace contextRef="#ctx0" brushRef="#br0" timeOffset="141386.47">3499 15696 120 0,'0'0'116'0,"0"0"-109"0,0 0 6 0,0 0-12 16,-17 37-8-16,17-20-22 15,0 3-26-15,2 1-37 16</inkml:trace>
  <inkml:trace contextRef="#ctx0" brushRef="#br0" timeOffset="142233.28">3661 15865 57 0,'0'0'4'0,"0"0"-1"0,0 0 12 16,-39 13-5-16,29-10-4 0,-3 2-2 15,0-1-3-15,1 1 8 16,-1-1-3-16,1 2 5 16,1-2 1-16,-1 2-2 15,2 1-4-15,-1 0-2 16,0 0-3-16,-1 3 0 0,2 0-1 15,1 1-1-15,-3 2 2 16,1 1-1-16,0 2 0 16,2 1 0-16,-2 3 0 15,2 1 0-15,0 2 0 16,2 1 0-16,-2 1-2 16,3-1 2-16,-3 0-1 0,4 0-1 15,-3-2 2-15,3 0-1 16,0 2 1-16,0-3 0 15,3 5 0-15,0-1 0 16,2 3 0-16,0 1 0 0,0 5 0 16,0 0 0-16,9 5 1 15,3 0 1-15,1 4-2 16,5 2 3-16,4 2 0 16,2-1 1-16,7 3 2 15,1 0 0-15,9-1 0 16,-2-1-4-16,9-4 1 0,-2-4-1 15,6-7 1-15,4-5 0 16,1-6 5-16,6-10 0 16,5-5 0-16,5-6-5 15,4-3-2-15,3-14 1 16,5-6-1-16,-2-4-11 0,-7-7-44 16</inkml:trace>
  <inkml:trace contextRef="#ctx0" brushRef="#br0" timeOffset="143665.85">3652 15766 83 0,'0'0'1'0,"38"0"2"0,-15-5 0 0,6-2 2 16,3-2-1-16,5-3-3 16,5 1 0-16,6-3-1 0,3-1 1 15,4-3-1-15,6 2 1 16,2-2-1-16,5 1 0 16,3-2 0-16,4 0 1 15,4-1-1-15,3-5 0 16,7-1 5-16,3-5 5 15,0-3-3-15,5-4-3 0,5-2 1 16,-4-2-3-16,2-1 0 16,1 1-1-16,2 1 0 15,-4 2 2-15,-1 3-3 16,2 1 1-16,-1 2 0 16,-5 1 1-16,-3-1 9 15,1 0 2-15,0 2-1 0,-6 0-1 16,-1 1-4-16,0 3-1 15,-1 3-3-15,-3 1 0 16,-2 3-1-16,-1 2 0 16,-2-2-2-16,-4 0-1 0,0-1 1 15,-7-3 1-15,-1-2-2 16,-6-2 1-16,-4-1 0 16,-3 2 0-16,-4 3-1 15,-7 5 1-15,-4 5 0 16,-5 5-1-16,-4 6 0 15,-4 3 0-15,-4 0 1 0,-2 10 1 16,2 4 1-16,-1 3 3 16,0 6 0-16,2 4-2 15,1 5 4-15,5 2-5 16,-3 1 1-16,3 0-2 16,1 1 1-16,0 0-1 0,0-1 2 15,4 1-2-15,-4 4 0 16,2 3 1-16,2 4-1 15,-1 1-1-15,1 0 1 16,-2-1-2-16,0 1 2 0,0-8-1 16,-5-3 0-16,-3-3 0 15,-1-4 0-15,-7-2 1 16,-5-1 1-16,-2 2 0 16,-6-2 3-16,-2 0-3 15,-12-2 3-15,-4 1 3 0,-9-2-2 16,-2-1 0-16,-7 0-4 15,-4 1-1-15,-4-2-1 16,-4 1 0-16,-5 1 1 16,-3 1-2-16,-2-1-3 15,-4 0-6-15,-1 1 1 0,-2 2 0 16,-3-3-1-16,1 2-6 16,-2-2-3-16,0 0 13 15,-3 0 7-15,-1 1 0 16,-1 0 4-16,-2 1 1 15,-4 2-4-15,-3-1-2 16,0 3 0-16,1-2 1 0,-3 2 3 16,2-2 8-16,0-1-6 15,3-2 1-15,1-1 1 16,2 0-3-16,2 0 0 16,-1 1-4-16,5 1 0 15,-1 1-1-15,3 0 0 0,2 1 0 16,1-2-1-16,3 2 0 15,3-3-1-15,2-3-1 16,3-2 1-16,1-1 3 16,2-5-1-16,0 0 2 15,0-1 0-15,-4-2 2 0,3 1-2 16,-1 0 0-16,-2 1 1 16,0 2-3-16,-2 2 0 15,1 4 0-15,-3 0-2 16,3 3 0-16,-3 4-5 15,-2 2-17-15,-1 0-56 16</inkml:trace>
  <inkml:trace contextRef="#ctx0" brushRef="#br0" timeOffset="144681.1">6028 15081 82 0,'-2'0'3'0,"-2"0"22"0,2 0-1 15,1 0-14-15,1 0-5 0,0 0-6 16,0 0-2-16,0 6 3 16,0 1 1-16,3 0 0 15,1 0 0-15,2 0 0 16,3-4-1-16,1-3 1 16,3 0 3-16,5-20 4 0,4-18 7 15,9-18 7-15,8-22-7 16,7-19-6-16,8-17-5 15,5-14-2-15,5-3-2 16,-1-3-34-16,-1 0-74 16</inkml:trace>
  <inkml:trace contextRef="#ctx0" brushRef="#br0" timeOffset="145349.75">5852 15226 28 0,'0'0'21'0,"0"0"-18"0,0 0 8 15,0 0 10-15,0 0-6 16,0 0-2-16,0 0 1 0,0 0-2 16,0 0-3-16,0 0-4 15,0 0-2-15,35-14 0 16,-25 21-1-16,-1 2-1 16,4-1 0-16,3-2-1 15,1-3-1-15,3-3 0 0,1-8 1 16,0-17 0-16,6-13 6 15,7-21 17-15,5-19-1 16,11-20-2-16,4-18-10 16,9-18-3-16,8-10-5 15,5-4 0-15,2-8-4 0,1 2-34 16,-4 4-67-16</inkml:trace>
  <inkml:trace contextRef="#ctx0" brushRef="#br0" timeOffset="149094.12">5872 15152 45 0,'0'0'8'0,"0"0"-4"0,0 0-3 0,0 0 3 15,0 0 6-15,0 0-3 16,0 0 1-16,0 0-1 16,0 0 0-16,44 22 2 15,-32-21-2-15,-1-1-1 0,-1 0-3 16,3-10 1-16,4-6 0 15,1-12 4-15,0-12 4 16,8-12 0-16,4-14-11 16,10-15 4-16,4-12-3 15,8-12 1-15,3-7-2 0,1-8-35 16</inkml:trace>
  <inkml:trace contextRef="#ctx0" brushRef="#br0" timeOffset="161576.82">1665 16935 103 0,'0'0'4'0,"0"0"-1"0,0 0 2 16,0 0-4-16,0 0-4 15,0 0 1-15,0 0 1 16,0 0 1-16,0 0-1 16,12-43 0-16,-1 29 1 0,-2-2-48 15</inkml:trace>
  <inkml:trace contextRef="#ctx0" brushRef="#br0" timeOffset="162245.54">1847 16658 35 0,'0'0'-20'0</inkml:trace>
  <inkml:trace contextRef="#ctx0" brushRef="#br0" timeOffset="162564.88">1847 16658 46 0,'0'0'37'0,"0"0"-1"16,0 0-10-16,4-15-17 16,-2 13-13-16,5 1 5 15,0-3-2-15,1 0 1 16,3 1-3-16,1-2 1 16,3 0 3-16,1 1-6 0,-2 0 8 15,4 0-2-15,-1-1 4 16,5 1 0-16,1-2 1 15,4 2-4-15,0-3 0 16,4 0 0-16,1 1-2 16,3-2 3-16,-1-1-3 0,-1-2 0 15,-1 0 0-15,1 0-2 16,-2 0 6-16,-2 1 1 16,-2 1 0-16,0 0-4 15,0 2 1-15,-5 0-2 0,-4 1 1 16,-1 2-1-16,-3 1 2 15,-5 3-1-15,-3 0-17 16,-5 0-17-16,-1 0-10 16,0 4-21-16</inkml:trace>
  <inkml:trace contextRef="#ctx0" brushRef="#br0" timeOffset="163056.66">2302 16584 4 0,'0'0'21'0,"45"-16"17"0,-23 9-6 16,1 1 0-16,0-2-8 0,0 1-12 15,2-2-5-15,2 1-4 16,2-1-2-16,-2 2 0 16,-2-1 0-16,1 2 0 15,-4 0-1-15,-1 1 1 16,-4 2-1-16,-1-1 0 16,-3 1 0-16,-3 0 0 15,-1 0 1-15,-1 0-1 0,-1 2 1 16,-2-1-1-16,-2 1 0 15,1 0 2-15,-2-1-16 16,-2-2-24-16,0 4-17 16</inkml:trace>
  <inkml:trace contextRef="#ctx0" brushRef="#br0" timeOffset="166464.04">1938 16723 115 0,'2'0'5'0,"-2"0"-5"0,2 0-1 16,-2 0 3-16,1-1-2 15,3-4 0-15,-2 3-1 16,3-1 2-16,-1 0-2 16,1 0 0-16,-1-1 2 0,5 1 0 15,0 0-1-15,4-3 1 16,3-1-1-16,2-1 0 15,5-1 0-15,3-2 0 16,1-2-1-16,5 0 2 16,1 2 3-16,0-2 5 15,3 0 2-15,2 1-4 0,0-1-1 16,1-3-4-16,2 2 0 16,-1 0 0-16,-1 0-1 15,1 0-1-15,-8 2 2 16,-1 2-2-16,-6 0 0 15,-4-1 0-15,-7 4 0 0,-3 0 2 16,-3 2-1-16,-2 1 0 16,-2 0 1-16,-4 1-2 15,0 0-14-15,0-1-36 16</inkml:trace>
  <inkml:trace contextRef="#ctx0" brushRef="#br0" timeOffset="185270.46">1517 15622 100 0,'0'0'10'0,"0"0"-10"0,0 0-2 0,0 0-3 0,0 0-10 16,0 0 1-16,0 0 1 15,0 0 9-15,0 0 4 16,42 5 0-16,-36-1 0 15,0-1 0-15,-1 1 0 16,2 2 2-16,0-1 5 0,-1-2-23 16,5 0 25-16,-1-1 8 15,3 0-16-15,-2 0-19 16,7-1 38-16,-3-1-20 16,3 0 2-16,5 0 0 15,1-3-2-15,2-4 0 0,2-4 3 16,-2-3-38-16</inkml:trace>
  <inkml:trace contextRef="#ctx0" brushRef="#br0" timeOffset="186610.23">1556 15624 97 0,'0'0'2'0,"0"0"1"0,0 0-3 0,0 0-2 16,0 0-11-16,0 0-8 15,0 0 12-15,0 0 8 16,0 0 8-16,0 0 14 16,0 0-8-16,0 0-2 15,-25 3-7-15,23-3-2 0,0-2-1 16,0 1-1-16,0-1 0 15,-4-2 2-15,0 1 3 16,-1-1 2-16,1 0 8 16,-4 1-5-16,-2-3-4 15,1 2-3-15,-1-1-1 0,-1 2-2 16,-1-1-5-16,1 3 4 16,2-2 3-16,-3 2-1 15,1 1 8-15,1 0-5 16,1 0 0-16,-1 0-1 15,2 0-2-15,1 1 0 16,-2 5 0-16,4-1-2 0,-4 0 2 16,3 2-2-16,1 0 1 15,-3 0 1-15,-1 0-1 16,1 2 1-16,-2-2 1 16,1 2 1-16,-3-1 1 15,3 1 0-15,0-1-2 0,0 2-1 16,-2 1 0-16,4 0-1 15,-3 0 0-15,1 0 0 16,1 1 1-16,2 2-2 16,-1-3 2-16,3 3-1 15,-1 0 0-15,-2-1 0 0,4 2-1 16,-1 0 1-16,-1 0 0 16,3 0 0-16,-1 1 0 15,0-1 0-15,3 2 0 16,-2-2 0-16,0 2-1 15,0-2 1-15,1 2 0 16,-1 1 1-16,1 1-1 0,-1 2 1 16,1 1-1-16,1 2 1 15,-2 0 0-15,2 1 1 16,-3-2-1-16,3 1 1 16,0 0-1-16,2-1-1 0,0-2 0 15,0-1 1-15,2 0-1 16,5 0 0-16,-1-1 0 15,3-1 0-15,0 3 0 16,2-2-1-16,3 2 1 16,-1 0-1-16,2 1 1 0,1 1-1 15,-2-1 0-15,6 1-2 16,0-2 2-16,-2 2 2 16,4 1 3-16,3 0-2 15,0 3 0-15,4 3 0 16,2 0 0-16,5 3 1 0,4 1-2 15,0-2-1-15,5 1-3 16,-1-2 6-16,1-2-3 16,2-5 1-16,2-1 0 15,0-4-3-15,1-2 3 16,1-7-15-16,-2-4-21 0,-4-6-30 16</inkml:trace>
  <inkml:trace contextRef="#ctx0" brushRef="#br0" timeOffset="187128.79">1811 15581 104 0,'10'-6'-4'0,"3"1"5"0,0 1 0 0,5-1-1 0,-1 3-2 16,1 0-14-16,2 2 1 15,0 0 7-15,1 0 7 0,-2 0 2 16,-1 0-1-16,1 0 0 16,-2 0 0-16,1 0-3 15,-3 0-20-15</inkml:trace>
  <inkml:trace contextRef="#ctx0" brushRef="#br0" timeOffset="187947.17">2261 15612 82 0,'0'0'10'0,"0"0"0"16,52 28 11-16,-33-19-9 0,3 1-8 15,-2 0-3-15,0-1 0 16,1-1 0-16,-2 0 3 15,2 0 3-15,1-1 0 16,-2 0-2-16,0 0-4 16,3 3 0-16,-4-1 0 15,0-1 1-15,0-1-1 0,-1-1 0 16,-2 1-1-16,0 0 0 16,2 0 0-16,-3-1 0 15,3 1 1-15,-3 0-1 16,0 3 0-16,-1-1 0 15,3 2 0-15,-6 2 0 0,4 0 1 16,-3-1 0-16,1 0 0 16,0-1-1-16,-4 1 0 15,2 0 0-15,-2 1-1 16,0 1 1-16,-4 2-2 16,3 4 7-16,-3 2-3 0,0 1 0 15,-1 4-2-15,0 0 0 16,-3 3 1-16,3-1-1 15,0-1 1-15,-4 0-1 16,2-1 0-16,0-3-1 16,0-1 2-16,-1-3-1 0,-1 0 0 15,0 0 0-15,0-1 0 16,0 1 0-16,0-1 0 16,0 2 1-16,-3 0-1 15,-3-2-2-15,0 2 3 16,1-1 0-16,-4 1-1 0,2-2 0 15,-2-1 0-15,1 1 1 16,1-3 3-16,-3 2 2 16,2 0-4-16,-1 1-2 15,0 5-3-15,0 0-8 16,0 2-2-16,-3-1-10 16,-1 2 19-16,-2 0 0 0,-3-1 3 15,0-2 1-15,0 0 1 16,-4 1 0-16,-1-2 0 15,-1 0-1-15,-3 1 2 16,-2-4-2-16,0 0 1 0,0-3-1 16,-2-4 6-16,-1-5 9 15,3-2-5-15,0-4 4 16,0-2-3-16,0 0 1 16,0-6-7-16,-2-7 4 15,-1-2-4-15,-1-3 13 16,-1-3-10-16,1-2-2 0,0 2-4 15,-1-2-1-15,3 3 0 16,2-1-5-16,2 1-22 16,-2 2-33-16,2-1-97 15</inkml:trace>
  <inkml:trace contextRef="#ctx0" brushRef="#br0" timeOffset="192263.9">22434 8967 119 0,'0'0'18'0,"0"0"-10"0,0 0 0 0,0 0 5 16,0 0-4-16,0 0-4 0,0 0 0 16,0 0-5-16,0 0 1 15,0 0-2-15,0 0 0 16,0 0 2-16,0 0 2 16,19 17-3-16,-16-11 0 15,1 0 0-15,1-1 0 0,0 1-1 16,-1 0 1-16,0-1 0 15,1-1 1-15,-2 1-2 16,1-1 2-16,2-3-1 16,1 0-2-16,1-1 1 15,4 0 0-15,2-3 2 0,3-6-3 16,3-2 5-16,3-2 2 16,2-3 4-16,4-1-4 15,4-3 1-15,1-4-2 16,5 0-1-16,1-3 0 15,3 0 0-15,-2-4 0 0,1-3 1 16,-1 1 2-16,-1-1 1 16,-5-1 1-16,-2 3-3 15,-9 4 2-15,-4 5-3 16,-7 3 0-16,-5 5 0 16,-3 3-3-16,-4 5-10 0,-1 4-34 15,-4 0-42-15,-7 3-46 16</inkml:trace>
  <inkml:trace contextRef="#ctx0" brushRef="#br0" timeOffset="192839.77">22415 8954 100 0,'0'0'11'0,"0"0"19"0,0 0-12 0,0 0-3 15,0 0 0-15,0 0-6 16,0 0-5-16,0 0-3 16,0 0-4-16,0 0-12 15,0 0 15-15,-8 13-9 0,8 1-1 16,0-1 6-16,0 1 3 15,0 3 0-15,0 0 1 16,4-3 0-16,-2-1-1 16,1-1-1-16,5-1 0 15,-3-5-1-15,4-3 2 16,0-3 7-16,3 0 7 0,5-2 3 16,4-8 1-16,4-5 1 15,3-4 0-15,5-5-3 16,6-4-2-16,3-4-4 15,5-2-3-15,5-4-3 16,9-3-2-16,4-2 1 0,5-1-1 16,3 0 0-16,-1 1-14 15,1 1-47-15,-7 2-61 16</inkml:trace>
  <inkml:trace contextRef="#ctx0" brushRef="#br0" timeOffset="195490.49">22355 9110 54 0,'0'0'9'0,"0"0"11"0,0 0-8 0,0 0-8 15,0 0 0-15,0 0 7 16,0 0 5-16,0 0-2 15,0 0-3-15,0 0-6 16,-9-18-7-16,9 18-5 0,0 0 5 16,0 0 4-16,1 0-3 15,2 3 0-15,0 3 2 16,1-1 0-16,-1-1 0 16,0 2 0-16,2 3-1 15,-1-2 1-15,2 1 0 16,1 2 1-16,5 0-2 0,0 0-2 15,3-1-5-15,3-1 7 16,1-1-7-16,4-1 3 16,0-3 6-16,-1-1-1 15,-1-1 0-15,1 0 0 0,-1-1 1 16,-2 0-2-16,2 0 1 16,1 0-1-16,0 0 1 15,2-1-1-15,-2-2 0 16,2 0 0-16,-1-2 1 15,-2 0-1-15,2 2 0 0,1-3 0 16,-4 1 1-16,5 0-1 16,0 1 0-16,1 0-3 15,1-1-15-15,-3 0 6 16,4 2 11-16,2-2 2 16,-3 2 1-16,3-2 4 0,-1 1 3 15,3 0-4-15,0 1-3 16,-1-1-1-16,1 0-1 15,0 1 1-15,0 1-1 16,-2-1 0-16,1-1 0 16,2 3 0-16,-1-2 4 15,2 0 3-15,0 3-1 16,-1 0-4-16,2 0-1 0,-5 0 0 16,-1 0-1-16,0 0 1 15,-2 0-1-15,-3 4 0 16,2-1 0-16,-1-1 0 0,0 1 0 15,0-1 3-15,0 1 1 16,1 0-1-16,1 0-1 16,0 0-1-16,-1 0 0 15,-2-2 1-15,3 2 2 16,-2-2 4-16,1 2 4 16,0-1-3-16,1 0-3 0,-2 0-2 15,1-1-1-15,0 1-2 16,-1-1 0-16,1 2 0 15,1-2-1-15,-1 2 1 16,-1 0-1-16,-1-2 0 16,2 2 2-16,-5-1-2 0,1 0 0 15,-3 0 0-15,2 1 1 16,-4-1-1-16,1 1 0 16,3-1 0-16,-5 1 0 15,1 1 2-15,-1-1 0 16,0-1-1-16,-2 2 1 0,1-1-1 15,0 1 1-15,1 0-2 16,-3 3 0-16,2 0 1 16,2 0-1-16,1 4 0 15,-4 1 1-15,3 5-2 16,-8 0 2-16,-2 2-10 0,-6 0-38 16,-1-2-25-16</inkml:trace>
  <inkml:trace contextRef="#ctx0" brushRef="#br0" timeOffset="203467.92">6424 16794 96 0,'0'0'3'0,"0"0"17"0,0 0-12 0,0 0-5 15,0 0-1-15,0 0-2 16,0 0 1-16,0 0-1 16,0 0 1-16,0 0 3 15,0 0 2-15,0 0 1 16,0 0-1-16,-14-31-1 0,14 28-2 16,-2 0 0-16,-3 0 7 15,3 0 5-15,-4 1-5 16,1 2-2-16,0 0-3 15,-1 0 0-15,0 0-4 16,1 5 0-16,-1 8-1 0,1 0-1 16,0 7 1-16,-1 2 0 15,3 4 0-15,1 5 0 16,2 2 0-16,0 2 1 16,0 0-1-16,0-3 0 0,9 1 0 15,0-5 0-15,2-3 0 16,0-3 1-16,5-4-2 15,-1-4 1-15,1-3 0 16,-1-4 0-16,4-6-6 16,3-1 5-16,0-4-2 15,3-13 6-15,-1-4-7 0,1-9-56 16</inkml:trace>
  <inkml:trace contextRef="#ctx0" brushRef="#br0" timeOffset="204065.69">6690 16584 102 0,'0'0'8'0,"0"0"-6"0,0 0 5 16,0 0 0-16,0 0-1 0,27 53-3 15,-21-33 0-15,-1 2 3 16,0 1 1-16,1 4 3 16,-1-2 0-16,1 4-3 15,1-1-1-15,-2 1-4 16,1-1 0-16,-1-3-2 0,1-1 1 15,-2-5-1-15,2-1 1 16,0-3-1-16,-2-4 0 16,-3-1 0-16,2-3 0 15,0-2 0-15,-3-1 0 16,0-2 0-16,0-2 0 16,0 0 2-16,0-2 6 0,0-7 0 15,0-2-4-15,0-5 0 16,0 1-1-16,0-2-1 15,2-1-1-15,2 3-1 16,4 0 1-16,-1-1-2 0,3 3 1 16,1 0 0-16,3 3 1 15,-1 0-2-15,3 2 2 16,-1 3-1-16,3 1 0 16,-4 4 0-16,4 0 0 15,-3 6-1-15,-1 4-2 0,-1 5 0 16,-3 4 5-16,0-1-3 15,-1 8-1-15,-2 1-5 16,0 1-22-16,-1-1-16 16,1-5 3-16</inkml:trace>
  <inkml:trace contextRef="#ctx0" brushRef="#br0" timeOffset="204563.33">7271 16759 99 0,'0'0'18'0,"0"0"27"0,0 0-16 0,0 0-11 0,0 0-10 15,-44-2-3-15,37 12-3 16,-1 0-1-16,0 7 0 15,1 0-1-15,3 2-1 16,-1 2 2-16,2-2-1 16,3 1-7-16,0-5 12 15,0-1-2-15,0-2-4 0,6-3 1 16,0-6-1-16,1-1-1 16,-1-2-3-16,4 0 8 15,-3-3-2-15,3-6 0 16,-1-5 3-16,-2 0-4 15,2-1 1-15,-4-1 0 0,1 1 1 16,0 4-2-16,-2 1 0 16,0 3 1-16,-2 4 1 15,0 2 0-15,2 1-1 16,-1 0-1-16,3 1-1 16,-2 8 1-16,2-1 1 0,-2 4 1 15,0-1-1-15,3 0-1 16,-3 1 0-16,1-4-3 15,4 1-15-15,0-5-12 16,-2-3-15-16,4-1 11 16,-2-2-20-16</inkml:trace>
  <inkml:trace contextRef="#ctx0" brushRef="#br0" timeOffset="204840.47">7441 16533 89 0,'0'0'-3'0,"-8"-45"9"0,6 29-1 0,0 3-2 0,-2 3 3 15,4 8 16-15,0 2 2 16,0 0-19-16,0 11-5 0,0 4 8 16,6 7-5-16,4 5 1 15,-3 2-1-15,5 1 0 16,-2 3-1-16,1-2 1 15,-3 0-2-15,4 1-1 16,-5-3 0-16,0 1 1 0,1-3-1 16,-1-3-1-16,0-1 0 15,-2-6-7-15,-3-7-51 16</inkml:trace>
  <inkml:trace contextRef="#ctx0" brushRef="#br0" timeOffset="204976">7454 16744 226 0,'0'0'-3'15,"0"0"8"-15,0 0-8 0,43-42-55 16,-26 28-31-16</inkml:trace>
  <inkml:trace contextRef="#ctx0" brushRef="#br0" timeOffset="205467.14">7875 16378 148 0,'0'0'-10'0,"0"0"16"0,-36-9 1 15,22 9-6-15,3 0-1 16,-1 3-1-16,2 7 2 16,3 5-2-16,0 4 1 15,3 5 0-15,-1 5 0 0,5 1 0 16,0 2 0-16,0 4 1 16,2-2-1-16,4-1 0 15,2-4 0-15,0-2 1 16,3-2-1-16,1-6 0 15,-1-2 1-15,1-7 0 0,1-4 1 16,-2-4-4-16,2-2 2 16,-3-2 16-16,3-11-1 15,-2-4-8-15,-2-1 2 16,-3-4 0-16,0-1-3 16,0 1-4-16,-1 1 1 0,-2 5-2 15,0 3-1-15,1 3 0 16,-2 6 2-16,2 4-5 15,2 0 3-15,1 9-6 16,1 5 7-16,2 0 6 16,-4 7-8-16,3 2-6 0,-5 5-24 15,-1-5-10-15,3 0-12 16</inkml:trace>
  <inkml:trace contextRef="#ctx0" brushRef="#br0" timeOffset="205994.06">8104 16612 178 0,'0'0'-4'0,"0"0"23"0,0 0-11 16,0 0-6-16,0 0 0 0,0 0-14 16,0 0 15-16,0 0-3 15,0 0 0-15,0 0 0 16,0 57 2-16,6-33-2 15,2 0 1-15,-1-1-2 16,1-1 2-16,2-3-2 16,-4 1 1-16,3-4 0 0,-3-5 0 15,1-1 0-15,-1-3-3 16,-4-4-3-16,0-3 2 16,-2 0 4-16,0-4 13 15,-4-9-12-15,-6-4-1 16,-1-3 0-16,0-4 0 0,-3 1 0 15,1-4 0-15,1 0 1 16,4 0 0-16,3 2 0 16,3 1 0-16,2 1-2 15,0 3 2-15,7 6-2 16,2 0 2-16,5 4-3 0,-1 3 3 16,3 2-1-16,-1 5 1 15,3 0-2-15,-5 2 1 16,-1 8-1-16,-2 2-2 15,-1 4-4-15,-4 0 8 16,-4-1-2-16,-1 2 1 0,0-2-1 16,-4-1 1-16,-8-1 0 15,-2-1 1-15,0-2 0 16,1-1-1-16,-3-4-13 16,4-4-37-16,0-1-29 15</inkml:trace>
  <inkml:trace contextRef="#ctx0" brushRef="#br0" timeOffset="206263.61">8277 16325 241 0,'0'0'6'0,"0"0"-4"0,0 0-3 0,0 0-2 16,0 0 3-16,0 0 0 15,23 54 0-15,-15-28-3 0,-3 3 5 16,3 3-1-16,-3-2-1 16,6 1 0-16,-4 2 2 15,3-5-4-15,-2 2 2 16,-2-5 0-16,1 0-1 16,-1-5-6-16,-2-2-19 15,2-4-14-15,-6-5-6 0,0-8-46 16</inkml:trace>
  <inkml:trace contextRef="#ctx0" brushRef="#br0" timeOffset="206391.65">8348 16555 258 0,'0'0'-4'16,"0"0"12"-16,0 0-6 15,0 0-4-15,33-38-50 16,-19 30-43-16</inkml:trace>
  <inkml:trace contextRef="#ctx0" brushRef="#br0" timeOffset="206940.45">8788 16522 87 0,'0'0'19'0,"0"0"12"16,0 0-10-16,0 0-4 15,0 0-2-15,0 0 5 16,0 0-9-16,0 0-5 15,37-18-1-15,-20 13-3 16,3 0-1-16,3 1-1 0,-1 0 0 16,6-2 1-16,2 3-1 15,-1-1 0-15,4-1-1 16,1-1 2-16,1 0 0 16,4-1 0-16,1 1 0 15,-2-3 0-15,-1 1-1 0,0 1 1 16,-5-1-1-16,-3-1 1 15,-2 1-1-15,-4 0-1 16,-6 1-25-16,-5-3-28 16,-2 1-63-16</inkml:trace>
  <inkml:trace contextRef="#ctx0" brushRef="#br0" timeOffset="207154.05">9345 16296 182 0,'0'0'19'0,"0"0"5"16,0 0-22-16,0 0-1 15,0 0 2-15,0 0-2 16,42 22 1-16,-29 1 1 16,1 8-3-16,-3 9 1 15,-4 10-2-15,-2 6-1 0,-5 10-9 16,0 5-42-16,-14-3-22 15</inkml:trace>
  <inkml:trace contextRef="#ctx0" brushRef="#br0" timeOffset="208114.62">9810 16037 51 0,'0'0'35'16,"0"0"1"-16,0 0 0 0,0 0-4 0,0 0 1 15,0 0-7-15,0 0-11 0,0 0-4 16,0 0-3-16,0 0 2 15,0 0-5-15,0 0-6 16,0 0-1-16,-11-7 4 16,18 20-4-16,-1 1-3 15,-2 2-9-15,3-2-7 0,-2-1-6 16,4-2-10-16,-6-7-10 16,1-2-49-16</inkml:trace>
  <inkml:trace contextRef="#ctx0" brushRef="#br0" timeOffset="208263.12">9906 15989 239 0,'0'0'13'15,"0"0"18"-15,0 0-12 16,0 0-19-16,0 0-3 16,0 0 5-16,0 0-4 0,36 65-17 15,-28-31-37-15,-1 0-52 16</inkml:trace>
  <inkml:trace contextRef="#ctx0" brushRef="#br0" timeOffset="210982.21">10196 16159 104 0,'0'0'9'0,"-2"0"5"0,-2 0-5 0,2 0-8 16,0 0 0-16,0 0-3 16,1 0-9-16,1 0-3 15,-4-1 12-15,2 1 3 0,-3 0 4 16,3 0 12-16,-3 0-7 16,1 4 1-16,-1 7-10 15,-1 4 0-15,-2 2-1 16,2 1 0-16,0 3 2 15,3 2-2-15,1-4 0 16,0-1 1-16,2-4 1 0,0-2 3 16,2-4-2-16,3-1 2 15,5-5 0-15,0-2 8 16,1 0 2-16,2-6 4 16,1-4-7-16,1-4-6 15,-1-5-4-15,-3 0 1 0,0-4-1 16,-4 1 0-16,-5 0-1 15,-2 1 2-15,0 2-1 16,-4 2 4-16,-6 4-6 16,2 5 1-16,-3 3-2 15,2 5 1-15,-3 0-8 16,3 5-30-16,3 6-13 0,-2 2-12 16</inkml:trace>
  <inkml:trace contextRef="#ctx0" brushRef="#br0" timeOffset="211430.58">10338 16122 82 0,'0'0'22'0,"0"0"-20"15,0 0-1-15,0 0-1 0,0 0 0 16,0 0 1-16,0 0 0 15,0 0 5-15,40 7 11 16,-34 5-1-16,1 2-2 16,0 3-8-16,-3-1-1 15,-1-2-5-15,-1 3 0 0,-2-3 0 16,0-3 0-16,0-3 0 16,0-3 1-16,0-2-1 15,0-3 2-15,0 0 15 16,0 0 5-16,0-10-15 15,0-2-5-15,4-4-2 0,2-5 1 16,4-1 0-16,-3 2-1 16,3 1 0-16,0 1-1 15,1 1 0-15,-4 6 6 16,6 1 0-16,-4 7 1 16,1 0-4-16,2 3-1 0,-1 0-1 15,-2 10 1-15,1 1-2 16,-2 4 6-16,-2 2-5 15,1 1-10-15,-5-2-28 16,0 0-20-16,-1-5-46 16</inkml:trace>
  <inkml:trace contextRef="#ctx0" brushRef="#br0" timeOffset="211773.23">10605 16164 188 0,'0'0'-14'0,"0"0"20"0,0 0 0 0,0 0-5 16,0 0 0-16,0 0-1 15,0 0 1-15,0 0-1 16,35-36-1-16,-29 26 8 0,-2-3 8 16,0 1-6-16,-1-3-2 15,-1 1-4-15,-2 0-1 16,0 1-1-16,0 5 2 15,-6-1-2-15,-3 6 3 16,-1 3 4-16,-3 0-4 0,2 5 1 16,-3 10-1-16,4 4-1 15,3 3-3-15,-1 2 0 16,7 1 1-16,1-3-1 16,2-2 0-16,11-3 1 15,5-3-2-15,3-6-16 16,5-7-28-16,1-1-43 0</inkml:trace>
  <inkml:trace contextRef="#ctx0" brushRef="#br0" timeOffset="212142.86">11032 15943 110 0,'0'0'2'0,"0"0"5"0,0-38-6 16,-2 28 0 0,-4 2-1-16,1 2 3 0,-5 2 17 15,1 4 12-15,1 0-7 16,-2 0-13-16,2 7-10 16,1 4-1-16,1 5-1 15,2-1 1-15,3 2-1 0,1-1 1 16,0-2 0-16,11 0 2 15,3-2 1-15,-1-4 1 16,5 2-1-16,2-4 1 16,-2 1 0-16,-1-1-1 15,0 1-3-15,-5 0 0 0,-2-1-1 16,-5 3 0-16,-3 1-1 16,-2 2-1-16,-6 1 1 15,-6 0-15-15,-3-1-40 16,-2-3-20-16</inkml:trace>
  <inkml:trace contextRef="#ctx0" brushRef="#br0" timeOffset="212334.58">11032 15969 201 0,'0'0'2'15,"0"0"4"-15,0 0-5 0,0 0 2 16,0 0-6-16,0 0-1 15,0 0-1-15,-24 54 3 16,12-23 1-16,1 3 1 16,0-2-2-16,-2-1-22 15,2-3-24-15,1-8-7 0</inkml:trace>
  <inkml:trace contextRef="#ctx0" brushRef="#br0" timeOffset="212591.94">11144 15845 102 0,'0'0'2'16,"0"0"17"-16,17 56 4 15,-7-35-6-15,-1 0-8 16,3-1-7-16,-2 1-1 16,-1-1-1-16,3-2 0 0,-6 0-1 15,-3-2-22-15,-3-5-39 16</inkml:trace>
  <inkml:trace contextRef="#ctx0" brushRef="#br0" timeOffset="212961.9">11131 16023 239 0,'0'0'-1'15,"0"0"13"-15,0 0-9 16,0 0-1-16,42-33 1 0,-27 26-2 16,3-3-1-16,1 2-3 15,-2-2 2-15,0 0 2 16,-2-1 0-16,1-1 1 15,-1-1-2-15,-1 1 2 16,-3-1-1-16,-3 2 1 0,-3 2-2 16,0 1 0-16,-5 3 0 15,0 3 1-15,0 2-4 16,-7 0 5-16,0 5-4 16,-1 6-1-16,1 3 6 15,-1 2-1-15,6 4-2 16,0-1 0-16,2-1 1 0,0-1-1 15,8 0 0-15,2-4 1 16,3-2 0-16,1-2-11 16,0-4-25-16,4 0-13 15,1-5-7-15,-3 0-30 16</inkml:trace>
  <inkml:trace contextRef="#ctx0" brushRef="#br0" timeOffset="213353.3">11505 15922 95 0,'0'0'12'15,"0"0"41"-15,8-40-15 16,-8 33-13-16,2 1-10 0,-2 2 0 16,2 3-7-16,0 1-7 15,1 0-2-15,3 5-1 16,-2 4 5-16,2 1-1 16,0 4-1-16,-2-2 0 15,1-1-1-15,-1-2 0 0,0 0 1 16,-1-1-2-16,0-3 0 15,-1-2-6-15,-2 0-6 16,0-2 5-16,0-1 7 16,0 0 4-16,0-5-1 15,0-4-1-15,0-4 1 0,0-1 3 16,2-3-1-16,0 2 0 16,5-2 0-16,-1 1-1 15,4 3-2-15,1 0 1 16,0 4-2-16,3 0-2 15,-1 3 5-15,0 6-3 16,-2 0 1-16,0 3-2 0,-3 7-1 16,-2 6-7-16,-2-1-6 15,-3 3-12-15,-1 1-17 16,0-5-11-16,0-1-25 16</inkml:trace>
  <inkml:trace contextRef="#ctx0" brushRef="#br0" timeOffset="213765.66">11801 15607 247 0,'0'0'1'15,"0"0"6"-15,0 0-1 0,0 0-9 0,0 0-3 16,20 37 7-16,-13-13-11 16,-1 1-4-16,2-2-3 15,-2 4-8-15,1-7-2 16,-3-3-23-16</inkml:trace>
  <inkml:trace contextRef="#ctx0" brushRef="#br0" timeOffset="-214717.4">11126 16031 189 0,'0'0'3'0,"0"0"-2"0,0 0 1 0,0 0-1 16,0 0-4-16,0 0 9 16,0 0 24-16,50 5-20 15,-32-14-7-15,-1-2 0 0,-1-1-4 16,-1-3 0-16,-1-1 9 15,-3 1 7-15,0-1-12 16,-3-1-1-16,-2 3-2 16,-4 2 3-16,-2 1-2 15,0 2-1-15,-8 3-1 0,-3 1-5 16,-1 2 7-16,0 3-5 16,1 0 3-16,0 7 1 15,-2 5-5-15,6 5 5 16,1 1-3-16,3 6-8 15,1 0 5-15,2 1 4 16,0-3 2-16,4 0 0 0,5-4 1 16,3-4 1-16,1-1 0 15,2-3-2-15,3-4 1 16,0-2 0-16,2-3 2 16,-1-1-1-16,1 0-1 0,-1-5-1 15,-1-5 1-15,2-2-16 16,-4-6-30-16,-1-2-52 15</inkml:trace>
  <inkml:trace contextRef="#ctx0" brushRef="#br0" timeOffset="-214327.66">11497 15861 234 0,'0'0'5'0,"0"0"21"0,0 0-17 0,0 0-8 16,0 0-5-16,0 0 4 0,0 0 0 15,0 0 0-15,0 48 0 16,5-31 0-16,1 0 1 16,1-4-1-16,-2 1 0 15,3-3 0-15,-2-3 2 16,0-3-2-16,-2-2-2 16,-1-3-5-16,-1 0 1 0,2-7 11 15,0-3-3-15,1-4 0 16,0-3 0-16,-1-1-1 15,1-2-1-15,3 1-1 16,-3 0 3-16,6 2-3 16,-2 2 0-16,2 4 1 0,1 1-1 15,0 4 1-15,2 3 1 16,-1 3 0-16,-1 0 0 16,2 7-1-16,-1 5-1 15,0 2-1-15,-2 0 8 16,-3 3-10-16,2-2-27 0,-3-3-11 15,-3-2-22-15,-1-3-24 16</inkml:trace>
  <inkml:trace contextRef="#ctx0" brushRef="#br0" timeOffset="-214113.87">11801 15625 286 0,'0'0'4'0,"0"0"4"0,0 0-2 16,0 0-9-16,0 0 0 0,0 0 3 15,2 52-1-15,7-27-4 16,0 2-4-16,0 0-5 16,-3-3-7-16,2 0-21 15,-4-6-25-15,-3-6-32 16</inkml:trace>
  <inkml:trace contextRef="#ctx0" brushRef="#br0" timeOffset="-213750.19">11793 15786 258 0,'0'0'0'16,"0"0"10"-16,0 0-8 15,28-39-2-15,-10 29 2 16,2 1 1-16,1 0-2 15,3-1-1-15,-2 3 1 16,-1-2-1-16,1-1 0 16,-4 1 1-16,2-3-1 0,-7 2 0 15,1 0 1-15,-5 2-2 16,-1 1 1-16,-5 2 0 16,-3 1-1-16,0 4-2 15,-5 0 1-15,-3 5-2 0,-2 6 3 16,2 6 2-16,-2 1-1 15,4 1 1-15,2 2-1 16,3-2 0-16,1-1 0 16,0-3 0-16,7-2-1 15,2-3-3-15,3 0-9 0,0-6-13 16,1-1-14-16,2-3-8 16,1 0 5-16,1-4-26 15</inkml:trace>
  <inkml:trace contextRef="#ctx0" brushRef="#br0" timeOffset="-213387.3">12159 15743 28 0,'0'0'38'0,"20"-38"3"0,-11 17-8 16,-3 5 9-16,1-1-20 16,-2 4-2-16,2 3-6 15,-3 4-3-15,-1 2-5 16,1 4-4-16,2 0-3 16,-2 0 1-16,2 9 0 15,-2 2 3-15,1 3 0 0,-1 0-1 16,2 2-1-16,-3 0-1 15,0-2 0-15,3-1 1 16,-4-2-1-16,1-2 0 16,-2-4 0-16,0-1 0 0,0-2 0 15,-1-2 0-15,0 0 3 16,0-6 0-16,0-5-1 16,-1-2 4-16,-1-4 2 15,2-1-2-15,0 1-5 16,0-2-1-16,6 4 2 0,2 0-2 15,4 4 0-15,-1 2-2 16,0 2 4-16,3 4-2 16,-3 3 0-16,0 0 0 15,1 5-2-15,0 6-16 16,-2 0-21-16,-3-2-42 16,1-2-20-16</inkml:trace>
  <inkml:trace contextRef="#ctx0" brushRef="#br0" timeOffset="-212989.11">12508 15537 224 0,'0'0'-9'0,"0"0"29"0,0 0-11 16,0 0-12-16,0 0 1 15,-39 0 1-15,33 15-1 16,-1 1 1-16,4 2 1 0,1 1 1 15,2-2 0-15,0-3-1 16,6 1 1-16,4-5 0 16,3-2 1-16,2-5-4 15,2-3 3-15,3 0-1 0,-1-3-2 16,4-7 3-16,-3-5 0 16,1-1 1-16,-3-1-1 15,-3-3 1-15,-3 4 1 16,-6 0-2-16,-1 1 0 15,-5 5 0-15,0 3 1 16,-9 3-5-16,-2 4 5 0,0 0-6 16,-3 4 4-16,1 8 0 15,1 3 1-15,3-1-1 16,5 2 0-16,4-2-2 16,0-2-24-16,0-4-16 15,8-4-18-15,2-4-33 0</inkml:trace>
  <inkml:trace contextRef="#ctx0" brushRef="#br0" timeOffset="-212789.74">12697 15273 239 0,'0'0'36'0,"0"0"-32"0,0 0-2 0,0 0-3 0,0 0 1 16,0 0-1-16,-11 35-7 16,14-18-28-16,3-3-17 15,1-5-10-15</inkml:trace>
  <inkml:trace contextRef="#ctx0" brushRef="#br0" timeOffset="-212654.23">12758 15229 251 0,'0'0'3'16,"0"0"21"-16,0 0-8 16,0 0-16-16,0 0-6 15,0 0-8-15,2 44-22 0,-2-13-45 16</inkml:trace>
  <inkml:trace contextRef="#ctx0" brushRef="#br0" timeOffset="-212191.13">11683 16122 182 0,'0'0'4'0,"0"0"11"0,0 0-15 16,0 0 0-16,0 0 0 0,0 47 0 16,3-26 1-16,3 2-1 15,1 1 0-15,1-1 1 16,-2 0-1-16,2-2 0 15,-4 3-8-15,-1-1-26 16,-3 0-15-16,0-4 1 16</inkml:trace>
  <inkml:trace contextRef="#ctx0" brushRef="#br0" timeOffset="-211878.37">11601 16391 265 0,'0'0'0'0,"0"0"7"16,0 0-3-16,0 0-2 15,37-14-1-15,-16 12 0 16,2-1-1-16,0 1-15 0,-2 0-14 16,3-1-9-16,-8-1-12 15,0-2 9-15,-3 2 22 16,-2-3 18-16,0-3 1 15,-7 3 3-15,-1-3 21 16,-1 0 11-16,-2 1 7 0,0 4 4 16,0-1-22-16,0 6-18 15,0 0-2-15,0 7-10 16,0 10-11-16,-2 9 1 16,-3 6-34-16,-9 4-35 15</inkml:trace>
  <inkml:trace contextRef="#ctx0" brushRef="#br0" timeOffset="-210576.1">11061 17037 129 0,'-4'-2'-9'0,"0"0"10"0,2-1 0 0,1 2-16 0,-1-1-8 15,0-2 22-15,0 1 2 0,-3-3 0 16,0 0 10-16,3-1 7 15,-2 1-4-15,1 1 4 16,1 1 4-16,2 4 0 16,0 0 4-16,0 1-23 0,0 11 0 15,7 6 0-15,3 6 7 16,2 9-5-16,0 2-3 16,1 4-2-16,-2 0 1 15,-3 1-1-15,0 0-1 16,-3-6-3-16,-1-3-3 0,-2-5-37 15,-2-12-7-15,0-11-52 16</inkml:trace>
  <inkml:trace contextRef="#ctx0" brushRef="#br0" timeOffset="-210312.93">11046 17088 177 0,'0'0'0'0,"0"0"13"15,-6-50 7-15,7 35-15 16,8 0 1-16,2 2-1 16,1 4 4-16,-2 2-2 15,0 5-2-15,4 2-3 0,-2 6-1 16,0 8-1-16,-3 3-1 16,0 5-1-16,-1 0 7 15,-4-1-5-15,-2 0 0 16,-2-2-2-16,0 0 1 0,-6-3-9 15,-2-2-11-15,1-3-11 16,-4-5-19-16,2-6-71 16</inkml:trace>
  <inkml:trace contextRef="#ctx0" brushRef="#br0" timeOffset="-209972.42">11213 16967 241 0,'0'0'3'0,"0"0"-2"16,0 0 5-16,38-27-4 15,-24 22-1-15,1 3 0 16,-1 2 0-16,1 0 0 16,-1 5 1-16,-3 6-2 15,-1 2 0-15,0-2 2 0,-3 3 1 16,-3 0-3-16,-2-2 0 15,-2-2-3-15,0 0 0 16,0-5 2-16,-2 0 2 16,-2-4 2-16,-2-1 0 15,3 0 8-15,1-8-3 0,2-8-6 16,0-7-3-16,3-4 1 16,9-3-5-16,4-2-19 15,1 1-25-15,4 5-22 16,-2 2 27-16,-2 7-47 15</inkml:trace>
  <inkml:trace contextRef="#ctx0" brushRef="#br0" timeOffset="-209701.11">11509 16787 20 0,'0'0'41'0,"0"0"0"15,2 50 1-15,-2-26-11 16,-2 3-8-16,-2 0-2 16,4-1-8-16,0-4-5 0,0-1-6 15,0-4-1-15,8-5 0 16,-1-5-1-16,5-3-2 15,0-4 0-15,-1 0 5 16,3-11 3-16,-1-3-1 16,-1-5 2-16,-5-2-2 0,-1-2 1 15,-2-1 3-15,-4 2 1 16,0 0 1-16,-8 1 0 16,-1 2-4-16,-5 6-3 15,-2 4-4-15,-1 5-3 16,3 4-6-16,-1 2-4 15,2 12-15-15,5-1-21 0,-1 1-25 16</inkml:trace>
  <inkml:trace contextRef="#ctx0" brushRef="#br0" timeOffset="-209125.44">11634 16822 318 0,'0'0'-23'0,"0"0"26"16,0 0-4-16,0 0 2 16,36-8-2-16,-26 8-27 0,0 4-9 15,-4 11 5-15,0 3 24 16,1 1 9-16,-4 3-1 16,2-2 0-16,-1 0 2 15,-2-3-2-15,1-3 0 16,-1-4-19-16,-1-1-13 0,-1-5 20 15,0-3 10-15,0-1 16 16,0 0 31-16,0-10-16 16,0-1 4-16,0-5-10 15,0-3-12-15,5-3-6 16,2-1-5-16,4-1 0 0,0 6 0 16,-2 1-1-16,3 5-2 15,-3 4 1-15,1 6 2 16,0 2 0-16,-1 0-1 15,1 8 1-15,2 2-1 16,-1 4 1-16,-2 0-2 0,0-1-12 16,-2-2 1-16,1 2-1 15,-5-6 4-15,0-1 7 16,0-3 3-16,0-2 0 16,-3-1 5-16,0-3 28 15,0-7-12-15,2-7-12 0,0-3-2 16,1-4-2-16,3 1-1 15,-1 1-3-15,1 3 0 16,2 4-1-16,-2 6 1 16,0 3 1-16,1 5-2 15,1 1 1-15,2 6-1 0,1 6-1 16,-2 4-12-16,3 5-17 16,-4-4-40-16,-1-2-41 15</inkml:trace>
  <inkml:trace contextRef="#ctx0" brushRef="#br0" timeOffset="-208826.2">12150 16702 275 0,'0'0'-26'0,"0"0"35"0,0 0-1 0,0 0-10 0,0 0-1 15,-13 47 3-15,12-21-2 16,-1 4 5-16,2 0-1 16,0 0-2-16,0 0 0 0,0-3 0 15,5-1 0-15,1-5-2 16,-1-3-24-16,-1-5 0 16,-2-5 3-16,1-6 1 15,-3-2 2-15,0-2 29 16,0-12-9-16,0-3-3 15,-3-4-18-15,-2-3-10 0,-4-4-8 16</inkml:trace>
  <inkml:trace contextRef="#ctx0" brushRef="#br0" timeOffset="-208627.09">12124 16815 23 0,'0'0'46'15,"-5"-59"-16"-15,3 33-5 16,2 4-2-16,0 2-4 16,2 5-2-16,4 4-4 0,3 3-8 15,0 3-3-15,3 2-1 16,0 3 0-16,1 0-1 15,-3 6-1-15,1 7-5 16,-4 1-5-16,0 4 10 16,-5 1 0-16,-2-1 0 0,0 2-1 15,-4-4 0-15,-8 1 1 16,-1-3 0-16,-3 0-11 16,3-6-22-16,-5-4-32 15</inkml:trace>
  <inkml:trace contextRef="#ctx0" brushRef="#br0" timeOffset="-208406.28">12284 16504 193 0,'0'0'-4'15,"0"0"6"-15,0 0-2 16,22 39 5-16,-15-15-3 15,-3 1 3-15,3 5 1 16,-3 0-1-16,0-1-1 0,-1 0-3 16,2 1-1-16,-3-2-1 15,-1-5-16-15,-1-1-68 16</inkml:trace>
  <inkml:trace contextRef="#ctx0" brushRef="#br0" timeOffset="-208256.84">12275 16702 302 0,'0'0'-27'15,"0"0"26"-15,16-36-1 16,6 19 4-16,3-3-7 0,2-2-79 16,-5-4-88-16</inkml:trace>
  <inkml:trace contextRef="#ctx0" brushRef="#br0" timeOffset="-207223.9">13066 15137 72 0,'0'0'7'0,"0"0"21"0,38-6-5 0,-26 6-12 0,-1 0-4 16,0 0-2-16,-5 7-3 15,1 3 0-15,-3 1 3 16,-3 6-4-16,-1 0 1 0,0 3 3 16,0 5 0-16,0 3-2 15,-1 2 2-15,-1 4-1 16,0 1-3-16,0 1 1 15,2-1-1-15,0-1-1 16,0-4 0-16,0-3 0 16,6-5 1-16,2-3 0 0,-1-4-1 15,1-3 2-15,-1-2-1 16,2-3-1-16,-3-4-1 16,1 0 1-16,-2-3 1 15,-3 2 1-15,2-2 2 16,-4 0 3-16,0 0 13 0,0 4 2 15,-9 3-16-15,-1 3-8 16,-3 6-3-16,0 8-1 16,-2 4-2-16,3 7 3 15,2 4-2-15,0 1-1 16,6 1-2-16,0 0 5 0,4-1 3 16,0-2 2-16,2 1 1 15,6 0-1-15,4-1 1 16,-1 0 0-16,1 0 1 15,3-3 0-15,-2 0 1 16,1 0 3-16,-1-2 3 0,-1-1-2 16,-2 3 0-16,-1 1-4 15,-3 0 0-15,-4 5-2 16,-2-1-1-16,-5 0 2 16,-9 2-1-16,-6-2-1 15,-7-2-1-15,-1-2-5 0,-6-9-39 16,0-9-51-16</inkml:trace>
  <inkml:trace contextRef="#ctx0" brushRef="#br0" timeOffset="-206349.59">12865 15144 107 0,'0'0'46'0,"0"0"-40"0,0 0 0 0,3-43-5 15,7 30-1-15,2 0-5 0,1 1-2 16,3 1 5-16,0 2 0 16,3 3 5-16,1 2 9 15,0 2-4-15,3 2-3 16,0 0-3-16,-4 11-2 16,0 4 2-16,-2 9-4 0,-6 3 2 15,-2 6-1-15,-5 5 2 16,-4 5-1-16,0 1 0 15,-2 6 2-15,-6-1-2 16,-6 0 1-16,3-4 0 16,0-4 2-16,0-4 1 15,4-6-2-15,5-8 0 0,2-2-1 16,0-6-1-16,4-8 0 16,5-3 2-16,2-4-2 15,1 0 21-15,2-4 4 16,-3-6-10-16,1-1-7 0,-2 2-5 15,-6 2-1-15,-1 1 0 16,-3 5 1-16,0 1 1 16,0 7 1-16,-5 11-3 15,-4 7-4-15,2 10 1 16,-2 8 1-16,2 8 0 0,2 6-1 16,3 4-4-16,2 3-3 15,0 2 5-15,4 1 2 16,6-2 1-16,1-5-1 15,3-2 2-15,1-7-1 16,1-2 1-16,0-7 0 16,1 1 2-16,-1-3 1 0,-5-2-3 15,-4 0 0-15,-5-2 0 16,-2 1 0-16,-16-2-1 16,-9 2 1-16,-9 1-1 15,-7-1 0-15,-8-5 0 16,-2-4-17-16,-4-8-87 0</inkml:trace>
  <inkml:trace contextRef="#ctx0" brushRef="#br0" timeOffset="-205017.12">12809 15202 8 0,'-6'-6'94'0,"2"-1"-77"0,3 0 1 16,1-3-11-16,0 2-6 16,0-1 0-16,7 1-1 0,3-1 0 15,5 3 2-15,0-1 7 16,5-2 6-16,1 4 0 16,3 1-1-16,3 1-4 15,1 0-8-15,0 3-2 16,-2 3 1-16,-1 9-2 15,-7 5-11-15,-2 2-2 0,-4 6 9 16,-3 2 3-16,-6 2 4 16,-1 3-1-16,-2 0 0 15,0-1 0-15,0 2 0 16,0-2 0-16,0 2-1 0,0-6 1 16,0 1 0-16,0-3-1 15,0-3 1-15,0-5-1 16,7-1 0-16,-2-4 0 15,5-6 0-15,0-1 0 16,-1-4 0-16,1-1 1 0,0 0 6 16,-2-3 7-16,-1-3-5 15,-5 1-2-15,-2-1 1 16,0 3-2-16,0 3-3 16,-6 0 1-16,-3 0-5 15,-3 12-11-15,0 3 4 16,1 9 7-16,1 5 1 0,1 5 0 15,1 6 0-15,6 1 0 16,0 3 0-16,2 0-1 16,2-1-1-16,6-2 2 15,3-2 0-15,3-1 1 16,3 0-1-16,0 0 2 0,2 0 2 16,2 2-3-16,1 1 2 15,-2-1-1-15,0 3 0 16,-2-2 1-16,-3 0 2 15,-1 3-1-15,-5-1-2 16,-5 2-1-16,-4-2 0 0,-2 1-1 16,-11-1 0-16,-8-2 0 15,-4-3 0-15,-5-2-2 16,-2-9-33-16,-3-8-72 16</inkml:trace>
  <inkml:trace contextRef="#ctx0" brushRef="#br0" timeOffset="-204027.92">13440 15892 114 0,'0'2'-1'0,"0"-1"-4"0,0-1 1 16,0 3-1-16,0-2 5 15,0 2 0-15,-3-1 2 16,3 0 4-16,-2 3 2 16,0-4-7-16,1 3 0 0,0-2 1 15,0-1-2-15,1-1 1 16,-2 0 0-16,-2 0 2 16,0-3 6-16,1-2-6 15,-1-2 0-15,-4-2 13 16,4 1-4-16,-2-2-3 0,2-2 0 15,1-2-2-15,3 0-1 16,0-3-6-16,0-2 1 16,5-2-1-16,4 2-3 15,4 0-6-15,0 0-1 16,1 2 7-16,-1 0 2 0,3 4 0 16,-2-1 1-16,3 3 0 15,1-2 0-15,2 2-4 16,-3 2 8-16,4 1-4 15,-2 2 1-15,0-3-1 16,1 3 1-16,-2 1 8 0,4 1 3 16,1 0-7-16,-2 1-3 15,0 0 0-15,1 1-2 16,1 0 2-16,-2-1-2 16,2 0 0-16,2 0 2 15,0 0-2-15,-2-1 0 0,2 0 0 16,0 1 1-16,-2 0-1 15,-3 0 0-15,0 3 1 16,-4-1-1-16,-5-1 0 16,-2 2 0-16,-2-1-2 15,-5 1-11-15,-2-3-32 16,0-1-36-16</inkml:trace>
  <inkml:trace contextRef="#ctx0" brushRef="#br0" timeOffset="-203601.21">13862 15422 73 0,'0'0'11'0,"0"0"-1"0,0 0-1 15,0 0 8-15,0 0-2 0,0 0-4 16,0 0 2-16,0 0 3 16,0 0-6-16,0 0 0 15,0 0-7-15,31 0 0 16,-19 6-2-16,3 0-1 15,3 3 1-15,-3 2 0 0,4 0 1 16,-2 0 0-16,2 2 0 16,-1 0 2-16,-3 0 5 15,-2-1-3-15,-1 5 0 16,-4 2-3-16,-5 4 1 16,-3 7-3-16,-5 13 5 0,-18 11-6 15,-10 13-2-15,-13 13-39 16,-13 9-71-16</inkml:trace>
  <inkml:trace contextRef="#ctx0" brushRef="#br0" timeOffset="-200676.55">13468 15864 108 0,'0'1'0'0,"0"-1"-2"0,0 0 4 0,0 0-1 15,0 0 3-15,0 0 15 0,0 0 11 16,0 0-1-16,0 0-16 16,0 0-14-16,-2 0 2 15,2 0-1-15,-2 0 0 16,1 0 0-16,0 0 1 15,-1 0 0-15,2-2 2 0,-2-1-2 16,2-2 0-16,0-1 0 16,0-2-3-16,0 1 0 15,0-2-4-15,0 0 5 16,0-1 1-16,0 0 0 16,0-3 0-16,3 0 1 15,2-1 3-15,0-2 1 0,2-1 1 16,0 3 2-16,3-2-4 15,0-1-1-15,-1 3 2 16,1 1-3-16,2-2-1 16,-4 5 1-16,2 0-1 15,1 1 0-15,0 2-1 0,-1 0 0 16,5 2 0-16,0 0 0 16,3-1 0-16,1 1 0 15,4-1 0-15,2-1 0 16,-3 2 0-16,1 0-1 15,1 1-1-15,-2-2 3 0,1 3-2 16,-4 0 3-16,3-1-1 16,-2 3-1-16,-1-2 1 15,-2 0-1-15,0 2 0 16,-3-2 0-16,-1 3 2 16,-1-3-1-16,-2 2 3 0,-4-1 1 15,1 1-4-15,-1 1 0 16,0 0-1-16,-4-2 0 15,0 2 0-15,-1 0-2 16,2 0-6-16,0 0-10 16,-1-5-30-16,0-2-52 0</inkml:trace>
  <inkml:trace contextRef="#ctx0" brushRef="#br0" timeOffset="-199802.37">13821 15357 8 0,'0'0'6'0,"0"0"17"0,0 0-2 15,0 0-8-15,0 0 2 16,0 0-1-16,0 0-1 16,0 0-2-16,0 0-5 0,0 0 4 15,0 0 7-15,0 0 4 16,0 0 3-16,0 0-9 15,0 0-6-15,0 0-4 16,0 0 1-16,0 0-1 16,0 0-4-16,0 0 0 0,0 0-1 15,0 0 0-15,0 0-1 16,0 0 0-16,0 0 1 16,0 0 0-16,0 0 0 15,0 0 1-15,0 0 0 16,0 0 0-16,0 0-1 0,0 0 0 15,0 0 0-15,0 0 0 16,0 0 0-16,0 0 0 16,0 0-1-16,0 0 1 15,0 0 0-15,0 0 0 16,0 0 0-16,0 0 0 0,0 0 0 16,0 0 0-16,0 0 0 15,0 0 0-15,0 0 0 16,0 0-2-16,0 0-13 15,3 0-3-15,-3 1 0 16,2 1 3-16,1-1-7 16,-1 0-6-16,0-1-21 0</inkml:trace>
  <inkml:trace contextRef="#ctx0" brushRef="#br0" timeOffset="-198421.18">13750 15350 66 0,'0'0'19'0,"0"0"-5"0,0 0-10 0,0 0-1 0,0 0-2 15,0 0 0-15,0 0-1 16,0 0 3-16,0 0 3 16,0 0 4-16,0 0-4 0,0 0-4 15,0 0-2-15,0 0-2 16,2 1 1-16,5 2-1 16,2-2 2-16,3 2 0 15,0 0 2-15,1-1-1 16,2 0 0-16,-1 3 0 0,3-1-2 15,-2 0 4-15,-1 0 0 16,-1 1-1-16,1 0 1 16,-1 1-2-16,-2-2 0 15,1 2 0-15,-2 0 0 16,2-1-1-16,-5-2 1 16,1 2 0-16,-2 0-1 0,2-3 0 15,-5 0 0-15,0 1 1 16,0-1-1-16,-1-1 1 15,0 0 0-15,-1-1-1 16,0 1 1-16,0 0 1 0,1 2-2 16,2-1 0-16,-4 0 1 15,2 1 0-15,-2-2 0 16,0 1 1-16,2-1 1 16,-2 1 2-16,0-1 5 15,0-1 2-15,0 0 0 0,0 0-3 16,0 0-3-16,0 0 1 15,1 0-2-15,-1 1-4 16,1-1-1-16,0 2 0 16,2-1 2-16,-1 1-1 15,0 0-1-15,0 1 1 16,0 0-1-16,0 3 0 0,-1-1-1 16,0 3 1-16,1 4 1 15,1 1 0-15,-1 4 0 16,0 10 3-16,0 10 1 15,-2 13-3-15,0 18 1 16,0 17-2-16,-9 19 0 0,-5 8-1 16,-4 2-44-16,-1-8-166 15</inkml:trace>
  <inkml:trace contextRef="#ctx0" brushRef="#br0" timeOffset="-188434.63">13355 15864 91 0,'0'-3'8'0,"0"0"2"0,2 1-7 16,0 0-4-16,0-3-7 0,1 1-1 16,1 0-1-16,0 0 8 15,-1-2 3-15,2 2 3 16,1-1 9-16,-1-2 2 15,3-1-7-15,4 1-6 16,-1-2-3-16,2-2-10 16,2 0-30-16</inkml:trace>
  <inkml:trace contextRef="#ctx0" brushRef="#br0" timeOffset="-188249.01">13524 15705 51 0,'0'0'38'16,"0"0"-13"-16,49-37-10 15,-31 26-8-15,1 2-5 16,1-1-1-16,-1 1-1 0,4 2 0 15,-2-1 1-15,-2 1-1 16,1 1 0-16,-1-1 2 16,0 1 4-16,-1 0 0 15,-4 2 3-15,4-1-1 16,-3 1-5-16,3 1-3 0,-3-2 0 16,1 0-7-16,-2-4-48 15</inkml:trace>
  <inkml:trace contextRef="#ctx0" brushRef="#br0" timeOffset="-187003.4">14441 15429 107 0,'0'-3'38'0,"-2"-1"18"0,0 1-14 0,0 0-11 0,1 2-8 16,1-2-5-16,0 3-8 15,0 0-5-15,0 0-8 16,0 10 1-16,4 1 2 15,3 5 0-15,0 3 0 16,2 0-2-16,-3 1-1 0,1-3-5 16,-3 0-1-16,1-1-4 15,-3-1 1-15,1-3-1 16,-1 1-4-16,-2-3-14 16,0-5-33-16,0-2-18 15</inkml:trace>
  <inkml:trace contextRef="#ctx0" brushRef="#br0" timeOffset="-186614.53">14422 15422 147 0,'0'0'0'16,"0"0"3"-16,0 0 7 15,25-38 1-15,-13 32 2 16,-1 0-5-16,4 2 0 0,1 1-4 16,1 1 3-16,0 2-2 15,1 0-2-15,-3 0 0 16,1 5 0-16,-1 4-1 16,-1 2-2-16,-5 2 1 0,0 2 3 15,1 1-2 1,-5 1-2-16,0 0 0 0,-3 0-2 15,-2 0 2-15,0-1 2 16,-2 1 1-16,-8-3 9 16,-2 3-3-16,-2 0-1 15,-2 0-3-15,-1-2-2 16,3-1-2-16,1-3 0 0,3 0-3 16,4-5-18-16,4-4-25 15,2-2-39-15</inkml:trace>
  <inkml:trace contextRef="#ctx0" brushRef="#br0" timeOffset="-186110.46">14859 15425 111 0,'0'0'19'0,"0"0"31"0,0 0-13 0,0 0-25 0,-45 7-10 16,36 4-2-16,1 4 0 16,0 0 0-16,2 0 0 15,2 1-2-15,3-4 1 16,1-1 0-16,0-2 0 15,0-2 1-15,0-1-1 16,3-1-1-16,3-5-10 0,-1 0-12 16,2 0 12-16,-1 0 13 15,1-4 6-15,-1-5-1 16,-1-1 8-16,2-1 5 16,-2 1-3-16,1-1-5 15,-4 1 1-15,0 4-3 16,1 2 0-16,-2 1-5 0,1 3-3 15,1 0-4-15,2 0 2 16,-1 6 1-16,3-1 3 16,-2 3-1-16,5 1 1 15,-1-3-2-15,1 0-1 0,1-2-5 16,2-1-10-16,-2-2-10 16,-3-1-9-16,2 0-16 15,-5 0 2-15,1-5-52 16</inkml:trace>
  <inkml:trace contextRef="#ctx0" brushRef="#br0" timeOffset="-185856.26">15006 15149 213 0,'0'0'4'0,"0"0"6"0,0 0-3 0,0 0-4 15,0 0-3-15,0 0-3 16,0 0-4-16,0 0 6 0,0 0 4 16,16 47-1-16,-14-18-1 15,0 0 2-15,1 1-3 16,0 0 1-16,0 0-1 16,-1-1 0-16,0-1 0 15,-1-3-19-15,-1-2-43 0,0-7 3 16</inkml:trace>
  <inkml:trace contextRef="#ctx0" brushRef="#br0" timeOffset="-185672.61">14971 15374 247 0,'0'0'2'16,"0"0"1"-16,0 0-1 15,31-40-2-15,-15 34-1 16,1 1-11-16,1 1-13 0,1 1-5 16,-2-1-26-16,1 0-40 15</inkml:trace>
  <inkml:trace contextRef="#ctx0" brushRef="#br0" timeOffset="-185288.99">15220 15274 146 0,'0'0'4'0,"0"0"12"16,0 0-9-16,-44 30-5 0,30-16-2 15,4 1 1-15,1 0-2 16,2 0 2-16,2-1 0 16,1-3-1-16,3 0 0 15,1-1 2-15,0-4-1 16,8-3-3-16,1-3 1 0,2 0 4 15,3-3-1-15,0-7 1 16,2-1-2-16,0-2-1 16,-4-2 1-16,-2 0-1 15,-1 2 2-15,-4 0 8 16,-1 2 3-16,-4 3 6 0,0 1 6 16,0 3-2-16,0 3-9 15,0 1-8-15,0 0-6 16,0 3 3-16,3 7-4 15,1 3 2-15,1 1-1 16,1 0 1-16,0 1-7 16,5-1-23-16,-1-4-8 0,1-3-22 15,3-6-14-15</inkml:trace>
  <inkml:trace contextRef="#ctx0" brushRef="#br0" timeOffset="-184767.84">15630 15159 191 0,'0'0'7'0,"0"0"-6"0,0 0-2 0,0 0-5 0,0 0-3 0,0 0 6 15,-45-7 2-15,34 13 4 16,-1 1 0-16,1 4-1 15,3 1-1-15,-1 1 0 16,-1 4 0-16,6 1 0 0,0 0 0 16,4 1 2-16,0-1 0 15,0-1 1-15,2-2 0 16,4-4 1-16,4 0 2 16,3-5 2-16,-2 0 5 15,5-5-1-15,-1-1-3 16,3 0-5-16,3 0 2 0,-2-7-4 15,2-3-2-15,-3 0 0 16,4-1-1-16,-6-1 0 16,-3-1 0-16,-2 1 0 15,-2-1-11-15,-5 2 2 0,-1 1 0 16,-3 0 2-16,0 4 1 16,-6 2-1-16,-1 1 13 15,-3 3 3-15,0 0-2 16,3 0-2-16,-3 10-3 15,6-1-2-15,-2 4 1 16,4 1 1-16,2 0-2 0,0 0 1 16,2-2-1-16,6-1-3 15,4-3-12-15,-1-2-13 16,0-5-23-16,3-1-39 16</inkml:trace>
  <inkml:trace contextRef="#ctx0" brushRef="#br0" timeOffset="-184363.13">15856 15223 106 0,'0'0'84'0,"0"0"-63"0,0 0 0 0,0 0-14 16,0 0-6-16,0 0-2 16,0 0-1-16,0 0 0 15,0 0 4-15,0 0-1 16,31 42 0-16,-31-27-1 15,0-2-4-15,0 0-6 0,0-3-5 16,0-1 3-16,0-3 2 16,0-4 8-16,-4-2 3 15,4 0 10-15,-1-2 0 16,1-6-1-16,0-5 2 16,0-1-7-16,0-2 1 0,7-2 1 15,0-1-2-15,4 2-3 16,0 2 0-16,2 2-2 15,3 3 1-15,-3 4 1 16,2 3-1-16,-2 2 1 16,2 1-2-16,-4 0 1 0,0 6 0 15,-3 4-1-15,0 2-2 16,-3 3 2-16,-2 0-5 16,-2-1-6-16,-1 2-19 15,0-5-17-15,0-4-18 16</inkml:trace>
  <inkml:trace contextRef="#ctx0" brushRef="#br0" timeOffset="-184084.13">16127 14941 161 0,'0'0'-6'0,"0"0"25"0,0 0-2 0,0 0-19 0,0 0 4 16,0 0-1-16,0 42 7 15,0-18 3-15,0 3-3 16,0 1-2-16,0 1-2 16,1 0-2-16,2-2-2 15,1-2 0-15,-2-1-3 0,-2-2-27 16,2-4-8-16,-2-4 4 15,0-5-3-15</inkml:trace>
  <inkml:trace contextRef="#ctx0" brushRef="#br0" timeOffset="-183921.3">16066 15162 304 0,'0'0'-2'0,"0"0"5"16,0 0-4-16,0 0 1 0,40-37-26 16,-24 30-24-16,-3 0-41 15</inkml:trace>
  <inkml:trace contextRef="#ctx0" brushRef="#br0" timeOffset="-183018.35">16238 15178 170 0,'0'0'32'0,"0"0"20"16,0 0-21-16,0 0-13 15,0 0-11-15,0 0-5 0,0 0-2 16,0 0-1-16,0-33 0 16,7 25-1-16,-2-1-7 15,3-1 7-15,1 3-5 16,3-3 5-16,0 5 2 16,2 0-3-16,-3 1 6 0,2 4-2 15,-3 0-1-15,0 0 0 16,-1 6-3-16,-1 5 1 15,-2-1 0-15,-1 3 3 16,1-2 1-16,-2 2-2 16,1-3 1-16,2-1-1 15,-2-2 2-15,3-2-2 0,-2-4 0 16,1-1-2-16,1 0 1 16,0 0 1-16,-3-7 0 15,1-4 1-15,0 1 5 16,-2-3-3-16,0-1-1 0,0 0 0 15,-4 0 1-15,0 1-2 16,0 0 0-16,0 3 0 16,0 3-1-16,-2 1-2 15,-3 5 0-15,0 1-7 16,1 1-11-16,-3 9-3 16,1 3 13-16,1 1 7 0,2 2 2 15,1 0 1-15,2 0 0 16,0-3 0-16,0 0 1 15,8-1-3-15,1-4-3 16,2-1-3-16,2-3-3 16,0-3 3-16,1-1 7 0,-1 0 3 15,1-1 8-15,-1-6-4 16,-1-2 2-16,-4-2-6 16,0 0 1-16,0 0-1 15,-4-4 0-15,1-1 2 16,-2-1-2-16,1-2-1 0,-2 0 3 15,0 1-2-15,1 1-1 16,0 3 1-16,2 3-2 16,-2 4 2-16,3 2-1 15,1 2 0-15,0 2-2 16,2 1 1-16,2 0 0 0,2 0 0 16,1 4 0-16,-1 1 0 15,3 4 0-15,-3 0-1 16,0 2 0-16,-3 3 0 15,-3 0 1-15,-1 0 0 16,-6 0 1-16,0-2 0 0,0 0-2 16,-7-4-1-16,-4 2 3 15,-4 1 2-15,-1-2 0 16,-4-2-12-16,0-2-65 16</inkml:trace>
  <inkml:trace contextRef="#ctx0" brushRef="#br0" timeOffset="-182263.35">14573 15786 87 0,'-1'3'2'0,"-1"-2"0"0,2 0-2 0,0 1-2 16,5-2-2-16,4 0 5 15,2 0 1-15,2 0 0 16,3 0 5-16,1 0 5 0,6-2 5 16,4-3-9-16,4-1-1 15,4-1-1-15,11-3-2 16,0-1 0-16,8-3 2 15,5-2-1-15,5-1 0 16,3-4 0-16,6 1 7 16,6-3 9-16,6 0 4 0,9-1-9 15,2-1-11-15,6-1-1 16,8-1-4-16,5-3 0 16,-1 0 0-16,2-1-4 15,0 0 1-15,-9 1 4 0,-5 2-1 16,-9 2 0-16,-9 3 1 15,-11 5 1-15,-11 1 4 16,-8 4-2-16,-10 3 0 16,-11 3 0-16,-8 3-2 15,-9 1-2-15,-4 3 0 16,-9 0-4-16,-3 0-55 0,-3 0-55 16</inkml:trace>
  <inkml:trace contextRef="#ctx0" brushRef="#br0" timeOffset="-181649.51">17143 14952 59 0,'0'0'8'0,"0"0"11"0,0 0-17 0,0 0-8 16,0 0-30-16</inkml:trace>
  <inkml:trace contextRef="#ctx0" brushRef="#br0" timeOffset="-181246.43">17029 14998 96 0,'0'0'54'16,"0"0"-55"-16,0 0 1 15,0 0-25-15,0 0 3 16,0 0 11-16,0 0 12 0,18-12 7 15,-18 12 15-15,0-3 3 16,0 0-4-16,0-1-11 16,0 3-8-16,0-2-3 15,0 0-19-15,4-1-12 16,5-2 12-16,2 2 11 0,0-3 7 16,2 1 1-16,4-2 1 15,-2-1 17-15,1-1 11 16,3-1 5-16,4-1-10 15,2-2-11-15,4 2-8 16,0-3-5-16,3 3 1 0,3-1-1 16,-3 3 2-16,1 0-2 15,-4 1 0-15,-4 5 0 16,-6-2 0-16,-2 5-7 16,-7 1-29-16,-8-2-22 15,-2 2-64-15</inkml:trace>
  <inkml:trace contextRef="#ctx0" brushRef="#br0" timeOffset="-181004.46">17395 14723 166 0,'0'0'6'0,"0"0"20"0,38-17 2 0,-23 13-13 16,2 3-3-16,0 1-3 15,1 1-5-15,-2 12-5 16,-7 5 0-16,-5 8-13 16,-4 8-56-16,-20 3-36 15</inkml:trace>
  <inkml:trace contextRef="#ctx0" brushRef="#br0" timeOffset="-178967.14">11716 16047 104 0,'0'0'10'0,"0"0"15"0,0 0-14 0,0 0-6 0,0 0 1 16,0 0 3-16,0 0-6 16,0 0-3-16,0 1-1 15,0 5 0-15,0 1 2 16,0 4 0-16,0 1 2 0,0 8 0 16,0 1 3-16,3 3-3 15,3 3-1-15,3-1 0 16,0 4-1-16,3-3-1 15,-2-2 0-15,2 0 2 0,-3-1-2 16,-1-2 0-16,-1-2 0 16,0 0 0-16,-2-1 1 15,-1-4-1-15,-2-2 3 16,-2-3 4-16,2 1 0 16,-2-2-6-16,0-2 0 0,0-2-1 15,1 1 0-15,-1-2-7 16,0-4-61-16,0 0-69 15</inkml:trace>
  <inkml:trace contextRef="#ctx0" brushRef="#br0" timeOffset="-178477.37">11743 16442 74 0,'0'0'1'16,"0"0"0"-16,0 0 0 0,0 0 1 0,0 0 3 15,16 38 2-15,-12-26 1 16,0 0 4-16,3 1-4 16,1-3-3-16,0 3 0 15,-1-3 3-15,1-3 1 16,2 1-3-16,-3-3 1 15,1-1-1-15,-3 0-3 0,2-1 0 16,-3-3-1-16,-1 0 1 16,-1 0 6-16,2 0 4 15,-4 0-3-15,0 0-4 16,2-4 1-16,-2-1-4 0,2-4-3 16,0-3-1-16,-2-2-27 15,2-3-7-15,-1-1 0 16,4-4-32-16</inkml:trace>
  <inkml:trace contextRef="#ctx0" brushRef="#br0" timeOffset="-167065.27">10565 16494 6 0,'4'0'3'0,"-2"-4"3"0,4 1 12 0,-2 0-2 15,-1 1-4-15,1 0-4 16,2 1-3-16,-1 1 0 0,4-2 3 15,0 2 2-15,4-2-1 16,5-1 0-16,2-2-5 16,5-2-1-16,8-1-1 15,0-2 1-15,8-2-2 16,3-2-1-16,4-1 1 0,2 0 5 16,7-2-3-16,3-1 0 15,0 0-3-15,5 0 0 16,0-3-2-16,5-1 3 15,1-3 0-15,0 1 7 16,2-4 2-16,4-1-3 0,2-1-2 16,-3-2 3-16,4 2 1 15,0-3-1-15,-3 3-5 16,2 0 0-16,-5 3-1 16,-4-1 0-16,-1 6 1 15,-6 2 0-15,-5 1 2 0,-6 6 1 16,-6 2-4-16,-5 4 2 15,-5 3-1-15,-8 1-9 16,-7-1-48-16,-6 0-61 16</inkml:trace>
  <inkml:trace contextRef="#ctx0" brushRef="#br0" timeOffset="-166253.62">17912 14414 111 0,'0'0'3'0,"0"0"33"0,0 0-3 0,0 0-13 16,0 0 3-16,0 0-15 15,0 0-10-15,0 0-3 16,0 0 16-16,0 0 0 15,0 0-3-15,0 0-4 16,0 0-3-16,22 45 1 0,-15-32 2 16,-2 1 2-16,-1 1-3 15,0 0-1-15,-1 0-3 16,1-2-9-16,3 0-13 16,-3-2-27-16,3-7-22 15</inkml:trace>
  <inkml:trace contextRef="#ctx0" brushRef="#br0" timeOffset="-165982.23">18181 14473 219 0,'0'0'-6'0,"0"0"5"15,0 0 4-15,0 0-2 16,0 0 2-16,0 0 4 15,0 0-6-15,0 0 3 0,-44 43 0 16,28-23-2-16,-3 5 0 16,-1 1-1-16,2 5 2 15,-4-1-2-15,3 4 2 16,-2-1-1-16,2-1 0 16,1-2-1-16,2 0-9 15,6-6-20-15,-2-4-11 0,6-5-36 16</inkml:trace>
  <inkml:trace contextRef="#ctx0" brushRef="#br0" timeOffset="-165478.2">18079 14841 172 0,'0'0'-15'0,"0"0"13"15,0 0 2-15,0 0 0 0,0 0 0 16,0 0 4-16,0 0 10 16,0 0 11-16,1-34-2 15,4 29-5-15,3 0-9 16,3-2-6-16,0 1-2 16,5 1 1-16,1 1 1 0,-1 1-2 15,0 2 2-15,-2 1-2 16,-3 0-1-16,0 2-7 15,-8 6-3-15,-1 1 1 16,-2 2-2-16,0 1 12 16,0 1-2-16,-7 0-1 0,-4 2-2 15,1-3 1-15,-2 2 1 16,0-2 1-16,1-2 2 16,-1-1 2-16,1-1-3 15,2-1 1-15,0-1 2 16,3-2-1-16,2-1-1 0,3-1 1 15,-1 0 0-15,2-2 2 16,0 0-2-16,0 0 5 16,2 0 0-16,5-4 3 15,5-3 9-15,3 0 1 16,5 0-7-16,1-2-6 0,4 2-6 16,1 0-1-16,3-1 0 15,-2-1-27-15,-1-1-27 16,-1-1-59-16</inkml:trace>
  <inkml:trace contextRef="#ctx0" brushRef="#br0" timeOffset="-164802.7">18381 14293 12 0,'0'0'15'0,"6"44"3"0,-1-21-3 0,-1-2 3 0,0-2 10 16,2 0 3-16,-2 0-3 15,3-2-8-15,-1 0-5 16,1 0-5-16,0-1-5 16,-3 0-2-16,3 0-2 15,-3 0 1-15,0-3-1 0,2 1 0 16,-4-4 0-16,1 0 0 16,-3-6 0-16,1 1 1 15,-1-3-1-15,0-2 1 16,0 0 3-16,0 0 6 15,0 0 4-15,0-3-1 0,0-5-7 16,0-4-6-16,0 1 1 16,1-2-2-16,5-3 4 15,-2 4-5-15,3-1-2 16,3 0 1-16,1 4 2 16,1 1 0-16,2 1 2 0,0 3 2 15,2 1-3-15,-2 3-2 16,2 0 3-16,-3 0-2 15,1 10 2-15,-2-1-1 16,-2 6-5-16,-3-2-31 16,0 1-20-16,-4-1-19 0</inkml:trace>
  <inkml:trace contextRef="#ctx0" brushRef="#br0" timeOffset="-164558.11">18752 14545 107 0,'0'0'-49'0</inkml:trace>
  <inkml:trace contextRef="#ctx0" brushRef="#br0" timeOffset="-164452.53">18752 14545 107 0,'6'1'6'0,"-5"-3"-8"0,1-2-32 16</inkml:trace>
  <inkml:trace contextRef="#ctx0" brushRef="#br0" timeOffset="-163669.68">18371 14228 250 0,'0'0'2'0,"0"0"-3"0,0 0-3 0,0 0 6 16,0 0-2-16,5 38 0 15,3-17 1-15,2 3 0 16,2 2 0-16,-1 2 1 16,3-2-1-16,-1 2 0 15,0-2 0-15,0-2 0 0,-2 0 2 16,1-4 0-16,-7-2-3 16,1-2 2-16,-3 0-1 15,-3-5 1-15,0 1 0 16,0-4 1-16,0-1-1 15,0-1 1-15,0-2-1 0,0-4 1 16,0 0 1-16,0 0-1 16,0 0 0-16,0 0 5 15,0 0 1-15,4-3 0 16,2-1 1-16,3-4-4 16,3 2-1-16,2-1-1 15,1 1-1-15,3 2-3 0,-1-1 2 16,1 1-2-16,-1 1 1 15,2-1-1-15,-2 0 1 16,1 1-1-16,-1-1-14 16,-2 0-32-16,-5-2-25 0,-1-3-83 15</inkml:trace>
  <inkml:trace contextRef="#ctx0" brushRef="#br0" timeOffset="-163397.74">18696 14300 184 0,'0'0'5'0,"0"0"12"0,0 0-12 0,0 0-10 0,0 0 7 15,0 0 1-15,0 0-1 16,25 51 1-16,-18-26 0 15,2 0 0-15,-4 1 0 16,-2-1 1-16,0-1-1 16,-1-4 0-16,-2-1-1 0,0-3-7 15,0-4-17-15,0-3-27 16,-2-4-64-16</inkml:trace>
  <inkml:trace contextRef="#ctx0" brushRef="#br0" timeOffset="-163250.08">18688 14466 274 0,'0'0'3'0,"0"0"-1"16,0 0-1-16,45-21-1 0,-19 15-19 16,0-1-25-16,2-3-37 15</inkml:trace>
  <inkml:trace contextRef="#ctx0" brushRef="#br0" timeOffset="-162650.74">19252 14232 154 0,'0'0'13'0,"0"0"-5"0,0 0-3 16,0 0 2-16,-4 37-2 16,4-23-1-16,0 3-2 15,0 1-1-15,3-3 1 16,0 0-1-16,0-2-1 15,2-3 1-15,-2 0 0 16,0-4 0-16,2-2 3 0,0 0 1 16,3-4 4-16,0 0 3 15,2 0-8-15,-2-1-1 16,2-6-2-16,0-2 0 16,-2 1-1-16,0-1 0 15,0 2 1-15,-2 4-2 0,1 0 0 16,-3 2 1-16,1 1-1 15,4 0 0-15,-2 3 2 16,1 4-2-16,1 1 1 16,0-2 1-16,0 1-1 15,0-2 1-15,0-2-1 0,-1-2 1 16,2-1-1-16,-2 0 3 16,2-3 3-16,-3-6 21 15,0-1 10-15,-2-2-5 16,1-1-6-16,-4-1-4 15,-1-2-11-15,-1 0-8 16,0 1-2-16,0 2-3 0,0 2-4 16,-3 2-4-16,-2 6-23 15,1 1-20-15,1 1-31 16,3 0-106-16</inkml:trace>
  <inkml:trace contextRef="#ctx0" brushRef="#br0" timeOffset="-162194.83">19729 14243 167 0,'0'0'24'0,"0"0"-23"0,0 0 0 0,0 0 4 0,0 0 10 15,0 0 0-15,0 0 5 16,0 0-4-16,0 0-13 0,0 0-1 15,-27-24-2-15,14 33 2 16,-1 2 1-16,1 2-5 16,-1 1 5-16,3 3-2 15,1-3-2-15,4 0 3 16,4-2-1-16,2-2 1 16,0-3-4-16,0-3-1 0,5-2 5 15,7-2 0-15,0 0 2 16,2 0-3-16,0-6 1 15,2-3 0-15,-3-2-1 16,-2 4-1-16,0-3 1 16,-6 4 0-16,0-1 3 0,0 4 3 15,-3 2-2-15,0 1-3 16,1 0-2-16,4 0-1 16,-4 0 1-16,1 0 1 15,4 1-2-15,-3 2 2 16,1 0-1-16,2-1-1 0,0 0-12 15,1-2-25-15,1 0-21 16,0-2-90-16</inkml:trace>
  <inkml:trace contextRef="#ctx0" brushRef="#br0" timeOffset="-161896.7">19908 14026 108 0,'0'0'8'0,"0"0"20"0,0 0-10 0,0 0-3 15,0 0-1-15,0 0-12 16,0 0-5-16,0 0 9 16,0 0 9-16,0 0 1 15,7 31-6-15,-1-12-5 0,0 0 1 16,1 1-3-16,-1-1-1 15,-1 0-1-15,0-1 2 16,-1-2 1-16,-1-2-1 16,1-2-3-16,-2 0-7 15,-1-4-14-15,0-1-5 0,-1-4-19 16,0-3-50-16</inkml:trace>
  <inkml:trace contextRef="#ctx0" brushRef="#br0" timeOffset="-161712.04">19882 14170 278 0,'0'0'-6'0,"0"0"9"16,0 0-2-16,0 0-2 0,37-19-9 15,-22 13-6-15,3 1-6 16,2-1-7-16,0-2-24 15,0 0-56-15</inkml:trace>
  <inkml:trace contextRef="#ctx0" brushRef="#br0" timeOffset="-160871.18">20167 14114 134 0,'0'0'2'16,"0"0"-2"-16,0 0 0 15,0 0 8-15,0 0 18 16,0 0 2-16,0 0-8 16,0 0-9-16,7-3-1 0,-4-1-6 15,0-2-3-15,2 0 0 16,-4 0-1-16,0 0 2 15,-1-1-2-15,0 2 1 16,0 0-1-16,-2 0-1 16,-6 3 1-16,2 0-2 0,-2 2 1 15,1 0 1-15,-4 0-1 16,1 4 1-16,2 4 0 16,-4 0 0-16,2 4 0 15,3-1 1-15,1 0-1 16,2-1 0-16,4 1 0 0,0-2-1 15,0 1 1-15,1 0 0 16,8 0-1-16,2-2 2 16,-1 0-1-16,3-3 1 15,-1 0 0-15,2-1-1 16,-1-4 2-16,-2 0-1 0,3 0 0 16,-4 0 2-16,2-6 3 15,-2-1 1-15,0-1-1 16,-4-1 0-16,2 0-2 15,-3-2-2-15,1 0-1 16,-4-3 0-16,1-1-2 16,-1-1 2-16,0 1-2 0,1-1 0 15,1 2-3-15,-1 4-7 16,-2 0 0-16,1 3 10 16,1 3 6-16,1 1-2 15,-1 2-3-15,2 1-2 16,3 0 2-16,-3 1 2 0,1 5-2 15,-1 4 0-15,3 0 0 16,-3 0 0-16,4 1 1 16,-4-1 0-16,3 0 0 15,2-2-1-15,-1-2 2 16,1-1-1-16,0-3 0 0,3 0 2 16,0-2 0-16,2 0-1 15,-1 0 1-15,2-5-1 16,-1-1 4-16,-1-2 3 15,-5-2 7-15,0 1-4 16,-2-2 2-16,-3 0 2 0,-2-2-5 16,-2-1-4-16,0-2-4 15,-2 1-4-15,-7-1-1 16,-1 2-6-16,-3 4-2 16,-5 3-17-16,-6 2-22 15,-5-2-74-15</inkml:trace>
  <inkml:trace contextRef="#ctx0" brushRef="#br0" timeOffset="-158386.39">18703 14263 84 0,'0'0'16'0,"0"0"-13"0,0 0 2 0,0 1 1 15,0 0-4-15,0 0-1 16,0 2 1-16,3-1 3 16,-1 2 0-16,2 1 0 0,-3 1 0 15,2 0-3-15,-1 2-2 16,0 5 1-16,-1-2-1 16,-1 4 0-16,0 0 2 15,0 6-2-15,2-1 1 16,-2 3 2-16,3 1 9 15,1 3-4-15,3 0-1 16,0 0-4-16,3 0-1 0,4-1 1 16,-1-4-1-16,3-4-1 15,2-2-1-15,4-7 1 16,-4-3 1-16,2-6-20 16,-4-6-68-16</inkml:trace>
  <inkml:trace contextRef="#ctx0" brushRef="#br0" timeOffset="-158030.34">18694 14434 119 0,'0'0'11'0,"0"0"9"0,0 0-11 16,0 0-7-16,0 0-1 15,0 0-1-15,0 0 1 16,0 0 1-16,0 0-2 16,49-8 1-16,-27 4-1 0,1 0 0 15,4-4-21-15,4-1-55 16</inkml:trace>
  <inkml:trace contextRef="#ctx0" brushRef="#br0" timeOffset="-157189.95">18289 14303 100 0,'0'0'1'0,"0"0"4"0,0 0-2 0,0 0-2 16,38 17-1-16,-31-11 0 15,1-1 0-15,-2 4 1 16,1-2-1-16,-1 2 3 16,1 0 3-16,-1 1-2 15,1 1-1-15,-1 0-1 0,1 0 3 16,1 2 1-16,-2 2 3 16,-1-3 0-16,3 5-4 15,-5 0-1-15,2 1 2 16,1 1-3-16,-4 1-2 15,2 1-2-15,-1 0 2 0,3-1 1 16,-3 0-1-16,4 0-1 16,-2-3 2-16,1-3-1 15,0 0 1-15,-1-5-1 16,1-2-1-16,0 0 1 16,2-3 3-16,0-2 3 15,4-2 0-15,1 0-3 0,5 0-2 16,5 0-1-16,5-7 1 15,5-3-2-15,8-2 0 16,4-8-22-16,7-1-95 16</inkml:trace>
  <inkml:trace contextRef="#ctx0" brushRef="#br0" timeOffset="-155980.33">17048 15077 82 0,'0'0'25'0,"0"0"-8"0,0 4-8 0,0 1-7 0,0 3-2 16,0 2 0-16,0 4 1 16,3 2 0-16,4 4 2 15,2 1 5-15,5 2 2 16,5 2-2-16,1 1-2 16,6-1-2-16,1 1-2 0,4-1 3 15,4-2 0-15,3-3 5 16,7 0-2-16,1-4 0 15,7-1 0-15,1-2-3 16,3-2-1-16,1 1-1 16,2-4-1-16,-4-1 0 0,1-1-1 15,-4-2 0-15,-3-1 1 16,-2 1-1-16,-5-2 0 16,0-1-1-16,-6 2 0 15,-2-3-2-15,-3 0-34 16,-5 0-43-16</inkml:trace>
  <inkml:trace contextRef="#ctx0" brushRef="#br0" timeOffset="-153234.08">18373 15416 160 0,'0'0'-8'0,"0"0"1"0,0 0 17 0,0 0 0 0,-2-41-2 15,0 38 10-15,1 1 7 16,-2 0-2-16,3 2-1 15,-3 4-25-15,2 8-5 16,1 9 9-16,0 6 3 0,0 4 2 16,0 3-2-16,0 2-1 15,4 0 0-15,2-1 2 16,-1-5 2-16,0 4-1 16,-1-7-15-16,-1-2-17 0,-1-5-6 15,-2-5-13-15,0-7-36 16</inkml:trace>
  <inkml:trace contextRef="#ctx0" brushRef="#br0" timeOffset="-152891.52">18382 15432 165 0,'0'0'6'0,"0"0"11"16,0 0 1-16,0 0-5 16,44-17-7-16,-28 14-3 15,-1 2 0-15,-1 1-3 16,0 0 0-16,-3 0 1 16,-1 0-1-16,-4 0 2 0,-1 4-1 15,-2 3 1-15,-3-1-1 16,0 2-1-16,0 2 2 15,-3 3-1-15,-8 0 2 16,-2-2 0-16,-3 3-6 16,-1-1 7-16,1-3-2 0,1 1-1 15,2-3 1-15,5-3-11 16,1 1-34-16,6-5-56 16</inkml:trace>
  <inkml:trace contextRef="#ctx0" brushRef="#br0" timeOffset="-152543.58">18648 15395 186 0,'0'0'3'0,"0"0"7"16,0 0 4-16,0 0-12 15,0 0-1-15,0 0-3 16,-37 44 2-16,30-27 1 15,3-1 0-15,2-2-1 16,2-3 1-16,0-1 0 0,7-5 2 16,6-4-3-16,-1 1 1 15,1-2 5-15,2 0 0 16,-4-6-2-16,1-3-2 16,-5-1 1-16,-1 0-1 15,-2-1 6-15,-3-2 8 0,-1 0 8 16,0-1-4-16,-1 4-7 15,-6 0-9-15,1 2-10 16,-7 5 2-16,1 3-21 16,-2 0-15-16,-3 9-9 15,2 0-29-15</inkml:trace>
  <inkml:trace contextRef="#ctx0" brushRef="#br0" timeOffset="-152052.05">18768 15350 227 0,'0'0'4'0,"0"0"5"16,0 0 3-16,0 0-12 0,0 0-9 15,0 0 5-15,0 0 7 16,0 0 2-16,2 44-2 15,-1-27-1-15,3-2-1 16,0-2 1-16,-2 0 0 16,1-2-1-16,-1-4 2 15,1-2-2-15,0-2-6 0,-1-3-3 16,0 0 7-16,-1 0 4 16,2-8-1-16,-1 1 1 15,0-1 0-15,0 2 2 16,1 2-5-16,0 3 0 15,1 1 0-15,2 1 0 0,0 9 0 16,3 0 0-16,0-2 3 16,-3 2 1-16,4-4-1 15,-5-2 2-15,1-4-1 16,-1 0 1-16,0 0 14 16,0-9 16-16,-1-3-5 0,-1-4-5 15,-1-4-5-15,-1 0-8 16,-1-4-5-16,0 2-4 15,0-1-3-15,0 0 0 16,0 3-8-16,0 3-22 16,1 6-36-16,-1 1-51 0</inkml:trace>
  <inkml:trace contextRef="#ctx0" brushRef="#br0" timeOffset="-151482.5">18995 15422 221 0,'0'0'3'0,"0"0"-2"0,0 0-1 15,40-38 1-15,-32 26-2 16,-1-2-3-16,-3 1 0 0,-2 2 4 16,-2 1 0-16,0 2 5 15,0 0 2-15,0 4 7 16,-7 1-3-16,1 3-8 15,-1 0-2-15,0 0-3 16,-1 7-2-16,3 6 2 0,-2 3 2 16,3 2-1-1,2 2 1-15,2-1-1 0,0 1 1 16,1-3 0-16,6-3-1 16,0-1 1-16,2-5 0 15,-3-1 1-15,3-4-1 16,0-1 0-16,0-2-1 0,0 0-1 15,-1-8 4-15,1-3-1 16,1-2 3-16,-5-1 0 16,4-3 4-16,-2 0 0 15,2 1 3-15,-2 2-4 0,2 1-2 16,1 5-2-16,-4 4 1 16,2 2-3-16,3 2-1 15,-3 0 0-15,2 6 0 16,1 2 0-16,0 1 2 15,0-1-1-15,1-2 0 0,-1-2 1 16,2 1 2-16,-2-4 1 16,-2-1 2-16,1 0 10 15,0 0-3-15,-4-6-4 16,1-1 0-16,1-3-4 16,-1-1-4-16,-2-5-1 15,0-1-10-15,0-3-85 0,-1 0-129 16</inkml:trace>
  <inkml:trace contextRef="#ctx0" brushRef="#br0" timeOffset="-151212.46">19676 15137 151 0,'0'0'1'0,"0"0"5"0,0 0 37 0,0 0-21 0,0 0-9 0,0 0-7 16,-43 29 1-16,30-9-2 15,2 2 2-15,2 2-2 16,2-2-3-16,6 0-1 16,1-3-1-16,0-1 0 0,6-6-2 15,7-3-8-15,2-4 1 16,5-5-8-16,-1 0-12 15,4-2-29-15</inkml:trace>
  <inkml:trace contextRef="#ctx0" brushRef="#br0" timeOffset="-150920.42">19774 15209 202 0,'0'0'7'16,"0"0"-1"-16,0 0-3 0,-40 47-3 15,37-33 1-15,1 0-2 16,2-3 0-16,2-2 0 16,5-2-1-16,4-4 3 15,3-1 2-15,1-2 1 16,-1-2 2-16,0-8 3 0,1-1 6 16,-4-2 2-16,-1-1-4 15,-3-2 2-15,-2 2 8 16,-5-3 2-16,0 2-7 15,-2 2-10-15,-9 4-9 16,0 2 0-16,-2 6-4 16,-3 1-35-16,1 1-18 0,0 6-19 15</inkml:trace>
  <inkml:trace contextRef="#ctx0" brushRef="#br0" timeOffset="-150529.25">19940 15179 266 0,'0'0'2'15,"0"0"0"-15,0 0 2 16,0 0-4-16,0 0 0 0,0 0-5 16,0 0 2-16,0 0 4 15,29 23 0-15,-29-7 1 16,0-2-1-16,0-1 0 15,0-1-3-15,0-3-6 0,0-3-1 16,0-2 5-16,0-1 2 16,0-3-1-16,0 0 6 15,0 0 7-15,0-9 3 16,0 1 2-16,0-4-5 16,3-1 1-16,2 1-1 15,0 0-3-15,1 1-6 0,0 2 5 16,2 2-4-16,0 3-1 15,1 4 0-15,-1 0-2 16,2 0 2-16,-1 4 1 16,0 2-3-16,2 2-15 15,-1 1-28-15,2-3-3 0,0-2-35 16</inkml:trace>
  <inkml:trace contextRef="#ctx0" brushRef="#br0" timeOffset="-150216.77">20260 15114 148 0,'0'0'60'0,"0"0"-40"16,3-43 18-16,-7 34-13 15,-3 4-13-15,-5 2-11 16,0 3 7-16,1 0-15 16,-1 2 6-16,3 5 2 0,1 1 1 15,5 2-1-15,3-1-1 16,0 1-2-16,0-2-1 15,4 2-1-15,7-1 3 16,1 1 4-16,1-2-1 16,0 2-1-16,1 0 0 0,-5 0-1 15,-2-3 1-15,-3 2-1 16,-4-1 0-16,0-1-1 16,-1 2 2-16,-9-1-1 15,-1 1-1-15,-5-3-15 16,3-1-11-16,1-1-17 15,2-4-28-15</inkml:trace>
  <inkml:trace contextRef="#ctx0" brushRef="#br0" timeOffset="-149837.81">20327 15054 302 0,'0'0'18'16,"0"0"0"-16,0 0-14 15,0 0-7-15,0 0-12 16,0 0 12-16,0 0 5 16,-2 50 2-16,1-34 0 0,1 1-2 15,0-3 0-15,2-3-1 16,6-1-3-16,2-3-1 16,1-3-1-16,4-1 7 15,-1-3-7-15,4 0 4 16,-3-7 1-16,0-3-1 15,-1-2 0-15,-1-1 3 0,-1 0-3 16,-6 0 1-16,-1 3 0 16,-1 3 6-16,-4 3 7 15,0 3 2-15,0 1-13 16,0 0-1-16,0 4-6 0,0 4 0 16,0 2 4-16,0 3-1 15,0-2-8-15,1-1-11 16,5-1-17-16,-1-5-27 15,0-3-89-15</inkml:trace>
  <inkml:trace contextRef="#ctx0" brushRef="#br0" timeOffset="-149276.6">20590 15054 266 0,'0'0'10'0,"0"0"-6"16,0 0-4-16,0 0-4 15,0 0 0-15,0 0-1 16,0 0 2-16,0 0 1 16,0 0 4-16,20 44-2 15,-19-31 1-15,-1-1-7 0,0-3-16 16,0-1-9-16,0-3-4 16,0-1 0-16,-2-4 18 15,0 0 21-15,2 0 25 16,0-5 7-16,0-3-9 15,0-3-11-15,0-2-7 0,3 1-4 16,6-1 1-16,-2 1-4 16,3 1 0-16,-2 4 1 15,2 1 3-15,1 5 0 16,-3-1 0-16,3 2-2 16,-1 0-3-16,1 0 0 15,0 8-1-15,-2-1 1 0,-2 1 0 16,-2 2-8-16,-2-1-21 15,-3-2 11-15,0 0 2 16,0-4-4-16,-1-2 11 16,-4-1 13-16,-1 0 4 15,2 0 3-15,2-4 3 0,2-6-5 16,0-1-4-16,0-3-3 16,10-1-1-16,0 1-3 15,1 3-1-15,1-2 0 16,3 7 5-16,-2 3 6 15,2 3 1-15,-2 0-4 0,2 1-3 16,-1 7-3-16,-1 2 3 16,0 1 0-16,-3 0-15 15,-3 0-23-15,-2-4-16 16,-2-4-100-16</inkml:trace>
  <inkml:trace contextRef="#ctx0" brushRef="#br0" timeOffset="-148828.73">20982 14959 279 0,'0'0'-7'0,"0"0"4"0,3 41 2 0,-3-21-1 15,0 5 3-15,0-1 2 16,0 1-3-16,0-3 0 0,0-1-1 15,-2-3-2-15,2-3-23 16,-1-3-3-16,1-5-8 16,0-3-4-16,0-4 18 15,-2 0 29-15,2-6 5 16,-3-7 3-16,0-6 0 0,0 1-8 16,1-8 0-16,-2 2 9 15,4-5-2-15,-2 2-5 16,2 0 3-16,0 3-2 15,4 3 2-15,1 5-3 16,5 2 3-16,2 6-3 16,-1 5-4-16,3 3-1 0,1 0-1 15,-1 0 4-15,-5 11-2 16,0 2-2-16,-5 3-3 16,-4-1-13-16,0 1 3 15,-4 1 0-15,-7-3-7 16,-4-1 4-16,-1-6 0 0,1-1-9 15,0-6-14-15,3 0-25 16</inkml:trace>
  <inkml:trace contextRef="#ctx0" brushRef="#br0" timeOffset="-148601.45">21120 14804 253 0,'0'0'16'0,"0"0"3"0,0 0-19 0,0 0 0 0,0 0 1 16,0 0 4-16,17 50 3 16,-15-27-1-16,-1 2-3 15,-1 1 0-15,1 0-1 16,-1 0-1-16,0-2-2 16,0-5-21-16,-2 1-13 0,-5-6-2 15,-4-5-6-15,0-1-27 16,-1-6-51-16</inkml:trace>
  <inkml:trace contextRef="#ctx0" brushRef="#br0" timeOffset="-148458.8">21053 15007 141 0,'0'0'38'0,"0"0"-5"0,15-51-1 16,3 36-10-16,2 2-8 16,6 1-10-16,1 4-2 15,0 1 1-15,0 3-3 16,-4 4-4-16,-4 0-25 15,-5 1-15-15,-5 9-30 0</inkml:trace>
  <inkml:trace contextRef="#ctx0" brushRef="#br0" timeOffset="-148357.74">21299 14995 166 0,'0'0'-152'16</inkml:trace>
  <inkml:trace contextRef="#ctx0" brushRef="#br0" timeOffset="-146750.83">21109 13352 66 0,'0'0'5'0,"0"0"13"0,-43-31 6 0,30 22 2 0,-3-3-3 16,2 5-1-16,-2-1-6 16,0 3-7-16,0 0-5 15,2 0-1-15,0 1-3 16,3 0 1-16,2 0-1 0,1 0 1 16,3 0 0-16,2-1 5 15,0-1 3-15,3 2 0 16,0 1 3-16,0 0-3 15,8 0-9-15,5-1 1 16,5 1-1-16,9 0 1 16,6 2-1-16,5 1 0 0,5 0 1 15,2 13-1-15,0 7 0 16,-2 7-1-16,-6 10 0 16,-6 7-5-16,-7 8-11 15,-7 11 4-15,-9 5 8 16,-6 7 3-16,-2 3 1 0,0 5 2 15,-8-1-1-15,1-3 1 16,0 0 1-16,3-3 2 16,2-3 1-16,2-4-2 15,0-2 0-15,2-2-1 16,9-5-1-16,2-9 1 0,4-4-2 16,2-9 2-16,5-8-2 15,1-6 1-15,0-7 1 16,1-8 4-16,-2-2 7 15,-2-4-7-15,-6-3-4 16,-3 0-2-16,-5 1 1 0,-4 5-2 16,-4 4 0-16,0 8-4 15,-4 9 8-15,-7 6-9 16,-3 8 4-16,-4 9 3 16,0 5 1-16,0 5-1 15,-2 7-1-15,1 3 1 0,1 3-1 16,-1 4 1-16,-1 0-1 15,3-2 2-15,-3-1-2 16,2-5 0-16,-3-2 1 16,-1-4 0-16,-4-7 0 15,-4-2 1-15,-7-2-1 0,-8-1 0 16,-11-1-1-16,-13 2-4 16,-14-4-44-16,-11-3-55 15</inkml:trace>
  <inkml:trace contextRef="#ctx0" brushRef="#br0" timeOffset="-145639.04">21426 13983 58 0,'-8'1'21'0,"2"-1"6"0,4 0 12 0,2 0-2 16,0 0-24-16,2 0-6 16,10 0 14-16,3 0 7 0,9 0-12 15,4-5-6-15,5-2-4 16,6-2 0-16,4 0-4 15,4 0-1-15,-1 0 0 16,4-2-1-16,-5 4 1 16,0 0-5-16,-4 1-24 0,-2-1-10 15,-5 0-3-15,-1 0 2 16,-6-2-10-16,-3 0-46 16</inkml:trace>
  <inkml:trace contextRef="#ctx0" brushRef="#br0" timeOffset="-145341.22">22116 13786 79 0,'0'0'60'0,"0"0"-28"16,0 0 2-16,-36 11-14 15,25-1-9-15,1 5-7 16,4 0-1-16,1 1-1 16,4-1 0-16,1 0 1 0,0-3-1 15,10-4 2-15,3-1 1 16,0-5-5-16,3-2 0 15,0 0 0-15,2-1 3 16,0-9-2-16,-4-3 2 16,-1 0-1-16,-1-4 2 0,-7 0 4 15,-1 0 5-15,-4 0 1 16,0 0-3-16,-2 5-9 16,-9 2-2-16,-5 5 0 15,-5 5-5-15,-2 0-17 16,-4 7-17-16,2 3-22 0,0 0-37 15</inkml:trace>
  <inkml:trace contextRef="#ctx0" brushRef="#br0" timeOffset="-145014.62">22394 13673 190 0,'0'0'2'0,"0"0"6"0,0 0-2 0,0 0-3 15,0 0-7-15,0 0-1 0,0 0 9 16,0 0 1-16,0 0 3 15,5 27-2-15,-5-22-3 16,1-1-1-16,5 0-1 16,2-4 6-16,0 0-5 15,1 0-1-15,2 0-2 16,-2-2-8-16,-2-5-20 0,-3-1-33 16</inkml:trace>
  <inkml:trace contextRef="#ctx0" brushRef="#br0" timeOffset="-144722.58">22332 13725 119 0,'0'0'108'0,"0"0"-84"0,0 0 4 16,0 0-16-16,0 0-1 15,0 0-6-15,0 0-2 16,40 58 0-16,-34-31 1 16,-2 6 1-16,-1 1 0 15,-1 3-2-15,-2-3-9 0,0-3 3 16,0-3-12-16,0-5-1 16,0-6-6-16,0-5-2 15,0-5-14-15,0-5-14 16,-2-2-7-16,1-5 20 15</inkml:trace>
  <inkml:trace contextRef="#ctx0" brushRef="#br0" timeOffset="-144516.53">22351 13893 53 0,'0'0'-6'0,"-1"-57"17"16,1 34 12-16,1 3 2 16,8 6 11-16,2 4-4 0,0 4-2 15,4 6-7-15,-1 0-13 16,-1 0-4-16,3 6 1 15,-5 5 2-15,-3 2-2 16,-2 3-8-16,-6-1-15 16,0 1-6-16,-7-2 5 0,-6-2 11 15,-2-3 3-15,-1-4-6 16,1-5-8-16,1 0-26 16</inkml:trace>
  <inkml:trace contextRef="#ctx0" brushRef="#br0" timeOffset="-144309.56">22546 13618 272 0,'0'0'-2'16,"0"0"-4"-16,0 0 10 0,0 0 5 16,32 46-8-16,-30-25 4 15,0 7 2-15,-1-2-3 16,-1 1-1-16,0 1-1 15,0-1-8-15,0-2-10 16,0-3-13-16,-2-6-20 0,-6-5-39 16</inkml:trace>
  <inkml:trace contextRef="#ctx0" brushRef="#br0" timeOffset="-144082.39">22489 13766 258 0,'0'0'0'0,"41"-21"-3"16,-15 10 10-16,1 3-5 15,0 4 2-15,-1 1 2 0,0 3 4 16,-2 2 0-16,-4 9 0 16,0 3 1-16,-1 1-5 15,-6 2-4-15,-3-1 1 16,-2 0-5-16,-2-2-32 15,-4-5-28-15,-2-3-25 16</inkml:trace>
  <inkml:trace contextRef="#ctx0" brushRef="#br0" timeOffset="-143961.65">22743 13661 218 0,'0'0'0'0,"0"0"4"16,-15-37 10-16,11 32-8 15,0 4-64-15</inkml:trace>
  <inkml:trace contextRef="#ctx0" brushRef="#br0" timeOffset="-143369.17">22828 13711 247 0,'0'0'11'15,"0"0"-16"-15,0 0 17 0,0 0-3 16,0 0-6-16,0 0-2 16,0 0 0-16,43-3-1 15,-36 3 0-15,2 0 0 16,0 4 1-16,2 5 2 16,-2 2-1-16,-2 2 3 15,1-1-3-15,-3 1-1 0,-1-1-18 16,-3-2 2-16,0-4 5 15,0-2 2-15,-1-3 9 16,0-1 3-16,0 0 10 0,0-1-1 16,0-8-10-16,4-2 0 15,-1-1-2-15,3-2-4 16,2 1-4-16,-1 0-1 16,3 4-3-16,1 1 11 15,0 4 6-15,0 3 9 16,1 1-3-16,2 0-5 15,3 5 2-15,-2 3-1 0,-1 1-3 16,-1 4-1-16,-2-3-19 16,-3 0-1-16,0-3-1 15,-5-1 4-15,-1 0 4 16,0-6 7-16,-2 0 0 16,0 0 10-16,0-6-4 0,0-4-2 15,0-1 3-15,1-2 8 16,2-1 0-16,2 1-6 15,-2 2-1-15,3 2 2 16,2 3 1-16,1 2-8 0,2 4 4 16,1 0-1-16,2 0 1 15,-1 10 1-15,0-3 1 16,1 4-8-16,-4-2-15 16,1 1-13-16,-2-4-19 15,-1-5-40-15</inkml:trace>
  <inkml:trace contextRef="#ctx0" brushRef="#br0" timeOffset="-143207.77">23401 13682 304 0,'0'0'1'0,"0"0"-5"0,0 0 5 0,0 0 0 0,0 0 0 16,13 45-2-16,-11-36-38 15,-2 0-27-15,0-8-41 0</inkml:trace>
  <inkml:trace contextRef="#ctx0" brushRef="#br0" timeOffset="-143050.48">23396 13568 295 0,'0'0'-31'15,"0"0"53"-15,-15-52 1 16,15 42-13-16,0 0-10 16,9 3-50-16,-2 0-69 15</inkml:trace>
  <inkml:trace contextRef="#ctx0" brushRef="#br0" timeOffset="-142332.35">23620 13516 249 0,'0'0'13'0,"0"0"-18"16,0 0 17-16,0 0-9 15,0 0-5-15,25 43 7 16,-25-30-2-16,0 1 2 16,0 1-2-16,0 2-1 0,-4-5-2 15,1 5 2-15,-1-3 0 16,0-2-1-16,3 0 0 15,1 0 0-15,0-1 1 16,1 0-2-16,8-1 0 16,-2 4-3-16,2-2 2 15,1 1-4-15,-4-1 1 0,-1 2 3 16,-5-1 0-16,0 0 0 16,0-1 2-16,0 1 1 15,-8-1 0-15,-2-1 3 16,1-1 1-16,-4-1-4 0,0-1 1 15,0-2-1-15,-1-2-1 16,1-1-9-16,-4 0-11 16,4-2-6-16,-1-1 11 15,2 0 6-15,3 0 8 16,2-4 3-16,3-6-2 0,4-1-5 16,0-5-2-16,7 1 8 15,6-4-3-15,5 1-1 16,5-1 0-16,4 1 3 15,3 1 0-15,2-2 1 16,4 1 1-16,3-1 5 0,-3 1 0 16,-1 1 3-16,-4 1 0 15,-5 1-7-15,-6 0 0 16,-7 5-1-16,-6-4 3 16,-4 3 7-16,-3 1-6 15,0 0-6-15,-3 2-2 16,-8 3 2-16,-3 4-3 0,-3 1-15 15,-2 1 11-15,-3 10 4 16,1 4 2-16,2 2 0 16,3 1 0-16,3-2 0 15,7 1 1-15,6-3-2 16,0 0 0-16,12-1 2 0,6-4 5 16,5-1 2-16,4-2-3 15,4-2-4-15,1 2 2 16,1-1-2-16,-2 1-9 15,-6 1-55-15,-6 2-85 0</inkml:trace>
  <inkml:trace contextRef="#ctx0" brushRef="#br0" timeOffset="-142059.89">22813 14253 198 0,'59'-19'10'0,"10"-2"31"0,10-3-6 0,8 0-11 15,9 0-9-15,1 1-6 16,1 2-5-16,1 4-2 15,-9 5-3-15,-9 5 1 0,-19 7-3 16,-24 0-54 0,-25 8-34-16</inkml:trace>
  <inkml:trace contextRef="#ctx0" brushRef="#br0" timeOffset="-141910.81">23065 14350 267 0,'0'0'0'0,"0"0"7"15,68 9 4-15,23-11 3 16,33-11 5-16,30-4-17 16,29-3-2-16,17 3-12 0,9 0-19 15,-3 0-99 1</inkml:trace>
  <inkml:trace contextRef="#ctx0" brushRef="#br0" timeOffset="-136978.45">22590 13269 87 0,'0'0'2'0,"0"0"0"0,0 0 4 0,0 0-3 0,0 0-3 15,0 0 0-15,0 0 1 16,29-40 2-16,-29 33 20 16,0-3 11-16,0 2-8 15,-5-1-10-15,-1 2-6 16,-3 1-8-16,0 2-3 15,-8 1 0-15,-2 0-10 0,2 3 7 16,-4 0-2-16,1 0 3 16,-2-1 3-16,2 1 1 15,0 0-1-15,0 0 2 16,0 0-1-16,-2 7 2 16,-1 4-3-16,-2 4 0 0,-4 3 0 15,-1 3-1-15,-1 2 1 16,-3 3-2-16,1 1 2 15,-1 4 0-15,2-1 2 16,0 8-1-16,-3 5 1 16,4 2 1-16,1 2 1 0,1 4 0 15,0 0 0-15,5 3-1 16,1 0 0-16,7 4 1 16,4 1 0-16,8 3 0 15,4 2-4-15,5 4 1 16,12 3 1-16,8 3-1 0,7 4 1 15,4 3-1-15,5 3-1 16,9-3 0-16,4-4 0 16,6-6 0-16,7-5 1 15,5-9-1-15,9-7 1 16,7-9 1-16,5-5 0 0,4-8-2 16,4-5 0-16,0-8-1 15,1-6-2-15,0-9-6 16,2 0 2-16,0-10 2 15,-1-10 3-15,1-4 1 16,3-6 2-16,-5-7-1 0,-3-4 0 16,-2-7 0-16,-6-8 0 15,-4-5 7-15,-7-4 0 16,-6-3 0-16,-9-2-5 16,-9 2-1-16,-9-2-1 15,-14 5 2-15,-8 0 9 16,-10-2 9-16,-6 0-4 0,-9-2-5 15,0-1 5-15,-11-1-3 16,-10 0 1-16,-9 1-3 16,-6 2-3-16,-13 0-4 15,-11 4-3-15,-10 3 3 16,-9 3-4-16,-12 6-1 0,-10 8 2 16,-9 9-9-16,-9 8-32 15,-7 9-13-15,-7 5-19 16,-6 4-127-16</inkml:trace>
  <inkml:trace contextRef="#ctx0" brushRef="#br0" timeOffset="-109774.45">14326 4057 100 0,'0'0'4'0,"0"0"9"0,0 0 0 0,0 0 2 16,0 0-3-16,0 0-6 0,0 0-3 16,0 0 1-16,0 0-1 15,40-23-1-15,-25 18 0 16,9-1-1-16,3-1 4 15,3 0-4-15,7-3 1 16,1 0 0-16,0 0 0 16,3-1-1-16,-4 2 1 0,-2 2-2 15,-3 0-1-15,-5 3-23 16,-8-2-23-16</inkml:trace>
  <inkml:trace contextRef="#ctx0" brushRef="#br0" timeOffset="-109594.42">14355 4095 232 0,'0'0'-3'16,"0"0"11"-16,0 0-8 16,0 0-1-16,61-9 8 15,-7-4-3-15,17-4-7 16,10-5-40-16,6-6-56 15</inkml:trace>
  <inkml:trace contextRef="#ctx0" brushRef="#br0" timeOffset="-104114.71">12759 5374 73 0,'-3'0'5'0,"2"0"17"0,-1-2-6 15,2 0-6-15,0-1-1 0,0 1-6 16,0-2-1-16,2 2 2 15,3 1-3-15,4 1-1 16,-2 0 1-16,2 0-1 16,4 0 0-16,0 0 0 15,2 7-1-15,1-1-3 0,5 4 3 16,-1 1 0-16,7 1 2 16,2 1-1-16,6-1 1 15,2-2-1-15,1 0 0 16,6 0 1-16,1-4 1 15,4-1-1-15,3 0 1 16,3-1-1-16,2-1 0 0,3 3 0 16,0-2-1-16,-1 1 1 15,7 0-1-15,-3 0 1 16,2-2 0-16,3 3-1 16,2-2 1-16,2 3-1 0,-1-3 1 15,0-1 1-15,2 1-2 16,2-1 1-16,1-3 2 15,3 0 1-15,1 0 2 16,2 0-1-16,5-3 1 16,3-4-2-16,-1-1-2 15,3-2 1-15,2 0-1 0,4-1 1 16,0-2-1-16,1 0-1 16,2 0 0-16,1-2 0 15,-6-2 0-15,-2-2 0 16,-1-2-1-16,-5-1 1 0,-5-3-1 15,-5-2 1-15,-1 0-1 16,-4-3 0-16,-3 0 1 16,-5-4-1-16,-3-2 2 15,-3-3 1-15,-5-2 0 16,-7-2 0-16,-2-5 1 16,-7 1-2-16,-4 2 0 0,-7-1 0 15,-9 3 0-15,-4 4 4 16,-10 0-1-16,-4 3 0 15,0 0 2-15,-14 2 0 16,-5-2-1-16,-6 1 5 16,-4 1-9-16,-3 0 0 0,-5 1-1 15,-4 1-2-15,-1 2 2 16,-6 0-1-16,-1 0 2 16,-4 0-2-16,-2 1 0 15,-3 0 0-15,-4 3 0 16,-3 2-1-16,-2 1 3 15,-4 4-2-15,-3 2 0 0,0 1-1 16,-6 3 2-16,2 1-2 16,-3 0 3-16,1 3-2 15,-7-2 0-15,2 3 1 16,0 0-2-16,2 0 2 0,-2 0-1 16,0 3-1-16,-1-1 2 15,1 4-2-15,-3 0 1 16,-5 2-1-16,2 0 1 15,2 0 0-15,-2 0 1 16,3 0-1-16,3 6 0 0,0-2 0 16,5 2-1-16,-3 2 1 15,1 2 0-15,1-1 0 16,1 6 0-16,4 1 0 16,-5 2-1-16,3 5 1 15,-2 3 0-15,4 4 0 0,-5 2 1 16,3 1-1-16,4 1 1 15,3-1-1-15,6 0 0 16,-1-1 0-16,9-1 1 16,-1 4-2-16,2 1 1 15,2 4 1-15,0 1-2 16,3 2 0-16,4-2 0 0,2 2 1 16,5-1 0-16,7 1 0 15,4 1 0-15,7 4 0 16,4 1 1-16,7 0-1 15,8 1 0-15,3-2 0 16,3-4 0-16,14-1-1 16,9-5 0-16,8-1 1 0,9-3 2 15,10-2-1-15,9-1 3 16,13-7 0-16,10 0 0 16,13-6 1-16,11-2-6 0,5-7-33 15,8-9-82-15</inkml:trace>
  <inkml:trace contextRef="#ctx0" brushRef="#br0" timeOffset="-103461.7">17207 4648 0 0,'3'4'4'0,"-1"-1"16"0,1 2 2 0,-1-3-5 16,-1 0 2-16,2-2-2 0,1 0 9 16,2 0 11-16,2-3 3 15,3-6-11-15,7-6-7 16,5-4-6-16,8-2-3 16,11-10-1-16,12-5-1 15,9-2-5-15,16-5-2 16,16-4-3-16,12-5 0 0,4-12-28 15,5-11-230-15</inkml:trace>
  <inkml:trace contextRef="#ctx0" brushRef="#br0" timeOffset="-96524.25">3161 6432 42 0,'-2'-4'15'0,"-2"-1"-5"0,3 0 4 0,1 2-5 0,-3-1-4 16,3-1-1-16,-2-2-1 15,2 4 3-15,-2-1-1 16,0 1 2-16,0 0-1 16,0 2 0-16,1 0-3 15,1 0-2-15,0 0-1 16,0 1-1-16,0 0-2 0,0 0 3 15,3 0 0-15,3 0 0 16,4 0 0-16,-2 0-2 16,3-1 2-16,3-1 0 15,-1 1 0-15,3 0 2 16,0-1-1-16,2-1 0 0,1 3 0 16,1-1 0-16,1-2-1 15,1 3 1-15,1 0-1 16,3-2 0-16,1 1 0 15,2-2 0-15,0-2 1 16,3 0-1-16,3-2 1 0,-1 0-2 16,1 0 2-16,-1-1-1 15,-1 0 0-15,2 0-1 16,-4-1 2-16,0 2 0 16,0 0 1-16,3 0 0 15,1 0-1-15,3-3 0 0,4 3-1 16,1 1 1-16,0-1-2 15,0 2 2-15,-1 0-1 16,-4 1 0-16,-1 0 0 16,2 2 0-16,-5 0 0 15,5 1 1-15,-3 1-1 0,2-1 0 16,-1-2 0-16,0 3 0 16,-5 0 1-16,1-1-1 15,0-1 0-15,-4 2 1 16,1 0 0-16,1 0-1 15,-2 0 1-15,2 0-1 16,0 0 0-16,1 0 1 0,1 0-1 16,-2 0 1-16,1 2 0 15,1-1-1-15,-4-1 2 16,2 3-2-16,1-1 1 16,-3 0-1-16,2 1 0 15,0 1 0-15,-3-1 0 0,1 0 0 16,2-1 0-16,-4-1 0 15,-1 3 0-15,1-2 1 16,-2 0-1-16,2 1 0 16,1 0 0-16,-1-1 0 0,1 0 1 15,1 1-1-15,4 0 0 16,-2 2 0-16,1-2 0 16,1 1 0-16,0 0 0 15,-1-2 1-15,1 1 0 16,-2 0 0-16,-1-1 1 15,1 0 0-15,0 0 1 0,0-1 0 16,0-1 0-16,3 0 1 16,-1 0-1-16,2 2 0 15,-4-1-2-15,1 0 1 16,1 1-2-16,-2 1 0 16,1-3 1-16,1 4-1 0,0-2 0 15,3-1 1-15,-1 0-1 16,1 1 1-16,3-1-1 15,-3-1 0-15,1 2 0 16,-3 0 1-16,1-2-1 16,-4 0 0-16,3 0 0 0,-5 0 0 15,2 0 2-15,-4 0-1 16,2 0 2-16,-2 0 6 16,0 0-3-16,-2 0-2 15,2-2-3-15,-3 0 2 16,1 1-3-16,0-1 1 15,1 2-1-15,-4 0 0 0,3 0 0 16,-3 0 0-16,3 0 1 16,0 0-1-16,1 0 0 15,1 0 0-15,0 0 0 16,2 0 0-16,2 0 0 16,-2 0 0-16,0 0 1 0,-1 0-1 15,0 0 0-15,0 0 0 16,1 0 0-16,0 0 0 15,0 0 0-15,2 0 0 16,-2 2 0-16,2 1 0 16,-3 1 0-16,2-3 1 0,1 4-2 15,-2-1 1-15,-2-3 1 16,4 3-2-16,-2-1 1 16,0 0 1-16,1 0-1 15,1-2 0-15,0 2 0 0,0-1 0 16,-2-1 0-16,1 0 0 15,-2 0 0-15,-1-1 0 16,0 0 1-16,1 0-1 16,-1 0 0-16,0 0 0 15,3-1 0-15,-1-1 0 0,0 0 0 16,0 2 1-16,0-1-1 16,-2 0 0-16,0 1 0 15,0 0 0-15,0 0 0 16,0 0 0-16,-1 0 0 15,3 0 0-15,2 0 0 16,1 0 0-16,4 1-1 0,2-1-11 16,-3 0-1-16,5 0 1 15,1 0-11-15,-1 0-5 16,-4-1-12-16</inkml:trace>
  <inkml:trace contextRef="#ctx0" brushRef="#br0" timeOffset="-94135.84">12286 6678 127 0,'0'0'14'0,"0"0"-8"0,0-42-3 0,0 31-2 0,0 1 0 0,0-1-1 16,5-4 0-16,7-3-16 16,3-6-119-16</inkml:trace>
  <inkml:trace contextRef="#ctx0" brushRef="#br0" timeOffset="-90000.39">10663 6435 103 0,'0'0'7'0,"-2"-6"11"0,2 3-1 16,0-1-10-16,0 2-4 0,0 0 0 15,0 2 0-15,0-2-1 16,0 2 0-16,0 0-1 15,0 0-1-15,0 0 0 16,2 0 1-16,5 0-1 16,0 0 0-16,2 0-1 15,-2 0 2-15,4 2-1 0,2 2 0 16,-2 0 0-16,0-1 0 16,1 1 0-16,2-2 0 15,-2-1 0-15,3 1 0 16,2-1-2-16,1-1 3 15,0 0 0-15,4 0 0 0,1 0-1 16,-1 0 2-16,2 0-2 16,1 0 0-16,-2 0 0 15,1 0 0-15,-2 0 1 16,-1 0-2-16,1 0 1 16,-2 0 0-16,2 0 0 0,1 0 0 15,0 0 0-15,0 0 0 16,-1 0 0-16,2 1 0 15,2 1 0-15,-2-1 0 16,1 1 0-16,4-1 0 16,-2 2 0-16,4 0 0 0,-2 1 0 15,2-1 0-15,1 1 0 16,-1 0 0-16,-2 1 0 16,0 0 0-16,-1-1 0 15,-1 1 0-15,1-1 0 16,-2 2 0-16,1-2 0 0,2 0 0 15,-1 1 0-15,1-1 1 16,4 0-1-16,-2 0 0 16,1-1 0-16,1 1 0 15,0-1 1-15,-3 0-1 16,1 1 0-16,0-3 0 0,0 0 0 16,-2 0 0-16,1-1 1 15,1 2-1-15,0-2 0 16,0 1 1-16,0-1-1 15,1 2 0-15,1-1 0 16,2-1 0-16,0 1 1 0,3-1 2 16,0 2 3-16,1-2-3 15,3 0 0-15,-1 0-3 16,-1 0 1-16,2 0 0 16,-4 0-1-16,1 0 1 15,-5 0-1-15,2 0 0 16,-2 0 0-16,-1 0 2 0,-1-3-2 15,1 0 0-15,-2 2 0 16,0-1 0-16,0 1 1 16,3 1-2-16,-4-1 2 15,1 1-1-15,2 0 0 16,-2 0 0-16,-1 0 0 0,1 0 0 16,-2-1 0-16,2 1 0 15,0-3 0-15,-3 2 0 16,3-2 0-16,0 2 2 15,2-1-4-15,-1 1 4 16,1 1-4-16,0 0 2 0,3-1 0 16,0 1 2-16,2 0-4 15,-6 0 4-15,3 0-4 16,-4 0 4-16,-1 0-2 16,1 0 0-16,0 0 0 15,-1 0 0-15,2-2 0 0,0 2 0 16,1-1 0-16,1 0 0 15,0 0 0-15,1 0 0 16,-2-1 0-16,-2 1 0 16,4 1 0-16,-4 0 0 0,-1 0 0 15,3 0 0-15,0 0 0 16,3 4 0-16,-1-2 0 16,4-1 0-16,-2 2 0 15,2-3 0-15,-2 0 0 16,1 0 0-16,-2 0 0 15,-2 0 0-15,4-1 0 0,-3-2 1 16,2 0-1-16,2 0-1 16,0-1 1-16,-2 1 0 15,0-1 1-15,2 0-1 16,-1-1 0-16,-2 1 0 16,0 0 0-16,2 1 0 0,-4 0 1 15,1-1 0-15,-1 2 0 16,-1-2 1-16,1 1-1 15,-5 1 0-15,5 0 1 16,-3 1-2-16,0-1 0 16,3 1 1-16,0-1-1 0,1 2 0 15,0 0 0-15,1 0 0 16,-1 0 0-16,2 0 1 16,-4 0-1-16,3-1 1 15,0-1-1-15,-1 1 0 16,3 1 1-16,3-3-1 0,-1 3 0 15,0-1 0-15,1-1 0 16,-1 2 0-16,-2 0 1 16,2-1-1-16,1 1 0 15,-1-1 0-15,2-1 0 16,1 2 0-16,3 0 0 16,-1 0 0-16,-3 0 0 0,2 0 1 15,2-3-2-15,-4 1 1 16,4 0 0-16,-1-2 1 15,1 1-1-15,0-2 0 16,-3 1 0-16,0 2 1 16,-1-1 0-16,1 1 2 0,-1-1 1 15,3-1-2-15,-3 3 0 16,1-1 0-16,-1-2 0 16,-2 2-2-16,-2 1 3 15,0-2-2-15,-1 2 0 16,2-2-1-16,4 2 0 0,-3-1 1 15,3 2-1-15,1-1 0 16,3-2 0-16,-1 2 0 16,1-1 0-16,4 1 1 15,-1-1-2-15,2 2 2 0,1 0-1 16,-2-1 0-16,1 1 0 16,0 0 0-16,-4 0 0 15,4 0 0-15,0-1 0 16,0 1 0-16,-2-2 0 15,2 2 0-15,0 0 0 16,-4 0 0-16,0-1 0 0,-3-1 0 16,2 1 0-16,-3-3 1 15,1-1 0-15,-5 2 1 16,2-4 0-16,-1 2 3 16,-1-2-4-16,-2-1 1 15,2 0-1-15,1-1 1 0,-2-3 0 16,-1 0 0-16,0-1 1 15,-6 1 0-15,-1-4-2 16,-2 2 1-16,-2 0-1 16,-3-5-1-16,-1 2 2 15,-5-1 2-15,-2-5-1 0,-1 2 0 16,-1-4 1-16,-4 1-1 16,-1-1-1-16,-1 2-1 15,-2-1 0-15,-4 1 0 16,-2 0 1-16,0 2 0 15,0 1 3-15,-6 0-2 0,-4-1-3 16,-1 4 1-16,-1-1-1 16,-3-1-1-16,2 1 2 15,-5-1-1-15,0 2 0 16,-1-1-2-16,2-1 1 16,-4 5 1-16,0-3 1 0,-4 3-3 15,-1 0 2-15,0 1 0 16,-4 0-1-16,-6 3-1 15,0 0 5-15,-2 3-4 16,-2 1 1-16,-5 2-2 16,-1 0 5-16,-2 0-3 0,-2 2 1 15,-4-2 0-15,0 1-1 16,-2 0 1-16,-2 3-1 16,0-3 1-16,-4 3-1 15,1 0 1-15,-3 0-1 16,2 0 1-16,1 0 0 15,2 0-1-15,-1-1 1 0,-4-1-2 16,0 1 0-16,-1-2 2 16,-2 3-1-16,-4-1 0 15,-4 1-1-15,2 0 2 16,-3 0-1-16,0 0 0 16,-3 0 0-16,0 0 1 0,0 1-1 15,-3 2-1-15,-3 1 2 16,-2-1-1-16,1 0 0 15,2 0 0-15,-3 1 1 16,-1-2-2-16,1 1 1 16,-4-2 0-16,1 2 0 15,-4-2 0-15,0 1 0 0,-1-1-1 16,0 2 2-16,-2-2-1 16,-1 1 0-16,1-1 0 15,-7-1 0-15,0 3 0 16,-3-2 0-16,1 2 0 15,-3-3 0-15,-1 3 0 16,-1-3 0-16,2 0 0 0,-3 0 0 16,4 0-1-16,-1 0 2 15,1 0 0-15,1-1-2 16,-2-4 2-16,0 1-1 0,-2-3-1 16,2 1 2-16,-3-1-1 15,-2 0 0-15,3 0 0 16,-5 0-1-16,3 1 1 15,0 0 1-15,-2 1-2 16,4-1 0-16,3 1 1 0,3-1 0 16,-2 1-1-16,3-2 2 15,0 3-3-15,4 0 2 16,-4 1 1-16,2-1-1 16,0 2-1-16,1 2 0 15,0 0 1-15,-1 0 0 0,5 0 0 16,2 2 0-16,5 2-1 15,1 3 1-15,5 0 0 16,5 2 0-16,4 1-1 16,2 2 1-16,2 1 0 15,5 3 0-15,1 4 0 16,0 0 0-16,5 5 0 0,-1 1 0 16,4 2 0-16,2 0 0 15,3 1 0-15,2-2 0 16,6 3 0-16,4-2 0 15,1 2 0-15,3 1-1 0,5 2 2 16,0 3-1-16,2-1-1 16,2 3 1-16,5 1 0 15,0-1 0-15,4 0 0 16,5 2-1-16,4 0 1 16,1 4-1-16,6 0-1 15,2 0 1-15,0 3 0 0,0-4-1 16,8-1 4-16,4-2-5 15,7-6 2-15,1 0-1 16,7-3 2-16,6-4 0 16,5 0-1-16,9-2-1 15,11-3 4-15,11-5-1 0,14-1 0 16,15-9-2-16,15-3-7 16,14-4-19-16,11-23-108 15</inkml:trace>
  <inkml:trace contextRef="#ctx0" brushRef="#br0" timeOffset="-88861.93">18084 5682 61 0,'-2'0'3'0,"1"0"9"0,0 0 6 0,0 0-8 0,1 0-5 16,0 0 1-16,0 0 1 16,0 0 3-16,-2 0-6 15,2 0-3-15,-2 0-1 16,2 0 0-16,0 3 0 15,0 1 0-15,0 3 0 16,0-1 1-16,0 1-1 0,2 0 1 16,1 0-1-16,2 0 0 15,1 1 0-15,-1-3-1 16,-1 1 2-16,2-5-1 16,-2 1-1-16,1-2 8 0,2 0 9 15,-1 0-1-15,2-5-2 16,2-3-3-16,2-2 0 15,3-3 2-15,3-1-2 16,5-3-3-16,5-3-2 16,3-4 2-16,6-2-1 0,5-5 2 15,6-5-3-15,9-3 1 16,9-7-2-16,9-2-2 16,10-6-1-16,13-1-1 15,5-1-3-15,5-5-55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32:34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3384 10768 115 0,'0'0'8'0,"0"0"11"0,0 0 6 0,0 0-4 16,0 0-7-16,0 0-2 16,0 0-5-16,-37-30-1 15,27 29-6-15,-1 1 1 16,-2 0 0-16,-1 0 1 16,-1 0-2-16,-1 0-2 15,0 5 4-15,1 0-2 0,2-1 3 16,-1 0-3-16,3 3 1 15,-2 0-2-15,1 2 3 16,-1 2-1-16,1 3-2 16,-1 1 1-16,0 3 0 0,-1-1 1 15,1 3-1-15,-1-1 0 16,1-1 0-16,1 1 0 16,4 0 1-16,-1 1-1 15,0 0 0-15,0-1 0 16,4 0 0-16,-1 1 0 15,2-4 0-15,1 1 0 0,1 1 0 16,2 0-1-16,0 0 1 16,0 2 0-16,0 0 0 15,0-1 0-15,0 0 0 16,0 4 0-16,2-2 0 16,3 3 1-16,-1 0-1 0,0 1 0 15,-1 0 0-15,3-2 0 16,-1 1 0-16,2-1 0 15,-3-4-1-15,3 0 1 16,-1-2 1-16,2-3-2 16,-2-1 2-16,1-3-1 0,-1 0-1 15,4-3 1-15,-3-1 1 16,3 0 0-16,-1-1 0 16,0 2 0-16,0-1 0 15,2 1-1-15,-2-1 0 16,2-1 1-16,2 0-1 0,-1 0-2 15,1-1 1-15,3 1 0 16,-3-1 1-16,3-1 0 16,-1 0 2-16,2-2-3 15,-2 3 3-15,1-2-2 16,-1 1 3-16,3 1-1 0,-3-1-1 16,2 3 0-16,-2-1-1 15,1 2 1-15,-1 0-2 16,3 0 2-16,-3-1-1 15,2 1 1-15,0 0-1 16,3-1 1-16,1 1-1 16,-2-4 2-16,2 4-1 0,1-3 1 15,3 0 0-15,-3-1 0 16,1 0-1-16,3-1 1 16,-3 1-2-16,1-2 0 15,-2-1 0-15,3 0 0 0,-4 0 1 16,2 0-1-16,-2 0 2 15,2 0-1-15,-1 0 0 16,0-1 0-16,0 1-1 16,3 0 1-16,-2 0 0 15,1 0 1-15,5 0-1 0,-2 0-1 16,2 0 0-16,0 0 1 16,0 0-1-16,-2 0 0 15,2 0 1-15,-2 0-1 16,-3 0 0-16,1 0 1 15,0 0-1-15,-1 0 0 16,1 0 1-16,-1 1 0 0,1 2 0 16,0-1 1-16,3 1-1 15,-1 0 0-15,-2 2-1 16,4 0 0-16,-5-1 1 16,3-2-1-16,2 2 0 15,-4-1 0-15,2-1 2 0,2 0-2 16,-4-2 0-16,2 2 0 15,-3-1 0-15,3-1 0 16,-1 0 1-16,-1 0 0 16,0 0 0-16,-1 0 1 15,3 0 0-15,-2 0 2 0,2-3 0 16,1-1-2-16,2 1-1 16,-3-1 0-16,2 3-1 15,-2 0 1-15,1-1-1 16,-1 2 1-16,0 0 0 15,-1-2-1-15,1 2 1 0,0-1 0 16,1-2-1-16,-1 0 0 16,1 2 0-16,0-1 0 15,2-1 0-15,-3 0 0 16,4 1 0-16,-2-1 0 16,2 0 1-16,-3 2-1 0,1-1 0 15,2 1 2-15,-2-2-2 16,-2 1 1-16,2 0-1 15,0 0 1-15,2 0-1 16,-1-3 0-16,1 4 1 16,2-3-1-16,-1-1 0 15,3 2 0-15,-2 0 1 0,-1-3-1 16,1 1 0-16,-1 1 0 16,1-2-1-16,0 1 2 15,2 0-1-15,-2 1 0 16,-1-2 0-16,3 2 0 15,-2 1 0-15,1-1 0 0,1 0 0 16,1 1 0-16,-1 1 1 16,4 0-1-16,-1-1 0 15,0 1 0-15,0 0 0 16,-1 0 0-16,2 2 0 16,-3-3 0-16,-2 3 0 0,3 0 0 15,-1-1 0-15,2 0 0 16,-2 1 0-16,2 0 0 15,-1 0 0-15,3 0 0 16,-1 0 1-16,1 0-1 16,-2 0 1-16,1 0 0 15,-1 0 0-15,-1 2 0 0,3 1 0 16,-1-3 3-16,1 2-2 16,0 0 1-16,1-2-1 15,1 1 1-15,-2 1-2 16,0 0-1-16,1 0 0 0,1 0 0 15,0 1 1-15,1 0-1 16,-1-2 0-16,-1 2 2 16,3-2-1-16,-4-1 0 15,5 0 0-15,-2 0-1 16,2 0 1-16,1 0-1 0,1-2 1 16,-4-4-1-16,4 0 1 15,-3 0-1-15,-1-2 2 16,-1 0-1-16,1-1 0 15,4 0 2-15,-5-2 0 16,3 2-2-16,-3-3 1 16,0 0-2-16,-1 1 0 0,-7-2 0 15,1-1 0-15,-1-2 0 16,-1 2 0-16,-2-5 1 16,-1 1-1-16,1 1 0 15,-4-6-1-15,-2-1 2 0,0 0-1 16,-4 0 1-16,-3-2-1 15,-5-2 2-15,1 2 3 16,-1-2 3-16,-1 1-2 16,-4-3-5-16,1-1 1 15,-2 1-1-15,-3-2-1 0,1 2 0 16,-5 0-3-16,0 0 3 16,0 2 0-16,-2-1 3 15,-3 4-1-15,-3 0-1 16,3 0 0-16,-2-2-2 15,1 4 1-15,-3 1 1 16,2 1-2-16,-4 0 1 0,-1 3 0 16,1-1 0-16,-2 4 1 15,-5-1 1-15,2 0-2 16,-3 1 1-16,0-1 0 16,0 2-3-16,-2-3-2 15,-3 3-2-15,1-2 1 0,-1 2 2 16,-5 0-1-16,0 1-3 15,-2 1 1-15,-1 0 8 16,-6 3-4-16,2-1-2 16,-4 3 0-16,0 0 3 15,-3 0 1-15,-1 3 0 0,0-2 1 16,2 2-1-16,-2 0 0 16,1 1 1-16,-3 0 0 15,0 0-1-15,0 0 2 16,-1 2 0-16,1 0 0 15,-2 0 0-15,0 1-1 0,0 0-1 16,-4 0 1-16,3 0-1 16,-2 2 0-16,1 2 0 15,-2 2 0-15,2-3 0 16,-2 1 0-16,-1 0 0 16,0 1 1-16,-3 0-1 15,1 1 0-15,-2 1-1 0,-1 1 0 16,0 1 1-16,0-2 0 15,1 0 0-15,-1 1-1 16,2-3 1-16,1 2 0 16,1-1 0-16,0-1 0 15,-2 1 0-15,3 0 0 0,-1 1 0 16,-1-1 0-16,1 2 0 16,3-2 0-16,-3 1 0 15,0 1-2-15,2-2 4 16,0 1-5-16,2-1 4 0,0 1-1 15,2-1 0-15,0 1 2 16,-2-2-2-16,2 1 0 16,-1-1 0-16,0-3 0 15,-1 1 0-15,6 0 0 16,-5-2 0-16,4-1 1 16,-2 0 0-16,1 0-1 0,2 0 0 15,-2 2 1-15,1-2-1 16,1 1 0-16,3 0 0 15,-1 0 0-15,1 0 0 16,0-1 1-16,1 0-1 16,1 0 0-16,1 0 2 0,0 0-2 15,0 0 0-15,4 0 1 16,-2 0-1-16,3-3 0 16,-2 0 0-16,1-1 1 15,0 1 0-15,-1 1 2 0,0-2-1 16,2 2 0-16,-2-1 0 15,3 1-1-15,-1 2 0 16,1 0 0-16,-1 0-1 16,-1 0 0-16,1 0 0 15,-4 0 0-15,3 3-1 16,-5 0 2-16,2 0-1 0,1 0 0 16,0-2 0-16,3 2 0 15,-1-2 0-15,0 2 0 16,1-1 0-16,1 1 0 15,3 1 0-15,-2-3 0 16,2 3 0-16,-1 0 0 0,3-2 0 16,2 2 0-16,-2-1 0 15,2 0 0-15,2 1 0 16,2-1 0-16,0 1 0 16,-3-1-1-16,4 0 1 15,-3 0 0-15,1 1 0 0,1-1 1 16,-2-1-1-16,4 0 0 15,-4 1 0-15,4-1 1 16,-3 0-1-16,1 1 1 16,1-1-1-16,0-1 0 15,-2 2 1-15,4 0-1 0,-2-2 2 16,2 1-2-16,2-1 1 16,3 2 0-16,-1-1-1 15,1 3 0-15,0 2-1 16,4 2-6-16,-5-1-21 15,5-2-45-15,-2-6-102 16</inkml:trace>
  <inkml:trace contextRef="#ctx0" brushRef="#br0" timeOffset="1109.31">6303 10433 94 0,'0'3'-3'0,"-2"-2"7"0,-2 2 3 0,4 0 1 0,-4 0-2 16,3-2-2-16,1 3-3 16,0-2-1-16,0 1 1 15,7-1 1-15,0 0 1 16,1-1 3-16,1-1-3 16,2 0 0-16,0 0 5 0,3-3-2 15,-1-8 2-15,3-3 3 16,4-6 4-16,1-4-1 15,5-7 2-15,6-5 1 16,3-7-2-16,3-5-2 16,5 0-4-16,1-5 1 15,0 1-7-15,2 2-2 0,-4 3 2 16,1 0-2-16,-5 6-1 16,0 3 1-16,1 6 0 15,-5 4-2-15,-2 11-17 16,-10 6-45-16,-11 6-71 15</inkml:trace>
  <inkml:trace contextRef="#ctx0" brushRef="#br0" timeOffset="1539.12">4449 11058 22 0,'0'0'16'0,"0"0"-31"0</inkml:trace>
  <inkml:trace contextRef="#ctx0" brushRef="#br0" timeOffset="3159.52">4549 10767 82 0,'0'0'2'16,"0"0"8"-16,0 0-2 15,0 0-4-15,0 0-3 16,0 0 0-16,0 0-1 16,0 0 1-16,0 0 0 15,-21-20 8-15,17 17 5 0,2 1 1 16,-4 1 4-16,3-2-9 16,-1 2-4-16,-1-1-4 15,2 2-1-15,-1 0-1 16,0-1 1-16,0 1-2 15,1 0 2-15,-3 0-1 0,0 0 0 16,2 0 0-16,0 0 1 16,-1 0-1-16,-1 3-1 15,-1 2 1-15,-2 3 0 16,0 0-1-16,1 2 1 16,-2 0 0-16,1 1 0 0,0 2 0 15,1 0 0-15,0 1 0 16,0 3 1-16,-1-1-1 15,-1 1 0-15,2 1 0 16,1 3 0-16,-1 2-1 16,-2-3 1-16,1 4-1 15,1-4-1-15,-2 3 2 0,2-5 0 16,1 1 0-16,0-2 0 16,1 0 1-16,-1 0-2 15,4 0 2-15,1 0-1 16,2 3 0-16,-2 1 0 0,2-1 0 15,0 4 0-15,0-1 0 16,0 4 0-16,0-4 0 16,0-1 1-16,0-2-1 15,0 0 0-15,4-1 0 16,-3-1 1-16,2-2-1 0,3-1 1 16,-4 0 1-16,-2 0-1 15,2-2 0-15,-2 3 1 16,2-1 1-16,-1-2-1 15,3 0-2-15,0 0 1 16,0 0-1-16,1-2 0 0,-1 0 1 16,2 0-1-16,2-1 1 15,-4 0-1-15,3-1 0 16,-1 2 0-16,2-1 0 16,-1-1 0-16,-1-1 0 15,2-1 0-15,0 0 0 16,0 0 1-16,1-1-1 0,3 0 1 15,-3-2 0-15,4 0 0 16,-1 0 0-16,0-1 1 16,3 0 0-16,-2-1 0 15,0 1-1-15,1-2 1 16,-2 0-1-16,0 1 0 16,-1-1-4-16,2-1 3 0,-1 0 2 15,1 0-2-15,1 0 2 16,-1 0-1-16,3 0 2 15,-1-3 1-15,3-4-2 16,-3 1 1-16,1-2 0 0,0-1-1 16,2-1 0-16,-3-2-1 15,1-1 3-15,-3-1 0 16,3 0 0-16,-2-1-1 16,1-2 1-16,-1-1 2 15,0 1-2-15,-1-2 0 16,0 1-1-16,0-2-2 0,-2 0 1 15,1 3-2-15,-5-3 1 16,3 0-1-16,-3-1 1 16,2 0 0-16,0-3 1 15,-2-2-2-15,2 4 1 0,0-5 0 16,-3 5-1-16,-1 1 0 16,-1 1 1-16,-2 1-1 15,-2 2 3-15,0 0 2 16,0 0 0-16,0-1 1 15,0-1-4-15,0 1 0 0,-4 1-1 16,-2-3-1-16,1 1 1 16,-2 0 0-16,0 0-1 15,-2 1 1-15,1-1 1 16,-3 4 0-16,1-1 5 16,-1 0 5-16,-3 1-11 15,1 0-1-15,1-1 0 0,-3 1 1 16,1 2 0-16,-3-1-1 15,2 3 0-15,-3-1 0 16,-3 1 0-16,2 3 0 16,-2-1 1-16,1 3 0 15,0 2 0-15,0 0-1 0,3 1 0 16,-2 1 3-16,1 1-1 16,1 1-1-16,1 0 0 15,3 0-2-15,-3 0 1 16,2 3 0-16,1 4-2 15,2 0 2-15,2 3-4 0,-3 0-3 16,4 3-10-16,1 1-12 16,1 0-29-16,-2-2-44 15</inkml:trace>
  <inkml:trace contextRef="#ctx0" brushRef="#br0" timeOffset="7494.1">4656 10823 88 0,'-2'-4'2'0,"1"3"5"0,-1-2-1 0,2 0 1 0,0 2-4 16,0-2-1-16,0 3 0 15,0 0 1-15,0 0-3 16,0 0 0-16,0 0-1 15,0 0-1-15,0 0 2 0,0 0 0 16,2 0 2-16,3 0-2 16,0-2 0-16,1-5 3 15,3-4 10-15,2-6 12 16,5-3 0-16,2-7-5 16,6-4-1-16,3-6-5 0,5-6-5 15,3-2-3-15,6-5-5 16,1 0 0-16,0-1-6 15,-10 0-87-15</inkml:trace>
  <inkml:trace contextRef="#ctx0" brushRef="#br0" timeOffset="9595.09">5713 10792 85 0,'0'0'-4'0,"0"0"11"0,0 0 9 0,0 0-5 15,0 0-5-15,0 0-4 16,0 0 0-16,0 0 1 15,0 0 1-15,0 0 1 0,-36-16 4 16,30 15 7-16,3 0-3 16,-4 0-5-16,3 1-5 15,-2 0-2-15,-2 0-2 16,2 0 2-16,-3 0-1 16,0 2 0-16,0 2 1 0,2-1-1 15,-1 1 1-15,1 1 0 16,0 0-1-16,1-2 1 15,1 3-1-15,-1 1-1 16,1 0 1-16,-2 2 0 16,-2 1-1-16,0 1 1 15,1 0 0-15,-2 1 0 0,1-1 0 16,-2 3 1-16,2-1-2 16,0 0 2-16,1 1-1 15,0 0 0-15,-1 0-1 16,3 2 1-16,-3 1 0 0,2 0-1 15,-2 0 1-15,1 2 0 16,1-1 0-16,-2 5 0 16,2-1 0-16,1 0 0 15,1 0 0-15,1 1-1 16,2-1 1-16,0-2-1 16,1-2 1-16,1-1 0 0,0 1-1 15,0-2 1-15,0-2 1 16,0 3-1-16,3 0 0 15,1-3 0-15,0 2 0 16,-1-2 0-16,3-1 0 16,0 0 0-16,2-2 0 0,-1-1-1 15,1 0 1-15,1 0 0 16,0 0 0-16,0 0 0 16,0-2 0-16,1 2 0 15,0-1 0-15,1 2 1 16,-2-2-1-16,2-1 0 0,0-1 0 15,1 1 1-15,-1-3-2 16,0 2 2-16,3-4-1 16,-5 1 1-16,1 0 0 15,0-1 0-15,-1 2-1 16,1-1 1-16,0 0-1 0,3-1 0 16,-1 3 0-16,1-2 0 15,-1 1 0-15,5 0 1 16,-2-1-1-16,1 3 0 15,-3-4 0-15,1 0 0 16,-3 0 0-16,3-2 0 0,-5 1 0 16,3-2 3-16,2 3 0 15,-3-2-3-15,3-1 2 16,-3 0-1-16,4 0-1 16,-1 0 2-16,-1 0-2 15,-1 0 1-15,-1 0 0 16,0 0-1-16,1 0 1 0,0 0-1 15,0 0 0-15,-1 0 2 16,2 0-2-16,-1 2 0 16,1-1 0-16,-1-1 0 15,0 0 1-15,1 0-1 0,2-3 0 16,-2-3 0-16,1 1 3 16,-1-2 0-16,2-1 0 15,-1-2 4-15,2-1-3 16,-1 1-1-16,1-3 3 15,-1-1-4-15,1 0 2 0,1-3 0 16,2-1-3-16,-4 1 1 16,3 1-1-16,-3-4 0 15,1 4-1-15,-1 0 1 16,-1-2 0-16,-2 0-1 16,1 1 0-16,-2-3 1 0,0 0-1 15,1-3 1-15,-1-2-1 16,-1-2 1-16,2 0 0 15,-3-2-2-15,-3 2 2 16,2 2 1-16,-4 1-2 16,-2 2 1-16,-2 3-1 15,0 1 2-15,0 1-2 0,-2-1 1 16,-7 1 2-16,4-3-1 16,-1 3-1-16,-3-4 2 15,0-1-3-15,2 1 1 16,-4-3-1-16,-1 0 0 15,1-2 0-15,-1 4 2 0,0 0-1 16,-3 3 1-16,-1 3-2 16,-2 0 1-16,-2 3 0 15,-1 3 0-15,-2 0-1 16,0 3 1-16,-2-1-1 16,0 3 1-16,0 0 2 0,0-1-1 15,0 2 0-15,2 2 0 16,0 1 1-16,2 1 1 15,0 0-2-15,-1 0-1 16,0 0 0-16,-1 0-1 16,1 2-1-16,-3 4 1 0,0 2-1 15,2 1-1-15,0 3-1 16,0 1-4-16,4 2-7 16,0 2-11-16,1 3-16 15,1-3-15-15,-3 0-42 16</inkml:trace>
  <inkml:trace contextRef="#ctx0" brushRef="#br0" timeOffset="10349.23">5814 10569 71 0,'0'0'29'0,"0"0"-23"0,0 0 4 0,0 0-4 16,0 0-5-16,0 0-3 15,0 0 2-15,0 0 0 16,2 0 0-16,-2 3 0 16,2-2 1-16,0 1 0 15,1-1-1-15,1-1 2 0,3 3-2 16,0-3-1-16,1 0 2 16,1 0 0-16,3-6 3 15,1-6 5-15,5-7 6 16,0-4 4-16,4-7-2 15,-1-2-5-15,2-8 4 16,2-1 1-16,0-6-3 0,0-1-2 16,0-3-5-16,2-1-1 15,0 0-4-15,-2 5 0 16,0 8-2-16,0 7 1 16,-3 9-9-16,-7 9-12 0,-2 11-22 15,-7 3-21-15,-6 5-17 16</inkml:trace>
  <inkml:trace contextRef="#ctx0" brushRef="#br0" timeOffset="10966.94">5753 10568 129 0,'0'0'-6'0,"0"0"12"0,0 0-5 0,0 0-3 0,0 0 3 16,0 0-1-16,0 0 1 15,0 0-1-15,0 0-1 16,0 0 0-16,0 0 2 15,43-13 4-15,-25-8 6 16,2-9 6-16,6-7-4 0,3-7-3 16,5-10 0-16,2-4 0 15,2-5 1-15,-4-2-3 16,3-1-4-16,-5 0-1 16,3 1-2-16,-3 2-7 15,-1 3-30-15,-4 7-35 0</inkml:trace>
  <inkml:trace contextRef="#ctx0" brushRef="#br0" timeOffset="11999.17">5849 10488 9 0,'0'0'18'0,"0"0"0"0,0 0-4 0,0 0-4 16,0 0-5-16,0 0 0 15,0 0 0-15,0 0-2 0,0 0-1 16,40 27 0-16,-34-27 2 15,0 0 0-15,-1-4-2 16,3-5 3-16,4-4 3 16,1-5 2-16,2-5-4 15,3-4-2-15,5-7-2 16,0-4 0-16,2-6 1 0,3-6 5 16,1-2 5-16,4-4-1 15,0-3-4-15,1 0-4 16,2-1-3-16,-4 3-4 15,-7 5-40-15,0 4-51 0</inkml:trace>
  <inkml:trace contextRef="#ctx0" brushRef="#br0" timeOffset="12824.73">5809 10404 11 0,'0'0'1'0,"0"0"0"0,0 0 1 0,0 0 3 0,0 0-2 16,0 0 10-16,0 0 7 15,0 0-3-15,0 0-5 0,0 0-5 16,0 0-2-16,0 0-3 15,0 0 8-15,1 16-5 16,12-33 4-16,9-7 3 16,5-9 2-16,6-11 2 15,7-7-6-15,8-7-2 0,3-5-5 16,9-5-1-16,-2-1-4 16,0-1-56-16</inkml:trace>
  <inkml:trace contextRef="#ctx0" brushRef="#br0" timeOffset="16205.38">6582 10870 39 0,'0'0'11'0,"0"0"-7"0,0 0 8 0,-2 0 1 16,0 0-2-16,0-1-2 16,0-3 3-16,-3 1 6 15,1-1-2-15,1 1-1 16,-1 0-8-16,0 0-3 16,1 0-3-16,-1 0-1 15,-3 2 0-15,2-1 1 0,-1 1-1 16,-3 1 2-16,0 0-2 15,-2 0 1-15,2 3-1 16,-2 4 0-16,-3 1 0 16,3 0 0-16,-1 2 0 15,2 1 0-15,-1-1 1 0,-1 1-1 16,1-1-1-16,1 1 2 16,0 1-1-16,3-2 0 15,1 1 0-15,-1 2 1 16,0 0-1-16,2 1-1 0,1 2 1 15,0-1 0-15,2 2 0 16,-2-1 0-16,3 2 0 16,-1-1 0-16,2 4 0 15,0 1 0-15,-2 2 0 16,2 0 0-16,0 3 0 0,0 1-2 16,0-2 2-16,0 0-1 15,0 1-1-15,0-4 2 16,0 0 0-16,0-1 0 15,0-3 0-15,0-1 0 16,0-4 0-16,0 2 1 16,4-4-1-16,3-3 0 0,0 2 0 15,4-4 0-15,-2 3 0 16,4-4-1-16,-1 3 1 16,1-1 0-16,3-4 0 15,-3 4 0-15,3-1 0 16,-3 0 0-16,2-1 0 0,1-2 0 15,-1 0 0-15,2-1 0 16,3-2 1-16,-3 1-1 16,2-2 0-16,3 0 1 15,-2 0 0-15,2-2-1 16,3-2 1-16,-5-2-1 16,2 0 1-16,0-2 0 0,1-1 0 15,-3 1-1-15,0-2 1 16,3-1-1-16,-2-2-1 15,0-3 5-15,0-1-2 16,0-1 0-16,0-1 2 0,-1-2 1 16,-1-3 0-16,-2 2 0 15,0-5 2-15,-1 2-3 16,-5-4 1-16,-2 1-1 16,-2-2 1-16,-1-1 2 15,-3-1 0-15,-1-1-2 16,-2 0-3-16,0-1 1 0,0 1-2 15,0 3 0-15,-7 1 0 16,-2 3 2-16,0 0 0 16,-4 4-2-16,2 0 2 15,-5 3-1-15,0 0-1 0,-3 1 0 16,2 2-1-16,-2 2 2 16,-2 1-1-16,3 3-1 15,-1 3 0-15,2 1 1 16,-2 3-1-16,0 1 1 15,2 2-1-15,1 0 0 16,-2 0 2-16,0 0-2 0,0 5 0 16,-1 1-1-16,-2 4 2 15,1 1-1-15,-1 2-2 16,0 1 2-16,0 3 0 16,0 0-1-16,-2 3 1 15,3-1 1-15,-1 2 0 0,4-1-2 16,-3 1 2-16,7-2-1 15,0 1 0-15,3-2 0 16,3 1 0-16,-1 0 0 16,2 1 0-16,2 3-1 15,2 1 1-15,2 2-1 0,0 2 1 16,0 2 0-16,2 1 0 16,6 2 0-16,0-2 0 15,3-1 0-15,1-2 0 16,1-1 0-16,0-5 0 15,3-1 0-15,1-3 1 0,2-2-2 16,3-1 1-16,1-2 0 16,-1-3 0-16,4 0 0 15,1 0 0-15,0-3 0 16,-2-2-1-16,2-1 1 16,-3-4 0-16,-1 0-1 0,1 0 1 15,-1-6-2-15,-1-4 2 16,0-3-2-16,-3-4 2 15,0-1 0-15,-1-3 0 16,-5-1 0-16,1-3 1 16,-3-2 2-16,-4-2-1 0,-1 0 1 15,-1-1 1-15,-5-2 2 16,0 1 3-16,0 1-3 16,0-1-2-16,-7 3-1 15,0 1 1-15,-3 0 0 16,-2 4-1-16,1-1 0 0,-2 2-1 15,-4 0 1-15,2 1-1 16,-1 3-1-16,-1 0 1 16,-1 1-1-16,-2 1 1 15,4 1-2-15,-2 1 2 16,3 1-1-16,-3-3-1 16,2 5 0-16,0 1 1 0,1 1-2 15,-3 4 0-15,0 1 0 16,0 3 0-16,0 1-1 15,-2 0-1-15,2 7 7 16,1 3-4-16,-2 2-1 0,3 2-1 16,3 0-2-16,-3 3 0 15,3-1 0-15,0 5 2 16,-1-1-1-16,2 4 1 16,0 0-1-16,3 3 3 15,2 0 0-15,-1 3 0 0,2 2 0 16,2 1 0-16,4 2 0 15,0 1 0-15,0 0 1 16,2-3-2-16,8-1 0 16,1-1 1-16,1-2-1 15,5-4 1-15,1-2 0 16,-1 0 0-16,4-4-1 0,-2-2 1 16,4-3-1-16,2-3-1 15,-3-2 1-15,2-4 0 16,-1-3 0-16,1-2 0 15,-1 0 0-15,2 0-1 16,-5-9 1-16,2-4 0 0,-2-2 1 16,-2-5 0-16,2-1 0 15,-5-4 0-15,0 0 1 16,-3-2-1-16,-3 0 1 16,-3 0-1-16,-4-3 4 15,-2 0-3-15,0-2-1 0,-2-1 4 16,-6-2-3-16,-3-1 0 15,0 0 0-15,-3 1-2 16,1 2 3-16,-5 5-2 16,1 1 4-16,-4 4-3 15,-1 3 0-15,-3 5 1 0,1 3-3 16,-1 7-1-16,0 5-12 16,-1 0-22-16,1 9-72 15</inkml:trace>
  <inkml:trace contextRef="#ctx0" brushRef="#br0" timeOffset="16896.73">8904 11046 92 0,'-2'0'-4'0,"0"-2"11"0,0 2 0 0,2 0 3 0,0 0-2 16,0 0-5-16,0 0-2 15,0 0 3-15,2 2 7 16,4 1 2-16,4-3 1 0,3 0 2 16,6-7 2-16,7-20 7 15,8-13 0-15,14-16-7 16,17-17-6-16,14-19-2 15,15-12-3-15,12-8-3 16,6-5-1-16,-3-1-17 16,-12 9-179-16</inkml:trace>
  <inkml:trace contextRef="#ctx0" brushRef="#br0" timeOffset="17466.09">8863 12056 151 0,'0'0'-4'0,"0"0"5"0,0 0-1 0,0 0 6 0,53-37 13 15,-17-9 8-15,12-20 7 16,24-22-15-16,20-23-6 16,27-22-7-16,17-19-1 0,16-20-4 15,4-11-131-15</inkml:trace>
  <inkml:trace contextRef="#ctx0" brushRef="#br0" timeOffset="30594.9">16502 10647 11 0,'0'0'20'0,"-1"0"-15"0,0 0 7 15,1-1 3-15,-2-1 3 0,2 0 0 16,-1 1-1-16,1-1 2 16,0 0-2-16,0 1-4 15,-2-2 2-15,2 3-3 16,0 0 0-16,0 0-6 16,0 0-4-16,0 0-2 0,0 0 0 15,0-1 0-15,0 1 1 16,0 0-1-16,0 0-1 15,-2 0-1-15,2 0 3 16,-2 4-1-16,1 2 1 16,1-1-1-16,0-1 0 0,0 0 0 15,0-2 0-15,0-2 0 16,0 0-1-16,5 0 0 16,-3 0 0-16,1-3 5 15,0-4 4-15,0 2-5 16,-1-1 1-16,-2 0-1 0,0 1-2 15,0-1 2-15,0 0-3 16,0 3 0-16,0-1 0 16,0 1-1-16,0 1-1 15,-4 2 2-15,0 0-1 16,1 0-1-16,-3 2 1 0,1 5 1 16,2 0-1-16,-1-1 1 15,4 1 1-15,-2-1-2 16,2-2 1-16,0-1 0 15,0 1 0-15,0-4 0 16,2 2 0-16,2-2 0 0,-1 0-1 16,4 0 2-16,-3 0-2 15,0-3 2-15,1-2 0 16,-1 0-1-16,-3-2 1 16,2 2 1-16,-2-2-1 15,1 2 1-15,-2 0 0 0,0 1-2 16,0 2 1-16,0 1-2 15,0 1 0-15,0 0 1 16,0 0-3-16,-3 0 0 16,0 5 1-16,2 0-1 15,-1 2 3-15,0-1 0 0,2-1-1 16,0 0 2-16,0-2-1 16,0 1-1-16,2-2 1 15,0 2 0-15,1-3 0 16,1-1-1-16,1 2 0 15,-3-2-1-15,1 0 2 16,0 0-1-16,0 0 0 0,-1-2 2 16,0-2 2-16,0 0-2 15,-2-2 1-15,0 2-1 16,0-1 1-16,0 1 0 16,0 2-2-16,-4 1 2 15,-2 0-2-15,3 1 0 0,-3 0-2 16,0 0 1-16,3 4 1 15,0 2-3-15,1 0 0 16,2-1 0-16,0 1 0 16,0-2 1-16,0 0-1 0,0-1 1 15,2-1 1-15,1-2 1 16,1 0-2-16,3 0 2 16,-2 0 0-16,3-2 0 15,-3-2 4-15,0-2-3 16,1 1 0-16,-2-2 0 15,-2 1 2-15,-1 0-2 0,0-1 4 16,-1 2-1-16,0 0-1 16,0 2-1-16,0-1-1 15,0 1 1-15,0 3 0 16,-3 0-1-16,0 0-2 16,-2 0-1-16,1 6 0 15,0 2 1-15,1-2 1 0,-1 4-2 16,2-3 4-16,2 0-4 15,0-2 1-15,0 0 2 16,0-2-1-16,0-3 0 16,6 1-1-16,-1-1 0 0,1 0-1 15,0 0 2-15,-2-1 1 16,0-3 1-16,0-1-1 16,-3-2 1-16,-1 2 1 15,0-2 0-15,0 0 2 16,0 0 1-16,-1 0-3 0,-3-1-2 15,-3 4-1-15,0 0 0 16,-1 2 0-16,1 2-1 16,0 0-1-16,-3 0 1 15,4 6 1-15,0 1 0 16,2 2 0-16,2-2 0 16,1 0-1-16,1 0-1 0,0-3 2 15,0 2 0-15,0-3-1 16,3-1 1-16,3-2 0 15,-2 1-1-15,0-1 1 16,0 0-1-16,2 0 1 0,-2-2 2 16,-1-4 1-16,1 1-2 15,-4-1 2-15,2-2 0 16,-2 0 1-16,0 1 2 16,0-1-5-16,-2 1-1 15,-3 1 1-15,1 2 0 0,0 2-1 16,-3 2-2-16,2 0 1 15,-1 0-5-15,0 3 1 16,3 6 1-16,-3-1 3 16,3 2-2-16,1-1 3 15,1-1 0-15,1 0-1 0,0-3 1 16,0-1-1-16,0-1 1 16,3-2-1-16,1-1 1 15,1 0-1-15,-2 0 0 16,2 0 0-16,0-2 4 15,-1-4 0-15,0-1 0 16,0 0-1-16,-2-2 1 0,-2 2 1 16,0-3 1-16,0 2-2 15,0-1 0-15,0 2-1 16,-8 4 2-16,4-1-2 16,-3 4-2-16,2 0 0 15,2 0-1-15,-3 3 1 0,1 5-3 16,2 0 5-16,1 1-4 15,2 1 1-15,0-2 2 16,0-1-3-16,0-3 2 16,0 0-1-16,0-2 1 15,4-1 0-15,2-1-2 0,2 0 1 16,-2 0 0-16,1-2 2 16,0-4 1-16,0 0-2 15,-2-1 2-15,1 1-2 16,-4-1 2-16,-2 0 0 15,0 1 0-15,0 0 0 0,0 1 0 16,0 1-3-16,-2 1 1 16,-5 2 0-16,3 1 0 15,-4 0-1-15,3 0 0 16,0 8 0-16,-1 0 1 16,3 2-1-16,-1 1 1 0,0-1 0 15,4-4 0-15,0 1-1 16,0-2-1-16,0-2 4 15,0-2-2-15,4-1-3 16,1 0 2-16,0 0 0 16,2 0 2-16,-3-5 1 0,4-2 0 15,-4-2-1-15,-2 1 0 16,0 0 0-16,-1-1 0 16,-1 1 0-16,0 1 0 15,0 1-1-15,-1 2-1 16,-3 1 2-16,0 3-1 0,-4 0-1 15,2 0-1-15,0 7 2 16,2 4-1-16,-1-2 1 16,1 2-1-16,1-1 0 15,3-1-1-15,0-2 0 16,0-2 1-16,0-1 0 0,5-2-1 16,1-2 1-16,1 0-2 15,0 0 2-15,-1 0 2 16,3-4 1-16,-4-3-2 15,1 0 1-15,-4 0 0 16,1-2 0-16,-1 1 0 16,-2-1-1-16,0 2 0 0,0-1 1 15,0 2 0-15,-2 1-1 16,-1 3 4-16,-3 0-3 16,0 2-1-16,-1 0 0 15,0 4-1-15,0 3 1 0,1 2-2 16,1 1 2-16,3 1 0 15,-2-1 0-15,4-3-1 16,0-1 0-16,0 1 1 16,0-3 0-16,4 0 0 15,0-3-1-15,1 0 0 0,1-1-1 16,-2 0 1-16,0 0 0 16,2-2 3-16,-2-3 0 15,-3-2 0-15,1-1 0 16,-2 0 2-16,0 0-1 15,0-1 0-15,-1 2 0 16,-3 2 1-16,-5 0-2 0,4 1-2 16,-3 4-2-16,1 0 1 15,-2 0-2-15,2 7 2 16,0 3 0-16,1 1 0 16,1 1 1-16,3-1-1 15,1-1 1-15,1-3 0 0,0 0-1 16,0-2 1-16,2-1-1 15,4-3 2-15,1-1-2 16,1 0-2-16,0 0 2 16,0 0 4-16,-1-6-2 15,-1-2 0-15,-1 1-1 0,0 0 1 16,-1-2 0-16,-4 2 0 16,0 3 0-16,0-3 0 15,0 4 2-15,-2 0 0 16,-5 3-3-16,2 0-1 0,-3 0 0 15,3 0 1-15,1 4-1 16,-3 5 1-16,5-3 0 16,1-1-2-16,1 2 2 15,0-1-2-15,0-3 2 16,0-1-1-16,4-1 1 16,4-1-1-16,-1 0-2 0,1 0 4 15,-1-3 1-15,2-1-1 16,-5-5 2-16,1 3 3 15,-3-2 4-15,-2-1-1 16,0 1 3-16,0 1-4 16,-2 1-3-16,-6 1 1 0,1 1-3 15,0 2-4-15,0 2-2 16,1 0 2-16,3 6-9 16,-1 3-21-16,4 1-1 15,0-1-25-15,0-2-44 16</inkml:trace>
  <inkml:trace contextRef="#ctx0" brushRef="#br0" timeOffset="34861.85">18842 8146 91 0,'0'0'6'0,"0"0"-2"0,0 0 1 0,0 0-4 0,0 0 0 16,0 0-1-16,0 0 0 16,0 0 0-16,0 0-1 15,0 0 1-15,0 0 0 16,0 0 1-16,0 0 0 15,0 0 2-15,13 0 1 16,-4 0-1-16,0-1-2 0,1-1-1 16,3 1 2-16,0-2-1 15,3 2 0-15,-2-1-1 16,3 1 1-16,1 1-1 16,1-2 0-16,4 1 1 0,-1-2-1 15,2 3 0-15,0-3 0 16,2 2 0-16,1 0 1 15,-3-1-2-15,3 2 2 16,0-1 0-16,-2 1 0 16,2 0 2-16,-1 0-1 0,1 0 0 15,0 0 0-15,-1 0 0 16,1 0 2-16,1 0-2 16,1 0 0-16,1 0 0 15,4 0 0-15,2 0-1 16,2 0 0-16,5 0 0 15,0 0 1-15,3 0 0 0,-3 0-1 16,0 0 4-16,1-1-3 16,-2-1 3-16,5-1-3 15,-3 3-1-15,2-2 0 16,0 1-1-16,-1 0 1 16,-1 1-1-16,0 0 0 0,-2 0 1 15,2 0-1-15,3 0 0 16,-1 0 0-16,4 0 0 15,0 0 0-15,1 0 0 16,2 0 1-16,0 0-1 0,2 0 0 16,-4 0 0-16,1-2 0 15,0-1 3-15,0-1 4 16,0 1 2-16,-2 1-8 16,1 0 1-16,0 1-1 15,0-1-1-15,-3 0 0 16,-3 1 1-16,-1 0-1 0,-3-2 1 15,0 0 1-15,-3 3 4 16,1-3 1-16,0 1-2 16,-3 0-4-16,-2 1 0 15,-4-2 0-15,-1 1-1 16,-7 2 0-16,-3 0 0 0,-5 0 0 16,-2 0 0-16,-4 0 0 15,-6 0-10-15,-2 0-36 16,-4 0-24-16,-12 0-31 15</inkml:trace>
  <inkml:trace contextRef="#ctx0" brushRef="#br0" timeOffset="35773.47">19180 8192 6 0,'-7'-2'55'0,"3"2"-49"0,0-1 9 0,-2-2-8 16,2 3 0-16,1 0-4 15,-2-3-3-15,1 3 1 0,0 0 0 16,-3 0 0-16,3 0 0 16,-1 0 0-16,-1 0 1 15,3 0 0-15,1 0 0 16,0 0-1-16,2 0-1 15,0 0-1-15,3 2 1 16,7-1 1-16,3 3 1 0,8-1 0 16,5 0 0-16,3-2 1 15,7 1-2-15,2-2 0 16,5 0 0-16,2 0-1 16,6 0 1-16,5 0-1 0,3-3 1 15,7 0 1-15,4 0 0 16,5 2 1-16,6-2 0 15,4 2-1-15,0-1 5 16,-3-1-2-16,1-1-1 16,2 2 0-16,-2-2 1 0,0-1-1 15,0-1 0-15,-1 1-1 16,0 1-2-16,-1-1 1 16,-4-1-1-16,1 0 2 15,-3-1 2-15,1 2-3 16,-6-1 0-16,-1 2 2 15,-3 1 4-15,-4-1 0 0,-1 1-2 16,-7 1-2-16,-5 0-1 16,-2 0-2-16,-6 1 0 15,-7-1-1-15,-3 2 0 16,-7-3 0-16,0 3 1 16,-7-1 0-16,-3-2 2 0,0 3 2 15,-4-1-2-15,0-1-1 16,-6 2-1-16,2 0-1 15,-2 0 0-15,0 0-2 16,-1 0-9-16,-1 2-31 0,-1-2-20 16</inkml:trace>
  <inkml:trace contextRef="#ctx0" brushRef="#br0" timeOffset="37109.65">19994 7077 2 0,'-6'1'46'0,"1"2"-18"0,1-3 2 0,2 0-4 0,0 0-4 16,-1 0-4-16,2 0-2 15,0 0-3-15,1 0-9 16,0 0 0-16,-1 0 0 15,1 0 0-15,0 0-3 16,0 0-2-16,0 0-2 16,2 0 6-16,6 0-2 0,3 0 0 15,5-4 3-15,-1-5-3 16,8 1 1-16,0-1 0 16,4-4 1-16,2-1 2 15,2 0-1-15,1 0-1 16,3-2-1-16,0-1 1 0,4 3-2 15,0-2 0-15,2-1 1 16,-6 3 0-16,1 0 1 16,-4-2 1-16,-3 6-3 15,-4 0-1-15,-3 2 2 16,-6 2-2-16,-3 0 0 0,0 2 0 16,-6 3 0-16,-1 1-2 15,-4 0-12-15,-2 0-20 16,0 0-45-16,-4 0-4 15</inkml:trace>
  <inkml:trace contextRef="#ctx0" brushRef="#br0" timeOffset="37324.94">20525 6756 141 0,'0'0'5'0,"0"0"14"0,0 0 8 0,45-36 0 0,-27 32-7 15,3 1-9-15,-2 3-7 16,-2 0-4-16,-1 10 0 16,-5 7 0-16,-3 4-1 15,-4 2 1-15,-4 3-1 0,0-4-17 16,0 2-15-16,-3-8-26 16,1-5-12-16</inkml:trace>
  <inkml:trace contextRef="#ctx0" brushRef="#br0" timeOffset="37617.69">20983 6557 154 0,'0'0'12'15,"0"0"5"-15,0 0 3 16,0 0-7-16,0 0-10 16,0 0-1-16,0 0-4 15,0 0 4-15,22-7-2 0,-16 18 1 16,4 3-1-16,-2 1 1 16,1 2 0-16,3 0 0 15,-4-2 0-15,1 4-2 16,-3-4-15-16,0 1-32 15,-5-2-4-15</inkml:trace>
  <inkml:trace contextRef="#ctx0" brushRef="#br0" timeOffset="37859.24">21028 6756 95 0,'0'0'2'15,"0"0"0"-15,0 0 8 16,0 0-6-16,0 0 2 16,0 0 2-16,0 0 5 0,39-14 0 15,-16 5 1-15,4-1 1 16,2 1-4-16,0 1-5 16,-1-1-5-16,-3 1-1 15,-4 2 0-15,-5 2-18 16,-7-2-24-16,-7 1-32 0</inkml:trace>
  <inkml:trace contextRef="#ctx0" brushRef="#br0" timeOffset="38043.92">20994 6618 199 0,'0'0'9'15,"0"0"-1"-15,0 0-6 16,0 0-1-16,59-33-1 16,-33 26 2-16,1 0-4 0,2 3-51 15,-3-3-54-15</inkml:trace>
  <inkml:trace contextRef="#ctx0" brushRef="#br0" timeOffset="38456.14">21305 6561 162 0,'0'0'3'15,"0"0"-5"-15,0 0 4 16,0 0-2-16,0 0 0 0,0 0 0 16,42 14 1-16,-31-8-1 15,-1 1 0-15,-2 0 1 16,0 0-1-16,0-2 0 15,-3-1 0-15,-1-1 0 16,0-2 0-16,-4 2 1 0,2-3-1 16,-2 0 2-16,0 0 32 15,0 0 0-15,0-3-30 16,0-3-3-16,1-3 0 16,1-2 0-16,2 0-1 15,3 1 0-15,0 0 0 0,2 0-1 16,2 2 1-16,-1 2 0 15,2 0-1-15,2 5 1 16,-2 0 0-16,1 1 0 16,0 0-1-16,-1 5 1 15,0 2 0-15,-4 2 0 0,-2 1-1 16,-2 0-4-16,-2 0-27 16,-2-3-25-16,0-3-14 15</inkml:trace>
  <inkml:trace contextRef="#ctx0" brushRef="#br0" timeOffset="38699.21">21684 6460 172 0,'0'0'3'0,"0"0"17"0,0 0-22 16,0 0 1-16,0 0 2 15,0 0-1-15,0 0 2 16,0 0-1-16,0 0 1 16,17 44-2-16,-13-33 0 15,0 0 1-15,-1-1 0 0,-1-1-1 16,0 0-17-16,-2-2-22 16,0-3-4-16</inkml:trace>
  <inkml:trace contextRef="#ctx0" brushRef="#br0" timeOffset="38913.43">21478 6344 231 0,'0'0'-32'15,"0"0"56"-15,0 0-8 16,0 0-16-16,0 0 0 16,0 0-64-16,0 0 14 0,0 0-25 15</inkml:trace>
  <inkml:trace contextRef="#ctx0" brushRef="#br0" timeOffset="39183.69">21799 6178 251 0,'0'0'-7'0,"0"0"11"16,0 0-8-16,0 0 3 15,8 39 1-15,-7-20 0 16,3 2 1-16,3 5-1 15,-2-2 1-15,3 1 2 16,-3-1-3-16,0-2 1 16,2-1-1-16,-4-2 0 0,-1 2-5 15,-1-4-28-15,-1-3-32 16,0-4 2-16</inkml:trace>
  <inkml:trace contextRef="#ctx0" brushRef="#br0" timeOffset="39466.66">21762 6428 201 0,'0'0'17'0,"0"0"4"0,0 0-17 16,0 0-3-16,37-33 2 16,-15 24-2-16,0 1-1 15,2 1 0-15,0 1 1 16,-3 0-1-16,-3 1 0 15,-6 3 0-15,-3 2 0 16,-3 0-1-16,-2 0 0 0,-2 4-1 16,0 4 1-16,-1 0 0 15,-1 5 1-15,5-2 0 16,-3 2 1-16,1-1 0 16,1 0 1-16,2 0-6 15,0-4-38-15,1-2-38 0</inkml:trace>
  <inkml:trace contextRef="#ctx0" brushRef="#br0" timeOffset="39609.05">21975 6281 205 0,'0'0'-23'15,"0"0"30"-15,0 0 2 16,0 0-23-16,0 0-113 15</inkml:trace>
  <inkml:trace contextRef="#ctx0" brushRef="#br0" timeOffset="40037.69">22143 6246 198 0,'0'0'2'15,"0"0"7"-15,0 0 1 16,0 0-7-16,47-17-1 16,-37 17-2-16,2 0 0 15,1 5 0-15,-2 4-1 0,1 5 1 16,-5 1 0-16,0 1 0 16,-2 0 0-16,-3-2-1 15,-2 0 1-15,0-1-3 16,-3-4 0-16,-6 1 4 0,-3-6 0 15,-1 2 2-15,0-5-1 16,0-1 0-16,4 0 0 16,4 0 0-16,1-7 1 15,2 1-4-15,2-2 7 16,0-1-6-16,8 2 2 16,3 0-1-16,1 3-1 0,3 0 2 15,1 2-1-15,-3 1-1 16,0 1 0-16,1 0 0 15,-5 0 1-15,0 1-2 16,0 3-5-16,-3 2-23 0,-1-3-20 16,-1-2 4-16,-1-1-24 15</inkml:trace>
  <inkml:trace contextRef="#ctx0" brushRef="#br0" timeOffset="40277.87">22335 6162 187 0,'0'0'-3'0,"0"0"25"0,0 0-14 0,0 0-16 0,0 0 10 16,0 0-2-16,0 0 1 15,0 0-2-15,12 40 2 16,-2-25 1-16,-2 2 1 15,2-1-3-15,-1 1 1 16,-4-3 1-16,1 1-5 0,-2-3-39 16,-3-2-26-16</inkml:trace>
  <inkml:trace contextRef="#ctx0" brushRef="#br0" timeOffset="40697.69">22312 5903 128 0,'0'0'0'0,"0"0"13"16,0 0 11-16,0 0-11 0,0 0-13 15,0 0-3-15,0 0 3 16,0 0 0-16,13 39 0 15,-6-16 1-15,3 5-1 16,-1 1 1-16,2 3 0 16,1 2 0-16,1-4 2 0,0 4 0 15,1-3-3-15,1-1-25 16,1-3-6-16,1-2-6 16,3-4-51-16</inkml:trace>
  <inkml:trace contextRef="#ctx0" brushRef="#br0" timeOffset="41046.62">22707 6090 192 0,'0'0'8'16,"0"0"-12"-16,0 0 6 15,0 0-1-15,0 0-1 16,36 42 0-16,-26-25 1 16,2-1 0-16,2 0-2 0,0-2 1 15,0-4 1-15,-1-2 0 16,-2-1 0-16,-1-4 1 16,-2-3 5-16,-1 0 6 15,-2-3 13-15,1-10 3 0,-3-2-16 16,1-4-8-1,0-4-1-15,-1 0-3 0,1-2-1 16,0 4-1-16,0 1-7 16,0 6-15-16,-2 5-4 15,0 4-26-15,0 1-57 16</inkml:trace>
  <inkml:trace contextRef="#ctx0" brushRef="#br0" timeOffset="42062.21">23087 6078 179 0,'0'0'-14'15,"0"0"27"-15,0 0-2 16,0 0-14-16,0 0 0 16,-41-15-5-16,27 19 7 15,1 4 0-15,1 1 3 16,4-2-2-16,4-1 1 0,3 1-1 15,1-2-4-15,0-3 3 16,7 2 1-16,4-1 3 16,5-3 1-16,1 0 0 15,3 0-1-15,1 0-1 0,-3 0 0 16,0-4 0-16,-3-5 5 16,-1-1 0-16,-3 0 5 15,0-4 0-15,-2 0-5 16,-3-2-4-16,-2-4-2 15,-1 1-2-15,-3-4 1 0,0-1-2 16,0-2 1-16,-8 0-1 16,-1 0 0-16,0-1-1 15,0 1-2-15,2 2 3 16,-1 1 2-16,2 6 1 16,1 3-1-16,2 2 1 15,1 6-2-15,1 3-3 0,1 1 4 16,0 2 0-16,0 0-4 15,0 9 1-15,0 4 3 16,0 2-1-16,1 5 1 16,4 4 0-16,3 2 0 0,0 1 1 15,2 4-2-15,2-4 1 16,-1 0 1-16,3-3 0 16,1-2 0-16,0-5 0 15,2-2 0-15,-2-6 0 16,1-2 0-16,0-5 4 15,-2-2 1-15,-4 0 3 0,3-7 4 16,-2-4 1-16,-2-6-8 16,-2-2-2-16,1-2-3 15,-3-1 0-15,-1 1-1 16,-2 3-1-16,-2 4 0 16,0 1 1-16,0 8-3 0,0 3-1 15,-4 2 0-15,-1 0 1 16,1 9 4-16,0 3-1 15,1 3-1-15,3 1 1 16,0 0-4-16,0 0 5 16,9-5 0-16,4 1-1 0,1-2 2 15,0-3 1-15,4-2-3 16,1-2 2-16,2-3 0 16,-3 0-1-16,1 0 0 15,-3-4 1-15,-2-4 0 16,0-4 0-16,-2-1-1 0,-4-1-1 15,1 3 1-15,-5-1-1 16,-2 4 0-16,-2 1 0 16,0 4 0-16,0 2-4 15,-1 1-1-15,-3 0 4 16,0 2 1-16,3 4-1 0,1 1 1 16,0 3-3-16,0-3 3 15,4 0 0-15,6-1 1 16,-1-3 1-16,3-1 0 15,2-2-1-15,0 0 1 16,0-2 1-16,0-7 0 16,0 1 5-16,-5-2 5 0,0 2-7 15,-7 1-5-15,-2 5-1 16,-12 0-34-16,-17 2-169 16</inkml:trace>
  <inkml:trace contextRef="#ctx0" brushRef="#br0" timeOffset="45857.75">18862 14171 37 0,'0'0'3'0,"0"0"-3"0,0 0-9 0,0 0-5 16,2-2 4-16,-2-2 11 15,1 3 8-15,-1-2 28 16,0 0-4-16,0 3-7 16,0-3-12-16,0 3-8 15,-1 0-1-15,-1 0 1 0,0 0 0 16,2 0 2-16,0 0-1 16,0 0-5-16,0 0-2 15,0 0-1-15,0 0 1 16,0 0 0-16,0 5 0 15,0 0 0-15,0 0 0 0,2 2 1 16,0 2-1-16,-2 0 0 16,1-2 0-16,0 4 0 15,0 2 0-15,1 0 0 16,0 0 0-16,2 1 0 16,-1 3 1-16,-1 0-1 15,2-1 2-15,3 1-1 0,-4 0 1 16,1 1 2-16,0 0 2 15,1-2-2-15,-1 3 0 16,3-1 0-16,-1 2-1 16,-1-1 0-16,0 0 0 15,0 4-1-15,3-1 0 0,-4 0-1 16,5 1 0-16,-5 1-1 16,1 1 0-16,0-3 1 15,0 1 0-15,1-2 2 16,-2-2 3-16,1-1 1 15,1 0 0-15,-3-2-2 0,1 1 0 16,3-1 0-16,-4-1-1 16,1 2 0-16,2 0-1 15,-3 1-2-15,1 1 1 16,2 1-2-16,-3 0 0 16,3 0 1-16,-1 3-1 0,-2-2 1 15,1-1-1-15,-1 1 1 16,2 0 0-16,-2 1 0 15,2-2 0-15,-1-2 0 16,1 2 2-16,3-1-1 16,-4 0 0-16,2 0-1 15,3-1 0-15,-1 2 0 0,-3-3 0 16,1 3 1-16,2-1-1 16,-3-1 2-16,2 0 0 15,-3 0 0-15,3 0 1 16,-4-1 1-16,4 0-2 0,-1 0 1 15,-1 0-2-15,1 0 1 16,-1 2-2-16,4-2 0 16,-4 0-1-16,3 0 0 15,-3 0 0-15,1 1 0 16,4-1 1-16,-2-1-1 0,-1 1 0 16,3-3 0-16,0 3 0 15,-1 0 1-15,1-4-1 16,2 3 0-16,-1 0 1 15,3-1-1-15,-4 2 0 16,2 0 0-16,1-1 0 16,-2-1 1-16,1 2-2 0,-1-4 1 15,-4 2 0-15,3-3 0 16,-3 4 1-16,1-3-1 16,0 0 0-16,2 2 0 15,-1-2 0-15,1 1 0 0,2 2 0 16,-2-2 0-16,2 0 1 15,0 0-1-15,1 1 0 16,1-1 0-16,-1 1 0 16,1-1 0-16,1 1 0 15,0 0 0-15,1 1 1 16,2 0-2-16,-3-1 1 0,1 2 0 16,-1-1 1-16,2 0-2 15,-1 3 1-15,3-2 1 16,-3 0-1-16,4 0 0 15,1 0 0-15,-2 0 0 16,4-1 0-16,-2 0 0 0,0-2 1 16,1 1-2-16,-3-3 2 15,0 1-1-15,1-3 0 16,-1 2 2-16,0-3 4 16,1-1 1-16,0 0 0 15,0 0-3-15,0-1 2 0,0 2-1 16,-1-2-1-16,1 1-2 15,-4-1 1-15,2 0-2 16,-3 1 0-16,3-1 1 16,-3 0-1-16,2-1-1 15,-2-1 1-15,1 2 0 0,0-1-1 16,3-2 0-16,-3 3 1 16,-1-2-1-16,1 0 0 15,0-1 0-15,1 0 0 16,-1-1 1-16,1-1-1 15,0 1 0-15,0-2 0 0,1 1 0 16,0-1 1-16,1-1-1 16,0 0 0-16,0 0 0 15,-1 0 0-15,3 0 0 16,-1 0 1-16,0 0-1 16,2 0 0-16,0 0 0 0,0 0 0 15,-3 0 0-15,4-4 0 16,0-1 1-16,-1 0-2 15,3-1 1-15,1-2 0 16,1-1 0-16,0-1 0 16,-2-2 0-16,1-1-2 0,0 0-1 15,0-3 2-15,-1 1-2 16,1-2 3-16,1 0 0 16,2-2 0-16,-3 1 0 15,1 1-1-15,2-2 1 16,-2-1 0-16,0 2-1 0,-3-3 2 15,2-1-2-15,-2-2 1 16,2 1 0-16,0-4 1 16,0 1-1-16,-1-2 0 15,-2 1 0-15,0-1 0 16,0 0-1-16,-2-1 0 16,-3-1 1-16,2 1 0 0,-4-1 0 15,2-2 0-15,1-1 1 16,-5-3-2-16,1-1 2 15,-2-3-1-15,0 0 0 16,-1-2 0-16,-2-1 1 16,0-6 2-16,2-1-3 0,-2-4 0 15,-1-1-2-15,0-1 0 16,-4 2-3-16,-3 0 0 16,-2 4 2-16,0-1 2 15,0 0 1-15,0 0 1 16,0-1-1-16,0-3 2 0,0 2-2 15,0-3 0-15,4-1 0 16,-1 2 0-16,5-1 0 16,-2 1 1-16,-2 4-1 15,2 2 3-15,-4 4-1 16,1 3-1-16,-1 1 1 16,0 3 0-16,0-1-2 0,-2 2 2 15,0 1-2-15,0 1 2 16,0 5-1-16,0 0 6 15,0 2 2-15,0 1 0 16,-2 1 0-16,-2 1-1 16,0-1 0-16,1 2-2 0,-4 1 0 15,3 2 4-15,-5 1-1 16,5 4 1-16,-2 2-7 16,3 4-1-16,-1 3-2 15,3 3-3-15,1 1-13 0,0 2-47 16,0-5-47-16</inkml:trace>
  <inkml:trace contextRef="#ctx0" brushRef="#br0" timeOffset="47294.29">20571 16390 21 0,'2'0'15'15,"-1"1"7"-15,1-1 2 0,0 1-3 0,0 0-4 16,0-1-2-16,-2 0 0 16,0 0 0-16,0 1-9 15,1-1 1-15,-1 1-2 16,0-1-4-16,0 0-1 0,2 0 0 15,-2 3-4-15,0-2 2 16,0 1 2-16,0-1 2 16,1 2 1-16,0 0 3 15,1 0 10-15,-1 0-3 0,3 1 0 16,-2 0-5-16,2-1-3 16,-1 2 0-16,1-1-3 15,1 2 0-15,0-1 2 16,-1-1 1-16,0 3 1 15,-3 0 9-15,3 0-3 0,2-1-1 16,-3 1-5-16,5 0-1 16,-1 0-2-16,2 2-2 15,-1-2 0-15,1 0 0 16,-2 0-1-16,-1 0 0 16,-1 0 0-16,0-1 1 0,0-2-1 15,-4 0 0-15,2 0 1 16,-1-2-2-16,0 2 1 15,1-1 0-15,-3 1-1 16,2 0-2-16,-2 0-7 16,0 0-5-16,0-1-11 15,0-3-16-15,0 0-45 0</inkml:trace>
  <inkml:trace contextRef="#ctx0" brushRef="#br0" timeOffset="47672.01">20762 16449 120 0,'0'0'6'0,"0"0"27"0,0 0-1 15,0 0-15-15,0 0-12 16,0 0-4-16,0 0 0 16,-41 38 2-16,31-21 2 15,0-1-3-15,1-2-1 16,-3 3-1-16,0-1 1 0,1-2-1 15,-1-1 0-15,3 0 0 16,-1-1 0-16,1-2 0 16,2-1 0-16,4-3-21 15,-1-2-6-15,4-4-40 16</inkml:trace>
  <inkml:trace contextRef="#ctx0" brushRef="#br0" timeOffset="47984.28">20621 16475 168 0,'0'0'63'16,"0"0"-63"-16,0 0 9 16,0 0 7-16,0 0-8 15,36 24-7-15,-27-16 1 16,2 1-1-16,-4-2 0 0,1 1-1 16,-1 1 1-16,2-2-3 15,-4 0-15-15,1-4-15 16,-2-1-36-16,-1-2-45 15</inkml:trace>
  <inkml:trace contextRef="#ctx0" brushRef="#br0" timeOffset="48170.05">20666 16463 229 0,'0'0'41'16,"0"0"-21"-16,0 0-8 15,0 0-11-15,0 0 0 16,0 0-1-16,-22 51 1 16,21-31-7-16,-1 1-17 15,1-4-22-15,0-5-73 0</inkml:trace>
  <inkml:trace contextRef="#ctx0" brushRef="#br0" timeOffset="48653.45">20525 16936 275 0,'0'0'16'0,"0"0"4"0,0 0-13 0,0 0-5 0,0 0 0 16,0 0-4-16,0 0 0 15,0 0 3-15,0 0 0 16,0 51-1-16,0-34 1 15,0-1 0-15,0 4-3 16,4-5-21-16,-3-2-12 0,3-3-19 16,-2-3-65-16</inkml:trace>
  <inkml:trace contextRef="#ctx0" brushRef="#br0" timeOffset="49165.91">20549 16936 178 0,'0'0'4'0,"0"0"17"16,0 0-12-16,8-42-8 15,-6 36-1-15,2 0 1 0,0 3-1 16,-2 3-1-16,1 0 1 16,3 0 1-16,1 11 7 15,2 1-2-15,-2 2 0 16,2 3-3-16,2-1-2 15,-3 2 0-15,1-2-1 16,0 0 1-16,-2-4-2 0,0-3-3 16,-2 1-2-16,0-4 2 15,-2-2 3-15,2-4 1 16,-3 0-1-16,1 0 0 16,1-6 0-16,0-8-5 0,1 2-17 15,-1-6 9-15,3 0 9 16,-5 0 6-16,3 2 1 15,1-2 9-15,-2 3 1 16,3 0 0-16,0 0-6 16,0 2 0-16,0 5-6 0,1-1 1 15,-3 4-1-15,2 2 0 16,-3 3 1-16,0 0 2 16,1 5 0-16,-3 7 4 15,-1 4 3-15,1 6 3 16,0 1-4-16,-1 2-5 15,0 1-2-15,1-2-1 16,3-3 0-16,-2-2-1 0,2-5-2 16,2-2-25-16,0-6-35 15,1-3-22-15</inkml:trace>
  <inkml:trace contextRef="#ctx0" brushRef="#br0" timeOffset="49358.61">20940 16938 226 0,'0'0'23'0,"0"0"-2"0,0 0-14 0,0 0-6 16,0 0 0-16,-4 37 0 16,3-19-1-16,1-2 1 15,0 1-1-15,0-3-2 16,0-3-34-16,5-4-54 0</inkml:trace>
  <inkml:trace contextRef="#ctx0" brushRef="#br0" timeOffset="49495.31">20988 16804 87 0,'0'0'-13'15,"0"0"-15"-15</inkml:trace>
  <inkml:trace contextRef="#ctx0" brushRef="#br0" timeOffset="50055.93">21076 17009 104 0,'0'0'0'16,"0"0"0"-16,0 0 3 15,0 0 2-15,6-40 15 0,-6 33 18 16,0 1-3 0,0 0-11-16,0 3-10 0,2-1-6 15,0 2-6-15,2 1-1 16,1 1-1-16,0 0 0 15,1 0-1-15,1 0 0 16,1 8 1-16,-2 3-1 0,0 3 1 16,-2 3 1-16,3 1-1 15,-3-2-2-15,-1 0-1 16,0-5-3-16,0-4 4 16,-1-1 2-16,0-2 0 15,-2-4 0-15,1 0 1 0,0 0 3 16,0 0 17-16,1-6-10 15,2-5-11-15,1 0 1 16,-2-5-1-16,2 0 1 16,1 2-1-16,0 2 0 15,1 0-1-15,-2 2 2 0,3 4 0 16,-3 1 3-16,3 2 2 16,-2 0-2-16,2 3-2 15,-3 0 0-15,3 0-1 16,-3 5-1-16,1 3 1 15,-1 6 1-15,-2 2-4 0,1-1 5 16,0 1-1-16,-2-2-3 16,2-1 0-16,4-2-22 15,-4-2-9-15,5-5-27 16,-4-2-16-16</inkml:trace>
  <inkml:trace contextRef="#ctx0" brushRef="#br0" timeOffset="50247.85">21421 16936 127 0,'0'0'134'0,"0"0"-133"0,0 0 1 0,0 0-2 16,-6 50 1-16,3-32 0 15,1-2-1-15,2 1 1 16,0-3-3-16,0-3-20 0,0-3-56 15,1-6-54-15</inkml:trace>
  <inkml:trace contextRef="#ctx0" brushRef="#br0" timeOffset="50383.34">21421 16906 275 0,'0'0'-5'0,"-9"-37"12"16,9 22 0-16,0 2-3 15,0 2-4-15,2 3-29 16,5 1-89-16</inkml:trace>
  <inkml:trace contextRef="#ctx0" brushRef="#br0" timeOffset="51123.67">21542 17048 171 0,'0'0'-1'15,"0"0"-4"-15,0 0 3 16,0 0 4-16,0 0-1 0,2-40 15 16,-2 33 21-16,0 0-4 15,0 0-11-15,2 2-15 16,2 0-4-16,1 1-2 15,1 1-1-15,4 3 0 16,-3 0 0-16,4 0 0 16,-1 0-1-16,-1 10 1 0,0 3-3 15,0 2-8-15,-2-3 0 16,-4 5 6-16,3-3 1 16,-5-3-24-16,1-1 17 15,0-2 13-15,-2-3-2 0,1-2 1 16,-1 0-1-16,0-3 21 15,0 0-5-15,0 0-3 16,0-6 3-16,-1-4-7 16,0-2-8-16,0-1 1 0,1-2-1 15,0 0 0-15,0 1-1 16,0 2 0-16,4 1 1 16,2 1 1-16,-1 4-2 15,4 2 0-15,-4 1 0 16,3 3 0-16,-3 0-2 15,2 3 1-15,-1 7 0 0,-1 4-4 16,1 0-4-16,-2-1 2 16,3 2 3-16,-3-3 4 15,0-2-2-15,0-3-7 16,0 0 3-16,-3-4-5 16,1-1 2-16,-1-2 4 15,0 0 3-15,-1 0 18 0,0-6-6 16,1-3-5-16,0-3-1 15,1-1 1-15,0-1-1 16,0 0 0-16,2 2 3 16,-2 2 2-16,1 3-2 15,2 1 2-15,-3 4-4 0,3 2-2 16,1 0-2-16,-1 0-1 16,2 8 0-16,-1 3 0 15,1 2-1-15,-2 0-1 16,0 0-6-16,1 0-14 15,-1-3-23-15,-1-4-42 0</inkml:trace>
  <inkml:trace contextRef="#ctx0" brushRef="#br0" timeOffset="51535.72">21903 16950 153 0,'0'0'46'0,"0"0"6"0,0 0-22 16,0 0-8-16,0 0-14 0,0 0-6 16,0 0 3-16,0 0-6 15,0 0 4-15,-11 37-3 16,11-22 1-16,0-1 0 16,0-3-1-16,5 0 1 15,3-2-2-15,4-2-6 0,-3-3-3 16,2-4 3-16,3 0 4 15,1 0 1-15,0 0 2 16,-2-9-1-16,0-2 0 16,-2 0 3-16,-2-2-2 15,-3 3 0-15,-3 0 2 16,-1 2 5-16,-2 1 8 0,0 1 0 16,0 5-5-16,-4 1-5 15,-2 0-2-15,0 1 0 16,0 9-2-16,1 1 0 15,-1 3-1-15,1-2 1 16,2 1-4-16,3-2-10 0,0-1-14 16,0-4-20-16,0-4-59 15</inkml:trace>
  <inkml:trace contextRef="#ctx0" brushRef="#br0" timeOffset="51961.87">22119 16967 276 0,'0'0'14'0,"0"0"7"16,0 0-8-16,0 0-7 15,0 0-5-15,0 0 0 0,0 0-2 16,0 0 0-16,0 0-2 16,7 20 3-16,-5-8 0 15,-1 2 3-15,1-1-2 16,0-1-1-16,1-2-8 15,-1-3-6-15,1-1 0 0,-1-2-3 16,-1-2 0-16,-1-2 6 16,0 0 10-16,0 0 7 15,0-2 1-15,0-5-1 16,0-1 4-16,0-1-4 16,0-1 0-16,0-1-4 0,0 1 0 15,1-1 1-15,5 2-2 16,0 1 0-16,2-1 1 15,1 5-2-15,0 0 0 16,3 2 0-16,-1 1 1 16,4 1-2-16,-2 0 1 15,-2 0 1-15,3 5-2 0,-4 1-1 16,1 4-7-16,-3 0-23 16,-3-3-24-16,-3 1-20 15,-2-4 12-15</inkml:trace>
  <inkml:trace contextRef="#ctx0" brushRef="#br0" timeOffset="52126.4">22281 17018 83 0,'0'0'62'0,"0"0"1"16,0 0-24-16,0 0-19 16,0 0-8-16,-15-38-9 15,23 28-2-15,3 2-1 16,2 0 1-16,4 3 0 16,-2 3 4-16,2 2 6 0,-1 0 0 15,3 8-3-15,-1 9-3 16,-2 8-4-16,-5 5-1 15,-5 5-24-15,-6 4-55 16</inkml:trace>
  <inkml:trace contextRef="#ctx0" brushRef="#br0" timeOffset="54300.55">20596 16467 26 0,'-6'0'41'0,"3"0"-13"0,-1 0-4 0,3 0-3 0,1 0 1 16,-2 0-17-16,2 0-2 0,0 0 1 15,0 0 7-15,0 0 5 16,0 0 2-16,0 0 0 16,0 0 2-16,0 0-2 15,0 0-4-15,0 0-10 16,0 0-4-16,0 0 0 0,0 3-2 16,0 2 3-16,0 3-1 15,3 1 0-15,4 1 1 16,0 0-1-16,0 1 0 15,2-1 0-15,3-2 0 16,-5 1 0-16,2-2-2 0,0-1-18 16,-3-1-12-16,-1-3-24 15,-1 0-7-15,-4-2-8 16</inkml:trace>
  <inkml:trace contextRef="#ctx0" brushRef="#br0" timeOffset="54577.87">20677 16469 63 0,'0'0'115'0,"0"0"-76"0,0 0-29 16,0 0-8-16,0 0 0 16,0 0-1-16,0 0 1 15,-24 45-2-15,21-32 0 16,-3-2 0-16,2-1-13 16,0-1-40-16,0-5-20 15</inkml:trace>
  <inkml:trace contextRef="#ctx0" brushRef="#br0" timeOffset="54797.19">20626 16504 205 0,'0'0'7'16,"0"0"-8"-16,0 0 0 15,0 0 1-15,0 0 0 0,0 0 1 16,0 0 0-16,0 0-1 16,19 40 0-16,-10-32-19 15,-2-3-41-15,-1-2-70 16</inkml:trace>
  <inkml:trace contextRef="#ctx0" brushRef="#br0" timeOffset="55068.68">20610 16476 231 0,'0'0'5'0,"0"0"-16"15,0 0 8-15,0 0 3 16,0 0 1-16,40 31 0 16,-29-21-1-16,1-3 0 15,1 0 1-15,-2 0-1 16,1-1-10-16,0-2-31 0,-6-4-19 16</inkml:trace>
  <inkml:trace contextRef="#ctx0" brushRef="#br0" timeOffset="55295.86">20739 16490 104 0,'0'0'4'0,"0"0"-4"16,0 0 1-16,0 0 1 0,0 0 10 15,0 0-3-15,0 0 3 16,0 0-5-16,-28 28-5 16,22-19-1-16,-2 1-2 0,3-3-11 15,-1 1-26-15</inkml:trace>
  <inkml:trace contextRef="#ctx0" brushRef="#br0" timeOffset="55467.34">20686 16538 208 0,'0'0'-16'15,"0"0"-29"-15,0 0-5 0</inkml:trace>
  <inkml:trace contextRef="#ctx0" brushRef="#br0" timeOffset="57141.39">18757 14486 49 0,'6'0'20'0,"-1"0"6"0,-1 0-1 0,1 0 1 16,0 0 2-16,-1 0-3 16,2 0-8-16,-2 0-2 15,3 0-6-15,0 0-1 16,0 0-1-16,1 3 2 0,2-1-7 16,1 0-1-16,-1 1 0 15,0-1-1-15,1 0 0 16,-4 0 0-16,4-1 1 15,-2 2-2-15,-2-3-15 16,2 0-22-16,2 0-52 16</inkml:trace>
  <inkml:trace contextRef="#ctx0" brushRef="#br0" timeOffset="57397.58">18977 14451 138 0,'0'0'12'15,"0"0"9"-15,0 0 7 16,0 0-8-16,0 0-3 16,-39 4-8-16,32 0-2 0,-4 5-5 15,2-2-1-15,2 2 0 16,-5 0-1-16,0 1 0 15,1 0-5-15,-2-2-10 16,1 1-13-16,-4-3-22 16,3 0-17-16</inkml:trace>
  <inkml:trace contextRef="#ctx0" brushRef="#br0" timeOffset="57596.86">18784 14533 108 0,'0'0'6'0,"0"0"21"16,44-10 2-16,-21 8-15 16,-1 0 0-16,1-1-6 15,-1 1 1-15,2 0-5 16,-4 0 0-16,-1 1-3 0,0 0 0 16,-1 0 0-16,-3 0-3 15,-2-2-64-15,-3-2-83 16</inkml:trace>
  <inkml:trace contextRef="#ctx0" brushRef="#br0" timeOffset="57782.13">19025 14468 172 0,'0'0'3'16,"0"0"0"-16,0 0 1 15,0 0-1-15,0 0-4 16,0 0-1-16,0 0 0 0,0 0 2 15,-32 25 0-15,27-11 2 16,-3-2-2-16,4 2-7 16,-1-3-34-16,0-2-30 15</inkml:trace>
  <inkml:trace contextRef="#ctx0" brushRef="#br0" timeOffset="57982.61">18923 14527 179 0,'0'0'20'0,"0"0"5"15,0 0-12-15,0 0-13 16,0 0 1-16,0 0 0 16,0 0-1-16,0 0 0 15,-16 30-3-15,16-24-19 0,0-3-31 16,0-1-14-16</inkml:trace>
  <inkml:trace contextRef="#ctx0" brushRef="#br0" timeOffset="58173.96">18923 14527 224 0,'50'-34'10'0,"-52"34"-4"16,-6 7-5-16,-1 5-2 15,-1 2 2-15,-3 0-1 0,-1 5 1 16,1-4-2-16,1-2-12 16,1 1-7-16,1-4-12 15,3-3-18-15,-3-5-48 16</inkml:trace>
  <inkml:trace contextRef="#ctx0" brushRef="#br0" timeOffset="58352.24">18842 14566 166 0,'0'0'10'16,"0"0"18"-16,0 0-23 15,0 0-4-15,0 0 4 0,0 0-2 16,0 0 3-16,46 8-1 16,-34-3-3-16,1-3-1 15,3 0-5-15,-6-2-66 16,0 0-74-16</inkml:trace>
  <inkml:trace contextRef="#ctx0" brushRef="#br0" timeOffset="58508.74">18961 14530 231 0,'0'0'9'0,"0"0"7"0,0 0-1 15,0 0-10-15,-46 20-5 16,35-2 0-16,-5 1-2 15,-1 2-23-15,1-3-35 16,0-5-96-16</inkml:trace>
  <inkml:trace contextRef="#ctx0" brushRef="#br0" timeOffset="59057.1">17548 14625 224 0,'0'0'-1'0,"0"0"17"0,-42 2-3 0,26 7-6 0,-1 3-2 15,2 5-4-15,-1 4 0 16,3 2-1-16,2 4 1 15,1-1 0-15,7-2-1 16,3 0 1-16,0-3-1 0,11-1 0 16,4-3-7-16,3-2-15 15,4-4-10-15,3-7-25 16,-1-2-5-16</inkml:trace>
  <inkml:trace contextRef="#ctx0" brushRef="#br0" timeOffset="59612.51">17696 14702 198 0,'0'0'3'16,"0"0"23"-16,0 0-1 15,0 0-16-15,0 0-3 16,0 0-3-16,0 0-1 15,0 0 2-15,10-23-3 0,-4 22-1 16,4 1 1-16,-1 0-1 16,-1 0 0-16,1 3 0 15,-1 2-1-15,-1 2 0 16,-3 1-3-16,-2 0-2 16,-2 1-3-16,0-1 9 0,0-1-1 15,-5 1 2-15,1-3 0 16,-1-1 2-16,2 0-2 15,0-3 1-15,3 0-2 16,0 0 0-16,0-1 0 16,0 0-2-16,0 0-1 0,5 1 5 15,1 0 1-15,-2 0-3 16,3 2 1-16,-1 0-1 16,1 1 0-16,0 1 0 15,-2-1 0-15,1 0 0 16,-3 2 1-16,0-2-3 15,-2 0 2-15,-1 1 0 0,0 0 0 16,0 1 1-16,-7-1 1 16,-4 0 0-16,-3-1 3 15,-1 3-1-15,-4-2-1 16,1 0 0-16,1-1-2 16,2-1 0-16,1 1-1 0,2-1 0 15,6-1-1-15,2-2-17 16,2 0-44-16,2 0-48 15</inkml:trace>
  <inkml:trace contextRef="#ctx0" brushRef="#br0" timeOffset="59801.92">17920 14750 209 0,'0'0'31'0,"0"0"-2"0,0 0-24 0,0 0-5 16,0 0 1-16,0 0-1 16,0 0 0-16,1 39-1 15,-1-30-19-15,0-1-32 16,0-5-40-16</inkml:trace>
  <inkml:trace contextRef="#ctx0" brushRef="#br0" timeOffset="60246.02">18002 14668 218 0,'0'0'7'15,"0"0"-6"-15,0 0-3 16,0 0-8-16,0 0 9 0,0 0 2 15,0 38-2-15,0-25 0 16,0-2 2-16,1 0-2 16,4-2 2-16,2-2-1 15,1-1 0-15,1-3-4 0,1 0 0 16,1-3 5-16,2 0 5 16,-4 0-4-16,0-3-1 15,0 0 0-15,-3-4 0 16,-1-1 0-16,-2 1 0 15,-2-2 1-15,0 2-1 16,-1 0 0-16,0 2 0 0,0 1 2 16,0 3 6-16,0 1 2 15,-2 0-3-15,1 3-6 16,-4 7-2-16,2 2 1 16,1 2-1-16,1-1 1 15,1 0-2-15,0 0-12 0,0-2-16 16,5-1-19-16,2-4 3 15,0-5-49-15</inkml:trace>
  <inkml:trace contextRef="#ctx0" brushRef="#br0" timeOffset="60551.09">18146 14614 74 0,'0'0'3'0,"0"0"11"0,41-4 9 16,-25 4-5-16,2 0 0 15,-2 0 12-15,1 0 3 0,-2 6-11 16,-1 3-12-16,-5 3-1 15,-1 3-8-15,-2 2 0 16,-5 3-3-16,-1 3 3 16,0-1 1-16,-11 2 0 0,-4-2-7 15,-3-2-47-15,2-7-101 16</inkml:trace>
  <inkml:trace contextRef="#ctx0" brushRef="#br0" timeOffset="62054.03">18909 14639 109 0,'-2'2'-1'0,"2"1"2"0,0-2-2 16,0 1 0-16,0-1 0 0,0-1-2 16,0 0 3-16,0 0 5 15,0 0 15-15,-1 0 14 16,0-1-3-16,0-5-6 16,1 2-11-16,0-1-9 15,0-1-5-15,0 0-8 16,7-3-13-16,0 2-17 0,2-1 2 15,-2 2 3-15,-3 2 18 16,0 1 16-16,-4 1 3 16,0 2 17-16,0 0-8 15,0-1-11-15,0-2-2 16,0 2-27-16</inkml:trace>
  <inkml:trace contextRef="#ctx0" brushRef="#br0" timeOffset="62238.57">18923 14543 157 0,'0'0'17'16,"0"0"11"-16,0 0-9 0,0 0-9 15,0 0-5-15,0 0-6 16,0 0-2-16,0 0 2 16,-3 18-2-16,9-3 3 15,1 3-1-15,-2 6-17 0,3-1-25 16,0 1-9-16,0 0-41 15</inkml:trace>
  <inkml:trace contextRef="#ctx0" brushRef="#br0" timeOffset="62688.84">18987 14952 62 0,'0'0'16'0,"0"0"-9"0,0 0-7 16,0 0-3-16,0 0-23 16</inkml:trace>
  <inkml:trace contextRef="#ctx0" brushRef="#br0" timeOffset="63208.84">18987 14952 12 0,'11'-28'64'0,"-11"28"-46"15,0-2-3-15,0 2-2 16,0 0 3-16,0 0 7 16,0 0 2-16,0 0-11 0,0 0-12 15,0 0-2-15,0 0 0 16,0 0 1-16,0 0-1 15,0 0 0-15,0 0 0 16,0 0 1-16,0 0 1 16,2 0 1-16,-1 0 0 0,1 0 0 15,1 0 0-15,2 2 1 16,1 0-3-16,0 3 1 16,0-2 0-16,-1 1-1 15,1 0 0-15,2-1 1 0,-2 0-2 16,-1 0 0-16,0 0 0 15,0-2 1-15,-2 2-1 16,2-2 2-16,-1-1-1 16,0 4-1-16,-1-4 0 15,3 2 0-15,-4-1 0 16,-1 2-3-16,1-1-10 0,0-1-15 16,-2-1-24-16,1 0-11 15</inkml:trace>
  <inkml:trace contextRef="#ctx0" brushRef="#br0" timeOffset="63576.96">19085 14881 111 0,'0'0'15'0,"0"0"16"0,0 0-5 16,0 0-5-16,0 0-2 15,0 0-11-15,0 0-2 0,0 0-4 16,0 0-1-16,0 0 0 16,-39 45-1-16,28-32 0 15,1 0 0-15,-1-2 1 16,-2 1-4-16,4-1-22 16,-1-4-18-16,2-2-24 0</inkml:trace>
  <inkml:trace contextRef="#ctx0" brushRef="#br0" timeOffset="63876.79">18946 14948 108 0,'0'0'46'0,"0"0"-35"15,0 0-3-15,0 0 2 16,0 0 7-16,0 0 1 16,0 0-11-16,0 0-6 15,3 0 0-15,6 2 0 16,-1 0 0-16,2 2 2 0,2-2 0 16,1-1-1-16,2 1-1 15,-4-1-1-15,2 0 1 16,-1-1-1-16,-1 0-1 15,-2 0-20-15,2 0-55 16</inkml:trace>
  <inkml:trace contextRef="#ctx0" brushRef="#br0" timeOffset="64173.64">19108 14888 133 0,'0'0'7'16,"0"0"8"-16,0 0 2 15,0 0-5-15,0 0 4 16,0 0-5-16,0 0-7 0,0 0-3 16,-23 9 1-16,19-1 2 15,-3 3-1-15,0 2-2 16,0 0 1-16,-1 0-2 15,-2 0 1-15,0-1-1 16,-3 1 0-16,-3-1 0 0,0-1-11 16,0 0-9-16,1-1-17 15,-1-3-5-15,5-4-40 16</inkml:trace>
  <inkml:trace contextRef="#ctx0" brushRef="#br0" timeOffset="64338.85">18922 15009 222 0,'0'0'16'15,"0"0"-13"-15,0 0-2 0,0 0 0 16,0 0 0-16,11 38-2 16,-5-31-17-16,4-4-55 15,2-3-37-15</inkml:trace>
  <inkml:trace contextRef="#ctx0" brushRef="#br0" timeOffset="65634.32">17177 15339 20 0,'-1'-1'224'0,"-3"-1"-219"0,-5 0-1 16,4 2-2-16,-2 0-1 15,0 0-2-15,-3 6 1 0,3 5-1 16,-3 3 1-16,1 5 0 16,-1 8 0-16,1 0 0 15,-1 3 1-15,2 1-1 16,1 0 0-16,3-2 0 16,0-4 1-16,3-1-1 0,1-3-1 15,0-3 2-15,7-3-1 16,5-5 0-16,1-1-3 15,3-4-19-15,3-5-32 16,2 0-22-16</inkml:trace>
  <inkml:trace contextRef="#ctx0" brushRef="#br0" timeOffset="65996.55">17242 15489 203 0,'0'0'15'16,"0"0"-2"-16,0 0-8 15,0 0-3-15,39-26-1 16,-25 21 0-16,2 3-1 16,0 1 0-16,-1 1 0 0,-1 0 0 15,-5 10-2-15,-1 3-11 16,-6 2-14-16,-2 5-6 15,0-1 4-15,-7 0 17 16,-4-1 9-16,-2-3 4 0,0 1 10 16,1-5 6-1,2-4 7-15,3 0-2 0,3-4-5 16,1-2-3-16,3 1-5 16,0-2-8-16,1 0 0 15,9-3 19-15,6-3-14 16,2-5-5-16,6-2-8 15,1-1-55-15,2-2-84 0</inkml:trace>
  <inkml:trace contextRef="#ctx0" brushRef="#br0" timeOffset="66146.59">17568 15510 99 0,'0'0'165'16,"0"0"-150"-16,0 0 3 15,0 0-10-15,0 0-6 16,0 0-7-16,0 0-55 16,0 0-81-16</inkml:trace>
  <inkml:trace contextRef="#ctx0" brushRef="#br0" timeOffset="66769.67">17610 15372 92 0,'0'0'150'0,"0"0"-149"0,0 0 0 16,0 0-2-16,0 0 1 15,0 0 1-15,0 0-1 16,0 0 0-16,2 0 0 16,-2 0 0-16,0 3 8 15,0 3 5-15,0 1-7 0,0 0-2 16,0 6-2-16,0 1-1 15,0-2-1-15,0 2 0 16,0 0 1-16,0-3-1 16,2-1 0-16,0 0 1 0,3-4-1 15,-1-1 1-15,1-2 1 16,2-3-4-16,1 0 2 16,2 0 3-16,2 0-2 15,-4-8-8-15,1-2-6 16,0 1-9-16,-4-1-5 15,-2-1 0-15,0 1 11 0,-3 0 10 16,0 2 6-16,0 1 1 16,0 2 3-16,0 1 22 15,0 1 0-15,0 2-2 16,0 1-5-16,0 0-5 16,0 0-9-16,-3 1-2 15,2 6-2-15,1 5-1 0,0-1 1 16,0 2-1-16,0-2 0 15,0 1-2-15,1-3-32 16,4-3-26-16,0-2-47 16</inkml:trace>
  <inkml:trace contextRef="#ctx0" brushRef="#br0" timeOffset="66922.57">17762 15504 295 0,'0'0'11'0,"0"0"-7"0,0 0-3 0,0 0 0 0,-13 50 0 16,12-34-1-16,1 1-7 15,0 0-32-15,0-6-58 16</inkml:trace>
  <inkml:trace contextRef="#ctx0" brushRef="#br0" timeOffset="67413.03">17865 15316 271 0,'0'0'9'0,"0"0"-4"0,0 0-2 15,0 0 0-15,0 0 0 16,0 0-2-16,47-26-1 16,-40 25 0-16,1 1 0 15,-2 0 0-15,0 0-1 16,-3 7-3-16,-2 1-16 0,-1 4-3 16,0-1 5-16,0 0 13 15,-2-1 6-15,-3 0 0 16,1-3-1-16,2 0 1 15,0-2 0-15,2-1-1 16,0-3 0-16,0 4 1 0,0-4 1 16,0 5-2-16,4-2 6 15,5 2-2-15,-4-1-3 16,3 1 0-16,-1 1 0 16,0-2 0-16,-2 0-1 15,-2-1 0-15,-3 1 0 0,0-1-1 16,0 1 11-16,-6 0 2 15,-5-1-8-15,0 2 1 16,2-1-5-16,-2-2 1 16,4 0-5-16,2-3-50 15,3-1-97-15</inkml:trace>
  <inkml:trace contextRef="#ctx0" brushRef="#br0" timeOffset="67571.24">18026 15375 298 0,'0'0'17'0,"0"0"-14"15,0 0-2-15,0 0-2 0,0 0-23 16,0 0-9-16,0 0-37 16,0 0-75-16</inkml:trace>
  <inkml:trace contextRef="#ctx0" brushRef="#br0" timeOffset="67954.74">18093 15291 100 0,'0'0'190'16,"0"0"-183"-16,0 0 3 15,0 0-5-15,0 0 0 16,0 0-4-16,0 0-1 15,24-22 1-15,-18 22-2 0,4 0 0 16,-4 0-5-16,1 1-10 16,0 8-7-16,-2-1-10 15,-3 2-6-15,-2 2-2 16,0 0 26-16,0-2 13 0,-8 0 7 16,2-1 6-16,0-2 10 15,1-2 2-15,3 1-9 16,0-4-3-16,-1 1-7 15,3-1-3-15,0-2 1 16,0 2-2-16,0-2 2 0,3 0 4 16,2 0 14-16,5 0-7 15,0 0-7-15,4-5-4 16,3-2-1-16,-2-3-13 16,1 0-35-16,-3-1-41 15</inkml:trace>
  <inkml:trace contextRef="#ctx0" brushRef="#br0" timeOffset="68225.1">18261 15175 231 0,'0'0'7'0,"0"0"2"15,0 0-7-15,0 0 2 16,0 0 0-16,0 0-2 15,38-18 4-15,-29 18 3 16,0 0-3-16,1 0 0 16,2 8-2-16,-3 4-1 0,0 2-2 15,-1 3 0-15,-1 4-2 16,-4 0 1-16,-3 2-2 16,0-2-1-16,0 1-5 15,-5-1-6-15,-2-4-27 0,2-6-69 16</inkml:trace>
  <inkml:trace contextRef="#ctx0" brushRef="#br0" timeOffset="69263.45">19161 15370 4 0,'0'0'32'0,"0"0"27"0,0 0-18 15,0 0-12-15,0 0-15 16,0 0 3-16,0 0-1 0,0 0-2 15,0 0-6-15,0 0-2 16,0 0 4-16,0 0 4 16,-6 2-4-16,4-2-1 15,1 2 0-15,-1-1-4 16,2 3-3-16,-3-1-2 0,3-1 2 16,-1 2-2-16,1-2 0 15,0 0 1-15,0 0-1 16,0-1 0-16,0-1 0 15,0 0 0-15,0 0-4 16,0 0 0-16,0 0 9 0,0 0-2 16,0 0-1-16,0 0 3 15,0 0 2-15,0 0-3 16,0 0-2-16,0 0-2 16,0 0 0-16,0 0 2 15,0 0-2-15,0 0 0 0,-1 2 0 16,0 0 1-16,1 0-1 15,0 1 0-15,0-3 0 16,0 1-5-16,3-1 7 16,2 0 0-16,-2 0-2 15,1 0 1-15,2 0 0 0,-5 0 0 16,-1 0 2-16,2-1-3 16,-2-1 1-16,0-1 0 15,0 3-1-15,0-1-2 16,0 0 2-16,-2 1-3 15,1 0-7-15,1 0-16 0,0 0-27 16,0 0-57-16</inkml:trace>
  <inkml:trace contextRef="#ctx0" brushRef="#br0" timeOffset="69435.34">19223 15404 88 0,'0'0'150'0,"0"0"-110"0,0 0-13 0,0 0-16 16,0 0-10-16,0 0 0 0,0 0-3 15,0 0-30-15,0 0-30 16,0 0-61-16</inkml:trace>
  <inkml:trace contextRef="#ctx0" brushRef="#br0" timeOffset="69853.46">19108 15438 77 0,'0'0'197'0,"0"0"-191"16,0 0-6-16,0 0 0 16,0 0 2-16,0 0-1 15,0 0 0-15,0 0-2 16,-7 0 2-16,7 0-1 0,0 3 0 15,0-1 1-15,0 0-1 16,0-1 0-16,0 2 0 16,0-3 0-16,0 0 0 15,0 0-3-15,0 0 15 16,0 0 5-16,0 0-1 0,0 0-4 16,1-3-9-16,0 2-3 15,0-2-5-15,3 2-26 16,-2-2-61-16</inkml:trace>
  <inkml:trace contextRef="#ctx0" brushRef="#br0" timeOffset="70217.16">19369 15807 238 0,'0'0'-25'0,"0"0"-17"0,0 0 36 0,0 0-81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33:57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15484 5779 52 0,'0'0'8'0,"0"0"8"0,0 0-7 0,0 0 6 0,0 0 4 16,0 0-10-16,0 0-7 15,0 0 1-15,39-7 0 16,-13 2-1-16,2 1 1 16,7-3 0-16,3 0-2 15,7-3 1-15,5-2 0 0,9-2 2 16,5-1-2-16,9-4 9 15,3-1 2-15,6-1 0 16,-2-2-2-16,-1 0 2 16,-5 1-1-16,-4 0 0 0,-6 1-5 15,-6 3-2-15,-10 1-1 16,-2 4-3-16,-6 6-1 16,-5 3 0-16,-3 3-1 15,-6 1-39-15,-5 0-61 16</inkml:trace>
  <inkml:trace contextRef="#ctx0" brushRef="#br0" timeOffset="662.56">15260 7625 76 0,'0'0'-4'0,"0"0"10"0,0 0 11 0,50 3-1 16,-32-3 2-16,5-3 1 15,1-4 1-15,7-4 0 16,1-2-2-16,10-3 1 16,3-2-5-16,6-4 0 15,3 0-1-15,2-4-1 0,9 0-1 16,0-2-1-16,2 1 0 16,0 3-2-16,0 1-4 15,-1 3-3-15,-6 6-1 16,-5 3 0-16,-3 2-1 15,-6 3-5-15,-6-1-45 0,-10-5-79 16</inkml:trace>
  <inkml:trace contextRef="#ctx0" brushRef="#br0" timeOffset="1452.61">15520 9338 129 0,'0'0'8'0,"0"0"25"0,0 0 2 16,0 0-27-16,0 0-9 16,0 0 4-16,0 0 0 15,56-24 1-15,-29 11 2 0,7-1-2 16,4-3 3-16,9-2-5 15,5-1-2-15,11-1 1 16,10-2 0-16,9-4-1 16,15-1 0-16,9-3 0 15,5-8-17-15,4-6-97 0</inkml:trace>
  <inkml:trace contextRef="#ctx0" brushRef="#br0" timeOffset="2767.46">15601 10680 71 0,'0'0'4'0,"0"0"8"0,0 0 0 15,0 0-3-15,-2 0-2 16,2 0 0-16,0 0 0 16,0 0-1-16,0 0-4 15,0 0-1-15,0 0 0 0,0 0-1 16,0 0 1-16,0 0 0 16,7 3 2-16,3-2-1 15,4 2-1-15,1-3 1 16,4 0 0-16,2 0-1 15,6 0 2-15,0-3 2 0,5-7 5 16,7-1 9-16,5-2-3 16,4-5-2-16,1-1 3 15,4-1-6-15,3 0-5 16,-2 0-2-16,5-3-2 16,3 1 0-16,1 1-4 0,0 1 4 15,1 0-2-15,1 3-2 16,-4 0-12-16,-10 0-58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36:15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14362 13826 96 0,'9'1'3'0,"-1"-1"-2"0,2 2 3 0,-2-1 4 0,0 3-3 0,-2-1 2 15,1 3 1-15,-2-1 5 16,4 3 0-16,-4 0-4 16,1 3-1-16,1 1-3 15,2-1 2-15,-2 3-3 16,1-1 0-16,3 1-1 15,-3-2 0-15,2 0 1 0,-1-3 0 16,1 2-3-16,-1-3-8 16,1-1-6-16,2 0-2 15,-5-3-14-15,3-4-25 16</inkml:trace>
  <inkml:trace contextRef="#ctx0" brushRef="#br0" timeOffset="540.2">14605 13800 117 0,'0'0'15'0,"0"0"0"0,0 0-7 0,0 0-4 0,0 0-3 16,0 0-1-16,0 0 1 16,0 0-1-16,-30 40 1 15,27-33 3-15,-3 2 8 0,0-1 6 16,-1 1-1-16,-2 1-6 15,-1 2-6-15,-2-2 0 16,-2 3 3-16,2 1 0 16,-1-1-2-16,0 0 0 15,0 0-3-15,1-1-1 0,1 1-1 16,0-2 0-16,4 2-1 16,-1 0 2-16,1-2-21 15,-1-2-49-15</inkml:trace>
  <inkml:trace contextRef="#ctx0" brushRef="#br0" timeOffset="1749.96">14352 14993 138 0,'0'0'6'0,"0"0"8"0,0 0 16 0,0 0-19 0,0 0-2 16,0 0 9-16,0 0-4 16,0 0-4-16,0 0-11 15,0 0-5-15,0 0 5 0,4 0 0 16,2 5 2-16,2 1 0 16,0 0-1-16,-3 0 1 15,3 1-1-15,0 1 0 16,0-2 0-16,-1 1 0 15,0 0 1-15,2-1-1 0,1 3 2 16,-2-2-2-16,1 1 1 16,-3 0-13-16,-1 0-32 15,-1-1-12-15,-4-1-55 16</inkml:trace>
  <inkml:trace contextRef="#ctx0" brushRef="#br0" timeOffset="2555.26">14614 14928 87 0,'0'0'28'0,"0"0"4"0,0 0-1 0,0 0-20 15,0 0-7-15,0 0-1 16,0 0-1-16,0 0-2 16,0 0-2-16,0 0 4 0,-10 4-2 15,9 0 0-15,-2-2 0 16,2 3-2-16,-1 0 2 16,-2 2 0-16,0 0 0 15,-1 0 0-15,1 3 2 16,-4-1-2-16,2-1 1 15,0 1 1-15,1-1-1 0,-3 1-1 16,4 0 0-16,0-1 1 16,-2 1 0-16,1 0-1 15,-1 2 0-15,0-2 1 16,-2 2-1-16,1 1 0 16,1-2 1-16,1 1 1 0,0-1-4 15,-1-3 2-15,2 3 0 16,1-3 0-16,-3 0 2 15,1 3-2-15,1-3 1 16,-3 1-1-16,4-1 0 0,-1-1 0 16,1 0 0-16,1-1 0 15,0 0 1-15,1 0-2 16,0 0 2-16,1 1-1 16,0 0 1-16,-2-1-1 15,2 2 0-15,0 0 0 0,0-1 1 16,0 0-1-16,0-2 0 15,0-1 0-15,0 0 0 16,0-1 0-16,0 0 0 16,0 1 1-16,0-2 0 15,0-1-1-15,0 3 2 0,0 0 1 16,0-1 1-16,0 2-2 16,0-1 0-16,0 2-2 15,0 1 1-15,0-1-1 16,0-3-49-16</inkml:trace>
  <inkml:trace contextRef="#ctx0" brushRef="#br0" timeOffset="5172.81">14966 13966 74 0,'-3'0'18'0,"2"0"-4"0,1 0-9 16,0 0-3-16,0 0-1 16,-1 0 0-16,0 0-1 15,1 0-1-15,-1 0 1 0,0 0-1 16,1 0 2-16,-1 0 0 16,1 0-1-16,0 0 0 15,0 0 0-15,0 0-3 16,0 0 1-16,0 0 3 15,0 0-2-15,0 0 1 0,0 0 0 16,0 0 0-16,0 0-2 16,0 0 4-16,0 0-2 15,0 0 1-15,0 2 0 16,0-1 0-16,0-1-1 0,2 0-1 16,2 0 1-16,1 0 2 15,0 0 3-15,4 0 2 16,-4 0 0-16,5 0-1 15,-1 0 2-15,1 0-2 16,1 0-4-16,2 0 0 16,0 0-2-16,0 0 1 0,2 0-1 15,0 0 0-15,0 0 0 16,1 2 0-16,2-1 0 16,-1-1 0-16,0 0 0 15,3 0 0-15,-1 0 3 16,-2 0 6-16,-1-4 0 0,1 0 1 15,-4-1-1-15,-1 1-2 16,-1 1 3-16,-3-1 0 16,0 2-3-16,0 1-1 15,-5-2 0-15,3 2-3 16,-2 0-2-16,0 0 0 0,2 1-1 16,-4 0-7-16,1 0-25 15,-3 0-28-15,0 0-9 16</inkml:trace>
  <inkml:trace contextRef="#ctx0" brushRef="#br0" timeOffset="5692.05">15326 13847 62 0,'0'0'32'0,"0"0"-12"0,0 0 3 16,0 0-1-16,0 0-6 15,0 0-9-15,0 0-7 16,0 0-4-16,0 0 4 16,0 0-1-16,0 0 1 15,0 0 0-15,5 21 0 0,-1-14 0 16,2 1 0-16,0 0 0 15,3-1 0-15,1 3 1 16,-3 0-1-16,2 0 0 16,-3 0 1-16,1 0-1 0,-4-2-1 15,-1 1-1-15,-2 1-1 16,0 1 1-16,-2-1 4 16,-7 0 4-16,-4 0 0 15,-2 4-2-15,-1-1-2 16,0 1 0-16,-1 0-10 15,2-5-61-15</inkml:trace>
  <inkml:trace contextRef="#ctx0" brushRef="#br0" timeOffset="8148.75">15822 13806 28 0,'-6'3'3'0,"-1"1"-1"0,2 1 7 0,-1 0 9 15,1 2 0-15,-3 3-2 16,2 0-4-16,-1 1 2 0,3 1 2 16,0 1 0-16,0-1-5 15,2 2-7-15,2-1 0 16,0 2 3-16,0-3 0 15,6-1 0-15,1-2 2 16,4-2 1-16,0 0 2 0,2-4 1 16,5-3-6-16,1 0-1 15,0 0-2-15,6-7 1 16,0-6-23-16,0-1-38 16,-1-5-26-16</inkml:trace>
  <inkml:trace contextRef="#ctx0" brushRef="#br0" timeOffset="8461.83">16054 13625 122 0,'0'0'7'15,"0"0"25"-15,0 0-6 16,0 0-12-16,0 0 6 15,0 0-10-15,0 0-7 0,0 0-8 16,-13-21-1-16,11 35 0 16,-2 2 10-16,2 5-1 15,-1 4 0-15,1 4-1 16,-1 1-2-16,3 3 2 16,-3 1-1-16,3 0 1 15,0-3 0-15,0 1 0 0,0-1 0 16,0-6-1-16,0 0-2 15,6-6-20-15,0-6-38 16,3-3-15-16</inkml:trace>
  <inkml:trace contextRef="#ctx0" brushRef="#br0" timeOffset="8888.86">16282 13901 229 0,'0'0'8'0,"0"0"16"0,0 0-15 16,0 0-7-16,-2-41-2 16,-4 34-2-16,-3 4-2 15,0-1 0-15,2 3 3 16,-6 1 1-16,2 0-2 16,-1 0 2-16,0 6 5 0,2 3-8 15,-2 2 1-15,2 2 4 16,5 1-2-16,-1 0 0 15,3-1-2-15,3-1 2 16,0-1-1-16,0-4 1 16,4 1-1-16,4-3 2 0,2-2 2 15,0-2-2-15,1-1 1 16,0 0 0-16,2-6-1 16,-2-1 1-16,-3-1 0 15,1-1 1-15,-4 3 0 16,0 0 3-16,-5 3 4 15,2 1 3-15,-2 1-7 0,0 1-6 16,2 0-4-16,-2 1 2 16,3 6 1-16,4 0 0 15,-2 0-14-15,5-1-10 16,1 0-17-16,3-5-43 16</inkml:trace>
  <inkml:trace contextRef="#ctx0" brushRef="#br0" timeOffset="9278.54">16498 13843 198 0,'0'0'3'0,"0"0"25"0,6-40-13 0,-6 30-5 0,0 2-5 16,0 2 1-16,-5 0-6 15,-1 3-1-15,-3 2-4 0,0 1 10 16,0 0-7-16,-1 0 4 15,1 7-4-15,1 2 1 16,1 0-1-16,3 2 5 16,-1 0-4-16,4 0-2 15,1 2 2-15,0-1-1 16,6-1 2-16,1-1 1 0,2 1 0 16,-1-2-1-16,2-1 1 15,-1 2 0-15,-1-2-1 16,-1 0-1-16,0 1 2 15,-3-4-2-15,-1 0 1 16,-2 0-1-16,-1-1 0 0,0 0 0 16,-1 0-1-16,-6 1 3 15,-2-2 0-15,-2 1 2 16,0 0-4-16,1 0-11 16,1-4-35-16,1 0-32 15</inkml:trace>
  <inkml:trace contextRef="#ctx0" brushRef="#br0" timeOffset="9751.68">16716 13813 128 0,'0'0'4'0,"0"0"13"0,0 0 11 15,15-38-18-15,-15 31-2 0,0 1 1 16,-7 1-2-16,1 3 1 16,-3 0-1-16,0 2-2 15,1 0-5-15,-2 0-4 16,-1 3 12-16,2 6-9 16,-3 1 3-16,2 2-2 0,1 1-1 15,1 1 1-15,5-1-1 16,-1 0-1-16,4-2 1 15,0-2-1-15,0-1 2 16,6-1 0-16,5-2 6 16,3 2-3-16,-1-3-1 0,1 2 1 15,-1-2-3-15,0 0 1 16,-1 2-1-16,-4-2-1 16,-1 0 1-16,-3 2 0 15,-3-2-2-15,-1 3 0 16,0-1 0-16,-8 0 2 0,-2 4-5 15,-8 0 11-15,2-2-3 16,-1 0-2-16,3-1-7 16,-2-2-4-16,6-1-21 15,5-4-22-15,2 0-7 16</inkml:trace>
  <inkml:trace contextRef="#ctx0" brushRef="#br0" timeOffset="9991.4">16829 13844 113 0,'0'0'19'0,"0"0"20"0,0 0-8 0,0 0-20 16,0 0-13-16,0 0-4 15,0 0 12-15,0 0-2 16,0 0 0-16,-4 46-1 0,2-32-2 15,-1 1-1-15,2 0 2 16,1-1 0-16,0-3-1 16,0-1-14-16,0-6-43 15,0-2-3-15</inkml:trace>
  <inkml:trace contextRef="#ctx0" brushRef="#br0" timeOffset="10163.01">16877 13736 245 0,'0'0'5'15,"0"0"4"-15,0 0-4 16,0 0-2-16,0 0-4 16,0 0-22-16,0 0-75 15,0 0 52-15</inkml:trace>
  <inkml:trace contextRef="#ctx0" brushRef="#br0" timeOffset="10446.57">17006 13809 224 0,'0'0'4'0,"0"0"13"16,0 0-9-16,0 0-8 15,0 0 0-15,0 0-4 0,0 0 6 16,0 0-5-16,-36-9 7 16,22 24-2-16,0 0 2 15,5 5-4-15,0-2 1 16,5 1 1-16,-1-3-2 16,5-1 1-16,2-1 1 15,10-4-2-15,3-4-2 16,5 1-8-16,5-6-10 0,-1-1-42 15,1 0-25-15</inkml:trace>
  <inkml:trace contextRef="#ctx0" brushRef="#br0" timeOffset="10852.23">17146 13840 186 0,'0'0'14'16,"0"0"21"-16,0 0-12 15,0 0-11-15,0 0-4 0,0 0-4 16,0 0-3-16,0 0 0 16,10-29-2-16,-3 29-1 15,2 3-3-15,-2 7 4 16,-1 3-3-16,-3 3 1 0,-1 2-1 16,-2 2-28-16,0 0 28 15,-9-4 3-15,-4 1-10 16,-1-6 5-16,-4-1 2 15,1-3 7-15,3-3-2 16,2-1 0-16,6-3 1 0,2 0 0 16,4-3 1-16,0-5-2 15,2-2 2-15,3 0-3 16,5 1 1-16,-2 0-1 16,0 4 1-16,1 1 4 15,-1 1 3-15,2 3-5 16,-1 0-1-16,-1 0-1 0,2 0-1 15,-3 0 1-15,1 3-4 16,-4-2-26-16,4-1-50 16,-4 0-14-16</inkml:trace>
  <inkml:trace contextRef="#ctx0" brushRef="#br0" timeOffset="11064.99">17274 13716 208 0,'0'0'17'0,"0"0"22"0,0 0-10 0,0 0-14 15,0 0-11-15,0 0-8 16,0 0 0-16,0 0 1 16,0 0 1-16,28 43 4 15,-19-19-1-15,5 0 0 0,-2 3-26 16,-1-2-30-16,3-4-62 15</inkml:trace>
  <inkml:trace contextRef="#ctx0" brushRef="#br0" timeOffset="11314.42">17717 13729 225 0,'0'0'11'0,"0"0"22"16,0 0-19-16,0 0-15 15,0 0-2-15,0 0 1 16,0 0 2-16,-9 47 1 16,7-27 0-16,2-2-2 15,-2-2-19-15,0-1-9 0,0-4-34 16,-1-4 8-16,1-5-56 15</inkml:trace>
  <inkml:trace contextRef="#ctx0" brushRef="#br0" timeOffset="11578.56">17696 13772 106 0,'0'0'15'0,"0"0"30"16,31-50-10-16,-17 39-20 15,5 0-7-15,-2 2-3 16,0 2 0-16,3 3 0 0,-3 4 1 15,-1 0-2-15,-2 2-4 16,-2 7-2-16,-2 5-1 16,-2 0 3-16,-1 5-1 15,-1-1 1-15,0-1-1 16,-4 3 0-16,-2-4 0 0,0-2-1 16,-6 0-5-16,-8-1 7 15,-3-2-5-15,-4 1 6 16,-2-2-3-16,-3-2-14 15,8-2-42-15,-1-3 1 16</inkml:trace>
  <inkml:trace contextRef="#ctx0" brushRef="#br0" timeOffset="11876.35">18131 13750 120 0,'0'0'4'16,"0"0"27"-16,0 0 19 15,0 0-40-15,0 0-4 16,0 0-4-16,0 0 4 16,-45-11 5-16,30 20-3 0,4 0-3 15,1 3-3-15,0-1-1 16,5 2-1-16,2-1 0 15,3-1 0-15,0-1 1 16,3-3 1-16,10-3 0 0,1 0-2 16,4-4-7-16,2 0-11 15,3 0-46-15,-2-4-21 16</inkml:trace>
  <inkml:trace contextRef="#ctx0" brushRef="#br0" timeOffset="12281.79">18247 13751 127 0,'0'0'31'16,"0"0"12"-16,0 0-19 15,0 0-11-15,0 0-10 0,0 0-5 16,0 0 0-16,0 0 0 16,0 10 1-16,1-1 1 15,1 1 0-15,-1 0 1 16,-1 0-1-16,1-1 0 15,-1-2 1-15,0-2-6 0,0 0-10 16,0-4-3-16,-1 1 8 16,-1-2 11-16,0 0 2 15,2-2 7-15,0-6 3 16,0-2-1-16,3-1-3 16,5 0-5-16,1 0-2 15,2 1 0-15,1 1-1 0,1 3-1 16,2 1 4-16,-1 2 4 15,0 3 1-15,-1 0-4 16,1 0-5-16,-3 3-1 16,-1 6 1-16,-2 2-1 15,0 2 0-15,-7 1 2 0,0 2-4 16,-1-2-11-16,0 0-11 16,-2-4-20-16,-2-3-46 15</inkml:trace>
  <inkml:trace contextRef="#ctx0" brushRef="#br0" timeOffset="12709.25">18578 13729 168 0,'0'0'60'0,"0"0"-56"0,0 0 8 0,0 0-5 0,0 0-8 16,0 0-4-16,0 0 2 15,0 0 3-15,-38-32-1 16,25 40 0-16,1 5-1 16,1 1 0-16,1 2 1 0,4-1 1 15,4 1-1-15,2-2 1 16,0 0 0-16,7-3 1 16,4-3-1-16,4-1 0 15,2-3 1-15,1-4 0 16,3 0 0-16,4 0 0 0,-3-1 0 15,-1-8-1-15,3 0 0 16,-3-2-9-16,-3 1-1 16,-5-4 4-16,-3 3 3 15,-5 1 4-15,-5 0 0 16,0 4 6-16,-4 2 4 0,-7 3-6 16,-2 1-5-16,-2 2 4 15,2 8-2-15,0 2-1 16,6 1 0-16,3 1-2 15,4-3-15-15,0-1-50 16,5-4-20-16</inkml:trace>
  <inkml:trace contextRef="#ctx0" brushRef="#br0" timeOffset="15057.57">19000 13798 91 0,'-2'0'18'0,"-2"0"-5"0,3 0-9 0,0 0-2 16,0 0 0-16,0 0 0 15,0 0-2-15,0 0 1 0,1 2-2 16,0-2 2-16,0 2-2 15,0-2 2-15,0 1-1 16,2-1-3-16,6 2 0 16,2-2 1-16,4 0 2 15,2 0 1-15,4 0-1 0,5-5 0 16,2 1 0-16,2-2 2 16,1-1 3-16,5 0-3 15,-1 1 5-15,3 1 3 16,-2-2-2-16,1 1-3 15,3 0 6-15,-4-2-2 16,2 0-6-16,0 2-1 0,-1-2-1 16,0 1 0-16,-1-1-1 15,-5 2 1-15,-4-2-1 16,-2 1 0-16,-2 4 2 16,-6-1-1-16,-3 2-1 15,-1 1 0-15,-7-1 0 0,2 2-34 16,-7-3-18-16</inkml:trace>
  <inkml:trace contextRef="#ctx0" brushRef="#br0" timeOffset="15306.56">19694 13569 149 0,'0'0'14'0,"37"-12"19"0,-21 8-13 0,1 4-5 16,-1 0-8-16,-4 4-4 16,-3 8-4-16,-5 6-2 0,-4 5 0 15,0 5-3-15,-13 4-40 16,-8 0-33-16</inkml:trace>
  <inkml:trace contextRef="#ctx0" brushRef="#br0" timeOffset="16232.22">20272 13469 193 0,'0'0'6'0,"0"0"-1"0,0 0-6 16,0 0 2-16,0 0-4 15,0 0 0-15,0 0 1 16,0 0-3-16,0 0 2 0,0 0 2 16,11 33 1-16,-8-23 1 15,1 4 0-15,0-3-1 16,0 2 1-16,0 0 0 16,2-3-1-16,-1 0-3 0,1-2-11 15,-2 1 0-15,1-6 3 16,2 2 3-16,0-3 5 15,1-2 1-15,-3 0 2 16,3 0 1-16,-1-3-1 16,0-4 1-16,-2-4-1 0,1-1 1 15,-1 3-1-15,-2-2 1 16,1 4 6-16,0 0 13 16,-4 3 4-16,1 2-15 15,0 2-4-15,1 0-5 16,1 0-3-16,3 5 1 0,-2 3 1 15,3-1 1-15,0 2 0 16,2-2 1-16,0 0-2 16,2-4 1-16,1-1 1 15,1-1-1-15,3-1 1 16,-2 0-1-16,2-6 1 16,-4-1-1-16,0-3 1 0,-4-5 0 15,-3 0 12-15,-3 0 8 16,-2-1-6-16,0-1-7 15,0 4-5-15,0 0-2 16,-3 5-5-16,-3 2-17 0,-1 3-37 16,-1 2-38-16</inkml:trace>
  <inkml:trace contextRef="#ctx0" brushRef="#br0" timeOffset="16573.29">20692 13493 60 0,'0'0'27'0,"0"0"-11"0,0 0 26 0,0 0-17 16,38-21-19-16,-33 14-5 15,-1 0 0-15,-3-1-4 16,-1 2-2-16,0 0 2 15,-4 0 3-15,-4 3 7 16,-1 2 4-16,-2 1 8 0,-4 0-12 16,2 0-3-16,-1 7-3 15,2 5 0-15,0 2-1 16,4 2-1-16,2 0 0 16,4 0-1-16,2 1-2 15,0-4 5-15,4-2 1 0,7-4 0 16,6-4-16-1,2-3-33-15,2 0-19 0</inkml:trace>
  <inkml:trace contextRef="#ctx0" brushRef="#br0" timeOffset="16915.47">20943 13364 119 0,'0'0'2'16,"0"0"12"-16,-36 0-2 0,23 4-8 16,1 3-4-16,1 2 0 15,0 0 1-15,2-1-2 16,4 3 0-16,3-1 1 16,2 0 0-16,0-1 4 15,1 0 3-15,9 0 0 0,4 0 0 16,-1 0 0-16,1-1-3 15,-1 0-3-15,-2 1 0 16,-1-2-1-16,-5-4 0 16,0 3 1-16,-5-2 2 15,0-1 0-15,-5 1 6 0,-9 0 4 16,-2 2-9-16,-5 1-3 16,-5-3-25-16,4 1-28 15,1-5-5-15</inkml:trace>
  <inkml:trace contextRef="#ctx0" brushRef="#br0" timeOffset="17185.54">21038 13275 210 0,'0'0'12'16,"0"0"4"-16,0 0-16 16,0 0-2-16,0 0 0 15,0 0 2-15,12 41 1 0,-12-24-1 16,1 1 0-16,-1 2 2 16,0-1-2-16,0-1 1 15,0-1-2-15,0-2-21 16,0-4-34-16,-1-5-11 15</inkml:trace>
  <inkml:trace contextRef="#ctx0" brushRef="#br0" timeOffset="17829.45">21009 13429 133 0,'0'0'0'0,"0"0"2"16,0 0-1-16,0 0 1 0,0 0 1 16,0 0-2-16,41-18 1 15,-32 15-2-15,3 0 0 16,3 1 1-16,2-3-1 16,-1 2 0-16,0-4 0 15,1 2 0-15,-3-1 1 16,1-2 7-16,-4 3 12 0,0-2-10 15,-4 1-3-15,-2 2 4 16,-4 0 4-16,-1 1-3 16,0 0-6-16,-3 1-10 15,-6 1 4-15,-1 1 8 16,2 0-8-16,-3 0 1 0,0 0-1 16,2 5 0-16,2 2 0 15,-4 0-1-15,6 2-1 16,-1 2 1-16,3-1-1 15,2 1-1-15,1-2 3 16,0 2 0-16,4-3-2 0,5-1 4 16,2-2-1-16,2-2 1 15,3-1 1-15,-1-2-2 16,1 0 0-16,0 0 0 16,-1-4 0-16,-1-2 0 15,0-2 0-15,-5-2 0 0,1-1 0 16,-3 1 1-16,1-2-1 15,-4 3-1-15,-2 1 1 16,2 0 0-16,-4 5 10 16,0 0 3-16,0 0-1 15,0 3 2-15,0 0-11 0,0 0-7 16,2 0 0-16,0 2 0 16,2 3 2-16,4 1 2 15,-2 3 0-15,3-1 1 16,-1-2-2-16,4 1-19 15,-2-3-27-15,1-4-62 16</inkml:trace>
  <inkml:trace contextRef="#ctx0" brushRef="#br0" timeOffset="18195.18">21425 13346 186 0,'0'0'7'0,"0"0"48"0,0 0-25 0,0 0-25 15,0 0-3-15,0 0-3 16,0 0 0-16,0 0 0 16,0 0 0-16,0 0-3 0,0 0 1 15,28 11-1-15,-25-2 2 16,-1 0 1-16,1-1-1 16,0-3-10-16,-3 1 0 15,2-3 0-15,-2-2-5 16,1-1 14-16,0 0 4 0,-1 0 13 15,2-3-4-15,0-4-2 16,2-4 6-16,0 2 1 16,2-2-8-16,-1 4-1 15,3 0-2-15,2 1-3 16,-2 2 0-16,1 3-1 16,0 1-1-16,2 0-2 0,-3 0 1 15,1 8 2-15,1-1-2 16,0 2-18-16,2-1-36 15,2-4-44-15</inkml:trace>
  <inkml:trace contextRef="#ctx0" brushRef="#br0" timeOffset="18915.2">22005 13268 107 0,'0'0'18'0,"0"0"32"16,0 0-24-16,0 0-17 16,0 0-6-16,-39-25-5 15,20 25 9-15,0 0-3 16,-3 3-3-16,4 4-1 0,-1 2 1 16,7 1-1-16,4-2-1 15,7 1 0-15,1-1-6 16,0-2 6-16,9-1 10 15,4-1-6-15,7-2 0 16,2-2 0-16,1 0-1 0,2 0-1 16,1-2-1-16,-1-4 2 15,-1-3-2-15,-1-2 1 16,-3-2-10-16,-2-4-8 16,-4-1 3-16,-4-2 9 15,-3-3 7-15,-4 0 1 0,-3 1-1 16,0 2 4-16,0 6 5 15,-5 2 3-15,-6 5-6 16,1 4-3-16,-4 3-5 16,0 0 7-16,-1 7-8 15,-1 6 0-15,3 6-1 0,-1-1 0 16,5 4 0-16,3 0 1 16,2-3-1-16,4-1-1 15,0-2 3-15,7-2 3 16,5-1 0-16,4-5 1 15,3 1-2-15,2-4 0 16,3 0 1-16,3-4-1 0,-1-1-1 16,1 0-8-16,1 0-22 15,1 0-25-15,-3-3 17 16,-5-6 20-16,0 0 3 16,-6-1 11-16,-5-3 6 0,-6 4 8 15,-4-2 13-15,0 1 17 16,-4 3-16-16,-7 3-13 15,-5 0 2-15,3 2-8 16,-1 2-2-16,1 0-2 16,0 9-3-16,2-1 0 0,1 2 0 15,4-1 1-15,2 1-1 16,4-2-2-16,0 1-3 16,9-4 4-16,4-2-34 15,3-3-52-15</inkml:trace>
  <inkml:trace contextRef="#ctx0" brushRef="#br0" timeOffset="19317.18">22355 13202 216 0,'0'0'24'0,"0"0"0"0,0 0 0 0,0 0-21 15,0 0-3-15,0 0-1 16,0 0-3-16,0 0 1 15,0 0 2-15,0 0 0 16,0 0 0-16,29 36-1 16,-28-28-7-16,2 1-5 0,-2-5 1 15,1 2 2-15,-2-3 4 16,0-2 1-16,0-1-2 16,0 0-3-16,0 0 10 15,-2-3-4-15,0-4 5 16,-1-1 0-16,3-1 3 0,0-3-1 15,0 3 0-15,0-4 0 16,7 3 0-16,2 3-1 16,2 1-2-16,-2 3 2 15,1 1-1-15,1 2-1 16,-1 0 0-16,-3 4 0 0,2 3 0 16,-3 3 1-16,-1 1 0 15,-1 1 0-15,-3-2-3 16,-1-2-50-16,0-4-16 15</inkml:trace>
  <inkml:trace contextRef="#ctx0" brushRef="#br0" timeOffset="19733.18">22624 13127 22 0,'0'0'116'0,"0"0"-102"0,0 0 14 0,0 0-28 16,0 0-7-16,0 0 11 16,0 0-8-16,0 0 1 15,-42 14-1-15,38-4 5 16,0 3 0-16,4-2-2 0,0-1 2 16,5 0 4-16,8-3-1 15,1-1 1-15,5-3-1 16,2-3-2-16,5 0 0 15,3 0 0-15,-2 0-1 16,2-3 4-16,-1-4-1 0,-1 1-3 16,-4-4 1-16,-4 0 2 15,-1-1-1-15,-7 0 0 16,-5-1 0-16,-4 4 3 16,-2-1-2-16,-4 3-5 15,-9 4 1-15,-4 2 2 0,0 0-3 16,-3 7 1-16,0 4 1 15,6 5-1-15,4 2 2 16,4-1-4-16,4 3-1 16,2-1-14-16,2-4-54 15</inkml:trace>
  <inkml:trace contextRef="#ctx0" brushRef="#br0" timeOffset="23043.74">16208 14269 0 0,'-2'0'2'0,"0"0"31"0,2 0 5 0,-2 0-7 16,1 0-5-16,1 0-2 15,-1 0-11-15,1 0-9 16,0 0-3-16,0 0-6 15,0 0-7-15,0 0 10 16,4-1 1-16,0-1 1 0,6 2 0 16,-2 0 2-16,5-1 1 15,2 0-3-15,2 0 1 16,4-2-1-16,5 2 0 16,-1-1 0-16,4 0 0 15,1-1-1-15,3-1 1 0,4-1 0 16,4 2 0-16,4-1 2 15,6 0-3-15,5 0 2 16,3 1-2-16,3-1-9 16,2 1 2-16,2 0 3 15,3-1 0-15,-4-1 4 16,3 1 1-16,0-3 0 0,1 3 0 16,4-3 3-16,1-2 3 15,1 2 1-15,2-3-3 16,4-1 2-16,-2 0-1 15,-1-1 0-15,-1-1-4 16,-4 3 3-16,-4-1 1 0,-5 1 3 16,-6 3 5-16,-7 0-3 15,-4 4-2-15,-9-1-6 16,-9 2-1-16,-4 2 0 16,-7 0-1-16,-7 0-2 15,-8 0-54-15,-3 2-53 0</inkml:trace>
  <inkml:trace contextRef="#ctx0" brushRef="#br0" timeOffset="24104.05">14892 15193 60 0,'-7'1'16'0,"-1"0"17"0,3-1-17 0,-3 1-3 0,3 1-2 15,-1-1-3-15,3-1-4 16,0 0-3-16,1 0 2 15,0 1-3-15,0-1 0 16,0 0 0-16,1 0 1 0,0 0 0 16,1 0 4-16,0 0 9 15,0 0-8-15,0 0-7 16,2 0-4-16,4 0 17 16,1 0-9-16,3 0-1 15,2-1-2-15,2 0 1 0,-1-1-2 16,1 1 2-16,2 1 0 15,2-2 2-15,1 1 1 16,2-2 2-16,3 0 0 16,3-1-2-16,5 1-1 15,1-1 0-15,1 0-2 16,3-1 1-16,-3 3-1 0,1-1-1 16,-5 1-1-16,-2 1-2 15,-2-2 0-15,-4 2 3 16,-5-1 0-16,-1 1 0 15,-5-1 0-15,-2 1 0 0,0-2 0 16,0 2-2-16,-5-2-43 16,0-2-17-16</inkml:trace>
  <inkml:trace contextRef="#ctx0" brushRef="#br0" timeOffset="24346.15">15416 14995 122 0,'0'0'11'0,"0"0"18"0,0 0 0 0,0 0-18 15,38-2-5-15,-26 11-5 16,2 4-1-16,-1 4 3 15,1 1-2-15,-5 2-2 0,-2 1-13 16,-3-1-24-16,-4 0-14 16</inkml:trace>
  <inkml:trace contextRef="#ctx0" brushRef="#br0" timeOffset="25065.23">16095 14952 84 0,'0'0'1'0,"0"0"0"0,0 0 0 0,0 0-1 16,0 0 1-16,0 0 0 15,0 0 7-15,0 0 16 16,0 0 12-16,0 0 5 15,0 0-15-15,0-9-13 16,0 9-10-16,0 0-6 0,0 3-8 16,0 7 13-16,0 3-2 15,0 4 3-15,0 1 0 16,0 1-1-16,2 2-1 16,0-2 0-16,-2 1 1 15,1-3-4-15,1-2-20 0,0-2-24 16,2-4-4-16,-2-4-46 15</inkml:trace>
  <inkml:trace contextRef="#ctx0" brushRef="#br0" timeOffset="25528.31">16110 14939 109 0,'0'0'11'16,"0"0"9"-16,0 0-3 16,43 0-12-16,-30 9-2 0,0 5-3 15,1 0 3-15,-1 7 0 16,3 1-2-16,-3 1 2 15,1-2 0-15,-3 0 1 16,3-1-1-16,-1-3-1 16,0-4-1-16,-2-2-2 0,1-1-3 15,-2-3-3-15,2-3 4 16,-5-1 1-16,1-2 3 16,-2-1-2-16,-2 0 3 15,-2-5 16-15,0-5 8 16,-2-1-12-16,0-2-9 0,0-6-1 15,0 1-2-15,0-5-2 16,0 2 0-16,-4 0 2 16,2-2 7-16,0 3 2 15,2 3-4-15,0 4-4 16,0 2-3-16,4 2-5 0,2 2-30 16,1 2-51-16</inkml:trace>
  <inkml:trace contextRef="#ctx0" brushRef="#br0" timeOffset="26011.22">16531 14986 159 0,'0'0'14'0,"0"0"19"0,0 0-26 0,0 0-6 16,0 0-1-16,-36 0-2 0,26 3 2 16,1 5-2-16,1 2 0 15,-1-1-2-15,2 5 4 16,3-1 0-16,2 0 0 15,1 0 0-15,1 1 1 16,0-3 0-16,0-1-3 0,5-3 0 16,3-2 0-16,0 0 1 15,2-3 0-15,1-2 6 16,2 0-3-16,0 0 3 16,2-8-2-16,-1 0-1 15,0-1 0-15,-3-2-1 0,-1-2-1 16,-4 0 1-16,-3-1 2 15,-3 0 0-15,0-3 10 16,-1 3 0-16,-7 0-7 16,-2 2-4-16,-1 5-3 0,-3 4-4 15,-1 3-30-15,-1 0-28 16,2 9-28-16</inkml:trace>
  <inkml:trace contextRef="#ctx0" brushRef="#br0" timeOffset="26659.02">16906 14979 113 0,'0'0'28'0,"0"0"14"0,0 0-9 0,0 0-17 15,0 0-4-15,0 0-5 16,37-10-5-16,-25 17 0 16,2 3 1-16,1 0 0 15,1-1 0-15,0 1-3 16,1-2 1-16,-2 1-7 0,1-4-10 16,-1-2-24-16,-2-3-37 15</inkml:trace>
  <inkml:trace contextRef="#ctx0" brushRef="#br0" timeOffset="26850.25">17076 14963 247 0,'0'0'10'16,"0"0"32"-16,0 0-25 15,0 0-14-15,0 0-5 0,-45 0 0 16,32 13-2-16,-1 7 2 15,-4 0-1-15,0 4-2 16,1 0-7-16,1 0-18 16,-2-4-40-16</inkml:trace>
  <inkml:trace contextRef="#ctx0" brushRef="#br0" timeOffset="27227.13">17451 14938 160 0,'0'0'42'0,"0"0"-5"0,0 0-28 16,0 0-7-16,0 0 1 16,0 0-1-16,39 17 0 15,-27-6 0-15,0-1 1 16,1 3-1-16,1-2 1 0,-1-1-3 15,1-1-11-15,-1-1-7 16,-4-1-19-16,1-2-19 16,-2-4-12-16</inkml:trace>
  <inkml:trace contextRef="#ctx0" brushRef="#br0" timeOffset="27433.85">17556 14948 130 0,'0'0'101'0,"0"0"-98"0,0 0 1 16,0 0-3-16,0 0-1 15,-37-5-1-15,30 10-2 16,-3 5 0-16,-4 3 2 16,-1 4-1-16,2 4 4 15,-2 1-5-15,-1-1 4 16,1 0-32-16,3-3-40 0</inkml:trace>
  <inkml:trace contextRef="#ctx0" brushRef="#br0" timeOffset="27768.03">17948 14911 183 0,'0'0'-7'0,"0"0"-11"16,0 0 1-16,0 0 12 15,0 0 4-15,0 0 0 16,0 0 1-16,44 28 0 16,-34-17 2-16,2 2 4 15,1 0-2-15,2 0-1 0,0-2-1 16,1-1-13-16,-1-4-35 16</inkml:trace>
  <inkml:trace contextRef="#ctx0" brushRef="#br0" timeOffset="28004.06">18142 14894 226 0,'0'0'0'0,"0"0"3"16,0 0 0-16,0 0-4 15,-38 8-1-15,25 4 2 16,-1 3-3-16,-1 2 5 16,1 3-2-16,1 2 1 15,1-1 1-15,0 0-32 0,3-5-47 16</inkml:trace>
  <inkml:trace contextRef="#ctx0" brushRef="#br0" timeOffset="28330.02">18388 14918 12 0,'0'0'146'0,"0"0"-145"16,0 0-6-16,0 0 5 15,0 0 1-15,0 0 1 16,0 0 4-16,37 23 23 16,-27-13-13-16,1 2-12 15,0 0-2-15,1 1-1 16,0-1-10-16,1-2-15 0,0-4-6 15,-3 1-10-15,0-3-1 16</inkml:trace>
  <inkml:trace contextRef="#ctx0" brushRef="#br0" timeOffset="28544.88">18520 14921 201 0,'0'0'64'0,"0"0"-40"16,0 0-15-16,0 0-8 16,0 0-6-16,0 0-14 15,-40 17 11-15,29 1 5 16,-4 2-9-16,1 4 17 16,0 2-12-16,-2 0-26 0,2-1-32 15,1-4-50-15</inkml:trace>
  <inkml:trace contextRef="#ctx0" brushRef="#br0" timeOffset="28764.34">18542 14958 114 0,'0'0'43'0,"0"0"-2"16,0 0-21-16,0 0-9 16,0 0-8-16,-33 48 0 15,28-29-2-15,1 0-13 16,0-2-40-16,3-4-31 16</inkml:trace>
  <inkml:trace contextRef="#ctx0" brushRef="#br0" timeOffset="29575.13">19025 14945 87 0,'0'0'15'0,"0"0"22"0,0 0-5 15,0 0-2-15,0 0-3 16,0 0-13-16,0 0-6 15,0 0-2-15,0 0-4 16,0 0-2-16,0 0 1 0,2-7-11 16,-2 7-14-16,0 0 7 15,4 0 7-15,3 0 5 16,0 0 4-16,2 0 1 16,4 0 1-16,3-2 2 15,2-2-1-15,4-2-1 0,1 2 0 16,4 0 0-16,2-2 0 15,4-1 12-15,0 2 10 16,4-1-5-16,2-1 6 16,-1-2-2-16,1 2-9 15,0 0-10-15,-2 1-1 0,0-1-2 16,-4 3 1-16,-2-2-1 16,-3 2 0-16,-5 0-1 15,-3 2 2-15,-3 1-1 16,-3 0-1-16,-7 1-16 15,-4 0-28-15,-3 0-38 0</inkml:trace>
  <inkml:trace contextRef="#ctx0" brushRef="#br0" timeOffset="29811.1">19611 14750 126 0,'0'0'36'0,"0"0"-21"0,0 0 17 15,0 0-3-15,0 0-6 0,38-7-8 16,-32 12-3-16,1 7-5 16,-2 3-4-16,-2 3-2 15,-3 3 3-15,0 4-24 16,-7 0-46-16,-10-1-66 0</inkml:trace>
  <inkml:trace contextRef="#ctx0" brushRef="#br0" timeOffset="30864.18">20236 14729 234 0,'0'0'5'0,"0"0"13"0,0 0 16 0,0 0-23 16,0 0-7-16,0 0-2 16,0 0 2-16,0 0 3 15,0 0-2-15,0 0-2 16,0 0-4-16,0-28-2 15,0 36 0-15,0 4 1 16,0 3 3-16,2 1 0 0,-1 2-1 16,1-1 1-16,0 0 0 15,3-3 0-15,0-1 0 16,-1-3-1-16,4 0 1 16,-3-3-1-16,4-2 0 15,-2-3-3-15,2-2-2 0,1 0 0 16,1 0-1-16,-1-5-1 15,-1-4 0-15,2-2 0 16,-5-2 6-16,0 0 1 16,0 3 1-16,-3-1-1 0,1 0 0 15,-3 4-1-15,0 1 1 16,-1 3 0-16,2 2 0 16,-2 1 0-16,2 0-7 15,3 1-1-15,3 6 7 16,-1 3 1-16,7 0 0 15,0-2-3-15,3-2-3 16,0 0 3-16,0-5 4 0,3-1 0 16,-3 0 2-16,2 0 0 15,-3-7 2-15,-1 0 6 16,-3-3 0-16,-2-1-5 16,-4-2 2-16,-1 1 6 0,-5-4 1 15,0-1-4-15,0-2-5 16,-4 3-5-16,-3-1-1 15,-2 6-1-15,3 1-3 16,-2 6-8-16,2 4-24 16,-1 0-26-16,3 1-34 0,1 6-32 15</inkml:trace>
  <inkml:trace contextRef="#ctx0" brushRef="#br0" timeOffset="31198.28">20677 14757 110 0,'0'0'3'0,"0"0"-1"0,40-3 5 0,-29-4 6 0,-2-1-6 16,2-2 0-16,-6 0 12 0,1 0 8 16,-3-1 2-16,-1-1-3 15,-1 2-9-15,-1 2-9 16,0-2-4-16,0 4-2 15,-1 1-5-15,-4 2 1 16,-5 0-4-16,1 3 6 16,-3 0-3-16,3 0 1 0,-2 10-1 15,-3 0 3-15,4 3-3 16,3 1 3-16,0 0-1 16,5 2-1-16,2-4-12 15,0 1-4-15,3-4 8 16,8-3-8-16,2-4-8 15,4-2 1-15,1 0-17 0</inkml:trace>
  <inkml:trace contextRef="#ctx0" brushRef="#br0" timeOffset="31533.73">20930 14557 140 0,'0'0'25'0,"0"0"-5"15,0 0 1-15,0 0-18 16,-36-21-1-16,26 21 0 0,-2 7-1 16,2 2 0-16,3 2 1 15,1 0-1-15,4-1 0 16,2 3 1-16,0-2 3 16,2-1 1-16,8 0 0 0,3 1 0 15,1-2-1-15,0-2-1 16,-1 2 0-16,1-2-2 15,-6-1 1-15,0-1-1 16,-3 1-2-16,-2-1 0 16,-3 0-2-16,0 1-2 15,-6-1 10-15,-5 4-5 0,-3-2 0 16,-2 1-5-16,-2-2-21 16,1-2-47-16,1-4-32 15</inkml:trace>
  <inkml:trace contextRef="#ctx0" brushRef="#br0" timeOffset="31782.99">21050 14510 185 0,'0'0'3'0,"0"0"22"16,0 0 2-16,0 0-11 15,0 0-10-15,0 0-13 16,0 0 11-16,0 0 3 16,5 38-1-16,-5-18-4 15,0 0 0-15,0 1 0 0,5-2-1 16,1 0-4-16,-1-4-16 16,0-2-22-16,0-4-33 15</inkml:trace>
  <inkml:trace contextRef="#ctx0" brushRef="#br0" timeOffset="32415.07">21036 14648 217 0,'0'0'0'15,"0"0"-6"-15,0 0-1 16,0 0-7-16,0 0 2 15,0 0 5-15,0 0 7 16,43-21 1-16,-28 18 0 16,2-1 4-16,2-1 4 0,2 0-6 15,1-1-1-15,-4-1-1 16,2 0 1-16,-5 0-1 16,-2 0 1-16,-3-1 0 15,-4 1 7-15,-3 1-1 16,-2 1 2-16,-1 0 3 0,0 2-8 15,-1 1-5-15,-6 2-2 16,-2 0 1-16,-5 0-1 16,1 3 0-16,0 5 2 15,0 4-1-15,4-1 1 16,2 2 0-16,5 1-1 16,2 0 2-16,0-2-3 0,5-2 1 15,7 0-2-15,2-3-1 16,0-3 4-16,4-3 2 15,-1-1 0-15,3 0-10 16,-4 0-16-16,4-1-10 0,-2-6-2 16,-3-2 23-16,-4 1 11 15,0-1 3-15,-3-2 5 16,-4 1 13-16,0-4 12 16,-2 1-12-16,-2 2-10 15,0 2-6-15,0 0 1 0,0 5 7 16,0 0-3-16,0 4-5 15,0 0 6-15,0 0-11 16,0 3 1-16,0 6-1 16,0 2 4-16,1 0 2 15,6 1-1-15,-1 0-2 16,1-1 0-16,1-2 1 0,2 0 0 16,-2-2-10-16,1-3-40 15,-4-3-44-15</inkml:trace>
  <inkml:trace contextRef="#ctx0" brushRef="#br0" timeOffset="32779.99">21458 14553 195 0,'0'0'14'0,"0"0"21"0,0 0-13 0,0 0-11 15,0 0-6-15,0 0-5 0,38-20-1 16,-31 20-1-16,1 9-2 15,0 0 3-15,-3 1 1 16,1 1 1-16,-1-2-2 16,-3 0 1-16,2-2 0 15,-3-3-2-15,1-1-2 0,-2-2 0 16,0-1 4-16,0 0 2 16,2-1 7-16,1-9 1 15,0 0 2-15,2-2 2 16,2-1-1-16,2-1-4 15,-2 2-3-15,4 4 0 0,0 2-5 16,0 3-2-16,-2 3 1 16,2 0-1-16,-2 2-2 15,-2 7 0-15,0 3-1 16,2 1-14-16,0-1-20 16,1-2-16-16,4-1-33 15</inkml:trace>
  <inkml:trace contextRef="#ctx0" brushRef="#br0" timeOffset="33263.47">22139 14469 180 0,'0'0'6'16,"0"0"36"-16,0 0-20 15,0 0-16-15,0 0-7 16,-41-17 5-16,21 17-1 0,-2 7-4 15,1 2 2-15,2 2-2 16,6 0-1-16,2 2 2 16,6-2-1-16,5 0-13 15,0-3-11-15,5-2 10 16,8-5 14-16,3-1 1 16,5 0 5-16,0-1-2 0,3-9 1 15,1 0-4-15,1-2-1 16,1-3 0-16,-4-1-2 15,-3-2 3-15,-1-2 1 16,-5 0 0-16,-4-4 2 16,-2 1 3-16,-5 0-3 0,-2 2-3 15,-1 1 1-15,0 3 8 16,-1 4-4-16,-2 5-3 16,-5 5 6-16,-2 3 1 15,1 0-12-15,-2 13 3 16,-2 4-1-16,2 5 2 0,1 3 1 15,2 0 2-15,3 0 0 16,4 0-2-16,1-6 0 16,5 0 1-16,7-3 1 15,3-4-8-15,5-3-23 16,3-4-38-16,-1-3-31 0</inkml:trace>
  <inkml:trace contextRef="#ctx0" brushRef="#br0" timeOffset="33491.69">22434 14445 112 0,'0'0'34'0,"0"0"28"0,0 0-15 0,13-41-13 0,-13 35-19 16,-7 2-7-16,-2 1-3 15,2 2 0-15,-2 1-4 16,0 0-1-16,0 5 0 16,0 2 0-16,2 5-1 15,2-2 0-15,3 2 0 16,2-1 1-16,0 1 0 0,0-2 1 15,8-1-4-15,1-1-12 16,5-4-9-16,-1-1-10 16,2-3-13-16,0 0-5 15,2 0 0-15</inkml:trace>
  <inkml:trace contextRef="#ctx0" brushRef="#br0" timeOffset="33855.74">22520 14422 175 0,'0'0'48'0,"0"0"-6"15,0 0-21-15,0 0-8 0,0 0-7 16,0 0-8-16,0 0 0 16,0 0-1-16,8-7 2 15,-2 16 1-15,-3-1 0 16,3 1 0-16,0 2 1 16,-1-2-1-16,0-1 1 15,-1-2-1-15,-1-2 0 0,-1-1-1 16,0-2 0-16,-2-1-1 15,1 0 4-15,0-1 0 16,-1-8 0-16,2 1-1 16,2-5-1-16,-1 0 0 15,3 3-1-15,1-1-1 16,2 1 1-16,0 3 1 0,2 1 1 16,0 5-2-16,0 0 2 15,-3 1-1-15,1 0 0 16,-3 4-2-16,1 3 2 15,0 3 0-15,-1-2-3 16,-2 2-25-16,1-3-21 0,1-2-38 16,1-1-24-16</inkml:trace>
  <inkml:trace contextRef="#ctx0" brushRef="#br0" timeOffset="34203.47">22827 14371 76 0,'0'0'0'15,"0"0"1"-15,0 0-1 16,0 0 0-16,3-37 4 16,-13 37 4-16,1 0 17 0,-5 3 6 15,2 6-9-15,1 2-3 16,3 3-7-16,4 1-7 16,3-1-3-16,1 0 1 15,3-3-2-15,9 0 1 16,3-6 3-16,5-1-2 15,-2-1 4-15,4-3-2 0,0 0 2 16,0 0-2-16,-1-3-3 16,-1-3 1-16,-2-4-4 15,-3-1-5-15,-5 0 3 16,-5-1 2-16,-5 1 1 16,0 3-1-16,-7 2 8 0,-7 4 0 15,-2 2-4-15,1 0-2 16,1 0 0-16,4 8-3 15,5-2-51-15,5-2-51 16</inkml:trace>
  <inkml:trace contextRef="#ctx0" brushRef="#br0" timeOffset="37002.05">23072 13043 33 0,'0'3'52'0,"0"1"-50"0,0-4 1 0,0 3-2 16,1 0 2-16,1-1-5 0,-1-1 0 16,0 0 1-16,-1-1 2 15,0 2-3-15,0-2-25 16</inkml:trace>
  <inkml:trace contextRef="#ctx0" brushRef="#br0" timeOffset="37521.37">23072 13043 39 0,'28'-8'68'16,"-28"8"-48"-16,0 0-2 15,0-2-9-15,0 2-2 16,0 0-2-16,0 0 3 0,0 0 4 16,2 0-2-16,0 0-7 15,0 0 0-15,2 0-2 16,1 0 0-16,-2 0 0 16,0 3-1-16,2 1 1 15,0-1 1-15,-1 1-2 0,3-1 0 16,-2 0 1-16,1-2-1 15,-3 0 0-15,1 0 1 16,0-1-1-16,1 0 1 16,2 0 1-16,2-3 0 0,1-3 0 15,0-1-1-15,3-3-1 16,3-2 1-16,-1-1 1 16,1-3-2-16,-1-1 1 15,2 0 3-15,-1-1 11 16,3-2 8-16,-3 0-3 15,3 0-6-15,-1 0-8 0,1 0-3 16,0 0-2-16,-2 5 0 16,2 2 0-16,-5 3-1 15,3 4 0-15,-2 6-8 16,-3 0-35-16,-3 0-34 16,-5 7-56-16</inkml:trace>
  <inkml:trace contextRef="#ctx0" brushRef="#br0" timeOffset="38405.14">23149 14286 73 0,'0'0'5'0,"0"0"-1"0,0 0 5 15,0 0-1-15,0 0-5 16,0 0-1-16,0 0 2 15,0 0-1-15,0 0-2 16,0 0 1-16,0 0-3 0,0 0 3 16,20-6 4-16,-20 12 1 15,1-3 2-15,-1 1-1 16,2 0 0-16,-2 1 1 16,1-1-3-16,0 0-2 15,0 0-1-15,0 1-1 0,1-1 0 16,0-3 1-16,1 2 2 15,1-3-1-15,0 0 3 16,3 0-2-16,2 0 0 16,0 0-3-16,2-4 0 15,4-3 1-15,1-2 0 16,1-2 3-16,1-2 1 0,2-1 3 16,3-3 0-16,2-2 1 15,-3-1-1-15,4-2 2 16,3-1-4-16,-1 0-3 15,-1 3-3-15,0-1 1 16,-3 6-2-16,-4 0-1 0,-2 5 0 16,-5 3 0-16,-1 2-1 15,-4 3-3-15,-1 2-12 16,-3 0-7-16,1 0-8 16,2 0-24-16,-4 0-18 15</inkml:trace>
  <inkml:trace contextRef="#ctx0" brushRef="#br0" timeOffset="57840.62">23601 12675 106 0,'0'0'7'0,"0"0"9"0,0 0-3 0,0 0-1 0,0 0-1 16,0 0 2-16,9-38-2 16,-5 35-1-16,1 1 0 15,1 0-5-15,1 0-3 16,2 2-2-16,2 0 2 16,2 0-2-16,0 0 1 0,0 0-1 15,2 5 2-15,0 2-2 16,1 0-2-16,0 3 2 15,-1 0-1-15,-3 3 0 16,-1 1 1-16,-1 3 0 16,-5 1 0-16,-2 3 1 0,-3 0-1 15,0 4 0-15,0 1-1 16,-8 3 1-16,-5 4 9 16,-1 0-6-16,-1 5-1 15,-5 3-1-15,4 4 1 16,4 1-2-16,2 1 0 0,3 1 0 15,5-4-2-15,2-1 4 16,0-5-4-16,7-2 2 16,5-2 0-16,3-6 0 15,4-1 3-15,-1-4 0 16,1-4-2-16,1-4-1 0,-1-4-1 16,-2-3 1-16,-3-4 3 15,-3 0-1-15,-4-4-1 16,-3 0 2-16,-3 0 0 15,-1 0 3-15,0 0-1 16,0 0-4-16,-9 0-10 16,0 0 6-16,-5 4-2 0,-1 8 3 15,-3 2 2-15,3 6-1 16,-1 4 1-16,3 4-1 16,1 2 0-16,3 2 1 15,1 4 0-15,3 1-1 16,5 2 0-16,0 1 1 0,0 2-1 15,0 2 1-15,6-3 1 16,1 3-1-16,1 0 0 16,1-1 1-16,-4-1 0 15,2 1 1-15,-3-2 3 0,-1 0 2 16,-1-1 1-16,-2-3-3 16,0 0 0-16,0-3-1 15,0 0-2-15,-4-2 0 16,-5 2 0-16,-4 0 0 15,-9 4-2-15,-5 5 2 16,-8-1-12-16,-9-2-80 0</inkml:trace>
  <inkml:trace contextRef="#ctx0" brushRef="#br0" timeOffset="59429.16">18502 15581 24 0,'-2'0'27'0,"2"0"-2"0,0-3-18 15,0-1-6-15,0 0-9 16,2-2-16-16</inkml:trace>
  <inkml:trace contextRef="#ctx0" brushRef="#br0" timeOffset="59678.4">18502 15581 39 0,'10'-44'50'16,"-10"40"-2"-16,0 0-2 15,0-1-4-15,0 1-10 16,-2 3-10-16,1-2-7 16,0 3-5-16,0-1-2 0,1 1-2 15,0 0-4-15,-1 0-4 16,1 1 1-16,0 7 3 15,0 5-2-15,0 7 2 16,0 3 0-16,0 4-1 16,0 0 0-16,3 1-1 15,1-1-3-15,0 2 2 0,1-4 1 16,-2-3 0-16,3-3 0 16,-4 1 0-16,-1-2-5 15,1-2-28-15,-2-3-19 16,0 0-45-16</inkml:trace>
  <inkml:trace contextRef="#ctx0" brushRef="#br0" timeOffset="59863.09">18451 15891 21 0,'0'0'178'16,"0"0"-186"-16,0 0 2 15,0 0 4-15,0 0 3 16,40 17-1-16,-25-13 2 0,-1 2-13 16,3-5-31-16,0-1-5 15</inkml:trace>
  <inkml:trace contextRef="#ctx0" brushRef="#br0" timeOffset="59991.16">18658 15828 190 0,'0'0'39'15,"0"0"-14"-15,0 0-13 16,0 0-9-16,0 0-3 16,-48 47-14-16,31-16-29 15,-3 4-40-15</inkml:trace>
  <inkml:trace contextRef="#ctx0" brushRef="#br0" timeOffset="60503.32">18375 16405 94 0,'0'0'27'0,"0"0"-3"0,0 0 1 0,0 0-7 16,0 0-15-16,0 0-5 15,0 0 0-15,0 0 11 0,0 0-1 16,12 33 3-16,-9-15 0 15,1 1-6-15,-2 2-5 16,1 1 1-16,-2 1-2 16,1 1 2-16,-2-2-4 15,0 0-27-15,0-6-30 0,0-1-34 16</inkml:trace>
  <inkml:trace contextRef="#ctx0" brushRef="#br0" timeOffset="60865.67">18425 16430 110 0,'0'0'77'16,"0"0"-66"-16,0 0-11 0,0 0 0 15,0 0 0-15,46 3 1 16,-31 9 2-16,3 2-2 15,-2 2 0-15,3-1 1 16,0 2 0-16,0 0-1 16,2-5-1-16,-3-2 1 0,-1-2-1 15,0-5-1-15,-2-3-2 16,-1 0 3-16,-5 0 8 16,-1-9 7-16,-3-3 8 15,-2-5 0-15,-1-3-5 16,-2-2-3-16,0-3-6 0,0 3-6 15,-4 1-2-15,0 5-2 16,0 2-2-16,0 7-6 16,2 3-16-16,0 4-18 15,-1 0-76-15</inkml:trace>
  <inkml:trace contextRef="#ctx0" brushRef="#br0" timeOffset="61548.94">18862 16463 215 0,'0'0'-5'16,"0"0"6"-16,0 0 3 16,0 0-1-16,0 0-2 15,0 0 1-15,-8-37 2 0,2 37 5 16,-3 0 7-16,1 0-10 15,-1 7-6-15,1 5 0 16,2 3-1-16,0 1 1 16,1 1-4-16,3-1-6 15,1-2 4-15,1-3 2 16,0-2 0-16,2-4 1 0,5-2-7 16,1-3 6-16,2 0 0 15,0-1 2-15,0-9 2 16,0 0 0-16,1-3 2 15,-2 0 0-15,-2-3 1 16,3 1 1-16,-4 1-1 0,-1 0 2 16,0 3 0-16,-2 2 1 15,1 3-1-15,2 3 0 16,-3 1 0-16,6 2-3 16,-1 0-1-16,2 0 0 0,3 2-1 15,0 6 1-15,1 2 0 16,-1 1-1-16,1 3 0 15,-3 0-18-15,-3 1-1 16,-1 1 13-16,-1-2 0 16,-2-2-15-16,-2-2 9 0,-2-2 10 15,0-1-2-15,0-3 3 16,-7-2-3-16,0-2-25 16,-1 0 10-16,1 0 16 15,3-1 6-15,1-8 9 16,3-1 7-16,0-1-2 0,0 0 5 15,9 1 0-15,-1-2 7 16,2 5-9-16,3-1-1 16,0 2-5-16,2 3-4 15,0 2-3-15,0 1-3 16,-2 0-2-16,0 3 0 16,-3 6-4-16,-5 4-3 0,-2 3-12 15,-3 0-31-15,0-1-34 16</inkml:trace>
  <inkml:trace contextRef="#ctx0" brushRef="#br0" timeOffset="61749.33">19369 16473 279 0,'0'0'-1'0,"0"0"5"0,36-24 6 16,-18 16-5-16,1 0-4 16,4-2 0-16,0 2-3 15,3-2-23-15,2-1-69 16</inkml:trace>
  <inkml:trace contextRef="#ctx0" brushRef="#br0" timeOffset="62260.37">19915 15922 69 0,'0'0'69'16,"0"0"-55"-16,0 0 13 16,0 0-1-16,0 0-18 15,0 0-6-15,0 0 0 16,-34 53-1-16,32-23 0 0,-3 4 1 16,4 4 0-16,1 3 0 15,0-1 0-15,0 1-1 16,6-4-1-16,-2-3 0 15,1-3 0-15,1-2 0 16,-2-5-2-16,0-3 2 0,2-4-1 16,-4-3 1-16,0-2 0 15,0-5 1-15,-1-2-5 16,1-2-27-16,0-3-5 16,0 0 21-16,1-3 21 0,3-5 1 15,4-5 7-15,0 1 4 16,1-1-1-16,5 4-2 15,-1 1-1-15,0 2 0 16,2 2-6-16,0 2-4 16,1 2-2-16,0 0 1 0,1 0-3 15,0 2-8 1,-3 1-37-16,-2-3-63 0</inkml:trace>
  <inkml:trace contextRef="#ctx0" brushRef="#br0" timeOffset="62453.32">20211 16269 270 0,'0'0'6'0,"0"0"-3"0,0 0-6 16,0 0 2-16,0 0 2 0,0 0 0 15,-4 42 0-15,4-25-1 16,0 0 0-16,0 0 0 15,2-4-29-15,0-6-71 16</inkml:trace>
  <inkml:trace contextRef="#ctx0" brushRef="#br0" timeOffset="62610.5">20225 16127 293 0,'0'0'-26'0,"0"0"31"16,0 0-11-16,0 0-8 16,5-43-50-16,5 39-58 15</inkml:trace>
  <inkml:trace contextRef="#ctx0" brushRef="#br0" timeOffset="63007.52">20358 16247 254 0,'0'0'-16'15,"0"0"19"-15,0 0-1 16,0 0 0-16,0 0 3 16,0 0-3-16,37 43 0 15,-36-37 0-15,0-1 1 16,-1 1 0-16,0 0-4 0,0-1 2 15,-1-3-2-15,-4 0-3 16,0-2 2-16,-1 0 0 16,3 0 3-16,1-4 0 15,-1-3 1-15,3-2 8 16,0 0-5-16,7-3 0 0,5-1-3 16,4 0 1-16,1 1-2 15,3 2 0-15,1 0 1 16,-2 6-2-16,-2 3 0 15,-3 1 3-15,0 0-1 16,-1 8 0-16,-6 2 2 0,1 1-3 16,-3 2-1-16,0 1-5 15,-5-1-8-15,0-3-39 16,0-3-43-16</inkml:trace>
  <inkml:trace contextRef="#ctx0" brushRef="#br0" timeOffset="63335.47">20690 16260 119 0,'0'0'71'16,"0"0"-73"-16,0 0 4 16,37-14 0-16,-27 5-1 15,1-2 2-15,-6 0-3 16,1 1 5-16,-3-2 25 15,-3 3 5-15,0 1-12 0,0 0-10 16,-1 2-7-16,-9 3-1 16,1 2-6-16,-1 1 11 15,-3 1-8-15,-1 12-1 16,1 1-1-16,3 5 0 16,1-1 1-16,4 2-2 15,4-4 1-15,1 1-1 0,2-3-2 16,9-3-2-16,4-2-18 15,4-2-16-15,3-6-41 16,5-1-55-16</inkml:trace>
  <inkml:trace contextRef="#ctx0" brushRef="#br0" timeOffset="64231.81">21007 16222 75 0,'0'0'138'15,"0"0"-68"-15,0 0-27 16,0 0-20-16,0 0-12 15,-11-39-14-15,-2 37 10 0,2 0-3 16,0 2-3-16,-2 0 0 16,3 3-3-16,0 6 1 15,1 2 4-15,3 0-4 16,1 3-2-16,4-1-8 0,1-3-4 16,0-1 5-16,0-1-2 15,6-2-2-15,0-2 3 16,4-1 3-16,1-3 1 15,0 0-1-15,3 0 12 16,-4 0-4-16,3-6 0 16,-2-1 1-16,-1-3 1 0,-3 2 6 15,0-1 6-15,-2-2-2 16,-2 1-3-16,0 0 1 16,-1 3-1-16,-1 1 5 15,-1 3-4-15,1 0-9 16,0 3 0-16,1 0-2 0,0 0 0 15,3 0-3-15,-1 3 6 16,2 6 0-16,1-1-2 16,-2 4 3-16,4-4-4 15,-3 2-3-15,1-3-9 16,-2 0 4-16,3-4 2 0,-2 0 2 16,2-3-1-16,-3 0 1 15,1 0 2-15,0-4 5 16,2-5-1-16,-3-1 0 15,1-1 1-15,0-3-1 16,-1 2 2-16,2 0 0 0,-3 3 3 16,1 2 0-16,-1-1 1 15,0 3-1-15,-1 2 0 16,3 3-3-16,-2 0-3 16,0 0 1-16,2 0-5 15,-3 3 4-15,1 6-1 0,0-1-3 16,1 4-4-16,0-1 3 15,-1-1 0-15,3 0 3 16,0-2-5-16,4-2 1 16,0-3-2-16,2-2 1 15,5-1 0-15,-1 0 4 0,4-4 3 16,1-6 0-16,-1-1 1 16,-2-1-2-16,-1-2 2 15,-2 3-2-15,-4-2 2 16,-4 2 1-16,-2 4 2 15,-4 0 3-15,-2 2 6 16,0 4-8-16,0-1-1 0,-1 2-9 16,-2 0-4-16,-3 0 11 15,3 5-3-15,0 3 3 16,2 1-1-16,1 1-1 16,0 1-1-16,0-4-1 0,7 2-3 15,4-2 3-15,3-2 0 16,0-3 1-16,3 1-2 15,0-3 5-15,2 0-3 16,-3 0-7-16,1-3-20 16,-3-6-41-16,-3-3-28 15</inkml:trace>
  <inkml:trace contextRef="#ctx0" brushRef="#br0" timeOffset="64402.59">21566 16051 61 0,'0'0'122'0,"0"0"-82"0,0 0 2 0,0 0-19 0,0 0-7 16,-36-17-5-16,33 17-7 15,3-1-4-15,0 1-7 16,0-2-12-16,3 0-12 0,1-4-35 16,6-4-53-16</inkml:trace>
  <inkml:trace contextRef="#ctx0" brushRef="#br0" timeOffset="64679.81">21635 15638 274 0,'0'0'-24'0,"0"0"48"15,0 0 0-15,0 0-7 16,0-37-7-16,0 37-2 0,0 0-6 15,0 0-3-15,0 4-2 16,0 9-2-16,0 9 9 16,0 7-3-16,-3 8 2 15,-1 7-2-15,0 6 0 16,2-1-1-16,2 1 0 0,0-3 1 16,0-3-2-16,0-1-2 15,0-6-25-15,4-3-29 16,0-9-85-16</inkml:trace>
  <inkml:trace contextRef="#ctx0" brushRef="#br0" timeOffset="65079.15">21729 16072 254 0,'0'0'10'15,"0"0"2"-15,0 0-10 0,0 0-9 16,0 0 10-16,0 0 2 15,9 48-3-15,-6-32-1 16,1-3-2-16,3-3-1 16,1-1-7-16,1-4-5 15,0-3-2-15,2-2-1 16,-1 0 7-16,1-7 10 0,0-6 4 16,0-1 10-16,-2-2 10 15,1-1-8-15,-3 3-6 16,0 1-5-16,-2 5 0 15,-3 2 8-15,0 4 4 16,-2 2-11-16,0 3-6 0,0 12-4 16,0 4 8-16,0 6 4 15,0 3-6-15,0 3-1 16,-3 0 0-16,-1 1-1 16,0-1 0-16,-4-4 1 15,2 0-3-15,-2-3-3 0,1-3-15 16,-4-5 17-16,0-6-13 15,-2-6-28-15,2-4-41 16</inkml:trace>
  <inkml:trace contextRef="#ctx0" brushRef="#br0" timeOffset="65229.9">21870 15884 134 0,'50'-20'1'0,"7"0"3"0,2-1-2 16,1 0-18-16</inkml:trace>
  <inkml:trace contextRef="#ctx0" brushRef="#br0" timeOffset="66218.07">18663 17037 165 0,'43'1'-11'0,"10"-1"34"0,12 0 3 16,13-5-14-16,9-1-6 15,12-3 0-15,7 2 8 16,4 0 2-16,5 2 6 0,7-1-9 15,5 0-8-15,5-1 1 16,8-3-4-16,8-1 0 16,5-5 0-16,12-5-2 15,3-5 1-15,9-5-1 16,4-3 1-16,4-1-2 0,1-5 1 16,-1 1 0-16,-2-3-1 15,-6 2-1-15,-10-3 1 16,-12 2-3-16,-13-1-1 15,-16-1 5-15,-17 0 0 16,-17-1 9-16,-16-2 3 0,-17-3 9 16,-15-2 0-16,-16-1 0 15,-13-4 0-15,-11-2-6 16,-9-2-5-16,-19 2-7 16,-15-3-4-16,-14 1 2 15,-14 2-12-15,-11 3 9 0,-11 2 1 16,-10 3 1-16,-11 4 0 15,-8 4-1-15,-5 4 1 16,-9 4-1-16,-8 4 2 16,-8 6 0-16,-10 5-1 15,-6 8 0-15,-6 5-1 0,-8 6 2 16,-4 0 1-16,-3 16-1 16,-1 8 0-16,-6 10 2 15,-6 9-3-15,0 9 0 16,0 11 0-16,-6 11 0 15,8 7 0-15,7 8-2 0,11 12 0 16,12 4 2-16,18 5 0 16,23 3 1-16,25-2-2 15,26-2 0-15,29-8 0 16,33-6 0-16,24-8-3 16,42-12-1-16,35-14-6 15,37-13 1-15,41-16 9 0,41-19 6 16,40-13 7-16,42-22-3 15,37-19-5-15,26-18-3 16,15-17-69-16,6-13-174 16</inkml:trace>
  <inkml:trace contextRef="#ctx0" brushRef="#br0" timeOffset="122835.09">14039 13694 142 0,'0'0'0'0,"0"0"-1"0,-48 24 1 0,29-12 0 15,0 4 0-15,0 1-2 0,-2-1 2 16,5 2-1-16,3-1 1 16,3-1-1-16,2 1 1 15,4 0-1-15,2-1 1 16,2 1 1-16,0-2 1 15,2 1-9-15,7 1 12 16,0-1 7-16,2 0-10 0,2 2 4 16,1-3 0-16,2 4-3 15,-3-2-1-15,0 1 0 16,-5 2-2-16,-3 0 0 16,-2 3-3-16,-3-2 1 15,-4 3 0-15,-6 1 4 0,-5-1-1 16,2 0 5-16,-6 0-5 15,3-3 2-15,3 2 0 16,2-5 0-16,2-2-3 16,3 1 0-16,2-4-2 0,3 1 2 15,1 2 0-15,0-1 2 16,5 4-2-16,6-1 0 16,0 3 0-16,2 4-2 15,1-1 2-15,-3 4 2 16,-5 2-1-16,-1 4-1 15,-5 6-1-15,0 1-3 0,-9 2 5 16,-6 5-3-16,-3 0 1 16,0 6 4-16,-2 2 4 15,2 1-1-15,3-1 0 16,4-2-2-16,6-3 0 16,5-8-1-16,2-5 2 0,18-6-1 15,9-6 0-15,11-3 6 16,14-9-1-16,11-4-1 15,13-10-1-15,5-4-42 16,4-20-186-16</inkml:trace>
  <inkml:trace contextRef="#ctx0" brushRef="#br0" timeOffset="129173.57">16420 15409 86 0,'-8'0'4'0,"1"0"9"0,3 0 3 0,-3 0 0 15,3 0 1-15,2 0 2 16,2 0 0-16,-1 0 1 0,1 0-12 15,0 0-2-15,0 0-7 16,0 0-16-16,0 0 4 16,3 0 8-16,4 0-7 15,-2 0 3-15,1 0 5 16,1 2 3-16,0 1 1 0,2 1 0 16,1 0 0-16,1-1 0 15,0 1 0-15,3 1 1 16,4-1-1-16,0 1-1 15,4-2 0-15,1 1 2 16,3-2-2-16,2 1 1 16,0 0 1-16,3-2-2 0,-2 2 2 15,2-2-2-15,-1 2 2 16,1-1 0-16,2 0 1 16,-2 1-2-16,2-3 0 15,2 2 0-15,-3-2-2 16,5 0 1-16,-3 0 0 0,3 0 1 15,-1-2 1-15,1-2 2 16,-1 1 3-16,-1-1-1 16,1 1-2-16,2-1-2 15,2 1 2-15,2 0-3 16,1-1 1-16,1 0-1 0,0-1 1 16,2 1-1-16,-3-1 1 15,3 0 0-15,3-2 0 16,0 1 0-16,3-2-1 15,2 1 1-15,0-3-1 16,0 5 1-16,-2-2-2 16,-1-2 2-16,2 1-1 0,-2 1 0 15,2-2 0-15,1 1 1 16,0 1-1-16,-3-1 0 16,5 0-1-16,-1 1 2 15,1 1-1-15,1 0 1 16,-5 1-1-16,3 0-1 0,-3-1 2 15,1 2-1-15,3-2 0 16,0 1 2-16,4-1 1 16,1 1-2-16,3-1 0 15,-3 1-1-15,1-1 1 0,-2 2-2 16,-2 0 2-16,-2 1 0 16,0-1-1-16,-2 1 6 15,4 0 1-15,2-1-3 16,1 1 0-16,3 0-4 15,1-2 1-15,-1 0-1 16,1 0 1-16,1-1-1 0,-2-1 0 16,1-2 1-16,2 1-1 15,0-1 1-15,2-2-1 16,2 1 0-16,0-1 0 16,-1 2 1-16,3-4-1 15,-4 3 0-15,-3-1 0 0,0 2 0 16,-1-1 0-16,1 1 0 15,2 0 1-15,-1-1-1 16,2 2 2-16,3 0-2 16,1-2 1-16,-1 1-1 0,4 0 0 15,-6-1 0-15,-1 0 2 16,-2-1-2-16,2 4 0 16,-4-3 9-16,0-1 1 15,3 0-5-15,1 2-4 16,2-3 1-16,-2 1-2 0,4-1 0 15,-4-2 0-15,1 1 1 16,-1-1-1-16,-2 1 0 16,-2-1 0-16,0-2 0 15,1-1 0-15,0 0 0 16,-5-4 2-16,3-1-2 16,-7-1 0-16,0-3 0 0,-2-1 0 15,-4 0 0 1,-5-1 0-16,-1 0 0 0,-5 1 0 15,-4 1 0-15,-4 2 1 16,-4 1 1-16,-4 3 3 16,-8 0 2-16,-2 2-1 15,-6 1 0-15,-5-2-2 0,-1 2 0 16,-1 1-1-16,-1-2 0 16,0 0-1-16,-3-1-2 15,-4-1-1-15,-4 2 4 16,-2-2-2-16,-3 1-1 15,-4-2-1-15,-1 1 0 0,-1 2 2 16,-2-1-1-16,-4 2-1 16,1 2-1-16,-3 2 0 15,-2 2 1-15,-5 3 2 16,-3 1 0-16,-3 3-1 0,-2 1 0 16,-3 0-1-16,-2 2 1 15,-1 1 1-15,-2 0-3 16,-1 0 3-16,0 0-1 15,-2 4 0-15,2-1 0 16,-2 1 0-16,-1 1 1 0,-1 0-1 16,-3 0 0-16,-5 2 0 15,-1-2 0-15,-2 2 1 16,-5-1-1-16,-1 1 0 16,3-1 0-16,-4 1 1 15,0 0-2-15,-5 0-1 16,-1 2-3-16,-3-1 3 15,-2 1 2-15,-3-1 0 0,-3-1 0 16,1 2 0-16,-4 1 0 16,-1-1 0-16,-2 2-2 15,0-1 2-15,-3 2 2 16,-2 0-2-16,1-1 0 0,1 3 0 16,-3-1 0-16,-1 1 0 15,1-1 0-15,-3 0 0 16,-2 3 0-16,0-2 0 15,1-3 0-15,-3 3 0 16,1-2 1-16,0 0-1 0,0 1 0 16,1 0 0-16,0-1 0 15,3 0-1-15,0 0 2 16,4 0-1-16,-3-2 0 16,4 0 0-16,-2 0 0 15,4 0 0-15,3 1 0 0,1-3 1 16,4 0-2-16,4 0 1 15,1 1 0-15,1-2 0 16,1 3 0-16,4-1 0 16,5-1 0-16,0 2 0 15,5 0 1-15,2 0-2 0,4 1 1 16,2 1 0-16,0 1-1 16,3 1-1-16,-2 0-1 15,3 2-1-15,1 1-3 16,-1 0 2-16,1 1-1 15,2-2 3-15,2 1 1 0,2 0 2 16,0-1-1-16,3 2-6 16,2 0 7-16,-1 1-2 15,5-1-3-15,1 2-2 16,3 3 4-16,1-2 1 16,3 2 2-16,1 1-1 15,2-1 1-15,3 1 1 0,2 0-1 16,3-2 0-16,7-1 0 15,1-1 0-15,6-2 0 16,2-1 0-16,3 0-1 16,3-1 1-16,2 0 0 15,0-1-1-15,4-1 0 0,6 3 1 16,3-1 0-16,2 1 1 16,5 0-1-16,0 1 1 15,5 1 0-15,0 1-1 16,1-2 0-16,3 2 0 0,0 0-1 15,3-2 2-15,6-1-2 16,0-1 2-16,6-3 0 16,4-4-1-16,2-2-1 15,5-5 3-15,4-2-2 16,7 0 0-16,5-4 0 16,5-9 0-16,10-4 2 0,9-5-5 15,5-4-24-15,6-5-52 16</inkml:trace>
  <inkml:trace contextRef="#ctx0" brushRef="#br0" timeOffset="155657.25">3520 2972 48 0,'-2'0'15'0,"2"-1"5"0,-2-4-4 0,2-2-6 15,0 2-3-15,0-1 0 16,0-1-2-16,-5 1 2 0,3 2 2 16,-2-2-2-16,-3 3 1 15,0 2-4-15,0 0-2 16,1 1-5-16,-3 0 2 15,3 0 2-15,-4 0 0 16,4 0-1-16,-5 0 0 0,1 0 0 16,-3 0-1-16,0 0 2 15,-3 1-3-15,1 2 2 16,-5 1 4-16,-1 0-3 16,-2 2-2-16,2 1 2 15,-6 0 3-15,2 3-4 16,-2 0 1-16,-2 3-2 0,2-2-1 15,1 2 4-15,-1 1 0 16,0 2-4-16,2 0 4 16,1 2 2-16,-3 0-3 15,3 1 0-15,1-2 0 0,-2 1-1 16,3-2 1-16,2-2-1 16,0-1 0-16,4 0 0 15,-3-1 0-15,4 3 0 16,0-1 0-16,-3 0 0 15,3 3 0-15,-4 0-2 0,5 2 3 16,0-1-1-16,3 1-1 16,2 2 1-16,-1-1 0 15,2 1 0-15,1-1 0 16,1 2 0-16,0-1 0 16,2 0 0-16,0-1 0 15,4 0 0-15,-3-2 0 0,2-1 0 16,1 0 1-16,-1-2-1 15,1-1 0-15,0-3 0 16,0-1-1-16,1 1 0 16,5-1 0-16,0-1 3 15,4-2-1-15,-1 1-2 16,1 0 1-16,2 0-1 0,-1-1 1 16,0 0 1-16,1 2-1 15,-3-2 1-15,4 2-1 16,-2-1 1-16,0 2-2 15,1 0 1-15,3-3 1 16,1 4-1-16,-1-2 0 0,3-2-3 16,0 0 2-16,2 1 1 15,1-2 1-15,0 1-1 16,2 0 1-16,-3-1-1 16,0 0 0-16,0 0 1 0,-1 0-1 15,0 0 0-15,-1 1 0 16,0-1 1-16,2 1-1 15,3 0 0-15,-1-2 0 16,2 0 0-16,3 0 0 16,2-1 0-16,1 0 2 0,0-1-4 15,2-1 2-15,1 0 0 16,-3-2 2-16,3 0-4 16,0 0 2-16,1 0 0 15,0-4 2-15,-2 1-1 16,1 0 1-16,0 2-2 15,-4 1 1-15,1 0-1 0,1 0 0 16,-2 0 0-16,2 1 1 16,-1 2-2-16,3 0 2 15,3-1-1-15,1 0 0 16,3 1 0-16,-1 0 0 16,1-2 0-16,-3 2 0 0,-1 0 1 15,0 0-1-15,-5 1 0 16,0-1-1-16,-2 1 2 15,0 3-1-15,3-3 0 16,-3 2 0-16,2 0 0 16,1-1 0-16,1 3 0 15,-2-2 0-15,0 0 0 0,1 0 0 16,-3 0 0-16,2-2 0 16,0-1 0-16,0-2 0 15,4-1 1-15,0 0-1 16,3 0 0-16,0-1 1 0,0-5 0 15,1-1-1-15,-2 0 1 16,1 0 0-16,0-2 1 16,1 2-1-16,1 0-1 15,-1 0 2-15,5 1-2 16,-6 1 0-16,2 2 0 0,-1 0 0 16,-2 0 0-16,-3 0 0 15,-1 3 0-15,0 0 0 16,-1-1 0-16,1 1 1 15,-2 0-1-15,0 0 1 16,-1 0 0-16,3 0 0 0,-2 0 0 16,1 0-1-16,3 0 1 15,-2 0-1-15,5 0 1 16,1 0-1-16,1 0 0 16,-2 1 0-16,3-1 1 15,-3 2-1-15,-1-2 0 16,-1 0 3-16,-3 0 1 0,-1 0 5 15,1 1-4-15,0-1-3 16,2 4 0-16,1-1-2 16,3 3 1-16,-1-2-1 15,3 3 0-15,-1-2 0 0,-2 0 0 16,-1-1 2-16,0-1-2 16,-4 0 0-16,1-3 0 15,-1 0 0-15,-1 0 1 16,-1 0 0-16,2 0 0 15,-1-1 0-15,3-4 0 16,-1 1 1-16,1-1-1 0,4 2-1 16,-1-2 1-16,-1 1-1 15,2 0 0-15,2-2 0 16,-2 3 0-16,1-1 0 16,-2-2 1-16,5 1-1 15,-3-1 0-15,2 0 0 0,3-3 0 16,0-2 0-16,4-1 1 15,-4-2-1-15,2-2 0 16,-3 0 0-16,-1-1 0 0,-5 0 0 16,-3 1 2-1,1-2-2-15,-5-2 1 0,-1-1 0 16,0 1 0-16,0 0 2 16,-3 1-1-16,4-2-1 15,-6 0-1-15,0 0 1 16,-1 0-1-16,-4 1 0 15,-4-2 0-15,-1 1 0 0,-5-2 1 16,-1-1 0-16,-1 0-1 16,-4-2 2-16,1 0-2 15,-5-2 1-15,0 0 1 16,0 1-2-16,-2-2 0 16,-5 1 0-16,-2 2 1 0,1 1-1 15,-4 0 0-15,1 0 1 16,-5 3-1-16,1 0 1 15,-3 2-2-15,-2-1 2 16,-1 1 1-16,-1 2-3 0,-3-1 3 16,1 4-3-16,0-2 2 15,1 0 0-15,-2 2-1 16,0 1 0-16,2 3-3 16,-2-3-3-16,-2 5-2 15,-2 1 5-15,-4-1-3 16,3 3 8-16,-6 2-4 15,-1 1 4-15,-4 2-1 0,-1-1-1 16,0 1-1-16,-5 1 1 16,2 0 0-16,-2 0 0 15,1 0-2-15,-2-3 7 16,-1 3-3-16,4-4 0 0,-4 4-1 16,4-1 0-16,0-1 0 15,1 2-1-15,0-1 1 16,-2-1-1-16,0 1 1 15,-1-2-1-15,0 2-1 16,-4-2 2-16,3 1-1 0,-1-2 0 16,0 1 0-16,0-1 0 15,-3 1 0-15,-1-2 2 16,-2 0-2-16,1 1 0 16,-4-3 0-16,-1-1 0 15,-5 0 1-15,-1 0 1 0,-5-1-2 16,-4 2 0-16,-7 1 1 15,-2 2-1-15,-7 1 0 16,-9 2 0-16,-8 1 0 16,-10 0-1-16,-10 0 2 15,-11 11-1-15,-12 4-1 16,-8 7 1-16,-11 12-2 0,-7 6-28 16,-7 10-37-16,-3 5-45 15</inkml:trace>
  <inkml:trace contextRef="#ctx0" brushRef="#br0" timeOffset="158612.71">3753 6125 123 0,'-9'-8'11'0,"-5"-4"-8"0,-1 1 6 0,-1-1-2 16,-1 0 0-16,-1-1-5 0,2 2-1 15,-2-1 1-15,0 1 1 16,0 2 4-16,0 1 0 16,-3 1-3-16,0 3-2 15,-6 2-2-15,0 2 0 16,-4 0 0-16,-5 0 1 15,-2 2-1-15,-4 3-1 0,-1 5 2 16,-4 1-1-16,-2 6 0 16,2-1-1-16,-2 8 1 15,0 2-1-15,0 5 0 16,0 2 2-16,1 2-2 16,0 5 1-16,0 3-1 0,4 2 0 15,4 5 2-15,3 0-1 16,4 2 2-16,6-1 0 15,6 0-2-15,6-1 0 16,5 1 0-16,7-1 0 16,3-1 1-16,7 1-1 0,9-6-1 15,2-2 1-15,6-4-1 16,7-7 1-16,1-1-1 16,3-5 0-16,7-5 1 15,6 0 0-15,3-6-1 16,2-1 3-16,4-1-2 15,3-1 0-15,3-3 1 0,3 0-1 16,2-3 0-16,3 1 0 16,3-3-1-16,4-2 1 15,2 1 0-15,3-2-2 16,0 0 4-16,2 0-4 0,4 0 0 16,-2 0 6-16,1-2-3 15,3 1 0-15,1 1 0 16,-4 0 0-16,3 0 0 15,-3 1-1-15,3 5 0 16,-1 0 1-16,1-1-1 0,3 1 2 16,2-2-1-16,-2-1-1 15,2 1 0-15,-2-1 0 16,2 0 0-16,-3 0 0 16,-3-3 0-16,-3 0 2 15,3 0-2-15,-8-2 0 16,-4-6 0-16,-2-5 0 0,-4-3 2 15,-3-5-1-15,-4-3 6 16,-3-4 0-16,-1-5 2 16,-3 0-2-16,0-2-3 15,-4-1 0-15,-5-1-2 16,-4 2-1-16,-5-2 0 0,-7 0 1 16,-10 1 3-16,-6 0 2 15,-9 0 1-15,-8-2-1 16,-6 1 2-16,-11-4-4 15,-7-1-1-15,-6 0-1 16,-6-1-4-16,-5 1-1 0,-9 3-9 16,-10 4-34-16,-11 3-82 15</inkml:trace>
  <inkml:trace contextRef="#ctx0" brushRef="#br0" timeOffset="162528.43">3388 9020 54 0,'0'0'6'0,"-46"-12"11"0,23 9 2 0,-3-2-7 0,3 2-4 16,-1 0-4-16,-1 3-1 15,0 0-2-15,-1 0 1 0,3 0 0 16,-1 9 2-16,0 2-3 16,3 3-1-16,0 3 0 15,2 3-1-15,-2 4-3 16,1-1-1-16,0 1 4 16,2 0 0-16,1 2 1 0,-1-1 0 15,2 4 1-15,2 3 0 16,4 3-1-16,3 3 0 15,0 0 0-15,4 0 0 16,3-2 0-16,0-5 0 16,3-5 0-16,6-3 0 0,4-4 0 15,3-3 1-15,4-1-1 16,1-1 0-16,6 0 1 16,1-3-1-16,6 0 0 15,1 1 1-15,5-4-1 0,4 2 0 16,4 1-1-16,4-3 0 15,0 0 0-15,3-1-2 16,3-1 2-16,0-2-1 16,1-2 1-16,3-1 1 15,-2 2 3-15,-2 0 0 16,1 2-1-16,-1 3 1 0,-3 1-1 16,3 0-1-16,0 3 2 15,-1 0-1-15,3 1-1 16,0 0 2-16,3-2-2 15,-1 2 3-15,1-2-4 16,0-1 0-16,3-1 0 0,-1-2 1 16,-3-1-1-16,1-1 0 15,-3-2 0-15,1-1 0 16,-5-1 0-16,0-1 1 16,-4 0-1-16,-3 0 2 15,2 0 0-15,-1 0 2 16,-4 0 1-16,2 0 1 0,0 1-5 15,0 5 1-15,0 1-2 16,4 3 2-16,2-2-2 16,-4 1 1-16,4-1-1 15,-2 0 0-15,-1-4 0 16,-2 0 1-16,-1-1 5 0,-2-3 15 16,1 0-3-16,0 0-6 15,-2 0-1-15,2-3-2 16,0-4-4-16,2 1-2 15,3-4-2-15,2 2 2 0,0-1-3 16,2 2 0-16,-2 0 1 16,0 2-1-16,-3 2 0 15,1 0 0-15,-1 2 2 16,-2 1-2-16,-1 0 0 16,-2 0 1-16,3 0 1 15,-5 4 0-15,2 0 1 0,0 3-1 16,2-1 0-16,1-1 0 15,0 1-1-15,0 1 0 16,2 0 0-16,1 0 0 16,-1-1-1-16,0 0-1 15,3-2 2-15,0-1-1 0,-2 0 1 16,-3-2 0-16,2 0 0 16,1 2 2-16,-5 0-2 15,2 3-1-15,-2-2 1 16,2 3-1-16,-3 0 1 15,-2 0-1-15,4-1 0 16,0 1 0-16,2-2 1 0,0 0-2 16,-1 1 1-16,2 1 2 15,1 0-2-15,-1 0 0 16,2 0 1-16,-1 2-1 16,2-2 0-16,-3 0 0 15,1-1 0-15,1-2 0 16,-4-1 0-16,3-2-1 0,-3 1 2 15,2-2 2-15,1 0-2 16,0 0 2-16,2 0 0 16,2 0-1-16,0 0-1 0,3-2 0 15,2 1 0-15,-2-1-1 16,2 1 1-16,-3 1 0 16,2 0-1-16,-1 0 1 15,1 0 0-15,1 1 1 16,1 2-2-16,3 3 1 0,-2 0-1 15,3 2 0-15,-3 1 0 16,4 2 0-16,-4 0-1 16,1 2 1-16,-3-3 0 15,3 3 0-15,-2-3 0 16,1 0 0-16,0 1 0 16,0-2 0-16,2 3 1 0,0-2 1 15,0 1 1-15,2 0-1 16,2-1 0-16,3-2-2 15,-1 2 0-15,0-3 1 16,-2-2-2-16,3-1 0 16,-2 0-1-16,1-3 1 0,0-1 2 15,-1 0-2-15,-2 0 1 16,1 0 0-16,2 0 1 16,-4-5-1-16,0-2-1 15,0-2 1-15,0-1 0 16,2-1 0-16,0-2 0 0,-2-1 0 15,0 1 1-15,-2-3-1 16,-2 2 0-16,-1 1 1 16,-2-4-1-16,-4 3 1 15,-4-1-2-15,-3-3 1 16,0 0 0-16,-7-3 0 0,-1-2 0 16,-3-1 0-16,-5-6 0 15,-2 0-1-15,-4-2 1 16,-3-3 0-16,-3 0 1 15,-7-1-1-15,-5 4 2 16,-3-2 5-16,-4 2 0 0,-2 2-1 16,0-1-4-16,-10 3 0 15,-3 0-2-15,-2 2 1 16,-2 0-1-16,-7 2 0 16,0 3 0-16,-3-2 1 15,-2 3-1-15,-2-4 0 0,0 3 0 16,-5 1 0-16,1-3 0 15,-3 3-2-15,-3 0 2 16,1 2 0-16,-1-2 0 16,-1 2-1-16,0 2-1 15,0-2 2-15,-3 5-1 16,-3 1 1-16,0 1 5 0,-4 5-4 16,0-1 0-16,-3 3-2 15,-1 1-2-15,0 2-5 16,-4 1-5-16,-3 0 2 15,0 0 5-15,-1 0 1 16,-3 0 3-16,0 0 2 0,-1 0 2 16,0 0 1-16,0 0 0 15,0 0 1-15,-2 0 1 16,-1 0-3-16,-1 0-2 16,-3 4 0-16,-2 0 0 15,-1 2 0-15,-5-2 0 0,1 0 0 16,0-2 0-16,-2-2 1 15,-3 0-1-15,0 0 0 16,0 0 0-16,0-1 0 16,-3-3 1-16,3 0 1 15,0-1 3-15,-2-1-2 0,3 0-2 16,-1 2-1-16,0-1 1 16,0 0-1-16,-3-1-1 15,3 1 1-15,-2-1 0 16,1 0 1-16,-1 2 2 15,0 0-1-15,-2 1-3 0,-1 0 0 16,-1 3 1-16,1-1 0 16,0 1 0-16,1 0 0 15,1 0 0-15,-2 0-1 16,3 0 1-16,2 1-1 16,1 2 1-16,1 0 1 0,1-2-1 15,3 2 1-15,0-1-1 16,1 0 1-16,0 1-1 15,4-1 0-15,-3 1 1 16,4-1-1-16,0 0 1 0,2-1 1 16,2 1-2-16,-1-2 1 15,3 0-1-15,-1 0 0 16,-1 0 0-16,1 0 0 16,-1-3 0-16,0-3 1 15,-1 0 0-15,5 0 3 16,-2 1 0-16,2 1 2 15,2 0-3-15,1 1 0 0,0 1-2 16,1 1-1-16,3 1 0 16,3-1 1-16,-3-1-1 15,3-1 0-15,4-1 1 16,3 0-1-16,-1-3 0 16,0 1 1-16,2-1-1 0,-1 1 0 15,-2-1 0-15,4 4 0 16,-2 0 0-16,4 3-1 15,-2 0 2-15,4 0-1 16,-1 0-1-16,3 0 1 0,1 0 1 16,3 0-1-16,0 0 0 15,3 0 1-15,-1-1-1 16,-4-2 0-16,4 0 2 16,-2-1-2-16,0 0 0 15,-1 1 0-15,2-2 0 16,1 2 1-16,-2-1-1 0,3 0-1 15,-1-1 1-15,-5 0 0 16,-1 0 0-16,-3-2 0 16,-2-2 1-16,-6 2-1 15,-3-2 0-15,-3 1 0 16,-3-1 0-16,-5 5 0 0,-2 1 0 16,0 1 0-16,-3 2 0 15,2 0 2-15,1 1-2 16,1 6 4-16,0 0-3 15,1 4 0-15,-2-2 0 16,0 2 0-16,-3 2-1 0,2 0-1 16,-3 1 1-16,-6 6-2 15,2 1 0-15,-6 5-11 16,-3 5-15-16,-5 6-8 16,1 1-20-16,-1 2-80 15</inkml:trace>
  <inkml:trace contextRef="#ctx0" brushRef="#br0" timeOffset="167787.22">912 3735 13 0,'0'0'27'0,"0"0"-18"0,0 0-2 0,0 0-4 16,0 0-2-16,0 0 0 0,0 0-1 15,0 0 2-15,0 0 2 16,0 0 4-16,-14-7 2 16,12 7-4-16,0 0-5 15,-2 0 1-15,2 0-2 16,0 2 0-16,1 3 0 16,1 2 1-16,0 2-2 0,0 2 2 15,0 0-1-15,7 1 0 16,-1 2 0-16,4-2 1 15,1 0-1-15,0-4 1 16,5-2 1-16,1-6-1 16,6 0 2-16,8-20 13 0,9-10 5 15,12-18-4-15,19-19-9 16,16-17-5-16,14-12 1 16,17-12-6-16,3-10-10 15,2-10-95-15</inkml:trace>
  <inkml:trace contextRef="#ctx0" brushRef="#br0" timeOffset="168748.61">1102 7118 120 0,'-4'3'-33'0,"0"-2"36"0,-2 2 2 0,4 1 0 16,2 1-3-16,0 0-1 0,0 2-1 15,0 0 0-15,5-1 1 16,2 1 1-16,1-1-1 16,3-2 0-16,1-2 0 15,1-2 3-15,3-3 6 16,4-16 7-16,7-15 0 0,10-18 1 15,13-21-1-15,11-18-7 16,15-20-4-16,13-18-3 16,16-9-3-16,6-8-1 15,4-2-22-15,1-2-85 16</inkml:trace>
  <inkml:trace contextRef="#ctx0" brushRef="#br0" timeOffset="169830.04">1154 10299 37 0,'-5'0'-8'0,"0"0"10"0,1 0 0 0,2 0 6 15,0 0 2-15,-1 3 5 0,2-3 1 16,0 3-3-16,1-3 0 15,0 1-8-15,0 1-3 16,0 5 0-16,5 0 0 16,5 0-2-16,0 3 1 0,3 0-1 15,3-2 2-15,-1-5-1 16,4-3 3-16,0-14 6 16,10-29 14-16,10-25 1 15,14-34-10-15,17-33-8 16,18-37-5-16,20-29 3 0,20-20-6 15,13-8-3-15,-3 1-49 16</inkml:trace>
  <inkml:trace contextRef="#ctx0" brushRef="#br0" timeOffset="186501.93">3251 14114 74 0,'0'0'51'0,"0"0"-41"0,0 0 4 0,0 0-6 16,-1 0-6-16,1 0-1 15,0 0-1-15,0 0-2 0,0 0 1 16,0 0 3-16,0 0 0 16,0 0 0-16,0 1 2 15,0 2-1-15,0 2-1 16,0 2-1-16,0 3-1 16,0 1 0-16,5 2-1 15,1 3 1-15,-3 2 0 0,5 3 0 16,-3 2 0-16,4 3-1 15,-2 1 1-15,3 4 0 16,2 0 1-16,-1 2-1 16,0 2 0-16,3 3 0 15,-3-3 0-15,3 4 0 0,-1-2 0 16,3 3-1-16,-1-2 0 16,3-1-1-16,-1 2 2 15,0-2 2-15,2 2-2 16,-1-3 0-16,3 1 0 0,-4 4 1 15,3 3-1-15,-1 3 1 16,0 1-1-16,0 3 10 16,0 0 6-16,-1-2-15 15,1-3 1-15,0-4 0 16,-1-1-1-16,-2 0 0 16,2-1 0-16,-1 0 1 0,1-1-2 15,-1 1 1-15,0 0 0 16,3 3-1-16,0-1 1 15,-2 2-1-15,1 4 0 16,2-4 1-16,0 2 1 0,3 1 0 16,-1 0 4-16,0 2-1 15,7 3-1-15,-1 4-4 16,2 1 3-16,0 3-2 16,3 1 0-16,-1-6 0 15,-3-4-1-15,1-7 1 16,0-5-1-16,-2-7 1 0,-2-2 1 15,2-2-2-15,-2-2 2 16,2-2 2-16,-2-1-2 16,2-3-1-16,-2-2 1 15,2-2-2-15,1-2 4 16,3-1-2-16,0-2 1 0,1 1-3 16,1-4 3-16,1 2-3 15,-3-5-2-15,-1-3-2 16,-1-2 2-16,-2 0 0 15,-2-8 1-15,0-6 1 0,0-2 2 16,2-4 1 0,-2-4 0-16,2-3-5 0,0-3 5 15,-1-1-1-15,2-5-2 16,0 0 0-16,0-4 2 16,-1-4-1-16,-2-3 6 15,0-3 2-15,0-5-6 0,-2-3 0 16,2-6-3-16,-2-3-4 15,2-6 8-15,-2-3-7 16,2-4 7-16,0-2 1 16,0-5-1-16,0 2-1 15,-1-3 0-15,-1 0-1 16,0 1-1-16,-1 0 0 0,1 1 0 16,-4-2 0-16,4-3 0 15,0 0 0-15,2-5-1 16,0 0 3-16,0 0-2 15,-1-1 0-15,3 2 0 0,-2 3 1 16,0 5 0-16,-2 6-1 16,-1 6 0-16,-2 7-1 15,-1 5 0-15,-3 6 1 16,-3 3-1-16,1 6 0 16,-3 3 1-16,1 6-1 15,-5 4 0-15,0 4 0 0,-1 7 3 16,-2 5-3-16,-2 6 1 15,-2 3-1-15,0 6 2 16,-2 4-2-16,0 0-3 16,2 0-18-16,1 9-8 0,1 4-11 15,0 3-35-15,-2 0-52 16</inkml:trace>
  <inkml:trace contextRef="#ctx0" brushRef="#br0" timeOffset="188266.89">7595 16920 95 0,'0'3'5'0,"0"-3"4"0,0 0 11 0,0 0-7 0,-2 0-5 15,0-3-3-15,-2-4-7 16,2-1 10-16,0-4 3 16,0-2-8-16,2 0 10 15,0 0-10-15,0-4 2 16,0-2-3-16,0-3-2 15,0-4 0-15,0-6 1 0,0-5-1 16,2-5 0-16,-1-2 1 16,0-7-1-16,-1-1 1 15,0-3 7-15,0-5 6 16,0-3 7-16,0-7-8 16,0-1-4-16,0-6-5 0,0-2 0 15,1-1-2-15,4 3-1 16,-3 3 0-16,0 1-1 15,0-1 1-15,0 2-1 16,3-2 0-16,1-4 5 16,1-3 3-16,1-4-1 0,2-1-2 15,3 1-2-15,3-1-1 16,-1 0-1-16,4 2-1 16,3 0 1-16,1 2-1 15,3 3 0-15,3 0 0 16,0 2 1-16,3 3-1 0,1 2 0 15,4 6 0-15,0 1 0 16,3 3 0-16,5 4-1 16,-1 6 0-16,4 1 0 15,-2 6 1-15,2 5 1 16,0 5-3-16,0 9 3 0,0 3-3 16,2 6 1-16,-1 2 0 15,4 6-1-15,-3 3 2 16,4 4 0-16,-1 3-1 15,-1 0 0-15,2 0 1 16,1 9-2-16,-1 5 2 0,0 5-2 16,-1 3 0-16,0 8 4 15,-1 5-4-15,-1 4 4 16,0 4-1-16,1 2 3 16,0 3-3-16,-4 1 0 15,2 4-4-15,-3 3 6 0,2 4-6 16,-1 6 3-16,0 7 1 15,-3 3 0-15,-1 10 0 16,-4 2 0-16,-1 4 1 16,-3 3-2-16,-3 2 0 15,-1 1 2-15,-3 1-2 0,-2 1 1 16,-1 2 0-16,-4 0 4 16,-1-2 1-16,1-2-1 15,-2-2-1-15,4-2-3 16,-3-6 0-16,1-3 0 15,0-5-1-15,-1-5 0 0,1-7 1 16,-6-7-1-16,3-6 0 16,-3-5 2-16,-2-3 1 15,-1-4-1-15,-3-1 2 16,0-2-2-16,-1-3-1 16,-3-2-2-16,0-3 2 15,-2-1 0-15,-2-5 1 0,-2-1 3 16,0-1-5-16,0-2 0 15,0-3 0-15,0-2 2 16,-2-1 0-16,-2-6-6 16,0 0-4-16,1-3-1 0,2-4-5 15,1-3-1-15,0 0-15 16,0 0-99-16,0-7-23 16</inkml:trace>
  <inkml:trace contextRef="#ctx0" brushRef="#br0" timeOffset="190701.3">4736 16646 57 0,'-4'6'2'0,"2"-2"5"0,-3 2 6 0,2-2 7 15,1-1 1-15,2 1-7 16,0-2-3-16,0 1-5 0,0 0-2 15,0 2 2-15,0 1 4 16,2 2 3-16,6 4-4 16,-4-1-3-16,3 3-1 15,-1 3-1-15,2 2-2 16,0 2-1-16,-1 2-1 0,-1 2 0 16,4 2 0-16,-3 3-1 15,1 0-1-15,-3-1-6 16,3-3-5-16,0-6-11 15,-2-4-18-15,0-5-4 16</inkml:trace>
  <inkml:trace contextRef="#ctx0" brushRef="#br0" timeOffset="191192.84">4674 16797 84 0,'0'0'11'0,"0"0"10"0,0 0-15 16,0 0 1-16,0 0 5 16,0 0 4-16,0 0-2 0,29-45-3 15,-18 33-3-15,5-1-6 16,1 3-1-16,0-1 1 16,2 3-1-16,-1 0-4 15,-2 1-10-15,0 0-9 16,-1 0-6-16,-3 0-3 0,0-1-45 15</inkml:trace>
  <inkml:trace contextRef="#ctx0" brushRef="#br0" timeOffset="191377.16">4799 16614 213 0,'0'0'-35'0,"0"0"55"16,0 0 1-16,-40 26-16 16,36-9-8-16,0 9-23 0,3 11 1 15,1 10-9-15,0 11-8 16</inkml:trace>
  <inkml:trace contextRef="#ctx0" brushRef="#br0" timeOffset="192885.32">4641 16685 103 0,'0'-2'4'0,"0"1"3"0,0-1 7 0,0 1 3 16,0-2-7-16,0 2 0 0,0 0-9 16,0 0 0-16,0 0 0 15,0 1-1-15,0 0 0 16,0 0-1-16,0 0-3 16,1 0 3-16,6 0 4 0,4 3 7 15,1 2-5-15,1 1-1 16,5 1-1-16,1 0-2 15,0 2 0-15,-1-1 0 16,0 2-2-16,2 0 0 16,-5 0 1-16,3 0 0 15,-5 1-12-15,1-2-15 0,-3 2-7 16,-6-5-53-16</inkml:trace>
  <inkml:trace contextRef="#ctx0" brushRef="#br0" timeOffset="193155.28">4832 16663 129 0,'0'0'11'0,"0"0"20"16,0 0-2-16,0 0-18 16,-20 42-10-16,18-25-2 0,-1 7-4 15,1 3-5-15,2 5-1 16,-2 3-2-16,-2 0-10 16,-2 3-14-16,1-2-23 15</inkml:trace>
  <inkml:trace contextRef="#ctx0" brushRef="#br0" timeOffset="193425.42">4660 16834 138 0,'0'0'1'0,"0"0"-1"16,0 0 10-16,0 0-1 15,47-7-6-15,-32 5-1 16,4 1 0-16,1-1-2 16,0 0-3-16,2-1-15 15,-5-1-9-15,0-2-1 0,-3 0-21 16</inkml:trace>
  <inkml:trace contextRef="#ctx0" brushRef="#br0" timeOffset="193588.82">4853 16686 109 0,'0'0'14'0,"0"0"28"16,0 0 7-16,-39-6-18 15,33 8-4-15,3 9-19 16,1 8-8-16,2 6 5 15,0 8-12-15,3 12-13 0,5 7-20 16,-3 4-57-16</inkml:trace>
  <inkml:trace contextRef="#ctx0" brushRef="#br0" timeOffset="194486.05">8505 13555 99 0,'0'0'10'0,"0"0"28"0,0 0-6 16,0 0-8-16,0 0-9 15,0 0-12-15,0 0-6 16,0 0-1-16,0 0 3 0,-23 47 2 16,32-31 0-16,-2-4 2 15,4 5-2-15,0-3 1 16,0 0-1-16,1 0-1 15,-1-1 1-15,-2 3-1 0,3-2-17 16,-2 0-10-16,-3-1-12 16,1-2-2-16,-2-2-33 15</inkml:trace>
  <inkml:trace contextRef="#ctx0" brushRef="#br0" timeOffset="194791.73">8440 13757 90 0,'0'0'62'16,"0"0"-44"-16,0 0 16 15,0 0-16-15,0 0-12 16,0 0-2-16,0 0 2 15,-17-38-3-15,31 27 1 0,3-1-1 16,4-2-2-16,4 4 0 16,0 0-1-16,-2 1 2 15,3 1 0-15,-2 1-1 16,-4 3-7-16,1 2-12 16,-4 0-9-16,-3 2-12 0,-1 0-25 15,-4-2-37-15</inkml:trace>
  <inkml:trace contextRef="#ctx0" brushRef="#br0" timeOffset="195051.68">8634 13512 165 0,'0'0'5'0,"0"0"28"16,0 0-5-16,0 0-8 0,0 0-12 15,0 0-2-15,-40 4-3 16,34 10-4-16,1 9 6 16,-1 4-8-16,0 7 5 15,-2 5-6-15,3 2 8 16,-5-1-4-16,2-1-2 16,1-2-12-16,1-2-5 0,0-6-16 15,3-5-9-15,1-4-16 16</inkml:trace>
  <inkml:trace contextRef="#ctx0" brushRef="#br0" timeOffset="195375.78">8496 13709 53 0,'0'0'54'0,"0"0"-33"0,0 0-3 15,0 0-3-15,0 0 0 16,37-27-1-16,-21 20-2 15,2 2-3-15,2-1-7 16,1 0 2-16,-4 5 1 0,2-2-8 16,-2 2-13-16,-1 1-16 15,-3 0-9-15,-5 0-1 16</inkml:trace>
  <inkml:trace contextRef="#ctx0" brushRef="#br0" timeOffset="195638.62">8536 13571 121 0,'0'0'-1'0,"0"0"17"16,0 0-6-16,0 0-19 15,0 0 21-15,0 0 0 16,7 52-5-16,0-31-3 0,1 3-4 16,1 0 0-16,-1 2-1 15,0 1-16-15,-4-2-15 16,-1-1-1-16,-1-4-48 16</inkml:trace>
  <inkml:trace contextRef="#ctx0" brushRef="#br0" timeOffset="195937.11">8525 13636 124 0,'0'0'0'0,"0"0"13"0,0 0 8 16,0 0-12-16,0 0-1 16,0 0-9-16,0 0-12 15,0 0 18-15,8 18-4 16,-1-4 0-16,3 2 3 16,1 2-3-16,2-1-3 0,-4 0-9 15,2 0-12-15,-3-2-7 16,0-1 4-16,-2-3-16 15</inkml:trace>
  <inkml:trace contextRef="#ctx0" brushRef="#br0" timeOffset="196224.13">8462 13680 107 0,'0'0'7'15,"0"0"16"-15,0 0-15 16,0 0-9-16,0 0 11 0,0 0 7 16,0 0-2-16,38 15-8 15,-22-8-4-15,-1 4-1 16,1-2-1-16,-2 2 0 15,1 1-5-15,-3-4-8 16,0 2-10-16,-2-3-13 0,-3-2-7 16</inkml:trace>
  <inkml:trace contextRef="#ctx0" brushRef="#br0" timeOffset="196375.63">8554 13641 211 0,'0'0'0'0,"-14"49"3"16,10-7-2-16,1 9-7 15,1 12-42-15,-2 3-32 16</inkml:trace>
  <inkml:trace contextRef="#ctx0" brushRef="#br0" timeOffset="198552.29">19432 6956 251 0,'0'0'18'0,"0"0"-8"0,0 0 2 0,0 0-4 0,0 0-5 16,0 0-2-16,0 0-1 15,0 0 2-15,0 0-1 16,-27-47-1-16,22 31 0 16,-2-2 0-16,4-5-3 15,2-1-9-15,1-3 0 0,2-3-10 16,7-1-7-16,4 1 9 15,2-1 13-15,3 4 6 16,1 3-1-16,-1 3 2 16,4 4 6-16,3 5 6 15,1 5-6-15,2 4-4 16,5 3-1-16,-2 3-1 0,0 14 2 16,0 7-1-16,-1 10-1 15,-4 9 1-15,-1 11-2 16,-1 10 4-16,-1 10 0 15,2 11-1-15,0 10-1 16,0 5 0-16,3 6 1 0,0 2-2 16,5-2 0-16,-1-9-1 15,5-10 1-15,0-9-1 16,2-13-1-16,2-14-3 16,1-10 3-16,-1-9 2 15,2-13 2-15,0-11 7 16,2-8 5-16,-5-3 0 0,0-18 1 15,-3-8-1-15,0-8-7 16,-4-8-1-16,-1-8 1 16,-6-5-4-16,-2-9 0 0,-2-5-1 15,0-8 3-15,-3-6-5 16,-1-8 2-16,3-2-1 16,-3 0 0-16,4-5 1 15,0 2-1-15,0 2-1 16,-1 5 2-16,1 0-1 15,-5 5-1-15,-2 3 2 16,-2 6-2-16,-1 4 3 0,-2 3-2 16,-3 3 0-16,1 5 0 15,2 4 0-15,-1 2 0 16,4 7 0-16,3 7 0 16,4 6-1-16,0 5 0 0,4 7-1 15,4 6 0-15,1 7 0 16,1 9 0-16,2 3-3 15,-1 18-9-15,-2 12 1 16,1 11 4-16,-2 13 4 16,0 7-1-16,3 6 1 0,0 5 3 15,0-1-1-15,5-3 4 16,0-4-2-16,2-10 0 16,3-7 0-16,0-10-3 15,2-10 1-15,4-10 4 16,1-11 3-16,5-6 6 0,2-7 0 15,-1-15 4-15,-4-9-3 16,-1-7-1-16,-5-9-1 16,-2-6 0-16,-5-5-5 15,-2-3-2-15,-1-3 1 16,-1-1-3-16,0 0 0 0,-4-1-1 16,-1 2 1-16,1-1-1 15,-2 4 0-15,-1-3 0 16,-4 3 0-16,0 0 0 15,-3 4 2-15,-2-1-1 16,-3 5 1-16,-5 2 3 0,-2 3 3 16,-1 5 5-16,-3 5-5 15,-2 8-3-15,2 6-1 16,-3 7-4-16,0 6 2 16,2 5-2-16,2 3-3 15,5 3-44-15,0 0-41 16,2-1-9-16</inkml:trace>
  <inkml:trace contextRef="#ctx0" brushRef="#br0" timeOffset="206306.96">21405 8934 85 0,'0'-2'14'0,"0"-3"0"0,0 2 13 0,0 1-12 0,0 0-4 15,0 1-1-15,0 1-3 16,0-2-2-16,0 2-4 0,0 0-2 16,0 0-2-16,0 0-2 15,0 0 3-15,0 5 1 16,0 0 1-16,0 4 0 15,0-1 0-15,2 2-3 16,-2 3 4-16,1 0 0 16,0 1-1-16,0 0 0 0,1 2 1 15,-1 2-1-15,3-2 2 16,0 5-1-16,-2 2 2 16,1 1-3-16,2 3 1 15,0 2 0-15,2 3 0 16,0 5 0-16,1 4 1 0,1 6 2 15,0 3 5-15,3 1 0 16,-4 7-2-16,3 2 1 16,1 1 3-16,1 4-4 15,-1 2 0-15,1 4-4 16,-3 1 4-16,2 4 2 0,0 2-2 16,0-2-4-16,0-3-2 15,-1 1 0-15,-1-6 0 16,-1 0-1-16,-1-7 1 15,-3-1 3-15,2-5-1 16,-2-2 1-16,-1-5 2 0,1-2 0 16,0-4 2-16,-1-2-4 15,0 1-2-15,2-2-1 16,-1-2 1-16,1-2-2 16,0-3 1-16,4-5-1 0,-3-4-12 15,0-3-13-15,-3-7-39 16,0-9-53-16</inkml:trace>
  <inkml:trace contextRef="#ctx0" brushRef="#br0" timeOffset="207353.95">20570 10725 48 0,'22'-3'2'0,"0"-1"5"0,4 1-3 0,1-1 2 16,2 1-2-16,3-1 3 15,1 0 5-15,1 1 1 16,2-1 3-16,-2-2-6 15,2 4-2-15,3 0-4 16,-1-1-1-16,5 1-2 0,2-2 0 16,2 0-1-16,4 0 0 15,3-2 0-15,0 0 0 16,2-2 0-16,3-1 0 16,2 1 2-16,1-1 5 15,1 1 3-15,2-1-4 0,-1-1-2 16,2 2-1-16,0-2 5 15,3-1 2-15,-1 0 6 16,1-1-3-16,3 0-2 16,0-2-4-16,1 3-1 15,0-1 0-15,-1 0 3 0,-1 0-3 16,-1 2 2-16,-2-1-1 16,1 4 0-16,-4-2-2 15,-3 2-3-15,-2 2 0 16,-5-1-1-16,-3 3 0 0,-4 0 0 15,-7 0 0-15,-4 2-7 16,-6 0-17-16,-7-1-37 16,-11-5-48-16</inkml:trace>
  <inkml:trace contextRef="#ctx0" brushRef="#br0" timeOffset="209119.01">20650 9690 0 0,'2'3'0'0,"1"-2"0"0,0-1 0 16,2 0 0-16,-3 0 0 15,-1 2 0-15,0-2 24 16,0 0 11-16,-1 0-2 0,0 0 4 16,0 0-9-16,1 0-11 15,0 0-8-15,1 0-7 16,0 0 0-16,1 1-2 15,-1-1 0-15,0 4 1 16,1-1-1-16,3 0 3 0,-1 1 4 16,3 3-5-16,0-1 2 15,2-2 2-15,-2 4-2 16,3 0 0-16,-2-1-1 16,3 0-1-16,-3 2-1 15,2-1-1-15,1 2 1 0,0 0-1 16,0 1 1-16,-1-2-1 15,3 2 2-15,-3 1-2 16,1-1 3-16,1 0 3 16,-2 1-2-16,0-1 0 15,0 0 0-15,-2 2-2 16,2-3 0-16,-1 1-2 0,2 0 1 16,2 0-1-16,-1-1 1 15,1 1 0-15,-1 0 0 16,1 1 0-16,-1-1-1 15,3 2 1-15,-3 0-1 16,0 0 0-16,1-1 2 0,-1 0-2 16,1 2 0-16,-1-3 0 15,1 1 0-15,-3-2 1 16,1 1-1-16,1 0 0 16,-2-1 0-16,0 0 0 15,0 2 2-15,-2 0-2 0,1-3-2 16,0 2 2-16,-3-1 0 15,3 3 0-15,2-4 2 16,-3 1-2-16,1-1 0 16,3 0 0-16,-3 1 0 0,2-2 0 15,-3-2 0-15,1 1 0 16,1 0 0-16,-1-1 0 16,-2-3 0-16,2 5 0 15,1-2 0-15,-4-2 0 16,2 3 1-16,2-1-1 15,-4 1 0-15,2 0 1 0,-1 2-1 16,2-1-1-16,0 0 2 16,1 0-1-16,-3-1 0 15,1 2 1-15,1-1-1 16,-2-1 0-16,0 0 0 16,-2-2 0-16,1 0 1 0,-1 1 1 15,2-2 0-15,-3 2 0 16,3 0-1-16,-3-1-1 15,2 1 1-15,-1-2-1 16,-1 3 0-16,2-4 0 16,-1 3 0-16,2 0 1 0,-3 0-1 15,2-1 0-15,-2 1 0 16,1-1 0-16,-3 1 0 16,2-2 1-16,-3 0-1 15,2-1 0-15,-2 0 0 16,-1-1 0-16,2 0 0 0,-1 0 1 15,1-1-2-15,-1 3 1 16,0-3 1-16,1 1-1 16,-1 1-1-16,2-1 2 15,-1 0 0-15,0 0-1 16,0 2 1-16,1 0 0 0,-1-1-1 16,1 1 0-16,-3-1 1 15,1 0-1-15,0 1 0 16,0-2 1-16,3 1-2 15,-3-1 2-15,-1 0-1 16,1-1 0-16,0 2-2 16,0 0-14-16,2-3-28 0,-2 0-34 15,-2 0-62-15</inkml:trace>
  <inkml:trace contextRef="#ctx0" brushRef="#br0" timeOffset="209902.02">21694 10607 135 0,'2'0'11'0,"-2"0"-7"0,0 0-4 0,0-2 2 0,2-1 0 16,-2-2 2-16,0 1 9 15,0 0 9-15,1-2 1 16,1-1-3-16,2 2-11 0,0-2-5 16,1-2-5-1,1 0 2-15,1-1-1 0,-1-2 0 16,1-1 0-16,0-2 1 16,1-3-1-16,2-2 1 15,-2-2-1-15,2-1 1 16,3-3-1-16,0-1 0 15,2-2 1-15,-1-3-1 0,2-2 0 16,0 0 0-16,2 0 1 16,-3 0-1-16,-1 3 1 15,-1 0 5-15,2 2-1 16,-1-1 0-16,0 3-1 16,-1-1-4-16,0 1 1 0,1-2-1 15,-4-2 0-15,2 0-1 16,0 0-2-16,1-2 3 15,1-1-1-15,-2 3 1 16,1-1 0-16,0 6 0 16,0 1 0-16,-2 5 0 0,-4 3 0 15,2 3 0-15,-2 1 0 16,0 2 0-16,-1 1 0 16,1 0 0-16,0 3 1 15,0-3-1-15,-1 3 2 16,0 1-1-16,-1-1-1 15,-3 3 1-15,1 1 0 0,1 0-1 16,-4 0 1-16,0 2-1 16,0 1 0-16,0 0 0 15,0 0 0-15,0 0 2 16,0 0-16-16,0 0-53 0,0 1 16 16,-6 4-26-16</inkml:trace>
  <inkml:trace contextRef="#ctx0" brushRef="#br0" timeOffset="212976.62">21682 10618 136 0,'0'0'23'0,"0"-1"5"0,0 0-22 15,0-2 0-15,0 3-4 16,0-1-2-16,0-1-1 16,0 0 1-16,0 1-2 0,0-1 9 15,-3 0-3-15,1 1 1 16,-1-1 0-16,-1 2-5 16,1 0-3-16,-4 0 2 15,4 0 9-15,-1 0-5 16,0 0 0-16,1 0-1 15,1 0-1-15,1 0 1 0,0 0-4 16,1 1 1-16,0 3 1 16,-2 1 0-16,2 0 0 15,0 0-3-15,0 1-1 16,0-2-6-16,0-1 5 16,0 0 1-16,3-2-1 0,2-1-4 15,2 0 10-15,-2 0-1 16,2 0 1-16,-1-4-6 15,-1 0-7-15,1-2 2 16,-5 0 3-16,1-1 8 16,-1 0 0-16,-1 0 1 0,0 1 1 15,0 1 1-15,0 0-2 16,-3 3 1-16,0 0 8 16,-1 2-13-16,0 0-5 15,0 0 14-15,1 0-9 16,-4 0 6-16,2 3-4 0,1 4 0 15,0 0 0-15,0 1 0 16,1-1 0-16,3 1-1 16,-2-2-1-16,2-2-8 15,0-1-9-15,0-2 15 16,2-1-2-16,4 0 7 0,1 0 1 16,3 0-2-16,-2-4 3 15,-1-2-4-15,0-1 3 16,-1 0-5-16,1 0 12 15,-6-2-1-15,0 1-2 16,0-1 9-16,-1 2-3 0,0 2-1 16,0-1-2-16,-1 4-2 15,-3 0 3-15,-3 2-14 16,3 0 0-16,-3 0 8 16,1 1-6-16,1 5 4 15,-1 2-2-15,2 1 0 0,2-1-3 16,0-1 1-16,-1 2-2 15,3-3-4-15,0-1 0 16,0-2 5-16,3-1-2 16,0-1-3-16,4-1 8 15,-1 0 0-15,0 0 0 16,1-3-2-16,-2-3 1 0,2-1-9 16,-2-1 12-16,-1-1-1 15,-1 2-1-15,0-1 2 16,-3 1-1-16,0 1 1 15,0 2-2-15,-2 0 0 16,-4 3 11-16,1 1-18 0,-4 0 10 16,2 0-2-16,0 0 4 15,1 0-4-15,-1 7 1 16,3-2-1-16,1 2-1 16,3 0-1-16,-2 0-1 0,2 0 1 15,0 0-14-15,0-1 3 16,4-2-1-16,1-2-6 15,4-1 1-15,-3-1 18 16,3 0-2-16,-4 0-2 16,4-3 4-16,-4-1 6 0,1-2-5 15,-3-1-1-15,-1 0-1 16,-2 3 0-16,0-3 1 16,0 1-1-16,-1 2 1 15,-3 0 8-15,-3 1 6 16,1 1-11-16,-3 2 7 15,2 0-4-15,1 0-1 0,-1 2-2 16,0 2 0-16,3 5-2 16,-1-1-2-16,2-1 0 15,1 2-1-15,1-1 0 16,1-2-4-16,0-1-6 16,0-2 9-16,3 0-3 0,4-3-5 15,2 0 15-15,0 0-6 16,2 0 4-16,-1-5-2 15,0 0 0-15,0-2 0 16,1-3 1-16,-5 3-2 16,-1-1 3-16,-2-1-1 15,-3 2 0-15,0 1 2 0,0 0 2 16,-1 2 4-16,-6 1 9 16,1-1-19-16,-4 4 10 15,2 0-6-15,0 0-2 16,-2 0 0-16,3 4-1 0,-1 2 0 15,1 3 0-15,0-2 0 16,4 3-1-16,1-2 0 16,2-1-3-16,0 0-3 15,0-1-11-15,1-2 3 16,6-1-11-16,0-3 10 0,1 0 12 16,1 0 6-16,0-2-2 15,-3-6 1-15,1 1 0 16,-2 0 4-16,-1-1-2 15,0-1 1-15,-4 2-1 16,0 0 3-16,0 1 4 16,0 1-1-16,-8 0 2 0,3 4-7 15,-3 0 5-15,-1 1-7 16,2 0 2-16,0 0-2 16,1 1 5-16,1 4-3 15,1 1-3-15,-1 1-2 16,4-1 1-16,1 1-1 0,0 0-1 15,0-1-4-15,0-2 2 16,3-1-1-16,6-2-2 16,-4-1 6-16,3 0 2 15,1 0-1-15,0-4-2 16,0 0-2-16,-4-3 0 0,3 0 0 16,-5 0 3-16,-2-1 3 15,-1 1 1-15,0 0 0 16,0 0 2-16,-1 3 1 15,-7 0 2-15,0 1-8 0,-1 1-6 16,0 2 11-16,0 0-7 16,-1 0 4-16,-1 3-2 15,3 4 0-15,-1 0 0 16,1 1 0-16,1 1 0 16,4 0 0-16,-1-2-2 15,4 0-3-15,0-3-16 0,4-1 8 16,4-1-4-16,0-2 13 15,3 0 2-15,-3 0 2 16,3-5 0-16,1-3 0 16,0 1 5-16,-4-3-3 15,1 1 4-15,-2 0-5 0,-1 0 3 16,-4 1-3-16,-2 0 1 16,0 2 3-16,-2 1 6 15,-4 3 4-15,-2 0-13 16,-2 2 3-16,0 0 0 15,2 0-5-15,-3 7 0 16,1 1 0-16,0 2 0 0,2 0 0 16,3 0 0-16,-2 1 0 15,2-2-2-15,5 0-1 16,0-1-5-16,0-2-9 16,0-1 8-16,7-2-1 0,1-3 1 15,2 0 12-15,-3 0-5 16,4 0-2-16,0 0 2 15,-4-5 2-15,2 0 0 16,-3-2 1-16,-1 0 0 16,-3 0-2-16,-2 1 6 15,0-1 0-15,0 0 3 0,0 1 5 16,-7 0-2-16,1 2 1 16,-5 0-15-16,3 3 15 15,0 1-8-15,0 0-2 16,0 0 0-16,0 5-2 15,3 4-1-15,-4-1 0 0,2 4-3 16,2-2 1-16,1 0 3 16,3 0-3-16,1-3 0 15,0 0-5-15,2-3 4 16,6-1-8-16,2-2-8 16,-1-1 15-16,1 0-1 0,2-4 4 15,-3-3 1-15,0-3-1 16,2 2 6-16,-3-3-4 15,-1 2 1-15,-3-3-3 16,-1 4-3-16,-3 0 4 16,0 3 2-16,0 0-2 15,-7 3-5-15,-2 2 5 0,1 0 6 16,-2 0 0-16,0 1-4 16,3 6 3-16,-4 2 2 15,4-1 0-15,2 3-3 16,1-2-2-16,4 1-1 0,-2-1-1 15,2-3-7-15,0-1-3 16,4-1-4-16,1-2-20 16,3-2 4-16</inkml:trace>
  <inkml:trace contextRef="#ctx0" brushRef="#br0" timeOffset="213808.99">21718 10558 6 0,'4'-9'9'0,"-1"-1"-1"0,-3 3-4 16,0 1-3-16,-7 2-2 15,0 0-1-15,-3 3 14 16,-2 1-2-16,1 0-3 0,2 0 3 16,-4 2-2-16,4 4-2 15,2 1 0-15,-3 3-3 16,4-1-2-16,2 0-1 16,2 0 0-16,2-2-4 15,0 0-19-15,4-4 7 16,3 0-10-16,4-3 19 0,-2 0-1 15,1 0 4-15,2-3 4 16,-1-4 10-16,1 0 1 16,-3-1-5-16,-1-1 2 15,-2 0-5-15,-1 0-1 16,-5 1 0-16,0 1 2 0,0 0 9 16,-6 3-10-16,-1 0 7 15,-3 2-7-15,0 2 7 16,3 0-7-16,-3 0 0 15,1 2 0-15,1 4-1 16,0 2 1-16,1 1-3 0,2 0 1 16,0 3 0-16,3-5-2 15,2 3 2-15,0-2-3 16,0-2 2-16,1-2 0 16,6-1-2-16,0-3-10 15,0 0 16-15,1 0-7 16,1 0 0-16,-2-6 1 0,-1-1 0 15,-1-1 4-15,-2-2-1 16,-2 3 1-16,-1-2 0 16,0 1 0-16,0 2 0 15,-4 0 2-15,-3 3 3 0,-1 3-9 16,-2 0 10-16,1 0-9 16,0 0 3-16,-3 6-1 15,3 1 2-15,3 2 0 16,-2-1 1-16,4 1-4 15,3-1 0-15,1-1-2 0,0-1-4 16,0-2-1-16,6-1-3 16,2-3-8-16,2 0 21 15,1 0-3-15,-1-1 0 16,-1-5 2-16,2-2-2 16,-5-1 7-16,-1 1-5 15,1 0-1-15,-4-2-1 0,-1 3-2 16,-1 1-1-16,0 2 0 15,-3 0-5-15,-6 4 10 16,1 0 6-16,-3 0-3 16,2 0-1-16,-2 4-1 0,1 3-1 15,2 1-1-15,0 0 0 16,3 1 0-16,3-2-1 16,2 0 0-16,0-1-3 15,0-2-8-15,6-1-10 16,3-2-11-16,1-1 3 0</inkml:trace>
  <inkml:trace contextRef="#ctx0" brushRef="#br0" timeOffset="-214099.08">21684 10530 6 0,'0'0'21'0,"0"0"-1"0,0 0-1 0,0 0 4 0,0 0-10 15,0 0-2-15,-37-18-10 16,30 19 1-16,-4 5-3 15,4 0 2-15,2 1-2 16,1 0 1-16,4 0-1 16,0-2-1-16,0-1-6 0,2-1 7 15,4-1-3-15,2-2 2 16,5 0 4-16,-5 0-1 16,2 0-2-16,0-5-1 15,-2-3 1-15,0 0 2 16,-2 1 1-16,0 0-2 0,-5 0 1 15,-1 0 0-15,0 1 2 16,0 2 0-16,-7 2 1 16,0 0-3-16,-2 2 7 15,0 0-6-15,-3 0 0 16,2 4 4-16,0 3 2 0,1 0-4 16,1 3 0-16,3-3-3 15,0 3-1-15,3-1 0 16,2-4-3-16,0 1-2 15,4-2 5-15,5-2-6 16,1-2 3-16,3 0 6 0,-4 0-3 16,0-3 1-16,2-4 0 15,-3 2-1-15,-2-4-3 16,0 1 11-16,-1 1-6 16,-5 0 1-16,0 0-1 15,0 2-1-15,0 0-1 0,-9 4 0 16,1-1-3-16,-1 2 8 15,-2 0-4-15,1 3 0 16,1 4 0-16,-2 3-1 16,2-1 1-16,2 1-2 15,3 0 0-15,2-3 0 0,2 0-4 16,0-3-13-16,2 0 15 16,7-4-6-16,1 0 12 15,0 0-3-15,0 0 2 16,0-4-2-16,1-3 0 15,-2 0 0-15,0-2-1 16,0 0 5-16,-4 0-3 0,-1 0-2 16,-3 2-2-16,-1 0 1 15,0 2-2-15,-3 2-2 16,-4 2 6-16,-4-1 6 16,2 2 3-16,0 0-4 0,-3 2 0 15,2 3-3-15,1 4-1 16,1-1 0-16,0 0-1 15,3 1 0-15,3-2-1 16,2 2-1-16,0-4-4 16,0 1 6-16,5-3-3 15,3-2-7-15,1-1 13 0,0 0-9 16,0 0 2-16,-1-2-1 16,1-4 3-16,-1-1 2 15,-2-2-1-15,-2 1 0 16,-1-1 7-16,-3 3-1 0,0-1 1 15,0 3 5-15,-3 0-3 16,-3 1 2-16,-2 3-15 16,1 0 14-16,-4 0-9 15,3 4-2-15,0 3 2 16,-2 2 0-16,4-1 0 16,1 2-1-16,2-2 0 0,3 0-3 15,0-1-4-15,0-1-2 16,2-2 6-16,6-3-2 15,0-1 0-15,1 0 7 16,1 0-1-16,-2-4 0 16,2-1 1-16,-3-3-2 0,0 1-4 15,-3 0 11-15,-2-1-5 16,-2 0 1-16,0 3 5 16,0-1-4-16,-6 2 1 15,-1 1 4-15,-1 3-9 16,-2 0 7-16,-1 0-4 15,0 6-4-15,-1 2 0 0,2 2 2 16,1 0-1-16,4 0 1 16,-1-1-1-16,5-1-2 15,1-1-7-15,0-1 0 16,7-2 3-16,1-4-9 0,2 0 11 16,3 0-3-16,-2 0-7 15,0-7 2-15,1 1 12 16,-5-3 1-16,1 0 8 15,-3 0-2-15,-2-1 5 16,-2 3-9-16,-1 0-1 16,0 0-3-16,-4 4-6 0,-4 2 6 15,-1 1 11-15,-3 0-8 16,1 0 3-16,1 7-4 16,1 0 3-16,0 2-3 15,3-1 1-15,2 1 0 16,3-2-1-16,1-1 0 0,0-2-7 15,2-1 9-15,6-2-8 16,2-1 13-16,2 0-7 16,1 0-1-16,-1-6 4 15,-2-2-1-15,0 1-2 16,1-2-1-16,-7-1 1 0,-1 2 2 16,-3-1-1-16,0 4 6 15,-1-1 9-15,-7 2 5 16,-2 3-13-16,0 1 1 15,0 0-7-15,-1 0-5 16,0 6-2-16,-1 4 0 0,3 0-2 16,3 1-10-16,-1 0 7 15,4 0 5-15,3-1-1 16,0-3-11-16,1-3-4 16,6 0-31-16</inkml:trace>
  <inkml:trace contextRef="#ctx0" brushRef="#br0" timeOffset="-213743.01">21685 10505 75 0,'-11'0'-2'0,"1"0"12"0,-1 0-10 16,-2 8 1-16,-1 1-4 15,3 1 3-15,1 2 1 16,0-1-1-16,6 0 0 15,3-1-3-15,1-3-3 16,0-1-20-16,6-3 12 0,4-3 2 16,1 0 18-16,0 0 4 15,3-6 4-15,-3-1 2 16,1-3 0-16,-3-1-7 16,1 1 0-16,-5-2 2 15,-2 1 3-15,1 3-3 0,-4-1-2 16,0 2 2-16,-5 3-7 15,-1 3 5-15,-3 1-14 16,0 0 15-16,-2 0-13 16,1 4 1-16,0 4-11 15,2 1-6-15,0-1-17 16,3-1-19-16</inkml:trace>
  <inkml:trace contextRef="#ctx0" brushRef="#br0" timeOffset="-206147.5">21628 10632 75 0,'0'0'2'0,"0"0"21"0,0 0 7 0,0 0-13 16,0 0 1-16,0 0-3 15,0 0 0-15,0 0-8 16,0 0 6-16,0 0-12 15,0 0-1-15,-23-29 0 0,23 28 1 16,1-1 0-16,-1 2-1 16,0-1 1-16,0 1-1 15,0 0 2-15,0-2-2 16,0 2 2-16,0-1 0 16,0 1-1-16,0 0-3 0,0 0 0 15,0-3 4-15,0 3-1 16,0-3-1-16,1 2-1 15,1-2 2-15,2-1-1 16,-2 1 0-16,-1 0 0 0,-1 0 1 16,2-1-1-16,-2 3 0 15,0-2 0-15,0 0 0 16,1-1 0-16,-1 4 1 16,0-3-1-16,0 3 0 15,0 0-2-15,0 0-10 16,0 0-12-16,0 0 12 0,0 0 9 15,0 0 2-15,0 0 2 16,0 0-3-16,0 0-4 16,0 0-2-16,0 0 11 15,2 0-4-15,5 0 6 16,-1-4-4-16,2-1 3 0,-3-2-3 16,1 3 0-16,-4-2 1 15,-1 2 3-15,-1 0 9 16,0 1-1-16,0 0-8 15,-1 1-2-15,-4 1-7 16,-2 1 10-16,0 0-7 0,-1 1-6 16,0 5-1-16,3 0 7 15,-2-1-5-15,4 1 0 16,3-1 1-16,0 0-4 16,0-2-4-16,0 0 1 15,3-2 11-15,4 0 3 0,-3-1-2 16,1 0 1-16,-1 0 0 15,1 0 0-15,-1-2 0 16,-1-3 3-16,-1 0 1 16,0 2 0-16,-1-1-1 15,1 0-2-15,-2 2-1 0,0-1 0 16,0 2 0-16,0-2 0 16,0 3 0-16,0 0-1 15,0 0-2-15,0 0 9 16,0 0-11-16,-1 0 0 15,0 0 0-15,0 3 4 16,0 0-4-16,1 0 3 0,0-2 0 16,0 2 1-16,0-2-2 15,0-1-8-15,0 0 3 16,0 0 8-16,0 0 0 16,2 0 2-16,0 0-1 0,0-4 2 15,-2 1 4-15,0-1 3 16,0 1 0-16,0 2-5 15,0-1-1-15,0 2-5 16,0 0-3-16,0 0-5 16,0 0-5-16,-2 2 6 0,1 2 2 15,0 2 5-15,1-1-1 16,0-2-2-16,0 2-1 16,0-1 1-16,0-1 4 15,4-1-3-15,-2 0 1 16,2-2 4-16,-3 0 2 0,2 0-1 15,-1 0 5-15,4 0 0 16,-4 0-2-16,0-2-2 16,0 0 2-16,-1-2-4 15,-1 1 1-15,0 1 0 16,0-1-4-16,0 0 2 16,-1 3-4-16,-2 0-4 0,-2 0 6 15,0 0-5-15,1 0-6 16,3 6-1-16,-3 1-3 15,1-1-5-15,2 1 6 16,1 0-12-16,0-1 2 16,0-2-13-16</inkml:trace>
  <inkml:trace contextRef="#ctx0" brushRef="#br0" timeOffset="-205180.07">21705 10558 10 0,'0'0'10'0,"0"0"11"0,0-2 0 0,0-1-6 16,0-1-4-16,0-1-2 15,-1 0-3-15,-2 1-2 16,1 0 0-16,1 1 4 16,-1-1-1-16,-3 1 1 15,2 1-2-15,1 0-2 0,0 0-7 16,0 2 9-16,-1 0-2 16,2 0-4-16,-1 0-2 15,0 0 0-15,-1 0 4 16,1 0-3-16,2 0 1 15,-2 4 0-15,0 1 1 16,2 0-2-16,0-2 1 0,0 2-2 16,0-1-2-16,0-1 1 15,4-1 8-15,-1-1-4 16,2-1 0-16,2 0-1 16,-4 0 1-16,4-1-1 0,-3-3 1 15,0-2 1-15,-1 0 3 16,1-1 2-16,-4 1-2 15,0 0 1-15,0 0-1 16,0 0-1-16,0 3-3 16,-6 0-2-16,1 2-5 15,-4 1 10-15,4 0-9 0,-4 0-5 16,3 0 11-16,-2 5-7 16,3 2 0-16,2 1 2 15,-1 1-1-15,2-1 1 16,2-1 0-16,0 0 0 15,0 1-2-15,0-4 3 0,2-1 4 16,2 1-3-16,1-1 4 16,1-3-1-16,1 0 2 15,0 0 0-15,1 0-1 16,-2-1 0-16,1-5-1 16,-3 3 1-16,0-3 0 0,-2-1 8 15,0 2 1-15,-2-2 3 16,0 1 0-16,0 0-5 15,0 0-4-15,0 2-3 16,0 0 1-16,-2 1-2 16,-2 3-5-16,0 0-2 0,-1 0 4 15,-1 0-1-15,1 3 3 16,2 4-2-16,-2 0 2 16,2 0-1-16,1 0-6 15,2 3-5-15,0-1-7 16,0-2-6-16,0-1-4 0,0-2-25 15</inkml:trace>
  <inkml:trace contextRef="#ctx0" brushRef="#br0" timeOffset="-203864.75">21696 10569 72 0,'0'0'4'0,"0"0"-4"0,0 0 1 16,0 0-1-16,0 0 1 15,0 0 0-15,0 0 1 16,0 0-2-16,0 0 0 15,0 0 1-15,0 0-1 0,0 0-1 16,0 0 1 0,0 0 1-16,9-9-1 0,-9 7 1 15,0 2 3-15,0-3 4 16,0 2-2-16,0 0 2 16,0-1-3-16,-2-1-3 15,-1 2 1-15,-1 0 6 0,-1 1-8 16,2 0-1-16,-1 0-1 15,2 0 2-15,-4 1-1 16,4 5 1-16,-2-1-2 16,3 2 0-16,-1 0-1 15,2-3-4-15,0 2 0 0,0-2-1 16,0 0-1-16,3-2 9 16,1-1-2-16,0-1 1 15,2 0 0-15,-2 0 0 16,0 0 2-16,2-3 0 15,-3-1 3-15,-1-1 0 0,0 0 1 16,-1 2 0-16,2-2 1 16,-3-1-1-16,0 2-3 15,0-1 1-15,0-1-2 16,0 1 0-16,0 0-1 16,0 2 0-16,0-1 0 0,-3 3 0 15,0 0-3-15,1 1 0 16,0 0 7-16,-1 0-11 15,-3 3 2-15,2 2-5 16,0 1 4-16,-1 1 4 16,2-1 1-16,0 0 0 0,2-1 0 15,1-2-1-15,0 1-1 16,0-1 0-16,0-1-3 16,0-1 7-16,0-1-2 15,4 1 0-15,0-1 0 16,0 0-1-16,0 0 4 0,0 0-2 15,2 0 1-15,-4-4 5 16,1 1 2-16,-1-1-1 16,0 0-3-16,0-1-1 15,0 0-1-15,-2 1 1 16,0-1 7-16,0 0 1 0,0 0-3 16,-3 0-4-16,-2 2-2 15,2 0-1-15,-5 2 5 16,4 1-7-16,0 0 1 15,-2 0-7-15,1 1-3 16,1 5 3-16,-3 2 2 16,2 0 1-16,0 1 3 0,2 1 1 15,1-1-1-15,1-3-2 16,1 1-2-16,0-2-5 16,0-2 0-16,0 0 7 15,2-2 1-15,2 0 2 16,1-1-1-16,-3 0-1 0,4 0 6 15,-2 0-1-15,0-2-3 16,1-4 1-16,-2 2-1 16,2-2 0-16,-3-1 0 15,0 3 0-15,0-2 3 16,-1 1 2-16,-1-1-2 0,0 2 2 16,0-1-5-16,0 1 2 15,0 1-2-15,0 2-3 16,-3 0-9-16,0 1-8 15,2 0 2-15,-3 0-1 16,2 2 4-16,0 1-1 0,0 3 9 16,1 0 1-16,0-2-1 15,1 3-6-15,0-3-6 16,0 0-33-16</inkml:trace>
  <inkml:trace contextRef="#ctx0" brushRef="#br0" timeOffset="-202682.81">21644 10617 53 0,'0'0'4'0,"0"0"-5"0,0 0 3 0,0 0-1 0,0 1 0 16,0-1-1-16,0 1 0 15,0-1 1-15,0 0-1 16,0 1 1-16,0-1-1 0,0 2-1 16,0-2 2-16,0 0-1 15,0 1 0-15,0-1 1 16,0 0 14-16,0 0 4 15,0 0-10-15,0 0-4 16,0 0-2-16,0 0-3 0,0 0 0 16,0 0 2-16,0 0-1 15,0 0-2-15,0 0-2 16,0 0-3-16,0-1-2 16,0 1 0-16,0 0 5 0,0 0 0 15,0 0-3-15,0-2 0 16,0 1-1-16,1 0-24 15</inkml:trace>
  <inkml:trace contextRef="#ctx0" brushRef="#br0" timeOffset="-202555.09">21644 10617 63 0,'-22'-9'3'16,"22"9"-5"-16,0 0-22 15,0 0-10-15</inkml:trace>
  <inkml:trace contextRef="#ctx0" brushRef="#br0" timeOffset="-202377.17">21622 10603 89 0,'0'0'11'15,"0"0"16"-15,0 0-2 16,0 0-16-16,0 0-7 16,0 0-18-16,0 0-27 0,-13 0 15 15,17 0-44-15</inkml:trace>
  <inkml:trace contextRef="#ctx0" brushRef="#br0" timeOffset="-202228.23">21622 10603 61 0,'4'2'43'15,"-10"-2"-24"-15,4 0-10 16,1 0-12-16,1 1-34 0,0-1-14 16</inkml:trace>
  <inkml:trace contextRef="#ctx0" brushRef="#br0" timeOffset="-202035.15">21610 10610 90 0,'0'0'-2'0,"0"0"23"16,0 0 10-16,0 0-10 15,0 0-8-15,0 0-7 16,0 0-3-16,-26 0-21 15,26 0-18-15,4 0 17 0,1 0-5 16,4 0-52-16</inkml:trace>
  <inkml:trace contextRef="#ctx0" brushRef="#br0" timeOffset="-201864.72">21610 10610 83 0,'-11'3'12'15,"5"-3"12"-15,3 0 3 16,2 0-8-16,1 0-9 0,0 0-14 16,0 0-17-16,7 0 20 15,4 0-12-15,-1 3-12 16,2-2-15-16</inkml:trace>
  <inkml:trace contextRef="#ctx0" brushRef="#br0" timeOffset="-201373.83">21643 10588 61 0,'0'0'1'0,"0"0"-3"0,0 0 1 0,0 0-43 16</inkml:trace>
  <inkml:trace contextRef="#ctx0" brushRef="#br0" timeOffset="-200918.25">21682 10555 58 0,'0'0'-22'0</inkml:trace>
  <inkml:trace contextRef="#ctx0" brushRef="#br0" timeOffset="-200731.82">21682 10555 69 0,'2'20'-12'15,"-4"-20"13"-15,2 0-7 16,0 0-24-16,0 0 8 16</inkml:trace>
  <inkml:trace contextRef="#ctx0" brushRef="#br0" timeOffset="-200541.38">21685 10576 74 0,'0'0'10'16,"0"0"10"-16,0 0 0 15,0 0-6-15,0 0-6 16,0 0-10-16,0 0-21 0,-3 0 11 15,5 3-14-15,-2-2-32 16</inkml:trace>
  <inkml:trace contextRef="#ctx0" brushRef="#br0" timeOffset="-200349.93">21685 10576 100 0,'-16'-1'28'0,"16"1"-8"16,0 0-3-16,0 0-9 0,0 1-9 15,0 3-4-15,0 2 1 16,2-2-15-16,3-1-16 16,3-3-43-16</inkml:trace>
  <inkml:trace contextRef="#ctx0" brushRef="#br0" timeOffset="-193306.72">4716 16658 63 0,'-2'0'19'0,"-2"-1"-2"0,3 1 7 0,1-1-5 16,-2 1-3-16,2 0-4 15,-2 0-8-15,2 0-1 16,0 0 4-16,0 0-1 16,-2 0 0-16,2 0 6 0,0 0 3 15,-2 0 1-15,2 0-3 16,0 0-4-16,0 0-6 15,0 0-3-15,0 6 0 16,2 0-2-16,4 2 1 0,1 1 1 16,-1 1-2-16,2 1 2 15,-1 0-1-15,1-1 1 16,2 3-1-16,-2-1 1 16,1 3 0-16,-1-2 0 15,4 0 0-15,-5 0-12 16,1-1-21-16,-1-2-9 0,-1-1-21 15</inkml:trace>
  <inkml:trace contextRef="#ctx0" brushRef="#br0" timeOffset="-192986.79">4805 16666 71 0,'0'0'0'0,"0"0"1"0,0 0-13 0</inkml:trace>
  <inkml:trace contextRef="#ctx0" brushRef="#br0" timeOffset="-192645.68">4705 16668 14 0,'0'0'77'0,"0"0"-49"16,0 0-7-16,0 0-1 0,0 0-9 15,0 0-9-15,0 0-1 16,0 0-1-16,-2 4 1 16,6 2 2-16,1 1-3 15,1 1 0-15,-1 1 1 16,2-1 0-16,-1-1-1 0,1 1 2 15,1-1-2-15,2 1-11 16,-1-1-33-16,-3 0 1 16,1-2-41-16</inkml:trace>
  <inkml:trace contextRef="#ctx0" brushRef="#br0" timeOffset="-192261.84">4763 16663 120 0,'0'0'35'0,"0"0"10"0,0 0-17 15,0 0-8-15,0 0-16 16,0 0-3-16,0 0-1 15,0 0 1-15,0 50 0 0,0-31 0 16,0 3-1-16,0 1-5 16,0 0-56-16,-2-3-115 15</inkml:trace>
  <inkml:trace contextRef="#ctx0" brushRef="#br0" timeOffset="-191499.89">8389 13632 91 0,'0'0'8'0,"0"0"14"0,0 0 10 0,0 0 6 16,0 0-5-16,0 0-10 16,0 0-5-16,0 0-7 0,0 0-3 15,0 0-1-15,0 0-10 16,-8-7 0-16,8 12 1 16,1 5 4-16,3-2-1 15,3 4 2-15,2-1-3 16,-1-2-1-16,4 2-1 0,-1-1 1 15,2-2 1-15,-3 1 0 16,-1-3-3-16,3-1-10 16,-2-2-9-16,-1-3-17 15,0 0-8-15,2 0-6 16</inkml:trace>
  <inkml:trace contextRef="#ctx0" brushRef="#br0" timeOffset="-191321.86">8511 13621 231 0,'0'0'1'0,"0"0"23"15,0 0-10-15,0 0-12 16,0 0-2-16,-40 57-1 16,33-30 1-16,1 1-2 15,1 4-10-15,0-4-43 0,-1 0-40 16</inkml:trace>
  <inkml:trace contextRef="#ctx0" brushRef="#br0" timeOffset="-189758.07">953 3628 11 0,'0'0'63'0,"0"0"-59"0,0 0 6 0,0 0 1 15,0 0 5-15,0 0 1 0,0 0 1 16,0 0 5-16,0 0-7 16,-1-14-7-16,1 14-12 15,0 3 0-15,2 4 4 16,5 3-1-16,-1 2 0 16,4 0 0-16,-1-2 0 0,0-4-1 15,7-3-1-15,2-3-3 16,6-6 0-16,9-15 7 15,10-16 14-15,18-17 2 16,16-19-6-16,17-13-6 16,20-18-5-16,11-14-20 0,9-14-169 15</inkml:trace>
  <inkml:trace contextRef="#ctx0" brushRef="#br0" timeOffset="-173732.91">5047 7781 36 0,'0'-1'27'0,"0"-2"-18"0,0-3 0 0,0 3-6 16,0-1 0-16,0 1-1 0,0 1-1 15,0 0 0-15,0 1 0 16,0-1 1-16,0 2-2 16,-4 0 0-16,2 0 0 15,0 0 0-15,-1 0 1 16,3 0-2-16,-2 0 2 0,2 0-1 15,0 0 0-15,0 0 0 16,0 0 1-16,0 0 0 16,0 2-1-16,5-1 2 15,3-1-2-15,-3 1 0 16,6 0 0-16,-2 0 1 0,-1 0-2 16,3-1 2-16,-1 0-1 15,1 0 0-15,-2 0 0 16,4 0-1-16,-4 0 2 15,2 0-1-15,-1 0 0 16,0 0 0-16,2 0 0 0,-3 0 0 16,0 0 1-16,1 0-1 15,0 0 0-15,-2 0 0 16,1 0 0-16,-2 0 0 16,2 0 0-16,-2 0 0 15,1 0-1-15,2 0 0 16,1-1 2-16,0-1-1 15,1 1 2-15,0 0-1 0,2-1 0 16,-3 2-1-16,2 0 2 16,-1 0-2-16,-1 0 0 15,0 0 0-15,1 0 0 16,0 0 1-16,0 0-1 0,1 0 0 16,0 0 1-16,-1 0-2 15,1-1 2-15,1 1-1 16,1 0 0-16,1-2 0 15,-1 2 0-15,0 0 0 16,-1 0 0-16,2 0 0 0,-2 0 0 16,2 0 0-16,-3 0 1 15,3 0-1-15,-3 0-1 16,3 0 2-16,-1 0-1 16,1 0 0-16,0 0 0 0,4 0 0 15,-3 0 0-15,1-2 0 16,0 0 0-16,2-1 0 15,-2 2 1-15,2-2-1 16,0 3 0-16,1-4 0 16,-2 4 0-16,0-2 0 15,1 1-1-15,-2-1 2 0,2 2-1 16,-3-2 0-16,0 2 1 16,3 0-1-16,-1 0-1 15,4 0 1-15,-1 0 0 16,2 0 0-16,1 0 1 15,0 1-1-15,-1 0 0 16,2-1 0-16,-3 1 0 0,2-1 0 16,-4 1 1-16,3 0 1 15,-2 1 0-15,-1-2-1 16,3 4 1-16,1-2-2 16,-2-1 0-16,3 0 0 0,0 1 1 15,1-1-1-15,0 1 0 16,0 0 0-16,0-2 1 15,-1 2-1-15,1-1 1 16,2 1 0-16,-2-1-1 16,2 1 0-16,-2 0 1 0,2 0-1 15,0-1 0-15,-1 2 0 16,2 0 0-16,0-2 0 16,1-1 1-16,-2 0-1 15,0 0 5-15,1 0 3 16,-2 0-2-16,3 0-1 0,-4 0-2 15,2 0 0-15,0 0-1 16,0 0-1-16,0 0 0 16,0 0 0-16,0 0-1 15,0 0 0-15,1 0 1 16,1 0-1-16,0 0 0 0,0 0 1 16,1 0-1-16,1 0 1 15,-3 0 1-15,3 0-2 16,-2 0 0-16,3 0 0 15,1 0 1-15,2 0-1 16,0 0 1-16,1 0-2 16,0-3 2-16,3 2-1 0,-4-2 0 15,3 0 0-15,-1 2 0 16,4-2 0-16,-2 3 1 16,0-1-2-16,0-1 1 15,0 2 1-15,-3 0 1 16,3 0-4-16,-3 0 4 0,4 0-2 15,3 0 0-15,0 0 0 16,4 0 0-16,-3 0 0 16,2 0 0-16,-2 0 0 15,-2-1 0-15,2-1 0 16,-1-2 0-16,2 2 1 0,2-1-1 16,-3-3 1-16,4 4 0 15,-4 0-1-15,0-1 1 16,-2 1-1-16,1 2 1 15,-3-1-2-15,0 1 1 16,-1 0 0-16,-1-2 0 16,-2 2 1-16,-1 0-1 0,0 0 1 15,-1 0-1-15,-2 0 0 16,3 0 0-16,1 0 1 16,-2 0-1-16,2 0 0 15,-2 0 0-15,-3 3 0 0,-3 3 1 16,0-1-1-16,0 1-1 15,-1 1 1-15,2-2 1 16,0 0-2-16,3-2 2 16,1 1-1-16,1-2 0 15,5-1 0-15,-1-1 1 16,0 0-1-16,3 0 0 0,-1 0 0 16,0 0 0-16,1-3 1 15,1-1-1-15,-3 1 0 16,1 0 0-16,-4-1 0 15,-2 3 0-15,0-2 0 16,0 0 2-16,-2 0-2 0,3-1-2 16,1 0 4-16,3 2-2 15,-3-1 0-15,2-1 0 16,0 1 1-16,0-2 1 16,0 1 0-16,0 1-1 15,3-2 0-15,-3 2 0 0,2 1-2 16,1-1 1-16,-3 0 1 15,0 0-1-15,-1 0 0 16,-5-1 0-16,1 3 0 16,-1-1 0-16,1 1 0 15,0-2 0-15,2 2 0 0,3 0 0 16,-2-1 0-16,-2 2 0 16,3-1 0-16,1 1 0 15,-3 0 0-15,0 0 0 16,1-2 0-16,1 2 0 15,-3 0 0-15,-2 0 0 0,1 0 1 16,-1-2-1-16,1 2 0 16,-1 0 0-16,2 0 0 15,-2 0 0-15,3 0 0 16,1 0 0-16,2 0 0 0,-2 0 0 16,3 4 0-16,-2-1 0 15,3 0 0-15,-2 0 0 16,1 0 0-16,-1 1 0 15,4-1 0-15,-1 0 0 16,5 0 1-16,-4-2 0 16,4-1-1-16,0 1 2 0,2-1-2 15,4 0 1-15,-4 0-1 16,5 0 0-16,2 0 0 16,2-1 0-16,1-3 0 15,-2 1 0-15,3-1 2 16,-1 1-2-16,-3 2 0 0,1-1 0 15,1 2 0-15,1 0 0 16,-4 0 0-16,3 0 0 16,3-1 0-16,-3-1 0 15,1-1 0-15,0 0 0 16,-2-1 0-16,-1-1 1 0,-1-1-1 16,-2 1 4-1,-1 0-3-15,2 2 1 0,-4-2 2 16,3 0-4-16,0 4 1 15,4-1-1-15,0 2 0 16,-3 0 0-16,1 0 0 0,-1 2 0 16,-1 2-1-16,1 2 1 15,-4-2 0-15,3 0 1 16,-2-1-1-16,1-1 0 16,1-1 0-16,1 1 0 15,2-1 1-15,3-1-1 0,-2 0 0 16,-2 0 0-16,3 0 0 15,-2 0 1-15,-1-3-2 16,0 2 2-16,-2-3 0 16,-1 2-1-16,1-1 1 15,0 0 0-15,0 2 0 0,-2-3 0 16,4 1-1-16,-2 0 0 16,-3-1 1-16,-1 1-1 15,-1 0 2-15,-4 0-2 16,-2 2 0-16,-1-1 1 15,-2 1-1-15,2-2 0 0,-4 2 0 16,2-2 0-16,-4 0 1 16,3-1-1-16,-2-1 0 15,1 1 0-15,0-1 0 16,0 0 0-16,0-1 0 16,-2 1 0-16,-5-2 0 0,-1-2 0 15,-1 2 1-15,-2-3-1 16,-3 2 2-16,0-1 0 15,-3-1-2-15,-1 0 1 16,-3 0-1-16,-1-1 2 16,-2-1-2-16,-1 0 0 15,-2-1 1-15,-2-1 4 0,-2 0 0 16,-3-1 2-16,1 1-3 16,-3 0-3-16,-2-3 0 15,0 1-1-15,0 2 1 16,-2-3 0-16,-6 1 0 0,2 1-1 15,-3-2 1-15,1 0-2 16,-2 0-1-16,-1 0 5 16,-2 0-1-16,-3 1-2 15,1 0-3-15,-6 1-2 16,-1 2-1-16,-1 0-2 0,-1 2 1 16,-3 1 6-16,0 0-1 15,-1 3 1-15,-1-2 1 16,-1 2 0-16,-1 0 1 15,-1 0-2-15,0 3 1 16,0-3 0-16,-4 2-1 16,1 1 3-16,-4 1-3 0,-1 0 0 15,-2-1 2-15,-1 1-1 16,-3 2 0-16,2-2 0 16,0 0 0-16,2 2 1 15,-3-2-1-15,2 0 0 16,-3 2 0-16,3-2 0 0,-6 1 0 15,4 0 0-15,-2-1 0 16,0 0 0-16,0 0 0 16,-1-1 2-16,2 2-2 15,-5-2 0-15,6 1 0 0,-2 0 0 16,1-3 0-16,2 2 0 16,2 0 1-16,-2 0-1 15,-1-2 0-15,-1 2 0 16,2-1 0-16,-2 2 0 15,-1 0 0-15,2 0 0 16,0-1 2-16,-1 2-2 0,-1 1 0 16,0-2-2-16,-3 3 2 15,0 0 0-15,0 0 0 16,-2 0 0-16,0 0 0 16,-2 0 0-16,0 0 0 0,1 0 0 15,3 0 2-15,-1 0-2 16,6 0 0-16,-1 0 0 15,3 0 0-15,-2 0 0 16,4 0 0-16,-3-4 0 16,-1 2 0-16,-2-1 0 15,2-1 1-15,1 1-1 0,-2-1 0 16,0-2 1-16,1 3-1 16,-4 1 1-16,2-1-1 15,-1 0 0-15,2 1 1 16,0-2-1-16,-1 1 1 15,2-1 0-15,-6 3 1 16,3-3 0-16,-5 1 2 0,-1 0-2 16,1 1-1-16,-2 0 0 15,0 1 0-15,0 1-1 16,-2 0 0-16,1 0 0 16,2 0 0-16,-1 0 0 15,1 0 0-15,-1 0 1 0,1 0-2 16,3 0 2-16,-3 0-1 15,2 0 0-15,-2-2 0 16,3 0 0-16,-5-1 0 16,2-1 1-16,-1 0-1 15,1-2 0-15,0 2 1 16,1-2-1-16,2 1 1 0,-1-1-1 16,-1 0 0-16,1 0 1 15,-1 1-1-15,1-1 0 16,-2 0 0-16,-4 2 0 15,2 1 0-15,-2-1 0 16,0 3 0-16,-2-1 0 0,0 1 0 16,1 1-1-16,1-2 2 15,0 1-1-15,0 0 0 16,3-1-1-16,1-1 2 16,2 2-1-16,0-2 0 0,0 2 0 15,0 1 0-15,2 0 0 16,-1 0-1-16,-2 0 1 15,2 0-1-15,3 0 2 16,-3 0-1-16,2 0 0 16,-1 1 0-16,-3 2 0 15,2 0-1-15,-1 0 1 0,-2 1-1 16,0 0 1-16,1 0 1 16,-5 2-1-16,2-2 0 15,2 2 0-15,1-3 0 16,1 2 0-16,1 0 1 0,4-1-1 15,-4 0 1-15,3 2-1 16,1 0-1-16,1-2 2 16,3 3-2-16,-1-3 1 15,1 3 0-15,1-2 1 16,2-1-2-16,-3-1 2 16,-1 1-2-16,1-1 1 0,3 1 1 15,0-1-1-15,1 1 0 16,-3 0 0-16,2-1 0 15,-5 0 0-15,1 0 0 16,-2 0 0-16,-3 0 0 16,0 0 0-16,-5-1 0 0,1 1 0 15,-3 1 0-15,-2-1 0 16,-2 2 0-16,3-1-1 16,1 2 1-16,3 1 0 15,-2-3 1-15,3 0-2 16,1 0 1-16,-1 1 0 0,0 0 0 15,2-2 0-15,0 2-1 16,-2-2 1-16,4 1 1 16,-4-1-1-16,0-1 0 15,4 1 0-15,-2 0 0 16,4-2 1-16,-1 1-2 0,2 2 2 16,0-1-1-16,-2 1 0 15,0 2-1-15,-1 0 1 16,0-1 0-16,4 2 0 15,-4 0 0-15,-1-2 0 16,2 0 0-16,0 0 0 0,3-2 0 16,0 1 0-16,1-2 1 15,4 0-1-15,0 0 0 16,2-1 0-16,-3 0 0 16,2 0 1-16,-3 1-2 15,0-2 2-15,0 0-1 0,2 0 0 16,0 0 0-16,3 0 0 15,-1 0 0-15,1 0 2 16,0 2-4-16,-4-1 4 16,4-1-2-16,0 0 0 15,-1 0 0-15,3 0 0 16,-2 0 0-16,0 0 0 0,0-3 0 16,-2 0 1-16,-4 1-1 15,-1 0 0-15,-1 1-1 16,-1 0 2-16,0 1-1 15,2 0 0-15,3 0 0 16,-1 0 0-16,-1 1 0 0,3 3 0 16,-2 0-1-16,2 2 1 15,-2-3 0-15,3 2 1 16,2 0-2-16,3-3 1 16,2 1 0-16,1 0 0 15,2 0 0-15,-1-2 0 0,1 2 0 16,-3-1 0-16,2-1 0 15,-4 0 0-15,3-1 0 16,1 0 0-16,0 0 0 16,2 0 0-16,0 0 0 0,2 0 0 15,2 0 1-15,0 0-1 16,-2 2 0-16,2-1 0 16,0 3 0-16,-4-2 0 15,2-1-1-15,1 2 2 16,2 0-1-16,1 0-1 15,1 0 1-15,1 1 0 0,2 0 1 16,2 3-2-16,-1 0 1 16,1 3-2-16,1 0 2 15,1 2-1-15,1-1 1 16,3 3 0-16,-1-1-1 16,3 0 1-16,-3-3 0 0,4 1 0 15,0-1 0-15,1 0 0 16,1-3 0-16,-1 0 1 15,2 0-1-15,1 0 0 16,0-1 0-16,-2 1 0 16,-1 2 0-16,1-1 0 0,0 2 0 15,-2 2 0-15,2 2 0 16,-2 0-1-16,3 0 1 16,-1 3 1-16,2-3-2 15,0 2 1-15,2-2-1 16,0 1 0-16,0 0 1 0,0-1 0 15,0 2 0-15,0-2-1 16,0 0 1-16,2 2 0 16,0-1 1-16,0 0-1 15,0 0 0-15,3-1 0 16,-3 1 0-16,0-4 0 0,2 3-1 16,2-2 1-16,-2-1 1 15,0-1-1-15,1 1 1 16,-1-1-1-16,1 0 0 15,2 2 0-15,-1-5 0 16,-1 4-1-16,1-4 1 0,-1 0 0 16,1 0 0-16,1 0 0 15,0-1 0-15,-1 3 0 16,1-4-1-16,1 2 0 16,2-1 1-16,1 0 0 15,-1 0 0-15,2-2 0 0,0-1 0 16,1-1-1-16,0 0 2 15,2-1-1-15,0-1-1 16,3 0 1-16,-3 0 0 16,3 0 0-16,0 0 1 15,0 0 0-15,2 0-1 0,-3 0-1 16,2-1 0-16,-2-2 1 16,-1 0 0-16,-2 0-1 15,2 1 2-15,-1 0-2 16,1-1 3-16,-1 0-2 15,3 2 0-15,0-2 1 0,0-1-2 16,2 3 1-16,3-1 1 16,3-1-1-16,1 0 0 15,8 0-1-15,4-1-16 16,1-3-37-16,2-4-46 16</inkml:trace>
  <inkml:trace contextRef="#ctx0" brushRef="#br0" timeOffset="-167424.97">10905 15577 99 0,'-4'1'36'0,"1"-1"-14"0,1 0 19 0,2 0-14 16,0 0-13-16,0 0-11 15,0 3-4-15,0 0 1 16,0 3 1-16,0 2-1 0,0 1 0 15,0 2 1-15,2 3-1 16,0 3 0-16,-1-1 0 16,-1 2 1-16,0 1-1 15,0-1 1-15,0-1-1 16,0 0 0-16,-3-5 0 0,-3 2 2 16,-1-3-2-16,-4-1 0 15,4-2 1-15,-2-1-1 16,-1 0 1-16,2-3-1 15,-2 0 0-15,0-4 0 16,3 0 0-16,-2 0 1 16,1 0 0-16,0 0 0 0,0-5 0 15,3-3-1-15,-1 1 1 16,0-3-5-16,2 0 3 16,0-1 1-16,1 1 0 15,1 0 2-15,2 0 0 16,0 3 0-16,0-2-1 0,0 3-1 15,0 0 0-15,5 0 1 16,-1-1-2-16,2 4 1 16,-2-1 0-16,2 1 0 15,-2 0 1-15,1 1-2 0,0 1 1 16,2 1 0-16,-1 0 0 16,-1 0 0-16,1 0-1 15,-1 0 1-15,4 0 0 16,-4 3-1-16,3 3 1 15,-2-2-1-15,4 2 2 16,-3-2-1-16,1 2 0 0,1-2 0 16,3-1 0-16,-5 1 0 15,3-3 0-15,-2 2 1 16,2-2 2-16,-1 1 4 16,-1-2-3-16,2 2-2 15,-1-1-1-15,2-1-1 0,-2 1 0 16,0-1-13-16,0 0-48 15,0-6-65-15</inkml:trace>
  <inkml:trace contextRef="#ctx0" brushRef="#br0" timeOffset="-167205.02">11176 15547 191 0,'0'0'14'0,"0"0"13"0,0 0-22 0,0 0-5 16,0 0-15-16,0 0-55 0,0 0 46 15,0 0-33-15</inkml:trace>
  <inkml:trace contextRef="#ctx0" brushRef="#br0" timeOffset="-167075.67">11243 15580 212 0,'0'0'17'16,"0"0"8"-16,0 0-21 16,0 0-3-16,0 0-6 15,0 0-31-15,0 0-66 16</inkml:trace>
  <inkml:trace contextRef="#ctx0" brushRef="#br0" timeOffset="-164384.1">11307 15629 79 0,'0'0'5'0,"0"0"-5"0,2 0-6 0,-2 0-19 15</inkml:trace>
  <inkml:trace contextRef="#ctx0" brushRef="#br0" timeOffset="-163984.6">11307 15629 88 0,'2'-11'18'0,"-4"11"10"16,2 0-2-16,0 0-10 0,0 0-7 15,0 0-8-15,0 2-4 16,0 0 2-16,0 0 1 15,0 1 0-15,0-1 0 16,0 0-3-16,0-2 0 16,0 0 0-16,0 0 0 0,0 0 7 15,0 0-1-15,0 0-2 16,0-3 0-16,0 0 0 16,0 1 1-16,0 1-1 15,0 1 0-15,0 0 0 16,-2 0 1-16,2 0-3 0,-4 0 1 15,2 1-1-15,1 3-1 16,1 1-1-16,0-3-1 16,0 2 1-16,0 0 0 15,0 1-5-15,2-3-7 16,3-2-11-16,-1 0-26 0</inkml:trace>
  <inkml:trace contextRef="#ctx0" brushRef="#br0" timeOffset="-163556.64">11323 15638 142 0,'0'0'20'0,"0"0"10"0,0 0-12 0,0 0-14 16,0 0-5-16,0 0 1 15,0 0-1-15,0 0-1 16,0 0-2-16,0 0 3 0,-7 19 0 16,10-17-2-16,1 0-8 15,-1-2-5-15,1 0-6 16,0 0 19-16,0 0-1 15,-3 0-4-15,1-4 5 16,-1 1 4-16,-1 1-1 0,0-1 1 16,0 3 0-16,0 0 1 15,0 0 0-15,0 0 1 16,0 0 1-16,-2 0-3 16,1 0 0-16,0 2-1 15,1 2-1-15,0 0-1 0,0 1-13 16,0-1-18-16,0-3-66 15</inkml:trace>
  <inkml:trace contextRef="#ctx0" brushRef="#br0" timeOffset="-163379.35">11338 15694 159 0,'0'0'4'0,"0"0"15"15,0 0-8-15,0 0-6 0,0 0-8 16,0 0-17-16,0 0-1 16,0 0 0-16,0 0-9 15,3 4-27-15</inkml:trace>
  <inkml:trace contextRef="#ctx0" brushRef="#br0" timeOffset="-163194.18">11338 15694 123 0,'25'10'17'16,"-27"-10"23"-16,0 0-17 15,1 0-15-15,1 0-6 0,0 0-1 16,0 0-1-16,0 0-8 16,0 0-24-16,0 0-1 15,3 0 1-15,-1 0 17 16,1 0-54-16</inkml:trace>
  <inkml:trace contextRef="#ctx0" brushRef="#br0" timeOffset="-163036.17">11379 15696 103 0,'0'0'17'0,"0"0"0"16,0 0-12-16,0 0-8 15,0 0-25-15,0 0 1 16,0 0-57-16</inkml:trace>
  <inkml:trace contextRef="#ctx0" brushRef="#br0" timeOffset="-162887.67">11379 15696 138 0,'15'-1'1'0,"-17"1"-1"16,2 1-2-16,0 1-12 16,0-1-12-16,0-1-18 15</inkml:trace>
  <inkml:trace contextRef="#ctx0" brushRef="#br0" timeOffset="-162737.65">11421 15696 47 0,'0'0'78'0,"0"0"-77"15,0 0-8-15,0 0-36 16,0 0 24-16</inkml:trace>
  <inkml:trace contextRef="#ctx0" brushRef="#br0" timeOffset="-162580.67">11421 15696 61 0,'38'-7'6'16,"-38"9"-4"-16,0-2-12 15,0 0-49-15</inkml:trace>
  <inkml:trace contextRef="#ctx0" brushRef="#br0" timeOffset="-162410.64">11477 15693 117 0,'0'0'13'0,"0"0"1"16,0 0-11-16,0 0-3 0,0 0-11 15,0 0-14-15,0 0-3 16,-14 13-28-16</inkml:trace>
  <inkml:trace contextRef="#ctx0" brushRef="#br0" timeOffset="-162261.29">11477 15693 122 0,'0'32'2'0,"0"-32"-4"16,0 0-21-16,0 0-72 15</inkml:trace>
  <inkml:trace contextRef="#ctx0" brushRef="#br0" timeOffset="-162101.14">11511 15726 86 0,'0'0'-24'0</inkml:trace>
  <inkml:trace contextRef="#ctx0" brushRef="#br0" timeOffset="-161635.16">11511 15726 59 0</inkml:trace>
  <inkml:trace contextRef="#ctx0" brushRef="#br0" timeOffset="-161612.59">11511 15726 59 0,'42'10'-1'0,"-42"-10"-41"0</inkml:trace>
  <inkml:trace contextRef="#ctx0" brushRef="#br0" timeOffset="-161441.97">11580 15723 117 0,'0'0'18'0,"0"0"5"0,0 0-9 16,0 0-14-16,0 0-15 15,0 0-12-15,0 0-9 16,0 0-58-16</inkml:trace>
  <inkml:trace contextRef="#ctx0" brushRef="#br0" timeOffset="-161255.84">11580 15723 67 0,'50'10'7'0,"-50"-10"-5"16,0 0-1-16,1 3-1 16,0-3 0-16,1 0-8 15,0 0-34-15</inkml:trace>
  <inkml:trace contextRef="#ctx0" brushRef="#br0" timeOffset="-161099.18">11667 15734 92 0,'0'0'21'0,"0"0"-6"15,0 0-10-15,0 0-3 16,0 0-1-16,0 0-5 16,0 0-36-16</inkml:trace>
  <inkml:trace contextRef="#ctx0" brushRef="#br0" timeOffset="-160950.62">11723 15713 140 0,'0'0'22'0,"0"0"-14"16,0 0-6-16,0 0-9 15,0 0-32-15,0 0-1 16</inkml:trace>
  <inkml:trace contextRef="#ctx0" brushRef="#br0" timeOffset="-116144.58">4698 16737 69 0,'0'0'4'0,"0"0"11"0,0 0-4 0,0 0-6 0,0 0 0 15,-3-40-3-15,3 33-1 16,0-2-1-16,0 2 1 16,0 2-1-16,0 1 1 0,1 1 0 15,0 3-1-15,-1-1-1 16,0 1-4-16,0 0 18 15,0 0-3-15,0 0-8 16,4 0 4-16,0 0 3 16,0 2 0-16,1 4 4 15,1 0-2-15,4 2-4 0,-3 4 0 16,3 2-4-16,2 2-1 16,-1 2 0-16,0 0 0 15,2 1 1-15,-1-1-1 16,1-3 0-16,-2-3 1 0,0 0-1 15,3-5-6-15,-5-6-22 16,0-1-14-16,-2 0 0 16,-3-8-15-16</inkml:trace>
  <inkml:trace contextRef="#ctx0" brushRef="#br0" timeOffset="-115989.61">4839 16761 112 0,'0'0'8'0,"0"0"17"0,-36-29 21 16,25 20-9-16,2 3-8 15,2 2-6-15,1 3-9 16,0 1-10-16,3 7-5 16,-3 14-1-16,0 12 1 0,0 12 2 15,-1 11-11-15,1 6-30 16,-4-3-40-16</inkml:trace>
  <inkml:trace contextRef="#ctx0" brushRef="#br0" timeOffset="-115148.1">8514 13620 112 0,'0'0'4'0,"0"0"0"0,0 0-4 0,0 0 0 0,0 0 0 16,0 0 2-16,0 0 1 16,44 33 1-16,-35-24 0 15,2-1-3-15,-1-1 1 0,2 1 0 16,-2 1 0-16,1-2 0 15,-2-3 2-15,4 2-5 16,-4-4-14-16,-2-2-6 16,2 0-21-16</inkml:trace>
  <inkml:trace contextRef="#ctx0" brushRef="#br0" timeOffset="-114999.54">8663 13609 128 0,'0'0'5'16,"0"0"39"-16,0 0-16 0,-38-12-20 15,25 23-9-15,-1 8 2 16,-1 7-2-16,1 5 3 16,1 9 1-16,4 6-2 15,2 4-35-15,3 1-44 16</inkml:trace>
  <inkml:trace contextRef="#ctx0" brushRef="#br0" timeOffset="-110985.58">827 3769 82 0,'0'0'8'0,"0"0"1"0,0 0-7 16,0 0-3-16,0 0 2 15,0 0 0-15,0 0-1 16,0 0 1-16,0 0 5 15,0 0-1-15,0 0 1 16,9-3-2-16,-9 3-3 16,0 0 0-16,2 0 0 0,-2 0-3 15,2 1 1-15,0 8 0 16,4 4 0-16,-2 0 1 16,2 1 0-16,3 0 0 15,3-3 1-15,-1-2-1 16,2-5 0-16,1-4 1 0,1 0 1 15,5-8 13-15,3-14 21 16,6-6 1-16,11-12-13 16,14-15-4-16,17-16-9 15,23-20-4-15,23-21-4 16,26-26-2-16,17-27-25 0</inkml:trace>
  <inkml:trace contextRef="#ctx0" brushRef="#br0" timeOffset="-109596.05">8158 3424 61 0,'0'0'3'0,"0"0"8"0,0 0 1 0,0 0 0 0,0 0-9 16,0 0-1-16,0 0 2 15,0 0-3-15,0 0-1 16,0 0 1-16,0 0-1 0,0 0 1 15,-13-4 0-15,13 2 9 16,0 0 10-16,5-6 9 16,8-4-11-16,9-6-3 15,10-7-6-15,14-8-4 16,14-7-2-16,15-8-1 0,14-13-3 16,11-9-67-16</inkml:trace>
  <inkml:trace contextRef="#ctx0" brushRef="#br0" timeOffset="-106240.77">912 7064 3 0,'0'-3'11'0,"0"3"-8"0,0-1 2 0,0 0-3 16,0 1 7-16,0 0-2 15,0-1 1-15,0 1-2 0,-2 0 0 16,2 0-3-16,0 0 1 16,0 0-1-16,-2 0-1 15,2 0 1-15,-2-1 0 16,2 1 1-16,0 0-3 15,0 0-1-15,-3 0-1 0,3 0-2 16,0 0 3-16,0 0 0 16,0 0 2-16,0 0-2 15,0 0 2-15,0 0 1 16,0 0 1-16,0 0-3 16,0 0-2-16,0 0 2 15,0 4-1-15,0 0 1 0,0 1-1 16,0 0 0-16,0 0 0 15,0-1-1-15,0 0 1 16,0-1-1-16,0 1 0 16,0-1 0-16,0 0 0 0,3 0 0 15,-1 0 1-15,-2 1-1 16,2-2 1-16,1 0-1 16,1 1 1-16,0 0 0 15,0-3 1-15,5 0 0 16,1 0 3-16,5-7 1 15,10-8 1-15,4-6 0 0,8-11-1 16,13-7-2-16,8-12 1 16,9-9-2-16,7-5 1 15,7-7-4-15,6-8-18 16,-2-4-63-16</inkml:trace>
  <inkml:trace contextRef="#ctx0" brushRef="#br0" timeOffset="-104710.33">950 7085 1 0,'0'0'38'0,"0"0"-35"0,0 0 2 0,-2 0 4 16,2 0-3-16,-2 0-1 16,0 0 3-16,0 0 1 15,0 0-5-15,1 0 0 16,-1 0-1-16,-1 0-1 16,1 0 0-16,0 0-2 0,0 0 0 15,-1 0 0-15,1 0 0 16,0 0 0-16,0 3-2 15,2 0 4-15,-2 0-4 16,2 0 2-16,0 2-1 16,-2-1 1-16,2-1-1 0,0 3 1 15,0 0-1-15,0-2-1 16,0 2 0-16,0-1-1 16,0 1 1-16,0-2 1 15,0 2 0-15,0-2 0 16,0-1 1-16,0 3 0 15,0-3 1-15,0 1-1 0,0-1 0 16,0-2 1-16,2 0 0 16,2 0-1-16,0-1 1 15,1 0-1-15,-1 0 1 16,4 0 1-16,0-4 1 0,-1-4-1 16,1 0 3-16,4-2-2 15,-1-2-1-15,1-2 1 16,-1-2 0-16,4-2-1 15,3-2 0-15,2-2 0 16,-2-3-1-16,4 1 1 0,1-3-1 16,2 0 0-16,-3-3 0 15,2 3-3-15,1-1-3 16,-2 1 0-16,-2 0-4 16,0 6-2-16,-6 2-2 15,-1 6-17-15</inkml:trace>
  <inkml:trace contextRef="#ctx0" brushRef="#br0" timeOffset="-104205">1123 7034 44 0,'0'0'5'0,"38"-37"5"0,-7 7 1 0,9-8-3 0,9-10 1 15,9-8-4-15,9-6 2 16,3-8-4-16,10-5-1 16,0 1 1-16,3 0-2 0,-7 1 0 15,-2 3-22-15</inkml:trace>
  <inkml:trace contextRef="#ctx0" brushRef="#br0" timeOffset="-99494.98">648 7213 24 0,'0'0'43'0,"0"0"-32"0,0 0-3 16,0 0-2-16,0 0-1 15,0 0-2-15,0 0-1 0,0 0-1 16,0 0 0-16,0 0-1 16,0 0 3-16,0 0-2 15,-2 0-1-15,2 0-1 16,0 0 1-16,0 0 0 15,2 0-1-15,1 0 1 0,3 0-2 16,-3 4 1-16,2-1 1 16,1 1 0-16,-2-3 0 15,3 1 0-15,-1 0 1 16,2-2 1-16,0 0 2 16,3 0 0-16,3-12 6 0,6-6 1 15,7-10 3-15,11-14 0 16,11-9-4-16,16-14-6 15,11-15-1-15,16-8-1 16,13-6-1-16,13-8 0 16,11-6 1-16,9 3-1 0,8 3 0 15,4-3-24-15,-9 3-90 16</inkml:trace>
  <inkml:trace contextRef="#ctx0" brushRef="#br0" timeOffset="-92547.2">1073 10133 78 0,'0'0'3'0,"0"0"0"0,0 0-1 15,0 0-1-15,0 0 0 16,0 0-1-16,0 0 20 0,0 0-13 16,0 0-3-16,0 0-2 15,0 0-1-15,0 0 4 16,0 0 2-16,-11-26-5 16,11 26-2-16,0 0-1 15,5 0 0-15,-1 3 0 0,5 9-2 16,-1 3 1-16,2 5-2 15,-4 6 2-15,3 1 2 16,-1 1-1-16,0-4 4 16,3-4-1-16,1-5-2 15,-1-7 2-15,4-7 0 0,7-1 5 16,6-21 6-16,11-18 10 16,15-17-6-16,9-21-9 15,15-18-4-15,16-17-2 16,9-13 0-16,9-11 0 15,3-9-1-15,-1-10-62 16</inkml:trace>
  <inkml:trace contextRef="#ctx0" brushRef="#br0" timeOffset="-91785.53">1091 10000 74 0,'0'0'-4'0,"0"0"5"0,0 0 0 0,0 0 0 16,0 0-1-16,0 0 2 16,0 0 0-16,0 0 3 0,0 0-2 15,0 0 2-15,45 35 2 16,-21-52 3-16,8-13 9 16,10-19 3-16,16-17-8 15,15-18-4-15,15-21-4 16,15-11-5-16,10-12 0 0,13-6-1 15,8-3-1-15,4-5-12 16,6 2-30-16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42:10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22024 4820 19 0,'2'0'64'0,"-2"-3"-60"0,1 0 8 0,0-1-4 16,0 0 2-16,-1 0 5 15,1-1-1-15,-1 1-1 0,0 1 2 16,0-1-1-16,0 2-2 16,0-1-3-16,0 2-5 15,0 1-2-15,0 0-2 16,0 0-1-16,0 0 0 15,0 0 0-15,0 0-1 0,0 0 1 16,0 0 0-16,2 0 1 16,0 2-2-16,0 3 0 15,0-2 1-15,0 1 1 16,0 2-1-16,-1-2 1 16,1 2-3-16,0-2 3 0,0 2-1 15,0-2 1-15,0 0 0 16,0-1 0-16,-1 0 0 15,0 0 0-15,0-3 0 16,0 2 1-16,0-1-1 16,2-1 3-16,-1 0-1 0,2 0 2 15,-2 0 0-15,3 0-1 16,1 0-1-16,2-4 0 16,2-1 0-16,0-2-1 15,2 1 1-15,0 1-1 16,0-4-1-16,3 2 1 15,0-3-1-15,1 0 1 0,0 0-1 16,3-1 1-16,2 2-1 16,-3-3 1-16,5 0 1 15,0-1 1-15,-1 2-2 16,-1-3 1-16,-1 3-1 16,-3 1 1-16,-2 0-1 0,-4-2 2 15,-2 2 4-15,0 1 4 16,-3 0 1-16,-2 2-2 15,1 0-3-15,-3 1-4 16,-1 5-2-16,1 1-1 0,0 0-2 16,-1 1-15-16,-1 3-42 15,0-4-89-15</inkml:trace>
  <inkml:trace contextRef="#ctx0" brushRef="#br0" timeOffset="1017.7">17356 3641 75 0,'-2'0'3'0,"0"0"9"0,1 0 0 0,1 0-5 16,0 0-7-16,0 0-1 15,0 4 1-15,0 1-1 0,0 0 2 16,4 1-2-16,1 1 1 15,0 3 0-15,3 0-1 16,-2 0 1-16,4 1 0 16,-4-1 0-16,3 0-2 0,-2-3 2 15,2-1-1-15,-2-2 4 16,0-1 1-16,4-3 8 16,-4 0 12-16,4-3 6 15,4-8-5-15,1-3-8 16,4-3-3-16,0-5-1 15,3-3-3-15,4-2 1 16,1-7-1-16,2 0-2 0,7-5 1 16,1 0-5-16,7 0-2 15,2 2 0-15,4 0-2 16,-8 2-53-16,0-2-150 16</inkml:trace>
  <inkml:trace contextRef="#ctx0" brushRef="#br0" timeOffset="1957.34">21949 4884 52 0,'0'0'7'0,"0"0"13"0,0 0 1 0,0 0-4 15,0 0 0-15,0 0-4 16,0 0 1-16,0 0 3 15,0 0-8-15,0 0-6 16,0 0-2-16,0 0 0 16,0 0 0-16,13-36-3 15,-12 36-6-15,0 0-5 0,1 0 4 16,0 5 2-16,3 2 7 16,-2 0 0-16,1 1 1 15,2 1 1-15,-1-2-1 16,1-3 1-16,2-1-2 15,0-2 2-15,1-1 1 0,2 0 3 16,2-5 1-16,4-7 1 16,3-6 4-16,6-2 0 15,3-4 2-15,5-6-1 16,4-4 3-16,7-4 1 16,-2-5 1-16,3 2-8 15,-2 0-4-15,-1 2-5 0,-2 4-1 16,-4 5 0-16,-7 7-19 15,-6 5-33-15,-15 2-71 16</inkml:trace>
  <inkml:trace contextRef="#ctx0" brushRef="#br0" timeOffset="3146.51">17330 8381 86 0,'0'-2'8'0,"0"-1"12"0,-1-1 1 0,0 4-9 16,0-2-9-16,1 2-3 15,0 0-1-15,0 0-4 0,0 0-1 16,0 2 2-16,0 5 4 16,0 1-1-16,0 0 1 15,0 0-1-15,0 4 1 16,0-5 0-16,0 3 0 15,1-2 0-15,2-1 1 0,1 2-1 16,-1-4 0-16,3 1 1 16,1-1-1-16,2-1 1 15,-1-3-1-15,4-1-1 16,2 0 4-16,2-3 0 16,5-7-1-16,1-7 3 0,4-1-2 15,2-7 4-15,2-1-2 16,4-3 0-16,-3 1-1 15,2-3-1-15,-2 5-1 16,-1 1-1-16,-2 3 0 16,-4 4 0-16,-2 4 0 0,-1 4-2 15,-8 4-10-15,-1 2-10 16,-7 4-7-16,-3 0-13 16</inkml:trace>
  <inkml:trace contextRef="#ctx0" brushRef="#br0" timeOffset="4030.82">17340 8417 47 0,'0'0'28'0,"0"0"-17"0,0 0 0 0,0 0-5 16,0 0-3-16,0 0-2 15,0 0 0-15,0 0-1 16,0 0 1-16,0 0-1 16,0 0 0-16,0 0 0 15,0-17 0-15,0 17 1 16,1 0 0-16,1 1 1 0,1 4-1 15,-1 2 0-15,1 0 0 16,-1 0 0-16,0 2-1 16,-1-2 0-16,1 0-2 15,0 0 2-15,0 0 1 16,0-2-1-16,1 0 1 0,0-2-1 16,2 1 0-16,-3 2 2 15,5-3-2-15,-2 1 0 16,0-3 1-16,3 1 0 15,1-2 0-15,3 0 3 16,-1 0 0-16,5-8 1 0,1-1-2 16,4-4 1-16,-1-4 0 15,4-1-1-15,1-2 1 16,2-4 1-16,1-1-2 16,2-2 1-16,1-1-2 15,0 2-1-15,1-2 1 0,0 4 0 16,0 0-1-16,-1 3-1 15,-4 2 1-15,-6 4-2 16,-2 3 2-16,-5 5-1 16,-7 3 0-16,-1 3-2 15,-4 1-4-15,-1 0-5 0,-1 8 13 16,0 3-4-16,-8 2-23 16,-6 3-36-16</inkml:trace>
  <inkml:trace contextRef="#ctx0" brushRef="#br0" timeOffset="4620.32">17416 8375 76 0,'0'0'7'0,"0"0"10"0,0 0-6 0,0 0-5 0,0 0-3 16,0 0-3-16,0 0 1 16,0 0 0-16,0 0-2 15,0 0 1-15,0 0-1 16,-9 18 1-16,9-11 0 16,3 2 0-16,5-1 0 0,-4-1 1 15,5 0 0-15,-2-1-1 16,3 0 0-16,0-2 0 15,-2 2 0-15,3-3 0 16,-1-2 0-16,-2-1-1 16,3 0 0-16,0 0 6 0,1-3-1 15,2-8 4-15,3-3 1 16,6-6 4-16,2-6 0 16,4-5 0-16,5-3 0 15,3-4 2-15,1-2-1 16,-1 3-5-16,0 4-6 0,-1 5-2 15,-9 6-1-15,-4 5-6 16,-6 8-15-16,-7 4-13 16,-4 5-6-16,-4 0 4 15,-2 3-31-15</inkml:trace>
  <inkml:trace contextRef="#ctx0" brushRef="#br0" timeOffset="6094.29">17333 3631 23 0,'0'-3'10'0,"0"-1"9"0,0 1 3 0,2-1-5 16,-2 1-4-16,2 2-3 0,-1-2-1 15,1 0-3-15,0 0 1 16,2 0-3-16,-2 2 0 15,1 0-2-15,0 1-1 16,-1 0-1-16,2 0-1 16,0 0-1-16,-3 2-3 0,2 5 3 15,2 2 2-15,-3 1 0 16,2 0 2-16,0 1-1 16,2-2 0-16,0 1-1 15,3-2 1-15,-2 1-1 16,3-5 2-16,0 2-1 0,1-5 1 15,3-1 2-15,-1 0 4 16,1-6 7-16,3-5 1 16,2-5-1-16,3-5-6 15,1-2 1-15,4-5-2 16,3-5 2-16,1-3-2 0,1-3 0 16,3-2 2-16,2 0-1 15,-1 4-2-15,1 1-2 16,-6 8-3-16,-4 6-1 15,-4 8 0-15,-6 4-3 16,-7 6-39-16,-6 1-97 0</inkml:trace>
  <inkml:trace contextRef="#ctx0" brushRef="#br0" timeOffset="7424.28">21935 4821 99 0,'-2'0'4'0,"0"-1"10"0,1-2 1 0,1 0-6 16,0 2-4-16,0-2-2 15,0 2 0-15,0-1 5 16,0-1-6-16,0 2 1 16,0-2-1-16,1 1 6 15,-1 1 3-15,0 0 1 16,0 1-6-16,0 0-1 0,0 0-8 15,0 0-3-15,1 0 2 16,-1 0 1-16,0 3 2 16,1 2 0-16,-1 1 1 15,1 0 0-15,1 1 0 16,2-3 1-16,1 3-1 0,-1 0 0 16,2-1 0-16,-1-1 0 15,1 0 0-15,2-1 0 16,-3-1 1-16,2-3-1 15,-3 0-2-15,3 0 4 0,1 0 4 16,2 0-2-16,1-3 1 16,3-3-1-16,1-1-2 15,1-1 0-15,2-4-1 16,3 1 1-16,1-3 1 16,5-3 0-16,4-2 3 15,0-1 5-15,4-4 1 0,2-1 2 16,3-2 0-16,1-3-1 15,1-1-3-15,-1-1 0 16,-1 4-2-16,-1 0-1 16,-7 3-3-16,-3 7-2 15,-6 3-1-15,-6 7-1 0,-3 1 0 16,-6 6-1-16,-3 1-3 16,-2 0-10-16,-3 8-29 15,-1 0-11-15,-10-1-66 16</inkml:trace>
  <inkml:trace contextRef="#ctx0" brushRef="#br0" timeOffset="22626.54">18390 10603 88 0,'0'0'9'0,"2"0"8"0,-2-2 4 15,0 1-4-15,2 0-3 0,-2-2-7 16,2 3-2-16,-2 0 0 16,0 0-4-16,0 0 0 15,0 0 1-15,2 0 1 16,-2 0 0-16,0 0 2 15,0 0-2-15,0 3 1 0,0 3 1 16,0 1-2-16,0 3 1 16,0-2-2-16,0 5 0 15,0-1-1-15,0 0 0 16,0 1-1-16,0 0 1 16,0-1-2-16,0 1 2 0,2-1-1 15,2 0 1-15,0 1-1 16,1-3 0-16,1 0 0 15,0 1 1-15,2-3 0 16,1-1 0-16,1-2 2 16,2-1 1-16,1-2-1 0,-2-2-1 15,3 0-1-15,-3 0 2 16,1 0 0-16,-2-6 1 16,1-4 2-16,1 0 2 15,-5-2-2-15,3-1 0 16,-5 0-3-16,5-1-1 0,-2 1-1 15,-4 2-1-15,1 1 1 16,2 3-1-16,-5 1 0 16,-1 3 1-16,0 0 2 15,0 3-1-15,-1 0-2 16,0 0-1-16,1 0 1 0,-1 6 0 16,1 1 1-16,1 2 0 15,2-1-1-15,-2 2 0 16,2-1 1-16,3 2-1 15,-2-3-1-15,1 0 1 16,2 0-1-16,0 0 1 0,1-2 0 16,1 0 0-16,2 0 0 15,2-4-1-15,1-2 0 16,4 0 1-16,3 0 0 16,0-6 1-16,1-5 2 15,-1 0 2-15,-2-3 5 16,-3-2 10-16,-5 2-3 0,-2-3-7 15,-4 0 3-15,-4 3-6 16,-2-2-6-16,0 6-1 16,0 0-10-16,0 6-17 15,-6 3-14-15,1 1-83 0</inkml:trace>
  <inkml:trace contextRef="#ctx0" brushRef="#br0" timeOffset="23401.72">18877 11065 168 0,'0'0'7'0,"0"0"7"0,0 0-10 0,0 0-2 0,0 0-2 16,1 0 1-16,3 0-2 16,0 0 8-16,1 0 5 0,0 0 3 15,3 0 0-15,-2 0-4 16,2-3-5-16,1-3-3 16,-1-1-2-16,1-1 0 15,-2-2 0-15,2-2 0 16,-4-2 0-16,3 1 0 15,-5-1 1-15,1 0 0 0,1 0 0 16,-5 1-2-16,2 2 1 16,-2 4 0-16,0 2 0 15,0 2-1-15,0 2 2 16,0 1-4-16,0 0-1 16,0 4-2-16,0 5 5 0,0 4 1 15,0 1 2-15,0 0-2 16,-2 2-1-16,2-2 0 15,0-3 1-15,0-1-1 16,0 0 0-16,3-3 0 16,4-2-2-16,1 0 2 0,5-3-4 15,-4 0 3-15,4-2-1 16,-2 0-9-16,0-2-43 16,-1-8-50-16</inkml:trace>
  <inkml:trace contextRef="#ctx0" brushRef="#br0" timeOffset="23574.08">18978 10839 221 0,'0'0'4'0,"0"0"2"0,0 0-6 0,0 0 0 16,0 0-7-16,0 0-77 15,0 0 26-15</inkml:trace>
  <inkml:trace contextRef="#ctx0" brushRef="#br0" timeOffset="23994.05">19171 10978 165 0,'0'0'10'0,"0"0"13"16,0 0-12-16,0 0 3 15,0 0-6-15,0 0 0 16,0 0 6-16,0 0-3 16,39-14-1-16,-27 8 0 15,4 2-4-15,-3 0-2 0,3 1-3 16,-2-1 1-16,-1 2-2 15,0-1 0-15,-2 2 0 16,2 1 0-16,-6 0-4 16,0 0-20-16,-3 0-47 15,-4 0-44-15</inkml:trace>
  <inkml:trace contextRef="#ctx0" brushRef="#br0" timeOffset="24271.44">19239 10887 176 0,'0'0'0'16,"0"0"6"-16,0 0 10 16,0 0 4-16,0 0-1 15,0 0-13-15,0 0-5 0,0 0 2 16,10 10-1-16,-9 3 1 15,-1 1 0-15,0 3-2 16,0 3 1-16,0-1 1 16,0 0-5-16,0 0 2 0,-1-2 2 15,0 0-2-15,-1-3-12 16,2-1-32-16,0-4-28 16</inkml:trace>
  <inkml:trace contextRef="#ctx0" brushRef="#br0" timeOffset="24554.41">19467 10883 63 0,'0'0'107'0,"0"0"-81"16,0 0 1-16,0 0-25 16,0 0-1-16,0 0 1 0,-12 41 5 15,11-22-1-15,-1-1-3 16,-1 2-2-16,3 0 1 16,0-2-4-16,0 1 2 15,0-3-2-15,5-3-32 0,-2-4-58 16</inkml:trace>
  <inkml:trace contextRef="#ctx0" brushRef="#br0" timeOffset="24947.16">19848 10586 146 0,'0'0'26'0,"0"0"-7"0,0 0-4 0,0 0 11 0,0 0-10 16,0 0-7-16,47-7 0 16,-32 4-5-16,0 0-2 15,3 1-2-15,-2 2 2 16,2 0-7-16,-5 0-37 15,-3 0-52-15</inkml:trace>
  <inkml:trace contextRef="#ctx0" brushRef="#br0" timeOffset="25103.02">19923 10667 274 0,'0'0'8'16,"0"0"-2"-16,0 0-12 15,0 0 4-15,0 0 3 16,46 1 2-16,-23-1-11 16,-3-2-73-16</inkml:trace>
  <inkml:trace contextRef="#ctx0" brushRef="#br0" timeOffset="25373.27">19961 10826 264 0,'0'0'26'15,"0"0"-18"-15,0 0 7 16,0 0-11-16,0 0-6 0,0 0-1 16,0 0-3-16,45-18-28 15,-25 11-98-15</inkml:trace>
  <inkml:trace contextRef="#ctx0" brushRef="#br0" timeOffset="25992">20621 10478 249 0,'0'0'-18'0,"0"0"32"0,0 0-5 16,0 0-7-16,0 0-3 16,0 0 1-16,0 0 0 15,0 0 0-15,-20 50 1 16,15-32-1-16,-1 1 0 16,2-3 0-16,3-1 0 15,1-1 0-15,0-4 0 0,0 0-1 16,5-3 1-16,6-2-2 15,1-1 4-15,6-4 4 16,3 0-2-16,-2 0-2 16,3-7 2-16,0-3-4 15,-3-2 5-15,-2-2-3 0,-2-3 0 16,-3 0 1-16,-1 3-1 16,-5 1-1-16,1 5 1 15,-5 3-1-15,0 4 1 16,-1 1-4-16,-1 2-8 15,0 10 3-15,1 1 5 0,-1 5 2 16,1-3-1-16,2 0 0 16,2-1 0-16,0-3 0 15,4-6-1-15,-1 1 2 16,2-4-3-16,1-2 3 16,3 0 10-16,0-5 1 15,0-7 2-15,0-2 2 0,-1-6-1 16,-2-1-1-16,-2-1-3 15,1 0-4-15,-4 1-4 16,-2 4-1-16,-3 5-3 16,-1 5-18-16,0 7-17 15,-3 0-82-15</inkml:trace>
  <inkml:trace contextRef="#ctx0" brushRef="#br0" timeOffset="26363.09">20982 10829 226 0,'0'0'-27'0,"0"0"26"0,0 0 1 0,0 0 1 0,35-15 2 15,-28 4-1-15,-1-1 0 16,0-3 7-16,-1 1 3 15,2 1 1-15,-4-1 2 16,0 3-3-16,-1 0-2 0,-1 3 1 16,-1 4-2-16,0 0-1 15,0 4-5-15,0 0-2 16,0 0-4-16,0 4 3 16,1 3 1-16,1 2 0 15,3 0-1-15,-2 0 0 16,5 0-1-16,1-1 1 0,1 1-1 15,4-2 1-15,0 0-1 16,7-1 0-16,-6-2-28 16,1-4-57-16,-2 0-90 15</inkml:trace>
  <inkml:trace contextRef="#ctx0" brushRef="#br0" timeOffset="26511.67">21164 10633 151 0,'0'0'134'0,"0"0"-125"0,0 0 8 16,0 0-10-16,0 0-6 15,0 0-11-15,0 0-67 16,0 0-16-16</inkml:trace>
  <inkml:trace contextRef="#ctx0" brushRef="#br0" timeOffset="26747.41">21530 10451 341 0,'0'0'-11'16,"0"0"13"-16,0 0 1 15,0 0-5-15,0 0 3 0,50-11 0 16,-28 11 1-16,-2 0-2 16,3 0-24-16,-1 0-42 15,-2-5-98-15</inkml:trace>
  <inkml:trace contextRef="#ctx0" brushRef="#br0" timeOffset="27551.36">21930 10331 157 0,'0'0'3'15,"0"0"8"-15,-42-3-4 16,20-2-2-16,4-2-2 0,-3-1 4 15,4 2 3-15,3 0 1 16,4-1 1-16,5-1-1 16,5 1-6-16,0-2-4 15,6 1-4-15,7 1 2 16,4 1 1-16,0 0-1 16,2 3 0-16,2 3 4 0,-2 0 1 15,3 0 0-15,-2 9-3 16,2 2 0-16,-2 2 0 15,-2 0 0-15,0 0 0 16,-7-2-1-16,0-1 0 16,-4-2 0-16,-3-3 0 0,-1-2 1 15,-3-2-1-15,0-1 3 16,0 0 20-16,0-3-12 16,0-4-11-16,0-4 1 15,0-3-1-15,0-2 1 16,2-3-1-16,4-1 1 0,4-4 2 15,-1 0 1-15,3-1-2 16,3 2-1-16,-1 1-1 16,5 4 0-16,-3 5 0 15,2 5 0-15,-1 2-2 16,-1 6 2-16,0 0 0 0,-1 9-1 16,-4 6-2-16,-3 8 2 15,-2 7-2-15,-4 4 3 16,-2 7 0-16,0 7 0 15,-9 5 0-15,-4 5 0 16,0 3 0-16,-3 0 1 0,1 0-1 16,1-1 0-16,1-3 0 15,1-3 0-15,-1-2 2 16,3-2-2-16,2 0 0 16,1-3 0-16,5-3 1 15,2-3 2-15,0-5-2 16,6-4 0-16,4-5-1 0,5-6 0 15,3-5 1-15,3-7 1 16,0-7 3-16,6-2 10 16,0-7 5-16,1-10-1 15,3-7 0-15,-2-6 0 0,0-7-10 16,0-4-5-16,-1-6-2 16,-4-1-3-16,0-3-29 15,-4-3-35-15,-3 0-56 16</inkml:trace>
  <inkml:trace contextRef="#ctx0" brushRef="#br0" timeOffset="28120.38">22563 10150 175 0,'6'-3'5'0,"5"-4"4"0,6 0 0 0,5 0-3 16,5-3 4-16,9 0 1 0,3 0 1 15,4 0-4-15,4 3-1 16,-1 0-4-16,0 1-1 16,-4 2-4-16,-6 3-45 15,-5-2-39-15</inkml:trace>
  <inkml:trace contextRef="#ctx0" brushRef="#br0" timeOffset="28607.91">22688 10181 166 0,'0'0'5'15,"0"0"0"-15,0 0-1 0,0 0 2 16,36 22-3-16,-27-5 3 16,0 3-3-16,-2 5 0 15,1 2-1-15,-1 0-1 16,3 0 0-16,0-3-1 15,1-4 1-15,-2-2 9 0,1-5 5 16,0-4-1-16,-3-2-1 16,2-4 1-16,-2-3 3 15,1 0 2-15,2-7 3 16,-1-7-8-16,2-5-7 16,3-2-3-16,-1-5 0 15,3-4-2-15,1-4 0 0,1-4-2 16,0 0 0-16,4-1 0 15,-3 4-6-15,-1 2-12 16,-1 9-10-16,-4 3-15 16,-3 4-84-16</inkml:trace>
  <inkml:trace contextRef="#ctx0" brushRef="#br0" timeOffset="29530.08">23368 10113 127 0,'0'0'9'0,"0"0"16"0,0 0-12 0,0 0-8 16,0 0 1-16,0 0-6 15,-47-17 4-15,27 17-1 16,-1 0 3-16,-4 0-3 16,1 7 2-16,2 7-3 0,-2 1-2 15,3 3 0-15,6-1 0 16,5 0 0-16,2-1 0 15,6-2-2-15,2-2 1 16,0-3-1-16,6-4 0 16,8-3 1-16,5-2 3 15,0 0-3-15,6-4 3 0,1-6 1 16,1-5 1-16,-1-1 2 16,-4 0 2-16,0-4-1 15,-5 2-2-15,-3-1-2 16,-2 2-2-16,-5 3 0 0,-1 2-1 15,-3 3 1-15,-2 3-1 16,-1 2 2-16,0 4-1 16,-2 0-4-16,-3 3-1 15,-6 7 4-15,3 3-1 16,0 2 1-16,-1 6 0 0,4 4 0 16,-1 2 0-16,2 3 0 15,2 2 0-15,2 2 0 16,0 0 0-16,0 3 0 15,4-1 0-15,2-2 1 16,-1 3 1-16,0-2 2 16,1 1 2-16,-4-3-3 0,-1-2-1 15,-1-4-2-15,0-5 2 16,-5-3-2-16,-7-9 1 16,-1 0 0-16,-6-9 4 15,1-1 0-15,1 0 2 16,-1-5 1-16,3-7 7 0,4-6-3 15,2-8-5-15,6-2-1 16,3-8 0-16,0-1-3 16,12-4-1-16,7 0-1 15,7 3-2-15,5 2-2 0,7 5-13 16,2 2-8-16,0 1-18 16,-5 4-51-16</inkml:trace>
  <inkml:trace contextRef="#ctx0" brushRef="#br0" timeOffset="30527.63">23636 9904 87 0,'0'0'14'0,"0"0"26"0,0-46-14 0,-5 27-4 16,-2-2-7-16,-3-2 2 16,-3-1-3-16,-1 0-1 0,-4 1-7 15,0 0-3-15,-5 1-1 16,-2 3 3-16,-3-1-3 16,-1 2-1-16,-1 4 1 15,-5-1-2-15,2 4 1 16,-3 4 5-16,-1 3-4 15,-2 1-3-15,-4 3 1 0,-4 0 3 16,-4 6-4-16,-4 5 1 16,-2 4 0-16,-3 3-2 15,2 3 2-15,-4 3-1 16,3 6 2-16,1 1-1 16,2 3 0-16,4 5 1 0,2 0-1 15,7 4 0-15,5 1 0 16,6 2 0-16,6 3-1 15,9 5 0-15,6 3 1 16,10 1-2-16,1 3 2 16,12-1-2-16,11 6 1 0,8-3-1 15,3 2 3-15,9-1-1 16,4 0 4-16,6-1-2 16,1-4 0-16,4-3-1 15,1 0-1-15,3-6 1 16,1-3 0-16,3-7-2 0,2-6 6 15,3-11-2-15,3-5 1 16,3-11 1-16,2-4 0 16,1-3 3-16,3-10-2 15,-6-8 0-15,-2-9-3 16,-5-5 2-16,-9-9-5 0,-6-6 2 16,-6-7-1-16,-7-2 4 15,-5-7-1-15,-4-1 0 16,-2-5-3-16,-6 0 2 15,-9 0 0-15,-7-5 7 16,-9 2-5-16,-1-1 1 16,-19 3-3-16,-9 0-1 0,-9 6 0 15,-11 5-4-15,-13 8-5 16,-11 6-25-16,-13 6-18 16,-11 1-83-16</inkml:trace>
  <inkml:trace contextRef="#ctx0" brushRef="#br0" timeOffset="31083.12">23121 10996 209 0,'12'0'-42'0,"4"-4"46"0,4-3 9 0,6-3 1 16,4 3-9-16,4-1-3 16,4-1-1-16,0 1-1 0,1 0 0 15,-1-3 0-15,-3 4 2 16,-4-3-2-16,-4 3-12 15,-6-2-48-15,-8 2-56 16</inkml:trace>
  <inkml:trace contextRef="#ctx0" brushRef="#br0" timeOffset="31275.32">23227 11018 215 0,'0'0'23'0,"0"0"-12"0,0 0-5 16,66-14 3-16,-19 4-4 16,10-3-5-16,9 0 3 15,10 2-1-15,3 1-1 16,4-2-1-16,-3-3-35 0,-3-2-146 16</inkml:trace>
  <inkml:trace contextRef="#ctx0" brushRef="#br0" timeOffset="33119.71">22883 10801 77 0,'0'0'31'0,"0"0"1"16,0 0 7-16,0 0-4 0,0 0-10 15,0 0-7-15,47-19-7 16,-28 12-5-16,2 1-3 0,6-1-2 15,1 0 0-15,1 2-1 16,0 1 1-16,-1 0-11 16,-6 0-19-16,-2 4-33 15,-10-1-33-15</inkml:trace>
  <inkml:trace contextRef="#ctx0" brushRef="#br0" timeOffset="33291.19">22884 10867 255 0,'0'0'1'0,"44"-10"0"16,-9 2-1-16,7 1 5 16,6-3-3-16,2 3-39 15,0-3-67-15</inkml:trace>
  <inkml:trace contextRef="#ctx0" brushRef="#br0" timeOffset="37350.08">1306 5666 33 0,'0'0'23'0,"0"0"-10"0,0 0 5 0,0 0-4 15,0 0-7-15,0 0-1 0,0 0-1 16,0 0-1-16,0 0-2 16,0 0 1-16,0 0 4 15,0 0-4-15,0 0-1 16,0 0-3-16,-3-14 0 16,3 14-1-16,5 5 2 15,0 3 0-15,1-2 1 0,0 1-1 16,1 0 0-16,0 0 1 15,0-2-1-15,-1 0 0 16,1-4 0-16,2-1 1 16,2 0 0-16,2 0-1 15,3-8 2-15,5-8 2 0,3-4-3 16,3-5 1-16,4-4 1 16,2-2-1-16,3-5 2 15,3 1-2-15,-1-2 0 16,4 0 1-16,1 3-3 15,-5 0 0-15,1 5 0 0,-5 7-10 16,-5 5-25-16,-8 8-58 16</inkml:trace>
  <inkml:trace contextRef="#ctx0" brushRef="#br0" timeOffset="38197.35">1368 6439 1 0,'0'0'0'0,"0"0"1"0,0 0 0 0,0 0 4 16,0 0 10-16,0 0 6 15,0 0-6-15,0 0-1 16,0 0 0-16,0 0-2 15,0 0 0-15,-38-23-2 0,38 23-2 16,-2 0-4-16,2 0-4 16,0 0-3-16,0 0 2 15,0 2 1-15,0 2 0 16,0 2 0-16,0 1-1 16,0-3 1-16,0 3 0 0,0 0 0 15,2 0 0-15,0-1 0 16,0 0 0-16,3-1 0 15,-2-1 0-15,1 0 0 16,2-1 1-16,1-2 0 16,0-1-1-16,6 0-2 15,1-6 6-15,6-9 9 0,3-4-8 16,3-4 2-16,3-7-2 16,5-5 1-16,2-3-1 15,6-4-3-15,3 0-2 16,3-2 0-16,2-2 0 15,-8 1-40-15</inkml:trace>
  <inkml:trace contextRef="#ctx0" brushRef="#br0" timeOffset="40161.19">1473 7267 0 0,'0'0'7'0,"0"0"-4"0,0 0-1 0,0 0 1 0,0 0 8 15,-2 0 4-15,2 0 0 16,0 0-5-16,-2 0-3 16,2 0 4-16,0 0-8 15,0 0-3-15,0 0 1 0,0 1 1 16,2 2 0-16,0 0 1 15,5-3 1-15,-1 0 3 16,4 0 2-16,-2 0 5 16,6-7 8-16,8-14 5 15,9-10-5-15,17-14-8 0,14-13-7 16,18-11-4-16,19-12-2 16,10-10-9-16,5-7-87 15</inkml:trace>
  <inkml:trace contextRef="#ctx0" brushRef="#br0" timeOffset="56311.19">1265 5675 53 0,'0'0'19'0,"0"0"-1"0,0 0-5 0,0 0-4 16,0 0-2-16,0 0-1 15,0 0 1-15,0 0-3 0,0 0-2 16,0 0 0-16,0 0-3 15,0 0 0-15,0 0 7 16,0 0-8-16,-9-25-1 16,16 25 0-16,-1 0 1 15,2 0-2-15,-1 0 4 0,1 0-1 16,-3 0 0-16,4 2 0 16,-4-2 1-16,3 0 2 15,1 0 1-15,2-3 3 16,2-7 0-16,1-1-3 15,6-3 1-15,1-5 2 0,3-3-1 16,0-3 3-16,1-3 1 16,4-3 2-16,0-2-1 15,2-1-4-15,0-1 0 16,3-2-3-16,0 2 0 16,4 0 1-16,-2 5 1 15,-3 6 0-15,-4 7-11 0,-5 7-37 16,-10 10-19-16</inkml:trace>
  <inkml:trace contextRef="#ctx0" brushRef="#br0" timeOffset="56901.04">1265 6416 19 0,'0'0'30'0,"0"0"-16"0,0 0 0 0,0 0-2 0,0 0-1 16,0 0 3-16,0 0 4 15,0 0-10-15,0 0-15 16,0 0 2-16,0 0 7 16,-4-1-2-16,10 7 0 15,2 1-2-15,0-2 0 16,-1-2-1-16,0 0 3 16,2-3-1-16,2 0 2 0,0-3 5 15,5-11 3-15,5-4 0 16,2-7-4-16,6-5 3 15,0-4-5-15,5-2-1 16,-1-3 1-16,-1-2 5 16,3 1-1-16,2 2-2 0,-4 2-3 15,-2 5 1-15,-2 8 2 16,-5 9-12-16,-7 13-29 16,-9 1-13-16</inkml:trace>
  <inkml:trace contextRef="#ctx0" brushRef="#br0" timeOffset="57528.01">1326 7139 26 0,'0'0'13'0,"0"0"-4"0,0 0 4 0,0 0-7 15,0 0 0-15,0 0-4 0,0 0 0 16,0 0-1-16,0 0-1 16,0 0 0-16,0 0 0 15,-5 33 0-15,10-26 1 16,1 0-1-16,1 2 0 16,-2-1 0-16,1-1 0 0,3 1 2 15,-3-2-1-15,2-1 2 16,-1-4 1-16,3-1 6 15,2 0-2-15,1-14 10 16,5-9 8-16,4-11 1 16,5-10-13-16,9-10-1 0,9-11 4 15,9-11-11-15,8-6-3 16,9-10 0-16,3-8-2 16,2-7-71-16</inkml:trace>
  <inkml:trace contextRef="#ctx0" brushRef="#br0" timeOffset="87231.9">2732 7464 107 0,'2'0'2'0,"0"0"-3"0,0 0 1 0,1 0 0 15,3 0-1-15,1 0 0 16,0 0-1-16,-1 0-1 16,3-1 3-16,3-3 3 15,-3-1 1-15,4 0-1 0,1-1 0 16,1-1 2-16,1 1 1 16,-1 1-2-16,1-3 4 15,-1 0 2-15,-1 1-5 16,1 0-2-16,-1 1 0 15,-1 0-2-15,-1 2 0 0,-1 3-3 16,-5 1-23-16,-2 0-13 16,-4 0-57-16</inkml:trace>
  <inkml:trace contextRef="#ctx0" brushRef="#br0" timeOffset="87460.23">2861 7477 119 0,'0'0'5'0,"0"0"-8"16,0 0-3-16,0 0 6 16,0 0 9-16,0 0-7 15,52-26 1-15,-27 15 3 16,-1-2-1-16,7-1-3 0,0-3 3 15,0 2-2-15,-2-2-37 16</inkml:trace>
  <inkml:trace contextRef="#ctx0" brushRef="#br0" timeOffset="88278.95">2713 7639 49 0,'0'0'29'0,"0"0"-15"0,0 0 0 0,0 0-3 15,0 0 1-15,0 0-7 0,0 0-3 16,0 0-2-16,0 0 2 16,0 0-2-16,0 0 1 15,0-35 0-15,0 35-1 16,0 0-1-16,0 0-1 15,0 0 0-15,0 2-4 0,0 3 1 16,1 3 13-16,1 1-5 16,2 2 1-16,-4 3 3 15,3 0-4-15,-1 2-2 16,0 3 1-16,-2-1-3 16,0 2 4-16,0-1 0 0,0 3 0 15,0-1 2-15,0-1 0 16,0 0 1-16,0 0 1 15,0-3-5-15,-2 2 3 16,-3-4-5-16,1-1 6 16,1-2-6-16,-1-2 4 15,0-2 0-15,-1 2-3 0,-1 0-23 16,-1-1-23-16,0-1-10 16,0-1-24-16</inkml:trace>
  <inkml:trace contextRef="#ctx0" brushRef="#br0" timeOffset="88491.52">2632 7963 114 0,'0'0'-1'0,"0"0"1"0,0 0 3 0,0 0-2 0,0 0 1 16,37 17-1-16,-28-16 0 16,0-1-6-16,2 0-19 0,-2 0-30 15</inkml:trace>
  <inkml:trace contextRef="#ctx0" brushRef="#br0" timeOffset="88606.13">2747 7896 100 0,'0'0'10'0,"0"0"15"0,0 0 0 15,0 0-20-15,0 0-5 16,-17 50-21-16,10-19-20 16,-5 3-16-16</inkml:trace>
  <inkml:trace contextRef="#ctx0" brushRef="#br0" timeOffset="89055.19">2388 8216 166 0,'0'0'17'16,"0"0"4"-16,0 0-15 15,0 0-11-15,0 0 3 16,0 0 0-16,4 44 3 0,0-21 0 16,-2 2-1-16,1 2 1 15,1-1-1-15,-2-4 1 16,0-2 0-16,-2-1-1 16,2-2 2-16,2-4-2 15,-4-1-10-15,2-4-39 16,-2-3-16-16</inkml:trace>
  <inkml:trace contextRef="#ctx0" brushRef="#br0" timeOffset="89789.24">2463 8214 57 0,'0'0'4'16,"0"0"1"-16,0 0 1 16,0 0-2-16,0 0-2 15,0 0 5-15,0 0 3 0,0 0-3 16,0 0-1-16,16-15-3 15,-16 15 1-15,0 0 0 16,0 0 0-16,2 0-3 16,-2 0-2-16,3 0 1 15,-3 5-2-15,2 5 9 0,2 0 0 16,-2 4-2-16,0-1-1 16,1 3 2-16,1-1-1 15,-2 0-1-15,0 0 2 16,2-2-3-16,0 1-1 15,0-4-1-15,1 0 0 0,1-1-1 16,0-5-1-16,2 0 0 16,-2-2-1-16,1-2 4 15,-1 0-2-15,2 0-2 16,-2-3 12-16,-1-4-8 16,1-2 2-16,-1-1-1 0,1-3-1 15,1 1-1-15,-2-4 1 16,1 3-1-16,1-4 1 15,2 0-1-15,-2 1 1 16,-1 0-2-16,3 0 0 16,-3 2 1-16,0 1-1 15,0 2 0-15,-1 2 0 0,-1 1 0 16,0 3 0-16,-2 1 0 16,1 1 0-16,2 2-1 15,-3 1 1-15,0 0-8 16,1 0 2-16,1 5 2 15,-2 5 1-15,0 6 8 0,-2 5 1 16,2 2 4-16,-2 4-5 16,0 3 3-16,0 0-5 15,0 1-1-15,0-3-1 16,0-1 0-16,0 0 0 16,0-4-2-16,-2-2-35 0,2-8-32 15</inkml:trace>
  <inkml:trace contextRef="#ctx0" brushRef="#br0" timeOffset="90073.84">2792 8163 76 0,'0'0'13'0,"0"0"1"0,0 0-2 0,0 0-13 16,0 0-5-16,0 0 30 15,0 41-10-15,0-18-1 16,0 4-9-16,0 0-1 0,0-1-3 16,0-1 0-16,2-4 1 15,2-2-1-15,1-3 0 16,-1-5-20-16,-1-3-28 15,-2-6-51-15</inkml:trace>
  <inkml:trace contextRef="#ctx0" brushRef="#br0" timeOffset="90578.71">2776 8231 144 0,'0'0'3'0,"0"0"2"15,0-41-2-15,2 27 0 16,5 1-2-16,2 1 2 16,0 1 0-16,3 3 2 15,-1 0 2-15,1 0 0 0,2 5-4 16,-3 3-2-16,0 0-3 16,-1 1-5-16,-2 10 3 15,-1 3 3-15,-5 3 4 16,-2 3 0-16,0 3-3 15,-7 2 6-15,-3-2-4 16,-2 1-4-16,1-2 2 0,0-1 1 16,2-6-1-16,2-5 0 15,5-3-3-15,0-4-5 16,2-3-8-16,0 0-10 16,4-1 18-16,5-5 17 15,0-4-5-15,2 3 7 0,0-1 0 16,1 2 1-16,-1-1-8 15,1 7-2-15,0 0-2 16,-1 0-2-16,1 0-1 16,-6 11 3-16,1 1 0 15,-7 3-1-15,0-1 7 0,0 2-1 16,-9 1 0-16,-5-3-1 16,-3 3 1-16,1-4-5 15,-1 0 0-15,-2-2-8 16,6-5 2-16,-1-5-12 15,4-1-18-15,1-7-40 0</inkml:trace>
  <inkml:trace contextRef="#ctx0" brushRef="#br0" timeOffset="91233.48">3223 8069 57 0,'0'0'6'0,"0"0"9"0,0 0 7 0,0 0 2 16,0 0-1-16,0 0-9 16,0 0-4-16,0 0-4 15,0 0-4-15,0 0 5 16,0 0-7-16,-2-26 0 16,-2 26-1-16,-4 0 8 0,2 0-9 15,-1 4 2-15,1 1 1 16,-3 4 3-16,2-1-8 15,0 4 9-15,1-1-5 16,4-2 0-16,-2 1-1 16,4-1-3-16,0 0 3 0,0-2-2 15,0 2-1-15,6-3 0 16,0 0 0-16,1 0 1 16,0 1 1-16,2-2 2 15,0-1-2-15,-3 0 2 16,4-1 4-16,-4 3-2 15,1-2-1-15,-1 2 0 0,1-1 0 16,-2 2-1-16,-3 1 1 16,0 0 3-16,-2 0-1 15,0 1 1-15,-2 1-1 16,-8 2 7-16,-2 1-3 0,-4 2-3 16,0-1-2-16,-4 0 0 15,1-1 0-15,2-3 1 16,4-2-2-16,1-1 0 15,6-5 0-15,2-1-2 16,2-1 0-16,2-1-20 0,0-12-39 16,8-4-67-16</inkml:trace>
  <inkml:trace contextRef="#ctx0" brushRef="#br0" timeOffset="91909.87">3538 7970 99 0,'0'0'5'0,"0"0"10"0,0 0 7 0,0 0-12 16,0 0 2-16,0 0-8 15,-42-10 5-15,33 10-9 16,2 7 0-16,-2 2-4 16,1 1 11-16,-2 5-6 15,0 2 2-15,1 3-1 0,-3 0-1 16,3 3 1-16,0-2-2 15,2 3 2-15,1-1-2 16,3-2-1-16,1-1 2 16,0-1-2-16,2-2 0 15,0-3 0-15,0-3-2 0,4-2-1 16,1-2 1-16,2-3-4 16,0-1 4-16,1-3 2 15,1 0-4-15,1 0 12 16,-1-6-2-16,1-3-1 15,2-2-1-15,-5-1 1 0,3 0-1 16,-3-5-1-16,0 3 1 16,0 0-2-16,-3-2 2 15,0 5-1-15,1 1-2 16,-1 1 0-16,-1 2 1 16,-1 3 1-16,-1 1 0 0,3 3 1 15,-2 0-3-15,2 0-4 16,-2 0 1-16,3 1 0 15,1 5 5-15,-1 3 1 16,0 1 4-16,1 1-6 16,-3 2 1-16,1 1 0 0,-2 0 1 15,-2 2-1-15,0 0 1 16,0-1-14-16,0-1-20 16,2-1-27-16,-2-7-21 15</inkml:trace>
  <inkml:trace contextRef="#ctx0" brushRef="#br0" timeOffset="92152.66">3659 8075 145 0,'0'0'2'0,"0"0"16"0,0 0-3 0,0 0-8 15,0 0-4-15,0 0 2 16,0 0-12-16,0 0 1 15,0 0 2-15,0 0 11 16,2 7-6-16,-2 12 2 16,3 2-2-16,1 2 0 0,-2 1 0 15,2-3-1-15,-4-2-27 16,0-1-23-16,0-2 11 16,0-6-37-16</inkml:trace>
  <inkml:trace contextRef="#ctx0" brushRef="#br0" timeOffset="92479.83">3659 8082 113 0,'0'0'6'16,"0"0"8"-16,-2-44-1 16,2 30-6-16,0-3-2 15,6 4 2-15,3 0-5 16,5-1-2-16,-1 3 0 15,1 2-1-15,1 2 3 16,3 3 3-16,-5 3-3 0,2 1-1 16,-1 1-1-16,0 10 0 15,-1 2-2-15,-2 6 3 16,-1 2 0-16,-4 0 3 16,-3 3 1-16,-3-2 1 15,0 0-1-15,-9 0 0 16,-7 0 3-16,1-2-4 0,-6 2-1 15,-2-4-1-15,4 0-1 16,-6-2-15-16,0-5-51 16,-1-6-66-16</inkml:trace>
  <inkml:trace contextRef="#ctx0" brushRef="#br0" timeOffset="93268.95">3849 7783 119 0,'0'0'7'0,"0"0"6"0,0 0-6 0,-44-36-5 0,27 25-3 16,2 2 4-16,-7-1 4 16,-1 0 7-16,-2-1 3 0,-6-2 8 15,0 2-7-15,-7-2-8 16,-2 2 1-16,0-1-6 16,-5 1 2-16,1 1-1 15,-4 1 4-15,-4 2 1 16,2-1-5-16,-4 7 0 15,0 1-4-15,-2 1-2 0,-3 10 1 16,-2 6-2-16,-1 3 4 16,-4 7-4-16,1 4 4 15,-1 4-5-15,5 7 0 16,0 2 1-16,4 7 0 16,8 4-2-16,1 3-4 0,6 5 8 15,7 3-4-15,10 5 1 16,5 1 3-16,11 2-2 15,6 1-1-15,3-2 0 16,14-2-1-16,10-3 0 16,6-8-1-16,11-6-1 0,7-8 1 15,6-9 1-15,8-10-4 16,7-10 2-16,5-8 8 16,4-9-1-16,5 0-2 15,4-12 1-15,2-9-1 16,1-7 3-16,1-5-5 0,1-7 4 15,0-4 1-15,-1-8-3 16,-3-2 1-16,-3-5 0 16,-7 0 1-16,-6-3-2 15,-10 0 2-15,-9 0 4 16,-10 2 6-16,-11-3-3 16,-13 1 0-16,-11 1 0 0,-8-3-2 15,-14 3 1-15,-13 2-4 16,-13 4 1-16,-8 7 0 15,-6 10 2-15,-7 6-2 16,-9 11 10-16,-3 13-15 0,-3 8 0 16,-2 4-18-16,2 21-15 15,1 11 12-15,7 11-25 16,5 7-53-16,5 7-17 16</inkml:trace>
  <inkml:trace contextRef="#ctx0" brushRef="#br0" timeOffset="93610.36">3347 8625 178 0,'0'0'0'0,"0"0"7"0,0 0-26 16,0 0 16-16,0 0 1 0,48-12 3 15,-27 3 8-15,5-3-3 16,3-5 1-16,5-2-2 15,4-2 2-15,0-3-2 16,5 0-2-16,-3 0-2 16,-3 1-39-16,-8 7-47 15</inkml:trace>
  <inkml:trace contextRef="#ctx0" brushRef="#br0" timeOffset="93788.6">3536 8642 239 0,'0'0'18'16,"0"0"16"-16,0 0-30 15,0 0-18-15,67-54 15 16,-6 9 1-16,28-14 5 16,14-10-1-16,11-14-5 0,4-11-122 15</inkml:trace>
  <inkml:trace contextRef="#ctx0" brushRef="#br0" timeOffset="101679.01">19709 5941 145 0,'0'-2'3'0,"-2"-2"10"0,2 1-9 16,-2 2 1-16,2-1-1 15,-3 2 5-15,1 0-6 0,-2 0 1 16,2 6 2-16,0 2-6 16,-1 2 0-16,3 2-1 15,0 0 1-15,0 0-3 16,1-2 1-16,6-2-3 16,1-1 5-16,0-4-2 0,2 0 2 15,-2-3-1-15,1 0-1 16,-1 0 7-16,2-7-2 15,-4-3 7-15,1 0 0 16,-2 0 1-16,-2-3-3 0,0 2-3 16,-3-2-1-16,0 2-1 15,0-2-2-15,0 4 1 16,-4 3-4-16,-3 2 5 16,-3 4-1-16,-2 0 0 15,-1 2 5-15,-2 9-6 16,1 4-1-16,1 0 0 0,1 1 0 15,6 0 0-15,5-2-1 16,1-3 0-16,0 0-4 16,3-4-6-16,7-1 9 15,2-6-2-15,1 0 0 16,1 0 5-16,1-7 7 0,1-3-6 16,-2-1 1-16,1-2-2 15,-4-1 0-15,0 1 0 16,-5-1 0-16,-2 0 2 15,-2 1 0-15,-2 2-2 16,0 3 2-16,0 1-3 0,-1 6 2 16,-6 1-1-16,-2 0 5 15,1 5-1-15,-3 8-4 16,0 0 1-16,2 4-3 16,3 0 2-16,3-1-1 15,3-2-1-15,0-1 0 16,0-5-2-16,0-1-2 0,7-4 2 15,2-3-1-15,4 0 3 16,-2 0 0-16,2-10 6 16,-2 0-4-16,-1-2 2 15,-2-3-1-15,-3 0-1 0,0-1 5 16,-5-1 1-16,0 4-2 16,0-1 1-16,0 7-1 15,-2-2 3-15,-4 8-4 16,0 1-3-16,-1 0 0 15,-1 4-1-15,0 8 5 0,2-1-6 16,2 4 2-16,2-3-1 16,2 2-2-16,0-4-1 15,4 0 1-15,4-4 0 16,0-1-1-16,1-3 3 16,1-1-3-16,-1-1-1 15,1 0 3-15,-2-3 5 0,-3-4-4 16,-1-3 4-16,1-1-1 15,-5 1 0-15,0-3 1 16,0 3-2-16,-8 3 1 16,0 1-3-16,-1 5-1 15,-3 1-5-15,1 0 7 0,-1 10 4 16,2 4-4-16,0 2-1 16,3 1 1-16,3-3-1 15,2 3-2-15,2-4-1 16,0-3 0-16,4-3 0 15,5-4-1-15,3-2 0 0,0-1 1 16,3 0 3-16,2-7 3 16,-3-3-2-16,0-2-1 15,-2-1 4-15,-2-3-4 16,-5 3 2-16,-4-2 0 16,-1 1 0-16,0 2-1 0,-3 2 2 15,-8 3 0-15,0 3-2 16,-3 4-1-16,-2 0-2 15,-2 4 7-15,1 10-4 16,-1 2-1-16,3 2 1 16,2 1 0-16,4-1-2 0,5-1 1 15,4-4-2-15,0-1-2 16,3-3 1-16,6-4-1 16,2-3 0-16,2-2 0 15,-2 0 2-15,5-7 5 16,-3-4 0-16,1 0-2 0,-1-3-1 15,-6-2 1-15,2-3 1 16,-7 1-1-16,-1-2 2 16,-1 3-1-16,-1 1 0 15,-9 4 0-15,-1 3-2 16,-3 7-1-16,-3 2-5 0,1 0 11 16,-1 11-6-16,-3 4 1 15,4 2 1-15,2 2 1 16,6 1-2-16,2-2 0 15,6 2-2-15,0-4 0 16,1-2-4-16,8-3 5 16,3-4-3-16,1-1 3 0,3-5-4 15,-2-1 0-15,3 0 9 16,-1-10-4-16,0-1 2 16,-4-3 0-16,-2-2-1 15,-3-1 0-15,-3 0 0 16,-4 2 1-16,0-2 0 15,0 2-2-15,-9 5 2 0,2 2-5 16,-6 5 3-16,-1 3-5 16,-1 0 1-16,-3 10 3 15,2 4 3-15,0 5-2 16,4-1 0-16,2 3-1 0,8-1 1 16,2-1-1-16,0-4-5 15,10-1 5-15,3-5-6 16,3-6 3-16,0 0-3 15,3-3 3-15,-1 0 8 16,2-10-5-16,-2-2 5 0,-3-2-4 16,-4 0 1-16,-3-3 1 15,-6 1-1-15,-2-4 0 16,0 2 2-16,-2 2-1 16,-9 0-2-16,-1 5-4 15,-4 4 4-15,-2 3-2 0,0 4-5 16,-3 0 11-16,2 10 0 15,3 1-5-15,-1 1 1 16,8 2 2-16,1 0 0 16,6-3-2-16,2 0-1 15,0-2-9-15,6-6-3 0,7 1-6 16,4-4-12-16,0 0 4 16,3-4 7-16,-3-3-6 15,1-2 3-15,-4-2 0 16,-3 1-4-16,-5 0 17 15,-3 0 9-15,-1 3 7 16,-2 0 11-16,0 0 4 0,-3 4-6 16,-3 3-1-16,-5 0-3 15,1 0 1-15,0 0-9 16,0 3-2-16,2 1-1 16,3 0 1-16,1 0-2 0,4-2-5 15,0 1-37-15,0-3-40 16</inkml:trace>
  <inkml:trace contextRef="#ctx0" brushRef="#br0" timeOffset="101812.86">19868 5889 147 0,'-3'0'-14'0,"0"0"10"0,0 0 2 0,2 0-37 0</inkml:trace>
  <inkml:trace contextRef="#ctx0" brushRef="#br0" timeOffset="104346.22">16202 4649 22 0,'4'3'4'0,"2"-1"9"0,2 0 1 0,-3 1 0 15,3-1-3-15,-1 1 3 16,5-3-4-16,0 2-3 16,4 0-3-16,4-2-1 15,0 0 0-15,3 0-2 0,2 0 0 16,-1 0-1-16,1 0 1 15,2 0 0-15,4 0 2 16,0-2 6-16,4-3 2 16,5-1-3-16,2 0-2 15,3 1-4-15,1-2-2 0,1 4 1 16,-1-3 1-16,1 2 1 16,-1 1 4-16,2 0-2 15,0 2 0-15,3-2 0 16,-3 3-3-16,3 0 1 15,2 0-2-15,0 0 1 0,4 0-1 16,2 0 0-16,6 0-1 16,-2-1 1-16,1-1-1 15,1-2 1-15,-6-1 0 16,-4-3-1-16,-3 0 1 16,-9-1 11-16,-4-1 6 0,-4 0-5 15,-4 2-6-15,-9-1-3 16,0 3-3-16,-4-1 4 15,-3 3-5-15,-2 0 0 16,-3 2-56-16,-6-2-45 16</inkml:trace>
  <inkml:trace contextRef="#ctx0" brushRef="#br0" timeOffset="104658.51">16863 4702 163 0,'0'0'-9'0,"0"0"18"0,0 0 11 16,0 0-3-16,0 0-11 16,0 0-1-16,0 0-11 0,0 0-13 15,0 0 24-15,57 0-4 16,-2 0 5-16,15 0-5 16,12 0-5-16,14-4-105 15</inkml:trace>
  <inkml:trace contextRef="#ctx0" brushRef="#br0" timeOffset="105790.65">21332 5817 107 0,'0'0'-1'0,"0"0"4"0,0 0-1 0,0 0 7 16,0 0 1-16,0 0 5 16,0 0-6-16,0 0-2 15,0 0-5-15,36-1 0 16,-23 0-2-16,3 1 0 15,1-1 1-15,5 0-1 0,-1 1 0 16,3 0-1-16,1 0 1 16,3 0 0-16,3 0-2 15,3 0 2-15,3 0-1 16,3 2 1-16,6-1 0 0,2 0 0 16,7-1 0-16,4 0 0 15,6 0 3-15,6-2 7 16,7-6 8-16,4 1-1 15,5-2-9-15,4-1-4 16,5 1-1-16,0 0-1 0,-1 1-2 16,-2 2 2-16,-1 0-2 15,-4-1 2-15,-5 3-2 16,-7 1 1-16,-2 1 1 16,-7-2-5-16,-7 1-51 15,-9-4-84-15</inkml:trace>
  <inkml:trace contextRef="#ctx0" brushRef="#br0" timeOffset="106779.64">17024 8047 95 0,'0'0'1'0,"0"0"2"0,0 0-3 0,-39 7 0 0,25-3 0 16,1-1 0-16,-1 1 1 16,-1 0 9-16,0 2 9 15,1 0 2-15,-2-2-6 16,3 0-6-16,2 1 0 16,-1 0-4-16,3-2 0 0,-1 1 3 15,0 1-1-15,5-2 2 16,1-1 0-16,0 1-4 15,4 0-2-15,0-3-6 16,4 0-5-16,6 2 0 16,7-2 4-16,5 0 4 0,3 0 3 15,5 0-1-15,4 0-1 16,3 0 1-16,1 0-2 16,3-2 0-16,1-1 0 15,0-2-9-15,1-1 8 0,5-3 13 16,-3 0-6-16,6 0-1 15,0-3 2-15,1 1-4 16,1 1-1-16,-3 2-1 16,-4 1-1-16,-4 2 2 15,-5 4 0-15,-7 1-2 16,-7 0-11-16,-4 0-22 0,-11 4-31 16,-6 1-26-16</inkml:trace>
  <inkml:trace contextRef="#ctx0" brushRef="#br0" timeOffset="107008.2">17200 8236 254 0,'0'0'-10'0,"0"0"5"0,68-5 4 16,-25-6 5-16,13-6-1 16,10-3 1-16,9-5 1 15,7-4-1-15,5-1-26 0,-4-5-163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44:18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8862 4455 22 0,'0'0'1'0,"0"0"-1"0,0 0 1 0,0 0-1 0,0 0 2 16,0 0 10-16,0 0 14 16,0 0-4-16,0 0-9 15,0 0-2-15,0 0 2 0,-9 0-3 16,8-3 2-16,0 0 8 16,-1 3-8-16,1-1 1 15,-1-1 0-15,2 1-5 16,0 1-4-16,0 0-2 15,0-1-2-15,0 1-2 0,0 0 0 16,0 0-1-16,0 0 2 16,0 0 1-16,2 0 1 15,2 0-2-15,0 1 2 16,0 0-2-16,-2 1 1 16,1-1 0-16,1 2 1 0,-2-3-2 15,2 1 3-15,-3 1-2 16,2-1 0-16,1 1 0 15,2-1 0-15,-1-1-1 16,3 2-4-16,4 0 4 16,1-1 1-16,0 1 0 15,3 0 0-15,2-1-1 0,-1 3-1 16,4-1 1-16,1 1 2 16,1-2 0-16,4 2-3 15,4-1 2-15,2 0 1 16,-1-2-2-16,7-1 1 0,0 0-1 15,1 0 4-15,0 0-3 16,-1 0-1-16,-1 0 4 16,2 0-2-16,-1 0-1 15,2 4 1-15,1 1 1 16,2-1-2-16,0 4 0 16,0 1 1-16,3 2-1 0,-2 2 0 15,4-3 0-15,3 0 0 16,0 0 1-16,3-3-2 15,0-1 2-15,1-3-1 16,-2-2 0-16,1-1 1 16,-2 0-1-16,0-1-2 0,-4-8 4 15,-1 2-2-15,0-1 2 16,-1-1-3-16,-4 3 3 16,4 0 0-16,-3 1-1 15,-1 2-1-15,-1 2 0 0,-2 1 0 16,-3 0 1-16,-6 0 0 15,-5 0-2-15,-6-2 2 16,-5 1 1-16,-5 1 8 16,-4-2 12-16,-1 2 2 15,-3-3-4-15,-2 2-1 0,2 1-5 16,-2 0-9-16,0 0-2 16,0 0-4-16,0 0-16 15,-4 4-34-15,-11 1-35 16</inkml:trace>
  <inkml:trace contextRef="#ctx0" brushRef="#br0" timeOffset="1803.49">13895 4502 24 0,'0'0'3'0,"0"0"10"0,0 0 8 0,0 0-6 16,0 0 0-16,0 0 3 15,0 0-6-15,0 0-3 16,0 0 2-16,0 0-5 0,0 0-2 16,0 0-4-16,0 0 1 15,-10-16-1-15,11 15 1 16,2-2-2-16,-1 3 0 16,2-2 3-16,-2 1-1 15,0 1 0-15,2-2-1 0,2 1-1 16,0 0 1-16,3-1-1 15,1 2 0-15,1 0 1 16,1 0 1-16,3 0 0 16,0 0 0-16,3 0 1 15,0 0-1-15,2 0-1 0,2 3 1 16,3 1-1-16,1-2 0 16,-1 2-1-16,2-1 2 15,4-3-1-15,-2 1 0 16,-1 1 3-16,3-2 2 15,2 0 0-15,2 0-3 0,1 0 1 16,1 0 0-16,-1 0 0 16,-1-3 0-16,-3 0-1 15,-3 3-1-15,-2 0 0 16,-3 0 0-16,-6 0-1 16,0 0 0-16,-3 0 1 15,-1 0-1-15,-3-1 0 16,-1 0 1-16,0-1 2 0,-5 2-1 15,3 0 0-15,-1 0-2 16,3 0 1-16,-2 0-2 16,-4-2-60-16</inkml:trace>
  <inkml:trace contextRef="#ctx0" brushRef="#br0" timeOffset="3235.75">15474 4472 56 0,'0'0'10'0,"0"0"12"0,0 0-1 0,0 0-6 0,0 0-7 15,0 0-5-15,0 0 0 16,0 0-2-16,0 0-2 15,0 0 0-15,6-37 0 16,5 34 0-16,3 2-1 16,1-1 2-16,4 1 0 0,0 0-3 15,0-1 2-15,0 2 1 16,1 0-1-16,-2 0-2 16,0 0 6-16,2 0 1 15,-2 0-7-15,4 0 2 16,-3 0 6-16,5-1-5 15,0-1 7-15,3 1 6 0,2-1 1 16,3 1-3-16,6 1-2 16,0-2-4-16,4 0 1 15,3 0-3-15,0 0 2 16,4-1 2-16,-3-2 2 16,6 2 0-16,2-1-1 0,-1 1-3 15,5 1-2-15,1-1-2 16,5 1 0-16,1 2-1 15,-2-1 0-15,4-1 0 16,0 1 1-16,0 0-1 16,0-1 0-16,-3 1 1 0,0-1-1 15,-3 1 0-15,0 0 0 16,-4-1 0-16,-2 1 0 16,-1-1 1-16,-3-2-1 15,-2 4 0-15,-2-3 0 0,-2-1 1 16,-5 2-1-16,-5 0 1 15,-3-1-1-15,-3 1 1 16,-6 0 0-16,-5 0-1 16,-5 2 1-16,-6-1 0 15,-4 1-1-15,0 0 3 16,-3 0 0-16,0 0-3 0,-7 0-58 16,-6 5 7-16,-2-5-35 15</inkml:trace>
  <inkml:trace contextRef="#ctx0" brushRef="#br0" timeOffset="3842.35">17866 3779 22 0,'0'0'45'0,"0"0"-40"0,0 0-1 15,0 0 4-15,0 0-1 0,0 0-2 16,0 0 1-16,0 0 1 15,0 0 0-15,0 0 0 16,0 0-7-16,0 0-6 16,0 0 6-16,-8-17 0 15,8 18 0-15,0 3 2 0,0 2-1 16,0 0 1-16,0-1 0 16,0 1 1-16,2 0 3 15,-1-2-1-15,2-1 1 16,2 1-2-16,-1-4 5 15,2 0 2-15,5 0 14 0,5-7 5 16,8-9-11-16,7-5-12 16,10-6-3-16,9-4-2 15,11-8-1-15,10-7 0 16,4-8-46-16,5-10-147 16</inkml:trace>
  <inkml:trace contextRef="#ctx0" brushRef="#br0" timeOffset="36384.94">8974 4435 83 0,'0'0'11'0,"0"0"-4"0,0 0 0 15,0 0-2-15,0 0 1 16,0 0-3-16,0 0-2 16,0 0 0-16,0 0 1 15,0 0-1-15,-5-3 0 0,3 3 0 16,0-1 0-16,2-1 1 16,-4 1-1-16,3-2 6 15,-1 1 8-15,0 0-3 16,0 0 0-16,0 1 0 15,2 1-5-15,0-1-4 0,0 1-3 16,0 0-3-16,0 0-2 16,2 0 4-16,3 0 0 15,3 0 1-15,4 0 0 16,1 1 0-16,7 2-1 16,5-2 2-16,8-1-1 0,8 0 1 15,12 1-1-15,2-1-10 16,4 0-53-16</inkml:trace>
  <inkml:trace contextRef="#ctx0" brushRef="#br0" timeOffset="37373.14">14112 4456 120 0,'-4'0'4'0,"2"0"2"0,1 0-4 0,0 0-2 16,1 3 0-16,0-1 0 0,0 0-2 15,0 1 0-15,0 0 1 16,8 0 2-16,2 0 0 15,3-1 0-15,4 1 1 16,3-2-1-16,3-1-1 16,0 0 0-16,3 0 1 0,2 0-1 15,0 0 0-15,3-1 0 16,3-3 1-16,-4 1 0 16,1 1-1-16,2 0 0 15,-4-3-7-15,-7 0-101 16</inkml:trace>
  <inkml:trace contextRef="#ctx0" brushRef="#br0" timeOffset="38789.69">1288 6568 91 0,'-5'0'1'0,"5"0"4"0,0 0-1 0,0 2-4 16,0-1 0-16,0 1 1 15,0 2 0-15,0-3 4 16,7 3 0-16,2-1-1 16,7-3 0-16,3 0 1 15,8 0 3-15,12-8-1 0,7-12 1 16,12-10-4-16,16-8 1 15,13-12-2-15,7-5-14 16,12-11-83-16</inkml:trace>
  <inkml:trace contextRef="#ctx0" brushRef="#br0" timeOffset="40263.79">6786 6286 31 0,'0'2'5'0,"3"-1"7"0,-1 0-2 0,2 0-2 15,-2 1-1-15,1-1-2 0,-1 0 0 16,2 0 4-16,-2-1 0 15,0 0 4-15,0 0 12 16,1-3 18-16,2-6-15 16,1-1-11-16,1-1-6 15,2-5 0-15,6-4-3 0,3-2-1 16,4-4-4-16,6-4-1 16,5-4 0-16,7-3-3 15,5-5 1-15,0-6-2 16,4-8-44-16,-5-8-152 15</inkml:trace>
  <inkml:trace contextRef="#ctx0" brushRef="#br0" timeOffset="42511.44">8767 6288 24 0,'0'0'4'0,"2"0"-1"0,-2-2-1 0,4 0-2 0,-4 1 0 15,2-1 0-15,-2 1 1 16,2-1-1-16,0 1 2 15,-1-2 3-15,1 2 3 16,0 0 2-16,0 0 0 16,0 1-4-16,3 0-5 15,-3 0-1-15,0 0 0 0,1 0-1 16,1 6 0-16,-2 0 3 16,0 1-2-16,-1 0-1 15,1 0 3-15,2 0 0 16,-2 0 0-16,3-2-1 15,-2 0 0-15,1-2 0 0,0 0 1 16,-1-2-1-16,1-1-1 16,0 0 5-16,0 0 3 15,1 0 5-15,2-4 4 16,-2-6 3-16,5-1-5 16,2-5-7-16,1-1-2 0,5-3 1 15,2-3-4-15,0-4 1 16,5-2 2-16,2-4 0 15,0-1 0-15,1-3-1 16,3 1 1-16,-2 1-2 0,-1 2-1 16,-2 5-1-1,-1 2-2-15,-7 6 1 0,-3 5-1 16,-2 2 0-16,-1 3 0 16,-3 5 0-16,-3 2 0 15,4 3-1-15,-5 0-28 16,-1 0-37-16,-4 3-6 0</inkml:trace>
  <inkml:trace contextRef="#ctx0" brushRef="#br0" timeOffset="46180.02">14714 6267 79 0,'-1'0'18'0,"0"0"4"0,0 0-9 0,1 0-7 0,-1-1-3 16,1-2 2-16,0 0 4 15,0 0 1-15,0 0 0 0,0 1 3 16,0 0 0-16,0 1-8 16,0 1-3-16,0 0-6 15,0 0 3-15,0 0-1 16,0 0 0-16,0 0 1 16,2 0 1-16,1 4-2 0,2 3 2 15,-2-1 0-15,1 1-1 16,3 0 1-16,-4 1 0 15,1-2 0-15,0 0 0 16,0-2 0-16,-1 2 1 16,1-3-1-16,2-3 0 0,1 0-1 15,4 0 4-15,1-6 10 16,7-8 7-16,3-2-1 16,6-8-4-16,0-2-2 15,1-2 1-15,0-3-2 16,-1 1-6-16,0-1-3 15,-1 1-3-15,0 0 2 0,1 3-2 16,1 4-4-16,-2-2-35 16,-6-1-72-16</inkml:trace>
  <inkml:trace contextRef="#ctx0" brushRef="#br0" timeOffset="47204.64">21874 6276 63 0,'0'0'21'0,"0"0"4"0,0 1 2 15,0-1-17-15,2 0-10 16,0 3 0-16,0-2 0 15,2 2 1-15,2 1 0 0,-2-1 2 16,0 2-1-16,1-1-1 16,-4 0-1-16,-1 3 0 15,1-3 0-15,-1 2 1 16,0-2 2-16,0-1-1 16,0 0 0-16,0-2 1 0,0 1 2 15,0-2 2-15,1 0 18 16,5 0 5-16,4-6 0 15,4-4-16-15,7-4-5 16,8-2 4-16,3-2-6 16,11-5-5-16,10-1-1 0,11-3-2 15,6-7-21-15,2-7-101 16</inkml:trace>
  <inkml:trace contextRef="#ctx0" brushRef="#br0" timeOffset="55219.84">1297 7291 86 0,'0'0'9'15,"0"0"6"-15,0 0-1 0,0 0-4 0,0 0-2 16,0 0 0-16,0 0-8 15,0 0-2-15,0 0 1 16,0 0 2-16,0 0-1 0,-1 13 0 16,1-9-1-16,3 2 2 15,1-2-2-15,1-1 1 16,-2 0 0-16,3-2-2 16,0-1-1-16,3 0 5 0,3 0 4 15,3-10 6-15,6-10 9 16,10-5-5-16,2-9-6 15,5-6-5-15,3-3-3 16,1 1-1-16,0 1 0 16,-1 4-1-16,-3 5 1 0,-1 6-1 15,-5 10 2-15,-10 9-12 16,-7 7-44-16,-10 4-31 16</inkml:trace>
  <inkml:trace contextRef="#ctx0" brushRef="#br0" timeOffset="55711.03">1296 8031 42 0,'0'0'5'0,"0"0"-4"0,0 0 0 16,0 0 0-16,0 0 1 0,0 0 0 16,41 14 2-16,-34-14-1 15,2 0 8-15,1 0 7 16,6-7-5-16,3-10 6 15,4-4 5-15,4-9-4 16,5-5-4-16,8-5-10 0,0-1-5 16,5-1 0-16,2 4-1 15,-3 2-7-15,-2 7-35 16,-9 5-30-16</inkml:trace>
  <inkml:trace contextRef="#ctx0" brushRef="#br0" timeOffset="56230.4">1196 8721 103 0,'0'0'0'0,"0"0"0"0,0 0 1 16,0 0-1-16,0 0 0 15,2 48 0-15,1-36 2 16,3-1-2-16,-2-2 0 15,4-2 1-15,-2-3 1 0,3-1 0 16,3-3 1-16,3-3 9 16,8-15 13-16,12-15 9 15,11-14-16-15,15-14-11 16,15-13-5-16,14-13-1 16,8-9-3-16,4-8-56 0</inkml:trace>
  <inkml:trace contextRef="#ctx0" brushRef="#br0" timeOffset="81912.19">8247 15450 0 0,'1'-1'40'0,"-1"-2"-3"0,2 2-12 15,-2-1-12-15,0 0-5 0,0-3 4 16,0 2 0-16,0 1-8 15,0-2 2-15,0 2 2 16,0-1-3-16,-2 3-1 16,1-3-1-16,0 3 5 15,1 0-5-15,0 0-2 16,0 0-1-16,0 0 2 0,0 0-6 16,0 0-3-16,0 0 9 15,0 0-4-15,1 0 2 16,2 0 2-16,-1 0-2 15,2 0 0-15,-4 3 1 16,2 0-1-16,-2 1-1 0,1 0 1 16,1 2 7-16,0 0-1 15,1 3-2-15,1-1-3 16,-2 0 1-16,1 0-2 16,1 0 0-16,0-1 1 15,-2 0-2-15,2 2 1 0,1-3 1 16,0-1-2-16,-3 2 2 15,3 2-1-15,-1-1 1 16,-2 2-1-16,2-3 0 16,1 4-1-16,-1-2 1 15,0 1 1-15,0 3-1 16,0-3 0-16,1 1 1 0,1 0 0 16,-2 2-1-16,1-1 0 15,0-1 2-15,1 1-2 16,-3 0 1-16,3 0 0 15,-2-1 0-15,-1-1 0 0,4-1 2 16,-3 2 0-16,-1-3 1 16,1 4-3-16,2-1 0 15,-2 2 0-15,1-2 0 16,0 3-1-16,0-2 1 16,-1 2 0-16,0-2-1 15,-2 0 0-15,3 0 1 0,-1 0-1 16,1-2 2-16,0 3-2 15,1-2 0-15,-2 1 0 16,3 0 0-16,-3 0 0 16,1 1 0-16,2 0 1 15,-2 1-2-15,1 1 1 0,-1 1 0 16,4 1 0-16,-4 0 0 16,1 0 0-16,0 3 1 15,1-2-1-15,0 1 2 16,-1-2-2-16,1 1 0 15,-2-2 1-15,3-2 0 0,-3 2 1 16,2-2 1-16,-3-1 0 16,3-1-2-16,-1 1 3 15,2-1-4-15,-2 0 2 16,3 3-1-16,-3-1 0 16,2 0 0-16,-2 0-1 0,-1 3 1 15,1-3 0-15,-1 2 0 16,1 0 0-16,-1-2 0 15,0 1 2-15,1 1-1 16,-2 0 0-16,1-1 0 16,-1 2-1-16,1-2 0 0,0-1 0 15,-1 0 0-15,0-1 1 16,1-2-2-16,-1-1 1 16,-2 2-1-16,1-1 0 15,2-3 0-15,-1 2 1 16,0-1-1-16,-3 1 0 0,2-2 0 15,2 2 0-15,-3-1 1 16,0 2-1-16,1 1 1 16,2-1-1-16,-3 2 1 15,3-1-1-15,-1 1 0 16,2 1 0-16,-3-2 1 0,3 1-1 16,1-1 0-16,-3 0 0 15,3-2-1-15,-2 1 0 16,3 2 2-16,-2-2-1 15,2 1 1-15,-1 0-1 16,1 0 0-16,0-1 0 16,0 2 0-16,-1-2 0 0,0 3 0 15,2-4 0-15,-2 2-1 16,1-1 0-16,1 2 2 16,0-2-1-16,0 1 2 15,-1-1-1-15,2 0 0 0,-3-1 1 16,1 0-1-16,1 1 1 15,-1-1-1-15,0 1 0 16,1-1 0-16,0 1-1 16,2 0 0-16,-2-1 0 15,-2 3 0-15,4-2 1 16,-4 1-1-16,1-1 0 0,1 0 1 16,-2-1-1-16,0 1 1 15,0-2-1-15,-1 2 0 16,2-2 1-16,0-1 1 15,-3 0-2-15,3 1 1 16,-3-1 2-16,4-1-2 0,-5 0 1 16,3 1-1-16,-3-1 1 15,1 2-1-15,4-2 1 16,-4 2 0-16,3-2-2 16,-2 1 1-16,4 1 1 15,-3-1-2-15,1 1 0 0,1-2 1 16,-1 0-2-16,0-1 3 15,-1 1-2-15,1-1 1 16,0-1 0-16,-2 1-1 16,1 0 0-16,-1-1 0 15,2-1-1-15,-1-1-1 0,1 0 1 16,-2 1 1-16,1-2 0 16,0-1 0-16,0 2 2 15,-1-2 0-15,1 0-2 16,1 1 1-16,0-2-1 0,-1 2 0 15,1-2 1-15,2 1 0 16,-4-1-2-16,3 0 0 16,-3 0 0-16,4 0 1 15,-5 0 0-15,3 0-1 16,-1 0 2-16,4 0 0 16,-2 0-1-16,-2-1 1 0,1-1 0 15,0 0-1-15,-2 0 1 16,0 2-2-16,-1-3-2 15,-1 1 1-15,1 0 3 16,0-2 0-16,-1 2 1 16,-1-1-3-16,3-1 4 15,-2 1-4-15,2-1 1 0,2-2 0 16,-3-1 1-16,3 1-1 16,-3-3 1-16,4-2-3 15,-4 2 3-15,3-3 0 16,-1 1 0-16,2 0-1 0,-4-1 1 15,3 1-1-15,-2 0 0 16,1-1 1-16,-2 1-1 16,2 1 3-16,-3-1-3 15,1-1 0-15,1 2 1 16,0-2-1-16,2 1 0 0,-4-2 0 16,3 1 1-16,-2-2-1 15,1 1 0-15,1 1 1 16,-2-3-1-16,3 2 0 15,-2 1 0-15,4-1 1 16,-3-2 0-16,0 1-1 16,1-3 0-16,1 3 1 0,-2-3-1 15,0 1 1-15,-1 1-1 16,-1-1 1-16,4 0 0 16,-5 1 1-16,1-1 1 15,1-1 1-15,-1 3-1 0,2-3-2 16,-1 1 1-16,1 1-1 15,-2-2-1-15,1 2 1 16,1 0-1-16,-2-2 0 16,1 1 0-16,-1-1 0 15,1 0 1-15,2 0-1 16,-2-1 0-16,1-1 0 0,1 1 0 16,-2-4 0-16,4 5 0 15,-5-4 0-15,3 2 0 16,2-2 0-16,-3 1 0 15,1 0 2-15,1-1-2 16,0-2 0-16,0-1 0 16,-1 3 0-16,1-3 1 0,1 1-1 15,-1-2 0-15,1 1 0 16,0-2 0-16,-1 0 0 16,1-2 0-16,0 1 0 15,-3-2 1-15,3-2-1 0,0 3 0 16,-3-1 0-16,1 3 0 15,1-2 0-15,-1 2 0 16,2 1 0-16,-5-2 0 16,3 1 0-16,1 0 2 15,0-1-4-15,-2-2 4 0,0 1-4 16,4 0 4-16,-2-1-4 16,-2 4 4-16,2-4-2 15,-1 5 0-15,1-1-2 16,-3 0 4-16,2 1-2 15,1 3 0-15,-3-1 0 0,-2 1 0 16,1 3 0-16,-1-1 0 16,1 1 0-16,-2-1 0 15,1 1 0-15,-2-1 0 16,2 0 0-16,1 0 0 16,-1-1 0-16,-2 3 0 15,1-3 0-15,4 2 0 0,-3 0 0 16,-1 0 0-16,3 0 1 15,-2 1-2-15,3 1 2 16,-2 2-1-16,0-3-1 16,1 4 2-16,-2 0-2 15,3 1 1-15,-2 0 0 16,-2 0 0-16,3 0 1 0,-2 3-2 16,-2-2 2-16,-1 2-1 15,2 0 1-15,-1 0-1 16,1 0-1-16,-1 1 2 15,0-2-1-15,2 3 0 0,-2 0 0 16,0 1 0-16,0 2 0 16,0 1 0-16,-2-1 0 15,0 3 0-15,0 1 0 16,0-2 0-16,2 2-2 16,-2 0 2-16,2 0-3 0,-1 0 3 15,1 0-1-15,4 0-2 16,-2 6-11-16,2 1-4 15,-2 1-8-15,-2 0-27 16,-2-3-84-16</inkml:trace>
  <inkml:trace contextRef="#ctx0" brushRef="#br0" timeOffset="86495.27">11513 17493 66 0,'0'1'35'0,"0"1"-33"0,0-1-1 0,0-1-1 16,0 0-1-16,0 2 2 0,0-1-1 16,0 0 3-16,0-1 4 15,0 0 17-15,0 0-9 16,0 0-9-16,0 0-6 16,0 0-1-16,0 0 1 15,0 0-1-15,2 0-3 0,-2 0 2 16,0 0 1-16,0 0 5 15,2 0-3-15,-2-1 7 16,0-5 2-16,1-1-3 16,-1 0 1-16,1-1-1 15,0-1-2-15,1-1-1 16,0-1 0-16,0 0-6 0,3 0 4 16,-2-1-2-16,1-1 0 15,0-1 1-15,1 1 1 16,-1-1 2-16,0 1 2 15,0 0 0-15,1 0 1 16,-2 2-3-16,1 0-3 0,-2 1 1 16,0-3-1-16,1 4 0 15,-1-1 0-15,0 0 0 16,0-1 3-16,0 0 3 16,0-2 1-16,2 2-3 15,0-2-2-15,0-1-1 0,-2 1-1 16,3-1-1-16,-1-2 1 15,0 3-1-15,-1-1 0 16,4 1 0-16,-4 0 1 16,-1 2-1-16,2-1-1 15,-2 1 2-15,0-1-1 16,0 0 1-16,0-1 1 0,0 2-1 16,0-6 0-16,3 4 0 15,-2-2-1-15,0-1 0 16,1 0 1-16,2 1-1 15,-3-1 0-15,1 1 0 0,0 0 0 16,1 1 1-16,-1 0-2 16,1 1 2-16,0-1-1 15,3-2 0-15,-3 2-1 16,4-3 1-16,-2-1 0 16,1-1 0-16,-1 2 0 0,0-1 0 15,-1 1 0-15,1-1 0 16,-3 3 0-16,1 0 0 15,-1 0 0-15,1 0 1 16,-2 0-1-16,3-2 0 16,-2 0 0-16,-1 0-1 0,3-3 2 15,-1 2-1-15,2-2 0 16,-1 1 0-16,-1 1 0 16,1-3 0-16,-1 2 1 15,2 1-1-15,-1-2 2 16,1 2-2-16,0-1 0 15,2-1 0-15,-3 0 1 0,3-1-1 16,-2-2 0-16,4 0 0 16,-2-1 0-16,-2-1 0 15,4 1 0-15,-4 1 0 16,0-1 1-16,1 1-1 0,-3 3 0 16,4 0 0-16,-3 0-1 15,3 3 2-15,-3-1-2 16,4 1 1-16,-4-1 0 15,3 0 0-15,1 1 0 16,-4 0 0-16,1-1 0 16,-1 2 0-16,1-2 1 0,-2 2-1 15,-1-1 0-15,1 0 0 16,1 0 0-16,-1-1 0 16,1 2 0-16,0-1 0 15,2 0 0-15,-3 1 0 16,3 2 0-16,-4 0 0 0,4 2 0 15,-4 2 1-15,-1-2-1 16,1 3 2-16,0-2 0 16,-2 2 0-16,1 1-2 15,0-1 1-15,0 2-1 16,2-3 1-16,-3 2-1 0,1-2 2 16,1 0-2-16,0-2 0 15,-2 0 0-15,1 0 0 16,1-1 0-16,1 2 0 15,-1-2 0-15,1 1 0 16,-1 0 0-16,-1 1 1 0,3-1-1 16,0 0 0-16,2 0-1 15,-2-2 1-15,3 0 0 16,-2 0 0-16,2 0 0 16,-2-1 1-16,1 1-1 15,-3 1 0-15,2 1 0 0,-3 1 0 16,0 0 0-16,1 1 1 15,-3 2-2-15,1-1 1 16,1 2 1-16,2-1-1 16,-2 1-1-16,0-1 1 15,4 1 0-15,-3-1 1 0,3-1-2 16,-1 1 1-16,1-1 0 16,0 2 0-16,0 0 0 15,2-3 0-15,-1 3-1 16,-2 0 1-16,4 0 1 15,-4-2-2-15,2 2 1 0,-1 0 0 16,0 1 1-16,0 1-1 16,0-1-1-16,1 0 1 15,1-1 1-15,-3 2-2 16,3-1 1-16,0-1 0 16,-2-2 1-16,2 4-2 15,1-1-1-15,0 1 2 0,-2-1 2 16,2 1-2-16,0 0 0 15,-3 0 0-15,3 2 0 16,-3-1-2-16,-2 1 2 16,1-1 0-16,-3 3 0 15,2-1-1-15,0-1 2 0,-1 2-2 16,1-2 0-16,-1 3 2 16,4-1-1-16,-4-1 0 15,1 2 0-15,1-1 0 16,-2 1 0-16,3 0 0 15,-3-1 0-15,3 1 0 0,-3-2 0 16,1 2 1-16,2 0-2 16,0 0 1-16,-2 0 0 15,3 0 0-15,1 0 0 16,-3 0-1-16,3 0 1 16,-2 0 1-16,1 0-1 0,-1 0-1 15,-1 0-1-15,2 0 2 16,0 0 0-16,-3 3-1 15,1 0 1-15,1 1 1 16,2 0-2-16,-3 1 1 16,2 0 0-16,2 2 0 0,-4-1-1 15,3 2 0-15,0 1 1 16,1 1 0-16,-3 3 0 16,5 0-1-16,-1 2 2 15,-3-1 0-15,3 3 0 16,-1 0-2-16,-1-1 2 0,2 1-3 15,-1 2 3-15,-1 0 1 16,1 0 0-16,0 1-2 16,2 1 1-16,-2-3-1 15,0 1 0-15,1 1 0 16,0 0 0-16,1 0 0 16,-1 1 0-16,0 0 0 0,1 3 0 15,-2-1-4-15,1 0 3 16,-2 0 0-16,0-2 3 15,1 2-3-15,-2-2 0 16,0 0 2-16,1 1 1 16,0 0 0-16,-1 2-2 0,1-2 0 15,0 3 0-15,-3 4 1 16,3-1-1-16,0 3 0 16,-3 2 1-16,1 0 1 15,-2 0-4-15,2 1 2 0,-1-2 0 16,-1 1 3-16,0-1-1 15,1 1 1-15,-1 1-2 16,0-1 2-16,0 2-1 16,-1-1 0-16,1 1 0 15,0 0 0-15,2-1-1 16,-3 3 1-16,3 0 0 0,-2 1 0 16,2 2-2-16,-3 0 1 15,3 3 2-15,-1-2-3 16,0-3 0-16,-1 1 1 15,1-3 2-15,0-2 0 16,1 0 0-16,-1-2 4 0,2 0-5 16,-2 2 0-16,1-1 0 15,4-2 1-15,-5 2 0 16,1 0 1-16,4-3-2 16,-5-1 1-16,3-2-2 15,2-2 1-15,-3 0-1 0,0-4 1 16,3 1-1-16,-2-4-2 15,-1 2 1-15,2-2 1 16,-2-3 3-16,0 0-4 16,-2 1 3-16,2-2-2 15,-2-2 1-15,-1 2-1 16,-1-3 2-16,2-1 0 0,-3 0-1 16,-1-3 0-16,0 1-2 15,0-2 0-15,1 0 0 16,-4-1 0-16,2 0 1 15,-1-1 1-15,-1 0-1 0,2-1 0 16,-2 1 0-16,1-2-1 16,0 1 1-16,-1-2 0 15,0 2 1-15,0-3 0 16,0 1-2-16,0 1 0 16,0-1-4-16,0-1-30 0,0 0-1 15,-5 0-38-15</inkml:trace>
  <inkml:trace contextRef="#ctx0" brushRef="#br0" timeOffset="87816.97">11711 16509 60 0,'-2'0'2'0,"0"0"5"0,0 2 0 0,-2-2 3 15,3 0 8-15,-1 1 2 16,1 0 2-16,0-1-1 16,1 0-3-16,0 0 0 15,0 0-4-15,0 0-9 16,0 0-5-16,0 0-1 16,0 1-1-16,0 2 5 0,0-1-1 15,3 1 2-15,3 0 2 16,-2 2-1-16,4-1-2 15,0 2 0-15,-1-2 0 16,2 3-1-16,2-2-1 16,-4 0 0-16,1-1 0 0,2-1 0 15,-4 1-1-15,3-2 0 16,-4 2 1-16,1-2-1 16,1 2 1-16,0-4 0 15,-3 3 1-15,0-2 0 16,1 2-1-16,-1 0 1 15,-3-2-1-15,4 2 0 0,-1 1 0 16,-2-1-3-16,-2 3-15 16,2-2-19-16,-2 0-34 15,0-1-21-15</inkml:trace>
  <inkml:trace contextRef="#ctx0" brushRef="#br0" timeOffset="88124.26">11803 16556 121 0,'0'0'3'0,"0"0"10"0,0 0-3 0,0 0-2 15,0 0 15-15,0 0 5 16,0 0-8-16,0 0-3 16,0 0-11-16,0 0 2 15,-37 7-1-15,30 4-3 0,-4 3-4 16,-1 3-3-16,-1 2 5 16,0 1-14-16,1 1-25 15,1-5-30-15,0-4-84 16</inkml:trace>
  <inkml:trace contextRef="#ctx0" brushRef="#br0" timeOffset="88623.48">11913 16142 72 0,'0'0'20'0,"0"0"-11"0,0 0 2 0,0 0 10 15,0 0-6-15,0 0-5 16,0 0-3-16,0 0 1 15,0 0 3-15,35 34 3 16,-28-29-2-16,-2 0 1 16,4-1-5-16,-3 1-7 0,3-1 2 15,-4-1-2-15,4 1 0 16,-4 2 0-16,1-1-1 16,-1-2-10-16,1 0-26 15,-1 0-19-15,-3-3-15 16</inkml:trace>
  <inkml:trace contextRef="#ctx0" brushRef="#br0" timeOffset="88909.49">11994 16129 96 0,'0'0'27'0,"0"0"1"0,0 0-8 15,0 0-11-15,0 0 1 16,0 0-8-16,0 0 1 16,0 0-5-16,-34 37 4 15,27-22-1-15,-2 2 1 0,-3-2-2 16,0 2 0-1,3 0-9-15,-5-2-26 0,1-3-17 16</inkml:trace>
  <inkml:trace contextRef="#ctx0" brushRef="#br0" timeOffset="89499.06">12023 15629 83 0,'0'0'23'0,"0"0"-14"0,0 0-3 0,0 0 11 16,0 0-4-16,0 0-3 15,0 0 2-15,0 0-2 16,40 23-1-16,-33-17 3 16,3 0-1-16,0-1-3 15,-3 1-3-15,3 0-2 0,2-1-2 16,-5 0 1-16,3 0-1 16,-4 0-4-16,0-1-24 15,-3-3-27-15,-3-1-24 16</inkml:trace>
  <inkml:trace contextRef="#ctx0" brushRef="#br0" timeOffset="89747.01">12107 15611 160 0,'0'0'11'16,"0"0"5"-16,0 0-10 0,0 0-4 15,0 0-5-15,-20 57 4 16,13-34-2-16,1 4 4 16,-1 2-14-16,-3 0-22 15,0-1-5-15,1-5-34 16</inkml:trace>
  <inkml:trace contextRef="#ctx0" brushRef="#br0" timeOffset="96586.21">8355 15818 114 0,'0'0'3'0,"0"0"28"0,0 0-11 15,0 0 4-15,0 0 0 16,0 0 0-16,0 0-8 16,0 0-8-16,0 0-7 15,0 0-2-15,0 0-2 0,0 0 6 16,0 0 0-16,0 0-2 16,-3-2 2-16,8 2 0 15,2 3-1-15,0 1 0 16,1-2-1-16,2 3-1 15,-1-1 1-15,2 0-1 0,2 2 0 16,-2-1 0-16,2 0 1 16,-1-1-1-16,1 2-3 15,-2-1-13-15,-1 0-23 16,0-4-42-16</inkml:trace>
  <inkml:trace contextRef="#ctx0" brushRef="#br0" timeOffset="96833.51">8473 15777 134 0,'0'0'40'0,"0"0"1"15,0 0-2-15,0 0-22 0,-42 19-11 16,31-2-5-16,-3 6 0 16,1 2-1-16,-1 2 0 15,3 4-2-15,-2 0-26 16,4-5-81-16</inkml:trace>
  <inkml:trace contextRef="#ctx0" brushRef="#br0" timeOffset="97396.13">8538 16237 125 0,'0'0'11'0,"0"0"-3"0,0 0 3 0,0 0-6 16,0 0-10-16,0 0 4 16,0 0 2-16,0 0 1 15,0 0 6-15,0 0 10 16,20 20-5-16,-11-17-1 0,-1 1-7 16,2 2-4-16,1-2 2 15,-1 3-2-15,0-1-4 16,-1 0-21-16,-2-1-7 15,2-2-16-15</inkml:trace>
  <inkml:trace contextRef="#ctx0" brushRef="#br0" timeOffset="97660.57">8639 16250 97 0,'0'0'88'15,"0"0"-61"-15,0 0 15 0,0 0-18 16,0 0-8-16,0 0-2 16,0 0-5-16,-38-17-7 15,33 28-3-15,-3 4 0 16,1 6 1-16,0 3-4 15,0 3-20-15,-2 3-47 0,-1-3-89 16</inkml:trace>
  <inkml:trace contextRef="#ctx0" brushRef="#br0" timeOffset="98229.22">8692 16643 112 0,'0'0'63'0,"0"0"-40"0,0 0-6 16,0 0-23-16,0 0 1 0,0 0 10 15,0 0-5-15,0 0 0 16,0 0-3-16,41 9 5 16,-35-4-4-16,3 1 0 15,-2 0 4-15,2-2-2 16,0-1-5-16,-1 1-34 0,2-2 1 16,-6-1-34-16</inkml:trace>
  <inkml:trace contextRef="#ctx0" brushRef="#br0" timeOffset="98446.47">8793 16611 222 0,'0'0'5'0,"0"0"4"16,0 0 7-16,0 0-14 15,0 0-6-15,0 0-8 16,-31 45-4-16,22-21-5 16,4 5 6-16,-3-1-19 15,-2 5-34-15</inkml:trace>
  <inkml:trace contextRef="#ctx0" brushRef="#br0" timeOffset="99090.32">8877 16983 75 0,'0'0'4'0,"0"0"20"0,0 0-7 0,0 0-7 16,0 0-4-16,0 0-1 15,0 0 8-15,42 4 0 0,-36-1 4 16,0-3-1-16,1 4-6 16,1-1-7-16,0 0-2 15,-1 1-2-15,3-2-25 16,-2 0-2-16,-4-2-36 16</inkml:trace>
  <inkml:trace contextRef="#ctx0" brushRef="#br0" timeOffset="99360.18">8974 16926 198 0,'0'0'12'16,"0"0"25"-16,0 0-10 16,0 0-10-16,0 0-9 15,0 0-4-15,-40 44-3 16,31-22-2-16,0 3 2 0,-2 2-6 16,-2 3-19-16,-2 0-73 15</inkml:trace>
  <inkml:trace contextRef="#ctx0" brushRef="#br0" timeOffset="100378.9">9034 17230 121 0,'0'0'19'0,"0"0"25"0,0 0-7 0,0 0-17 16,0 0-11-16,0 0-7 15,0 0 2-15,0 0 2 16,0 0 2-16,0 0-4 0,0 0-7 16,0 0 2-16,0 0 3 15,-6-6-2-15,17 6 2 16,-2 5-2-16,2-1-5 16,1-1-20-16,0-2-14 15,-1 2 4-15,1-3-6 0,-6 0-10 16</inkml:trace>
  <inkml:trace contextRef="#ctx0" brushRef="#br0" timeOffset="100547.98">9083 17199 262 0,'0'0'5'16,"0"0"5"-16,0 0-4 15,0 0-5-15,-33 59-3 0,26-30-10 16,-4 6-36-16,-2 4-68 16</inkml:trace>
  <inkml:trace contextRef="#ctx0" brushRef="#br0" timeOffset="103592.16">8292 15902 167 0,'0'0'-5'0,"0"0"1"0,0 0-25 0,0 0-17 15,0 0 21-15,0 0 13 16,0 0 6-16,20-41-3 16</inkml:trace>
  <inkml:trace contextRef="#ctx0" brushRef="#br0" timeOffset="120072.76">11736 9748 47 0,'0'0'28'0,"0"0"-4"0,0 0-14 0,0 0-5 15,0 0-3-15,0 0-1 16,0 0-1-16,0 0 0 0,0-37 0 16,0 33 2-16,0 1-2 15,0 0-2-15,0 2 1 16,0-2 0-16,0 3 1 16,0-3 0-16,0 3 6 15,0-1 13-15,-2-3 6 0,-4 2-5 16,1-1-5-1,-5 1-3-15,2 0-5 0,-1 0-1 16,-2 0-3-16,-2 0 0 16,0 0 1-16,-1 1 0 15,-3-1 1-15,0 0-1 16,-5-2-1-16,2 1-1 0,-3 0-1 16,-2-1 0-16,1 0 1 15,-2-2-1-15,1 2 0 16,-2-2 2-16,0 3-1 15,0-1 1-15,1 3 0 16,-1-2-1-16,2 3 0 0,-1 0-2 16,1 0 2-16,-2 0-1 15,0 4-1-15,0 3 0 16,-2-1 0-16,3 2 1 16,-3 1-1-16,2-2 1 15,0 4-1-15,0-1 0 0,0 3 1 16,2-2-1-16,2 2 1 15,0 2-1-15,0 0 0 16,0-1 0-16,2 2 0 16,-1 0 1-16,1-1-1 15,1 2 0-15,0-1 0 0,0-1 0 16,2 1 0-16,0 0 0 16,1-1 0-16,1 1 0 15,2 0 0-15,1 0-1 16,4 0 1-16,0 1 0 15,-1 0 0-15,4 0 0 0,0 0 0 16,1 2 0-16,-2 1 0 16,2-2 0-16,1 3 1 15,-2 1-1-15,2-1 0 16,1 2 0-16,1-1 0 16,2-1 1-16,-2 0-1 0,2 0 0 15,0-2 0-15,0 0 0 16,6-2 0-16,1 2 0 15,1-3 1-15,4 2-2 16,-3-2 2-16,4-1-1 16,-1 1 0-16,3-3 0 15,-1 1 1-15,3-1 0 0,-1-1 1 16,-1 1-1-16,1 1-1 16,2-1 1-16,-2 1-1 15,-1-1 0-15,3 0 1 16,1-2-3-16,2-1 1 15,2 0 3-15,-1-3-2 0,4 3 0 16,-1-5 1-16,2 0-2 16,-2 1 2-16,2-2 0 15,0-1-1-15,-2 0 0 16,0 0 0-16,1-1 1 16,-2 1-2-16,3-1 2 0,-2 0-1 15,-2-1 2-15,3 0-3 16,0-1 2-16,2 0-1 15,1 0 0-15,4 0-1 16,-1 0 0-16,3-2 1 16,0-2-2-16,2 0 3 15,-1 0-1-15,1 1 0 0,1 0 1 16,1-1-2-16,-3 2 2 16,2 1-1-16,-1 1 0 15,-2 0-1-15,-1 0 1 16,-2 0 0-16,-1 0-1 0,0 2 1 15,-2-1 0-15,0 2 0 16,0-1 0-16,2 0-1 16,3 0 2-16,2 0-1 15,3 1 0-15,1 1 0 16,2 1 0-16,1 0 0 0,-3 1 0 16,2-1 0-16,-2 0-1 15,-4-1 0-15,0 2 0 16,1-3 1-16,0 0 0 15,-3-1-2-15,3 1 2 16,-3 0 0-16,-1-2 2 0,1 2-2 16,-1 0-2-16,0-1 2 15,-2 0 2-15,3 0-4 16,1-1 4-16,4 2-2 16,1-3-2-16,2 0 2 15,0 0 2-15,-1 1-2 0,-1-1 0 16,-1 0 0-16,-3 0 0 15,-3 0 1-15,-1 0-2 16,0 0 1-16,0 0 0 16,-3-1 1-16,1 0-1 15,-1-1 0-15,-2-1 0 16,0 1 0-16,-1 0 1 0,-2 1-1 16,3-1 0-16,-4 2 0 15,3 0 0-15,1 0 0 16,0 0 1-16,-1 0-1 15,2 0 0-15,2 0 0 0,0 0 0 16,1 0 0-16,0 0 0 16,0 0 0-16,3 0 1 15,-3 0 0-15,0 0-1 16,1 0 0-16,-1 0 1 16,1 0-1-16,2 0 0 0,-1 0 0 15,3 0 0-15,-3 0 0 16,5 0 0-16,-2 0 1 15,3 0-1-15,0 0-1 16,1 0 1-16,0 0 0 16,3 2 1-16,-2-1-1 15,0 1 0-15,1-1 0 0,-3 0 0 16,1-1 0-16,1 2 0 16,-1-2 0-16,-1 0 2 15,5 0-2-15,0 0 0 16,0 0 0-16,-1 1 0 15,5-1 0-15,-4 2 0 0,2-2 0 16,6 0 0-16,-2 0 0 16,-1 0 0-16,2 0 0 15,-3-2 0-15,0-2 1 16,-2 1-1-16,0 0 0 0,1 2-1 16,0-1 2-16,2 1-2 15,0 1 2-15,0 0-2 16,1 0 1-16,-1 0 0 15,2 6-5-15,-2-2 5 16,1 0 0-16,3 2 0 0,-2-2 0 16,1 0 0-16,1 2 0 15,0-2 0-15,0 1-2 16,1-2-3-16,-3 1-1 16,-2-3 3-16,2 2 1 15,-4-3-17-15,2 0 18 16,-1 0 2-16,3 0-1 15,0 0 1-15,1 0-2 0,-2-4 2 16,1 1-1-16,2-1 1 16,-4 0-1-16,3 0 0 15,1 0 1-15,-2 1 0 16,1 1 1-16,1 0 1 16,0 1-3-16,2 1 1 0,2 0-1 15,2 0 1-15,-1 0-1 16,-1 0 1-16,0 3-1 15,-2 1 0-15,1-3 0 16,-1 2 0-16,-1-2 0 0,-1-1 0 16,2 0 1-16,-1 0-1 15,-2 0 2-15,1 0 2 16,1-1-1-16,0-3 2 16,-1 0-1-16,-2 1 0 15,1-2-2-15,-5 1-1 16,0 3-1-16,-1-3 1 0,-3 1-1 15,-2-3 1-15,-2 0-1 16,-2 1 2-16,-3-3-2 16,-3 1 1-16,4-4 4 15,-5 1-4-15,3-2 2 0,0-4-1 16,-1-3-2-16,0-2 1 16,0-2-1-16,-3-3 1 15,0-1-1-15,-2-1 0 16,-4-1 0-16,-2 0 0 15,-2-1 0-15,-2 0 4 0,-3 2 2 16,-4-2 4-16,0 3-3 16,-1-1-1-16,-5 2-3 15,0 1-3-15,-1-1-1 16,-1 3 1-16,-2-1-1 16,0 1 0-16,0-1 1 0,0 0-3 15,-2 0 2-15,-4 1 0 16,-4-1 1-16,1 3-1 15,-4-1 0-15,-3 1-1 16,1 4 0-16,-4 0 2 16,0 0-1-16,-3 3 1 0,-1 0-1 15,-1 2 0-15,-5 2 1 16,0 1 0-16,-5 1-3 16,0 1 3-16,-2-1-1 15,-1-1-1-15,1 4 2 16,-4-4 1-16,-1 2-2 15,-3 0 1-15,-1 1 0 0,-3 3-2 16,-2-1 1-16,-1 1 0 16,-3 1-2-16,0 1 2 15,0 0-2-15,-2-2 3 16,1 2 2-16,1-1-2 16,0 1 0-16,-2-2 0 15,3 1-3-15,-3 0 4 0,0-1-1 16,-2 0 2-16,-2 2-4 15,1-1 4-15,-3-2-4 16,1 3 4-16,1-1-2 16,0 1 0-16,-1-2 0 0,3 2 0 15,-2 0 0-15,0 1 0 16,0-1 0-16,0 1 1 16,-1-1-2-16,-2 1 1 15,3 0 0-15,-2-1-2 16,3-1 2-16,1-2 0 0,2 2 0 15,0-1 0-15,3-2 0 16,-3 0 0-16,0 0-1 16,-4 0 2-16,2-2-1 15,-3 3-1-15,-4 0 2 16,1-2-1-16,-3 2 0 16,0 1-1-16,1 0 1 0,0 0 0 15,3 1 0-15,0-1 0 16,1 1 1-16,1-1-2 15,-1 3 1-15,-1-3 0 16,-2 2 0-16,-1-3 0 0,1 2 0 16,0-1 0-16,-3 1 1 15,3 0-1-15,1 1 0 16,-1 1 2-16,1 0-2 16,1 0-2-16,0 1 4 15,-3 5-2-15,5 1 0 0,-3-3 0 16,5 1 0-16,-3-1 0 15,3-1 0-15,3-1 0 16,1 0 1-16,3-2-1 16,1 1 0-16,1-1-1 15,-2 2 1-15,4-2 0 16,-4 0 1-16,3 0-2 0,0 0 1 16,-2 0 0-16,-1 0 0 15,-2 0 0-15,-1 0 0 16,0 0 0-16,0 0 0 15,0 0 0-15,0 0 1 16,0 0-2-16,4 0 2 0,-3 0-2 16,2 0 2-16,1 0-1 15,2 0 0-15,-1 0 0 16,0-3 0-16,2 0 0 16,-2-1 0-16,2 0 0 0,0-1 0 15,2 1 0-15,4 1 0 16,-1 1 0-16,3 0 1 15,0 2-1-15,-1-2 0 16,-1 2 0-16,2-1 0 16,-1 1 0-16,1-1 0 15,-2 0 0-15,1 0 0 16,-3 0 1-16,2 1-2 0,-6 0 1 16,4 0 0-16,-3 0 0 15,0 0 0-15,2 0 1 16,1 0-2-16,-3 0 2 15,2 0-2-15,-2 0 2 0,-2 0-1 16,0 1 0-16,-1 2-1 16,0 2 2-16,0 0-1 15,0 1 0-15,2-1 0 16,0 0 0-16,0 0 0 16,1 1 0-16,4-2 0 0,3 2 0 15,0-2 0-15,4 2 1 16,1 0-2-16,3-1 2 15,1 1-1-15,3 1 0 16,4 1 0-16,-1 0-3 16,4 3-4-16,2 0-21 15,-1-1-55-15,1-7-66 0</inkml:trace>
  <inkml:trace contextRef="#ctx0" brushRef="#br0" timeOffset="122998.05">11678 9630 7 0,'-6'0'56'0,"1"0"-53"0,-3 0-3 0,-2 0 1 0,-1 2 1 16,0-1-2-16,-5-1 1 16,3 3 0-16,-5-2 0 15,2-1 4-15,-2 2 0 16,0-2 0-16,1 1-1 15,-3-1 0-15,2 5-3 16,-6-1 0-16,3 0-1 0,-6 0 0 16,0 1 0-1,-4 0 2-15,3 0-2 0,-2 1 0 16,1-1 0-16,-2-1 3 16,2 3 1-16,0-1-1 15,-1 1 1-15,1-1 2 0,0 3-4 16,0 0 1-16,0 4-3 15,0-2 1-15,0 2-1 16,0 1 1-16,0-1-1 16,2 3 0-16,0-2 0 15,3 0 0-15,-1 3 0 16,-1-3 0-16,1 3 0 0,0 0 1 16,-1 2 1-16,1-2 2 15,0 4 0-15,1 2 0 16,1-2 1-16,3 3-3 15,2-2 1-15,1 3-2 16,3-1 0-16,1 1 0 0,1 0-1 16,1 4 1-16,2-2-1 15,2-2 2-15,1 2-2 16,3-3 1-16,2 0 0 16,1-4 0-16,0 0 0 15,0-1-1-15,8-2 1 0,0-2-1 16,2 2 3-16,1-1-3 15,3 0 0-15,-1-1 1 16,3 2-1-16,-3-1 0 16,5 1 1-16,-3 0-1 15,4-1 1-15,0 0-1 0,0-1 2 16,5-4-4-16,3 0 0 16,0-2 1-16,3-3 9 15,0 0-4-15,2-1-3 16,-1-2 0-16,1 1 0 15,1-1 1-15,-2 3-2 0,1-2 1 16,1 0-1-16,0 3 0 16,-2 0 0-16,1 0 0 15,-1 1 0-15,-2 1-1 16,0 0 1-16,1-2 0 16,-1 2 1-16,2-2-1 15,2-2 1-15,-1-1-1 0,3 0 2 16,3-1-1-16,-2-1 1 15,3-2-1-15,0 2 0 16,1-1 0-16,-5-1-1 16,3 3 0-16,-3-2 1 0,1-1-1 15,-1 0 0-15,-1 2 2 16,3-2-1-16,-2 2 1 16,0-2-1-16,1 1 0 15,0 0-1-15,1 0 0 16,1 0 1-16,3 0-1 15,1 0 0-15,1 1 0 0,-1-1 1 16,0 2-1-16,-1 1 0 16,0-1 0-16,0 0 0 15,0 0 0-15,1 0 0 16,1-1 0-16,4 1 0 16,-1-1 1-16,0-2-1 0,2 1 0 15,2-1 0-15,1 0 1 16,0 0-1-16,1 0 1 15,4 0-1-15,-4 0 0 16,1-1 0-16,3-2 0 0,-1 0 0 16,-1-1 1-16,0-2-1 15,0 4 0-15,-1 0 0 16,-4-1 2-16,-1 3-2 16,-1 0 0-16,-1 0 0 15,-1 0 1-15,2 0-1 0,2 6 0 16,0-1 0-16,-1-1 0 15,0 1 0-15,0-2 0 16,2 1 0-16,-4-1 0 16,5-2 0-16,-6 2 0 15,1-3 1-15,-1 2-2 16,-1 0 1-16,-1-2 1 0,-1 0-1 16,3 0 0-16,-1 0 2 15,4 0 0-15,-4-4 1 16,4 1-1-16,-2-1 1 15,0 1-2-15,2 1 0 16,-4 1-1-16,2 1 0 0,-1 0 0 16,-3 0 1-16,-2 0-1 15,-1 0 0-15,-2 0 0 16,-1 0 0-16,-2 0 1 16,3 0 1-16,-2 0 1 0,3-3 3 15,2 2-1-15,0-2-2 16,4 0-1-16,0 2-1 15,4-2-1-15,-3 1 1 16,4 0-1-16,-2-1 0 16,2 3 0-16,-4-3 1 15,1 3-2-15,-1-1 2 0,-2-1-1 16,1 2 0-16,-1-1 0 16,6 1 0-16,-1 0 0 15,2 0 1-15,0 0-1 16,2-2 0-16,1 0 0 15,0-1 0-15,1 0 1 0,-1-3-1 16,-3 2 0-16,3-1 3 16,-2 3-1-16,3-1 5 15,2 0-7-15,-2 2 1 16,4-1-1-16,-2 0 1 16,1 2-1-16,-1-2 2 0,-1 2 0 15,-2-1 0-15,0 1 1 16,-1 0-3-16,2 0 1 15,-2 0 0-15,1 0-1 16,1 0 0-16,-1 0 0 16,0 1 0-16,1 1 0 0,-3 0 0 15,1-2 1-15,2 0-1 16,-1 0 0-16,1 0 0 16,0 0 1-16,1 0-1 15,1 0 0-15,-1-2 0 16,0-3 0-16,-2 1 0 15,-1-3 0-15,2 1 0 0,-3-2 0 16,0 1 1-16,-1-2-1 16,-3 0 1-16,0 1 0 15,-1-3 0-15,-2 0-1 16,-2-2 1-16,0 0 0 16,0-4-1-16,-3 0 1 0,0-3 3 15,-2 0-1-15,-2-3 1 16,-1-1 1-16,-1 3-4 15,-6-3 0-15,0 1 0 16,-7-1-1-16,0 1 1 0,-7-1-1 16,-1 0 1-16,-4-2 1 15,-1-2 2-15,-5-2-1 16,0-1-2-16,-2-2 0 16,0 0 2-16,0 2-1 15,-2 1 0-15,-4 3 3 16,-1 2-4-16,-2 2-1 0,-2 3 1 15,0 0-2-15,-4 2 1 16,-1-1-1-16,-2 1 1 16,-3-2 0-16,-3 1 0 15,-3-2-3-15,-2 1 2 16,-4 2 1-16,-3-1-1 0,-3 1 2 16,0 2-2-16,-2 1 2 15,-2 3-3-15,-1 1 3 16,-2 1-2-16,-4 3 0 15,-2-3 0-15,-3 4 1 16,-1 1 0-16,-2 0 0 0,-4 0 0 16,3-1 0-16,-2 3 0 15,2-3 0-15,0 2 0 16,-3-1-1-16,2 0 1 16,1 1 0-16,-1-2 0 15,0 2-1-15,3 0 0 0,-1 1 1 16,-1 0 0-16,1 2 0 15,1 1 0-15,-3-2 0 16,1 2-1-16,-1 0-2 16,0 0-1-16,-3 0 3 15,-1 0 1-15,-1-1 0 0,0 1-1 16,-5 0 1-16,3 0 0 16,2 0 1-16,1 0-1 15,2 0 0-15,3 0 0 16,1 0 0-16,0 0 0 15,3 0 1-15,0 0-2 16,-1 0 1-16,1 0 1 0,0 0-1 16,-1-2 0-16,0 2 0 15,0-2-1-15,-1 0 1 16,-1 2 0-16,-2-1 0 16,2-1 0-16,0 1 0 15,-3-1 0-15,0 1 0 0,0 0 1 16,-1-3-1-16,-1 2 0 15,-1-3 0-15,-2 0 1 16,-2 2-1-16,-3-1 0 16,-6 0 0-16,-2-1 1 15,-12 3-2-15,-6-1 1 0,-11 2 0 16,-8 1 1-16,-13 0-1 16,-11 0-1-16,-13 11-9 15,-12 3-44-15,-9 0-61 16</inkml:trace>
  <inkml:trace contextRef="#ctx0" brushRef="#br0" timeOffset="124756.09">11173 9848 33 0,'-2'5'23'16,"0"0"-23"-16,2 2 1 0,0 1 0 0,0-1 0 15,0 2 0-15,0-4 1 0,4 1 2 16,-1-3 1-16,3-2 3 15,-2-1 3-15,2 0 3 16,4-5-3-16,1-8 2 16,5-8 4-16,6-8 3 15,7-8-3-15,12-11-1 0,7-6-4 16,11-10-3-16,10-5-2 16,8-7-4-16,8-2-1 15,4-6-1-15,-3-5-4 16,-2-5-105-16</inkml:trace>
  <inkml:trace contextRef="#ctx0" brushRef="#br0" timeOffset="127032.38">13026 9748 31 0,'0'0'20'0,"-3"0"-14"0,2 0 3 0,-1 0 0 15,1 0 1-15,0 0-3 16,1 0 3-16,-1 0-1 16,1 0-4-16,0 0 0 0,0 0-7 15,0 1-1-15,1 4 4 16,4 2-1-16,2 0 0 15,-2 3 0-15,4-3 0 16,-2 3 0-16,1-3 0 16,1-3 0-16,3-3-1 0,1-1 4 15,5-6 17-15,5-13 13 16,12-9-7-16,8-12-7 16,16-9-9-16,11-13-3 15,10-7-4-15,12-8-2 0,7-1-2 16,3-2 1-16,1 2-5 15,4 2-19-15,-8 3-36 16</inkml:trace>
  <inkml:trace contextRef="#ctx0" brushRef="#br0" timeOffset="128448.85">15337 9787 10 0,'0'-2'34'0,"-3"-1"-6"0,2 3-11 0,0-1-6 0,0 1-5 15,1 0-6-15,0 0 0 16,0 0 1-16,0 1-2 15,0 7-1-15,0 0 1 16,0 0 0-16,0 1 1 0,0 1 1 16,0 1 3-16,0-1-3 15,0 1 1-15,0-2 1 16,0-2-1-16,2-4 3 16,2 0 2-16,0-3 14 15,6 0 17-15,0-9-6 0,9-8-6 16,2-7-12-16,11-6-2 15,9-9-1-15,8-5-7 16,10-5-3-16,9-5 1 16,10-3-2-16,8-5-9 15,2-1-45-15,2-3-56 0</inkml:trace>
  <inkml:trace contextRef="#ctx0" brushRef="#br0" timeOffset="130788.63">17756 9955 44 0,'6'0'2'0,"-2"0"-1"0,3 1 0 16,-2 0 0-16,0 0-2 16,-1 1 1-16,0-1 1 0,-3-1 1 15,-1 0 10-15,2 0 10 16,4 0 6-16,-2 0 5 16,8-8-7-16,3-5-7 15,6-6-2-15,10-6-2 0,7-6 0 16,15-6-6-16,13-6-7 15,11 0-1-15,8-3-4 16,6-1-64-16</inkml:trace>
  <inkml:trace contextRef="#ctx0" brushRef="#br0" timeOffset="138762.76">20046 10089 6 0,'0'0'-6'0</inkml:trace>
  <inkml:trace contextRef="#ctx0" brushRef="#br0" timeOffset="139104.96">20046 10089 56 0,'0'0'3'0,"0"-34"8"16,0 28-7-16,0 3-5 16,0-1-8-16,0 1 5 15,0 0 5-15,0-1 4 0,0 1 15 16,0-1 9-16,0 1 3 15,0-1 6-15,0 1-14 16,0 3-14-16,0-2-6 16,0 2-3-16,0 0-1 15,0 0 0-15,0 0-2 0,0 0-2 16,1 2-1-16,3 5 1 16,-1 3 0-16,0 4 5 15,2-2-1-15,-2 9 3 16,1-1-2-16,0 1 0 0,-1 2 0 15,0-2 0-15,-1 2 0 16,1-3-1-16,-1 1 0 16,0-5 2-16,-1 1-1 15,-1 0 1-15,0-3 1 16,0-1-4-16,0-3-25 0,0-3-41 16,-3-6-28-16</inkml:trace>
  <inkml:trace contextRef="#ctx0" brushRef="#br0" timeOffset="139859.04">20031 10036 127 0,'0'0'12'0,"0"0"3"0,0 0-6 16,0 0 1-16,0 0-6 15,0 0-3-15,0 0-3 16,0 0-1-16,0 0 1 15,0 0-2-15,38 20 4 16,-30-5 0-16,1 2 3 0,1-2-2 16,0 2-1-16,0-1 1 15,1-2-1-15,-3-3 1 16,0 1-1-16,-1-6 1 16,0 1 0-16,-3-3 0 15,0 0 0-15,0-1 0 0,-2-2 0 16,-2 1-1-16,1-2 3 15,-1 0 1-15,0 0 21 16,0-2-10-16,0-3-13 16,1-2 1-16,0-1-3 15,-1-3 1-15,1 1-1 0,1-1 2 16,1-2-1-16,-1 0-1 16,1-1 0-16,0 1 1 15,1 1-1-15,2-3 0 16,-2 4 1-16,3 0-1 15,-2-1 0-15,6 4 0 16,-4-1 1-16,3 1-2 0,1 2 2 16,-1 2-2-16,0 0 1 15,1 3 0-15,0 1-1 16,-1 0-1-16,-1 3-1 16,1 7 1-16,0 2-1 15,0 3 2-15,-2 1 0 0,1 1 0 16,-1 1-1-16,0 1 0 15,-4-1 1-15,0 2 1 16,-1-2 0-16,-1 2 3 16,-2-2-3-16,0-3 1 15,0 2 1-15,0-5-1 0,0-1 1 16,0-1-5-16,0-3-35 16,5-2-25-16,5-5-33 15</inkml:trace>
  <inkml:trace contextRef="#ctx0" brushRef="#br0" timeOffset="140093.72">20511 10135 117 0,'0'0'7'0,"0"0"14"0,0 0-12 0,0 0-9 0,0 0-1 16,0 0 8-16,0 0-2 15,0 0 4-15,12 38 1 16,-12-24-5-16,2 3-2 16,-2 0 1-16,0-3-1 15,0-3 1-15,0-2 2 0,0-2-9 16,4-5-35-16,0-2-20 16</inkml:trace>
  <inkml:trace contextRef="#ctx0" brushRef="#br0" timeOffset="140251.13">20554 9983 191 0,'0'0'13'0,"0"0"6"16,0 0-11-16,0 0-3 0,-18-37-5 16,18 35-1-16,6 2-15 15,-1 0-31-15,4 0-17 16</inkml:trace>
  <inkml:trace contextRef="#ctx0" brushRef="#br0" timeOffset="140842.01">20690 10089 66 0,'0'0'54'0,"0"0"-35"16,0 0-8-16,0 0-1 16,0 0 12-16,0 0-5 15,0 0-10-15,0 0-1 16,2 3-3-16,-1-2 0 0,1 2-3 16,1 2 0-16,0 0 0 15,1 4 0-15,-1-1 0 16,-2 2 1-16,0-1-1 15,0-1 0-15,-1-1 0 16,0-1 0-16,0-2 0 0,0-1 0 16,0-2 2-16,0-1-1 15,0 0 4-15,0 0 2 16,0 0-4-16,0-2-1 16,0-4-1-16,0 0 0 15,0-2-1-15,0-1 0 16,0-1-1-16,0 0 1 0,0 0-1 15,4 1-1-15,2 1 0 16,-1 1 2-16,3 0 0 16,0 1 0-16,1 1 0 15,1 2 0-15,2 0 0 16,-5-1 0-16,3 4 0 0,2 0-1 16,-3 0 1-16,0 3-2 15,2 2 2-15,0 4 0 16,-4-2-1-16,2 0 1 15,-2 3-2-15,0-3 2 16,-3 0-1-16,-2 2 1 0,-1-2-1 16,-1 3 0-16,0 0 2 15,-3-1 1-15,-4 4-4 16,-3-4-38-16,2-2-27 16</inkml:trace>
  <inkml:trace contextRef="#ctx0" brushRef="#br0" timeOffset="141076.15">20967 10062 140 0,'0'0'9'0,"0"0"24"0,0 0-19 0,0 0-12 15,0 0-8-15,0 0 4 16,0 0 4-16,0 0 2 15,0 0-2-15,13 48-1 0,-11-32 2 16,-1-2-1-16,4 2 3 16,-3-5-10-16,4-2-20 15,-3-4-29-15,1-5-55 16</inkml:trace>
  <inkml:trace contextRef="#ctx0" brushRef="#br0" timeOffset="141446.92">20900 9893 232 0,'0'0'2'0,"0"0"42"0,0 0-16 16,-16-42-21-16,16 35-3 16,0 3-4-16,0 3-6 15,2 1-49-15,0 0-46 0</inkml:trace>
  <inkml:trace contextRef="#ctx0" brushRef="#br0" timeOffset="142286.82">20996 10049 216 0,'0'0'10'16,"0"0"3"-16,0 0-12 15,0 0 0-15,0 0-1 16,38-14 0-16,-24 11-1 16,-3 3 1-16,2 0-1 15,0 0 1-15,0 5-1 0,1 4 0 16,-2 0 0-16,1 1 0 15,-1 1 2-15,-2-1-1 16,-3 0 0-16,2-3-1 16,-6-2 1-16,1-1 0 15,-3-1-1-15,-1-1 1 16,0-2-3-16,0 0 4 0,-3 0-1 16,-6 0-19-16,-1 0-17 15,-3 0 5-15,1-5 20 16,2-2 10-16,3-2 5 15,2-2 13-15,4-1 6 16,1 0-12-16,0 0 1 0,6 1-3 16,5 1-5-16,3 0-3 15,1 3 1-15,4 1-2 16,2 2-1-16,2 0 2 16,0 2-1-16,1 2 5 15,-3 0 1-15,4 0 1 0,-2 0-4 16,-2 9-2-16,0 1 0 15,-4 4-1-15,-3-3 0 16,-2 3 1-16,-6-1-1 16,-1-1 0-16,-5-4-1 15,0-1 1-15,0-4 0 0,-4 0 1 16,-3-2 1-16,-4-1-1 16,2 0 0-16,0 0 1 15,1-1-1-15,2-5 0 16,4-2 1-16,2-1-1 15,0-2-1-15,0-1 2 0,8-1-2 16,1 1 0-16,3-4 0 16,2 4 0-16,1 0 0 15,2 5 1-15,0 0-1 16,3 4 0-16,-4 3 0 16,2 0-1-16,0 4 1 15,-3 9-1-15,-1 1 0 0,-5 2 1 16,0 3-10-16,-1-1-13 15,-1-4-22-15,-3-1 1 16,-1-3-3-16</inkml:trace>
  <inkml:trace contextRef="#ctx0" brushRef="#br0" timeOffset="142756.85">21626 9944 99 0,'0'0'14'0,"0"0"-2"0,0 0-3 16,0 0-1-16,0 0 1 16,0 0-2-16,0 0 0 0,-13 46 3 15,13-35-1-15,3 0 0 16,3-2 1-16,2-1-1 15,4-3 0-15,-5-4 1 16,4 0-1-16,1-1 0 0,1 0-4 16,1-4-2-16,-2-4-1 15,2-1 1-15,-3-2-1 16,-4-1 0-16,1-2-1 16,-3-1-1-16,-2 2 1 15,-3 0-2-15,0 2-1 16,0 2-1-16,0 3 0 0,0 5 1 15,-3 1-1-15,-2 0 0 16,1 3 0-16,0 7-1 16,0 0 3-16,3 1 1 15,1 0 0-15,0-2 1 16,0 2-1-16,0-1 1 0,3-1 2 16,5-2-1-16,2 0-15 15,1-2-44-15,0-3-6 16,2-2-30-16</inkml:trace>
  <inkml:trace contextRef="#ctx0" brushRef="#br0" timeOffset="143383.96">21878 9904 86 0,'0'0'13'16,"0"0"11"-16,0 0 13 15,0 0 3-15,0 0-14 16,0 0-14-16,0 0-11 0,0 0-1 15,0 0-2-15,35-18-1 16,-26 29 0-16,-1 2 1 16,-1 1 4-16,0 2-2 15,-5 1 0-15,-1-3 0 0,-1 1 0 16,0-3-3-16,0-3-1 16,0-4-1-16,-2-2 3 15,-3-3-3-15,-2 0 12 16,2 0-5-16,0-7 1 15,0-1-3-15,2-2 2 16,3-2-3-16,0 1 0 0,0-1 1 16,3 0-1-16,4 2 2 15,1 0-1-15,4 0 0 16,0 4 0-16,4 2 0 16,0 0 0-16,3 1 1 15,2 1-1-15,3 2 0 0,-2 0 1 16,0 0-1-16,-3 1 1 15,3 6-1-15,-8 1 0 16,0-1 0-16,-4 4 0 16,-4-2 0-16,-2 1-1 15,-3-2 1-15,-1-2-1 0,0-3 0 16,-6-2 0-16,-2-1 5 16,0 0 0-16,0-1 0 15,2-3 6-15,-1-5 3 16,5 1-3-16,2-2-7 15,0 0 0-15,5-3 2 16,7 3-4-16,3 0 0 0,4 3-1 16,0 0 0-16,4 6 0 15,-1 1 0-15,0 0-1 16,-2 11 0-16,0 3 0 16,-4 3 0-16,-1 3 0 15,-4 0 2-15,-1-2-27 0,-6-1-41 16,-1-5-77-16</inkml:trace>
  <inkml:trace contextRef="#ctx0" brushRef="#br0" timeOffset="143896.87">22713 9544 26 0,'0'0'75'0,"0"0"-67"0,0 0 7 0,0 0 2 0,0 0 7 15,0 0 4-15,0 0-16 16,0 0-9-16,0 0-8 16,0 0 3-16,0 0 1 0,0 0 1 15,18 38 0-15,-15-17 1 16,1 2-1-16,1 4 0 16,1 0 1-16,0 0-2 15,1 0 2-15,3-3-1 16,0 0 0-16,0-5 3 0,3-4 6 15,0-2-2-15,-2-3-2 16,1-4 0-16,0-1-1 16,2-4 0-16,-3-1 1 15,2 0 2-15,1-1 0 16,-1-6 2-16,3-1 0 16,-1-1-3-16,0 1-3 0,1 1-2 15,1 2 1-15,-3 0-6 16,1 1-36-16,-2-1-43 15,-1 0-59-15</inkml:trace>
  <inkml:trace contextRef="#ctx0" brushRef="#br0" timeOffset="144273.96">23145 9737 241 0,'0'0'-14'0,"0"0"21"0,0 0-9 15,0 0 1-15,0 0 1 16,0 0-2-16,-3 41 2 16,0-32 0-16,3-1 0 15,0 2 0-15,0-7-1 16,4 0 2-16,6-3 5 0,0 0 6 16,4 0-3-16,0-9-1 15,4 1-7-15,-2-4 0 16,-2 1 1-16,-1-3 0 15,-3-1 3-15,-2-1 4 0,-5 0 0 16,-2-1-4-16,-1 2-1 16,0 0-3-16,-5 2 0 15,-7 5-1-15,-2 3-2 16,-5 4-1-16,0 1 3 16,-1 0 2-16,-1 9-1 15,4 3-2-15,1 1-1 0,5 3-12 16,6-1-24-16,5-2-19 15,0-3-20-15</inkml:trace>
  <inkml:trace contextRef="#ctx0" brushRef="#br0" timeOffset="144723.39">23545 9643 125 0,'0'0'0'15,"0"0"17"-15,27-40 4 0,-24 29-2 16,-3 1-3-16,0 4-5 16,0 1-3-16,-6-1-2 15,-2 3-6-15,0 3 1 16,-5 0 0-16,2 0-5 16,-3 0 9-16,-1 7-5 15,-1 2 0-15,0 1 0 0,5 1 0 16,-2 2-1-16,6 0 1 15,3-2-2-15,4 0 1 16,0-1 1-16,3-1 1 16,6-1 0-16,5-1 1 15,-1-1 3-15,1 0 1 0,1-2 1 16,2 0 0-16,-2 2-4 16,-1-2-1-16,-3-1-1 15,0 3 0-15,-2-2-1 16,-4 0 0-16,-2-1 0 15,-3-1-1-15,0 1-1 16,-4 1 1-16,-10-2 4 0,1 1-2 16,-7 1 3-16,4 0-4 15,0 0-12-15,4-3-4 16,5-1-31-16,3 0-15 16,4 0-23-16</inkml:trace>
  <inkml:trace contextRef="#ctx0" brushRef="#br0" timeOffset="145123.24">23816 9581 99 0,'0'0'7'0,"0"0"8"0,0 0 5 0,31-37-9 0,-31 31 3 15,0 3-3-15,-4 0-10 16,-7 3 0-16,-4 0-3 15,1 0 1-15,-5 0 0 0,1 8 2 16,-1 0 0-16,1 2-2 16,1 0 1-16,4 0 0 15,5-1 0-15,2 0-1 16,4 1 1-16,2-1-2 16,0-2 4-16,8 0 5 0,6 1-1 15,0-2 4-15,2 1 1 16,1-1-1-16,0 0-1 15,2-1-3-15,-8 2-2 16,-1-2-2-16,-2-1 0 16,-3 0-1-16,-5-1-1 0,0 1 0 15,-3-1 8-15,-10 1 5 16,-4 1-7-16,-4 0-2 16,-2 1-1-16,0-2-14 15,3-1-33-15,3-3-48 16</inkml:trace>
  <inkml:trace contextRef="#ctx0" brushRef="#br0" timeOffset="146346.01">24096 9443 116 0,'0'0'11'0,"0"0"7"0,0 0 5 0,0 0-11 15,0 0-9-15,-15-41 1 16,3 34-3-16,-4-1-3 16,-1 1 6-16,-3-1 1 15,-3 2 0-15,-2 0-1 0,-1-1 2 16,-2 0-2-16,-4 3 0 15,-4-2 0-15,-2 2-3 16,-4 0 0-16,-6 1 0 16,-2-1-1-16,-6 1 0 15,-3 0 2-15,-6 1-3 0,0 0 2 16,-3-1 0-16,0 3-2 16,-1 0 5-16,-2 0 0 15,-3 0-1-15,-4 0 0 16,-4 2-3-16,-4 3 1 15,-4 1 0-15,-2 1 1 16,-3 0 1-16,-2 1-1 0,-1 2 1 16,-4 0-1-16,0 2-1 15,-4 0 1-15,1 1 1 16,1 0 0-16,-1 0-2 16,-2 1 1-16,2 3 0 15,-4-2 0-15,0 1 1 0,-1 3-2 16,2-2-2-16,0 1 6 15,2 1-4-15,3 1 1 16,2 0-2-16,1 1 1 16,2 2-1-16,6 1 0 15,-1 0 1-15,3 1-1 16,5 1 1-16,4 2-1 0,6 1 0 16,3-1 1-16,2-1-2 15,8 0 2-15,7 0-1 16,3 0 0-16,7-1 2 15,7 1-5-15,8 0 4 0,4 2-1 16,8 0-1-16,5 2 0 16,6 0-1-16,5 2 2 15,2-2 3-15,4-1-2 16,10 1 1-16,5-4-1 16,9 0 0-16,7-1 0 0,10-3 0 15,3 1 0-15,9-2 0 16,7 0 2-16,7-1-6 15,7-1 7-15,5-4-3 16,4 2 1-16,9-4-2 16,6 0 1-16,2-1 0 0,6-1-1 15,7-4 1-15,0-1-1 16,5 0 1-16,4-4-1 16,5 0 1-16,1-2-1 15,4-1 1-15,2 0-1 16,4 0 0-16,-2 0 0 15,0-1 1-15,-3-5-1 0,0 2 0 16,-6-3 0-16,-1 0 0 16,-6-3 1-16,-1 1-1 15,-3-5 0-15,-3 1 0 16,0-2 0-16,-2-4 0 0,-1 2 0 16,0-4 2-16,0 2-1 15,-3-2 0-15,-3-3 1 16,-8 1-2-16,-6-1 2 15,-8-4-2-15,-7-1 0 16,-6-4 1-16,-6-3-1 0,-5-1 0 16,-4-3 0-16,-7 0 0 15,-4-1 0-15,-7 0 0 16,-7-2 1-16,-7-2 1 16,-6-5 3-16,-9 0 1 15,-5-3 1-15,-6 0 2 0,-12-2-3 16,-14-1-1-16,-10 2-4 15,-13-1-2-15,-19 2 1 16,-15 1 0-16,-20 0 0 16,-21 7-3-16,-26 7 1 15,-30 5-6-15,-29 9-6 16,-37 8-13-16,-39 11-16 0,-37 5-54 16</inkml:trace>
  <inkml:trace contextRef="#ctx0" brushRef="#br0" timeOffset="166269.57">5735 5976 36 0,'0'0'4'0,"-2"0"-3"0,0 0 2 0,2 0 2 0,0 0 8 15,-2 0 3-15,1 0-4 16,1 0-3-16,-1-3 1 16,0 0-4-16,1 3 2 15,0-4-5-15,-2 3-1 16,0-1 2-16,0 2-2 0,0-2 0 15,-3 1-1-15,3 1 0 16,-3 0 1-16,-1-1-1 16,3 1 0-16,-1 0 3 15,0 0-2-15,1 0 0 16,-1 0-1-16,2 0 1 16,-1 0-1-16,-1 0 0 0,1 0 2 15,1 0 0-15,-2 0 1 16,0 0-3-16,1 0 0 15,-1 3-1-15,0 1 0 16,-1 0 0-16,2 2 0 16,-1 1 0-16,2-4 0 0,-2 1 0 15,1 1 0-15,1-1 0 16,0-3 0-16,0 2 0 16,2 1 0-16,-3-1 0 15,2 1 0-15,-1-1 1 0,0 0-2 16,0 0 2-1,0 2-1-15,0 0 0 0,-3-2 0 16,3 2 0-16,0-2 2 16,0 0-2-16,-2 3 1 15,1-3 0-15,1 2-1 16,-1-1 1-16,1 4-1 16,-3-3 0-16,2 3 0 0,0 0 1 15,-1 0-1-15,0-1 1 16,1 1-1-16,-1 0 0 15,-1 0 0-15,0 0 0 16,1-2 1-16,2 1-1 0,-4 1 0 16,1 0 1-16,1 1-1 15,-4 0 1-15,2-1 0 16,1 2-1-16,-1 1 1 16,1-1-1-16,0 1 0 15,3 0 0-15,-2-1 2 16,2 1-2-16,0 0 0 0,1-1 0 15,0 2 0-15,0 0 0 16,-1 0 0-16,0-1 1 16,-2 3-1-16,0-1 0 15,3 1 0-15,-6 1 1 16,3 0-1-16,1-2 0 0,-3 1 0 16,1 0 1-16,1 2-1 15,-1-3 2-15,1 1-2 16,1 2 1-16,1-2-1 15,0 1 0-15,0-3 1 16,2 3-1-16,0-2 0 0,0 0 0 16,0 2 0-16,0-3 1 15,0 3-1-15,0 0 0 16,0 0 0-16,0 1 0 16,0 0 1-16,0-1-1 15,0 1 0-15,0-2 0 0,0 2 0 16,2 0 0-16,0 0 1 15,0 0-1-15,-1 0 0 16,1 2 0-16,2-4 1 16,-1-1-1-16,1 1 0 0,-1-1 0 15,3 1 0-15,-4-2 0 16,2 2 0-16,1-1 2 16,2 1-2-16,-4-3 0 15,1 3 0-15,2-1 0 16,-5 1 0-16,2 1 0 0,2-3 0 15,-3 4 1-15,0 0-1 16,-2 2 0-16,3 0 0 16,-1 2 0-16,1 3 0 15,-1-1 0-15,-2 2 2 16,0 1-2-16,0-1 0 16,0-1 0-16,0 1 0 0,0-1 0 15,0-2 0-15,0 0 0 16,0-2 0-16,0 2 0 15,0-1 0-15,0 0 0 16,0 2 0-16,0-1 0 16,0 1 1-16,-2 1-1 0,2 0 0 15,0 1 0-15,0 0 0 16,0 2 0-16,0-1 0 16,0 1 0-16,0 2 0 15,0-1 0-15,0 2 1 16,0-2-1-16,0-2 0 0,0-1 1 15,0 0-1-15,0-4 0 16,0 0 0-16,0 1 1 16,0-2 0-16,0 2 0 15,2 2 0-15,0-2 0 16,2 2-1-16,-2-3 2 0,3 1-2 16,1 0 0-16,0 1 1 15,-2-1-1-15,0 0 0 16,1-1 0-16,1 0 0 15,-1-1 1-15,2-1-1 16,-3 2 1-16,1-3-1 16,-1 0 0-16,0-3 0 0,-2 3 1 15,3-2-1-15,-1 0 1 16,0-3-1-16,2 4 0 16,0 0 0-16,-3-1 0 15,3 3 1-15,0-4-1 0,0 3 0 16,0 2 0-16,-3-3 0 15,3 2 0-15,-2-3 0 16,0 2 0-16,2-3 1 16,-2-1-1-16,-1-1 0 15,3-1 0-15,-2-1 0 16,-1 1 0-16,0-1 1 0,5 0-1 16,-4 3 1-16,1 1-1 15,-1 2 0-15,1-2 0 16,1 2 0-16,-1-1 0 15,-1-2 0-15,1 2 0 16,-1-3 0-16,-2-1 0 0,1-1 1 16,1-1-1-16,-2-1 0 15,2 1 0-15,0-2 0 16,2 0 0-16,-2 0 0 16,-1 2 0-16,1-1 0 15,0-2 0-15,0 1 0 0,2-1 0 16,-2-1 0-16,0 1 0 15,3 0 1-15,-1-2 1 16,2 4 0-16,-2-3-1 16,1-1 0-16,-1 3 0 15,3 0-1-15,-1-1 1 0,2 0 0 16,-1 1-1-16,1-2 1 16,0 1-1-16,-1 0 0 15,-4-1 0-15,4 0 0 16,-3 0 0-16,1 0 0 15,-2-1 2-15,4 0-2 0,-3 1-2 16,1-1 1-16,0 1 2 16,2-1-1-16,-2-2-1 15,1 2 1-15,1-1 3 16,-1 1-3-16,0 2 1 16,-1 0-1-16,3 1 0 0,0 1 0 15,-3-1 2-15,3 1-2 16,2 0-2-16,-3-2 4 15,-1-2-2-15,2 2 0 16,-1-2 0-16,-1-1 0 16,1 1-3-16,-1-1 3 0,0 0 1 15,-2-2 1-15,3 2-2 16,-1 0 0-16,0-2-2 16,-1 2 2-16,-1-3 0 15,2 0 0-15,-2 0 3 16,1 0 2-16,-1 0-1 0,1 0-3 15,0 0 1-15,-3 0-2 16,3 0 1-16,-2 0-1 16,1 0 0-16,1 0 0 15,-2 0 0-15,1 0 1 16,1 0-1-16,1 0 0 16,0 0 0-16,1 0 0 0,1 0 0 15,2 0 0-15,-1-1 0 16,-2-2 1-16,2 2-1 15,0-1 0-15,-2-1 0 16,1 2 0-16,0-1 0 0,1 0 0 16,-1-1 0-16,1-1 0 15,0 1 1-15,2-2-1 16,0 0 0-16,1-1 0 16,-1-1 1-16,3 0-1 15,-3 1-1-15,2-1 2 0,-1-2-1 16,0 2-1-16,0 0 1 15,-1-1 0-15,1 0 0 16,-1-1 0-16,1-2 1 16,-2 3-1-16,2-3 0 15,-1 0 0-15,0-1 0 16,-1-1 0-16,-1-1 0 0,3 0 0 16,-4 0 0-16,0-1 0 15,3 0 1-15,-4 2-1 16,-2-1 0-16,1 0 1 15,-2-2 0-15,2-1-1 16,-3 0 0-16,1-3 0 0,0 0 1 16,2 0-1-16,-2 0 1 15,1-1-1-15,-1 1 0 16,2 0 1-16,-2 2-1 16,-2-2 0-16,3 3 1 15,-3-2-1-15,1 1 2 0,0-2-2 16,0 0 1-16,1-1-2 15,-2-2 2-15,1 1 1 16,1-1-2-16,1 0 0 16,0-4 0-16,-1 2 0 15,1-2 0-15,1 1 1 0,-2 0-1 16,1-1 0-16,1 2 0 16,-3 2 1-16,4 0-2 15,-4 2 1-15,1 1 1 16,-2-2-1-16,1-1 1 15,4-1-1-15,-4-2 2 0,5-4 0 16,2 2 1-16,-3-3-2 16,1 2 0-16,2-1 1 15,-1 2 0-15,-2 4-1 16,-5-2 0-16,1 2 1 16,2 1-1-16,-3-1 0 0,1-3 1 15,1-1-2-15,1-3 1 16,2-1-2-16,-2-1 1 15,-1-2 1-15,-2 2-1 16,1 2 0-16,0-1-1 16,-3 2 2-16,1 0-1 15,1-2 0-15,-2-1 0 0,2-1 1 16,-2-2-1-16,3-1 0 16,-3 0 0-16,3 2-1 15,-4-2 1-15,0 0 0 16,-1 3 0-16,0 0 0 15,0 1 0-15,-2 0 0 0,-7 4 0 16,2-1 1-16,1 1-2 16,-1 0 2-16,-2 0-1 15,2 1 0-15,-1-1 0 16,3 2-1-16,-4 0 1 16,2 4 0-16,-1-1 0 0,-4 3-1 15,3 1 1-15,-4 2 0 16,-3 2-2-16,3 3 2 15,-4-1 0-15,2 0 2 16,0 4-2-16,2-3 1 16,0 2-1-16,3-2 1 15,-3 0-1-15,3 2-1 0,-3 1 1 16,2-2 0-16,-3 3 0 16,1 0-5-16,-1-1 3 15,0 3 1-15,0-4 4 16,1 2-1-16,-1-1-2 0,1-1 2 15,2 1-4-15,-1-1 4 16,1 1-2-16,-2-2 0 16,1 2-2-16,-1-1 5 15,-1 1-4-15,1 2 2 16,-1 0-1-16,-1 0 0 0,-1 0 0 16,3 0-1-16,2 1 1 15,-3-1 1-15,4-1 0 16,1 1-1-16,-3-2 0 15,3 1 0-15,-4-1 1 16,2 0-1-16,0 2 0 16,-3-1-1-16,1 1 1 0,-4 1-5 15,4 0 6-15,-1 1-2 16,4 0 4-16,-3-1-2 16,3 0 0-16,-1 1 0 15,-2-1-1-15,0 0 0 0,1 0 1 16,-1 1-1-16,-2 1 1 15,-1 0 3-15,2-2-4 16,-2 0 2-16,1 0 1 16,-3 0 0-16,-1-3-1 15,-2 2-1-15,-2-2 0 0,-2 2 0 16,-4 1-2-16,-2 2 1 16,-4 3-4-16,-3 2 2 15,-4 0 1-15,-6 14 0 16,0 10-6-16,-8 5-20 15,-2 1-66-15</inkml:trace>
  <inkml:trace contextRef="#ctx0" brushRef="#br0" timeOffset="170213.69">7673 5868 69 0,'0'0'10'0,"0"-3"-7"0,-4 0 1 0,3 1 0 16,0 0-2-16,-2 1 0 16,-1 1-2-16,-2-2 0 15,0 2-2-15,-1 0 2 0,1 0-1 16,-2 0 1-16,1 0 0 15,-1 0 1-15,2 0 1 16,-1 0-1-16,1 0-1 16,-2 2 1-16,2-1 0 15,-2 1-1-15,3-1 0 0,-2 2 0 16,2-2 2-16,-1-1-2 16,-1 2 2-16,-1-1 0 15,0 1 2-15,0-1 2 16,3 0 1-16,-2 0-1 0,3 1 1 15,-3-2-4-15,2 3-2 16,3 1-1-16,-2 2 0 16,0-2 0-16,-1 4 0 15,-1 1 0-15,-2 2 0 16,2 1 0-16,-2 1 0 16,3 1 1-16,-4 0-2 15,4 4 2-15,-3-2-1 0,3 4-1 16,-3-1 2-16,2 0-1 15,0 1 0-15,1-2 0 16,-1 0 0-16,1-1 0 16,-2 0 0-16,2 0 0 0,1 1 1 15,0 1-1-15,-1 1 0 16,1 0 1-16,0 1-1 16,-3 0 0-16,4 3 0 15,-1 1 0-15,0 0 0 16,-1 1 1-16,1 1-1 0,0 4 0 15,-2-1 1-15,2 1-1 16,-2-2 2-16,1 0-1 16,-1 1 0-16,1 0 2 15,-2 0-1-15,1 0 1 16,1 2 0-16,1 2-1 0,-2 0-2 16,0 0 1-16,-1 2-1 15,3-2 0-15,-2-1 1 16,1-2-1-16,3-1 0 15,-2 2 1-15,4 1-1 16,-3 1 0-16,0 2 0 16,1-1 1-16,0 1-1 0,0-1 0 15,-2-5 0-15,2-1 0 16,0-2 2-16,1-5-4 16,-1 0 4-16,2 0-2 15,0-1 3-15,0 5 4 0,0 0-3 16,0 3-1-16,0 3-2 15,0-1-1-15,0 0 1 16,0 1-1-16,2-3 0 16,1-2 0-16,-1-1 0 15,0-1 0-15,2-1 0 0,-4 1 0 16,2 0 0-16,-1-2 1 16,-1 5-1-16,0-2 0 15,1 2 0-15,0-1 0 16,1 2 0-16,1-4 0 15,-1 4 1-15,0-5-1 16,1 0 0-16,1 0 0 0,-2-2 0 16,2 2 0-16,-1 0 0 15,3 1 0-15,-4 1 0 16,3 2 0-16,-2-4 1 16,3 3-2-16,-2-2 1 0,0 2 1 15,1-3-1-15,2 1 0 16,-2 1 0-16,1-1 0 15,1 2 1-15,-1-4-1 16,2 4 0-16,0-3 0 16,-1 2 0-16,-1 2 1 15,4 0-1-15,-4 1 1 0,3 2-1 16,0-1 0-16,0 1 0 16,2-2 1-16,-4-1-1 15,2-4 0-15,0 0 0 16,-3-4 0-16,3 0 1 15,-2 0-1-15,2-1 1 0,-2-1-1 16,1-1 3-16,2 0-1 16,-3-1-1-16,1-1 0 15,1 1 1-15,0-2-2 16,0 0 1-16,2 0 0 16,-1-1 0-16,1-1-1 0,1-1 3 15,0-2 2-15,3 0 5 16,-1 0-8-16,-1-2 0 15,1 2-1-15,1-2 0 16,-1 0 1-16,0-1-2 16,2-1 0-16,-2 1 0 15,3-1 0-15,0 0 0 0,1 0 1 16,-1-3 1-16,4 2-1 16,-4-1-1-16,2 0 0 15,-1-2 1-15,-3 0 0 16,1 1 0-16,0-2-1 15,2 0 0-15,-1 0 0 0,1 0 0 16,3 0-2-16,-4 0 3 16,2 0-1-16,0 0 1 15,1 0 0-15,-4 0-2 16,0-3 1-16,2 2 0 16,-1-2 0-16,-1 0 1 0,-2-1 0 15,4 2 2-15,-1-2 2 16,3-1-2-16,-1-2 0 15,2 0-1-15,0-1 0 16,1-2 1-16,0-1-2 0,-1-1 1 16,1 3-2-16,-4 0 0 15,2-1 0-15,-2 3 0 16,-2 0 0-16,4-3 1 16,-3 3-2-16,2-2 2 15,1-2-1-15,-1 1 0 16,2-1 0-16,-1 1 0 0,-4-1 0 15,0 0 0-15,-1 0 0 16,-1 1 1-16,-3-1 0 16,-1-2 2-16,2 2 3 15,-1-1-3-15,-2-1 0 16,3 1 0-16,0-2 0 0,-1-1-1 16,1 1-2-16,-1 1 1 15,-2-2-2-15,4 0 2 16,-4 1-1-16,-2-3 0 15,4 2 1-15,-2-2-1 16,-1-2 0-16,2-1 1 0,1-1-1 16,-2 1 0-16,2-3 0 15,1-1 0-15,1 0 0 16,2 0 0-16,-1-2 0 16,1-2 0-16,-1 1 0 15,0 0 0-15,-1 0 0 16,-1-3-1-16,-2 3 2 0,-1-2-2 15,0-1 2-15,0-2-1 16,-2 1 0-16,3 1 0 16,0-2 0-16,-1-1 0 15,-1 3 0-15,4 0 0 0,-5-2 0 16,2 3 0-16,-1-2 0 16,-1 5 0-16,0-2 0 15,-3 4-1-15,-1-1 1 16,0 0 0-16,0 2 0 15,1-2-1-15,-2-2 1 0,1 1 0 16,2-1-1-16,-1 0 2 16,-2-1-1-16,1-1-1 15,1 1 1-15,-2-2 0 16,2 0 0-16,-3-1 0 16,3-1 1-16,-1-2-1 15,1-2-1-15,-2-1 2 0,-1 2-2 16,0-4 1-16,-1 0-7 15,0 0 2-15,0-1 3 16,0 2 0-16,0 0 0 16,-2 3 2-16,-2 4 2 15,-3 1-2-15,2 5 0 0,-3 2 1 16,1 1-1-16,-3 3 1 16,1-2-1-16,3-1 0 15,-2-2 0-15,3-3 0 16,-2 0-1-16,2-4 1 0,3-2 0 15,-2-2-1-15,2 2-5 16,-3 1 2-16,1 0 2 16,-1 5 2-16,-1 0 2 15,1 3-2-15,-3 1 0 16,1 0 0-16,-1 1 1 16,-1-1-1-16,3 2 0 0,-2-2 0 15,2-1 0-15,0-1 0 16,-1 0-1-16,3 0-7 15,-5-2-7-15,2 7 5 16,-4-1 8-16,0 4 1 16,-1 2 1-16,-1 1 0 15,-2 1-1-15,2 2 5 0,-2 1-1 16,2 2 1-16,0-1-2 16,0 0 0-16,1 1-1 15,1-2-1-15,0 3 0 16,-2-3 0-16,-1 3 1 0,1-1-1 15,-1 0-2-15,3 3 3 16,-2-3 1-16,-1 1 1 16,2 0-2-16,0-1 0 15,3 1-1-15,-2-1 2 16,-3 1-2-16,3-2 0 16,-2 0 1-16,0 0-1 0,1 1 0 15,-3-2 1-15,2 1-2 16,-2 0 1-16,0 0 1 15,-1 2-1-15,1 0 0 16,-1 1 1-16,3-1 0 0,-3 4 0 16,3-1 0-16,-1 0-1 15,1 2 0-15,2 0 1 16,-3 0-1-16,3 1-1 16,-1 0 2-16,0 1 1 15,0-2-1-15,1 2-1 0,0-2 2 16,-3 2-2-16,3 0 1 15,1-1-1-15,0-1 0 16,-1 1 1-16,2 0 0 16,-1-1 0-16,2-2 0 15,0 2 1-15,1 1 1 0,-3-2-1 16,0 0-1-16,3 2-1 16,-5-2 0-16,1 2 1 15,-1-1-1-15,-1 2 0 16,1-1 0-16,-1 1 2 15,3 0-1-15,-3-3 1 16,1 3-1-16,-1-1 0 0,2-1 0 16,-2 1 1-16,2-2-1 15,-1 2-1-15,-1-1 0 16,0 1 1-16,-4 0 0 16,0 0-1-16,1 0 1 15,-2 0 0-15,-4-1 0 0,-1 0 2 16,-1 1-3-16,-3-3 0 15,0 3 1-15,-2-1 0 16,-4-1-1-16,1 2 2 16,-2-1-2-16,-1 2 0 15,0 0-2-15,1 0 1 16,-7 9-11-16,-5 1-60 0</inkml:trace>
  <inkml:trace contextRef="#ctx0" brushRef="#br0" timeOffset="177383.09">6276 9035 6 0,'0'0'25'0,"0"0"-19"0,0 0 3 0,0 0-2 15,0 0 0-15,0-1 3 16,0 1-2-16,0-1 1 15,0 0-5-15,0 1-1 0,0 0-2 16,0 0 0-16,0 0-1 16,0 0 1-16,0 0 1 15,0 2 1-15,0 1 4 16,-2 0 1-16,0 1 1 16,0 1-2-16,2 1-4 0,0 1-2 15,0 2 0-15,0 4 0 16,0-1 1-16,0 5-2 15,0 0 1-15,0 3 1 16,0-1-1-16,0 1-1 16,0 1 0-16,0 2 1 0,0-1-1 15,0 1 0-15,2 0 1 16,-2 2-1-16,0-2 1 16,0 3 0-16,0-4 1 15,0 1 1-15,0-3 0 16,0 1 1-16,0-4 1 0,0-3 3 15,-4-1 0-15,1-1-1 16,0-4 0-16,-1-1-2 16,2-2 2-16,0-2-3 15,-2-1-2-15,3 1-1 16,1-3 0-16,0 0-1 0,0 2-1 16,0-2 2-16,0 2-2 15,0 0-8-15,0-1-53 16,0-1 21-16</inkml:trace>
  <inkml:trace contextRef="#ctx0" brushRef="#br0" timeOffset="178144.52">6158 9472 83 0,'0'0'9'0,"0"0"8"0,0 0-9 15,0 0-4-15,0 0-5 16,0 0 1-16,0 0 0 0,0 0-3 15,0 0 2-15,0 0 2 16,0 0-1-16,0 0 0 16,18 43 0-16,-13-29 0 15,-1 1 0-15,2-1 0 16,-3-1 2-16,3-2-2 16,1 0 0-16,-3-1 1 0,3 0-1 15,-3-3 0-15,1-1 0 16,-1 1 1-16,1-4 0 15,-3-2 0-15,1 1 0 16,-1-2 0-16,0 0 4 16,-2 0 24-16,2-2 8 0,0-6-23 15,1-3 0-15,3-4-4 16,-2-2-1-16,4-3 0 16,0-2-5-16,3-4-1 15,1-2 0-15,3 1-1 16,1-5-4-16,2-3-23 0,-4 0-64 15</inkml:trace>
  <inkml:trace contextRef="#ctx0" brushRef="#br0" timeOffset="180150.96">8004 9061 56 0,'-2'-1'10'0,"0"-1"3"0,0 0-3 0,2 1 0 0,-1-2-6 16,1 2-1-16,0-1 0 16,0 1 0-16,0-2 2 0,-2 2 3 15,2 1 2-15,-2-2 0 16,2 2 2-16,0 0-1 16,0 0-4-16,0 0-3 15,0 0-6-15,0 10 1 16,0 2 2-16,0 5-1 0,0 3 0 15,0 1-1-15,-2 4 2 16,0 2-1-16,-3-1 0 16,3 4 0-16,1-2 1 15,-1 2-1-15,0 0 0 16,2-3 0-16,-2 3 0 16,0-2 0-16,0-1 1 0,1 0-1 15,-1 0 0-15,2-3 1 16,-2 0-1-16,2-4 0 15,0 0 0-15,0-4 0 16,0-2 0-16,0-1 0 0,0-2 0 16,0-2 2-16,0-2-2 15,0 1-2-15,0-2 2 16,0-2 0-16,-2 1 0 16,0 0 0-16,0-1-1 15,0 0-3-15,2-1-5 0,-3-1-5 16,3-1 4-16,0-1-11 15,0 0-22-15</inkml:trace>
  <inkml:trace contextRef="#ctx0" brushRef="#br0" timeOffset="180918.75">7827 9690 87 0,'0'0'7'0,"0"0"3"0,0 0 3 16,0 0-4-16,0 0-2 15,0 0-5-15,0 0-1 0,0 0-2 16,0 0 0-16,0 0 2 15,0 0-1-15,0 0 0 16,5 0-1-16,-2 0 1 16,1 0 2-16,-2 7-2 15,2-1 0-15,-1-1 1 0,1 3-1 16,0-2 1-16,-1 3-1 16,1-2 0-16,1 2 1 15,-1-1-1-15,-1 1 0 16,3 1 0-16,-2-2 0 15,-3 2 0-15,3-1 0 0,0 0 0 16,-1-4 0-16,-1-1 0 16,0 0 1-16,0-2-1 15,1-2 1-15,1 0 0 16,-2 0 3-16,1-4 15 16,3-5-11-16,-2-4-3 0,3-4 0 15,2-4-3-15,2-4 0 16,5-5-1-16,2-7 1 15,8-10-2-15,6-7 0 16,3-14-3-16,4-11-110 16</inkml:trace>
  <inkml:trace contextRef="#ctx0" brushRef="#br0" timeOffset="201171.18">6912 14012 37 0,'0'0'7'0,"-1"0"7"0,-1 0-3 0,1 0-5 16,-1 0-4-16,2-2-1 16,0 1 0-16,0 1 1 15,0 0-1-15,0-1-1 16,0 1 1-16,0-1-1 15,0 1 0-15,0 0 0 0,0 0 2 16,0 0-1-16,0 0 0 16,0-1-1-16,3 0 2 15,2-1 3-15,1 1 0 16,-2 0-1-16,1-2 1 16,1 1-3-16,2 1-1 0,-2-1 4 15,1 2-2-15,1-2-2 16,-1 1-1-16,0 1 0 15,0 0 0-15,1-1 1 16,2 1-1-16,1-1 0 16,0-1 1-16,3 2 0 15,1-3-1-15,-1 3 1 0,1-1 0 16,-1 1-1-16,-1 0 0 16,0 0 0-16,-1 0 0 15,0 0 1-15,1 0-2 16,-1 0 2-16,0 1-1 0,1-1 0 15,0 3 0-15,-1-3 0 16,1 0 1-16,0 0 0 16,3 0 3-16,-3 0 0 15,3 0 0-15,-1 0-3 16,-1 0-1-16,0 0 1 16,0 4-1-16,0-1 0 0,1 0 2 15,-1-1-2-15,5 1 0 16,-2-1 0-16,0 0 0 15,3-1 0-15,-1 0 0 16,0-1 1-16,2 0-1 16,-2 0 0-16,3 0 0 0,-2 0 0 15,2 1 0-15,1 0 1 16,-3-1-1-16,2 0 0 16,0 0 0-16,3 0-1 15,0 0 2-15,-1 0-1 16,3 0-1-16,-2 0 2 15,3 0-1-15,0 0-1 0,1-2 1 16,-3 0 1-16,2-1-2 16,1-1 2-16,-3 2-1 15,1 1 0-15,2-1 0 16,-2 2 0-16,-2 0-1 0,1 0 2 16,1 0-1-16,-5 0-1 15,3 0 2-15,-4 0-2 16,3 0 2-16,-4 2-1 15,4-1 0-15,-3 1 0 16,1 2 0-16,0-1 0 0,-1-1 0 16,1 0 1-16,0 1-2 15,0-2 1-15,3 2 1 16,-3-1-1-16,0-1 0 16,1 1 0-16,0 0 0 15,-1-2-1-15,0 3 2 16,0-3-1-16,1 0 0 0,-1 0 0 15,0 0 0-15,1 0 1 16,-2 0-1-16,3 0 0 16,2 0 0-16,-3 0 0 15,1 0 0-15,-1 0 0 16,3-3 0-16,-3 1 0 16,0 0 0-16,0-2 1 0,2 1-1 15,-2-1-1-15,0 1 1 16,0 0 0-16,2 1 1 15,-2 0-1-15,2 0-1 16,3 2 2-16,-1-1-1 0,1 1 0 16,-1-2 0-16,2 2 0 15,-1-1 0-15,-1 0 0 16,2 0-1-16,0 0 1 16,0 0 0-16,0-1 1 15,-2 2-1-15,2 0 0 0,0 0 0 16,0-2 0-16,-3 2 0 15,3 0 0-15,-2 0 0 16,0 0 0-16,0 0 0 16,0 0 0-16,0 0 0 15,0 0 0-15,0 0 0 0,1 0 0 16,3 0 0-16,-2 0 0 16,1 0 0-16,3 2 0 15,1 1 0-15,-5-1 0 16,7 2 1-16,-2-3-1 15,3 3 0-15,-1-2 0 0,1 1-1 16,3 1 1-16,0-1 0 16,1 0 0-16,2 0 0 15,1-2 0-15,2 0 0 16,0-1 0-16,2 0 0 16,1 0 0-16,4 0 1 15,-1 0-1-15,-2 0 0 0,3 0 0 16,0 0 0-16,0 0 0 15,1 0 0-15,2 0 0 16,0-1 0-16,2 1 0 16,-1 0 1-16,0 0-3 0,1 0 2 15,-2 0 2-15,2 0 7 16,0 0-1-16,-1 0 1 16,3-3-2-16,-2 2-4 15,-3-2 1-15,1-1 1 16,-2-1-2-16,0 0 1 15,-5 2-2-15,0-3 2 16,0 0-2-16,-4 2 1 0,0-2-1 16,0 2 0-16,-1 1-1 15,-1 0 2-15,-5 1-1 16,-1 0 0-16,-1 1-1 16,-4 1 0-16,-1 0-1 0,0 0 0 15,0 0 1-15,-2 0-1 16,1 0 0-16,0 0 0 15,0 0 0-15,-1 0 2 16,0 0-2-16,0-2 0 16,-4 1 0-16,0-2 0 15,-3-1 1-15,0 4-1 0,-2-2 0 16,-4 1 3-16,0 0 1 16,-3-1 1-16,0 1 0 15,-2 0-1-15,0 0-2 16,-3 0-2-16,0 0 1 15,-3 0-1-15,1 1 1 0,-4 0-1 16,1 0 1-16,1-2-1 16,-1 2 0-16,1-2 1 15,-2 2-1-15,2-2 0 16,1 1 0-16,0-1 2 16,3 0-2-16,0 0 0 0,1 0 0 15,3-1 0-15,0 3 0 16,1-3 0-16,-1 3 0 15,1-1 1-15,3 1-2 16,-3 0 1-16,0 0 0 16,1 0 0-16,1 0 1 0,-1 0-2 15,1 0 1-15,-1 0 0 16,-1 0 0-16,3 0 1 16,-1 0-1-16,0 1-1 15,-1 2 2-15,2-3-2 0,-1 3 1 16,4-2 0-1,-2-1 1-15,-2 0-1 0,2 1 0 16,-1-1 2-16,1 0-2 16,-1 0 0-16,-3 0 0 15,3 0 1-15,-2 0 3 16,2 0 4-16,-1 0-4 0,1-2-2 16,-1-1 0-16,1 3 1 15,-3-3-3-15,1 2 0 16,-4-1 0-16,1 2 1 15,-1-1 0-15,-2 0-1 16,-1 1 0-16,-2-2 0 0,0 2 1 16,-3 0-1-16,0 0 1 15,-1 0 0-15,0 0 0 16,0 0 2-16,-1-1 3 16,0 1-3-16,0 0-2 15,1 0-1-15,0 0 0 0,3 0-2 16,-2 0-6-16,3 0-12 15,1 0-10-15,1 0-17 16,0 0-11-16,-1 0-44 16</inkml:trace>
  <inkml:trace contextRef="#ctx0" brushRef="#br0" timeOffset="203174.08">16441 13914 33 0,'0'0'3'0,"0"0"0"0,0 0 3 0,0 0-2 15,0 0-1-15,0 0 3 0,0 0 18 16,0 0-17-16,0 0-4 16,0 0 0-16,0 0 1 15,0 0-1-15,0 0 2 16,-35 16 0-16,28-16 0 15,-3 0 1-15,2 0-3 16,1 0 0-16,3 0 0 0,0 0-1 16,1 0 1-16,3 0 0 15,0 0-3-15,0 0 0 16,11 0 0-16,0 2 1 16,5-2-1-16,-1 0 3 0,4 2-3 15,4-2 0-15,0 2 0 16,2 0 1-16,0 0-2 15,3 0 1-15,2 1-2 16,-1-3 1-16,2 1 1 16,0-1 1-16,3 0-1 15,-1 0-1-15,1 0 2 0,2-1-1 16,1-2-1-16,-1 2 1 16,2-1 1-16,0 2-1 15,2 0-1-15,1 0 2 16,-3 0 1-16,-2 0-2 0,1 0 0 15,-4 0 0-15,1 3 0 16,1 1 0-16,0-2 0 16,3 1 0-16,2-2 0 15,3-1 0-15,1 0 0 16,3 0 0-16,2 0 1 16,3-1-1-16,-1-2 0 0,1 0 1 15,2-1-1-15,0 1 0 16,0 1 1-16,0-2-1 15,2 0 1-15,2 1 1 16,3 0 1-16,2 0 1 16,4 2 4-16,0-2-8 0,3 3 1 15,-1-1 0-15,0-1-1 16,-1 0-1-16,0 0 2 16,4-2-1-16,1 0 1 15,4-1-2-15,2 1 2 16,4 0 1-16,0-3-1 0,2 5-1 15,1-1 0-15,2-1 0 16,-3 1 0-16,1-1 0 16,0 1 1-16,-2-2 1 15,2 0 7-15,-3 0 0 16,-3-1-1-16,-3 0-3 16,-7 1 1-16,-2-1-4 0,-3 2-1 15,-5 1 1-15,-4 0-2 16,-3-1 1-16,-2 4-1 15,-8 0 0-15,-3 0-1 16,-11 0-3-16,-6 0-41 0,-15 0-36 16</inkml:trace>
  <inkml:trace contextRef="#ctx0" brushRef="#br0" timeOffset="205147.08">2850 14857 13 0,'5'0'8'0,"1"1"-2"0,-1 1 1 0,3-1 3 16,2-1-5-16,-1 0 0 15,5 0-1-15,0 0 0 16,3 0 1-16,0 0-1 15,1 0 0-15,-2 0-1 16,4 0 0-16,-3 0-1 0,2-3-1 16,1 2 0-16,-3-2 1 15,6 0-1-15,0 0-1 16,3-1 1-16,0-1 0 16,4 0 1-16,3 0-2 15,1 0 2-15,-5 1-2 16,5 0 1-16,-3 2-1 0,0-1 0 15,-1 2 0-15,1-2 1 16,0 3-1-16,2-3 1 16,3 0 1-16,0-1-2 15,-1 0 3-15,3-2-2 0,-1 2 2 16,-2 0-2-16,-1 0 0 16,-1 1-1-16,-2 0 0 15,3 0 1-15,-1 1-2 16,3 1 2-16,-3-3-1 15,3 2 0-15,-1-1 0 0,0-1 1 16,-1 2-1-16,1 1 1 16,-2-1 0-16,5 2-1 15,-4 0 0-15,4 0 0 16,-2 0 1-16,2 0-1 16,-2 1 0-16,-1 0 0 0,0 0 0 15,0 1 1-15,0-2-1 16,1 0 0-16,0 2 0 15,0 0 0-15,1 0 0 16,4 1 0-16,-3 0 0 16,-1 1 0-16,-1-1 0 15,3 1 0-15,-3 0 0 0,2 0 0 16,1-1 0-16,2 0 0 16,1 2 0-16,0-3 0 15,1 1 0-15,0-2 0 16,2 1 1-16,-1-1-1 15,1 2 0-15,-2-3 0 0,1 3 0 16,3-1 0-16,-1 0 0 16,0 1 0-16,0 1 0 15,2-1 0-15,0 2 1 16,1-2-1-16,3 1 1 0,-1 1-1 16,1-2 0-1,0 0 0-15,0 0 0 0,2-2 2 16,0-1-1-16,2 0 3 15,1 0 1-15,1 0-1 16,1 0-2-16,1 0 0 0,-2 0 0 16,3 0 1-16,-1 0 1 15,-3-4 2-15,0-2 0 16,0 1-1-16,-1-1-2 16,-6 0 1-16,2 1-3 15,0 0 0-15,-5 0 0 16,0 0 1-16,-5 1 0 0,0 0 1 15,-3 0 2-15,-3-1-2 16,1 1 0-16,-6 0 1 16,0-1 0-16,-4 0-1 15,-2 3 1-15,-5 0 2 16,0-1-2-16,-5 1-2 0,0 0-1 16,-3 1 1-16,0-1-2 15,-1 0 1-15,0 0-1 16,-1-3-1-16,-2-2-40 15,-3-8-85-15</inkml:trace>
  <inkml:trace contextRef="#ctx0" brushRef="#br0" timeOffset="207181.74">6770 13914 72 0,'-11'-12'1'0,"0"0"17"0,0-2 2 0,0-1-2 16,-3-2 3-16,1-3 3 15,-1 1-5-15,1-3 1 16,1 1-6-16,-1-5-4 16,0 3-2-16,2-5-3 0,2 1-4 15,2-4-1-15,0-2 0 16,5-2 0-16,0-4-7 15,2 1-6-15,0-4 3 16,9 2 0-16,2 1 5 16,0 1 4-16,5 0 0 0,-1 1 1 15,1 4 0-15,-3 2 0 16,3 2 0-16,-3 7 1 16,1 3-2-16,2 6-1 15,2 2-2-15,-1 5-7 16,6 2-2-16,4 4 4 0,2 0 4 15,6 0 3-15,3 0 3 16,3 0-3-16,3 5 3 16,-2 0-1-16,6-1-1 15,1-1 2-15,-2 1-1 16,5-1 0-16,3 0 0 0,1-1 1 16,4 0-1-16,2-2-2 15,3 0 4-15,5 0-1 16,-1 0-1-16,1 0-2 15,6 0 3-15,-3 0-1 16,6-3 1-16,-3 2-1 0,4-2 0 16,0 0 1-16,5-1-1 15,1 0-2-15,3-2 4 16,1-1 0-16,4 2 2 16,1-2 0-16,-1-1-1 15,-2 2-1-15,2 2-1 16,0-3 0-16,1 2-1 0,-1-1 0 15,4-1 2-15,-2 0 2 16,2-2 0-16,1 3 0 16,4-2 0-16,-4 0-2 15,4 0-2-15,1 0 1 16,-1-1 0-16,0-1 0 0,0 3 0 16,2-3 1-16,2 0-1 15,0 2 0-15,3-1-1 16,0 2 0-16,-3 1 2 15,3-2-2-15,1 1 0 16,1 1 0-16,2-1 3 0,1 1 5 16,2-1 4-16,-1 3-5 15,3 0-2-15,-4 1-1 16,4 2-3-16,-2 1 0 16,1 0 0-16,3 0-1 15,-4 2 1-15,3 4-1 16,3-2 0-16,-5 1 1 0,3-2-1 15,-3-1 1-15,1 1-1 16,-2-3 0-16,3 0 0 16,-5 0 0-16,4-1 0 15,-1-5 0-15,1-1 2 0,-2 0-2 16,2-3 0-16,-2 0 1 16,3-1 0-16,0-1-1 15,2-1 0-15,-1 0 0 16,-2-2 1-16,2 4-1 15,-1-3 0-15,-1 2 0 16,0 2 0-16,1-1 0 0,3 1 0 16,-1 3 1-16,1-2-2 15,0 3 2-15,0 0-2 16,-4 1 2-16,2-2-1 16,1 3 2-16,-1 1-1 0,2-1 1 15,-2 4-2-15,1 0 0 16,0 0 0-16,1 0 0 15,0 0 0-15,0 0 0 16,0 1 0-16,-1 2 1 16,1 0-2-16,-5 0 1 15,1-1 0-15,-3 2 0 0,0-1 1 16,-3 2-1-16,-1-2 0 16,0 1 0-16,1 0 0 15,-2 0 1-15,1 1-1 16,-3-1 0-16,-2 3 0 15,-2-1 1-15,-3-1-2 0,-2 3 2 16,-2-3-1-16,-2 5 1 16,-6-3-1-16,-1 2 1 15,-3 2 2-15,-1 2 0 16,-5 0-2-16,0 2-1 0,-7 1 0 16,-3 1 0-16,-2 0 1 15,-3 0-1-15,-4 4 0 16,0 2 0-16,-3 0 0 15,-1 4 1-15,1 1-1 16,1 5 0-16,-3 2 0 16,0 2 0-16,-2 3 1 0,-6 1 0 15,-2 0 0-15,-4 1 0 16,-6 0 0-16,-1 1-1 16,-7-2 1-16,-2 4-1 15,-5 0 0-15,-2-1-1 16,-8-2 1-16,-6-1-1 0,-5-4-2 15,-4-2 4-15,-16-4-1 16,-9-5-2-16,-9-3 1 16,-10-3 1-16,-5-6-2 15,-12-3 4-15,-5-6-2 16,-3-1 0-16,-7-4 2 0,-3 0 1 16,-9-2 0-16,-7-6 0 15,-9-3-3-15,-11-2 1 16,-11-1-1-16,-13 0 0 15,-18-3 0-15,-13 2-1 16,-16 0-12-16,-18-1-7 0,-11 2-53 16,-11-1-70-16</inkml:trace>
  <inkml:trace contextRef="#ctx0" brushRef="#br0" timeOffset="-210818.23">9332 13303 64 0,'0'0'7'0,"0"0"21"0,0 0-10 0,0 0-6 0,0 0-4 16,0 0-5-16,0 0 6 16,0 0-8-16,0 0 3 15,0 0 0-15,0 0 1 16,0 0 0-16,0 0-2 15,0 0-3-15,-5-11-1 0,5 11-2 16,0 0 1-16,0 0 2 16,0 4 1-16,0 0 1 15,0 2-2-15,0 0 3 16,0 0-2-16,2-3-1 16,0 0 1-16,0 0 0 15,1-1 0-15,3-2-1 0,-2 0 0 16,4 0 2-16,-1-2 1 15,3-7 4-15,4-6-1 16,-1 1 1-16,3-6-2 16,2-4-2-16,4-6 0 0,1-1-2 15,2-3 1-15,-1-2 1 16,3-1 2-16,0 0 13 16,0 2-15-16,0 1 2 15,-3 4-2-15,-2 3 0 16,-4 6-1-16,-5 5-1 0,-3 5-1 15,-2 5 0-15,-5 5-1 16,1 1-3-16,-4 0-42 16,0 3-45-16</inkml:trace>
  <inkml:trace contextRef="#ctx0" brushRef="#br0" timeOffset="-209163.98">17684 13161 83 0,'0'-4'4'0,"1"-2"3"0,0 2-2 15,4-2-5-15,-5 3 1 16,2-1 0-16,-2 3-1 16,2 1 0-16,-2-3 0 0,0 3 1 15,0 0-1-15,0 0-2 16,0 0-2-16,1 0 2 15,-1 0 2-15,2 4-2 16,0 2 1-16,2-1-1 16,-2 1-1-16,0 0 2 15,1 1 1-15,-1-3 1 0,2 2-1 16,1-2 1-16,-2-2 0 16,3 0 0-16,-2-2 0 15,2 0 3-15,2-4 1 16,3-8 6-16,2-3 8 0,3-6-6 15,3-5 0-15,6-3 2 16,3-4-5-16,4-3-4 16,4 1-4-16,3-1-1 15,3-2-2-15,-2-2-12 16,3-3-59-16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48:32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3784 9706 114 0,'0'0'3'0,"0"0"5"0,0 0 15 0,0 0-6 16,0 0-9-16,0 0-4 15,0 0-2-15,0 0-2 0,0 0-1 16,0 0 2-16,9-19-1 15,-3 19 0-15,4 0 0 16,3 0 0-16,1 0 0 16,1 0 0-16,4 0 0 15,2 0 0-15,2 0 0 16,2 0 0-16,2 0 0 0,2 0 0 16,4 0 0-16,-2 0 1 15,0 0-1-15,3 0 2 16,-3 0-2-16,0 0 0 15,1 0 0-15,1-1 0 16,3-2 0-16,-1 0 1 0,4-1-1 16,1-2 1-16,2 1 0 15,1 0 0-15,-1-2-1 16,6-1 1-16,-2 2-1 16,2-1 0-16,2 1 1 15,0 0-1-15,-1 2 0 16,-4 0 0-16,2 2 0 0,-3 0 0 15,-2 0 0-15,4 1 0 16,-2-1 0-16,3 2 0 16,-3-1 0-16,4 0 0 15,-1-1 1-15,2 2-1 16,-2-1 0-16,6-2 0 0,-1 2 0 16,2 0 0-16,-1 1 1 15,1 0-1-15,-1 0 0 16,2 0 0-16,-1 0 0 15,1 0 0-15,1-1 0 0,-1-2 1 16,1 2-1-16,0-2 2 16,2-3 3-16,0 2 1 15,1-2 1-15,3-1-1 16,-2 1 2-16,3-1-2 16,-3 0-2-16,-1-1-1 15,1 2-1-15,-4-1-1 0,0 0 0 16,3 1-1-16,2 2-1 15,5-3 1-15,0-5-45 16,1-6-130-16</inkml:trace>
  <inkml:trace contextRef="#ctx0" brushRef="#br0" timeOffset="1395.27">9998 9663 99 0,'0'0'3'0,"-3"0"3"0,0 0 9 0,2 0-8 16,-2 0-1-16,1 0-4 15,0-1 0-15,-1-1 2 16,2 2 2-16,1-3 3 0,-1 2 0 15,1-1-2-15,0 1-4 16,0 0-2-16,0-1-1 16,0 1 0-16,5-1 1 15,-1 2-1-15,2-1 0 16,2 1 2-16,3 0-2 0,1 0 0 16,3 0-2-16,3 0 2 15,0 0 2-15,4 0-5 16,5 0 4-16,2 0-1 15,0 0 2-15,7 0-2 16,-1 0 0-16,5 0 0 0,1 0 0 16,2 0 0-16,4 0 0 15,-1 0-2-15,4-4-1 16,2-2 5-16,7-1-1 16,-1 0 1-16,3 1-4 15,3 0 5-15,-3 1-3 0,1-1 1 16,-2 2-1-16,-1 2 0 15,-1-2 1-15,0 4-1 16,1-2 0-16,1 1 0 16,2 0 0-16,5-1 0 15,0 1 0-15,4 0 0 0,2-1 0 16,2 2 1-16,0-1-2 16,-2 1 1-16,0-2 1 15,-1 2-1-15,-1 0 0 16,0 0 0-16,4 0 0 15,3 0-1-15,1 0 0 16,4 0 2-16,1 0 0 0,3 0 1 16,0 0-1-16,-1 0-1 15,1 0 0-15,-3 0 1 16,-1 0-1-16,-2 2 0 16,-4-2 1-16,2 1-1 15,-7-1 1-15,1 2 3 0,1-1-2 16,-4-1-1-16,1 0 0 15,1 0-3-15,1 0 3 16,-6 0 0-16,3 0-1 16,-9 0-4-16,-4-3-53 0</inkml:trace>
  <inkml:trace contextRef="#ctx0" brushRef="#br0" timeOffset="2990.53">16566 9718 29 0,'0'2'6'0,"2"-1"-5"0,1 2 0 0,1-2-1 16,-2 2 1-16,0 0 0 15,2-1 0-15,2 0 5 16,-1-1 11-16,1 0 1 16,4 0-8-16,3 1-2 0,1-2-6 15,3 0 1-15,3 2 0 16,-2-1-1-16,4 0 0 16,2 2 0-16,0-2-1 15,2 2 1-15,3 0-1 16,0-2 1-16,6-1-1 15,-1 0 0-15,7 0 2 0,1 0 1 16,7 0 0-16,-2-4-1 16,4 0 0-16,3-3 0 15,3 1 2-15,6 0 1 16,1-1 0-16,6 0-2 16,4 3-1-16,3 1-2 0,1 0-1 15,0 2 1-15,-4-1-1 16,4 2 0-16,-4 0 0 15,6 0 1-15,-4 0-1 16,5 0 0-16,6 0 0 16,3 0 0-16,1 0 0 0,-1 0 2 15,5-2-2-15,2-3 1 16,0-2-1-16,0 1 1 16,6-3-1-16,1-1 2 15,2 1 0-15,1-2 1 16,2 1 1-16,1-2-1 0,-1 3-1 15,1-1-1-15,-4 1-1 16,-1 2 1-16,-6 0-1 16,-4 1 0-16,-4-1 0 15,-7 3 0-15,-3 0 1 16,-6-1-1-16,-4 0 0 0,-4 0 0 16,-4 2 1-16,-5 1 0 15,-2 0-1-15,-5 2 0 16,-6 0 0-16,-5 0-1 15,-2 0-14-15,-9 0-59 16</inkml:trace>
  <inkml:trace contextRef="#ctx0" brushRef="#br0" timeOffset="4868.58">3732 11052 64 0,'-2'-1'6'0,"2"-2"3"0,-2 1 0 0,0 2-6 16,2-2 0-16,0 1-2 16,0 1 0-16,0 0 0 15,0 0 1-15,0-1-4 0,0 1 4 16,6-3-2-16,4 3 0 16,-1-2 0-16,2 0 1 15,5 1-1-15,-3-2 0 16,3 1 0-16,1 1 1 15,2-2-1-15,5 0 1 16,0-1 0-16,5-2 0 0,2 2 1 16,4-3-1-16,0 2 0 15,3 0 0-15,-2-1 0 16,1 1 0-16,2-1 0 16,1 0 1-16,2 2 0 15,1 0 1-15,2-2-2 0,2 2 1 16,0 0-2-16,4-1 1 15,0 1 0-15,1 0-1 16,4 0 1-16,2-1 0 16,0 2-1-16,5-1 2 0,2-2-1 15,2 2 4-15,1 0-3 16,2 1-1-16,-3 0 0 16,0 3 0-16,0 0-1 15,0 0 0-15,0 0 1 16,3 0-1-16,-1 4 1 15,0 2-1-15,-2 1 0 0,1-3 0 16,-3 2 1-16,-1-2-1 16,-4-1 2-16,1-1-1 15,-1-1 0-15,-3-1 1 16,0 1 0-16,1-1-1 16,-2 0 0-16,-4 0 0 0,-4 0 1 15,-3 0 0-15,-5 0 0 16,-4 0 0-16,-5 0 0 15,-2 0 0-15,-6 0 3 16,-3 0 0-16,-4 0-1 16,-4 0 0-16,-2 0-2 0,-5 0-1 15,1 0 0-15,-4 0 0 16,-2 0-1-16,2 0-1 16,-2 0-1-16,0 0-1 15,0 0 4-15,0 2-1 16,0 2-3-16,0 2-4 15,0-2-26-15,0-1-5 0,0-3-61 16</inkml:trace>
  <inkml:trace contextRef="#ctx0" brushRef="#br0" timeOffset="6698.81">3709 12562 91 0,'-6'0'-1'0,"2"0"3"0,0-3 3 0,-1-1 1 15,1 0 4-15,0 0 0 16,0 1-1-16,3 1-5 0,-4 0 1 16,3 1 1-16,2 0-2 15,-2-1 3-15,0 1 0 16,0 1-2-16,2 0-1 15,0 0 4-15,0 0-5 16,0 0-2-16,0 0-2 0,0 0-1 16,0 0 1-16,0 0 3 15,6 0-2-15,1 0-1 16,2 0 1-16,0 0 1 16,-1 0 0-16,4-2-2 15,-1 2 1-15,0-1 1 16,1-1 0-16,1 1-1 0,3 1 0 15,-1 0 1-15,1 0-2 16,1 0 2-16,4 0-1 16,1 0 1-16,0 0-2 15,1 0 2-15,3 0-1 16,0 0 0-16,3 0 0 0,2 0 0 16,0 0-1-16,0 0 2 15,3 0-2-15,2 0 1 16,1 0 1-16,4 0-1 15,-3 0 0-15,4 0 1 16,1 3-1-16,-3-2-1 0,2 1 1 16,3-1 1-16,-1 1-1 15,2-2 0-15,2 0 0 16,2 0 0-16,1 0 0 16,1 0 0-16,3 0 0 15,-1 0 0-15,0 0-1 0,-1 0 1 16,3 0 1-16,-2 0 0 15,2 0-1-15,-1 0 0 16,1 0 1-16,2-3-1 16,3 1 0-16,-1-2 0 15,1 0 1-15,3 0-1 0,-1 0 1 16,-1 1-2-16,-1 1 2 16,1 0-1-16,-3 1 0 15,-1 1 0-15,-2 0 0 16,-2 0 0-16,-5 0 2 15,0 0-2-15,-2 0 0 0,2 0 0 16,-5 0 0-16,1 0 1 16,-5 0-1-16,-2 0 0 15,-3-1 0-15,2-2 0 16,-6 1 0-16,3-3 2 16,-3 1-4-16,-2-2 2 15,-5-4-55-15</inkml:trace>
  <inkml:trace contextRef="#ctx0" brushRef="#br0" timeOffset="9170.5">3684 15060 57 0,'0'0'5'0,"0"0"-1"0,0 0-3 0,0 0-1 0,0 0 2 15,0 0-2-15,0 0 0 16,0 0 1-16,0 0 0 16,0 0 7-16,0 0 2 15,0 0-2-15,0 0-4 16,6-29-2-16,-6 29 1 0,0-2-2 16,0 0 0-16,2 0-1 15,3 0 0-15,1-2 0 16,4 1 1-16,-1-3-1 15,1 3 0-15,4-4 0 16,-1 2 0-16,3-1 1 0,0 0-1 16,2 3 0-16,-1-2 0 15,0 1 0-15,5 2 0 16,-5-1 0-16,4 0 0 16,-2 3 0-16,2-2 0 15,1 0 0-15,-4 2 0 16,4 0 1-16,-1 0-1 0,1 0 0 15,-2 0 0-15,0 0 0 16,3 0 0-16,-4 2 0 16,0 0 0-16,0 1 0 15,-1 0 0-15,1 1 1 0,-2-1-1 16,1 1 0-16,-1-1 0 16,4 0 0-16,-1 0 0 15,0-1 1-15,3 0-1 16,-3 1 0-16,2-1 0 15,-2 0 0-15,1 0 0 0,-2 0 1 16,4 0-1-16,-3-1 0 16,-2 1 0-16,2-1 1 15,0 1-1-15,0-2 1 16,0 0 0-16,1 0 1 16,-2 0 0-16,4 0-1 0,-2 0 1 15,2 0-9-15,0 0 18 16,-1 0-10-16,1-3-3 15,1 1 5-15,-1 0-1 16,1 1 2-16,1-3-2 16,0 2-2-16,-4-1 0 0,4 1 1 15,-2-2-1-15,1 1 0 16,0 0 1-16,-1 2-1 16,2-1 1-16,-2 1-1 15,0 1 1-15,0 0-1 16,1 0 0-16,1 0 0 0,-2 0 2 15,-3 0-2-15,2 1 0 16,-2 5 0-16,2-3 0 16,-1 3 0-16,1 1 0 15,0-2 0-15,1 1 0 16,3 0 0-16,0-2 0 0,2 0 0 16,-1 0 1-16,0-2-1 15,1 1 0-15,0-3 1 16,-1 1 0-16,-1-1-1 15,-1 0 1-15,0 0 0 16,-5 0 0-16,4 0-1 16,-4 0 0-16,2 0 0 0,-3 0 1 15,3 0-1-15,-3 0 0 16,4 0 0-16,-4 0 0 16,2-1 0-16,-3-1 0 15,1 1 1-15,-2-1-1 16,-1 0 0-16,-1 0 0 0,1-2 0 15,-3 3 1-15,1-1 0 16,-1 1 0-16,-2-2-1 16,1 2 2-16,-1-1-2 15,-1-1 1-15,2 1 0 16,-1 0 0-16,-4 0 0 0,2 0-1 16,-4 0 0-16,-1 2 0 15,-2-2 1-15,-2 2-1 16,0-1 5-16,0 1 24 15,2 0-7-15,-2 0-9 16,0-1-12-16,1 1-1 0,0 0-1 16,2 0-5-16,1-1-7 15,2-1-23-15,0-2-5 16,0-2-27-16</inkml:trace>
  <inkml:trace contextRef="#ctx0" brushRef="#br0" timeOffset="10174.19">3397 14080 90 0,'0'-3'5'0,"0"0"6"0,0 0-5 0,0 1-2 0,0 2 2 15,0 0-3-15,0 0-2 16,0 0-1-16,-2 0 0 15,0 5 0-15,-1 1-4 16,2 4 5-16,0 1 0 0,1 3-1 16,-2 5 0-16,2 5 1 15,-2 6-1-15,0 7 0 16,-2 4 1-16,1 6-1 16,-1 4 0-16,4 3 1 15,-2-1-1-15,2 2 1 16,0 2-1-16,0-1 1 0,2-2-1 15,3-4 1-15,1-4-1 16,0-4 0-16,1-5 2 16,0-1-2-16,-2-4 1 15,-1-3-1-15,0-5-3 0,-4-6-21 16,0-10-82-16</inkml:trace>
  <inkml:trace contextRef="#ctx0" brushRef="#br0" timeOffset="11000.52">3590 14077 24 0,'0'0'2'0,"0"0"-2"0,58-8 7 0,-34 3-2 15,3 2-1-15,0 1-2 16,0 0 0-16,2 1-2 16,2 0 1-16,-1 1 0 15,7 0 1-15,-1 0 5 16,5 0-1-16,-1 0-2 16,4 2 1-16,1 2-2 0,0 1 4 15,6 1-2-15,1-1 0 16,1 1 2-16,3-2-5 15,0 2 0-15,0-2-1 16,0-1 1-16,-1-2 0 16,3-1 1-16,1 0 6 0,3 0 0 15,1-1-2-15,1-2-3 16,-1-1 0-16,-1 1-3 16,-1 0-1-16,-1 2 1 15,-2-1 0-15,0 2-1 16,1 0 0-16,-1 0 0 0,-2 0 1 15,2 0-1-15,-3 2 0 16,-1-1 1-16,-2 1-1 16,-1-2 0-16,-4 0 1 15,-3 0-1-15,-3 0 0 16,-1-2 1-16,-4 1 0 0,-2-1-1 16,-4 2 1-16,-2 0 0 15,-4 0-1-15,-1 0 1 16,-4 3-1-16,0 4 2 15,-4 2-2-15,3 3 1 16,-2 5-1-16,-1 3 1 0,0 8 0 16,-1 5-1-16,-1 6 1 15,0 4-1-15,-1 6 1 16,-2 7-1-16,-5 5 3 16,-3 5-3-16,-2 4 0 15,-3 4 0-15,-13 3 1 0,-7 2-7 16,-8 5 12-1,-8-2-6-15,-8 2-1 0,-7-2-2 16,-8-8-56-16</inkml:trace>
  <inkml:trace contextRef="#ctx0" brushRef="#br0" timeOffset="11739.19">3453 11762 129 0,'7'4'3'0,"-2"2"-5"0,1 4 1 0,1 6 2 0,0 5 1 16,-1 9-1-16,1 12-1 15,-4 8 1-15,1 13-1 16,-4 12 1-16,0 10-1 0,0 6 0 16,0 4 1-16,0-6-1 15,0-6 0-15,0-15-1 16,6-17 1-16,1-15-13 15,0-19-7-15,-4-11-12 16</inkml:trace>
  <inkml:trace contextRef="#ctx0" brushRef="#br0" timeOffset="12486.41">3400 11843 119 0,'0'0'-13'16,"0"0"14"-16,42-14 0 15,-21 10 0-15,1 1-1 16,7 0 1-16,2 0 0 15,4 1 1-15,6-1-1 16,1-1 0-16,12 0 1 0,3-3-2 16,9 0 0-16,3-3 2 15,5 0-4-15,5 0 2 16,4-2 3-16,4 0-1 16,-1-1 4-16,2 0 1 15,3 1-1-15,3-2-1 0,0 2-2 16,-1 1 0-16,4 0 2 15,4-1-2-15,-5 1-1 16,0 4 1-16,0 0-3 16,0-1 1-16,-5 2-1 15,-1 1 0-15,-3 1 0 0,-4 1 0 16,-3 0 0-16,-6 0 0 16,0 1 1-16,-5-1-2 15,0 1 1-15,1-2-1 16,-3 3-4-16,-1 0-8 15,-3 0 3-15,-5 1 6 0,-4 0 4 16,-7 0 0-16,-6 0 1 16,-4 2 0-16,-3 5-1 15,-5 1 0-15,-2 2 0 16,-3 4 1-16,-4 2-1 16,3 2-1-16,-6 2 2 15,1 5-2-15,-2 3 0 0,-2 0 1 16,-3 6-1-16,-2 5 1 15,-4 5-3-15,-3 7 3 16,-2 7 2-16,0 10 1 16,-5 3-1-16,-7 7-1 15,-1 1 1-15,-5-3-1 0,-2-2 0 16,-4-6 2-16,-5-9 1 16,-5-4 2-16,-6-8 4 15,-7-3-4-15,-11-2-5 16,-9 1 0-16,-12-1-2 0,-7-3-11 15,-6-8-35-15</inkml:trace>
  <inkml:trace contextRef="#ctx0" brushRef="#br0" timeOffset="13540.53">4099 9940 50 0,'-19'3'4'0,"0"-2"11"0,-5 2-3 0,4 0-4 15,-5-2-1-15,-1 1 0 16,1-2 1-16,0 1 2 16,-2-1-4-16,1 0 3 15,-3 0-1-15,2 0-3 0,-5 0-2 16,1 2-2-16,-2 2 1 15,-4 0 0-15,2 3-2 16,-1 4 0-16,-2 1 0 16,3 2 0-16,-1 3 0 15,2 4 0-15,0 2 0 0,3 4-2 16,0 0 2-16,0 4-1 16,3 2 1-16,3 3-1 15,-2-2 0-15,4 1 1 16,0 1 0-16,6-2 0 15,-1 0 0-15,1 0 0 0,4 3 0 16,5-2 0-16,-1 0 0 16,2 1 0-16,5-2 1 15,0 0-1-15,2-2 0 16,0-1 0-16,9 0 0 16,4 2 0-16,5 0 1 0,6 1-1 15,7-2 3-15,10 4-3 16,8-3 1-16,13-2-1 15,15-2 2-15,10-7-4 16,9-3 2-16,13-5-3 16,12-7 0-16,6-5-1 15,4-2-4-15,-2-5-22 0,-2-12-64 16</inkml:trace>
  <inkml:trace contextRef="#ctx0" brushRef="#br0" timeOffset="14394.23">4578 9906 57 0,'0'0'4'0,"0"0"9"0,0 0 0 15,0 0-6-15,0 0-4 16,54-32-1-16,-28 28-1 16,7 2 0-16,6-1 0 15,5 1-1-15,8-1 2 16,2 1 1-16,3 0 0 0,4-2 1 16,8 0-1-16,-1-2 3 15,7 0 1-15,2-2 0 16,4 1-3-16,2 1-1 15,0 1 0-15,-3 1-1 16,-3 1-1-16,-4 2-1 0,-1 1 2 16,-7 0-2-16,-3 0 0 15,-1 0 5-15,-3 3-3 16,-5 2 0-16,-3-3-2 16,-1 5 0-16,-9-1 1 15,0 1 0-15,-6 1 1 0,-1 1-2 16,-4 0 0-16,-4 2 0 15,-2-1 0-15,-1 4 0 16,-4-1-2-16,0 2 2 16,-3 1 0-16,-3 4 2 15,-1 1-2-15,0 2 0 16,-2 4 0-16,-3 0 0 0,-1 4 0 16,-1 2 0-16,0 4 1 15,1-3 0-15,2 2 0 16,2-1-1-16,2 0 2 15,1-3-2-15,1 0 0 0,-1 0 0 16,-2 2 0-16,-1-2 0 16,-3 4 0-16,-3 0 0 15,1 0 0-15,-4 1 0 16,0 0 1-16,0-1-2 16,-11-1 1-16,-4 0-2 0,-10-2 2 15,-4 0-1-15,-9 1 1 16,-9-4 0-16,-14 5 1 15,-14-2 7-15,-17 4 2 16,-22 4-6-16,-24 5-2 16,-26 3-4-16,-20-2-63 0</inkml:trace>
  <inkml:trace contextRef="#ctx0" brushRef="#br0" timeOffset="20617.56">6841 11622 20 0,'1'0'6'0,"0"0"3"0,2 0 9 16,-1 0-2-16,1 0-12 15,2 0-2-15,1 0 0 16,1 0-1-16,4 0 2 0,2 0-2 16,0 0 0-16,3 0 0 15,-1 0 1-15,6 0-1 16,1-1 1-16,5 1-1 15,1-1 1-15,2 0 2 16,2 1-1-16,1-2 1 0,1 2 1 16,-1-2-3-16,3 1 1 15,-2 1-1-15,1 0-1 16,1 0 0-16,0-2-1 16,-4 0 0-16,-3 2 0 15,-3-3 2-15,-4 2-2 0,-3-1 0 16,-4 1 0-16,-3 0-5 15,-2-1-6-15,-6 1-15 16</inkml:trace>
  <inkml:trace contextRef="#ctx0" brushRef="#br0" timeOffset="20853.12">7108 11698 149 0,'0'0'5'0,"0"0"-20"0,0 0 8 16,46 2 5-16,-5-2 1 15,15-7 0-15,11-2 2 0,11-1 0 16,13 0-20-16,15-3-82 15</inkml:trace>
  <inkml:trace contextRef="#ctx0" brushRef="#br0" timeOffset="24723.24">13774 11723 50 0,'-2'0'7'0,"0"0"6"16,0 0 0-16,-1 0-5 0,0 0-4 16,0 0-2-16,-1 0 0 0,-1 0-2 15,0 0 1-15,3 0 1 16,-3 0-2-16,3 0 0 16,0 0-1-16,1 0-1 15,0 0-1-15,1 0 1 16,0 0 2-16,0 0 0 0,0 0 0 15,0 0 0-15,0 1 0 16,0 0 1-16,0 0-1 16,0 1 0-16,0 0 0 15,1 0 0-15,3 0 0 16,4-1 2-16,2 3 1 0,-1-1-1 16,3 1-2-16,4 1-1 15,0-2 0-15,2 1 0 16,1-1 2-16,0-2-2 15,2 1-3-15,1-1 8 16,5 0-2-16,-5 1 0 0,5-1 1 16,1 2-2-16,-1 0-1 15,0-2 1-15,-1 1-1 16,1-1 0-16,-4-1-2 16,2 0 2-16,0 0 5 15,1 0 0-15,0 0 1 0,0 0-5 16,1 0 1-16,2 0 0 15,-1 0-1-15,0 0-1 16,-1 0 0-16,-1 4 0 16,1-1-1-16,0 0 0 15,-1 0-3-15,1-1 3 16,0 0 0-16,0 0 1 0,2-1 0 16,0-1 0-16,0 3 0 15,2-2 0-15,1-1 0 16,-1 2 0-16,1-1 0 15,1 2 0-15,0-2 0 0,-2-1 0 16,-1 2 1-16,1 0-2 16,-2-1 2-16,-4 0-1 15,2-1 0-15,2 2 0 16,-2-1 1-16,4 0 0 16,-3-1-1-16,3 0 0 0,0 2 0 15,-1-2 1-15,1 0-1 16,-4 0 0-16,0 0 0 15,0 0 0-15,2 0 0 16,0 1 2-16,1-1-1 16,5 0 0-16,-3 3-1 15,5 0 0-15,-4-2 1 0,1 2-2 16,-5 0 2-16,2 0-1 16,-3-1 4-16,1 0 10 15,1-2 0-15,4 1-5 16,-2-1-5-16,6 0-3 0,-2 0 0 15,1 0 0-15,1 0 0 16,-3 0 0-16,2 0-1 16,-1 0 1-16,0 0-1 15,0 0 0-15,1 0 0 16,2-1 2-16,-1-1-2 0,3 0-2 16,-3 0 2-16,3 1 0 15,-3-2-1-15,-1 0 1 16,0 2-1-16,3-2 1 15,0 2 0-15,0-1 0 16,3-1 0-16,-3-1 0 16,0 3 1-16,1 0-1 0,-1-1 1 15,-5 0-1-15,3 2 0 16,-6 0 0-16,3 0 0 16,-3 0 0-16,2 0 0 15,-1 0 0-15,-1 0 2 16,1 0-2-16,1 0 0 0,-1 0 0 15,1 0-2-15,-3 2 4 16,2 1-4-16,-1 1 4 16,0-3-2-16,2 1 0 15,0-1 0-15,1-1 1 16,1 0 0-16,-1 0 0 0,-2 0-1 16,2 0 0-16,-5 2 1 15,2-1-1-15,0-1 0 16,2 3 0-16,-1 0 0 15,0-2 0-15,1 5 0 16,-1-5 0-16,0 2 1 0,0-3-1 16,-2 0 0-16,1 0 0 15,-3 0 1-15,2 0-1 16,-6 0 2-16,1 0-1 16,-3 0 1-16,-1-2 1 15,-3 0 1-15,-1-1 2 0,-2-1 0 16,2 1-1-16,-5-3 1 15,1 3-2-15,-3-2 0 16,0-1-1-16,-1 0-2 16,0-3 0-16,-2 1 0 15,2-3 1-15,-1-2-1 0,3-3 0 16,-1-2 0-16,0-1-1 16,3-3 0-16,-1-1 1 15,2 0-1-15,-1 1 0 16,1-3 0-16,-3 0 0 15,-2 0 1-15,0-1 4 16,-3 0 5-16,1-2-2 0,-1 1-4 16,2 1-1-16,0-1-2 15,-2 2-1-15,1-2 0 16,0 1 0-16,-2 1 0 16,-4-1 1-16,-1 5-1 15,-1-2 1-15,0 5 0 0,0-1-1 16,-1 3 1-16,-3 2 0 15,0 0-4-15,-1 1-4 16,2-1 2-16,-2 1 5 16,0 1-1-16,2-2 1 15,-5 1 0-15,3-2 1 0,-3 1 0 16,2 0 0-16,-2 0 0 16,1 1-1-16,-4 2 0 15,0 1 0-15,0 1 0 16,-3 2 0-16,-1 0 1 0,-3 1-1 15,1-1 2-15,-4 1-2 16,0 2 3-16,-4-3-3 16,-1 4 1-16,-4-1-1 15,2 1 0-15,-8 2 0 16,0-1-1-16,0 1 1 16,-3 0 0-16,-2 0 0 0,-1-1 0 15,-1-1 0-15,-6 0 0 16,2 0 0-16,-6-1-5 15,-3 3 8-15,1-1-3 16,-5-1 2-16,-4 3-2 16,-1 0 0-16,-2 0-2 0,2 0 2 15,-4 0 0-15,-2 4-1 16,5-2 1-16,-5 1 0 16,1-2 0-16,-3 3 1 15,1-2-1-15,-6 1 0 16,2-2 0-16,-3 0 0 0,0 1 2 15,-4-1-2-15,-2 1 0 16,2-1 0-16,-4-1 0 16,-5 3 0-16,0-3 0 15,1 0 0-15,-1 0 0 16,-1 0 1-16,0 0-1 0,0 0-1 16,-1 0 2-16,-2 0-1 15,-3 0 0-15,3 0-1 16,3 0 2-16,1 0-1 15,2 0 0-15,6 0 0 16,-3 0-1-16,2 0 2 0,2 0-1 16,2 0 0-16,2 0 1 15,4-1-1-15,-3-1 1 16,6 1-1-16,0 1 1 16,1 0-1-16,-3 0 1 15,0 0-2-15,1 0 1 16,0 3 0-16,3 1 0 0,5-3 0 15,-2 3 0-15,3-1 0 16,5 0 1-16,3 0-1 16,0-2-1-16,3 2 1 15,2 0 0-15,4-1 0 0,4 1 0 16,3 1 0-16,2 0 1 16,1 0-2-16,6-1 1 15,0 3 0-15,5-2 0 16,1 3 0-16,2-1 0 15,5 1 0-15,1 3 0 16,3 0 0-16,3 1-1 0,1 2 0 16,2 4 0-16,1-1-2 15,3 2 3-15,-2 5-1 16,2-1 0-16,1 3 1 16,1 0 0-16,-3 4 0 15,4 1 0-15,0 1 0 0,1 3 0 16,0 1 0-16,2-1-1 15,5 3 1-15,0-1-1 16,3-1 1-16,0-1 0 16,-1 3 0-16,2 0 0 15,7 2 0-15,-3 0 0 0,6-2-1 16,8 0-1-16,11-3 1 16,9-4-2-16,11-7-3 15,16-2 3-15,16-6 2 16,13-6-2-16,16-9-70 15</inkml:trace>
  <inkml:trace contextRef="#ctx0" brushRef="#br0" timeOffset="25569.63">14059 11701 0 0,'-5'3'0'0,"2"-2"0"0</inkml:trace>
  <inkml:trace contextRef="#ctx0" brushRef="#br0" timeOffset="26084.75">14059 11701 48 0,'-8'0'8'0,"4"0"21"16,0 0-15-16,0 0-3 15,1 0-8-15,1 0-1 16,2 2-3-16,-2 0 0 15,2 0-1-15,0 1-3 0,0-1 1 16,0 0 1-16,0-2 1 16,0 0 1-16,0 0 0 15,4 0 6-15,3-3-1 16,4-4 1-16,4-3-1 16,4 2-2-16,0-2 0 15,2 2 0-15,-3 1-1 0,1 0-1 16,0 0 0-16,-6 1 0 15,1-1 1-15,-3 2-1 16,-2 0 2-16,2 2 1 16,-4-1-2-16,0 3 0 0,-2-1-1 15,2 2 0-15,-3 0-1 16,-1 0 1-16,0 0-2 16,1 0-8-16,-4 3-14 15,0 3 3-15,0-3-47 16</inkml:trace>
  <inkml:trace contextRef="#ctx0" brushRef="#br0" timeOffset="26617.54">15783 11709 21 0,'0'0'8'0,"0"0"42"0,0 0-7 15,0 0-17-15,0 0-15 0,0 0-7 16,0 0-8-16,0 0-26 15,0 0 5-15,52-11-55 16</inkml:trace>
  <inkml:trace contextRef="#ctx0" brushRef="#br0" timeOffset="28816.49">18032 11039 107 0,'0'0'-30'0,"0"0"40"16,0 0-3-16,0 0-4 15,18-41-1-15,-14 32-2 16,-1 1 4-16,2-2 6 15,-3 3 7-15,-2 0-1 0,0 1-8 16,0-1-2-16,0 4-1 16,0-1-4-16,0 0 1 15,-2 0 1-15,-5-1-2 16,2 2 1-16,-5-1-1 16,-1-2-1-16,-3 2 0 0,0 0 0 15,-3 0 1-15,3 1 0 16,-4-1-1-16,0 1 0 15,1-2-2-15,-2 1 3 16,-1 0 0-16,-2 2-1 16,-2 0 1-16,0 0-1 15,1 1 0-15,0 1 1 0,-3 0-2 16,1 0 2-16,-1 4-1 16,1 2-1-16,-3 2 1 15,0-1 0-15,-1 3 1 16,0 0-1-16,1 0-1 0,0 3 2 15,1 1-1-15,0 3 0 16,2 0 0-16,1 2 0 16,1 1 0-16,-1 2 0 15,3-2-1-15,-1 3 1 16,4-2 1-16,-1 5-2 0,4 2 1 16,3 0 0-16,0 4 0 15,4 2-1-15,2 0 1 16,3 0 0-16,2 0 0 15,1-3 0-15,0-1 0 16,0-2 0-16,3 1 0 0,3 2 0 16,1-2 1-16,3 2-1 15,0 0 0-15,-2 1 0 16,2 0 0-16,1-2 0 16,-2-2 0-16,0-2 0 15,4 0 0-15,2-2-1 16,2-3 1-16,3 0 0 0,-2-1 0 15,5-4-1-15,3 2 2 16,-5-2-1-16,5-3 1 16,1-1 0-16,1-3 0 15,4-2 3-15,0-1-2 16,5-3-1-16,-1-2 3 0,3 0-4 16,0-1-5-16,-1 0 17 15,3 0-11-15,-5 0 0 16,1 0 0-16,-3 0 1 15,-1 0 1-15,-4-1 2 16,-2-1-3-16,-2-2-1 0,-3-3 2 16,1 0 6-16,-3-2 3 15,3-4-2-15,0-2-1 16,0-2-2-16,2-3-4 16,2-3-1-16,1-2-2 15,0-1 1-15,-4-5-1 0,0 1 1 16,-5-4 0-16,-4 0-1 15,-3 0 3-15,-2 1-2 16,-6 1 0-16,0-1 1 16,-1 3-1-16,-1 0 1 15,-2 1 0-15,0 2 2 0,0-2-2 16,0 2 0-16,-6 0 3 16,-1 0-3-16,-2 2 1 15,-1-1 0-15,2 2-1 16,-3 3 0-16,0 1 0 15,0 0-1-15,0 0 0 16,-1 2 2-16,0 1-2 0,-3 1 1 16,0 3-1-16,-4 0-2 15,1 2 0-15,-4 2 2 16,-2 0-1-16,-1 3 1 16,-4 0-1-16,1 3 0 0,-6-1 0 15,3 3 0-15,1 0-2 16,-4 1 0-16,0 0-2 15,-3 0-1-15,-1 0 4 16,-4 0 1-16,-2 2-1 16,0 2 2-16,-2-1 0 0,-2 1-1 15,0 2 1-15,-1 0-1 16,4 1 1-16,-3 3-2 16,4 1 1-16,3 3 0 15,2 0 0-15,5 5 0 16,0-1 0-16,2 5-1 15,4 0 1-15,0 4 0 0,1 3 0 16,3 1 0-16,3 0 0 16,0 2 0-16,5-2 0 15,2 0-1-15,7 1 0 16,-1 0 1-16,7 1-1 16,-1 1 1-16,2 3 0 0,0 1-2 15,5 2 1-15,3-3 1 16,4-3-2-16,3-1 1 15,1-6 0-15,-1-4-1 16,4-4 0-16,2-2 1 16,2-4-1-16,2-1 1 0,5-2 1 15,4-2-3-15,2-1 3 16,6 0 0-16,3-4 2 16,1 3-2-16,0-2 0 15,0 0 1-15,-4-1-5 16,-1 0 1-16,-1 1 1 0,2-2 1 15,0-2 1-15,1 0-1 16,-1 0 1-16,-1 0 0 16,-3-6 0-16,-3 0 0 15,-4-2-2-15,-2-4 4 16,-1-1-1-16,0-1 6 16,1-3-3-16,2-2-2 0,2-4-1 15,-1-3 0-15,-1-1-1 16,-1-3 1-16,-2-4-1 15,-3 0 2-15,-5 0-2 16,-4-1 1-16,-3 2 0 0,-5 2 4 16,-1 1 0-16,-5 1-3 15,-1 2 3-15,-1 3-3 16,0-1 0-16,-2-1-1 16,-7-1-1-16,-3 2 2 15,-3-2-1-15,-4 0 0 0,0-1 1 16,-4 3 1-16,-1-1-2 15,1 2-1-15,-1 2 0 16,0 0 0-16,1 3 1 16,3-1-1-16,-5 1 0 15,2 2 0-15,1 0-1 0,-2 4 0 16,-2 0-3-16,-2 4 4 16,-3 3 0-16,-4 2 0 15,1 4 4-15,-9 0-7 16,3 0 3-16,-5 6 3 15,2 5-3-15,2-1 1 16,2 1-1-16,2 2 0 0,5-2 0 16,1 3 0-16,6-4 0 15,3 5-1-15,4 0-7 16,5 2-11-16,6 3-16 16,7-4-25-16,2-4-27 15</inkml:trace>
  <inkml:trace contextRef="#ctx0" brushRef="#br0" timeOffset="29578.5">19097 11711 99 0,'-8'1'15'0,"3"-1"-6"0,-2 2-5 0,-1-2 2 0,0 1 6 0,1-1 1 16,-4 0 6-16,2 0 3 16,4 0-3-16,1 0-10 15,-1 2-7-15,4-1-2 16,1 3-1-16,0-1 0 0,0 1-1 15,10 1-4-15,3-2 5 16,4 1 0-16,5-3 0 16,5 1 1-16,1-2 3 15,2 0-5-15,8 0 2 16,1 0 2-16,6 0-2 0,0-2 0 16,7-4 0-16,1 2 2 15,3 1-4-15,3-2 2 16,2 1 0-16,2-1 0 15,4 1-1-15,2 0-1 16,3-2 2-16,1 2 1 16,2-2 0-16,-2 2-1 0,3-1-1 15,-3 1 1-15,0-1-1 16,1 0 1-16,-5 1 0 16,-3-2 1-16,-4 2-2 15,-3 1 3-15,-5-1-2 0,-7 3 0 16,-2-2 3-16,-9 1-1 15,-4 1-1-15,-4 0 2 16,-8-1-1-16,-2 2-2 16,-5 0 2-16,-2 0-2 15,-4 0 0-15,-4 0 0 16,-2 0-6-16,-1 0-27 0,-3 0 3 16,-8 4 7-16,-8-2-14 15,-5-1-53-15</inkml:trace>
  <inkml:trace contextRef="#ctx0" brushRef="#br0" timeOffset="29905.88">19804 11669 75 0,'0'0'6'0,"56"-1"8"0,-19-6 4 16,8 2 6-16,5-1-3 15,5-1-2-15,2 1 2 16,8-1-7-16,2 3-7 15,5 1 0-15,0 1-7 0,5 1 1 16,4 1-1-16,2 0-10 16,-3 0-18-16,0 0-11 15,-3 0-20-15</inkml:trace>
  <inkml:trace contextRef="#ctx0" brushRef="#br0" timeOffset="32421.27">13138 13368 16 0,'0'0'3'0,"0"0"-3"0,0 0-2 16,0 0 5-16,0 0-1 0,0 0 15 16,0 0 3-16,0 0 0 15,0 0-4-15,0 0-2 16,0 0-7-16,0 0-3 15,0 0-4-15,0-11-1 16,0 10-1-16,0-1 2 0,0 2 2 16,5 0 0-16,3-1 4 15,1 1 1-15,7-2-3 16,2 1-3-16,0-2-1 16,6 3 2-16,3-3-2 15,2-1-5-15,1 1 7 16,5-1 1-16,1 0 3 0,1-2 1 15,1 2-2-15,1-1-2 16,-1 0 0-16,2-1 0 16,1 3 2-16,1-1-1 15,2 1 3-15,1-1-3 16,-3 0 0-16,-1 1-1 0,1-1 0 16,-2 1-3-16,-2 0 1 15,-1 0-1-15,-2 0 1 16,-3 2 0-16,-3-2-1 15,-3 0 1-15,-4 2 0 0,-4-1 1 16,-3 1-1-16,0-1-1 16,-5 2-8-16,-3-1-7 15,0 1-6-15,-5 0-12 16,-2-1-14-16</inkml:trace>
  <inkml:trace contextRef="#ctx0" brushRef="#br0" timeOffset="32790.48">13578 13300 71 0,'0'0'4'0,"0"0"9"0,0 0-5 0,0 0-5 0,0 0-2 15,0 0-7-15,0 0-1 16,0 0 16-16,0 0 16 16,58 3-14-16,-22-3-6 0,6 0-3 15,5 0 1-15,5 0 2 16,3 0 3-16,2 0 2 15,1-3-3-15,2-1-2 16,0 1 1-16,-6 1-5 16,2 1 2-16,-5 1-1 0,-3 0-5 15,-2 0-33-15,-3 0-52 16</inkml:trace>
  <inkml:trace contextRef="#ctx0" brushRef="#br0" timeOffset="33608.51">15623 13319 83 0,'0'0'2'0,"0"0"4"0,0 0-3 0,0 0-5 16,0 0 0-16,0 0-2 15,0 0 3-15,0 0 10 16,47 15-4-16,-26-14 2 0,2-1 3 15,4 0 1-15,0 0 1 16,2 0-4-16,1 0-3 16,3 0 0-16,0 0-2 15,1-1-1-15,1-3 1 16,2 1-2-16,-3-1 0 16,3 1-1-16,-5-1 1 0,1 0-2 15,-7 1-6-15,-2 1-7 16,-3 1-7-16,-5 1-3 15,-7-1-16-15</inkml:trace>
  <inkml:trace contextRef="#ctx0" brushRef="#br0" timeOffset="33908.36">15798 13375 47 0,'0'0'1'0,"0"0"5"0,39 0 14 16,-20 0-2-16,6 0 4 15,2 0 4-15,8 0-5 16,1 0-5-16,6 0-5 15,5 0-6-15,-2 0-3 16,4 0 1-16,1 0-3 16,2 0 0-16,0 0-14 0,-4 0-23 15,2 0-26-15</inkml:trace>
  <inkml:trace contextRef="#ctx0" brushRef="#br0" timeOffset="34640.4">17352 13303 94 0,'0'0'23'0,"0"0"11"0,0 0-15 0,0 0-5 15,0 0-6-15,0 0-2 16,0 0-1-16,0 0-7 16,0 0 6-16,0 0-3 0,28-10 1 15,-6 10-1-15,5 0-1 16,2-1 0-16,1-1 0 15,2 1-1-15,4-2-3 16,0 0 4-16,3 0-3 16,3 0 5-16,2-1 0 0,2 0 1 15,0 0-1-15,3 0-1 16,-4-1 0-16,2 2 0 16,-1 0-1-16,-2-2 1 15,2 1-1-15,-1 2 1 16,-1-2-1-16,-3 3 1 15,-3 0-1-15,-4 1 0 16,-5 0-8-16,-3 0-35 0,-6 1-13 16,-4 2-38-16</inkml:trace>
  <inkml:trace contextRef="#ctx0" brushRef="#br0" timeOffset="35089.05">17641 13300 95 0,'0'0'1'0,"0"0"-7"0,0 0 4 15,0 0 5-15,0 0 0 16,0 0-1-16,43 9-1 0,-21-6 1 16,0-3-6-16,5 0 6 15,1 0-2-15,3 0 6 16,2 0 8-16,3 0 2 15,0 0-2-15,2 0-3 16,4-3-4-16,-1 1-4 0,3-2-1 16,-1 3-1-16,-1-1 0 15,-2-2 0-15,-1 1-1 16,-2 2 0-16,-4-1 0 16,-1 1-1-16,-3-1-11 15,-4 1-13-15,-3 0-10 0,-3-1-32 16</inkml:trace>
  <inkml:trace contextRef="#ctx0" brushRef="#br0" timeOffset="35281.74">18375 13283 3 0</inkml:trace>
  <inkml:trace contextRef="#ctx0" brushRef="#br0" timeOffset="37948.41">5816 13391 26 0</inkml:trace>
  <inkml:trace contextRef="#ctx0" brushRef="#br0" timeOffset="40342.68">21986 13266 100 0,'-4'0'-1'16,"1"0"5"-16,1 0 1 15,0 0-4-15,0 0 0 16,0 0 2-16,-3 0 5 0,3 0 0 16,0-1 2-16,0 1-4 15,1 0-3-15,1 0-3 16,0 0-7-16,0 0-6 15,1 0-1-15,6 0 9 16,6 0 3-16,1-3-1 0,6 0 6 16,3 0-1-16,4 0 2 15,5-2 7-15,2 0-2 16,6 0-2-16,2-1 1 16,7 0 2-16,1 1 3 15,0-1-4-15,3 2-2 0,1 0-4 16,1 1-2-16,1 1 0 15,0 1 0-15,1 0-1 16,-2 1 2-16,-4 0-1 16,-2 0-1-16,-5 0 2 15,-3 0-2-15,-4 2 0 0,-2 1 0 16,-5 0 0-16,-3 0 0 16,-2-2 0-16,-5 2 1 15,-3 0-12-15,-4-2-22 16,-3-1-19-16</inkml:trace>
  <inkml:trace contextRef="#ctx0" brushRef="#br0" timeOffset="40747.48">22008 13305 100 0,'0'0'0'0,"0"0"2"0,55 2 4 0,-24-2 7 15,3 1 3-15,8-1-1 16,7 0 3-16,6 0-5 16,5 0 2-16,9-1-2 0,5-3-1 15,7 1-3-15,6 1-4 16,4 1-3-16,7 1 0 15,0 0-7-15,2-1-65 16,-1-3-94-16</inkml:trace>
  <inkml:trace contextRef="#ctx0" brushRef="#br0" timeOffset="43674.02">12782 15777 52 0,'0'0'1'0,"0"0"-21"0,0 0 6 0,0 0 16 0,0 0 1 15,1 0-3-15,0 0 3 16,0 0 7-16,1 0 7 0,2 0-4 16,1 0-7-16,0 0-4 15,5 0-1-15,4 0 0 16,2 3-1-16,6-1 0 15,-2-1 0-15,6 0 0 16,3-1 4-16,0 0 6 16,5 0-1-16,-2 0-5 0,6 0 1 15,2 0-4-15,2 0-1 16,4 0 1-16,4 0 0 16,2 0-1-16,-4-2 0 15,0 0 1-15,-1-1-1 0,-6 2 0 16,-2-2 0-16,0 2 1 15,-3-1 2-15,-1 1 1 16,-1-2-2-16,-1 2-1 16,-4-1 1-16,-4 2-1 15,-6 0-2-15,-4 0-9 0,-5 0-14 16,-8 0-49-16</inkml:trace>
  <inkml:trace contextRef="#ctx0" brushRef="#br0" timeOffset="43973.71">13066 15945 48 0,'0'0'77'0,"0"0"-81"0,47-6 4 0,-20 0 1 0,5-1 1 16,3 0 0-16,1 3 5 16,5 0 2-16,5 0-1 15,0 1-4-15,6 0-1 16,0-3 0-16,4-3-35 15</inkml:trace>
  <inkml:trace contextRef="#ctx0" brushRef="#br0" timeOffset="44507.97">14984 15747 15 0,'0'0'31'0,"0"0"-17"0,48-4 5 0,-27 4 1 0,2 0-6 0,4 0-1 15,1 0 6-15,3 0-9 16,1 0 0-16,6 0-4 16,-5 0-2-16,3 0-2 15,-4 0 0-15,1 0-1 16,-2 0 2-16,-3 0-1 0,-1 0-2 15,-3 0-8-15,-6 0-22 16,-2 0-9-16,-5 0-43 16</inkml:trace>
  <inkml:trace contextRef="#ctx0" brushRef="#br0" timeOffset="44706.75">15220 15830 178 0,'0'0'34'0,"0"0"-3"0,0 0-12 16,0 0-22-16,0 0-11 15,0 0 20-15,0 0-8 16,61-15 6-16,-20 9-2 16,7-2 0-16,6 0-25 15,5-2-33-15,3 0-28 0</inkml:trace>
  <inkml:trace contextRef="#ctx0" brushRef="#br0" timeOffset="45219.16">16596 15763 59 0,'0'0'0'0,"0"0"7"0,0 0 10 16,0 0 4-16,44-9 11 15,-22 7-5-15,3 0 0 0,4 2-6 16,3-1-15-16,3 1-4 16,1-2 0-16,4 2-1 15,1-2 0-15,1 0-1 16,5 1 1-16,-2-3 0 16,0 2 0-16,0-2-2 0,-1 1-8 15,-5-1-21-15,-4 1-28 16,-8 0-16-16</inkml:trace>
  <inkml:trace contextRef="#ctx0" brushRef="#br0" timeOffset="45433.56">17159 15813 107 0,'40'-9'3'0,"4"-4"14"16,12-2 3-16,9-2-9 15,6 1-4-15,8-1-6 16,3 0-1-16,1-1-17 16,-6 2-63-16</inkml:trace>
  <inkml:trace contextRef="#ctx0" brushRef="#br0" timeOffset="47325.09">2788 16629 155 0,'0'6'-13'0,"-2"-3"13"0,0 2-1 0,0 1 1 16,2-3-1-16,0 3 0 15,0-2 1-15,0-1-1 0,0-2 0 16,0 1 1-16,0-2 1 16,0 0 0-16,0 0 2 15,0 0 0-15,0 0-4 16,0 0 2-16,0 0 9 16,2-2 8-16,2-5-2 0,-2-3-7 15,2-1-2-15,-2-2 1 16,1-1 1-16,1-2 0 15,-2 2-4-15,0 0-1 16,-2-2-2-16,3 1-1 16,2 2 0-16,-3 1 0 15,4-2-1-15,-1 3 0 0,-1 0 0 16,3 4-1-16,0 1-2 16,-1 0 0-16,-1 6-1 15,1 0-3-15,1 0 1 16,2 10 2-16,0 3-1 15,0 3 9-15,3 5-4 0,1 0 2 16,0 3-1-16,1-1-1 16,-2 4-3-16,0-2 2 15,-3 2 0-15,-3 0 0 16,-4-4 4-16,-1 4-1 16,-1-4-1-16,-2 2 2 0,-7-2-1 15,-5-1 1-15,-3 0-1 16,0-2 0-16,-4 0 2 15,0-4 0-15,1-3 0 16,0-1 3-16,0-5 1 16,0 0 0-16,2-3 0 0,0-2-4 15,3-2-2-15,1 0-1 16,5 0 1-16,1-4-3 16,7-6-23-16,1-7-61 15,0-3-63-15</inkml:trace>
  <inkml:trace contextRef="#ctx0" brushRef="#br0" timeOffset="47731.86">3140 16425 238 0,'0'0'13'0,"0"0"-5"0,0 0-8 0,0 0-3 0,0 0 0 16,0 0 2-16,0 42 1 15,0-23 0-15,0 5 0 16,1 3 0-16,3 1 0 16,-2 1 1-16,0-1-1 15,0 2-1-15,2 0 2 16,0-2-1-16,-2-1 1 0,0-1-2 16,0-1 1-16,-2 0 0 15,0-1-1-15,0-2-13 16,0-2-26-16,0-5-23 15,-2-7-45-15</inkml:trace>
  <inkml:trace contextRef="#ctx0" brushRef="#br0" timeOffset="47994.64">2975 16790 112 0,'0'0'48'0,"0"0"-49"16,0 0 4-16,0 0 3 16,42-20-2-16,-27 17-4 15,2 0 1-15,3 0-1 16,0 2 0-16,2-2 0 15,3 2-2-15,-2-3-22 0,1-2-22 16</inkml:trace>
  <inkml:trace contextRef="#ctx0" brushRef="#br0" timeOffset="48485.19">3397 16697 61 0,'0'0'-7'0,"0"0"2"15,0 0-17-15,0 0 21 16,0 0 10-16,0 0 18 16,0 0-6-16,0 0-4 15,-22 26-3-15,20-19-4 16,0 3-6-16,0 0-3 15,-3 3-1-15,3 1 1 0,-1 0-1 16,3 2-1-16,-2-1-5 16,2 1 10-16,0 0-4 15,0-1 1-15,0 0-1 16,3-4 5-16,3-1-6 16,1-6-2-16,2 2 2 0,-1-6 1 15,4 0 9-15,-3 0 4 16,0-7 4-16,-3-5 0 15,2 1 0-15,-4-5 8 16,0 2-3-16,-4-3-4 0,0 2-4 16,0-1-4-16,-4 2-3 15,-5-2-1-15,2 2-3 16,-2 1 0-16,0 0-2 16,0 3 1-16,2 2-2 15,1 2-3-15,2 6-9 16,-1 0-8-16,3 4-33 0,0 6-30 15,2 3 15-15</inkml:trace>
  <inkml:trace contextRef="#ctx0" brushRef="#br0" timeOffset="49133.65">3567 16700 94 0,'0'0'-16'0,"0"0"15"0,0 0 1 15,0 0 0-15,0 0 1 16,0 0 4-16,0 0-1 16,0 0-4-16,0 0-2 15,0 0 2-15,9-12 0 0,-7 15-2 16,0 3 0-16,4 2 5 15,-4 2 0-15,0 2-1 16,0 4 0-16,-2 0 3 16,0 1 0-16,0 1 6 15,0 1-1-15,0-2 4 0,0-2-5 16,2 2-3-16,0-4-2 16,3 0-2-16,-3-2-1 15,2-2-1-15,-1-2 0 16,1-3-1-16,1-4-3 15,0 0-4-15,1 0 11 0,0-6 3 16,1-5 18-16,1-3-13 16,2-2-2-16,-1-1-4 15,-1 3 1-15,2-2 1 16,-3 6 1-16,1 2-1 16,2 5-4-16,-1 0-5 0,1 3-1 15,4 0 5-15,-1 5-2 16,2 4-5-16,2 1 1 15,-3 2 0-15,1-1 3 16,-1-1 0-16,-1-3-4 16,-2 0 5-16,0-5 0 0,-2-2 3 15,-4 0 12-15,1 0 9 16,-4-9 3-16,-2-1 0 16,0-4-2-16,-2-2-7 15,-5 1-4-15,-4-2 0 16,0 0-8-16,0 2-1 15,0 1-3-15,1-3-8 0,2 2-30 16,3-4-14-16,-1-5-110 16</inkml:trace>
  <inkml:trace contextRef="#ctx0" brushRef="#br0" timeOffset="49680.29">4414 16414 206 0,'0'0'0'0,"0"0"26"0,0 0-14 0,0 0-8 0,0 0-3 16,0 0-7-16,0 0-33 16,0 0 10-16,0 0 31 0,0 0-1 15,-6 59-4-15,6-20 11 16,0 6-4-16,2 7-1 15,-2 8-2-15,0 1-1 16,0 7 1-16,0-4-1 16,0-2-1-16,0-6 2 15,-4-9-1-15,3-7-5 0,-1-9-35 16,-2-5-1-16,2-12-19 16</inkml:trace>
  <inkml:trace contextRef="#ctx0" brushRef="#br0" timeOffset="50278.44">4243 16827 138 0,'0'0'6'16,"0"0"0"-16,0 0-2 0,0 0 3 15,44-12-3-15,-28 8-3 16,3 0-1-16,0 1 0 16,1-1 0-16,-1 0 0 15,2-2 0-15,-2-1-1 16,0-2 2-16,1 3 1 15,-3-1 4-15,0 0-4 0,-1 2-1 16,-6 2 0-16,-1 3-1 16,0 0 1-16,-4 0 0 15,-3 1-2-15,-1 6 0 16,-1 5 0-16,0 2 9 0,0 3-4 16,0 1-6-16,0 2 7 15,0 0-4-15,0-3 4 16,0 2-5-16,0-4 0 15,4-2 0-15,4-2 0 16,1-1-7-16,1-7 8 16,1 1-3-16,3-4-1 0,-1 0 5 15,0-4 0-15,1-6 5 16,-2-3 3-16,0-2 9 16,-5-2 3-16,-1-2-5 15,-4-2 0-15,-2 3-5 16,0-1 2-16,-2 1-2 0,-8 2-1 15,-3 1-8-15,-1 4 0 16,0 3-1-16,0 2-7 16,-2 6-19-16,3 0-20 15,-3 10-51-15</inkml:trace>
  <inkml:trace contextRef="#ctx0" brushRef="#br0" timeOffset="50791.71">5260 16773 182 0,'0'0'7'0,"0"0"14"0,0 0-16 0,0 0-4 0,-17-40 0 16,11 30 1-16,-3 4 2 15,-1 1 4-15,0 2 5 0,-1 3 0 16,0 0 0-16,-1 4-5 16,1 12-9-16,-1 6 1 15,4 4-5-15,-1 4-9 16,3 1 8-16,4-1 1 16,2-4 2-16,0-5 2 15,2-7-1-15,4-5-4 0,5-5-5 16,1-4 5-16,1-1-3 15,3-12 12-15,1-3-2 16,4-6-2-16,-2-4 3 16,2-4-3-16,-1-3 0 0,0-1-10 15,-4-4-25-15,-1-1-21 16</inkml:trace>
  <inkml:trace contextRef="#ctx0" brushRef="#br0" timeOffset="51025.17">5287 16306 135 0,'0'0'26'16,"0"0"-5"-16,-42-15 0 15,34 15-16-15,1 0-5 16,3 0-2-16,2 0 0 16,2 10 1-16,0 6-3 0,0 5 1 15,0 9 0-15,6 6 5 16,3 7 1-16,-2 5 0 15,6 4-2-15,0 1 0 16,1 1-1-16,-1-2 0 16,-1 1-15-16,-1-10-49 0,-4-7-40 15</inkml:trace>
  <inkml:trace contextRef="#ctx0" brushRef="#br0" timeOffset="51486.99">5505 16794 176 0,'0'0'7'0,"0"0"12"0,0 0 1 16,36-21-11-16,-20 8-9 15,-5 0-3-15,-2-4 9 16,2 4-3-16,-6-2-3 16,-1-1-1-16,-4 3 2 15,0-1 3-15,0 1-1 0,-8 1 1 16,-3 2-2-16,1 3 0 15,-1 4 7-15,-5 3-6 16,1 4 5-16,-3 12-6 16,1 6-1-16,4 8-1 15,0 7 0-15,0 4 0 0,8 1-1 16,3-1-1-16,2-3 2 16,0-4-1-16,2-6 1 15,9-5 0-15,3-1-3 16,3-8-23-16,1-3-8 15,3-8-23-15,-1-3-47 16</inkml:trace>
  <inkml:trace contextRef="#ctx0" brushRef="#br0" timeOffset="51602.89">5787 16752 33 0,'0'0'-33'15</inkml:trace>
  <inkml:trace contextRef="#ctx0" brushRef="#br0" timeOffset="52071.77">5727 16745 124 0,'-7'1'10'0,"0"-1"39"16,0 0-18-16,3 0-23 15,2 0-6-15,1 0 0 16,-1 3-3-16,0 4-1 15,2 1 1-15,-2 5-2 0,2 6 2 16,0 0 0-16,0 3 1 16,0 0 0-16,4 0-1 15,3-2 0-15,2-2 0 16,0-4 0-16,0-1-4 16,2-5-4-16,0-3 6 0,2-4-1 15,-1-1 5-15,1 0 5 16,3-4 9-16,-3-6-3 15,3-3-3-15,-3-3-5 16,3-2 1-16,-3-2-2 16,-2 0 0-16,1-1-1 0,-5 0 1 15,-1 0 0-15,-2 1 3 16,-3 4-1-16,-1 2 2 16,0 4 1-16,0 3 7 15,-1 3-4-15,-1 4-9 16,-2 0-2-16,-1 8-3 15,3 6 6-15,0 5-2 0,0 0-2 16,2 1 1-16,0-1-1 16,0-1 1-16,5-3-1 15,5-2-1-15,0-2 0 16,1-2-7-16,1-6-9 16,5-1-14-16,-4-2-32 0,1-4-18 15</inkml:trace>
  <inkml:trace contextRef="#ctx0" brushRef="#br0" timeOffset="52214.72">6010 16563 212 0,'0'0'-32'0,"-42"-30"83"0,19 22-12 0,8 5-27 15,-1 3-17-15,5 0-21 0,5 0-64 16</inkml:trace>
  <inkml:trace contextRef="#ctx0" brushRef="#br0" timeOffset="52876.29">6212 16777 152 0,'0'0'-3'0,"0"0"20"15,0 0 18-15,0 0-19 16,-36-32-6-16,22 29-3 16,1 1-5-16,-1 2-3 15,1 0 4-15,-1 9 1 0,3 5-10 16,-1 4 12-16,4 5-9 15,1 0-4-15,5 1 6 16,2-3-2-16,0-2 0 16,0-5-5-16,7-3 0 15,3-5 2-15,0-4 1 0,1-2-5 16,3 0 9-16,-1-7 1 16,5-8 2-16,0-3-4 15,2-7 5-15,-2-3-4 16,-3-2 4-16,0-1-2 15,-5-3 1-15,-3 0-1 0,-3-2 2 16,-2-1 0-16,-2-2-2 16,0-1 1-16,0-1-8 15,-4 0-7-15,-5 3-2 16,0 3 7-16,-2 4 7 16,0 4 4-16,2 5 0 0,-3 3 6 15,4 3 1-15,1 3-2 16,1 0-4-16,-1 5 0 15,4 2-3-15,1 2 0 16,2 2 0-16,0 2-6 16,0 3-4-16,0 12 7 0,0 7 4 15,0 8 9-15,0 9 1 16,0 8 1-16,2 3-1 16,6 4-3-16,-2 0-5 15,-1-2-3-15,3-4 0 16,-2-6 0-16,4-5-1 0,-3-1 0 15,-1-5-12-15,3-7-34 16,-2-5-65-16</inkml:trace>
  <inkml:trace contextRef="#ctx0" brushRef="#br0" timeOffset="53274.1">6350 16759 221 0,'0'0'14'0,"0"0"-13"0,0 0-3 0,0 0 0 0,0 0-14 0,-9 38-5 15,9-34 9-15,0-3 4 16,2-1 1-16,3 0 4 16,1 0 10-16,2-5 8 15,0-4-11-15,1-3-2 0,-2-1-2 16,4-1 10-16,-7-1-8 15,-1 3 4-15,-1-1-1 16,-2 2 2-16,0 1-1 16,-2 4-1-16,-5 2-2 15,-2 2 7-15,0 2-3 16,-2 0-4-16,0 10 5 0,-1 6-6 16,0 5 1-16,2 3-3 15,1 3 1-15,3 3-1 16,3-4 0-16,3-1 1 15,0-3-1-15,5-1 0 16,4-6 0-16,7-2-3 0,1-1 2 16,3-8-31-16,3-4-78 15</inkml:trace>
  <inkml:trace contextRef="#ctx0" brushRef="#br0" timeOffset="53964.03">6937 16320 282 0,'0'0'-3'0,"0"0"19"0,0 0-4 0,0 0-6 0,0 0-7 15,0 0-5-15,0 0 10 16,0 0-8-16,-19 52-11 16,19-29-4-16,0 0-10 15,6-5-19-15,1-5-10 0,0-6-42 16</inkml:trace>
  <inkml:trace contextRef="#ctx0" brushRef="#br0" timeOffset="54104.85">7094 16301 232 0,'0'0'33'16,"0"0"-6"-16,0 0-29 15,0 0-5-15,0 0-12 16,0 0-19-16,31 54-40 15,-25-34-53-15</inkml:trace>
  <inkml:trace contextRef="#ctx0" brushRef="#br0" timeOffset="54825.67">7350 16395 101 0,'0'0'15'0,"0"0"3"16,0 0 20-16,0 0-7 15,0 0-3-15,-11-41-9 16,8 37-7-16,0 1 4 16,-1 0-4-16,0 0 1 15,1 3-6-15,1 0-5 0,0 0-3 16,0 3-2-16,0 10-2 16,-3 7-1-16,4 5 3 15,1 7 3-15,0 6 0 16,0 2 0-16,0 4-3 0,0 2 1 15,1 0-10-15,1-3-6 16,1-4 3-16,-3-3 5 16,0-9 8-16,0-7 1 15,0-8-2-15,0-3 6 16,0-5 0-16,0-4-1 16,0 0 0-16,0 0 1 0,0-7-6 15,0-1-3-15,2-2 8 16,4-1-5-16,1 2 3 15,-1 1-3-15,4 2 1 16,-3 2 1-16,1 2 0 16,3 2-1-16,1 0 1 0,1 0-2 15,3 0 3-15,1 2 1 16,2 4 1-16,1-1-5 16,0 0-38-16,0-2-17 15,-3-3-40-15</inkml:trace>
  <inkml:trace contextRef="#ctx0" brushRef="#br0" timeOffset="55188.54">7667 16740 257 0,'0'0'-25'0,"0"0"30"0,0 0-3 15,0 0-2-15,0 0-11 16,0 0-35-16,0 0 37 15,0 0 9-15,0 0-6 16,0 0 13-16,0-3 9 0,2-4 3 16,4 0-13-16,0-3-2 15,0-1-1-15,0-1-1 16,-3-2 0-16,1 4-1 16,-4 1 1-16,0 1 0 15,0 3 3-15,-5 3-3 0,-1 1 0 16,-2 1 10-16,0 0-11 15,-1 10 5-15,-1 2-1 16,2 5-4-16,1 2-1 16,3 1-1-16,4-2-5 15,0 1 0-15,0-2-2 0,5-2-5 16,8-2-9-16,1-3-12 16,4-1-19-16</inkml:trace>
  <inkml:trace contextRef="#ctx0" brushRef="#br0" timeOffset="55929.09">7928 16723 70 0,'0'0'162'0,"0"0"-157"16,0 0-3-16,-3-40 0 15,-3 33-3-15,-3 3-8 0,0 1-20 16,0 3 25-16,-2 0-1 15,0 0 11-15,-1 5 4 16,2 4-6-16,3 5 0 16,-3 1-3-16,4 0 0 0,0 5-1 15,3-3 0-15,3 0-1 16,0-1-1-16,0-3 0 16,2-3-4-16,5-3-7 15,0-3 5-15,4-4 3 16,0 0-5-16,-2 0 14 0,3-8-3 15,-1-2 1-15,2-4 2 16,-4 0-1-16,2-1 1 16,-2 1 2-16,-2 1-1 15,-3 0-1-15,-1 6 0 16,-1 0-1-16,-2 3 2 16,0 0 1-16,0 2 2 0,0 1 2 15,0 1-3-15,0 0-1 16,-2 0-12-16,2 8 7 15,0 2-2-15,0 3-3 16,0 1 4-16,0-1-2 16,8 1-2-16,-3-1 2 0,6-2-5 15,-2-4 7-15,0 0-1 16,2-4-5-16,0-1 1 16,0-2 2-16,-2 0 4 15,2 0 1-15,-2-7-3 0,-2-1 9 16,0-4-5-16,-2-1 1 15,1-3 1-15,-2-1-1 16,-2-1-1-16,3-1-2 16,-2 2 0-16,1 0 1 15,-2 4-2-15,0 2 1 16,-2 2 0-16,0 4 2 0,0 3 9 16,0 1-6-16,2 1-5 15,3 0-5-15,-1 0 1 16,1 5 0-16,2 4 4 15,0 3-1-15,1 1 2 0,-1 3-1 16,2 0 3-16,-2 0-8 16,-1-1 9-16,1 2-4 15,3-3 0-15,-2-1-12 16,-2-3-52-16,1-2-47 16</inkml:trace>
  <inkml:trace contextRef="#ctx0" brushRef="#br0" timeOffset="56391.42">8252 16698 267 0,'0'0'10'0,"0"0"-2"0,0 0-1 16,0 0-7-16,0 0-2 15,0 0-20-15,0 0-19 16,0 0 15-16,0 0 33 15,0 0-6-15,-9 53 7 16,9-34-6-16,0 2 0 0,3-4-1 16,1 0 0-16,0-1-1 15,-2-3 0-15,0-5-2 16,-1-1 0-16,1-4-2 16,0-3 1-16,-2 0 3 0,0 0 11 15,0-10 2-15,3-2-9 16,-1-7-1-16,0 1-2 15,0-4-1-15,3 1-7 16,-1 3-7-16,2-1 16 16,1 3-2-16,2 1-1 15,0 3-1-15,0 0 2 16,3 3 0-16,-3 5-1 0,1 2-1 16,-2 2 0-16,0 0-6 15,-1 11-3-15,-1 3 11 16,-3 3 0-16,4 0 0 15,-3 3 4-15,-2-1-8 0,0 1 9 16,1 0-3-16,-1-4-9 16,0-5-57-16</inkml:trace>
  <inkml:trace contextRef="#ctx0" brushRef="#br0" timeOffset="56618.19">8571 16634 311 0,'0'0'6'0,"0"0"-4"0,0 0 0 16,0 0-1-16,-15 38-1 16,10-20-4-16,2 4-1 15,2-2-2-15,-1 0 0 16,2-2-3-16,0 2-8 0,4-6-28 15,1-5-27-15,1-4-6 16</inkml:trace>
  <inkml:trace contextRef="#ctx0" brushRef="#br0" timeOffset="56768.75">8561 16554 200 0,'0'0'13'0,"0"0"6"16,-25-50-9-16,22 36-9 0,1 3-16 16,2 1-84-16</inkml:trace>
  <inkml:trace contextRef="#ctx0" brushRef="#br0" timeOffset="57315.87">8654 16717 110 0,'0'0'5'16,"0"0"10"-16,0 0-6 15,0 0-8-15,0 0-4 16,0 0-1-16,0 0 6 15,-13-44 2-15,13 30 2 16,0 3-5-16,3-1-1 0,5 3 1 16,-2 4 2-16,4 1 2 15,-1 4 2-15,0 0-3 16,3 0-3-16,-2 7 0 16,1 6-1-16,-1 1 8 15,0 2-6-15,-1 1 3 0,-4 0-10 16,2-2 11-16,-5 0-8 15,2-3 3-15,-4-2-1 16,0-4 2-16,0-2 3 16,0-2 7-16,0-2 3 15,0 0 11-15,0-5-7 0,0-9-22 16,0-3-2-16,2-4 9 16,5-5 0-16,1-1-2 15,4 0-5-15,-1 3-2 16,3 2 0-16,1 3 3 15,-1 6-9-15,2 5-18 0,-3 6-10 16,0 2 7-16,-4 11-4 16,-3 9 13-16,-1 3 22 15,0 4 4-15,-1 2 3 16,1-4-2-16,1-1-1 16,3-7-3-16,-1-4-30 0</inkml:trace>
  <inkml:trace contextRef="#ctx0" brushRef="#br0" timeOffset="57735.01">9094 16628 129 0,'0'0'20'0,"17"-56"16"0,-11 28-4 0,-4 4-9 16,-2 5-2-16,0 4-2 16,-7 6-2-16,-1 5-8 15,-4 4-2-15,1 0-4 16,-2 7-4-16,0 7 2 15,2 5-2-15,4 2 3 0,-2 4-3 16,8-3-7-16,1 1-1 16,0-7 2-16,0-1-2 15,10-7 3-15,-3-2-2 16,4-3 1-16,2-3 2 0,-2 0 3 16,0-3 4-16,3-4 8 15,-1 0 2-15,-1 1-9 16,-1 2-2-16,1 4-1 15,-2 0 0-15,-2 6-4 16,-1 11 1-16,-2 3 3 0,-1 5-1 16,-2 5 5-16,-2 3-2 15,0 2 1-15,-7 4-3 16,-7 1 2-16,-5 3 5 16,-6 2-2-16,-8-2 0 15,-1-3 0-15,-3-1-1 0,-1-7-1 16,2-7-1-16,-2-11-11 15,6-14-56-15</inkml:trace>
  <inkml:trace contextRef="#ctx0" brushRef="#br0" timeOffset="58383.47">9763 16355 200 0,'0'0'-18'0,"0"0"38"0,0 0 0 0,0 0-14 0,0 0-19 16,0 0 9-16,0 39 5 16,2-3-2-16,0 7 5 15,0 6-5-15,1 1 1 16,0-2-16-16,-3-2-7 15,0-6-5-15,0-6 3 0,0-7 5 16,0-9-9-16,-6-9-35 16</inkml:trace>
  <inkml:trace contextRef="#ctx0" brushRef="#br0" timeOffset="58867.37">9742 16384 108 0,'10'-39'14'0,"-2"1"-3"16,4 6 7-16,4 2-1 16,4 3-7-16,-2 4-6 0,4 4 5 15,-1 7 8-15,2 6-17 16,-3 6-7-16,1 1 1 16,-1 15 6-16,0 2-6 15,-1 6 7-15,-3 2 1 16,-1 1 4-16,-4 0-6 0,-3-1 3 15,-4-2-6-15,-3-3 5 16,-1-3-11-16,0-2 20 16,-9-3-5-16,0-3 2 15,-5-2 5-15,3-1 1 16,-2-2-4-16,0-1-2 0,2-1-4 16,1 1-3-16,1-2 1 15,3 0-2-15,0 0 1 16,3 1-1-16,1 1-1 15,2 2-2-15,0 2 0 16,0 2-1-16,5 2 1 0,5 2 0 16,1 0 2-16,0 1 1 15,1 2 1-15,2-1 0 16,-1 4-1-16,0-1 0 16,3 1 0-16,-3-1 1 15,1 2-1-15,0-1 0 0,3-1 0 16,-2-1-23-16,1-3-18 15,-1-5-24-15,3-5-50 16</inkml:trace>
  <inkml:trace contextRef="#ctx0" brushRef="#br0" timeOffset="59265.59">10296 16629 162 0,'0'0'40'0,"0"0"-3"0,0 0-12 0,0 0-13 15,-28-37-6-15,17 37 1 16,0 0-2-16,-3 6-8 0,-1 5 6 16,1 4 2-16,1 2-2 15,2 1-3-15,1 2 0 16,4-2 0-16,1-2 0 16,4-2-1-16,1-1-7 15,0-4-6-15,6-6 0 0,1-1-2 16,6-2 1-16,-2-2 12 15,5-7 7-15,-3-5-1 16,1-2-1-16,-3 3 0 16,0 1 1-16,-2 3 4 0,0 2 2 15,-4 3-4-15,3 2-2 16,-1 2-4-16,2 0 3 16,-3 0-5-16,3 3 4 15,-2 4 1-15,1 0 2 16,0 1-4-16,-1 0-2 15,4-1-2-15,-2-1-16 0,0-3-6 16,2-2 2-16,0-1-16 16,0-3-27-16</inkml:trace>
  <inkml:trace contextRef="#ctx0" brushRef="#br0" timeOffset="59556.87">10482 16326 140 0,'0'0'18'0,"0"0"27"0,0 0-14 0,0 0-16 15,0 0-3-15,0 0-2 16,0 0-6-16,0 0-12 16,0 0 5-16,-15-2 0 15,15 27 1-15,0 6 7 16,2 5-3-16,3 0 0 0,1 2-1 15,1-1-1-15,-3-3 1 16,1-1-1-16,-1-3-12 16,-3-3-20-16,0-5-4 15,-1-4-4-15,0-7 14 16,0-3 3-16,0-6-5 0,0-2-3 16</inkml:trace>
  <inkml:trace contextRef="#ctx0" brushRef="#br0" timeOffset="59998.64">10429 16573 134 0,'0'0'17'15,"0"0"18"-15,0 0-4 16,0 0-38-16,0 0 9 16,0 0-2-16,0 0-1 15,0 0-2-15,36-6-1 0,-19 6 2 16,1 0 4-16,5 0-1 15,0 0-1-15,0 0 1 16,4 0-1-16,-2 0 2 16,0-2-4-16,-2-3 2 15,0-1-1-15,-2-2 0 0,-3-1 2 16,-3-1 9-16,-4 2-2 16,-3-1-2-16,-4 0 1 15,-2 1 0-15,-2 1 1 16,0 1 0-16,-9 2-2 15,-3 3-4-15,0 1 0 0,-4 0 3 16,1 8-7-16,0 5 11 16,2 4-5-16,0 1-1 15,3 3-2-15,5 1 0 16,2-1 0-16,3 1-1 16,0-3 0-16,3 0-1 15,9-5 0-15,2 0-2 0,1-5 5 16,4-3-10-16,1-5-6 15,1-1-18-15,2-6-32 16,0-11-28-16</inkml:trace>
  <inkml:trace contextRef="#ctx0" brushRef="#br0" timeOffset="60211.12">10957 16080 126 0,'0'0'42'0,"0"0"4"0,0 0-20 0,0 0-24 0,0 0-1 16,0 0-6-16,-29 61 8 16,29-34 1-16,0 1-4 0,0-4-4 15,6-4-39-15,1-10-68 16</inkml:trace>
  <inkml:trace contextRef="#ctx0" brushRef="#br0" timeOffset="60340.27">11077 16078 238 0,'0'0'36'16,"0"0"-28"-16,0 0-4 15,1 42-22-15,-1-15-42 16,1 1-90-16</inkml:trace>
  <inkml:trace contextRef="#ctx0" brushRef="#br0" timeOffset="60745.37">11286 16318 171 0,'0'0'4'15,"0"0"19"-15,0 0-2 16,0 0-11-16,0 0-4 0,0 0-4 16,-16-42 4-16,15 34 8 15,1-3-4-15,0 0-6 16,2-3-3-16,9-1 1 16,1 0-2-16,1 3-2 15,3 3 0-15,-1 4-2 0,-1 5 0 16,-3 0 0-16,3 12-6 15,-3 2-1-15,-2 4 5 16,-1 2 10-16,-1 1-3 16,-2 1 3-16,-3-3-4 15,-2 2 2-15,0-1-1 16,-2 0 3-16,-7-1 0 0,-1 1 7 16,0 0-1-16,1-2-4 15,0 1-3-15,4-1-2 16,1 2-2-16,2 0-16 15,2 0-32-15,0 0-27 16,2 0-4-16</inkml:trace>
  <inkml:trace contextRef="#ctx0" brushRef="#br0" timeOffset="60860.29">11392 16757 185 0,'0'0'29'0,"0"0"-2"15,0 0-21-15,0 0-4 16,0 0-8-16,0 0-63 15,0 0-95-15</inkml:trace>
  <inkml:trace contextRef="#ctx0" brushRef="#br0" timeOffset="63343.57">3449 17335 133 0,'0'0'15'0,"-61"-20"12"0,32 13-9 0,-2 3-9 0,0 2-9 15,2 2 4-15,-2 0-4 16,4 4-1-16,3 5 1 0,-3-1 0 15,4 1 1-15,0 1-1 16,4-1 0-16,1 2-1 16,1-3-6-16,5 1-6 15,3-2 6-15,2 1 6 16,2-4 1-16,3 0 0 0,2-1-1 16,0 0-2-16,0-2-4 15,12 2 7-15,3 0-1 16,5-2-4-16,7 1 11 15,3-2-5-15,7 0-1 16,5 0 1-16,1 0-1 0,2-3-15 16,2-4 10-16,4-3 12 15,-1 2-5-15,3-1-1 16,5 2-1-16,5 1 0 16,4 3 0-16,6 2-4 15,8 1 7-15,1 0-5 0,5 0 2 16,3 2 0-16,2 4 0 15,2-1 4-15,-1 0 5 16,3-1 6-16,3 1-6 16,0-2 3-16,1-1-3 15,2 0 4-15,4-2-10 0,-2 0 0 16,4 0-1-16,4 0 5 16,2-2 8-16,0 1-5 15,-1-2-4-15,1 3-3 16,1 0-1-16,-2 0 2 15,2 3-1-15,1 3-1 0,-2 2 0 16,0 1 0-16,2-2 0 16,-2 1 0-16,1-1-3 15,2-4 6-15,-2-1-2 16,5-2-2-16,1 0-1 16,0 0 0-16,4-2-1 0,-2-1 2 15,2-2-1-15,0 1 1 16,2 1 0-16,-2 0 0 15,0 1-1-15,-2 2 0 16,1 0 0-16,1 0 1 16,0 0-1-16,5 2-1 0,-3 1-2 15,-1-1-5-15,1 0 2 16,0-1 2-16,-2 2 0 16,-2-1 4-16,0 0-1 15,-3 3-1-15,-1 0 2 16,-2 3 3-16,-4-3 2 15,-3 2 3-15,-5 0-2 0,2-4 1 16,-10 1-1-16,-4-4 2 16,-5 0-1-16,-5 0-1 15,-6-4-2-15,-6-3 1 16,-1-4 3-16,-3-3-5 0,0-1-1 16,-5 0-1-16,1-4 2 15,-7 1-2-15,-2-1 0 16,-9-1 1-16,-4 0-4 15,-4-1-5-15,-8 0 3 16,-3-3-1-16,-5 2 1 0,-3-3 4 16,-3 1-1-1,-3-3 0-15,-5-2 1 0,-3-2 0 16,-4-4-1-16,0-4 0 16,-2-1 1-16,-7-6 0 15,-3-2 0-15,-1-5-1 16,1-1-5-16,-1-2-3 0,0 2 3 15,0 0 4-15,0 3 2 16,-2 1 2-16,0 4-1 16,-3 3 5-16,-1 1 2 15,2 4-3-15,-5-1-1 16,3-1-2-16,-2 0-2 0,-4 1 0 16,-2 0 1-16,0 0-2 15,-4 4-1-15,-2 1-1 16,-3 4 0-16,0 5 3 15,-3 1 3-15,-3 3-1 16,0 0-1-16,-3 3-3 0,-3 3 5 16,0 0 2-16,-3 2-5 15,-3 2 1-15,-2 1-2 16,-4 0 1-16,-3 5 0 16,-2 1-1-16,-1 0 1 15,-3 1 1-15,-5 2-1 0,4-2 1 16,-3 2-1-16,-1-3 1 15,-2 2-1-15,-2-2 0 16,2 1 0-16,-5 0 1 16,0 3-3-16,-3 0 4 15,-5 0-2-15,3 3 0 0,-3 4-1 16,-3 3 2-16,-1 1-2 16,1 2 2-16,-2 0-1 15,0 0 0-15,-4 0 0 16,0-2 0-16,-3-2 0 15,0-1 0-15,-4-1 0 0,2-3 0 16,-1-2 0-16,1-2 0 16,-2 0 1-16,2 0-1 15,-7-4 0-15,-1-1 0 16,-5 0-1-16,-3 0 2 16,-4 1-1-16,-3 1 0 15,-1 1 0-15,2-1 1 0,-4 0-1 16,-2 3 0-16,2 0 1 15,-5 0-1-15,-3 0-1 16,-3 3 1-16,-1 5 0 16,1 2 0-16,-3 3 0 0,6 1 0 15,1 0 0-15,4 2 0 16,3 1 1-16,3-2-2 16,3 0 1-16,3-4 0 15,1 0 1-15,5-3 0 16,3-3-1-16,-1-3 2 0,7-2-2 15,-1 0 0-15,4 0 0 16,2-2 0-16,3-5 0 16,5 1 0-16,2-1 0 15,2 2 0-15,3-2 0 16,2-1 0-16,0 1-1 16,5 0 0-16,2 0 0 0,6-3 1 15,4 0-1-15,5 1 0 16,5-2 1-16,5 1 0 15,2 0 1-15,3 3-2 16,4 3 1-16,3 4 0 16,5 0-1-16,3 7 0 0,-1 8-5 15,5 10-5-15,5 6-2 16,-1 9 4-16,4 7 6 16,3 6 1-16,5 3 0 15,4 1 2-15,0 0 0 16,5-2-2-16,2 1 2 0,0-2-1 15,0 1 1-15,0 2-1 16,5 4 1-16,6 6 0 16,2-2 1-16,8 9-2 15,10-6 3-15,6-3-4 16,11-2 3-16,10-8-1 0,9-5 0 16,9-5-1-16,13-1 1 15,9-4-7-15,8-6-29 16,5-8-51-16</inkml:trace>
  <inkml:trace contextRef="#ctx0" brushRef="#br0" timeOffset="64524.04">11569 16541 88 0,'0'0'20'0,"0"0"-1"0,0 0 1 0,0 0-15 15,0 0-3-15,2 0 3 16,0 0 1-16,-2 0 0 0,3 0-3 16,1 2 1-16,2-2 0 15,2 0-3-15,1-3 6 16,8-13 2-16,8-11 4 15,10-11-2-15,13-19-3 16,14-18-1-16,17-19-8 0,11-17 6 16,18-12-3-16,4-9-63 15</inkml:trace>
  <inkml:trace contextRef="#ctx0" brushRef="#br0" timeOffset="105486.03">11982 17030 99 0,'-6'1'-4'0,"2"-1"8"0,3 0-1 0,-1 0 2 0,0 0 0 16,0 0 4-16,0-4 2 15,2 1 1-15,0-1 2 16,0-2-2-16,0 0-10 15,6-1-2-15,5 0-1 16,3-3 1-16,3-1-1 0,2 0-1 16,2-1 2-16,4 0-1 15,2-2 1-15,-2 2-1 16,2-1 2-16,4 0 2 16,-4 1 1-16,2 0-1 15,-6 2-1-15,2 2-1 0,-2 1-1 16,-4 1 0-16,-6 0-21 15,-3 1-63-15</inkml:trace>
  <inkml:trace contextRef="#ctx0" brushRef="#br0" timeOffset="105685.56">12313 16784 195 0,'0'0'0'16,"0"0"1"-16,0 0 1 0,0 0-2 16,44 4 0-16,-32 6-2 15,-1 5 1-15,-2 5-1 16,-2 6-4-16,-4 2-32 16,-3-2-15-16</inkml:trace>
  <inkml:trace contextRef="#ctx0" brushRef="#br0" timeOffset="106032.66">12630 16577 240 0,'0'0'-28'15,"0"0"40"-15,0 0-9 16,0 0-2-16,0 0-2 16,-8 48 1-16,8-22 0 0,0 3-1 15,0 4 2-15,0 1 0 16,4 2-1-16,0-1 1 15,-1 1 1-15,0-2-2 16,1-3 1-16,-2-1-1 16,-2-4-1-16,0-4-16 0,0-6-38 15,-8-10-25-15</inkml:trace>
  <inkml:trace contextRef="#ctx0" brushRef="#br0" timeOffset="106316.59">12459 16680 242 0,'0'0'-10'16,"0"0"30"-16,0 0 4 0,0 0-20 16,0 0-4-16,0 0 1 15,0 0-1-15,44-35-1 16,-21 25-9-16,3-3-23 16,1 0-38-16,-2-1-50 15</inkml:trace>
  <inkml:trace contextRef="#ctx0" brushRef="#br0" timeOffset="106810.13">12695 16794 134 0,'0'0'-7'0,"0"0"20"16,0 0-7-16,0 0 1 15,0 0 11-15,0 0 7 16,0 0-10-16,0 0-7 16,22-24 0-16,-13 24-7 15,3 0 0-15,-2 0-1 0,1 0 0 16,0 7 0-16,-1 4 0 15,-3 0 0-15,0 1-2 16,-2-1 1-16,-3 2-1 16,-1-1 0-16,-1-2 3 15,0 0-3-15,0-3 3 0,-2-2 1 16,-2 1-1-16,-1-3 2 16,-2 0 0-16,3-2 0 15,-1-1 0-15,2 0 3 16,0 0 6-16,1-4 1 15,0-5-7-15,2 0-4 0,0-3 0 16,0-1-2-16,0-2 0 16,0 0 0-16,4-3 0 15,5-2-3-15,0 2-8 16,5-4-13-16,-1 2-27 16,5 0-34-16</inkml:trace>
  <inkml:trace contextRef="#ctx0" brushRef="#br0" timeOffset="107620.34">12917 16754 67 0,'0'0'69'0,"0"0"-53"0,0 0 19 0,0 0-17 0,0 0-7 15,0 0 1-15,0 0-1 0,0 0 1 16,0 0 1-16,0 0-7 16,0 0-7-16,0 0 1 15,0 0-3-15,0 0 3 16,-12 42 1-16,14-23-3 15,-1 3-11-15,-1-1-28 0,0-4-36 16</inkml:trace>
  <inkml:trace contextRef="#ctx0" brushRef="#br0" timeOffset="107804.88">12903 16602 165 0,'0'0'-30'16,"0"0"47"-16,0-41-11 0,2 34-5 15,1 3-1-15,6 2-14 16,-2 2-23-16,1 0-47 16</inkml:trace>
  <inkml:trace contextRef="#ctx0" brushRef="#br0" timeOffset="108176.04">13086 16775 214 0,'0'0'64'0,"0"0"-50"16,0 0-3-16,0 0-6 15,0 0-4-15,-38-8-1 16,30 8-3-16,-4 0 0 15,1 6-3-15,3 5 7 16,0 3-9-16,2-1 17 16,4 1-7-16,2 2-4 0,0-5-4 15,0-2-6-15,6-3 1 16,1-4 5-16,2-2 3 16,-2 0 3-16,2-4-2 15,2-6 9-15,-3 2 1 16,1-1-1-16,0 1-5 0,3 1 0 15,-3 2-3-15,3 5 1 16,0 0 0-16,-1 0 0 16,1 0-4-16,-2 0-12 15,0 0-9-15,3 0-29 16,-4 0-7-16,-2 0-63 0</inkml:trace>
  <inkml:trace contextRef="#ctx0" brushRef="#br0" timeOffset="108389.02">13202 16541 160 0,'0'0'23'16,"0"0"7"-16,0 0-4 16,0 0-9-16,-20-37-8 15,20 37-4-15,0 0-4 0,0 3-4 16,0 12 1-16,9 4 0 15,1 7 2-15,3 5 1 16,2 3-2-16,-1 3-32 16,2-4-45-16</inkml:trace>
  <inkml:trace contextRef="#ctx0" brushRef="#br0" timeOffset="109404.81">13571 16604 211 0,'0'0'-43'16,"0"0"63"-16,0 0 5 16,0 0-7-16,-45-23-10 0,32 26-5 15,-2 13 0-15,5 2-1 16,2 2-1-16,0 1 0 15,2 2-3-15,4-3 4 16,2 0-2-16,0-6 0 16,0-3-8-16,7-6-7 0,-1-3 3 15,4-2-1-15,0-2 4 16,4-10 5-16,-3-3 2 16,1-4 3-16,-1 3 0 15,0-2 2-15,0 4 1 16,-4 4 1-16,0 3 3 0,-2 6-1 15,3 1-4-15,-3 0-2 16,3 4 1-16,-2 4-1 16,1 1-1-16,1-1 1 15,0-2-1-15,-1-1 0 16,0-3-1-16,2-1-11 16,-2-1-9-16,3 0-7 0,0-9 0 15,-4-2 9-15,1-3 13 16,-1-3 6-16,-2 3 4 15,1-2 10-15,0 2 11 16,-2 4 0-16,1 4-3 16,0 2-11-16,1 4-7 0,1 2-2 15,2 8-2-15,0 4 1 16,3 3 0-16,-4 0 1 16,2-2-3-16,-2 0 4 15,-1-4-3-15,-2-4 1 16,-3-3-1-16,3-3-3 0,1-1 3 15,0-1 0-15,1-10 2 16,0-3 0-16,3-5 2 16,-1-3-3-16,2 0 0 15,-1 2 1-15,-1 3-2 16,2 3 0-16,-2 7 0 0,2 6-2 16,1 1 0-16,0 4 0 15,3 7-2-15,-3 4-4 16,2-1-10-16,1 0 6 15,1-1 2-15,-1-3 9 16,1-4 1-16,-1-2 0 0,-1-4 1 16,1 0 0-16,-3-2 2 15,0-11 3-15,1-1 4 16,-2-1 8-16,-1-1-1 16,-3 0 4-16,-2 2-6 15,-3 6-7-15,2 2-1 0,-3 5 4 16,0 1-4-16,0 4-15 15,0 7 7-15,-3 3-5 16,2 1 1-16,1-1-8 16,0-3-10-16,0-4-1 15,10-2 2-15,-1-5 6 0,5 0 11 16,-5-13 5-16,2-4 1 16,0-6 20-16,-7-4 20 15,-3-3-8-15,-1-1 2 16,0-3-10-16,-5 1-9 15,-9 2-5-15,-1-2-5 0,-6 5-6 16,-1 3 0-16,-2 7-9 16,-3 11-15-16,-4 7-41 15,-6 4-96-15</inkml:trace>
  <inkml:trace contextRef="#ctx0" brushRef="#br0" timeOffset="109889.76">13507 17098 99 0,'-2'-14'4'0,"-5"0"41"0,4 5 10 0,-5 2-26 0,3 4-6 16,-4 2-3-16,0 1-9 16,0 1-8-16,-2 13-4 15,-3 8 5-15,1 3-1 16,-2 5-1-16,2 6-1 0,2-2-2 16,3 0-1-16,4-3-5 15,4-7 1-15,0-2-2 16,4-8-8-16,10-6 1 15,1-8 4-15,3 0 6 16,0-7 2-16,2-9 2 16,-3-2 1-16,-2-1 0 0,-3 3 0 15,0 3-1-15,-7 4 2 16,-4 5-1-16,-1 4 11 16,0 0 7-16,-4 11-16 15,-2 4-1-15,-4 2 5 16,4 1 4-16,2 0-6 0,2-2-2 15,2-2 0-15,0 0-3 16,2-6-7-16,4-3-25 16,1-5-44-16</inkml:trace>
  <inkml:trace contextRef="#ctx0" brushRef="#br0" timeOffset="110200.98">13576 17249 110 0,'0'0'165'15,"0"0"-143"-15,0 0-2 0,0 0-20 16,0 0 2-16,0 0-2 16,0 0 0-16,46-16 0 15,-34 19-1-15,-1 6-4 16,-4 4-5-16,2 3-12 16,-5 3-9-16,-2 2-11 15,-2 0-17-15,0-2 0 0,-6-4 27 16,-6-3-15-16,-1-7 62 15,-1-3 41-15,1-2 7 16,1-5 14-16,2-9-31 16,4-6-16-16,5-4-19 15,1-4-8-15,4 0-3 16,11 0 0-16,4 3-11 0,1 4-26 16,5 5-18-16,0 3-15 15,-5 5 0-15</inkml:trace>
  <inkml:trace contextRef="#ctx0" brushRef="#br0" timeOffset="110607.82">13804 17212 255 0,'0'0'12'16,"0"0"11"-16,0 0-10 15,0 0-10-15,0 0-3 0,0 0 2 16,0 0-2-16,0 0-1 15,47-32 1-15,-34 37-2 16,3 5 0-16,-3 3-10 16,-3 3-5-16,-2 3-1 0,-4-1-6 15,-4 2-6-15,0-3-14 16,-2 0 18-16,-8-5 14 16,-2-4 9-16,1-5 6 15,-3-3 10-15,1 0 30 16,2-7-3-16,0-9-17 0,6-2-11 15,1-5-1-15,4-2-6 16,0-1-3-16,6-2-2 16,8 3 0-16,1 0-1 15,4 2 0-15,0 5-4 16,3 2-5-16,2 3 1 16,-3 5 3-16,0 4 1 0,-1 4-8 15,-3 0-8-15,-1 9-23 16,-5 6 19-16,-1 3-7 15,-4 1-51-15</inkml:trace>
  <inkml:trace contextRef="#ctx0" brushRef="#br0" timeOffset="110743.65">14057 17210 35 0,'0'0'35'15,"0"0"1"-15,0 0-1 16,-37 20 16-16,29-20-5 16,1-1-13-16,1-11-7 15,2-5-14-15,4-5-12 16,0-7 6-16,4-6-6 0,13-9-7 15,3-8-61-15,3-7-106 16</inkml:trace>
  <inkml:trace contextRef="#ctx0" brushRef="#br0" timeOffset="112807.01">15577 16136 209 0,'0'-8'14'0,"0"2"28"0,0 1-10 16,0 2-22-16,0 2 0 15,0 1-5-15,0 0-4 0,0 5-5 16,0 8 4-16,-3 5-2 15,-1 2 1-15,0 4 5 16,-2 2-4-16,2-2 1 16,-2-1-1-16,1-5 0 15,-3-1-1-15,-3-3-4 0,3-2-2 16,-5-1 7-16,-1-2 0 16,1-4 1-16,-1 0-1 15,2 0 0-15,-1-4 0 16,3-1 1-16,3 0-2 15,0 0-1-15,3-1 4 16,-1-4-4-16,1-1 0 0,3-1-1 16,1 0-5-16,0-2-6 15,3 1-8-15,5 1-9 16,0 0-10-16,-1 2-9 16,1 1 18-16,-4 1 18 15,0 2 13-15,0-1 3 0,-2 2 6 16,-2 0 6-16,0 0 7 15,0-1-2-15,2 1-2 16,-1 0-11-16,1-3-3 16,1 0 8-16,2-1 2 15,0-2-5-15,1 0-5 0,1-2 0 16,-3-2-1-16,3 0 2 16,1-5 0-16,2-4 1 15,1 1 0-15,3-4-3 16,1 1-1-16,-1 1 0 15,2 3-1-15,-1 6 0 0,3 2-1 16,-2 5 2-16,-3 4-2 16,0 0-1-16,1 13 2 15,-3 3 0-15,1 5 0 16,-1 4-7-16,-1 0 11 16,-2 0-3-16,0-1-1 0,-5-5-1 15,-1-1 0-15,0-5 1 16,-2-2-2-16,0-4 1 15,0 1 1-15,0-2-6 16,-3-3-4-16,0-1 1 16,-2-2 6-16,1 0 3 0,1 0 2 15,1-7-3-15,0-5-1 16,2-2-2-16,0-4 1 16,0-4 1-16,3-2-1 15,5-3 1-15,-1 0 0 16,3 2 2-16,0 1 1 0,-1 5 3 15,0 2 3-15,1 8-2 16,4 1 0-16,-3 2-3 16,-1 6-2-16,2 0 0 15,-1 0 0-15,-1 11 1 16,-3 1-2-16,1 6 1 0,-5 5 1 16,-1 1-2-16,0 6 2 15,-2 1 0-15,0 3 1 16,0 3-1-16,0 4 1 15,-3-1-2-15,-1 2 1 16,2 1-1-16,-2-2 1 0,2-2-1 16,1-3 3-16,1-5 1 15,0-3 7-15,1-7-4 16,7-1 0-16,-2-7-2 16,4-1 0-16,-1-5-2 15,-2-3 0-15,4-4 2 16,-4 0 6-16,2 0 7 15,1-11-8-15,2-2-1 0,-5-5-2 16,4-2 1-16,0-2-6 16,-4-1-1-16,1 1-1 15,-1-1-3-15,2 3-9 16,-6 4-14-16,-1-1-44 0,-1 3-58 16</inkml:trace>
  <inkml:trace contextRef="#ctx0" brushRef="#br0" timeOffset="113069.06">16314 16240 288 0,'0'0'5'0,"0"-2"12"0,2-2-6 15,3 0-9-15,3 1-3 0,3-1 0 16,3-1-12-16,2-3-19 16,-1 0-29-16,-3 2-44 15</inkml:trace>
  <inkml:trace contextRef="#ctx0" brushRef="#br0" timeOffset="113213.27">16285 16380 292 0,'0'0'0'0,"0"0"2"16,0 0-4-16,0 0 1 0,0 0-23 15,0 0-39-15,0 0-78 16</inkml:trace>
  <inkml:trace contextRef="#ctx0" brushRef="#br0" timeOffset="113910.19">15314 17200 67 0,'0'0'200'0,"0"0"-188"15,0 0 0-15,-11-51-6 16,15 33-6-16,6 2 0 15,2 1 2-15,0 3 0 16,3 3-2-16,1 4 1 16,1 3-2-16,2 2 1 0,-2 2-2 15,0 9-3-15,-1 4-9 16,-3 3 4-16,-2 4-2 16,-2-3 1-16,-6 1 4 15,-1-6 5-15,-2-1-1 16,0-6 0-16,0-1 0 0,0-6 3 15,0 0 2-15,0-6-2 16,0-7-15-16,0-5 5 16,6-6-1-16,4-5 2 15,3-2 3-15,5-2 3 16,-1 2 3-16,1 3 0 0,1 5 0 16,-2 6 5-16,0 7 2 15,-1 10-1-15,-1 0-3 16,-1 17-3-16,-1 7 0 15,-2 9 0-15,-1 5 1 16,-3 6 0-16,0 0-1 16,-5 0 0-16,0-1 1 0,-1-3-1 15,1-3 1-15,0-6 1 16,2-3 2-16,0-5-2 16,1-5-1-16,4-5 0 15,0-6 1-15,-2-5-1 0,5-2 1 16,0-2 13-16,-1-10 1 15,3-4-3-15,-1-5-5 16,1-4-3-16,1-3-3 16,2-2-2-16,-2-1-11 15,-2 3-49-15,-8 6-66 0</inkml:trace>
  <inkml:trace contextRef="#ctx0" brushRef="#br0" timeOffset="114592.16">15387 18054 258 0,'0'0'10'0,"0"0"7"0,0 0-7 16,0 0 2-16,-16-45-10 16,16 24 0-16,6 0-1 15,4 1-1-15,0 0 1 0,1 5-1 16,1 5 0-16,1 3-1 16,-2 5 1-16,1 2-1 15,0 5-2-15,0 10 0 16,1 5 5-16,-1 3-2 15,-3 5-2-15,-1 1-6 0,1 2-6 16,-5-1-15-16,0-3 6 16,-3-2 0-16,-1-6 3 15,0-5 8-15,0-7 11 16,0-5 2-16,0-2 25 16,0-9-17-16,0-10-1 15,0-6-6-15,1-5-1 0,7-5-4 16,-2-4 5-16,5 2-1 15,1 3-1-15,2 2 1 16,2 5-1-16,1 7 1 16,-1 4-2-16,-3 9 2 0,1 5-1 15,-5 2-1-15,0 9-5 16,-2 12 10-16,-3 11 1 16,-2 6-2-16,-2 7 0 15,0 4 3-15,0 1 0 0,0 1 0 16,-2-2-3-16,0-3-1 15,0-4-1-15,0-5 1 16,1-4-1-16,1-7 1 16,0-7 2-16,0-6 5 15,7-6 2-15,4-5-2 16,3-2-2-16,3-9-1 0,3-8-1 16,4-7-1-16,1-5-3 15,2-6-12-15,-5-6-28 16,-1-5-76-16</inkml:trace>
  <inkml:trace contextRef="#ctx0" brushRef="#br0" timeOffset="115041.33">16158 16854 256 0,'0'0'-2'0,"0"0"1"0,0 0 0 0,0 0 3 0,0 0 0 16,42 1-3-16,-29-2-13 0,0 1-25 15,-3 0-17-15,1 0 0 16</inkml:trace>
  <inkml:trace contextRef="#ctx0" brushRef="#br0" timeOffset="115190.03">16187 17088 278 0,'0'0'3'16,"0"0"8"-16,0 0-15 15,0 0 7-15,0 0-3 16,38-25-3-16,-16 5-14 16,-3-5-33-16,4-6-64 0</inkml:trace>
  <inkml:trace contextRef="#ctx0" brushRef="#br0" timeOffset="125239.35">16828 16273 109 0,'0'0'-55'16,"0"0"24"-16</inkml:trace>
  <inkml:trace contextRef="#ctx0" brushRef="#br0" timeOffset="126172.04">16667 16125 179 0,'0'0'0'0,"0"0"12"0,0 0 2 15,0 0-9-15,0 0 1 0,0 0 0 16,0 0 0-16,0 0 5 16,0 0-3-16,0 0-2 15,-9-30-3-15,9 30-3 16,0 0-4-16,0 2 0 16,-2 6 1-16,1 2 5 15,0 2-2-15,1 2 0 0,-1 1-2 16,0 2 1-16,0 0 0 15,0 1 3-15,0 1-2 16,1-2 2-16,0 0-4 16,0-1 4-16,0-2-1 0,0-1-2 15,0-2 2-15,1-2-1 16,3-2 1-16,2 0-1 16,-2-1 1-16,3-2 0 15,-2-1-1-15,1 0 1 16,1-3-2-16,-3 0 0 15,3 0 1-15,0 0-1 0,0 0 2 16,-1 0 1-16,3-5-1 16,-3-3-1-16,2 1 2 15,-1-3 0-15,2-1 2 16,0-2 1-16,-4-3 0 16,1 1-1-16,0-2-3 0,-5-1 1 15,0-1 0-15,-1-1 1 16,0 0 5-16,0-1 5 15,-6 1 1-15,-1 3 2 16,-1 2-12-16,0 4-6 16,-2 1 2-16,5 7-1 0,-2 3-4 15,2 0-26-15,1 5-26 16,4 3-40-16</inkml:trace>
  <inkml:trace contextRef="#ctx0" brushRef="#br0" timeOffset="126386.22">16953 16284 202 0,'0'0'-37'0,"0"0"37"0,0 0 0 0,0 0-16 16,0 0-19-16,0 0-22 16</inkml:trace>
  <inkml:trace contextRef="#ctx0" brushRef="#br0" timeOffset="126989.22">17002 16129 139 0,'0'0'3'0,"0"0"13"16,0 0-6-16,0 0-6 16,0 0-3-16,0 0 0 15,0 0 0-15,20-40 6 16,-15 35 3-16,-1 2 1 16,1 0-1-16,4 0 1 0,-3 0-6 15,3-1-2-15,-1 3-1 16,3 1-2-16,-1 0 0 15,-4 0 0-15,4 0 0 16,-1 3-3-16,-4 4 4 16,3 0-1-16,-3 4-1 15,0-1-1-15,-1 2 0 0,-4 2-3 16,0 0-4-16,0-1 4 16,-3 1 3-16,-5-3-1 15,-1-1 6-15,2-2 2 16,-4-1 8-16,2-2-1 15,4 2-3-15,-3-1-1 0,4-2-4 16,1 2 0-16,0-2-3 16,1-2 1-16,1 0-2 15,1 1 1-15,0-3 1 16,0 2-2-16,1-2 0 16,8 0 1-16,4-2 0 15,8-7 4-15,4-4-1 0,10-6-1 16,5-3-1-16,4-1-1 15,6-2-17-15,-4 1-79 16</inkml:trace>
  <inkml:trace contextRef="#ctx0" brushRef="#br0" timeOffset="127653.01">16756 16780 205 0,'0'0'8'0,"0"0"-7"0,0 0 6 16,0 0-2-16,-42-10-2 16,28 16 2-16,1 4 2 15,2 3 5-15,-3 3-1 0,3 4-6 16,3 3-4-16,0 3 1 16,4-2 0-16,0 1-1 15,4-2 0-15,0-2-1 16,0-3 0-16,0-5 0 15,8-3 1-15,0-2 0 16,1-5-2-16,2-3 2 0,3 0 0 16,-1-5 1-16,3-6 1 15,-2-3 8-15,1-2 1 16,-5-4-2-16,-1 2-2 16,-5-1 1-16,-4 2-3 15,0 0 1-15,0 0-2 0,-8 4 0 16,-1 1-3-16,-5 3-4 15,1 3-2-15,-1 6 0 16,1 0-19-16,0 6-13 16,1 7-14-16,4 1-33 15,4-3-37-15</inkml:trace>
  <inkml:trace contextRef="#ctx0" brushRef="#br0" timeOffset="127808.7">16889 16909 196 0,'0'0'13'0,"0"0"-12"15,0 0-1-15,0 0-2 16,0 0-44-16,0 0-1 16,0 0-40-16</inkml:trace>
  <inkml:trace contextRef="#ctx0" brushRef="#br0" timeOffset="128206.53">17062 16717 192 0,'0'0'92'16,"0"0"-79"-16,0 0 1 15,0 0-4-15,0 0-8 16,0 0-1-16,0 0-2 0,-12 5-1 15,9 3 1-15,-1 5 0 16,-2 5 1-16,3 4 0 16,-2 2 0-16,2 2 0 15,2 2 0-15,1-2 0 16,0-2 0-16,0-2 0 16,4-3 0-16,2-4 0 0,4-2 0 15,-1-3-1-15,1-3-1 16,2-3 2-16,-1-1-3 15,0-3 5-15,-2 0-4 16,0-2 5-16,-3-6-6 16,-1 0 5-16,-2-5 1 0,-1 3 4 15,-2-1-2-15,0 2-3 16,-5 1 0-16,-6 3-4 16,-3 5-11-16,-3 0-16 15,-6 16-21-15,-1 5-44 16</inkml:trace>
  <inkml:trace contextRef="#ctx0" brushRef="#br0" timeOffset="128805.42">16314 17973 214 0,'0'0'95'0,"0"0"-91"0,0 0-5 16,0 0 5-16,0 0-2 16,0 0-7-16,0 0 8 0,46-1-3 15,-29-2-10-15,-1 1-15 16,-1-1-25-16,-4-1-64 16</inkml:trace>
  <inkml:trace contextRef="#ctx0" brushRef="#br0" timeOffset="128954.46">16379 18109 285 0,'0'0'40'16,"0"0"-40"-16,0 0-2 16,0 0-4-16,0 0-10 15,0 0-41-15,49 5-38 0</inkml:trace>
  <inkml:trace contextRef="#ctx0" brushRef="#br0" timeOffset="129337.92">16820 17815 304 0,'0'0'-3'0,"0"0"0"0,0 0 4 16,0 0-3-16,-16 51 0 15,9-25 0-15,-4 4 2 16,4 1 1-16,2-3-1 16,3 0 1-16,2-4-1 15,0-6 0-15,2-4-11 16,7-7-6-16,-2-1 0 0,5-6 9 16,0 0 4-16,-1-9 2 15,3-5 3-15,-3-3 7 16,-1-3 9-16,-2-2-1 15,-3-1-5-15,-3 3 3 16,-2 0-2-16,0 0-3 0,0 6 8 16,-6 3-13-16,-3 2 1 15,1 3 6-15,-3 2-8 16,2 4 1-16,0 0-9 16,0 4-5-16,2 8-13 15,1 2-22-15,-2 2-13 0,3-2-49 16</inkml:trace>
  <inkml:trace contextRef="#ctx0" brushRef="#br0" timeOffset="129502.38">16910 17950 276 0,'0'0'21'0,"0"0"-16"16,0 0-3-16,0 0-3 15,0 0-3-15,0 0-29 16,0 0-27-16,0 0-21 0</inkml:trace>
  <inkml:trace contextRef="#ctx0" brushRef="#br0" timeOffset="129936.04">17252 17737 326 0,'0'0'5'16,"0"0"2"-16,0 0-6 0,0 0-1 15,0 0-5-15,0 0-3 16,0 0 9-16,-42-3-3 16,26 16 0-16,-3 3 2 15,2 1 1-15,0 1 0 16,3 1-1-16,4 1-3 15,5-2-8-15,2-1-5 0,3-3 4 16,3-4 4-16,7-1 2 16,5-3 3-16,4-1 1 15,1-1 3-15,4 2 0 16,-1 1-1-16,0 3 1 16,-1 3-1-16,-6 1-2 0,-2 2-41 15,-6-1-22-15,-8-3 20 16,0-1 29-16,-8-2 17 15,-6-4 12-15,-2-2 39 16,-4-3 9-16,3 0-14 16,-1-7-14-16,5-9-12 0,3-5-11 15,8-7-8-15,2-8-1 16,12-15-15-16,9-11-33 16,8-11-64-16</inkml:trace>
  <inkml:trace contextRef="#ctx0" brushRef="#br0" timeOffset="130854.21">17939 16006 108 0,'0'0'20'0,"0"0"13"0,0 0-3 0,-39-13-5 15,30 9-7-15,3 1-4 16,0-2-5-16,2 0-1 0,0-1 4 16,-1 1-6-16,3-1 2 15,1 1-4-15,1-1-5 16,1 0 1-16,10 0 0 15,4 1-2-15,7 0 0 0,-2 4 1 16,6 1-2-16,0 0-3 16,1 8-7-16,-1 5-2 15,-6 7-5-15,-2 4 6 16,-2 5 5-16,-9 4 4 16,-3 6 2-16,-4 4 2 15,0 1-1-15,-8 1 2 0,-4 2 0 16,-3 1 0-16,0-1 0 15,0 3 1-15,1-2 0 16,1 0 0-16,1 0 0 16,1-3-1-16,5-6 1 15,4-6-1-15,2-4 1 0,0-8 1 16,0-3 0-16,4-8-1 16,5-2 0-16,-2-3-2 15,-2-4 4-15,1 0 1 16,-3-1 3-16,0 1 1 15,-3-1-5-15,0 7-2 0,0 6-4 16,-2 5 8-16,-7 11-3 16,-2 9-2-16,-2 10 0 15,0 6 1-15,-1 6 0 16,1 5 0-16,1 3 0 16,4 2-1-16,2-2 1 0,3-1-1 15,0-2 0-15,3-6 0 16,0-7 0-16,0-8 1 15,5-3-1-15,-1-5 2 16,0-4 0-16,1-3 2 16,-4-3-2-16,-1-4 4 0,0-1 3 15,0-4 2-15,-10 0 3 16,-7-4-1-16,-1-1-2 16,-5 0-6-16,-3-3-3 15,-3-1-2-15,2-6-1 16,3-2-14-16,3-1-20 15,1-16-56-15</inkml:trace>
  <inkml:trace contextRef="#ctx0" brushRef="#br0" timeOffset="131387.47">18609 17048 113 0,'0'0'0'0,"0"0"6"0,0 0-3 0,-41 0-2 0,38 0 0 16,3 1 5-16,0 0-1 16,0-1-8-16,8 1 6 15,2-1 6-15,5 1-2 16,3 1 3-16,0-2-1 15,6 1-2-15,3-1-2 0,0 0 2 16,3 0 3-16,3 0 4 16,0 0 5-16,1 0 0 15,1-3-8-15,-3 2-2 16,1 0-3-16,-1-1-4 16,0 1 0-16,2 0-1 15,-3-2-1-15,1 1 1 0,4 1-1 16,-7-3 0-16,3 1-2 15,-5-3-11-15,-1 3-8 16,-3-2-13-16,-7-2-32 16,-6-1-58-16</inkml:trace>
  <inkml:trace contextRef="#ctx0" brushRef="#br0" timeOffset="131579.48">19262 16885 256 0,'0'0'-4'0,"0"0"4"16,0 0 1-16,53-4 3 15,-35 8 3-15,5 7-6 16,-6 8-1-16,-1 4 0 16,-5 5 0-16,-6 1-12 0,-5 0-35 15,0-2-45-15</inkml:trace>
  <inkml:trace contextRef="#ctx0" brushRef="#br0" timeOffset="131935.82">19894 16511 235 0,'0'0'14'15,"0"0"-2"-15,0 0 7 16,0 0-14-16,0 0-5 16,0 0 0-16,0 0 0 0,-6 48-1 15,6-35-6-15,0-1-15 16,0 1-9-16,0-5-28 16,0-4-15-16</inkml:trace>
  <inkml:trace contextRef="#ctx0" brushRef="#br0" timeOffset="132070.66">19950 16538 231 0,'0'0'12'0,"0"0"20"15,0 0-27-15,0 0-9 16,0 0 2-16,38 19-1 0,-24-4-23 16,-3 1-45-16,1-2-57 15</inkml:trace>
  <inkml:trace contextRef="#ctx0" brushRef="#br0" timeOffset="132484.26">20473 16777 274 0,'0'0'2'0,"0"0"2"16,0 0 1-16,0 0-1 16,0 0-2-16,-42 30 0 15,28-15-1-15,1 4 0 0,1 2 1 16,4 2-2-16,5-3 0 16,3 0 1-16,0-3-5 15,0-4-4-15,9-3-1 16,3-5 4-16,-3-2 3 15,2-3 1-15,1 0 1 0,0 0 5 16,-4-8 1-16,1-3 4 16,-1 0 3-16,-5-4 1 15,-1-1 4-15,-2-2-4 16,0-1-4-16,-3-1-6 16,-7 3-2-16,-4-1-3 0,-3 6-6 15,-4 5-13-15,0 6-15 16,-4 1-13-16,2 0-33 15,3 6-85-15</inkml:trace>
  <inkml:trace contextRef="#ctx0" brushRef="#br0" timeOffset="132739.99">20625 16766 266 0,'0'0'3'0,"0"0"4"0,0 0-3 16,0 0-8-16,0 0 5 15,0 0 8-15,3 44 3 16,-3-19-6-16,0 4-2 16,0 3-2-16,0 1 0 0,0 0-1 15,0-2-1-15,0-1-12 16,0-1-14-16,0-2-40 15,-3-5-18-15,-1-4 4 16</inkml:trace>
  <inkml:trace contextRef="#ctx0" brushRef="#br0" timeOffset="133039.42">20561 16862 242 0,'0'0'5'0,"0"0"4"16,24-45 1-16,-9 32-6 16,8 0 1-16,4 2-4 15,2 1-1-15,1 3 1 16,1 1-1-16,-4 6 1 0,-3 0-3 16,-4 2-6-16,-8 9-19 15,-4 2 14-15,-7 3-2 16,-1 2 6-16,-11 0 10 15,-6 2 0-15,-7 0 4 16,-3-1-3-16,1-4-1 0,2-2-1 16,2-4 0-16,6-4-2 15,4-5-20-15,6-3-51 16</inkml:trace>
  <inkml:trace contextRef="#ctx0" brushRef="#br0" timeOffset="133252.35">20992 16520 326 0,'0'0'7'0,"0"0"-8"0,0 0-1 16,0 0-6-16,4 50 6 15,-4-22 1-15,-5 5 4 16,-1 2-2-16,-3 1 0 15,3 4-10-15,-1-6-32 0,1-3-44 16,-2-7-57-16</inkml:trace>
  <inkml:trace contextRef="#ctx0" brushRef="#br0" timeOffset="133578.97">20872 16760 270 0,'0'0'-2'0,"0"0"2"0,0 0 1 15,0 0 1-15,0 0 2 16,48-28-3-16,-25 19 2 16,3 3-2-16,2-3 2 15,1 3-3-15,1 0 1 16,-4 3-1-16,-3 3 0 15,-7 0 0-15,-4 7-2 0,-4 9-1 16,-5 2 3-16,-3 4 1 16,0 1 1-16,0-1 1 15,0 0 0-15,0-3-1 16,0-4-1-16,0-3 1 16,4-6-3-16,4-2-21 0,2-4-38 15,3-4-73-15</inkml:trace>
  <inkml:trace contextRef="#ctx0" brushRef="#br0" timeOffset="133700.89">21188 16652 278 0,'0'0'-20'0,"0"0"23"16,0 0-3-16,0 0-33 15,0 0-105-15</inkml:trace>
  <inkml:trace contextRef="#ctx0" brushRef="#br0" timeOffset="134354.59">21238 16787 303 0,'0'0'-6'0,"0"0"2"16,0 0 4-16,0 0-10 15,33-40 8-15,-28 30-1 16,3 3 3-16,-3 2-1 0,4 2 1 16,-2 1 1-16,2 2 0 15,-1 0-1-15,0 0 0 16,0 9-3-16,-5 2-3 16,1 3-2-16,-3 1-11 15,-1 1-1-15,0 0-3 0,0-3 2 16,-3-3 18-16,0-3 3 15,1 0-2-15,-1-4 4 16,2-3 2-16,1 0 14 16,0-4-14-16,0-6-4 15,0-2-2-15,1-2 1 16,6 0 8-16,2 0 0 0,-1 0-1 16,1 2 6-16,3 2 5 15,0 3 0-15,-3 3-4 16,3 1-7-16,2 2-2 15,0 1-3-15,1 0 0 0,0 3 0 16,-1 6-2-16,-4 3-9 16,0 1-3-16,-4-2 0 15,-3 4-1-15,-3-1-8 16,0-2-13-16,0-3 14 16,-3-2 5-16,-3-3 8 15,-1-1 6-15,0-3 4 0,4 0 19 16,-2-6 25-16,3-4-4 15,1-1-14-15,1-3-12 16,2-3-8-16,6 1-8 16,3 0 4-16,2 2-5 15,3 3 3-15,-2 4-2 0,1 4 1 16,-1 3 0-16,-1 0-1 16,3 1 1-16,-5 11-1 15,2 2-1-15,1 2-10 16,-6 1-22-16,0-1-38 15,1-3-73-15</inkml:trace>
  <inkml:trace contextRef="#ctx0" brushRef="#br0" timeOffset="134788.74">21736 16676 306 0,'0'0'-1'0,"0"0"-1"0,0 0 7 16,0 0-5-16,0 0 3 0,0 0-2 15,44-18-1-15,-36 28 1 16,1 4 1-16,-1 3-2 16,-3 3 1-16,-3-2-14 15,-2 2-22-15,0-3-5 16,-4-1 15-16,-8-5 18 0,-3-4 6 15,0 0 5-15,0-5 5 16,0-2 1-16,4 0 0 16,-2 0-4-16,7-7-5 15,2-2-1-15,4-2-3 16,0-2 2-16,7 4 1 16,3 2 0-16,3 2 4 0,4 3 4 15,-1 2 2-15,-1 0 5 16,4 8-1-16,3 0-3 15,-3 3-7-15,2-1-3 16,-2 0-2-16,-3-4-24 0,-2-2-12 16,-5-2-10-16,-2-2 0 15,-2 0 17-15,-1-9-15 16</inkml:trace>
  <inkml:trace contextRef="#ctx0" brushRef="#br0" timeOffset="134973.48">21953 16518 250 0,'0'0'15'0,"0"0"-12"16,0 0 1-16,0 56 0 0,6-25 11 16,-2 2-2-16,6 2-7 15,-1 1-4-15,0-2-1 16,-1-2-16-16,-2-3-70 15</inkml:trace>
  <inkml:trace contextRef="#ctx0" brushRef="#br0" timeOffset="135244.92">22196 16277 305 0,'0'0'-2'16,"0"0"7"-16,0 0-7 15,0 0-1-15,0 0 2 16,-9 48 0-16,9-26-10 15,0-1-28-15,3-7-41 16,0-4-89-16</inkml:trace>
  <inkml:trace contextRef="#ctx0" brushRef="#br0" timeOffset="135343.92">22251 16344 222 0,'0'0'-81'16,"0"0"59"-16</inkml:trace>
  <inkml:trace contextRef="#ctx0" brushRef="#br0" timeOffset="136653.15">20211 17236 97 0,'0'0'13'0,"50"-3"2"0,-17 3-8 0,-1 0-5 0,8 0 0 16,1 0-1-16,4 0 0 15,3 0 2-15,0 3 13 16,3 1 1-16,3-3 9 15,4 3-4-15,-1-2-4 16,6-2-6-16,4 0-3 16,2 0-1-16,3 0-2 0,6-5-3 15,-1-4-2-15,7-1 2 16,3-1 1-16,-1-1 2 16,1 0-3-16,4 0-3 15,5 2 2-15,-7-1-2 16,2 0 0-16,-1 0-6 0,-3 2-9 15,-6 0-7-15,-10-1 2 16,-7 3 17-16,-5 0 1 16,-12-3 2-16,-8 3 0 15,-8-5 2-15,-8 1-2 16,-8-4 0-16,-5-3-2 0,-9-3-15 16,-1-1-13-16,-1-4 10 15,-9-1 15-15,-1-2 7 16,-2-2 2-16,1-1 4 15,1-4 1-15,0-1 9 16,5-1-5-16,1-5-3 0,2 1-6 16,3-5-1-16,0-2-4 15,0-2-9-15,-2-2-9 16,-7 1-3-16,-4-2 3 16,-6 2 13-16,-6 1 7 15,-2 2 20-15,-1 4 15 0,-5 5-4 16,3 6-5-16,3 8-9 15,1 7-7-15,3 7-5 16,-3 4-4-16,0 6-3 16,-4 2-1-16,-8 7-5 15,-6 6-4-15,-7 4 3 0,-3 4 2 16,-6-1 4-16,-3 0 1 16,-5-1 2-16,-3 1-1 15,-3-2 0-15,-9 2 1 16,-7-2-2-16,-7 0-2 0,-4 0-13 15,-4-3-9-15,-2 0 13 16,-1-3 6-16,2-3 8 16,3-2 2-16,4 0 15 15,4-4-1-15,7 1-2 16,5-2-9-16,1-1-4 16,6 2-2-16,8-2-1 0,5-1 0 15,8 0 0-15,7 0 0 16,11 0 1-16,2 0 0 15,12 0 0-15,4 0-1 16,7 0 0-16,4 0 0 0,3 8 0 16,5 8-9-16,0 5 3 15,1 8 0-15,8 10-4 16,2 6-3-16,0 5 3 16,1 5 6-16,0 2 2 15,2 0 2-15,0 2 2 16,4 1-1-16,-2 0 1 0,5-2 2 15,5-5 7-15,3-4-2 16,7-2-4-16,6-6 0 16,5-8-5-16,6-12-26 15,7-10-97-15</inkml:trace>
  <inkml:trace contextRef="#ctx0" brushRef="#br0" timeOffset="137287.54">22612 16436 175 0,'-2'0'18'0,"0"0"17"0,0 0-14 0,2 0-9 15,-1 0-9-15,1 2-2 16,0 0-1-16,0-2 1 16,0 0-1-16,0 0 0 15,0 0-2-15,3 0 2 16,8 0 0-16,4 0 3 15,7-10 7-15,8-4-9 0,4-5-1 16,9-6 1-16,5-3-1 16,6-7 1-16,4-4-1 15,0-4-5-15,-1-5-91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5:51:14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19959 14456 119 0,'-1'0'14'0,"0"0"18"0,0 0 5 16,0 0-22-16,1 0-9 16,0 0-4-16,0 0 1 15,0 0 1-15,0 0 4 16,0 0 8-16,0 0 4 0,-1 0-4 16,0 0-9-16,1 0-4 15,-1 3-3-15,0 1 0 16,1 2 1-16,0 0 0 0,0 2-2 15,0-1-4 1,0-1-3-16,0 0-15 0,4-3-13 16,2-3-36-16</inkml:trace>
  <inkml:trace contextRef="#ctx0" brushRef="#br0" timeOffset="190.59">20046 14425 268 0,'0'0'9'0,"0"0"22"15,0 0-8-15,0 0-20 0,0 0-5 16,0 0 2-16,0 0 2 16,0 40-2-16,0-25-7 15,1 0-45-15,5-5-64 16</inkml:trace>
  <inkml:trace contextRef="#ctx0" brushRef="#br0" timeOffset="1488.44">20308 14601 191 0,'0'0'13'0,"0"0"1"0,0 0-9 15,0 0-6-15,0 0 0 16,0 0 2-16,0 0-1 16,0 0 1-16,0 0 1 15,0 0 22-15,-7 0 3 16,7 0-12-16,0 0-14 15,0-7 1-15,0 1-2 0,0-1-1 16,1-4-4-16,5 1 0 16,-1-3 4-16,3 0-1 15,-3 2 2-15,3 0 0 16,0 0 0-16,1 3 1 0,1 1-2 16,-1 5 1-16,0 1 0 15,0 1 0-15,-2 0-2 16,2 9 0-16,-4 4 1 15,1 1 1-15,-1 0-1 16,-1 4 2-16,0-1-1 0,-1-2 0 16,-2 0 0-16,0-2 0 15,-1-3-5-15,0 0-3 16,0-3 0-16,0-3-4 16,0 1-1-16,0-5 1 15,0 0 7-15,0 0 9 16,0-9-7-16,1-2 2 0,3-1 1 15,2-3 2-15,-1-2-2 16,3-2 0-16,1-1-1 16,1 2 1-16,-2-2-1 15,1 0 1-15,0 3-1 16,-2 0 2-16,0 4 0 0,-2 1 0 16,1 3 1-16,-3-1 0 15,0 2-2-15,-1 2 1 16,0 2-1-16,1 1 0 15,-1 2 3-15,-2-1-1 16,1 2 1-16,2 0-3 0,1 0 0 16,2 0 0-16,-3 0 0 15,3 4 0-15,-1 2 0 16,0 0 0-16,0 2 0 16,0 2 0-16,-2-3-1 15,-1 4 1-15,2-2 1 0,-2 5 3 16,-2-2 0-16,0 1 2 15,1 1 0-15,1 3-5 16,-2 1 1-16,0 1 0 16,0 2 0-16,0 4-1 15,-2 2 5-15,-1 2-3 16,-3 1 0-16,0 2 2 0,-2 4 1 16,1-1-1-16,-2 4 2 15,1 1 0-15,2-1-3 16,2 1-2-16,1-2 0 15,2-5 0-15,1-2 0 0,0-4 1 16,4-5 1-16,1-3-1 16,4-2 0-16,-2-4 1 15,1-3 0-15,-3-1-1 16,3-2 1-16,-3-3 0 16,2-2 2-16,-2 0 1 15,3-2-1-15,-3 0-1 0,6 0-1 16,-3-7-2-16,2-3-1 15,3-2-2-15,-2-2-11 16,1-8-31-16,-5-3-88 16</inkml:trace>
  <inkml:trace contextRef="#ctx0" brushRef="#br0" timeOffset="1986.22">20735 14280 137 0,'0'-1'10'0,"0"-2"34"0,0 0-8 0,0 2-12 16,0 1-5-16,0 0-8 0,0 0-10 16,0 0-3-16,0 4 2 15,0 3 0-15,-1 3 0 16,-1 0 0-16,2 3 1 15,-3-3-6-15,3-2-24 16,0-2-35-16,0-5-30 16</inkml:trace>
  <inkml:trace contextRef="#ctx0" brushRef="#br0" timeOffset="2121.23">20815 14276 253 0,'0'0'11'15,"0"0"-13"-15,0 0 4 16,17 44-2-16,-9-21-9 16,-2 2-74-16</inkml:trace>
  <inkml:trace contextRef="#ctx0" brushRef="#br0" timeOffset="2683.45">21041 14787 102 0,'0'0'4'0,"0"0"0"0,0 0 12 16,0 0 24-16,0 0-3 15,0 0-5-15,0 0-15 16,0 0-7-16,0 0-5 16,12-5-3-16,-2 3 0 15,-1-1-1-15,3 2-1 0,1-2 0 16,3 3 0-16,1-3 0 15,4 2 2-15,3-2-4 16,0 1 4-16,3 0-2 16,-1-2 1-16,0 0 0 0,1 0-1 15,-2-1 0-15,-2 2 0 16,-2-3 1-16,1 4-1 16,-3 0-1-16,0-1-27 15,-5-1-67-15</inkml:trace>
  <inkml:trace contextRef="#ctx0" brushRef="#br0" timeOffset="2890.41">21478 14625 262 0,'0'0'3'15,"0"0"4"-15,36 12 5 16,-23 1-6-16,0 2-5 16,-4 6 0-16,-4 2-18 0,-5 0-31 15,0-3-50-15</inkml:trace>
  <inkml:trace contextRef="#ctx0" brushRef="#br0" timeOffset="7489.15">20686 14137 40 0,'-6'-5'46'0,"0"0"-16"0,2 1 1 0,0-1-17 0,1-2-8 15,-2 3-5-15,2 0 1 16,0 1-2-16,-1-1 1 15,-2 1 0-15,2-3 0 16,-2 3 3-16,0-1 20 16,-1 0-4-16,-2-2-10 0,0 2-9 15,0 1-1-15,-1-1 0 16,-1 2 0-16,-1 0-1 16,-1 0 2-16,-1 2-1 15,-2 0-1-15,-2 0-1 16,-2 0 0-16,1 0 4 0,-1 4-2 15,0 2 0-15,3 0 2 16,-2 1-4-16,1 0 2 16,1-1 2-16,-3 1-4 15,3-2 4-15,-2 2-2 16,0-1-2-16,1 1 1 16,1 2 0-16,-1-1 3 0,0 4-2 15,1 0 0-15,-3 4 0 16,0 1 0-16,2 0 2 15,-5 1-4-15,3 0 2 16,-1 2 2-16,0-2-2 16,-1-1 0-16,4 3 0 0,0-2 0 15,0 2 0-15,3 0 1 16,0-1 1-16,3 2-1 16,1 0 0-16,1 1 0 15,2 0-1-15,1 1 2 16,1 1 0-16,-1 0-1 0,2 2-1 15,2 2 0-15,-1 1 0 16,2 1 1-16,-2-2-1 16,2 3 1-16,-1-3-1 15,-1-2 0-15,-1-2 0 16,2-2 0-16,1 0 0 0,-2-2 0 16,1 1 1-16,2-1-2 15,0 0 2-15,0-4-1 16,1 5-2-16,0-4 0 15,0 3 4-15,0-1 2 16,4 0 0-16,2 1-2 0,-3 0 0 16,3 0 1-16,-1-3-3 15,0 0 3-15,0 0-2 16,0-1 1-16,0-1 1 16,2-1 4-16,-3-1 1 15,3 3 3-15,1-2-2 0,2 2-5 16,1 1-1-16,-1 0-2 15,3 1 0-15,-1-1 0 16,0 2-1-16,2-1 1 16,0-1-1-16,0 0 0 15,0 0 2-15,1-1-1 0,-2-2-1 16,1 2 0-16,-1-5 0 16,2 2 1-16,-2-3-1 15,1 0 0-15,0-3 0 16,0 0 0-16,-1-1 1 15,0 0 0-15,2-1 0 0,0 1 0 16,1-2 0-16,1 3-1 16,0-4 1-16,2 3-1 15,1-3 0-15,1 1 0 16,0-1 0-16,-2 0 0 16,3-2 0-16,-4 0 0 15,2-1 0-15,0 0 0 0,-1 0 1 16,2 0-2-16,-3 0 2 15,4 0-1-15,-5 0 0 16,2-2 0-16,1-1 0 16,-3-2 0-16,-1 1 0 15,3-1 0-15,-2 0 0 0,-2-2 0 16,2-1 0-16,1 1 0 16,2-5 0-16,-4-1 0 15,2-2 0-15,1-4 0 16,0 1 1-16,-1-5-1 15,1-1-1-15,-2-2-2 0,0 1 2 16,-1-1 0-16,-1-1 1 16,-2-1-1-16,-1-1 1 15,-1 0 1-15,1-2-1 16,1-1 0-16,0 2 0 16,0-5 0-16,-2-1 0 0,-2 1 0 15,1-1 0-15,-2-2 0 16,-1 2 0-16,2 1 1 15,-4 1 0-15,1 0 0 16,-4-1 0-16,0 2-1 16,-1 0 1-16,-1 3-1 0,0-1 0 15,-1 2 0-15,-6 1 0 16,-1 2 0-16,-5-1 0 16,0 3 0-16,-2 0-1 15,0 0 0-15,-4 1 1 16,3 2 0-16,-1-2 1 15,2 3-1-15,1-2 1 0,-1 3 0 16,1-1-1-16,1 0 0 16,0 2 1-16,1 1 0 15,2 1 2-15,3 5-1 16,-3-2 0-16,4 3-1 0,-2 3 0 16,3 0-1-16,-3 0 0 15,2 1-1-15,-2 1 0 16,3-1 1-16,-4 3-2 15,0-1 2-15,2 1-1 16,-4 0 0-16,-2 0 1 16,3 1 0-16,0 0 1 0,-2-1 0 15,1 0 1-15,0 1 1 16,4-1 1-16,-3 0 2 16,2 0 0-16,0 1 2 15,5 0-2-15,-2 0 1 16,3 1-6-16,1 1-4 0,1 0 0 15,0 0-19-15,0 3-10 16,0-3-21-16,0 0-102 16</inkml:trace>
  <inkml:trace contextRef="#ctx0" brushRef="#br0" timeOffset="15271.3">21051 14841 69 0,'0'0'2'0,"0"0"-1"0,0 0 0 0,0 0 1 16,0 0 4-16,37 7 12 0,-28-5 4 15,3-2-2-15,-1 0-1 16,4 0 3-16,1 0-11 16,1 0-6-16,3 0-2 15,-2 0-1-15,4 0 0 16,-1 0-1-16,1 0 2 0,5-4-1 16,-5-1-1-16,5 1 0 15,0-2 0-15,2 2 0 16,-2-2-1-16,-3 3 0 15,-2-1 1-15,-5 1-1 16,-4 1 0-16,-2 0 0 0,-6 2 0 16,-1 0 0-16,-2 0-6 15,-2-1-24-15,0-1-50 16</inkml:trace>
  <inkml:trace contextRef="#ctx0" brushRef="#br0" timeOffset="15754.92">21480 14624 74 0,'0'0'16'0,"0"0"-11"0,0 0 8 16,0 0-8-16,0 0 2 0,0 0-2 15,0 0 3-15,0 0 4 16,0 0 1-16,37 24-5 15,-32-18-1-15,5-2-3 16,-2 2 1-16,2-1 0 16,0 1 1-16,3-2 0 0,-2 1-3 15,2 0-2-15,-1 1 1 16,-1 0-1-16,-2 1 1 16,2 1-2-16,-6 1 1 15,-1 2-1-15,-4 0 2 16,0 4 0-16,0 2 6 15,-2 5-5-15,-10 7-3 16,-8 7 0-16,-8 13 2 0,-8 9-1 16,-12 9-24-16,-12 13-90 15</inkml:trace>
  <inkml:trace contextRef="#ctx0" brushRef="#br0" timeOffset="17284.43">22138 14568 95 0,'0'0'6'0,"0"0"19"0,0 0-3 0,0 0-17 15,0 0-1-15,0 0 4 16,0 0 0-16,-40-31 6 16,31 25-3-16,5-2-7 15,1-1 5-15,-1-4-4 0,2 0-3 16,2 0-1-16,0-3 1 15,6-1-2-15,2 0 0 16,7 0-2-16,2-2 2 16,3 1 0-16,3 0-1 15,4 4 0-15,-4 1-1 0,3 3 0 16,1 3-1-16,-2 5-2 16,-1 2 2-16,-4 3 5 15,0 11-1-15,-5 6-3 16,-6 11 4-16,-3 6 1 15,-5 13 0-15,-1 10 0 0,-6 9 4 16,-5 5-4-16,-7 4 4 16,0 2-7-16,1-3 7 15,2-6 3-15,2-5-2 16,2-6 3-16,2-6-2 16,3-5-2-16,3-8 0 0,3-5-2 15,0-6-3-15,0-4 3 16,5-8 0-16,5-4-2 15,3-4 3-15,1-6-3 16,4-4-5-16,3-2 7 16,-4-14-3-16,3-5-1 0,0-6 1 15,-3-5 1-15,-4-3-2 16,-2-3-1-16,-4-1-6 16,-3-2-4-16,-4 2-1 15,0 1 4-15,-8 0 5 16,-4 7 1-16,-2 1 1 0,0 4 5 15,-4 4 2-15,1 2 2 16,2 4-4-16,0 2-3 16,5 1 0-16,1 3 0 15,5 0-3-15,1 2-1 16,3 1 0-16,0-1-4 0,0 3 2 16,6-4 3-16,2 2 1 15,2 0 0-15,3 0-1 16,1-1 1-16,4 0 0 15,3-1-1-15,3 0 2 16,1 1-2-16,0 0 1 0,3 0 1 16,-2 1-2-16,-2 3 2 15,0-1-1-15,-7 2 0 16,-4-1-1-16,-2 4 1 16,-4-3 0-16,-1 3-1 15,-4-1 2-15,-1 1-1 16,0 0 0-16,0 0-1 0,-1 0 1 15,0 0-3-15,0 0-4 16,0 3 8-16,0 2-4 16,-5 3 5-16,-1 0 0 15,0 2 0-15,-1 0-1 0,3 1 0 16,0 1 0-16,2-2-1 16,-2 1 3-16,4-1 0 15,0 0-1-15,0 1-3 16,0-4 6-16,0 2-2 15,6-2-1-15,-3-1 1 0,2-3 0 16,2-1 2-16,1 0-2 16,1-2-1-16,4 0 2 15,0 0 0-15,1-6-23 16,0-5-37-16,-3 1-42 16</inkml:trace>
  <inkml:trace contextRef="#ctx0" brushRef="#br0" timeOffset="17464.16">22627 14548 159 0,'-11'-8'24'0,"1"1"-1"0,4 1 7 0,3 2-25 15,3 2-3-15,0 2-11 16,0 0-29-16,6 0 4 15,2 0-37-15</inkml:trace>
  <inkml:trace contextRef="#ctx0" brushRef="#br0" timeOffset="17761.08">22792 14689 166 0,'0'0'2'0,"0"0"3"15,0 0 20-15,0 0-5 16,0 0-1-16,0 0-5 16,48 27 0-16,-35-18 0 15,2-2-7-15,0 0-2 16,1 2-3-16,1-1-1 0,1-1 0 15,-3-1 1-15,-1-2-1 16,-1 2 0-16,-4-2-5 16,1-1-34-16,-4-3-13 15,-3 0-64-15</inkml:trace>
  <inkml:trace contextRef="#ctx0" brushRef="#br0" timeOffset="17996.58">22939 14634 179 0,'0'0'12'0,"0"0"24"16,0 0-28-16,0 0-8 16,0 0 1-16,-46 47 4 15,35-24 5-15,-1 2-4 0,0 1 1 16,1 0-6-16,2-3 0 15,0 0 0-15,5-3-11 16,3-6-21-16,1-7-13 16,1-4-75-16</inkml:trace>
  <inkml:trace contextRef="#ctx0" brushRef="#br0" timeOffset="18388.52">23128 14730 125 0,'0'0'78'15,"0"0"-81"-15,0 0 5 16,0 0-3-16,0 0 3 16,0 0 1-16,0 0-1 15,0 0 0-15,45 2 0 0,-35-11-1 16,2-1 1-16,-2-1-1 15,2-2-1-15,-2 2 1 16,1 1-1-16,-6 0 0 16,-3 0 0-16,-2 6 0 15,0 0 0-15,-9 4 2 0,-5 0 6 16,-2 1 0-16,-1 8 4 16,1 2-3-16,1 2-1 15,2 1 0-15,3 0-3 16,6-1-1-16,3-2-1 15,1 2-1-15,0-4 1 16,9 0 0-16,3-2-1 0,5-2 1 16,4-2-15-16,4-2-31 15,4-1-21-15</inkml:trace>
  <inkml:trace contextRef="#ctx0" brushRef="#br0" timeOffset="18843.22">23528 14689 90 0,'0'0'20'0,"0"0"17"16,11-35-17-16,-11 26 0 16,-10 3-6-16,-2 3 0 0,-5 1-1 15,-3 2-6-15,0 0-2 16,-1 11-3-16,3 2-1 16,1 1-2-16,4 3 3 15,3 0-3-15,8-2-2 16,2-3-1-16,0-2-1 0,6-3 5 15,6-2 0 1,3-3 0-16,3-2 1 0,-2 0 2 16,3-5-3-16,2-8 0 15,-3-1 1-15,2-6-1 16,-2-3 0-16,-3-4 0 16,-3-1-1-16,1-1-3 0,-7-3 0 15,-1-1-4-15,-2 2 2 16,-3-2-1-16,0 0 2 15,0 2 3-15,-1 2-7 16,-4 3-23-16,0 3 33 16,-2 9 22-16,2 1 6 0,0 8-9 15,-1 4-7-15,1 1-7 16,1 8-7-16,-2 10 2 16,-2 9 0-16,0 10 2 15,3 11 1-15,-1 11 2 16,1 11 5-16,-1 3-1 0,1 6-56 15,0 2-71-15</inkml:trace>
  <inkml:trace contextRef="#ctx0" brushRef="#br0" timeOffset="19484.29">21236 15719 83 0,'0'0'16'0,"0"0"29"0,0 0 7 0,0 0-17 16,0 0-13-16,0 0-11 16,0 0-4-16,0 0 0 15,0 0 4-15,0 0-2 0,0 0-1 16,30 47-8-16,-27-20 0 15,-1 2 3-15,-1 0-2 16,2-1 1-16,0-2 2 16,3-5 0-16,-1-1-1 15,4-6 1-15,-4-1-1 0,4-3-1 16,1-4 3-16,2-2 0 16,1-1 0-16,3-2-2 15,2-1 0-15,2 0-1 16,4 0-2-16,1 0 2 15,1-3-5-15,1-2-18 0,0-1-24 16,0-4-32-16</inkml:trace>
  <inkml:trace contextRef="#ctx0" brushRef="#br0" timeOffset="19866.87">21636 15955 306 0,'0'0'0'16,"0"0"-8"-16,0 0 7 16,0 0 1-16,0 0 0 0,0 0 0 15,0 0 0-15,36-21 2 16,-28 13 0-16,-1-2-1 16,4 0 0-16,-4-1 0 15,2 0-1-15,-1-1 0 16,-4 1-1-16,-2 1-3 0,-2 0 2 15,0 2-3-15,-3 2-1 16,-6 2 13-16,2 3 1 16,-3-1 3-16,0 2-4 15,3 2-10-15,-3 6 2 16,2 3 3-16,0 2-1 16,5-2 0-16,-1 3 1 0,3 1-1 15,1-4 3-15,0 3-4 16,7-2 4-16,3 0-4 15,3-3-6-15,5-2-20 16,0-1-11-16,6-6-20 16,-3 0-70-16</inkml:trace>
  <inkml:trace contextRef="#ctx0" brushRef="#br0" timeOffset="20527.93">21951 15868 166 0,'0'0'24'0,"0"0"14"0,0 0 1 15,0 0-1-15,6-43-20 16,-12 40-8-16,-1-1-5 16,-5 1-2-16,2 2-2 15,-1 1 2-15,-1 0-4 16,1 2 3-16,-1 5-2 0,2 1 2 16,2 4-1-16,1-1 0 15,4-1 0-15,3 1 0 16,0 0-2-16,0-3-4 15,0 0-2-15,5-1-2 16,3-2-1-16,-1-1-4 16,3-3 0-16,0-1 6 0,-3 0 7 15,-1 0 2-15,0 0 0 16,2-5 2-16,-5-2 0 16,1 1 0-16,-2-1 0 15,2 1-1-15,-4-1 1 0,0 4 3 16,0 0 5-16,2 3-3 15,-2 0-2-15,1 0-6 16,3 0-3-16,1 0 0 16,1 4 2-16,1 3 1 15,2-2 1-15,2-1-1 16,-2 2 0-16,0-3 0 0,0-2 0 16,2 1 3-16,-3-2-3 15,0 0 0-15,1 0 0 16,-2 0 0-16,-1-2 0 15,-2-4-4-15,-1-2 1 16,0-2 0-16,-2 1 1 0,-1-2 1 16,1-1 1-16,1 2 0 15,0-1 0-15,0 3 2 16,0 1 3-16,1 1 1 16,1 3-2-16,2 3-1 15,-2 0-2-15,4 0-1 0,-1 0 0 16,2 2 1-16,-1 5 0 15,2 2 0-15,0 0 2 16,-1 3-1-16,1-1 0 16,-2-2-2-16,0 0-22 15,0-2-20-15,-1-5-24 16,-1-2-89-16</inkml:trace>
  <inkml:trace contextRef="#ctx0" brushRef="#br0" timeOffset="20927.96">22261 15818 208 0,'0'0'19'0,"0"0"6"0,0 0-10 0,0 0-4 15,0 0-4-15,0 0-3 16,0 0-2-16,38-11-1 16,-33 18 2-16,2 2-1 15,-1-1-2-15,-3 2 2 0,0 0 1 16,2-1-3-16,-3-1-10 15,0-2-11-15,0-1-3 16,-1-3 5-16,-1 1 12 16,0-3 3-16,0 0 4 0,0 0 9 15,0-4-3-15,0-3-1 16,0-3 2-16,0-1-2 16,0 0 1-16,7-2-2 15,-2 1 1-15,5 2 3 16,-1 0 0-16,4 1 0 15,2 2-2-15,2 1-3 0,-1 4-1 16,2 0 2-16,-2 2-1 16,1 0 0-16,-1 6 0 15,-3 4-2-15,0 1 2 16,-3-1-1-16,-1 3-15 16,-3-2-27-16,0-2-12 15,0-4-90-15</inkml:trace>
  <inkml:trace contextRef="#ctx0" brushRef="#br0" timeOffset="21114.41">22645 15760 225 0,'0'0'18'0,"0"0"-9"0,0 0-2 0,0 0 4 16,0 0 1-16,0 0-5 15,21 42-1-15,-18-29-3 0,-2-2-16 16,-1-3-37-16,0-5-59 16</inkml:trace>
  <inkml:trace contextRef="#ctx0" brushRef="#br0" timeOffset="21257.36">22642 15659 320 0,'0'0'-13'0,"-1"-37"27"16,1 22-1-16,1 5-12 0,8 1-20 16,-3 4-69-16,-1 2-84 15</inkml:trace>
  <inkml:trace contextRef="#ctx0" brushRef="#br0" timeOffset="22040.54">22776 15789 286 0,'0'0'22'0,"0"0"-5"16,0 0-12-16,0 0-4 16,0 0-2-16,0 0-10 15,0 0 8-15,0 0-1 16,17-42 1-16,-12 35-4 15,2 0 3-15,1 0 3 0,3 4 2 16,1 0 3-16,1 3-2 16,5 0-2-16,-4 0 1 15,2 3 0-15,-3 6 0 16,-1 1 0-16,-3 0 0 16,-3 0-3-16,-2-2-2 15,-2 1-7-15,-2-2-7 0,0 0 8 16,0-3 4-16,0-3-2 15,-4-1 2-15,1 0 7 16,1 0 3-16,0-5-2 16,0-5 6-16,2-3 4 15,0-1 1-15,1 1-2 16,7-2-15-16,2 2 6 0,2 2-5 16,-2 2 6-16,3 3-2 15,1 3 2-15,-2 3-3 16,4 0 2-16,-3 0 3 0,2 3-3 15,-1 7 1-15,2-4 1 16,-1 0-1-16,-3-1 0 16,0-1-1-16,0-1 0 15,1-3 1-15,-1 0 1 16,0 0-2-16,-2 0-1 16,-5-1 0-16,-1-5 0 15,-4-1 1-15,0 2-2 0,-1-3-3 16,-7 1-1-16,-1 1 9 15,-4 2-3-15,0 4 0 16,1 0 0-16,-1 0-3 16,1 7 2-16,2 3-2 0,2 3 1 15,3 1 1-15,4 0-1 16,1 4 4-16,2 0-2 16,9 2 1-16,3-2 2 15,-1 1-1-15,3 0-8 16,-5-3-12-16,-2-1 0 0,-3-1 4 15,-5-6 12-15,-1 1 0 16,-3-4-1-16,-10 1 7 16,-3-5 4-16,-2-1-5 15,-1 0-4-15,1 0-6 16,2-1-20-16,7-12-28 16,5-2-59-16</inkml:trace>
  <inkml:trace contextRef="#ctx0" brushRef="#br0" timeOffset="22472.14">23559 15607 27 0,'0'0'164'0,"0"0"-143"0,0 0 20 0,0 0-19 16,0 0-7-16,0 0-11 16,38-16-3-16,-25 16-2 15,0 0 2-15,3 9-2 16,1 1 2-16,1 0 1 0,-1 2-2 16,-2-2 2-16,-2 2 0 15,0-1-2-15,-7-4 0 16,-1 0-6-16,-3-3-1 15,-2-3-11-15,0 1 10 0,-8-2 34 16,0 0-22-16,-2-2 8 16,1-4 14-16,1-3 7 15,0-1-10-15,5 0-3 16,0-5-12-16,3 3 8 16,0-3-19-16,11 2-5 15,4 0-25-15,5 2 0 16,3 2-15-16,0 4-10 15,2 0-24-15,0 3-70 0</inkml:trace>
  <inkml:trace contextRef="#ctx0" brushRef="#br0" timeOffset="23278.09">23989 15566 186 0,'0'0'42'15,"0"0"-9"-15,0 0-20 16,0 0-11-16,-44 9 3 15,26-3 3-15,2-1 4 0,0 2-3 16,5 1-3-16,-1-1-3 16,4 1 0-16,4 1 0 15,1-2-4-15,3-1-7 16,0 0-15-16,0-1 5 16,3-2-2-16,4-1 8 0,3-2 6 15,3 0 4-15,-1 0 3 16,2 0 1-16,0-2 1 15,1 1-2-15,-3 1 1 16,0 0-1-16,1 0 1 16,-2 0 0-16,-3 1 0 15,1 4 0-15,-4-1 0 0,0-3 0 16,-2 2 0-16,0-3 0 16,0 0 1-16,-1 0 1 15,3-7 2-15,-4-3-2 16,0-6-2-16,1 0 3 15,0-2 5-15,1-3 3 0,2 0-4 16,0-4-4-16,2-2-3 16,0-2-3-16,1 0-2 15,-1 5 0-15,0 3-5 16,-4 4 10-16,1 7 5 16,-3 4 2-16,-1 3-3 0,0 3-3 15,0 0-3-15,0 3-6 16,-5 11 2-16,-4 5 1 15,1 5 7-15,-1 2 0 16,-1 3-3-16,4 0-2 16,4-2 2-16,2-2-1 0,0-3-1 15,2-1 0-15,8-3-4 16,4-6 3-16,1 3 2 16,3-7-2-16,3-3 3 15,-1-2 0-15,5-3 1 16,-1 0-2-16,-1 0 1 0,-4-6-1 15,-1-2 1-15,-5-5-1 16,-3 2 3-16,-7-2-3 16,-2 0 0-16,-1 1 1 15,0 4-2-15,-9 0 1 16,0 5 0-16,-3 2 1 0,0 1 7 16,3 0-7-16,2 4 1 15,1 4 1-15,4 1-2 16,2 0-1-16,0 0-1 15,2 1 2-15,7-3 4 16,1-1-3-16,4-3-6 16,-1 1-10-16,1-4-8 0,-3 0-3 15,2 0-12-15,-2-2-24 16,-3-7-65-16</inkml:trace>
  <inkml:trace contextRef="#ctx0" brushRef="#br0" timeOffset="23456.51">24168 15458 198 0,'0'0'27'0,"0"0"45"0,0 0-45 0,0 0-13 0,0 0-5 16,41-36-5-16,-14 29-2 15,7 0 0-15,2-2-2 16,5 0-28-16,-2-6-80 15</inkml:trace>
  <inkml:trace contextRef="#ctx0" brushRef="#br0" timeOffset="28183.23">24231 14026 77 0,'0'0'56'0,"0"0"-42"0,0 0-10 0,0 0-2 15,0 0 2-15,0 0 0 16,0 0 0-16,0 0-1 0,0 0 1 15,0-37-3-15,0 34 0 16,0 1-1-16,0 0 1 16,0-1-1-16,0 1 0 15,1 1 1-15,0 0-2 16,1-1 1-16,1 1 0 0,1 0 0 16,0-1 1-16,1-1 1 15,0 2 6-15,1-1 4 16,2-2-1-16,0 3-4 15,4-1-2-15,2 2 0 16,3 0-4-16,1 0-1 0,2 0 0 16,1 3 0-16,-3 4 1 15,2-1-1-15,-2 1 0 16,-2 0 0-16,0 2 0 16,-3-2-1-16,-3 1 1 15,0 1-1-15,-3 1 0 0,1 0 2 16,-4-1-1-16,0 0 0 15,2 2 0-15,-4-2 1 16,-1 3-1-16,0 0 0 16,0 2 1-16,-1 1-2 15,0 3 2-15,0 3 0 16,0 1-2-16,-5 2 2 0,-6 1-1 16,1 1 0-16,0 1 0 15,0 0 2-15,0-3-2 16,3 0 0-16,1-1 0 15,2 1 1-15,2-3-1 0,2 1 2 16,0-1-2-16,2-2 0 16,4 2 1-16,2-4-1 15,0 0 1-15,2-2 0 16,2-2-1-16,0 0 1 16,2-3-1-16,-1 0 0 0,1-3 1 15,-1-1-2-15,0-1 2 16,-1-1 0-16,-3-1 0 15,-1 0-1-15,-2 2 0 16,-3-4 0-16,-3 5-2 16,0-2-2-16,0 2 0 15,-6 0 1-15,-5 1 2 0,-2 2 1 16,-1 1-1-16,1 3 2 16,-1-1-1-16,5 3 0 15,-1 1 1-15,1 1-1 16,4 3 0-16,2-2 1 15,-1 4-1-15,3 0 2 0,1 2-2 16,0 3 1-16,0 3-1 16,5 1 2-16,0 3-1 15,4 2 0-15,-3 0 0 16,3 3 0-16,-2 4-1 16,3 2 0-16,1 4 1 0,2 3-1 15,4 6 1-15,0-1-1 16,2 1-1-16,-2-2 0 15,-1-2-2-15,2-3 2 16,-5-4 1-16,-3-2 0 16,-3-2 0-16,-3-2 0 0,-4-1 0 15,0-3 0-15,-12 1 0 16,-5-2 0-16,-10 1 0 16,-10-1-5-16,-11 0-38 15,-5-6-33-15</inkml:trace>
  <inkml:trace contextRef="#ctx0" brushRef="#br0" timeOffset="38264.25">22553 15100 22 0,'0'0'26'0,"0"0"-2"0,0 0-6 0,0 0-9 0,0 0-7 16,4 0-2-16,-1 0 0 15,3 0 0-15,-2 0-2 0,2 0-2 16,-3 0 3-16,1 0 1 15,-2 0 0-15,3 0 0 16,-2 0 0-16,1 0 0 16,2 0 0-16,-3 0 0 0,3 0 0 15,2 0 0-15,2 0 1 16,-1 0-1-16,4 0 2 16,-1 0 3-16,4-2 1 15,3-2 2-15,-1 1-2 16,2 0-1-16,3-1 0 0,1 0 0 15,-1-2 0-15,4 0 1 16,-3 0 1-16,4 1 1 16,0-2-3-16,1 1-1 15,2 1-2-15,-1 0 0 16,0 2-1-16,-2-2 4 0,1 1-3 16,-3 1-1-16,-1 0-1 15,-6 0 0-15,-2 2 1 16,-4-1-1-16,-1 2 0 15,-4-1 0-15,-4 1 0 16,-3 0 0-16,-1 0-4 16,0 0-1-16,-4 0-23 0,-8 0-19 15,-1 0-14-15</inkml:trace>
  <inkml:trace contextRef="#ctx0" brushRef="#br0" timeOffset="38641.53">22699 15120 24 0,'0'0'35'0,"0"0"-25"0,0 0 7 0,0 0-9 0,0 0 1 16,0 0-1-16,0 0-3 0,0 0-2 16,0 0-3-16,0 0 1 15,0 0 2-15,-17-2-1 16,28 0-1-16,2-1 0 16,5-2 0-16,3 1 3 15,2-2 0-15,4-1 4 0,3 0 0 16,3 0-1-16,5-2 1 15,3 1-2-15,1-1-1 16,1 2-4-16,-2 0 0 16,0 3-1-16,0 2 0 15,-4 0-15-15,-5 0-64 0</inkml:trace>
  <inkml:trace contextRef="#ctx0" brushRef="#br0" timeOffset="39823.33">21658 16226 86 0,'0'0'1'0,"0"0"0"0,0 0-1 0,0 0 1 0,0 0-1 15,0 0 0-15,0 0 1 16,0 0 6-16,0 0 7 16,0 0 0-16,0 0-11 15,0 0-3-15,-30 0 0 16,35 0-8-16,0-1-10 0,0-1-1 16,1 1-7-16,0 1 2 15,0-2 18-15,2 1 8 16,-1-1 2-16,2-2 7 15,4 3 2-15,0-1-4 16,2 0-3-16,2-1-3 16,5 0 1-16,-1 0 1 0,3 0 2 15,3-1 6-15,2 0 3 16,2-1-4-16,3 1 0 16,1-2-6-16,3 1-4 15,0-2-1-15,2 1 0 0,-4 0-1 16,5-1 0-16,-4 1 0 15,2-1 0-15,-2 0 1 16,-1 2 1-16,1-1 6 16,-1 0 7-16,1 2-7 15,1-2-6-15,3-1 0 16,1 0-2-16,2 2 1 0,3-3-1 16,-1 1 2-16,2-2-2 15,0 1 0-15,0 1 1 16,-1 0-1-16,-1-1 0 15,2 2 2-15,-3 0-4 16,-2 0 4-16,-1 2-2 0,-5-2 2 16,-1 1 3-16,-3-1 4 15,-2 2 1-15,1-3 1 16,1 0-5-16,2 1-3 16,0-1-3-16,-1 1 3 0,-1-1-3 15,-3 1 0-15,0-1 0 16,-3 3 1-16,-4-3-1 15,0 1 1-15,1 2 1 16,-1 0 0-16,-2 1 0 16,2 0-2-16,1 3 1 15,-8-1-1-15,1 1 1 0,-2 0-1 16,-6 0 0-16,-5 0-2 16,-2 3-9-16,-2 2-16 15,-11 4-8-15,-13-1-5 16,-6 4-28-16</inkml:trace>
  <inkml:trace contextRef="#ctx0" brushRef="#br0" timeOffset="40941.8">21691 16222 33 0,'0'0'2'0,"0"0"1"0,0 0 16 0,0 0 3 16,0 0-1-16,0 0-1 15,-35-10 2-15,34 8 2 16,1 2-7-16,0-1-9 15,0 1-8-15,0 0-5 16,0 0 5-16,0 0 0 0,0-1 1 16,3-1-1-16,3 2 0 15,0 0 0-15,0 0 0 16,2-1 1-16,2-2 0 16,1 2-1-16,2-2 1 15,5-2-1-15,-1 2 0 16,5-1 1-16,2-1 0 0,5 0-1 15,0 1 1-15,4-2-1 16,0 2 0-16,3 1 0 16,-2-1 0-16,-1 1 2 15,2-1-2-15,1 0 0 16,1 0 0-16,0-2 0 0,4 1 0 16,3-2 0-16,-2 2-2 15,4-1 2-15,-3-1 0 16,1 0 0-16,0 1 0 15,-1-1 0-15,0 1 0 16,1 0 0-16,-4-1 0 0,3 1 0 16,-5 1 0-16,2-2 0 15,0 1 0-15,0-1 2 16,1 0-4-16,2 0 4 16,1 3-4-16,2-3 4 15,-3 2-2-15,0 0 0 0,0 0 0 16,-2 0 0-16,-2 0 0 15,0 1 0-15,0 1 1 16,-3-1-2-16,2 3 1 16,-1-2 0-16,-2 0 1 15,-1-1-1-15,-1 1 0 16,-3 0-1-16,-2-1 2 0,-2 2-1 16,-5-2 0-16,0 1 0 15,-1-1 2-15,-3 1 2 16,0 0 0-16,-1-1 1 15,2 1-4-15,-3 0-1 0,1-1 0 16,-2 3 1-16,2-2-1 16,-3 0 1-16,0 0 2 15,-1 1 6-15,-1 0-1 16,0-1-3-16,-3 3-2 16,1-1-1-16,3-1-2 15,-5 2 0-15,2 0 0 0,2 0 1 16,-2 0-1-16,-1 0 0 15,-1 0 0-15,0 0 0 16,-3 0 2-16,0 0-4 16,-1 0 4-16,0 0-2 15,-1 0 0-15,-1 0-2 0,0 0 1 16,-1 0-9-16,1 0-13 16,-1 0-10-16,0 0-3 15,0 0-6-15,-7 0-58 16</inkml:trace>
  <inkml:trace contextRef="#ctx0" brushRef="#br0" timeOffset="64592.31">12899 15002 190 0,'0'-7'-7'0,"0"-2"22"0,0 3-7 0,0-1-4 16,0 3-2-16,0 1 0 0,0 2 2 16,0 1 4-16,0-2 1 15,0 2-4-15,0 0-5 16,0 8-2-16,0 7-1 16,2 6 4-16,2 6 0 15,-1 5 0-15,3 6 0 16,1 2-1-16,-3 3 1 0,1 0 0 15,-3 0-1-15,0-3 0 16,-2-3 0-16,1-6 1 16,-1-5-1-16,0-7 1 15,1-4-1-15,-1-4 0 16,0-4 1-16,0-1-1 0,0-5 3 16,1 1-1-16,-1-2 0 15,1 0 1-15,0 0 11 16,3-2-6-16,-2-5-6 15,4 0-1-15,0 0 1 16,1 0-1-16,3 1-1 0,2 1 1 16,1 2-1-16,-1 1 0 15,0-1 0-15,0 3 0 16,1 0 0-16,-2 0 0 16,1 0 0-16,-1 0 0 15,-2 0 0-15,1 0 0 0,-2 3 0 16,-1-1-25-16,-4-1-41 15,-2-1-23-15</inkml:trace>
  <inkml:trace contextRef="#ctx0" brushRef="#br0" timeOffset="64833.85">12997 15325 229 0,'0'0'-11'0,"0"0"11"0,0 0 0 0,0 0 3 15,37-38 4-15,-24 31-1 16,0 0-3-16,1 0-2 16,-1 3 0-16,-1 1 0 0,0 1-1 15,1-1 0-15,-3 3-2 16,-1-4-33-16,-1-1-51 15</inkml:trace>
  <inkml:trace contextRef="#ctx0" brushRef="#br0" timeOffset="65046.68">12970 15071 6 0,'0'0'207'16,"0"0"-206"-16,0 0-4 16,16-40 6-16,-1 28-4 15,6 1 1-15,2 1-7 16,0 1-11-16,2 3 3 16,-1-1-19-16,0 0-23 0</inkml:trace>
  <inkml:trace contextRef="#ctx0" brushRef="#br0" timeOffset="65566.85">13372 15129 138 0,'0'0'9'15,"0"0"39"-15,0 0-21 16,0 0-10-16,0 0-3 0,0 0-10 16,0 0-5-16,0 0-2 15,-13-17-11-15,2 23-8 16,-2 4 14-16,0 0 7 15,-1 1 1-15,3 1 1 16,2 1-1-16,-1-1 0 0,4 2 1 16,2-2-1-16,4 1 0 15,0-2 2-15,0-2-1 16,2 0 0-16,6-1 0 16,-2-1-1-16,3 0 1 15,-1-1 2-15,-1-1 2 16,2 3-2-16,-2-1-1 0,1 2-2 15,1 0 2-15,-2-1-2 16,-4 2 1-16,1 0-1 16,-2 2 0-16,-2-2 0 15,0 2 2-15,-8 1-2 16,-5 1 0-16,-1 2 0 0,-3 0-2 16,4-2-11-16,0-3-11 15,6-5-20-15,5-6-10 16</inkml:trace>
  <inkml:trace contextRef="#ctx0" brushRef="#br0" timeOffset="65908.17">13533 15209 206 0,'0'0'3'0,"0"0"-1"0,0 0-1 0,0 0-2 0,0 0-2 15,0 0-9-15,0 0 5 16,0 0 5-16,0 0 4 16,-35-14 7-16,27 19 3 15,2 1-5-15,0 3-5 0,0 2 1 16,2 1-2-16,-3 2 0 16,3 3 0-16,0-2 1 15,0 2-1-15,1 1 2 16,1-3 1-16,2 2 1 15,0-2 0-15,0 0 0 0,0-2-2 16,5 0-2-16,3-2 1 16,3 0-1-16,1-2-1 15,1 1-1-15,3-2-15 16,1-5-46-16,0-3-40 0</inkml:trace>
  <inkml:trace contextRef="#ctx0" brushRef="#br0" timeOffset="66292.53">13748 15334 89 0,'0'0'146'0,"0"0"-130"15,0 0 3-15,0 0-8 16,0 0-9-16,-16-40-3 16,6 40-3-16,-1 0-2 15,3 0 4-15,-3 0 3 16,0 7-1-16,4 1-1 0,-1 1 1 15,5 0 0-15,1 1 0 16,2-2 0-16,0-2 0 16,0 1 0-16,2-3 0 15,2-1-2-15,5 0 1 16,-3-3 1-16,4 0 0 0,-3 0 1 16,0 0 0-16,1 0 2 15,2 0-1-15,1 0-2 16,0 0 1-16,3 0-2 15,-2 0 2-15,0 0-1 16,-3 0 0-16,-1 0 0 0,2 0 0 16,-4 0-1-16,1 0 1 15,0 0-4-15,2-6-2 16,-1-5-22-16,0-4-33 16,0-3-17-16</inkml:trace>
  <inkml:trace contextRef="#ctx0" brushRef="#br0" timeOffset="66620.38">13925 14819 110 0,'0'0'4'0,"0"0"17"0,0 0 5 0,0 0-8 16,-30-37-2-16,28 35-2 15,2 2-6-15,0 0-8 0,0 3-2 16,0 8 1-16,0 4 2 16,4 3-1-16,1 9 0 15,2 0 1-15,-2 5-1 16,1 3 1-16,-1 3-1 16,-1 1 1-16,1-1 2 15,-3-1-1-15,0-1-1 0,-2-3 0 16,1-1 0-16,0 0-1 15,0 1 1-15,1-2-1 16,-1-2-2-16,2-4-37 16,-3-4-28-16</inkml:trace>
  <inkml:trace contextRef="#ctx0" brushRef="#br0" timeOffset="67045.83">14160 15262 157 0,'0'0'8'16,"0"0"-6"-16,0 0-1 15,0 0 1-15,0 0-4 16,0 0-6-16,0 0 3 16,0 0 4-16,0 0 6 0,-25-30 2 15,16 37-1-15,-3 4-4 16,3 1-1-16,0 2 0 15,3-1-1-15,1 2 1 16,1-3 0-16,4-1 0 16,0-4 0-16,0 0 1 0,7-1-5 15,1-5-6-15,4-1-11 16,2 0 3-16,-1-1 10 16,1-6 6-16,-1 1 4 15,-3 0 8-15,2 2 10 16,-7 1 7-16,1 2-7 15,-1 1-11-15,0 0-6 0,3 0-5 16,-5 0 1-16,3 4-4 16,-4 0 0-16,0 1-2 15,0-2-1-15,-2-1 6 16,1-2-3-16,1 0-17 0,1 0-3 16,2-5 0-16</inkml:trace>
  <inkml:trace contextRef="#ctx0" brushRef="#br0" timeOffset="67396.21">14439 14898 107 0,'0'0'-4'0,"0"0"17"0,0 0 5 15,0 0-7-15,0 0-4 16,-19-37-1-16,19 34 8 16,0 2-1-16,0 1-3 15,0 0-7-15,0 0-3 16,0 7-2-16,2 4 1 0,3 9 4 16,0 3-2-16,-3 3 3 15,2 3 3-15,1 2-2 16,-3 1-2-16,1-4 0 15,-2 2-2-15,0-3 0 16,-1-1 0-16,0-1-1 0,0-1 1 16,-3 0-2-16,-5-1-4 15,1 0-32-15,-5-5-22 16</inkml:trace>
  <inkml:trace contextRef="#ctx0" brushRef="#br0" timeOffset="67865.14">14307 15243 200 0,'0'0'71'15,"0"0"-71"-15,0 0-2 0,22-42 5 16,-4 32 0-16,1-2-2 16,0 4-2-16,1-1-2 15,1 5 3-15,0 1 0 16,-2 0 0-16,0 2 2 15,0 1-4-15,-1 0 2 16,-3 0 0-16,-1 0-1 0,-5 0 0 16,-1 4 0-16,-3 3-3 15,-1 0-4-15,-1 2 5 16,-1 0 3-16,-2 2 0 16,0 0 1-16,0 0 0 0,0 2 0 15,2-3-1-15,0 1 1 16,1-2-1-16,5 0 1 15,-2-4 1-15,5-1-2 16,-1-4 0-16,1 0 1 16,3 0 1-16,-5-2-2 0,2-7 2 15,-2-1 1-15,-4 0 5 16,-1-3 1-16,-3 1 2 16,-1-4 2-16,0 2-3 15,-4 1-6-15,-4 0-4 16,-2 1-1-16,0 4 2 15,-2 4-4-15,0 3-10 0,2 1-18 16,-1 0-15-16,1 7-41 16</inkml:trace>
  <inkml:trace contextRef="#ctx0" brushRef="#br0" timeOffset="68207.99">14714 15170 137 0,'0'0'55'0,"0"0"-54"0,0 0 1 16,43 0 1-16,-32 0-3 0,0 0-2 15,-1 1-1-15,0 7 5 16,-2 2-1-16,1 2 1 16,-1 2-1-16,1 0-1 15,-1 2 0-15,-2-1 0 16,-2 2-1-16,-1-5-13 0,0-1-15 15,-1-3 24-15,-2-2 7 16,0-4 0-16,0-2 33 16,0 0 24-16,-2-3-30 15,-3-6-5-15,1-5-9 16,1-2-4-16,1-2-1 0,2-2-2 16,0-3-5-16,2-2-7 15,10-1-3-15,5-3-25 16,2-4-35-16,2-4-115 15</inkml:trace>
  <inkml:trace contextRef="#ctx0" brushRef="#br0" timeOffset="70150.12">15772 14346 107 0,'0'-9'22'0,"0"3"-15"0,0-1 9 0,0 2-2 15,0 0-8-15,0 4 4 16,0 1-6-16,0 0-4 16,0 7-4-16,0 10 1 0,-1 14 3 15,-4 9 6-15,-3 15-3 16,1 15 0-16,-5 15-1 16,1 12 3-16,-4 12-5 15,-1 9 1-15,-8 3 2 16,0 2-3-16,-2-8 1 0,2-5 0 15,1-14 0-15,5-10 0 16,5-11 1-16,5-13-1 16,2-6 0-16,2-8-10 15,3-7-13-15,1-9-12 16,0-10-12-16</inkml:trace>
  <inkml:trace contextRef="#ctx0" brushRef="#br0" timeOffset="70549.48">16006 14302 58 0,'0'0'5'0,"0"0"-2"0,0 0 12 0,0 0-1 0,8 66 14 15,-8-20-11-15,-4 11-6 16,-2 12-4-16,-1 14-3 15,-2 9 0-15,0 11 1 16,-4 6 1-16,-1 7 1 0,-1 0-3 16,1-1-2-16,1-5 0 15,1-11-1-15,5-10-1 16,3-12 0-16,0-14-13 16,4-14-33-16,0-13-36 15</inkml:trace>
  <inkml:trace contextRef="#ctx0" brushRef="#br0" timeOffset="71091.11">16573 14915 168 0,'0'0'5'0,"0"0"-3"15,0 0 0-15,0 0-1 16,0 0 7-16,0 0 8 16,0 0 3-16,0 0-5 0,0 0-7 15,2-17-4-15,-2 16-1 16,0-1-1-16,-4 1-2 15,1-1-3-15,1 2-11 16,-6 0 2-16,1 0 14 16,-1 0-1-16,2 3 2 0,-3 7 1 15,3 3-1-15,-2 3-2 16,4-2 0-16,2 4 0 16,0-1 1-16,2-2-1 15,0 0 0-15,7-2 1 16,4-2 0-16,0 2 0 0,-1-2 1 15,3 2 0-15,-2 0-1 16,-1 1-1-16,0-1 2 16,-6 0-1-16,-2-2 0 15,-1 0 0-15,-1-3-3 16,0 0 4-16,-3-1 0 16,-7 2 4-16,-2-1-3 0,-4 2-1 15,0-1-2-15,-1-2-1 16,1 0-30-16,3-6-30 15,3-1-13-15</inkml:trace>
  <inkml:trace contextRef="#ctx0" brushRef="#br0" timeOffset="71381.28">16756 14800 126 0,'0'0'88'0,"0"0"-60"0,0 0-3 0,0 0-24 0,0 0-5 16,0 0 2-16,3 47 4 16,-1-16 0-16,0 6-1 15,-1 3 0-15,1 2 0 16,0-2 0-16,-2-1-1 15,0-4 1-15,0-4-1 16,0-2-6-16,-4-4-21 0,-1-5-11 16,0-3-28-16,-3-7-51 15</inkml:trace>
  <inkml:trace contextRef="#ctx0" brushRef="#br0" timeOffset="71560.17">16649 15098 331 0,'0'0'-1'0,"0"0"6"15,0 0-6-15,0 0-1 0,0 0 4 16,0 0-1-16,47-24-19 16,-27 23-11-16,1-2-22 15,0 1-53-15</inkml:trace>
  <inkml:trace contextRef="#ctx0" brushRef="#br0" timeOffset="72235.57">16975 15016 234 0,'0'0'3'0,"0"0"10"15,0 0-6-15,0 0-8 16,0 0-2-16,-44-4-3 15,27 15 2-15,2 3 4 16,-1 3 0-16,2 0 1 16,4 2-1-16,3-1 1 0,1 2 1 15,4-4-2-15,2-1 1 16,0-3 0-16,0-2 1 16,6-3-3-16,-1-2 1 15,6-3-2-15,-4-2 1 16,3 0 2-16,2 0 2 0,-4-4 0 15,2-5 7-15,2-4 3 16,-2-2-10-16,-2-1-2 16,3-1 0-16,-1 1-1 15,-5 0 0-15,3 4 1 16,-3-1-1-16,-2 5 0 16,1 0 0-16,-4 4 1 0,2 3 0 15,-2 1 3-15,0 0-2 16,0 0-4-16,0 4 1 15,2 6 2-15,-2 1-1 16,0 2 3-16,1 2-2 16,1-1 0-16,0-1-1 0,2-2 1 15,0-1 1-15,1-2-1 16,4-1-1-16,-3-2 1 16,2-3-1-16,3 0 0 15,-1-2-2-15,2 0 0 16,1-3-1-16,-2-7 0 0,1 0 4 15,-1-4-3-15,-1-2 4 16,-2 1-1-16,1-1-1 16,-3 3 0-16,-1 4 0 15,-1 3 1-15,-4 2 0 16,0 4 1-16,2 0-3 0,-2 2-1 16,0 6 1-16,1 1 2 15,1 4 1-15,0 0-1 16,3-2 1-16,-1-1-2 15,0-1-6-15,1-3-31 16,-1-3-46-16,1-3-53 0</inkml:trace>
  <inkml:trace contextRef="#ctx0" brushRef="#br0" timeOffset="72378.14">17216 14860 294 0,'0'0'-8'0,"0"0"25"0,0 0-14 0,0 0-5 0,0 0-21 16,0 0-72-16,0 0-25 15</inkml:trace>
  <inkml:trace contextRef="#ctx0" brushRef="#br0" timeOffset="72805.25">17237 15136 154 0,'0'0'9'16,"0"0"-5"-16,0 0 11 15,0 0-4-15,0 0 2 16,31-39 0-16,-30 25 0 16,-1-3 5-16,1 1-6 0,-1-1-7 15,0 0-1-15,0 5-3 16,0-1 1-16,0 5-4 15,0 1 2-15,0 3-2 16,0 1 0-16,0 3 2 16,0 0 4-16,0 0-7 0,5 0 3 15,3 0-1-15,4 0 0 16,1 0 0-16,3 2 1 16,-2-1 1-16,3 2 0 15,-2 2-1-15,0 1 1 16,-3 0-1-16,0 2 2 0,-1 4-1 15,-5 1-4-15,-1 1 8 16,-2 1-5-16,-1-1 0 16,-1-1 2-16,0-1 0 15,3-1 0-15,1-4-1 16,4 0 0-16,0 0 1 16,7-5-9-16,3-2-31 0,1-2-67 15</inkml:trace>
  <inkml:trace contextRef="#ctx0" brushRef="#br0" timeOffset="73067.89">17816 14909 219 0,'0'0'21'0,"0"0"-7"0,0 0 8 0,0 0-16 0,0 0-2 15,0 0-5-15,0 0 7 16,-41-34-12-16,26 40 5 0,-3 7 5 15,1 4-3-15,0 1 0 16,4 5-1-16,-1 0 0 16,4 2 1-16,5-3 0 15,1 1-1-15,3-4 2 16,1 0-1-16,0-2-1 0,5-6-4 16,4 2-11-16,2-6-16 15,3-2-21-15,1-5-27 16</inkml:trace>
  <inkml:trace contextRef="#ctx0" brushRef="#br0" timeOffset="74227.63">17912 15043 89 0,'0'0'119'16,"0"0"-76"-16,0 0-14 15,0 0-16-15,0 0-5 0,-21-41-6 16,13 39 4-16,-4 0-2 15,1 2-1-15,-1 0-3 16,-1 4 1-16,1 6-1 16,3 3 0-16,-1 1 1 15,0 1-2-15,7-1 1 16,-1 1 0-16,4-4-2 0,0-1-6 16,0-3-2-16,2-2-7 15,5-1-5-15,2-3 9 16,2-1 6-16,-2 0 3 15,0-5 4-15,-1 0 3 0,-2 2 2 16,-2-1-2-16,0 1 1 16,-4 3 4-16,0 0-1 15,2 0-9-15,0 6 4 16,-1 0-1-16,3 2 2 16,2-1-2-16,-2-1 0 15,2-2 0-15,0-2-1 0,1-2 0 16,0 0 0-16,4 0 0 15,-4-6 3-15,2-3 6 16,2-5-2-16,-2 0-3 16,3-6 1-16,0 0 1 0,-1-4-3 15,0-1-1-15,-1 0-1 16,-1 4 0-16,-3 2 0 16,-2 2-1-16,-1 6 4 15,0 4 0-15,-1 3 1 16,0 2-1-16,2 2-4 15,0 0 0-15,3 0-5 0,0 3 5 16,5 4 1-16,1 2 3 16,0 2-4-16,0 2 1 15,0 1-2-15,1 2-2 16,-6-2 6-16,-1 1-9 16,-1-3 3-16,-2 1-5 0,-4-5 4 15,0 1 0-15,0-3 1 16,-10-1-1-16,1-1 4 15,-2-2-1-15,0-2 2 16,1 0-1-16,1 0-1 16,4-6 1-16,-1-5 0 0,5-2-11 15,1-4-1-15,1 3-7 16,8 0 15-16,2-1 1 16,1 5 4-16,2 1-1 15,-3 3 2-15,3 1 4 16,-3 3-1-16,3 0-2 0,3 1-2 15,-1 0 0-15,-1 0-1 16,2 1 1-16,-1-4-1 16,0 1 0-16,-3-1 0 15,0-2 1-15,-2 1-1 16,-1-2 0-16,0 0 1 0,-6-1 0 16,-1 0 4-16,-3-1-1 15,0 2-1-15,0 3-3 16,-2-2-4-16,-6 3 4 15,-1 2-5-15,0 1-2 16,0 0 6-16,0 0 0 0,-1 0 2 16,-1 7 0-16,0 3-1 15,1 3-1-15,-1 4 1 16,-3 0-1-16,4 2 0 16,3 0 1-16,0 0 1 15,4-2-1-15,3-2 0 0,0-2 0 16,1-1 0-16,8-2-1 15,-1-4 2-15,2 0 1 16,3-1-1-16,-2-3 5 16,2-1 4-16,1-1 1 15,-1 0 3-15,1-1 0 16,1-6-3-16,2 0-3 0,0-3 0 16,3 3-4-16,-5-3-3 15,1 3-1-15,-2 1 0 16,1 3-1-16,-4-3 0 15,1 4-12-15,-5-3-23 16,-1 0-56-16</inkml:trace>
  <inkml:trace contextRef="#ctx0" brushRef="#br0" timeOffset="77409.34">13030 15746 72 0,'-4'1'2'0,"-1"-1"1"0,2 0 3 0,0 2-2 15,1-2-4-15,-2 1 1 16,0-1 0-16,3 2 0 0,1-2 4 16,-1 0 3-16,1 2-1 15,0-2-4-15,0 0-3 16,0 0-1-16,0 1 0 15,0 0-2-15,0 0-5 16,0 1 0-16,0-2 6 16,0 1 1-16,0 0 2 0,0-1-1 15,0 0 1-15,1 0 4 16,1 0 0-16,1 0-2 16,3 0 0-16,-2 0-2 15,3 0-1-15,-2 0 1 16,4 1-1-16,-3-1 0 0,3 0 0 15,-2 0 6-15,5 0 2 16,0 0-1-16,3 0 0 16,1 0-3-16,3-1-3 15,1-1 1-15,4-2-1 16,1 1 0-16,-1-2-1 0,6 1 1 16,1-1 0-16,-1 0 1 15,5 2-1-15,-2-1 0 16,0 0-1-16,-1 0 0 15,-3 1 0-15,0 0 0 16,0 0 0-16,-2 0 0 0,3 1 1 16,1-2-2-16,2 3 2 15,2-3-1-15,1 0 0 16,2-1 0-16,-2 1 0 16,5-2 0-16,-2-1-2 15,0 0 3-15,3 0 5 0,-1 1-4 16,3-2 1-16,0-1 0 15,1 2-2-15,0-2 0 16,0 1 1-16,4 1-1 16,-3-1-1-16,6-1 1 15,-2 2-1-15,2 0 1 16,-1 0 2-16,0 1 5 0,-3-1 1 16,0 0 0-16,-1 0-3 15,-2-2-2-15,-1 2-3 16,-1 0 1-16,-7 0-1 15,-1 0 0-15,-5 0-1 0,-2-1 1 16,-3 3-1-16,-3-1 1 16,-1 2-1-16,-2 1 0 15,-3 2 0-15,-2-1-8 16,-7 2-56-16,-5-1-44 16</inkml:trace>
  <inkml:trace contextRef="#ctx0" brushRef="#br0" timeOffset="78576.77">13082 15766 23 0,'-2'0'23'0,"2"0"-5"0,0-3 2 0,0 1-4 15,0 0-6-15,0 0 1 16,0 0-5-16,0 1-4 16,0-1 1-16,-2 0 2 0,1 2 5 15,1-1 1-15,-1-1-4 16,0 0-4-16,0 1-1 16,1 0-1-16,0 1-2 15,0 0-10-15,0 0-9 16,0 0 10-16,4 0-2 0,2 0 5 15,-1 0 7-15,3 0 0 16,0 0 1-16,0 0 0 16,1 0 4-16,1 0 0 15,1-3-1-15,1 0-3 16,2 2 0-16,-1-1-1 0,2 1 0 16,2 1 1-16,3-3-1 15,1 1 0-15,2-3 0 16,4 1 0-16,2-2 1 15,1-1-1-15,1 1 2 16,2-3-1-16,-4 2-1 0,1 0 1 16,0 2-1-16,-2-2 0 15,3-1 0-15,-2 3 0 16,-2 0 0-16,2-1 0 16,2 2 0-16,-3-1 0 15,1 2 0-15,4-1 0 0,-4 1 0 16,4-1 0-16,1 1 0 15,-1-1 1-15,3 0-2 16,-2 1 1-16,3-2 0 16,2 0 1-16,-3 0 0 15,3 0 0-15,-3 2 0 16,0-1-1-16,-1 0 1 0,0-3-1 16,-2 2 0-16,-1 0 0 15,3-1 1-15,-2-1-1 16,3 0 0-16,-2 0 0 15,3 0 2-15,2-2 0 0,-5 3-4 16,3-2 4-16,-5-2-2 16,-1 4 0-16,0-1 1 15,-6 3-1-15,-1-2-1 16,-2 3 2-16,-5 2 0 16,-4-2-2-16,0 3 1 15,-4 0 0-15,-3 0 0 0,-3-3-16 16,-3-2-110-16</inkml:trace>
  <inkml:trace contextRef="#ctx0" brushRef="#br0" timeOffset="81730.39">13829 15720 78 0,'3'-4'7'0,"-1"-3"12"0,1 4-2 16,0-1-8-16,-1 2 1 15,-1 0 0-15,0 0 5 0,0 1 8 16,-1 1 3-16,0 0-8 16,0 0-9-16,1 0-8 15,0 7-1-15,0 4 6 16,4 6-1-16,-2 5-2 15,1 3 0-15,4 2-1 16,-2 0-2-16,0 0 1 0,0 1-1 16,1-2 2-16,-5-2-2 15,1-1 0-15,-1 1 0 16,1-5 0-16,-1-1 0 16,0-1 1-16,-2 0-1 15,0-3 0-15,0-1 0 0,0 0 1 16,0 0-2-16,0-1 0 15,0-1-44-15,0-3-30 16,0-2-46-16</inkml:trace>
  <inkml:trace contextRef="#ctx0" brushRef="#br0" timeOffset="81915.3">13824 16115 198 0,'0'0'4'0,"0"0"11"0,0 0-8 16,0 0-8-16,0 0-1 15,0 0-1-15,0 0-10 16,0 0-24-16,0 0 13 16,42 33-33-16</inkml:trace>
  <inkml:trace contextRef="#ctx0" brushRef="#br0" timeOffset="82042.75">13924 16036 242 0,'0'0'7'0,"0"0"11"0,0 0-9 15,0 0-8-15,-39 31 1 16,32-4-12-16,-3 4-30 16,-1 1-64-16</inkml:trace>
  <inkml:trace contextRef="#ctx0" brushRef="#br0" timeOffset="82925.08">13147 16617 198 0,'0'0'5'15,"0"0"6"-15,0 0-1 16,0 0-8-16,0 0-1 16,0 0 0-16,0 0 8 15,0 0 4-15,0 0 1 16,-6-34-1-16,6 31-7 0,0 0-4 16,2 3-1-16,4 0-2 15,0 0 1-15,2 3-2 16,-1 5 2-16,1 4 2 15,-1 0 1-15,2 1-1 16,-2-1-1-16,-1 0-1 0,-1-4 1 16,1 0 0-16,-2-4-1 15,-1 0 1-15,0-2-1 16,-2-2-2-16,2 0-1 16,-1-2-1-16,0-8 4 15,0-2 0-15,-1-5-1 0,2-2 2 16,2-4-2-16,0-1 0 15,4 0 2-15,-2 0-1 16,3 3 0-16,2 2 0 16,-3 6-1-16,1 2 2 15,1 6-2-15,1 3 1 0,-1 2-2 16,-1 3-2-16,0 12-1 16,1 2 4-16,-1 4 2 15,-2 4-1-15,1 2 0 16,-3 0 0-16,2 7 0 0,-5-1 2 15,3 2-2-15,-4 1 1 16,0 2 0-16,0 2-1 16,1 2 0-16,1 2 0 15,-1 0 1-15,2-1-1 16,3-3 0-16,-3-5 1 16,3-4-1-16,2-6 1 0,-1-4 0 15,3-4-1-15,-2-3 2 16,0-3-1-16,0-3 0 15,1-3 0-15,-4-2 8 16,2-3 1-16,0 0-2 0,-4 0 1 16,1-8 0-16,-2-2-2 15,-1-4-2-15,-1-2-2 16,0-4-3-16,-2-1-7 16,0-1-28-16,0 0-36 15</inkml:trace>
  <inkml:trace contextRef="#ctx0" brushRef="#br0" timeOffset="83273.89">13642 16786 205 0,'0'0'6'0,"0"0"10"0,0 0-5 16,0 0-5-16,0 0-2 0,0 0-3 15,37-17 0-15,-23 15-1 16,0-2 1-16,3 0-1 16,2-1 0-16,2 0-1 15,1-1-15-15,-3-4-59 16,0 0-43-16</inkml:trace>
  <inkml:trace contextRef="#ctx0" brushRef="#br0" timeOffset="84129.35">13915 16561 166 0,'0'0'-29'0,"-3"-38"33"0,3 15 2 15,0-2 5-15,1 1 4 16,6-1-5-16,0 4 0 15,4 2 3-15,-2 3 3 16,-1 3-7-16,4 5-6 16,-1 3-1-16,-2 5-2 15,3 0 0-15,-1 7-2 16,1 14 0-16,0 6-2 0,-1 10 3 16,-2 7 2-16,0 7 3 15,-2 2-1-15,-1 7-1 16,-2 1 0-16,-1 1-1 15,-1 1 1-15,1-2 0 0,-1-6 1 16,-1-4-1-16,3-8-1 16,4-6 1-16,-2-6 0 15,3-8-1-15,1-3 0 16,1-4 1-16,-1-3-1 16,1-5 1-16,-1-5 1 0,2-3 0 15,-3 0-1-15,0-9-2 16,-1-7 3-16,-3-5 4 15,0-5-5-15,-3-2 0 16,0-5-2-16,-2-5 0 16,0 4-1-16,-2-4-1 0,-3 2 1 15,-2 2-1-15,-4 4 1 16,1 2-3-16,-4 5 0 16,1 2 1-16,-2 5-3 15,2 3 2-15,-1 2 4 16,0 2-1-16,3 4-1 0,3 0 2 15,2 1 1-15,3 3 0 16,3-1-1-16,0 2 0 16,0-2-13-16,0-1-6 15,7-2 18-15,3 0-2 16,3-2 2-16,1-1 1 0,1 0-1 16,1-2 1-16,1 0 1 15,-1-1 0-15,-1-1-2 16,-1 3 6-16,-1 0-3 15,-2 0-1-15,-3 5 0 16,0 0 0-16,-4 4-1 0,-1 0-1 16,-1 3-1-16,-2 7 1 15,0 3 7-15,0 2 0 16,0 2-2-16,0-1 0 16,0-2 0-16,0 0 0 15,0-4 1-15,2 1-2 16,3-3 2-16,0 0-1 0,1-4-2 15,-2-1 0-15,3-1-2 16,-1-2 0-16,2-2-11 16,-4-11-44-16,-1-4-112 15</inkml:trace>
  <inkml:trace contextRef="#ctx0" brushRef="#br0" timeOffset="84263.2">14247 16465 290 0,'0'0'-6'0,"0"0"11"0,0 0-4 0,0 0-9 0,0 0-62 15,0 0-48-15</inkml:trace>
  <inkml:trace contextRef="#ctx0" brushRef="#br0" timeOffset="84533.08">14362 16556 243 0,'0'0'41'0,"0"0"-41"15,0 0-1-15,0 0 1 16,0 0 0-16,0 0 1 15,0 0-2-15,41 16 1 0,-31-7-1 16,3 2 1-16,2 2 1 16,1 0-1-16,-3-2 1 15,0 0-21-15,-1-3-30 16,-1-4-27-16,-3-1-3 16</inkml:trace>
  <inkml:trace contextRef="#ctx0" brushRef="#br0" timeOffset="84760.95">14437 16509 170 0,'0'0'104'0,"0"0"-99"15,0 0-2-15,0 0-4 16,0 0-14-16,0 0 13 0,0 0 0 15,-19 58 4-15,17-34-1 16,2 2 0-16,0-2-3 16,0 1-28-16,4-6-43 15,-1-4-38-15</inkml:trace>
  <inkml:trace contextRef="#ctx0" brushRef="#br0" timeOffset="85124.96">14611 16591 100 0,'0'0'0'16,"0"0"1"-16,0 0 1 15,0 0 3-15,0 0-2 16,0 0-1-16,30-40 8 0,-26 29 7 15,0-2 19-15,-2 2-1 16,0-1-14-16,-2 2-3 16,0 3-4-16,0 0 0 15,0 4-3-15,-7 3-3 16,2 0-1-16,-1 3-9 0,-2 7 4 16,3 6-1-16,0-2 0 15,3 3 0-15,1 0-1 16,1-3 1-16,0-1 0 15,3-2 1-15,6 1-4 16,2-5-14-16,1-3-22 0,1-4-22 16,3 0-28-16</inkml:trace>
  <inkml:trace contextRef="#ctx0" brushRef="#br0" timeOffset="85508.64">14818 16497 90 0,'0'0'102'15,"0"0"-63"-15,0 0-13 16,0 0-14-16,0 0-13 16,-38-14-5-16,27 21 5 15,0 3 2-15,2 4 1 0,0-1-1 16,3 1 0-16,3 0-1 16,1-2 0-16,2-3-9 15,0-2-10-15,5-3 0 16,0-3 5-16,3-1 4 15,-1 0 1-15,1-5 8 0,0-8 7 16,0-2 6-16,-2-6 3 16,1-2 1-16,-1-4-7 15,0-5-3-15,-4 3-5 16,-1-3 0-16,0-1 0 16,-1 5 0-16,0 2 3 0,0 6 3 15,-2 6 6-15,-2 5 7 16,0 7-4-16,0 2-4 15,2 11-14-15,2 9 3 16,0 7 0-16,0 5-1 16,1 5-20-16,6-1-43 0,0-3-58 15</inkml:trace>
  <inkml:trace contextRef="#ctx0" brushRef="#br0" timeOffset="86832.01">16500 15422 84 0,'-3'0'13'0,"1"0"-2"0,0 0 20 0,-1-3 4 0,2 0-4 16,-2-1-12-16,3 0-5 15,0 1-3-15,0 0-6 16,0 2-4-16,0-1-2 16,1 1 2-16,7 0-1 0,-2-1-1 15,3 2-3-15,-1 0-4 16,1 0 5-16,1 0 2 15,1 0 2-15,0 0-2 16,3 0 0-16,4 0 0 0,5 0 0 16,8 0 2-16,1 0 0 15,9-3 0-15,4 2-1 16,7-3 0-16,7-1 0 16,7 0 0-16,3-4-3 15,7-1-5-15,1 0-2 16,5-2-4-16,2 0 10 0,-1-1 4 15,4-1-1-15,0 3 1 16,1-3 0-16,-1 1 1 16,-7 1-1-16,-1 1 1 15,-2-2 1-15,-7 3 0 16,-5-1 0-16,-5 4-2 0,-3-1 2 16,-9 2-2-16,-5 0 0 15,-8 2 0-15,-7-1 1 16,-9 3-17-16,-11-1-76 15</inkml:trace>
  <inkml:trace contextRef="#ctx0" brushRef="#br0" timeOffset="88142.11">17202 15392 12 0,'0'-4'13'0,"0"3"13"0,0-2-1 16,0 1 0-16,0-1 2 15,-2 1 10-15,1 0 1 16,1 2-10-16,-2-1-8 0,2 1-9 16,0 0-8-16,0 0-3 15,0 1-1-15,0 8 1 16,0 4 0-16,3 5 0 15,1 3-2-15,-1 2 2 16,2 4 0-16,-3 0 0 16,1 1 2-16,1 1-2 0,0-2 1 15,-3-1 0-15,3 0-1 16,-3-3 0-16,0 1 1 16,0-1-1-16,-1-3 1 15,1 0-1-15,0-5 0 0,1 1 0 16,-2-4 1-16,2-3-1 15,-2 0 0-15,2-3 0 16,-1-1 1-16,3 2-1 16,-2-2-8-16,0-1-29 15,-2-2-40-15,0-2 5 16</inkml:trace>
  <inkml:trace contextRef="#ctx0" brushRef="#br0" timeOffset="88443.18">17148 15814 139 0,'0'0'29'0,"0"0"18"0,0 0-30 16,0 0-14-16,0 0-4 16,0 0 1-16,0 0 1 15,0 0 0-15,0 0 0 16,0 0 0-16,26 17 0 0,-17-14-1 16,-4 0 1-16,6-2-15 15,-4 0-32-15,2-1-15 16</inkml:trace>
  <inkml:trace contextRef="#ctx0" brushRef="#br0" timeOffset="88612.44">17309 15769 257 0,'0'0'7'0,"0"0"1"0,0 0-3 16,0 0-7-16,0 0-8 15,0 0-1-15,-23 54-4 16,10-28-16-16,-1 0-44 16</inkml:trace>
  <inkml:trace contextRef="#ctx0" brushRef="#br0" timeOffset="93416.11">16557 15387 10 0,'-3'-3'38'0,"-3"0"-4"0,1 1-8 0,1 0-2 16,0 0-3-16,-2 0 4 16,3 1-7-16,-1-1-5 15,-3 0-7-15,3 0-2 16,1 1-1-16,-2 1-2 0,0 0-1 15,0 0 0-15,-3 0-2 16,2-1 0-16,-2-1 0 16,-1 1 0-16,1-3 3 15,0-2-1-15,1 2 1 16,-1-3 0-16,0-2 2 16,0 1-3-16,1-3 2 15,1-1-2-15,1-1 0 0,-4-2 1 16,4 0 0-16,-2-1 0 15,1 1-2-15,-2-2 2 16,2 2 0-16,-1 0-1 16,1 0 0-16,-1 0 0 15,2-1 0-15,-2-1 1 0,3-1-2 16,2-1-1-16,0-3 3 16,2 1-2-16,0-3 2 15,0 0-1-15,0 1 0 16,5-1 1-16,1 2 0 15,0 1 0-15,4 0 1 0,-3 2-2 16,3 2 0-16,2 0 0 16,-1 2 1-16,3 0-1 15,-1-2 0-15,2 3-1 16,3-2-1-16,-2-1-5 0,1 2 2 16,2 1 1-16,-2 1 5 15,2 2-3-15,1 2 0 16,0 3 2-16,2-1-2 15,3 4-2-15,0 1-2 16,1 0-3-16,1 2-1 16,4 0 5-16,-4 0 5 0,4 0 0 15,1-1 0-15,1-1 0 16,3-2 1-16,2 3-1 16,2-2 1-16,-2 2-1 15,0-1 0-15,2 0 1 16,-3 1-1-16,0 0 0 0,-2-1 0 15,2 0 0-15,5-1 0 16,-1 0 0-16,6-1 1 16,1-1-1-16,0 1 0 15,2-2 0-15,0-1 0 16,0 1 0-16,-2 1-1 0,0-1 2 16,2 2 1-16,-1-1 5 15,-1 0-7-15,-2 1 1 16,2 1 0-16,-6 0 0 15,0 0-1-15,-1 0 0 16,-3 3 0-16,-1 0 1 0,0 0 0 16,-3 0 0-16,-2 0 2 15,-3 0-1-15,-2 1-2 16,-4 4 1-16,-3 1-1 16,-4-1 0-16,-2 1 1 15,-4 1-1-15,-2 0 1 0,1 0 1 16,-3 2 0-16,0-1 2 15,0 0-1-15,1 1-2 16,-4 2 0-16,2 0-1 16,-1 0 0-16,-2 1 1 15,1 2-1-15,0 0 3 0,2 1-2 16,-2-2 1-16,2 3-1 16,3-2 0-16,-1 0 0 15,0 0 0-15,1 0-1 16,1 2 1-16,0 0-1 15,-4 1 1-15,3 0-1 16,-5 2 0-16,-1 0 2 0,-2 4 0 16,0 0-1-16,-5 5-1 15,-8 4 0-15,-8 3 0 16,-7 3 2-16,-8-3-46 16,-10-1-76-16</inkml:trace>
  <inkml:trace contextRef="#ctx0" brushRef="#br0" timeOffset="94918.76">12812 15696 195 0,'0'0'3'0,"0"0"1"0,0 0 5 0,-1 0-8 0,-3 3-1 15,-5 0-7-15,2 0-6 16,-2 0-7-16,1-2 3 16,1-1 12-16,-3 0 5 15,2 0 1-15,-1-4 2 16,-1-6 9-16,2-3 4 0,-3-3-3 15,-3-1-7-15,3-4-3 16,-2 0-3-16,-3-5 1 16,3 2-2-16,-3-4 1 15,3-2-1-15,1-3-1 16,0-1-1-16,2-3 1 0,1 2 1 16,0-2 1-16,3 1-2 15,0 1 5-15,5 1-3 16,-1 0-1-16,2 1-1 15,0 0 0-15,3-1 1 0,5 1-2 16,2 1 1-16,5-1 2 16,2 3-2-16,1 1 1 15,3 4 1-15,1 1 0 16,3 3 0-16,1 2-2 16,1 1 1-16,2 4-1 15,1 1 1-15,1 1 0 0,0 1 1 16,2 3 0-16,-2 0-1 15,5 0 1-15,2 1 0 16,0 0 1-16,5 0-1 16,1 0 0-16,1 1 0 15,0 0 0-15,4 1 0 0,-5 0 0 16,4 2 0-16,-4-1 0 16,2 1 0-16,-2-1 0 15,5 1 3-15,-4 0 1 16,8 2-2-16,1-2-1 15,-1 2 0-15,3-1-1 0,2 1 0 16,1-2 1-16,3 0-1 16,-1-1 0-16,1 1 1 15,-1-1-1-15,3 0 0 16,-3-2 1-16,4 2 0 16,-1-1-1-16,3-1 1 0,3 0-1 15,-5 0 0-15,2 0 0 16,-1-1 1-16,-6 0-1 15,-1 3-1-15,-9 1 2 16,-4 0-1-16,-6 3 0 16,-7 0 0-16,-5 0 1 0,-4 0 1 15,-2 3-1-15,-4 4-1 16,-4 3 2-16,-3-1-2 16,-2 2 0-16,0 2 0 15,-6 4 1-15,1-2 1 16,0 4-1-16,2-1-1 0,-4 1 1 15,3 1-1-15,0-2 0 16,-2 0 0-16,2 2 0 16,0 0 1-16,0 3 0 15,4 1-1-15,-2 2 1 16,1 1-1-16,-1 3-1 16,1 2 1-16,0-2 1 0,-4 3-1 15,-1-2-2-15,-1-1 1 16,-2-1 0-16,0-3 2 15,0 0-1-15,-5-2 1 16,-5 1 0-16,-6-2 0 16,-4 1 3-16,-9 3-2 0,-8 1 1 15,-5 5-2-15,-7 2 0 16,-7 0-1-16,-4-1-31 16,-5-3-55-16</inkml:trace>
  <inkml:trace contextRef="#ctx0" brushRef="#br0" timeOffset="96952.32">13045 16568 45 0,'-1'0'18'0,"-1"0"6"0,0 0-8 0,-3 0-11 0,4 0-5 15,0 0-2-15,-1 0-9 16,1 0 0-16,1 0 6 16,-2 0 8-16,2 0 3 15,0 0 8-15,0 0-2 16,0 0-3-16,0-3-6 16,0 1-2-16,0-1-1 0,2-1 0 15,-1 2 0-15,1-4 1 16,0 2-1-16,3 0 0 15,-3 0 5-15,1 1 1 16,0 1 1-16,2 1-4 16,1 1-1-16,-1 0-2 15,2 0 0-15,0 0 0 0,1 0 0 16,1 1 0-16,-2 2 0 16,0 3 1-16,0-2-1 15,1 2 0-15,-3-2 0 16,2 2 0-16,-2-1 0 0,-1 2 1 15,-2-1-1-15,0 3 1 16,0-2 0-16,-2 1-1 16,0-1 2-16,0-1-1 15,0 1-1-15,0 0 0 16,0-1 1-16,0-1-1 0,2-2 0 16,0 0 1-16,1 0-1 15,2 0 0-15,-3-3 0 16,2 2 1-16,-1-2-1 15,1 0 1-15,-2 0-1 16,0 0 1-16,1 0-1 16,-1 0 2-16,0 0-2 0,2-2 0 15,-1 1-2-15,-1-1-4 16,-1 1-2-16,2-1 5 16,-1 1-1-16,1-1-2 15,-1 1 0-15,0 0-4 16,0 0-6-16,-1-2-24 0</inkml:trace>
  <inkml:trace contextRef="#ctx0" brushRef="#br0" timeOffset="106428.47">13256 16284 37 0,'-7'-5'26'0,"-1"0"1"0,1-1-6 0,-1 1-4 15,0-2 1-15,1 1-2 16,1 1 0-16,-2 0-1 0,2-2-8 15,0 3-3-15,1-2 1 16,1 3-3-16,-2 0 0 16,1-1-1-16,-2 3 1 15,2 1-2-15,1 0 0 16,-4 0 0-16,3 0 0 16,-3 0 0-16,2 0 0 0,-1 0 1 15,1 0-1-15,-4 0 0 16,-1 0-1-16,3 3 1 15,-4 4 0-15,1 0-1 16,-1 0 3-16,0 2-2 16,1 0 0-16,0 1 0 0,-1 0-1 15,-1 0 1-15,1 2 0 16,1-1-1-16,-1 4-2 16,-1 0-6-16,1 0 16 15,3 3-6-15,-3 0 0 16,1 3-1-16,3 1 1 0,0-1-1 15,2 6 0-15,0-2 1 16,1 0-2-16,0 1 1 16,1 0-1-16,1 2 1 15,1-1 1-15,-1 0-1 16,3 0-2-16,0 0 0 0,0 0 3 16,5-1 0-16,2 2-1 15,3 1-1-15,2 3 0 16,2 2 2-16,-1 4-1 15,4 1 1-15,0 2 0 16,1 3-1-16,1-1 0 0,2 1 0 16,0 0 0-16,3 0 1 15,2-4-2-15,1-2 1 16,2-1-1-16,2-3 2 16,0-4-2-16,3-1 2 15,1-1-1-15,2-3 0 0,-3 0 0 16,4-1 1-16,2 1 0 15,2-3 2-15,3 0 1 16,4 0-1-16,5 0-1 16,1-2-1-16,1-1 0 15,2 0-1-15,-3-3 1 16,1 1-1-16,-5-1 0 0,2-3 2 16,-1-2-2-16,-2-4 0 15,3 0 1-15,1-1 7 16,1-2-5-16,-2-2-2 15,1-1 0-15,2-1-1 0,-2 0 0 16,-6-3 2-16,0-8-2 16,-6-6-2-16,-2-2 4 15,-4-5-1-15,0-1 0 16,2-4 0-16,-4 1 0 16,1-3 0-16,-3-2-1 0,1-2 2 15,-4-1-1-15,-4-2 2 16,0-4 3-16,-3-3-4 15,-4-1-1-15,0-2-1 16,-1-2 1-16,-1 1 0 16,-1 3-1-16,-3 1 1 0,-1 1-1 15,-3 3 2 1,0-1 3-16,-4 1 1 0,-3 0 4 16,0 0-1-16,-1-2-2 15,0 1-3-15,-2-1-1 16,-7 0-3-16,0 1 1 15,-2-1 0-15,-5 1-1 0,1 1 1 16,-3 2-1-16,-1 2-1 16,0 3 0-16,-3 1 0 15,1 3 5-15,-3 3-5 16,0 3 3-16,-1 0-2 16,-2 2 0-16,3 3 2 0,-1-1-2 15,-2 2 0-15,2-1 0 16,-1 2 0-16,0 3-1 15,1-1 1-15,-2 0-1 16,0 2 1-16,-2 0 0 16,-2 1-1-16,-1 0 1 0,-3 3-1 15,1 0 1-15,-3 3 0 16,0 1-2-16,1-1 3 16,0 3-3-16,0-1 3 15,0 1-1-15,-3 2 0 16,0-1-2-16,0 2 6 0,-3 0-4 15,0 0 1-15,1 0 0 16,1 3-2-16,3 4 2 16,-1 3-1-16,1 3 0 15,0 2-1-15,3 1-7 16,1 5-13-16,2 2-6 0,2 1-3 16,2-1-15-16,7-3-32 15</inkml:trace>
  <inkml:trace contextRef="#ctx0" brushRef="#br0" timeOffset="107282.15">15006 16512 27 0,'2'0'1'0,"-2"0"-3"0,0 0-7 0,0 0 8 16,0 0 14-16,0-1 12 0,-5 0 5 15,0 0-2-15,2-1 1 16,-2 1-5-16,2 1-15 16,1-1-7-16,2 1-2 15,0 0-13-15,0 0-2 16,0 0 14-16,3 0 1 0,2 0 0 15,0-3 0-15,1-2 4 16,2-2 19-16,2-6 7 16,5-4-9-16,5-5-9 15,8-7-9-15,7-6-3 16,3-11-32-16,5-7-130 0</inkml:trace>
  <inkml:trace contextRef="#ctx0" brushRef="#br0" timeOffset="108292.83">17170 15363 19 0,'0'0'32'0,"0"0"-16"0,0 0 4 15,0 0-10-15,0 0-4 16,0 0-3-16,0 0-1 0,0 0-2 15,29 39 1-15,-28-30 0 16,1-1 1-16,-1 1 2 16,0 1 2-16,1 1 0 15,-1 2 0-15,2-2-5 16,-1 5 0-16,0 0-1 0,1 1 0 16,0 0 0-16,2 1 1 15,-2-1-1-15,2 0 0 16,-1 2 0-16,-2-4 0 15,0 2 0-15,-2 0 0 16,1-1 0-16,-1-2 1 16,0 1-2-16,0-3 2 0,0 2-1 15,0-1 0-15,-1-2 0 16,-1 0-2-16,-2-2-22 16,1-1-48-16</inkml:trace>
  <inkml:trace contextRef="#ctx0" brushRef="#br0" timeOffset="109718.05">13265 16165 69 0,'0'0'3'0,"-4"-1"1"0,0 1 6 16,-1 0 4-16,2 0 1 0,1 0 3 15,0 0-1-15,2 0 4 16,-2 0-6-16,2 0-11 16,0 0-4-16,0 0-3 15,0 0 3-15,0 0 0 0,0 0 0 16,2 0-1-16,0 1 1 15,-2 0 0-15,4-1-1 16,-3 2 0-16,0-2 1 16,5 0 0-16,-2 0 1 15,3 0-1-15,4 0 1 16,3 0 0-16,3 0-1 0,5-2 1 16,3-2 0-16,2 1-2 15,0-2 2-15,2 0-1 16,0 0-3-16,-2-1 5 15,1 2-3-15,-1-2 3 16,0 0-2-16,0 2 0 0,2-1 0 16,-2 0 0-16,0 2 0 15,0 0 0-15,-3 2-1 16,-2-1 0-16,-1 2-2 16,-4 0-2-16,-1 0 4 15,-2 0-1-15,0 0-2 0,-3 0-6 16,-1 0-12-16,-4 2-12 15,-2-2-72-15</inkml:trace>
  <inkml:trace contextRef="#ctx0" brushRef="#br0" timeOffset="110157.62">13337 16223 76 0,'0'0'1'0,"0"0"-1"0,0 0-2 0,0 0 0 16,0 0 2-16,0 0 0 0,0 0 4 15,0 0 3-15,38-18 3 16,-22 12-2-16,0-3 0 16,5 1-5-16,-2-1-2 15,2-2 0-15,1 1 0 16,3 0-1-16,0 0 0 15,2 0 0-15,3 0 1 0,1 0-1 16,2 1 0-16,3 0 2 16,0 0-2-16,3 1 0 15,2-2 0-15,1 4-2 16,1-2-12-16,3-4-89 16</inkml:trace>
  <inkml:trace contextRef="#ctx0" brushRef="#br0" timeOffset="118177.66">17192 15377 102 0,'0'0'7'0,"0"0"6"0,0 0-6 0,0 0-4 15,0 0-2-15,0 0-2 16,0 0-1-16,0 0 4 15,0 0-1-15,0 0 1 16,0 0 4-16,0 0 4 0,0 4-1 16,0-1-4-16,0 7-4 15,0 4 0-15,5 0-1 16,-2 5 1-16,1 3-1 16,2 1 0-16,-2 3 0 15,1-1 2-15,1 2-2 0,-1 0 1 16,-1 0 1-16,1-1-1 15,0-2 1-15,-1-3 0 16,0-1 2-16,0-3 1 16,0 0 1-16,-2-3-1 15,0-1-5-15,0 1 1 0,-2-1 0 16,0-3-1-16,0 1-5 16,0-4-36-16,0-2-24 15</inkml:trace>
  <inkml:trace contextRef="#ctx0" brushRef="#br0" timeOffset="118406.04">17134 15854 159 0,'0'0'13'0,"0"0"-12"0,0 0-2 0,0 0 4 16,0 0 9-16,0 0-8 16,47 7-2-16,-34-6-2 15,3-1-9-15,-3 0-26 0,3 0-8 16,-3-5-13-16</inkml:trace>
  <inkml:trace contextRef="#ctx0" brushRef="#br0" timeOffset="118525.97">17299 15789 101 0,'0'0'16'0,"0"0"20"0,0 0-4 16,0 0-18-16,0 0-13 16,0 0 0-16,-31 37-3 15,19-8-9-15,0 4-24 16,0 1-21-16</inkml:trace>
  <inkml:trace contextRef="#ctx0" brushRef="#br0" timeOffset="120348.92">13545 16219 60 0,'0'0'3'0,"0"0"-2"0,0 0 1 0,0 0 2 16,0 0 7-16,0 0 7 15,0 0 4-15,0 0 6 16,0 0-4-16,0 0-7 16,-23-37-11-16,21 36-4 0,-1-1-2 15,2 2 0-15,-2-1-7 16,1 1-8-16,-4 0 7 15,-1 0 7-15,0 0 1 16,0 0 3-16,-1 0 3 16,-2-2 0-16,1 1-1 15,-3-1 19-15,-2 1-17 0,-2 1-6 16,0 0 1-16,-4 0-2 16,0 0 0-16,-2 0 0 15,2 0 0-15,-2 3 0 16,3 0 1-16,2 1-1 15,-2 0 0-15,4 2 0 0,0-2 0 16,2 2 0-16,-1 2 0 16,2 1-1-16,-2-1-1 15,3 1 1-15,1-2-1 16,-2 0 2-16,2 0 0 16,1 0 0-16,1-1 1 0,0-2-1 15,5 1 0-15,-3 0 0 16,0 1 0-16,0-2 0 15,1 3 0-15,-1 3 0 16,-1-1 0-16,1 2 0 0,-3-1-1 16,4 4 2-16,-3 0-1 15,3-1 0-15,1 4-1 16,-2-1 1-16,2 2-2 16,2 1 0-16,0 2 1 15,0 2 0-15,-1 1 1 16,2 0 0-16,1 4 0 0,0 1 0 15,0-1 0-15,0 2-1 16,1 1 1-16,6 1 0 16,-2 0 0-16,4 1 0 15,-3 0 0-15,1 1-1 16,0-2 1-16,2 0 0 0,-4-1 0 16,1-3 0-16,1-1 0 15,2 0 1-15,0-2-2 16,0-1 2-16,1-2-1 15,2 1 0-15,-1 1 0 16,1 0 1-16,-1 0-1 16,0-1 1-16,2-2-1 0,-2-1-1 15,0 2 2-15,3-3-1 16,-4 1 1-16,2-1 0 16,1-2 1-16,0 0-1 15,2 2 0-15,0-1 0 16,3-1 0-16,1 1-1 0,0 1 0 15,1-1 0-15,1 2 0 16,0-1 2-16,2-1-2 16,-2 1 0-16,2-2-2 15,0 1 2-15,2-1 0 16,0-3 2-16,1 1-2 0,1 0 1 16,-5-1-1-16,1 2 0 15,1-2 0-15,-1 2 1 16,-2-2-1-16,4 3 0 15,-2-3 0-15,-1-1 0 16,2 0 1-16,-1-2 0 0,0-1 0 16,1-4 0-16,-5-1 1 15,4 2 0-15,0-4-1 16,1 3 2-16,-2-3-3 16,4 0 0-16,2-2 0 15,1-1 0-15,5 0 1 0,0 0 0 16,5-1-6-16,0-8-25 15,1-1-9-15,-2-8-20 16</inkml:trace>
  <inkml:trace contextRef="#ctx0" brushRef="#br0" timeOffset="120918.18">13586 16230 34 0,'-6'-4'2'0,"-2"-3"8"0,3 1 0 16,1-1-6-16,-1 3-2 15,2-2 0-15,1 3 3 16,0 0 10-16,0-1 0 0,-1 1-3 16,2-1-3-16,1 3-4 15,0-2-2-15,0 0-2 16,0-3 0-16,2 2-1 15,4 1-1-15,-3 0 1 16,4-1 0-16,0 4 0 16,3-3 0-16,1 2 0 0,3-2 0 15,3 0 0-15,6-1 0 16,4 0 0-16,4-3-7 16,1-2-37-16</inkml:trace>
  <inkml:trace contextRef="#ctx0" brushRef="#br0" timeOffset="123498.62">13582 16157 49 0,'0'0'50'0,"0"0"-49"0,0 0 1 0,0 0-1 0,14-37 2 16,-13 31 2-16,1 0 12 16,2 2 7-16,0-1 6 15,0 1-10-15,5 0-11 16,3 0-7-16,1 1-2 0,5 0 0 15,5 3 1-15,0-1-2 16,4-1 1-16,3 1 0 16,1 0-1-16,1 0 2 15,3-2-1-15,1-1 0 16,4-1 0-16,0-1 0 0,0-1 0 16,1 0 0-16,-1 0 0 15,-4-2-1-15,-3 2 1 16,-2 3 0-16,-4-1-2 15,-4 3-2-15,-4 2-4 16,0 0-8-16,1 0-6 0,-4 0-4 16,0 0-18-16</inkml:trace>
  <inkml:trace contextRef="#ctx0" brushRef="#br0" timeOffset="125514.87">17239 15418 99 0,'-4'0'1'0,"1"-3"1"0,0 0-2 16,-1 2-2-16,2-1-11 0,-2 1 11 15,1-2 3-15,0 0 8 16,2 2 8-16,-1-1 6 15,-2-2-1-15,3 4-5 16,0-1-8-16,0-1-8 16,0 2 0-16,1 0-1 0,0 0 0 15,0 0-2-15,0 0 1 16,0 9 1-16,0 5 0 16,0 3 0-16,0 3 0 15,0 4 0-15,0 4 0 16,0-1 0-16,0-1 0 0,0-2 1 15,3 2-1-15,2-4 0 16,-2 0 0-16,1-1 1 16,-1-4 0-16,2 5 0 15,-4-4 2-15,4 0 0 16,-4-2 1-16,2 1-1 16,-1 0 0-16,-2-3-1 0,0 0-1 15,0-2 0-15,0 0-1 16,0-4 2-16,0-2-2 15,0-1 1-15,0-1 0 16,0-1 0-16,0-1-1 16,-3 0 0-16,0 0-22 0,-3-1-27 15,0-1-33-15</inkml:trace>
  <inkml:trace contextRef="#ctx0" brushRef="#br0" timeOffset="125948.64">17114 15851 50 0,'0'0'9'0,"0"0"1"0,0 0-4 0,0 0 3 0,0 0 7 16,0 0 0-16,0 0 8 16,0 0 11-16,0 0-4 15,0 0-15-15,0 0-15 0,-2 0-3 16,6 0 6-16,2 0-3 15,3 0-3-15,3 0 3 16,-1 0 1-16,-1 0-1 16,3 0 2-16,-3 1-2 15,2 1 1-15,-1 0-2 0,0-1 1 16,2 2-1-16,-2-2 0 16,1 0 0-16,2 1-8 15,-3-2-24-15,3 0-8 16,-1 0-13-16</inkml:trace>
  <inkml:trace contextRef="#ctx0" brushRef="#br0" timeOffset="126311.62">17397 15705 97 0,'0'0'3'0,"0"0"5"0,0 0 0 0,0 0 5 16,0 0-1-16,0 0-5 0,0 0-6 15,0 0-1-15,0 0 0 16,-33 33 1-16,23-21-1 16,-2 1 1-16,1 3-1 15,-1-1 0-15,-1-2 1 16,0 2-1-16,1-3 0 16,0 1 0-16,2-3-1 0,1-2-15 15,1-1-17-15</inkml:trace>
  <inkml:trace contextRef="#ctx0" brushRef="#br0" timeOffset="126794.94">17055 15830 104 0,'0'0'2'0,"0"0"-1"0,0 0 2 0,0 0-1 0,0 0 0 16,0 0-1-16,37 11 1 16,-29-7 1-16,4 0-1 15,-1 2 1-15,3 0-2 0,1 1-1 16,1-2 1-16,-1 1-1 15,-1-1 1-15,1 1 1 16,-1-2 2-16,2 0 0 16,-3-1-1-16,2-2 0 15,-2 2-2-15,-1-3 0 16,-1 2-1-16,-1 0 0 0,-1 0-2 16,-1-2-33-16</inkml:trace>
  <inkml:trace contextRef="#ctx0" brushRef="#br0" timeOffset="127110.37">17383 15777 148 0,'0'0'6'0,"0"0"20"16,0 0-16-16,0 0-10 15,0 0-5-15,0 0-3 16,0 0 5-16,0 0-5 15,-31 51-3-15,21-34-3 16,1-4-11-16,-5 1-29 0</inkml:trace>
  <inkml:trace contextRef="#ctx0" brushRef="#br0" timeOffset="131319.84">17148 15861 97 0,'-1'0'13'0,"0"0"14"0,1 0-3 0,0 0-18 16,0 0-7-16,0 0 5 15,2 0-3-15,2 0-1 0,2 0 0 16,-1 1 1-16,4 2-1 15,-3 1 1-15,4 0 0 16,3 1 4-16,1 1-2 16,2-2-2-16,-1 0-1 15,3 1 1-15,-3-3-1 0,2 1 1 16,-3-1 0-16,1-1 4 16,-2-1 2-16,-3 0-3 15,0 0 0-15,-1 0-1 16,-1 1-3-16,-4 0 1 15,2 1-1-15,-2 0 1 0,-1-1-1 16,-1-1 0-16,-1 0-3 16,1 3-4-16,0-3-5 15,-2 1 0-15,0-1 13 16,0 0 1-16,0 0 0 16,-3 0-2-16,-1 0 0 0,1 2-17 15,-1-2-18-15,-1 0-12 16</inkml:trace>
  <inkml:trace contextRef="#ctx0" brushRef="#br0" timeOffset="134523.9">20518 15212 88 0,'0'0'8'0,"0"0"-5"0,0 0-2 15,2 0 0-15,-2 0 1 16,0 0 8-16,0 0 14 16,0 0 13-16,3 0-12 15,-1 0-3-15,2 0-16 0,1 0-5 16,3-3 0-16,-1 0 1 15,3 1-4-15,1-1 4 16,2 1-4-16,1-2 2 16,-1 2 0-16,2 1-3 15,-1 0-12-15,-1-1-20 0,-4 1-18 16</inkml:trace>
  <inkml:trace contextRef="#ctx0" brushRef="#br0" timeOffset="134672.48">20563 15254 255 0,'0'0'2'16,"0"0"-6"-16,0 0-2 16,48-7-20-16,-20-3-91 0</inkml:trace>
  <inkml:trace contextRef="#ctx0" brushRef="#br0" timeOffset="136087.85">17020 16443 206 0,'0'0'17'0,"0"0"11"0,0 0-15 0,0 0-15 15,0 0-1-15,0 0 5 16,0 0-1-16,0 0-2 15,0 0 1-15,0 0-4 16,-2 13 4-16,2-9-2 0,0 1 0 16,0-1-2-16,0-1 3 15,0-2 0-15,-2 1 2 16,0-2 1-16,-1 0 0 16,3 0 0-16,0-2 0 15,0-4-4-15,0-5 1 0,0 1 4 16,0-3-3-16,7-1 1 15,-3-3-1-15,3 2 0 16,0 0 0-16,4 0 0 16,0 3 0-16,2 1 0 15,-2 4 0-15,1 2-1 0,2 0 1 16,-3 3 0-16,1 2-1 16,0 0 1-16,-1 0-2 15,-3 10-3-15,0 3-7 16,-2 4 4-16,-1 7 3 15,-3 2 4-15,0 2 1 16,-1 2 0-16,-1 0 1 0,0-3-1 16,0 0 0-16,0-4 1 15,0-5-1-15,0-2 1 16,0-5-1-16,0-4 0 16,1-1 1-16,1-3 0 0,0-3-2 15,1 0 1-15,2 0 1 16,0-9 6-16,1-5-3 15,1-4-3-15,1-4-1 16,-1-2-1-16,0-3 0 16,-2-2 0-16,1-1 2 15,-2-2-1-15,-2 1 1 0,1 4 0 16,-1-1 0-16,1 6 0 16,-3 1 1-16,2 5 0 15,-2 3 1-15,2 2 0 16,-2 4 2-16,0 4 0 15,0 0 0-15,0 2-3 0,0 1-2 16,1 0-1-16,1 0-2 16,2 3 3-16,0 6-2 15,0 4-1-15,1 3-1 16,2 6 0-16,-4 3 1 16,0 6 2-16,0 2-2 0,-1 4 3 15,0 1-1-15,-2 3 0 16,0 2 4-16,0-2-1 15,0 4-1-15,0-2-1 16,0 4-1-16,0 3 3 16,0 1 0-16,-2 5-2 0,0-2 1 15,-1 0-1-15,0-1 1 16,0-3-1-16,1-4 1 16,-3-4-1-16,2-4 0 15,1-4 1-15,1-4 0 16,1-4-2-16,0-5 2 0,0-5-1 15,0-5 0-15,0-4 0 16,0-2 1-16,0-4-2 16,1-1 1-16,2 0 1 15,2-6 12-15,-1-4-7 16,-1-2 0-16,1-3-3 16,3 1-2-16,-1-2-1 0,2 2 2 15,-2 0-4-15,3 0 2 16,-1 1-12-16,0-1-21 15,0-2-41-15</inkml:trace>
  <inkml:trace contextRef="#ctx0" brushRef="#br0" timeOffset="137178.26">17722 16550 91 0,'0'-6'8'0,"-5"3"14"0,1-1-3 0,1 1 1 16,-1 0 7-16,2 3-6 16,-3-1-13-16,2 1 0 15,0 0-6-15,1 1-1 16,-3 5 0-16,2 3-1 0,1 2-3 15,-2 2-4-15,0-2 4 16,0 3 4-16,2 0-1 16,2-1 1-16,0 0-1 15,0 0 1-15,0-2-1 16,0-1 1-16,5 0-1 0,2-3 0 16,-2-3 0-16,4-1 0 15,-3-3-2-15,1 0-1 16,-1 0 1-16,1-3 6 15,-2-5-1-15,-1-1 9 16,1-2-3-16,-3-2-4 16,1-2-1-16,-2-1-3 0,0 0 0 15,-1-2-1-15,0 4 0 16,0 1 0-16,0 2 0 16,0 3 0-16,0 1 1 15,0 3 0-15,0 1-1 16,0 2 0-16,0 1 0 0,0 0-1 15,0 0-2-15,0 2-4 16,0 6 8-16,3 3-1 16,2 2 1-16,2 2 2 15,0 0-2-15,-1 0-1 16,3-2 1-16,1-3-1 0,-1 0-18 16,0-5-33-16,2-5-20 15</inkml:trace>
  <inkml:trace contextRef="#ctx0" brushRef="#br0" timeOffset="137574.7">17983 16488 155 0,'0'0'0'0,"0"0"4"0,0 0-2 0,0 0-2 16,0 0 0-16,0 0 2 15,0 0 13-15,0 0 15 16,-37-19-16-16,32 26-2 15,-4 5-9-15,4 4-1 0,1 2-1 16,0 1 0-16,2 1 0 16,2-3-1-16,0-1 1 15,0-5-1-15,2-1-1 16,4-6 0-16,2-1-9 16,3-3 2-16,1 0 2 0,0-7-10 15,1-4-22-15,0-5-12 16,-3 0-53-16</inkml:trace>
  <inkml:trace contextRef="#ctx0" brushRef="#br0" timeOffset="137881.73">17973 16247 125 0,'0'0'11'16,"0"0"54"-16,0 0-19 0,0 0-21 16,0 0-4-16,0 0-16 15,0 0-6-15,0 0-2 16,0 0 2-16,-2 60 0 15,8-26 6-15,1 0-3 16,5 3 0-16,0 0-6 16,-3-6-29-16,3 0-35 0,-1-8-34 15</inkml:trace>
  <inkml:trace contextRef="#ctx0" brushRef="#br0" timeOffset="138265.66">18203 16472 217 0,'0'0'0'15,"0"0"11"-15,0 0 18 16,0 0-17-16,0 0-4 0,-40-38-5 16,29 38-3-16,-1 0 2 15,3 0 4-15,0 9-6 16,0 0 2-16,3 6-1 15,1-2-1-15,2 0 1 0,2 0-2 16,1-2 2-16,0-3-2 16,1-2-7-16,6-3-3 15,-2 0 5-15,3-3-1 16,-2 0 3-16,2-1 3 16,-3-5 5-16,1-1 3 15,-2 1 0-15,-2 2 1 0,2 1-4 16,-2 3 1-16,2 0-4 15,0 0-2-15,2 4 2 16,2 4 2-16,3 0-2 16,0 0-13-16,3-2-14 15,-3-3-17-15,0-3-38 0</inkml:trace>
  <inkml:trace contextRef="#ctx0" brushRef="#br0" timeOffset="138537">18354 16151 237 0,'0'0'8'0,"0"0"-3"0,0 0-4 0,0 0-1 0,-13 51-1 15,11-26 2-15,2 4 0 16,0 2-1-16,0 0 0 16,0 1 1-16,0-1-1 0,0-3 0 15,2 1-10-15,-1-5-31 16,0-6-25-16,-1-5-41 16</inkml:trace>
  <inkml:trace contextRef="#ctx0" brushRef="#br0" timeOffset="138843.68">18261 16390 41 0,'0'0'7'0,"0"0"-6"16,0 0 0-16,0 0-1 15,42-18 1-15,-26 13 1 16,2-1 11-16,-1 0-3 16,0 0-4-16,0 0-5 0,1 0 0 15,-3 0-1-15,-3 2 0 16,-3 1 0-16,-1 1 1 16,-4 0-1-16,-1 2 0 15,-3 0 0-15,0 0 14 16,0 0-5-16,0 0-9 15,-6 2-11-15,1 1-42 0</inkml:trace>
  <inkml:trace contextRef="#ctx0" brushRef="#br0" timeOffset="139411.88">18357 16218 258 0,'0'0'17'0,"0"0"-20"0,0 0 2 0,-1 41 1 16,0-16 0-16,1 8 0 0,0 1 1 15,0 6-1-15,2 2 2 16,2 2-1-16,4 3-1 15,-4 1 1-15,-1-1-1 16,0-1 0-16,-1-3-2 16,-2-5-15-16,0-8-13 0,0-5 8 15,0-9-4-15,0-8-7 16,0-6-2-16,0-2-51 16</inkml:trace>
  <inkml:trace contextRef="#ctx0" brushRef="#br0" timeOffset="139748">18334 16317 170 0,'0'0'2'0,"0"0"10"16,0 0-6-16,0 0-4 15,13-37-1-15,-1 31 1 16,2 2-1-16,1 3 1 16,0 1-1-16,1 0 2 0,-2 3-3 15,-5 8 0-15,-1 0-3 16,-5 5-10-16,-2-1 7 16,-1 1 4-16,-1-2 1 15,-8 0 1-15,0-1 5 16,-5-2 2-16,-1 1-3 0,-1-2-1 15,2-1-3-15,0-2-6 16,4-4-32-16,0-1 2 16,5-2-56-16</inkml:trace>
  <inkml:trace contextRef="#ctx0" brushRef="#br0" timeOffset="140017.49">18567 16073 231 0,'0'0'8'0,"0"0"1"16,0 0-8-16,0 0-2 16,0 0 0-16,8 41-1 15,-7-14 2-15,1 4 3 0,1-1-1 16,3 1-1-16,-3-2 0 15,0-1 0-15,2-5-1 16,-1-5 0-16,-2 1 0 16,1-4-2-16,-2-3-28 15,-1-5-31-15,0-1-9 0</inkml:trace>
  <inkml:trace contextRef="#ctx0" brushRef="#br0" timeOffset="140364.88">18509 16267 219 0,'0'0'2'0,"0"0"-2"16,0 0-2-16,0 0 1 16,45-17 5-16,-26 11-4 0,2-2 1 15,1 1-1-15,-2-3 0 16,0 0 0-16,-2 2 1 15,-1 0-1-15,-5 5 0 16,0-1 0-16,-4 4 0 16,-4 0-1-16,-1 0-3 15,-3 10 0-15,0 3 6 0,0 1-2 16,0 3 5-16,0 0 0 16,0 0 3-16,0-1-2 15,0-4 0-15,0 1-2 16,7-3-2-16,0-4-1 15,1 1-1-15,1-4 1 0,2-3-4 16,-1 0-26-16,-3-8-70 16</inkml:trace>
  <inkml:trace contextRef="#ctx0" brushRef="#br0" timeOffset="140493.5">18740 16065 208 0,'0'0'-31'16,"0"0"20"-16,0 0 10 16,0 0-63-16</inkml:trace>
  <inkml:trace contextRef="#ctx0" brushRef="#br0" timeOffset="141128.04">18768 16184 229 0,'0'0'18'0,"0"0"-20"16,0 0 4-16,0 0-2 0,0 0 0 16,36 39 1-16,-29-25 0 15,1 1 0-15,-3 0 0 16,1-2-1-16,1 0 0 15,-4-2 1-15,-1-2-2 16,2-2 1-16,-4-1 0 16,0-2 0-16,0-3-2 0,0-1-3 15,0 0 4-15,0 0 3 16,0-3 0-16,0-5-5 16,0-5 0-16,0-3-7 15,2-2 1-15,3-1-1 16,-1 1 4-16,3 2 6 0,-4 1 2 15,1 5 4-15,2 3 4 16,-1 3-2-16,1 3-2 16,1 1-5-16,2 0 1 15,-2 0-2-15,2 1 1 16,2 3 0-16,-4 1 1 0,2-2-2 16,0 0 0-16,-1-3 2 15,1 0-4-15,-3 0 1 16,2-4 0-16,-2-5 1 15,-1-1 1-15,-3-2-2 16,-2 0 1-16,0 1 2 16,0 0-3-16,-9 3 0 0,-2 1-4 15,-1 4 4-15,0 3 2 16,-5 0 5-16,3 7-1 16,0 8-3-16,5 3 0 15,0 3-1-15,7 1 2 0,2 0-1 16,0-3 3-16,8-1-3 15,8-2-3-15,7-3 4 16,2-3-1-16,2-2-4 16,1-5-32-16,-3-3-74 15</inkml:trace>
  <inkml:trace contextRef="#ctx0" brushRef="#br0" timeOffset="142231.38">17639 16952 84 0,'0'0'131'0,"0"0"-147"0,0 0 13 0,52-5 2 15,-24-2-1-15,7-1 4 16,6-2 1-16,4-3 3 16,4-1 1-16,5-2-3 15,4-1 3-15,3-3 2 16,2-2 3-16,4 0 3 0,2-2-2 16,1 0-1-16,3-1-2 15,-2 0 0-15,0 1-4 16,0 0-2-16,-2 1-1 15,-1-1-2-15,-1 2-1 16,-5 0 1-16,1 1-1 16,-8 0 0-16,-2 1 1 0,-4-2-1 15,-6 1 0-15,-4-1 0 16,-3 0 0-16,-6 0 0 16,-2-3 0-16,-3 0-2 15,-4-2-3-15,-2-5-4 0,-4-3 1 16,-3-2 1-16,-3-3 2 15,-4 1 5-15,-5-1 1 16,0 1 0-16,-9 4 3 16,-8 1 0-16,-8 2-2 15,-4 1-6-15,-6 6 5 0,-5-1-4 16,-4 5-1-16,-1 1 2 16,-2 4 1-16,-5 2 1 15,0 1 3-15,-2 3 0 16,-1 2-3-16,-2 3 0 15,2 0 0-15,-4 3 0 16,-5 2-2-16,-3 0 2 0,-2 0 2 16,-3 6-2-16,-5 0 0 15,1 5 0-15,-4-1 0 16,2 0 1-16,-1 0-1 16,-1 3-1-16,0 1 1 15,1 1 1-15,1-1 0 16,-1 2 0-16,0 3 0 0,0-1 0 15,5 2-1-15,0-1 1 16,2 2 0-16,4 2-1 16,3 0 2-16,3 2-2 15,5 3 0-15,2-1 0 0,8 5 0 16,0 3 0 0,8 1 0-16,4 2 0 0,4 3 0 15,1 3 0-15,8 3 0 16,2 4 0-16,7 5 1 15,7 2-2-15,6 0 1 16,0 3 0-16,14 2 1 0,11 0-1 16,6-3 0-16,8 1-1 15,8-7 2-15,4-5-2 16,7-7 1-16,6-8 0 16,-1-7 0-16,5-6 6 15,3-5 3-15,4-4-2 0,4-3-4 16,4-5-2-16,1-4-1 15,0 0-11-15,0-15-49 16,-6-6-97-16</inkml:trace>
  <inkml:trace contextRef="#ctx0" brushRef="#br0" timeOffset="142692.75">18218 17240 244 0,'-2'1'8'0,"0"0"9"0,-1 0-2 16,3-1-13-16,0 4 2 0,3-2-3 15,2 0 3-15,3 1 8 16,-1-3 3-16,4 0 4 16,0 0 0-16,4-8 6 15,4-11-2-15,6-8-10 16,9-11-2-16,9-12-8 0,13-15 1 16,6-13-4-16,9-13-5 15,8-14-59-15,3-9-47 16</inkml:trace>
  <inkml:trace contextRef="#ctx0" brushRef="#br0" timeOffset="147343.6">2776 15466 40 0,'0'0'7'0,"0"0"12"0,0 0-6 0,0 0-5 16,27-42-6-16,-20 33-1 15,2 2-1-15,-4 0 1 0,1 0-1 16,-2 1 3-16,3 2 2 16,-5 2 3-16,1 2-1 15,-1-1 0-15,0 1-5 16,1 0-2-16,1 1 0 16,-2 5 3-16,2 5-2 0,-1 2 0 15,1 1-1-15,-2 1 1 16,0 3 0-16,1-2-1 15,-1-1 0-15,-1 1 0 16,0-3 3-16,0-3-3 16,1-2 1-16,-2-1 0 0,0-1-1 15,0-2 1-15,0-1 0 16,0 1-1-16,0-2 1 16,0-1-1-16,0 1 0 15,0-2 1-15,0 0 0 16,0 0 3-16,0 0-3 15,0-2-4-15,0-3 6 0,0-3-3 16,0 0 1-16,0-1 0 16,0-1 0-16,0-1 1 15,0-2-1-15,0 0 0 16,0-1-2-16,0-1 2 16,0-2-2-16,2 1 1 0,4 0-1 15,-1 1 1-15,3 3-1 16,0 0 1-16,0 3 0 15,1 2 0-15,1 1 0 16,-4 3 0-16,3 3 0 16,-2 0-1-16,4 0 0 0,-2 0 0 15,-2 9-1-15,4-1 0 16,-2 4 4-16,-3 1-2 16,1 2 0-16,-1 5 0 15,0-3 1-15,-2 6-1 16,-2-2-1-16,0 3 2 15,-2 1-2-15,0 0-2 0,0 1 3 16,0 3 1-16,0 1-2 16,0 3 0-16,-4 3 2 15,0 3 2-15,-2 0-3 16,2 0 0-16,0 1 1 0,-1-3 0 16,1 0-1-16,2-4 0 15,-3-2 0-15,3-1 1 16,2-5-1-16,-2-2 0 15,2-3 1-15,0-2 0 16,0-2 1-16,0-2 2 16,0-2-1-16,0 0 0 0,0-2-1 15,0-3 0-15,0 0 0 16,0-2 1-16,2-1-1 16,-1-3 1-16,0 1 1 15,4-1 0-15,-3 1-2 16,0 0-1-16,2-2 0 0,-1 0-30 15,-1-15-46-15</inkml:trace>
  <inkml:trace contextRef="#ctx0" brushRef="#br0" timeOffset="147739.4">3317 15502 175 0,'-4'0'5'0,"0"0"13"0,1 0-13 0,2 0-5 15,1 2-1-15,0 0-48 16,0-2 8-16,0 0-35 16</inkml:trace>
  <inkml:trace contextRef="#ctx0" brushRef="#br0" timeOffset="147875.03">3337 15661 239 0,'0'0'6'0,"0"0"-8"16,0 0-94-16,0 0-39 0</inkml:trace>
  <inkml:trace contextRef="#ctx0" brushRef="#br0" timeOffset="155359.65">4436 14979 66 0,'-4'3'13'0,"0"-2"-4"0,0 2-6 15,0-3 1-15,3 2-2 16,-4-2 2-16,3 0 2 15,-2 0 2-15,2 0 0 0,1 0 5 16,1 0-4-16,0 0-3 16,0 0-4-16,0-5-2 15,0-2-1-15,5-3-2 16,4 2 5-16,0-4-2 16,2 2-1-16,3-1 0 0,-3 1 1 15,0 0 1-15,0 3 0 16,0 4 1-16,-2 2-1 15,1 1-2-15,-2 0-2 16,1 4-1-16,0 6 7 16,-2 4-3-16,-3 3 0 0,-2 3 0 15,0 3-1-15,-2 2 1 16,-2 2-2-16,-8 0-3 16,0 0 0-16,-3-1 2 15,0-2 0-15,-1-5 1 16,3-4 2-16,1-1 0 0,2-7 0 15,3-1 0-15,1-5 1 16,2-1 0-16,2 0 3 16,0 0-1-16,2-7 0 15,4-3-2-15,5-1 7 16,-1 0-3-16,1 0 1 0,3-1 0 16,-1 2 0-16,0 0-2 15,1 3-1-15,-1 0-3 16,1 3 1-16,1 1-1 15,-1 2-2-15,-1-1-13 16,1 2-29-16,-4-3-24 0</inkml:trace>
  <inkml:trace contextRef="#ctx0" brushRef="#br0" timeOffset="156860.65">4779 14834 13 0,'0'0'28'0,"0"0"-28"0,0 0-8 0,0 2-5 0,0-2 1 15,0 1 14-15,0-1 0 16,0 0 19-16,0 0-2 16,-2 0 7-16,1 0-5 15,-1 0-8-15,2 0-3 16,-2 0-3-16,0 0-3 15,0 0-1-15,-2 0 1 0,3 0 1 16,-1 0-3-16,2 0 0 16,-2 0 0-16,2 0 0 15,0 0 0-15,-2 0 1 16,2 0 0-16,-2 0-2 0,2 0-1 16,-3 0 1-16,1 0-2 15,1 0 2-15,1 0-1 16,-2 1 0-16,2-1 0 15,-2 1 2-15,2-1-2 16,-2 1 0-16,2-1 0 0,0 1 0 16,0-1 0-16,0 0 0 15,0 0 1-15,0 0 1 16,0 0 12-16,-2 0 2 16,2 0-10-16,-2 0-2 15,1 0-4-15,0 0 0 16,0 3 0-16,1 1-2 0,-2 2 2 15,0-2-1-15,2 4 1 16,-2 1 0-16,2 0 0 16,0 1 0-16,0 0 0 15,0-1 0-15,0 0 0 0,2 3 0 16,4-3 0-16,1 0 0 16,3 0 0-16,-2-1 0 15,3 2-4-15,1-1 7 16,-4-1-2-16,3 0 0 15,-2 1 1-15,1-2-2 0,-4 2 1 16,-1-2-2-16,1 0 1 16,-4 0 1-16,-2 0-1 15,0 2 1-15,0 1-1 16,-2-2-1-16,-6 1 1 16,1-2-1-16,0-3-2 15,0-1 6-15,0-2-2 0,1-1 1 16,0 0 1-16,3 0-2 15,-4-3 0-15,2-1 0 16,3-3 0-16,0 1 0 16,0-1-3-16,2-1 1 15,0-1 0-15,0 1 2 0,0-1 0 16,0-1-1-16,0-2-1 16,4 0 2-16,3-1 7 15,0-4-8-15,0 0 0 16,1 1 0-16,-3 0 1 15,2 0-1-15,-3 0 0 0,-1 2 1 16,-1 1-1-16,-2 3 0 16,0 0 0-16,0 3 1 15,-6 0-1-15,-2 4 4 16,-1-1 4-16,-1 3-7 16,-2-1 0-16,1 2-1 0,2 0 0 15,-3 0-1-15,2 5-1 16,1 0 1-16,1 4-5 15,4-1-10-15,0 2-20 16,4 0-7-16,0-2-20 16</inkml:trace>
  <inkml:trace contextRef="#ctx0" brushRef="#br0" timeOffset="157491.03">5087 14628 128 0,'0'-10'16'0,"0"3"17"0,0 4-9 0,0 2-10 0,0 1-12 16,-2 2 4-16,-1 13-8 16,1 9 2-16,0 7 0 15,0 9 1-15,2 7 0 16,0 10 0-16,0 6 0 16,0 3 0-16,4 1 0 0,-1 2 0 15,1-3 0-15,-2-5-1 16,-2-7 2-16,0-9-2 15,0-5-6-15,0-10-28 16,-4-9-19-16,-3-11-15 16</inkml:trace>
  <inkml:trace contextRef="#ctx0" brushRef="#br0" timeOffset="157664.64">4956 15031 288 0,'0'0'14'16,"0"0"-3"-16,0 0-8 15,0 0-2-15,1-40-14 16,16 32-27-16,0-2-39 0,3-4-95 16</inkml:trace>
  <inkml:trace contextRef="#ctx0" brushRef="#br0" timeOffset="158924.44">4626 15733 86 0,'0'0'4'0,"0"0"2"0,0 0-5 0,0 0-1 0,0 0 0 16,0 0-1-16,0 0-1 15,0 0 0-15,0 0 4 16,0 0 0-16,0 0 4 16,0 0 5-16,0 0 1 0,-29-7-9 15,37 0-2-15,-2 0 0 16,3 0-4-16,3 2 4 15,-4 0-1-15,1 1 1 16,0 2-1-16,1 2 0 16,0 0-1-16,-3 0 1 15,2 0-3-15,-2 11 3 0,-3 1 0 16,0 2 1-16,-4 4-1 16,0 1 1-16,0-2-1 15,0 3 1-15,-2-2-1 16,-7-2 1-16,2-1-1 0,1-3 1 15,-1-1-1-15,3-2 0 16,-2-2 0-16,3-3 2 16,1 1-2-16,2-3 0 15,0-2 0-15,0 0-2 16,0 0 2-16,0 0 0 16,0 0 3-16,0 0 1 0,2-4 4 15,1-3 0-15,3 0-3 16,-2 1-2-16,3-2 1 15,-3 2-3-15,2-1 3 16,2 1-2-16,-1 1 1 0,1 0-2 16,2 1 0-16,-2 0-1 15,1 1 0-15,3 1 0 16,-3 0-1-16,2-1-3 16,0-2-39-16,-2-3-86 15</inkml:trace>
  <inkml:trace contextRef="#ctx0" brushRef="#br0" timeOffset="160568.49">4902 15622 79 0,'0'-2'6'0,"0"0"12"0,-1 2-2 0,-1-2-5 16,-2 2-3-16,2 0-5 15,-1 0 1-15,1 0-4 16,0 0 1-16,0 2 0 16,0 3-1-16,0 4 0 0,2 1 0 15,-4 5 0-15,3 3 1 16,1 2-1-16,0 0 0 15,0-2 0-15,3 1 0 16,3-5 1-16,-2 0-1 16,1-3 2-16,1-2-2 15,1-5 1-15,0-1 1 0,-4-3-3 16,3 0 3-16,-2 0 1 16,-1-1 10-16,1-8 6 15,0-1-7-15,-1-1-1 16,-3-2-3-16,2 0-2 15,-2-1-2-15,0 0-1 0,0-2-2 16,0 3 0-16,-5-1-2 16,-2 3 2-16,3 1-1 15,-2 3 0-15,-1 4-1 16,3 0-3-16,-3 3 5 16,4 0-2-16,-1 0-8 0,2 7-18 15,-1 3-7-15,3-4-13 16</inkml:trace>
  <inkml:trace contextRef="#ctx0" brushRef="#br0" timeOffset="160982.53">5255 15394 54 0,'0'0'4'0,"0"0"7"0,0 0-2 16,0 0 1-16,-10 45 1 15,10-26-3-15,-2 2-3 16,2 0 0-16,-2 5 3 16,0 0 4-16,0 0-2 0,-1 3-2 15,-1 0-1-15,0 3-4 16,-2-1-1-16,0-1 1 16,0-3-2-16,1-1 0 15,-1-4-1-15,0-3 1 16,1-1-1-16,0-3 1 0,1-1-2 15,1-3 1-15,-1-1-22 16,2-6-22-16</inkml:trace>
  <inkml:trace contextRef="#ctx0" brushRef="#br0" timeOffset="161188.87">5110 15729 208 0,'0'0'2'0,"0"0"20"16,0 0-12-16,0 0-9 16,0 0-4-16,0 0-20 15,0 0-24-15,0 0-21 16</inkml:trace>
  <inkml:trace contextRef="#ctx0" brushRef="#br0" timeOffset="161345.66">5371 15593 291 0,'0'0'6'16,"0"0"-8"-16,0 0-38 15,0 0-10-15,0 0-56 0</inkml:trace>
  <inkml:trace contextRef="#ctx0" brushRef="#br0" timeOffset="163005.25">4833 16452 88 0,'0'0'15'0,"0"0"4"0,0 0-4 0,0 0-5 0,0 0-6 16,0 0-3-16,0 0-1 16,0 4-1-16,0-4 0 15,0 3 1-15,0-3 0 16,-1 1 1-16,1-1 0 0,-2 0 0 15,2 0-1-15,0 0 1 16,0 0-1-16,0 0 0 16,0 0-1-16,0 0 0 15,-2 0 1-15,2 0 0 16,0 0 0-16,0 0 1 16,-2-1 0-16,2-2 2 0,0 2-2 15,0-2-1-15,0 0 1 16,0 3-1-16,0-3 1 15,-2 2 4-15,2-1 16 16,-3 2 5-16,2-1 1 0,1 1-1 16,-1 0-11-16,1 1-17 15,0 8 1-15,0 8 1 16,1 4 2-16,5 2-1 16,0 2-1-16,-1 4 1 15,1-5 0-15,-3 0 0 16,4-1-1-16,-3-2 0 0,-1-5 1 15,3-1-1-15,-2-3 1 16,1-1-2-16,4-2-30 16,-5-8-34-16,3-1-8 15</inkml:trace>
  <inkml:trace contextRef="#ctx0" brushRef="#br0" timeOffset="163416.34">4958 16484 187 0,'0'0'5'0,"0"0"1"0,0 0-5 0,0 0-2 16,0 0-1-16,0 0-5 16,0 0 5-16,0 0 2 15,0 0 1-15,0 0 0 0,-11 17 0 16,15-9-1-16,1 1 1 15,1 0 0-15,0-2-1 16,2 2 1-16,-2-4 1 16,3 1-2-16,-1-3 0 15,2-1-2-15,-1-1 0 0,0 0 3 16,2-1 2-16,-2 0 3 16,-2 0-3-16,2 0 3 15,-2 0-3-15,-1 0-2 16,-1 2-1-16,-1 2-1 0,-2 1 3 15,-2 1 0-15,0 4 2 16,0 2-2-16,-2-1 1 16,-3 0-1-16,-1 1-1 15,-1-3-1-15,0 2 0 16,1-6-1-16,3-1-48 16,-3-4-15-16</inkml:trace>
  <inkml:trace contextRef="#ctx0" brushRef="#br0" timeOffset="163593.26">5005 16496 198 0,'0'0'0'16,"0"0"20"-16,0 0-2 16,-7-40-15-16,16 27-2 15,2-2 0-15,5 2-1 16,1-1-2-16,0 1-31 0,4 0-27 15,-2-1-11-15</inkml:trace>
  <inkml:trace contextRef="#ctx0" brushRef="#br0" timeOffset="163963.23">5410 16094 103 0,'0'0'22'16,"0"0"-21"-16,0 0 0 0,0 0-1 15,0 0 1-15,0 0-1 16,-39 30 1-16,36-22 3 16,1 2-2-16,2 4 0 15,0 3 2-15,0 3-3 16,2 2 9-16,6 3-3 0,-2 1 2 15,-1-1-5-15,1 2-2 16,-2-1 2-16,2 2 0 16,-4 1 1-16,-2-1 3 15,2 1-3-15,-2-1-2 16,0-1 2-16,0 0-3 0,-2-2-1 16,0-3 0-16,-4-1 0 15,4-4-1-15,-2 0 0 16,0-3-24-16,0-4-21 15,1-3-33-15</inkml:trace>
  <inkml:trace contextRef="#ctx0" brushRef="#br0" timeOffset="164176.92">5293 16486 201 0,'0'0'7'0,"0"0"9"16,0 0-3-16,0 0-9 15,0 0-3-15,-7-40-1 0,12 37-2 16,1 0-19-16,3 1-28 16,-1 0-4-16,2-4-54 15</inkml:trace>
  <inkml:trace contextRef="#ctx0" brushRef="#br0" timeOffset="164347.5">5601 16311 191 0,'0'0'78'0,"0"0"-67"0,0 0 2 15,0 0-9-15,0 0-6 16,0 0-22-16,0 0-32 15,0 0-20-15,2 3-55 16</inkml:trace>
  <inkml:trace contextRef="#ctx0" brushRef="#br0" timeOffset="165665.74">5436 14581 58 0,'0'0'43'0,"0"0"-35"0,0 0 7 15,0 0-4-15,0 0-5 16,0 0 0-16,0 0-4 0,0 0-2 16,0 0 0-16,0 0-2 15,-20-36 1-15,22 35 1 16,5 1 0-16,4 0 0 15,0 0-1-15,2 0 2 16,3 0-2-16,-3 0 1 0,3 0 0 16,-3 1 0-16,1 2 0 15,-3 4 0-15,-2 1-1 16,0 2 1-16,-4 4 0 16,-1 3 1-16,-2 3-1 15,-2 4 1-15,0 4 0 0,0 1-1 16,0 2 0-16,0 4 0 15,2 1 0-15,0 1 0 16,3 1 1-16,2 1-1 16,-2 2 0-16,3-1 0 15,1 1 1-15,0-3-1 16,0-1 0-16,2-3 0 0,1-4 0 16,-3-4 1-16,1-5-1 15,2-7 0-15,-5-3 0 16,1-5 1-16,-1 0-1 15,0-6 1-15,-3 0-1 16,1 0 1-16,-3 0 3 0,0 0-1 16,0 0-2-16,-2 0-3 15,0 7-16-15,0 4 13 16,-2 4 3-16,-4 6-3 16,-4 3 3-16,4 5 2 0,3 2 1 15,1 1-2-15,2 2 2 16,0 1-1-16,2-1 0 15,7 2 0-15,3 0 0 16,-1 0 0-16,2 0 0 16,3 1-1-16,-2-1 1 15,1-2-1-15,3-2 1 0,-3-2 0 16,2-1 1-16,-3-1-1 16,3-1 1-16,-6-3 0 15,1 3-1-15,-2 0 1 16,-1 3-1-16,-5 1 0 15,-2 1 0-15,-2-1 0 0,0 0 2 16,-6-1-1-16,-5-6 4 16,-1-1 4-16,-3-2-1 15,-3-2-1-15,3-3-3 16,-1 4-4-16,0-5-1 16,0-1-32-16</inkml:trace>
  <inkml:trace contextRef="#ctx0" brushRef="#br0" timeOffset="167218.1">4962 16970 11 0,'-4'-3'3'0,"1"-1"9"0,1 0 4 0,-2 0 0 0,2-1 0 16,-2 3-1-16,3-1 3 16,-1 1-1-16,-3 2-2 15,5 0-3-15,-2 0-3 16,2 0-6-16,0 0-6 15,0 0 0-15,0 6 1 16,0 4 2-16,0 3 2 0,0 2 0 16,0 2 1-16,2 2 1 15,0 1 0-15,1-1-1 16,-1 2 0-16,-1-2 0 16,3 1-2-16,-2-1-3 15,0-1 6-15,2 2 0 16,1-3-7-16,1-1-17 0,0-4-18 15,0-4-23-15</inkml:trace>
  <inkml:trace contextRef="#ctx0" brushRef="#br0" timeOffset="167927.42">5097 16967 99 0,'0'0'12'16,"0"0"10"-16,0 0-18 0,0 0-3 15,0 0 0-15,0 0 9 16,0 0 2-16,4 37-5 15,0-23-3-15,-1-1-3 16,1 2 0-16,-2-3-1 16,0 2 2-16,-2-1-2 0,0 0 1 15,0 0 0-15,0-2 3 16,0 3-3-16,-2-4-2 16,-3-1-3-16,3-1-2 15,0-4 4-15,0-3 3 16,0-1 0-16,2 0 0 0,0-5 4 15,0-3-3-15,0-1 2 16,4-1-1-16,0-1 0 16,3 4 0-16,3 0 3 15,-2 1-4-15,1 1 0 16,-2 2-1-16,2 1 0 0,0 0-1 16,-1 2 0-16,-1 0 0 15,1 0 1-15,0 0-1 16,-3 0 0-16,3 0 0 15,-3 0 0-15,-2-2-3 16,1-1-15-16,-2-1-2 16,-2-3-3-16,0 0 6 0,0 0 2 15,0-1 8-15,0 2 6 16,0 0 1-16,-4 1 1 16,0 2 11-16,0 1 11 15,2 0 1-15,0 1-4 16,2 1-4-16,-2 0-8 0,2 0-6 15,0 5-4-15,0 3 2 16,0 5 0-16,0 3 2 16,0 2-1-16,2 1 0 15,2 3 0-15,0-1 0 0,0 2-1 16,2-1 0-16,-1 1-24 16,1-3-31-16,1-6-16 15</inkml:trace>
  <inkml:trace contextRef="#ctx0" brushRef="#br0" timeOffset="168325.72">5387 16820 41 0,'0'0'7'0,"0"0"5"0,0 0 0 0,0 0-6 16,0 0-3-16,0 0 6 15,0 0 7-15,0 0-2 16,-5 52-5-16,8-30 0 0,1 1-2 16,2 3-2-16,-3-2-2 15,4 3 1-15,-3-3-3 16,0 1 1-16,1-3-1 16,-1-2 1-16,-2 0 0 0,-1-3-1 15,1 1-2-15,0-7-26 16,-2-4-26-16</inkml:trace>
  <inkml:trace contextRef="#ctx0" brushRef="#br0" timeOffset="168489.59">5372 17008 124 0,'0'0'74'15,"0"0"-53"-15,0 0 17 16,0 0-17-16,0 0-13 15,0 0-6-15,0 0-9 0,0 0-38 16,-21-28-25-16,30 21-15 16</inkml:trace>
  <inkml:trace contextRef="#ctx0" brushRef="#br0" timeOffset="168639.31">5583 16894 229 0,'0'0'24'0,"0"0"-12"16,0 0 2-16,0 0-14 16,0 0-2-16,0 0-22 0,0 0-34 15,8 18-42-15</inkml:trace>
  <inkml:trace contextRef="#ctx0" brushRef="#br0" timeOffset="169656.69">5099 17493 38 0,'0'0'2'0,"0"0"-1"0,0 0 0 0,0 0-1 15,0 0 7-15,0 0 13 16,0 0 1-16,-25-40 1 16,21 36 2-16,-1 0 11 0,0 1-4 15,3 1-11-15,-2 2-5 16,3 0-10-16,0 0-4 16,1 0-2-16,0 9-1 15,0 2 2-15,0 3-1 16,0 4 2-16,6 3 1 0,1 0-1 15,-4 1-7-15,3 0 3 16,-2-1 11-16,1-1-7 16,-1-3-1-16,3 0-1 15,-2-4-9-15,-1 0-29 16,0-6-25-16,1-5-28 0</inkml:trace>
  <inkml:trace contextRef="#ctx0" brushRef="#br0" timeOffset="169948.49">5217 17480 85 0,'0'0'14'0,"0"0"-12"15,0 0-1-15,0 0-2 16,0 0-11-16,0 0-1 0,0 0 1 16,0 0 7-16,0 0 6 15,-7 7-1-15,7-7-6 16,0 0-38-16</inkml:trace>
  <inkml:trace contextRef="#ctx0" brushRef="#br0" timeOffset="170375.56">5217 17480 2 0,'-7'2'42'16,"7"-4"-20"-16,0 1-12 15,0-1-5-15,0 1-4 16,0 0 0-16,0 0-1 16,0 0 0-16,0 1 1 0,0-1-1 15,0-1 1-15,-2 1 11 16,-1-2 1-16,1 0 2 15,0 2 1-15,2-2 1 16,-2 3-2-16,0-1 1 16,0 1-4-16,2 0-3 15,0 0-3-15,0 0-4 0,0 0-3 16,0 0-5-16,0 4 5 16,0 4-1-16,0 2 3 15,4 3-1-15,1 2 3 16,1-3-2-16,-2-1-1 15,0 1 1-15,-2-1 0 0,2-3 0 16,0 0 0-16,-2-1-1 16,-1-3 1-16,2 0 0 15,0-2-1-15,-1-1 3 16,0-1-4-16,0 0-2 16,1 0 4-16,2 0 2 0,1-2-1 15,1-3 0-15,1-2-2 16,2 0 0-16,1-2 1 15,0-1-1-15,1 3 0 16,0-1 0-16,0 1-21 16,-3-2-24-16,-2 2-3 0</inkml:trace>
  <inkml:trace contextRef="#ctx0" brushRef="#br0" timeOffset="170787.54">5313 17433 91 0,'0'0'8'0,"0"0"-3"0,0 0-3 0,0 0-1 0,0 0-1 16,0 0 1-16,0 0 2 15,0 0 5-15,0 0-4 0,0 47-1 16,4-33-2-16,3 3 0 15,-2-1 0-15,1 0 0 16,1 2-1-16,0-2 2 16,-3-1-2-16,3 2 0 15,-1-2 2-15,-3-1-1 0,6-3-3 16,-5-1-16-16,1-4-28 16</inkml:trace>
  <inkml:trace contextRef="#ctx0" brushRef="#br0" timeOffset="171634.61">5222 17514 92 0,'0'0'12'0,"0"0"18"0,0 0-7 0,0 0-4 15,0 0-6-15,0 0 1 16,0 0 1-16,-27-39-1 16,27 30-3-16,0-1-7 0,0 2-3 15,4 0-1-15,5 4 0 16,0 0 0-16,2 2-1 16,0 2-1-16,1 0 2 15,1 5-2-15,-3 7 1 16,2 3-2-16,-1 2 2 0,-2 3-8 15,-2 1-2-15,-3-1 2 16,-1-2 0-16,-1 1 4 16,-2-5-31-16,0-2 42 15,0-4-5-15,0-3 0 16,0-2 3-16,0-3-5 0,0 0-4 16,0 0-1-16,0 0 6 15,0 0 4-15,2-2-1 16,2 0-3-16,-2 1 1 15,3 1-1-15,2 0-1 16,-2 0 1-16,1 2-3 0,3 4 6 16,-3 3-1-16,0 0 0 15,0 2-2-15,-3 0 0 16,-2-1 0-16,-1 1 0 16,0-1 0-16,-1 0 0 15,-4-2 1-15,-5 0 0 16,4-5 1-16,-1-1 3 0,1-2 12 15,-1 0-8-15,0-1-4 16,2-9-4-16,1-3-1 16,4-5-6-16,-2-5-36 15,2-3-50-15</inkml:trace>
  <inkml:trace contextRef="#ctx0" brushRef="#br0" timeOffset="171784.54">5425 17480 175 0,'0'0'23'0,"0"0"-19"0,0 0-2 0,0 0-2 15,0 0 0-15,0 0-33 16,0 0-21-16,0 0-36 16</inkml:trace>
  <inkml:trace contextRef="#ctx0" brushRef="#br0" timeOffset="172239.37">5570 17330 96 0,'0'0'40'16,"0"0"-38"-16,0 0-1 16,-8-42 0-16,5 34 0 15,-4 1-1-15,0 1 1 16,1 2 6-16,-1 2 5 15,1 2 1-15,0 0-1 0,2 2-9 16,0 8 1-16,-1 2-1 16,3 3-3-16,2 2 2 15,0 1-22-15,0-1 28 16,2 0-1-16,5-3-4 16,0-2 1-16,4-1-4 15,-2-2 0-15,4-1 1 0,-1-1 0 16,-2 0-2-16,2-1 3 15,-3 1-1-15,-3 1 0 16,-1-3-2-16,-3 1 1 16,-2 0-2-16,0 1 3 0,0-2 1 15,-2 0-2-15,-5 0 3 16,-2-1-1-16,0-1 1 16,0-3 2-16,-1 0 5 15,0-3 2-15,3-6-3 16,1-3-6-16,4-5 3 0,2-1-6 15,0-4-2-15,9-2-16 16,5-1-28-16,0-2-21 16</inkml:trace>
  <inkml:trace contextRef="#ctx0" brushRef="#br0" timeOffset="172459.29">5735 17128 163 0,'0'0'7'0,"0"0"-2"0,0 0 8 0,0 0-12 16,0 0 1-16,0 0-2 15,0 0-1-15,-15 42 2 16,15-22-1-16,0 0 1 16,7 4-1-16,3 2 1 15,2 2-1-15,-1 2 3 16,1 4-3-16,-2 0-41 0,-3-5-22 15</inkml:trace>
  <inkml:trace contextRef="#ctx0" brushRef="#br0" timeOffset="172622.91">5713 17362 261 0,'0'0'3'0,"0"0"22"15,0 0-3-15,0 0-16 0,-29-38-6 16,29 34-11-16,7 4-38 16,-1-2-60-16</inkml:trace>
  <inkml:trace contextRef="#ctx0" brushRef="#br0" timeOffset="173021.35">5282 17916 132 0,'0'0'10'0,"0"0"44"16,0 0-14-16,0 0-6 0,-39-23-7 15,37 23-11-15,2 0-12 16,0 10-2-16,5 7-4 15,6 1 3-15,2 4 0 16,3 2 0-16,-1 0-2 16,4 1-10-16,-2-3-15 0,-1 1-19 15,-3-6-42-15,-1-3-48 16</inkml:trace>
  <inkml:trace contextRef="#ctx0" brushRef="#br0" timeOffset="173408.45">5364 17970 229 0,'0'0'13'0,"0"0"15"15,-27-39-12-15,25 27-8 16,2 2-5-16,0 2-3 16,5 2 0-16,2 2 0 0,1 4 0 15,3 0-4-15,3 2-3 16,-1 8 0-16,1 3-4 15,-1 3 4-15,1-1 5 16,-1-2 2-16,-2 1-1 0,1-2 2 16,-3-2-1-16,3-5 2 15,2 2-1-15,-3-4-1 16,3 1 0-16,-1-2 2 16,3 1-2-16,-7 0 0 15,1-2 0-15,0 6 0 0,-6-3 0 16,-1 4 0-16,-3 0-7 15,0 1 6-15,-2 3-5 16,-6 0 12-16,-1-1-1 16,1 2-2-16,-1-4-3 15,4 0 0-15,0-6-15 0,3-3-36 16,2-3-28-16</inkml:trace>
  <inkml:trace contextRef="#ctx0" brushRef="#br0" timeOffset="173542.02">5639 17946 206 0,'0'0'3'15,"0"0"-2"-15,0 0 0 16,0 0-16-16,0 0-44 16,0 0-28-16</inkml:trace>
  <inkml:trace contextRef="#ctx0" brushRef="#br0" timeOffset="173889.78">5708 17819 231 0,'0'0'0'0,"0"0"14"15,0 0-2-15,0 0-5 16,0 0-6-16,0 0-1 15,0 0 0-15,6-22-3 0,4 22-4 16,-1 0 1-16,1 0 1 16,1 4 3-16,-1 6-2 15,0 2 2-15,-6 3-12 16,0 1 7-16,-2 0 6 16,-2 2 2-16,0-3 0 0,0-3 2 15,0-4 9-15,0 1-1 16,0-5-3-16,0-4-5 15,0 0-4-15,5-3 5 16,2-8-1-16,7-5-1 16,-1-2-1-16,5-6-1 0,-1-4-31 15,1-3-63-15</inkml:trace>
  <inkml:trace contextRef="#ctx0" brushRef="#br0" timeOffset="174104.55">6006 17538 216 0,'0'0'5'15,"0"0"3"-15,0 0-1 16,0 0-7-16,0 0 1 16,-18 50-2-16,18-26 2 0,0 2 0 15,1 6-1-15,7 6 1 16,-3 0 0-16,3 1-1 15,0 3-11-15,-2-2-34 16,-4-4-32-16</inkml:trace>
  <inkml:trace contextRef="#ctx0" brushRef="#br0" timeOffset="174274.46">5914 17861 162 0,'0'0'-5'0,"-23"-38"58"15,13 23-9-15,5 5-13 16,3 2-15-16,2 1-12 16,0 2-4-16,7 3-4 15,5 0-22-15,2 1-34 16,0-2-60-16</inkml:trace>
  <inkml:trace contextRef="#ctx0" brushRef="#br0" timeOffset="174646.04">5635 18293 226 0,'0'0'17'0,"0"0"12"16,0 0-16-16,0 0-12 15,-25 36-1-15,25-18 0 0,6 2 0 16,6 1-4-16,1 0-14 16,1-1-7-16,1 0-13 15,-3-2-23-15,1-1-5 16</inkml:trace>
  <inkml:trace contextRef="#ctx0" brushRef="#br0" timeOffset="175015.67">5737 18310 271 0,'0'0'5'0,"0"0"4"0,0 0 5 16,-13-39-10-16,13 28-3 16,0 2-1-16,2 2 0 15,5 4-2-15,-1 2-15 16,2 1-1-16,-2 3 3 15,-1 10-5-15,1 4-8 0,-2 3-10 16,-3 0 40-16,4-1 3 16,-5-2-4-16,2-1 1 15,0-5-1-15,2-4 2 16,3-2 2-16,0-3 0 16,4-2 0-16,-2 0-2 0,2 0-1 15,0 0-1-15,0 0 0 16,-4 0-1-16,-1 0 1 15,-2 1-1-15,-2 3 0 16,-2 2-3-16,0 2 3 16,-3 2 4-16,-4 0-5 0,-2 1-20 15,-2-5-47-15</inkml:trace>
  <inkml:trace contextRef="#ctx0" brushRef="#br0" timeOffset="175185.72">5939 18260 304 0,'0'0'3'16,"0"0"3"-16,0 0-2 0,0 0-5 16,0 0-21-16,0 0-50 15,0 0-29-15</inkml:trace>
  <inkml:trace contextRef="#ctx0" brushRef="#br0" timeOffset="175519.68">6028 18195 286 0,'0'0'-18'0,"0"0"19"0,0 0 1 15,0 0-3-15,-20 39-7 16,20-29-14-16,4 1 8 16,6-3 7-16,-3-1 1 15,3-3 1-15,2-2-1 0,-3-2 8 16,1 0 3-16,-3 0 0 16,-2-5 4-16,-2-5 2 15,-2 0 3-15,-1-1 0 16,0-2-1-16,-2 0 1 15,-7 1-5-15,-2 0-1 0,0-1-4 16,-1 2-1-16,0 3-1 16,5 1-4-16,-3 1-16 15,4 2-28-15,1-1-78 16</inkml:trace>
  <inkml:trace contextRef="#ctx0" brushRef="#br0" timeOffset="175654.97">6098 18202 280 0,'0'0'1'15,"0"0"2"-15,0 0-4 0,0 0-16 16,0 0-58-16</inkml:trace>
  <inkml:trace contextRef="#ctx0" brushRef="#br0" timeOffset="176719.56">5893 16723 85 0,'0'0'3'0,"0"0"11"0,0 0 1 0,0 0-6 0,0 0-5 16,0 0 0-16,0 0-3 15,0 0-1-15,0 0 1 16,0 0 0-16,-13-32 4 16,20 29 0-16,-3 0-2 15,4 1-2-15,-1 2 0 16,3 0-1-16,0 0 0 0,-3 10-2 15,3 3 0-15,-1 4 3 16,-2 6-2-16,0 0 0 16,-1 4 1-16,-3 0 0 15,-1 2 1-15,2-2-2 16,-2 2 6-16,0-4-3 0,1-3 1 16,2-4-2-16,-1-1 0 15,1-7 1-15,3-2-1 16,-2-3 0-16,2-2-1 15,-2-3-2-15,-1 0 6 0,-1 0-2 16,0 0 1 0,-4 0 0-16,0 0 2 0,0 0 2 15,0 0-4-15,0 0-2 16,0 0-2-16,0 2-2 16,-2 4-16-16,2 4 11 15,-2-1 2-15,2 3 5 0,0 1 1 16,0 0 0-16,0 4 0 15,5-1-6-15,4 1 6 16,-2 1 3-16,1 0-1 16,1 2-2-16,-1-1 1 15,2 4 0-15,-1-3-1 0,1 4 2 16,0-3 2 0,1 2-3-16,1 0 1 0,-1 1-1 15,3 2-1-15,-3 0 1 16,2 3 1-16,3 3-2 15,1 1 0-15,-1 4 0 0,-1 1 0 16,2 1 0-16,-2-1-2 16,-1 2 2-16,-1-5-3 15,-2 1 5-15,-2-1-2 16,-3-2 0-16,-1-2 1 16,-3 0 1-16,-2-1-2 0,0-3 0 15,0-1 1-15,-6-6 0 16,-1-2 0-16,-4-7-2 15,-5-6-34-15</inkml:trace>
  <inkml:trace contextRef="#ctx0" brushRef="#br0" timeOffset="177874.39">5769 16852 77 0,'0'0'6'0,"0"0"12"0,0 0-4 0,0 0-5 16,0 0-1-16,0 0-1 16,0 0 0-16,0 0 1 15,0 0 0-15,0 0 3 0,0 0-1 16,0 0-4-16,0 0 1 16,-30-41-4-16,30 34-1 15,0-1-1-15,2 0-1 16,4 1 0-16,0 0-1 15,3 3 0-15,-2-2 1 16,4 4-1-16,0 0 1 0,1 1-1 16,-1 1 1-16,2 0 0 15,-1 0 0-15,0 0 0 16,2 5-2-16,-3 1 2 16,0 1-3-16,-1 1 2 15,-2 0 1-15,-1 0-1 0,-1 2 3 16,2-1 0-16,-2 2-1 15,-2 2-1-15,1 0 0 16,1 2 0-16,-1 3 0 16,0 0 2-16,-1-1-2 15,1 3 0-15,-3 1 0 0,0-1 0 16,0-2 0-16,0 2 0 16,-1 0 0-16,3-1 0 15,-2 1 1-15,2-1-1 16,1 1 1-16,2-2 0 15,-2-2 0-15,5 1 0 16,0-3-1-16,0-2 0 0,2-2 1 16,1-2 1-16,-2-2-5 15,1-4 2-15,-1-2-1 16,-4 0 4-16,1 0 4 16,-3-2 3-16,-1-2-2 0,-1-2 0 15,-1 3-4-15,-2 2-1 16,0 1 2-16,0 0 5 15,0 0-8-15,0 7 1 16,0 4-1-16,0 3-2 16,0 3 3-16,0 5-2 15,6 3 0-15,1 5 0 0,5 0 1 16,1 3-1-16,1 0 0 16,-1 1 0-16,2-3 1 15,-1 0-1-15,1 0 0 16,-1-3 0-16,1 1 1 0,1 0-2 15,-1 0 2-15,1 2 0 16,2-1-1-16,-2 2 0 16,-1 0 0-16,1 2 1 15,-1 2-2-15,1-1 2 16,-5 2-1-16,1-3 0 16,-6 0 0-16,-1-5 0 0,-3-5 0 15,-2-1 0-15,0-5 0 16,-2-1 2-16,-5-2-1 15,-1-1-1-15,-4-3 2 16,1-2-2-16,-5-4-14 0,-3-5-47 16,-2-4-27-16</inkml:trace>
  <inkml:trace contextRef="#ctx0" brushRef="#br0" timeOffset="178891.45">5803 16770 85 0,'-8'0'0'0,"0"0"4"0,-1 4-2 0,0-1-1 16,2 3 2-16,-1-3-3 0,3-1 4 15,-3 0 3-15,4-2 8 16,0 0 0-16,2 0-5 16,2-5-8-16,0-3 0 15,0-2 1-15,4-3-4 16,6-1 1-16,1 0-1 15,2 1 1-15,2 2 0 16,1 4 0-16,2 2 0 16,-2 5 0-16,-1 0 0 0,1 6 0 15,-2 8-2-15,0 3 1 16,-1 5 2-16,-3-1-1 16,0 7-1-16,-4 1 1 15,-1 3-2-15,-1 2 3 16,-2 2-2-16,-2-2 1 0,2 0 4 15,-2-1 1-15,2-2 0 16,-1-4-4-16,5 0 1 16,1-2 0-16,0-3-2 15,1-1 1-15,4-5 0 16,-1-2 0-16,2-3 2 0,1-3-2 16,-1-3 0-16,3-2-3 15,-1-3 2-15,0 0 2 16,-2 0 1-16,0-3-1 15,-4-4 0-15,-3 0 2 16,-1 1 0-16,-3 1 3 0,-2 2-4 16,0 2 7-16,0 1 6 15,0 0-14-15,-2 5-1 16,-2 8 0-16,3 2-2 16,1 5 0-16,0 6 0 0,0 2 1 15,7 2 0-15,5 6 0 16,1 2 1-16,3 3-1 15,1 0 0-15,2 3 0 16,2-2 0-16,0 0 0 16,1-6 1-16,1-4-2 0,-4-5 1 15,2-3-1-15,-4-2 3 16,1-2-2-16,-5-2 1 16,3 1 2-16,-3-1-2 15,-1-1 4-15,-3 3-1 16,-3 1-2-16,-2-1 0 15,0 4 1-15,-4-1-2 0,0 4 0 16,-7-4 0-16,-2 7 0 16,-4-1-2-16,-6 0-27 15,-7-3-7-15,-1-4-38 16</inkml:trace>
  <inkml:trace contextRef="#ctx0" brushRef="#br0" timeOffset="179774.45">5753 16680 45 0,'0'-1'28'0,"0"-6"-10"0,0-2-7 0,2 0-1 0,5-2-2 15,3 2-3-15,0-1 2 16,-1 4-4-16,3 3-2 15,-1 3 0-15,-1 0-1 16,3 4 0-16,-1 9-1 16,1 7 0-16,-1 4 2 15,1 6-1-15,-1 6-2 0,-5-1 4 16,1 6-1-16,-4-2 0 16,1 0 2-16,0-2 9 15,-1-3 2-15,3-2-6 16,-1-7-3-16,6-2-2 15,-3-5 1-15,4-5-1 0,-3-4-3 16,2-2 0-16,-3-3 1 16,-1-4-12-16,-2 0 16 15,-1 0-4-15,-2 0 1 16,0 0 5-16,-3 0 6 16,0 0 24-16,0-3 1 0,0 0-32 15,-4 2-11-15,1 1 3 16,1 0-6-16,2 0 3 15,0 13 5-15,0 3-27 16,7 8 16-16,4 5 12 16,7 4 5-16,0 7-5 0,1 1 0 15,4 2-1-15,2-1 2 16,2 1-2-16,-1 0 1 16,1-7-1-16,-2 1 1 15,-1-3-1-15,-3-4 0 16,-4-1 1-16,-3-1 2 15,-3-1-3-15,-5 0 1 0,-4 0-1 16,-2 1 1-16,0 1-1 16,-4 0 0-16,-7 3 0 15,-3 2 1-15,-3 1-11 16,-7 1-77-16</inkml:trace>
  <inkml:trace contextRef="#ctx0" brushRef="#br0" timeOffset="181750.57">4316 17227 83 0,'0'6'6'0,"0"-3"-6"0,0-3-12 0,8 0 5 0,4 0 4 16,5 0 8-16,6-6-3 15,4-4 2-15,3-4 3 0,9-2-1 16,4-2 2-16,6-6-5 16,5-2-1-16,6-3 1 15,3-6-2-15,4-3-1 16,5-2 2-16,-1-4 13 15,7-2 0-15,0 0 8 0,6 0-4 16,7 2-11-16,1 2-3 16,2 2-2-16,0 3-3 15,1 2 1-15,-3 2 0 16,-5 0 0-16,-7 1 9 16,-1 2 4-16,-6-1 3 0,-2 2-2 15,-7-1-4-15,-3 2-5 16,-2 2-3-16,-7 2-1 15,-1 1-2-15,-6 2 1 16,-2 1-2-16,-5 3-3 16,-3 3-40-16,-10 0-51 0</inkml:trace>
  <inkml:trace contextRef="#ctx0" brushRef="#br0" timeOffset="182426.01">4276 17302 112 0,'0'0'2'0,"0"0"-1"0,0 0 0 15,38-9 0-15,-18-1 1 16,5-3 0-16,6-3 0 0,7-2 0 16,4-3-2-16,7-2 0 15,8-3 3-15,5-2-1 16,3-2 0-16,4-6-1 16,4 0 0-16,4-5 0 15,4-2-1-15,1-3 3 0,5-1 5 16,7-2 1-16,4 0 2 15,4 0-1-15,2 0-3 16,1 0-2-16,2 2-1 16,-2-1-1-16,1 2 0 15,-2 2-3-15,-4 2 0 0,0 4 0 16,-2 0 0-16,-2 3 0 16,-9-1-44-16,-9 2-11 15</inkml:trace>
  <inkml:trace contextRef="#ctx0" brushRef="#br0" timeOffset="184084.57">5405 14523 52 0,'-2'0'5'0,"-2"0"4"0,3 0-1 0,1 0 7 16,0 0-3-16,0 0-7 15,0 0-7-15,2 0 4 16,7 0 1-16,0-1 3 16,2 1-1-16,5 0-3 15,-1 0-1-15,1 4-1 0,0 6-1 16,4 4 0-16,-4 2 1 15,-3 2 0-15,0 5 1 16,-1 0-1-16,-4 2 0 16,-1 2 1-16,0 0-1 0,-2 0 0 15,1 2 0-15,-4 0 1 16,1 3 0-16,1 2 0 16,-2 4-1-16,-2 3 1 15,2 2 0-15,0-2 0 16,2-2-1-16,2-4 0 15,0-4 1-15,3-7-1 16,1-1 2-16,-1-5-1 0,3-2 0 16,0-3 0-16,1-3 0 15,-2-3 0-15,3-1 0 16,-3-1 1-16,-1-3 0 16,0 0 0-16,-1-2 0 0,-3 1-2 15,-3 0 0-15,2 0 0 16,-3-1-1-16,-2 2-3 15,0 2 0-15,0 2 3 16,0 1 0-16,0 3 1 16,0 4-1-16,-6 4 2 0,4 2-2 15,0 5 1-15,2 3 0 16,-2 3 0-16,2 2 0 16,0 1 0-16,0 0 0 15,0 0 1-15,0-1-1 16,4 1 0-16,2-1 0 0,2 1 1 15,1 1-1-15,0 1 0 16,3 0 0-16,-1 3 0 16,2-2 0-16,0 1 1 15,-2 2-1-15,3 0 0 16,-1-2 0-16,1-3 0 0,-3-1 0 16,-2-5 1-16,2-2 0 15,-4-1 1-15,-1-2-1 16,1 0 2-16,-2-3-1 15,-3 3-1-15,0-1 0 16,-2-2 0-16,0-2 0 0,0-2-1 16,-7 1 1-16,0-6-1 15,-3 3 1-15,1-3 0 16,-5-1 0-16,1-2 1 16,-1 0 0-16,-1-4 0 15,1-1-1-15,1-1-1 16,2-3 0-16,-1 0-7 0,-1-3-33 15</inkml:trace>
  <inkml:trace contextRef="#ctx0" brushRef="#br0" timeOffset="184988.54">5787 16695 77 0,'0'-10'4'0,"0"0"-3"0,0 3-1 0,0 0-5 16,2 1-11-16,2 3-10 15,-1 0 8-15,4 2 9 16,-5 1 4-16,2 0 2 16</inkml:trace>
  <inkml:trace contextRef="#ctx0" brushRef="#br0" timeOffset="185849.9">5836 16776 15 0,'0'0'41'0,"0"0"-12"15,0 0-13-15,0 0-2 16,0 0-2-16,0 0-4 16,0 0-3-16,0 0 2 15,-22-36-3-15,22 26-2 0,0 2-1 16,0-1 0-16,2 2-2 15,4 1-1-15,3 3 3 16,1-1-1-16,-1 3-1 16,1 1 1-16,4 0-1 15,-3 0 1-15,3 6-1 0,-1 2 1 16,1 3-2-16,1 2 1 16,-2 6 1-16,1 0 2 15,-1 1-2-15,-1 3 0 16,-3 3 1-16,1-2-1 15,-4 2 0-15,2-1 1 0,-3 1-1 16,-1-2 1-16,2 1-1 16,-3-3 1-16,4 2-1 15,-3-3 1-15,1 2-1 16,1-3 1-16,-2-1-1 16,1-2 0-16,2-2 2 0,-2-4-4 15,1-3 4-15,-2-3-2 16,-1-3-2-16,1-2 0 15,-2 0 3-15,0-2 2 16,2-7 1-16,-2 0 0 16,-2 0-3-16,1 2 1 0,-1 0 1 15,0 1-2-15,0 5 0 16,0-1 1-16,0 2 0 16,0 0-2-16,0 3-2 15,0 8 0-15,0 1 0 16,1 6-1-16,3 2 5 0,0 3-2 15,3 5 0-15,1 4 0 16,0 3 1-16,3 4-1 16,3 4 1-16,-1 1-1 15,5 3 0-15,3 0 1 16,4-1-1-16,3 3 1 16,0-2 0-16,2 0-1 0,-3-2 0 15,0-5 1-15,-2 0-1 16,-4-6 1-16,0-3-1 15,-2-1 0-15,-1-4 1 16,-3-1 0-16,-1-1-1 16,-1-5 1-16,-3-2 1 0,-4-1-4 15,-3-4 4-15,-1 1-1 16,-2-3-1-16,0 3 0 16,-5-2 0-16,-6 3 1 15,0-2-1-15,-2-1 0 16,-5 1-1-16,5-3 2 0,-2-3-2 15,2-4-37-15,0-2-56 16</inkml:trace>
  <inkml:trace contextRef="#ctx0" brushRef="#br0" timeOffset="188241.23">2678 15543 99 0,'0'0'8'0,"0"0"-5"0,0 3-4 0,0 2 2 0,0-2 0 16,0 3-1-16,0 0 1 16,-2-3-2-16,2 0 2 0,0-2-1 15,0-1 7-15,-2 0 11 16,1 0-6-16,-1 0 2 15,2-4-6-15,-2-4-6 16,2 1-2-16,0-4 1 16,0-1-2-16,0 0 2 0,0-3 0 15,2-2-1-15,5 0 0 16,-3-1 1-16,1 2-1 16,0 2 0-16,1 4 0 15,-3 0 1-15,3 3-2 16,0 4 0-16,1-1 1 0,0 3-1 15,2-2 0 1,2 3 0-16,3 0 0 0,-4 0 1 16,1 0-1-16,3 3-4 15,-5 7 1-15,-2 2 3 16,0 4-2-16,-3 0 1 16,1 1 1-16,-3-2 0 0,-2-2 0 15,2-2 1-15,-2-1-1 16,0-4 1-16,0-3 0 15,2 1 0-15,-2-2-1 16,2-2 0-16,0 0-1 16,1 0 2-16,-1 0 0 0,1-3 1 15,-1-4-2-15,2-1 2 16,-1-3-1-16,1 0-1 16,-2-2 1-16,2-1 0 15,-2-2 0-15,3 1 0 0,-3-1 0 16,3 0 0-16,-3 1 0 15,3 1 0-15,-3 1 0 16,0 2 1-16,0 3 0 16,-1 2-1-16,3 1 1 15,-4 3-1-15,4 0-3 16,-2 2 3-16,3 0-2 0,0 0-1 16,2 0 2-16,3 7 1 15,0 0 0-15,-1 1 0 16,1 4 0-16,2 1-1 15,-3 3 1-15,-1 4 0 16,-1 3-1-16,-2 0 1 0,-3 2-1 16,-2 1 2-16,0 0-1 15,0-1 0-15,0 2 0 16,0 3 0-16,0 0 1 16,0 5-1-16,0 4 0 15,0 2 1-15,5-1-1 0,-1 1 0 16,2 1 0-16,-1-3 0 15,4 2 1-15,-2-3-1 16,1-1 0-16,1-4 0 16,3-3 2-16,-3-5-4 15,1-3 4-15,3-7-1 0,-1-2 0 16,0-5 1-16,-1-5 0 16,0-1 3-16,-1-2 10 15,0 0 5-15,1-10 1 16,-4-2-3-16,4-3-5 15,-2-4-10-15,5-2 0 16,-3-3-4-16,-2-5-47 0,0-5-151 16</inkml:trace>
  <inkml:trace contextRef="#ctx0" brushRef="#br0" timeOffset="197847.61">5670 16649 34 0,'0'0'36'0,"0"0"-14"0,0 0-11 16,0 0-6-16,0 0-3 0,0 0 2 15,0 0-2-15,0 0-1 16,0 0 2-16,0 0-3 16,7-37 1-16,2 30 0 15,2-1 1-15,5-1-1 16,2-1-1-16,4 0-1 0,3-3 5 15,4-2-2-15,4-1 1 16,3-2 1-16,2-2-1 16,0-1-1-16,3-1 2 15,-4 1 0-15,1-2-1 16,0 1 2-16,-3 2-2 16,-2 3 1-16,-4 3-2 0,-5 2 3 15,-4 2-2-15,-3 6-1 16,-5 1-2-16,-3 3-1 15,-5 0-18-15,-4 0-41 16</inkml:trace>
  <inkml:trace contextRef="#ctx0" brushRef="#br0" timeOffset="198593.06">5999 17122 79 0,'0'0'7'0,"0"0"3"0,0 0 4 0,25-52 0 15,-16 34 6-15,2 1-12 16,4-2-2-16,-1 0-3 16,2-1-1-16,-1 3-2 0,3 0 2 15,-3 3-2-15,2 1 0 16,-3 2 0-16,1 2 0 16,-2 3-2-16,0 0 1 15,0 1-2-15,-1 1-2 16,1 1-3-16,-4 1-10 0,1 1-11 15,-2 0-51-15</inkml:trace>
  <inkml:trace contextRef="#ctx0" brushRef="#br0" timeOffset="198920.08">6145 17114 134 0,'0'0'5'15,"0"0"-2"-15,13-36 8 16,-5 16 2-16,4-1-4 16,1-3-6-16,1 1-2 15,-1 0-1-15,3 3 0 0,-1 5-3 16,-2 2-15-16,-3 7-16 16,-3 2-28-16</inkml:trace>
  <inkml:trace contextRef="#ctx0" brushRef="#br0" timeOffset="199118.93">6178 17172 179 0,'0'0'-41'15,"0"0"43"-15,0 0-3 0,0 0 2 16,0 0 0-16,0 0 2 15,0 0 4-15,0 0 0 16,-14 11-27-16,18-14 7 16,2-5-46-16</inkml:trace>
  <inkml:trace contextRef="#ctx0" brushRef="#br0" timeOffset="199731.2">6187 16504 115 0,'0'0'-26'0,"0"0"27"0,37 32-1 0</inkml:trace>
  <inkml:trace contextRef="#ctx0" brushRef="#br0" timeOffset="203460.07">3082 16628 6 0,'27'1'27'0,"-2"-1"-2"0,0 0 2 0,2-4-11 0,-2-2-3 16,5-5-3-16,-1 0 1 15,0-3-5-15,0-1-2 16,-2-2 0-16,0-3-2 16,-2 0 5-16,0-4 2 15,-2 0 4-15,0-3-2 0,-2 0 0 16,0-2-1-16,-3 1-5 15,-1-1 0-15,-2-3 0 16,-3-3 4-16,0-3 3 16,-3-7-3-16,0-6 1 15,-2-6-3-15,-4-3-5 0,1-3 0 16,-2-4-2-16,-2 2 0 16,0-1 1-16,0 3-1 15,-2 4 0-15,-5 1 1 16,-4 3-1-16,0 4 1 15,-4 4-1-15,0 1 0 16,-3 2 0-16,-1 7 1 0,-6 3-1 16,2 3 2-16,-4 1-2 15,1 3 1-15,-1 1-1 16,-2-2-1-16,-2 1 5 16,2 0-2-16,-2-4-1 0,-3 4-2 15,3 0 1-15,-4 1-4 16,2 3 2-16,0 4 0 15,-3 2 0-15,-2 4 2 16,-2 3 0-16,-3 6 0 16,-1 2-1-16,-4 2 0 15,2 0 0-15,-1 6-2 0,3 6-4 16,-2 6-1-16,0 2-7 16,-2 5 2-16,2 5-4 15,-4 4 2-15,2 5 3 16,0 3 5-16,4 2 5 0,1 2 1 15,1-1 1-15,-1 4 0 16,3 0 1-16,2 2-2 16,5-4 3-16,2 0 2 15,6 0-2-15,9-4-2 16,5-1 1-16,5 5-4 16,6 1 6-16,0 6-2 0,10 6 0 15,4 5 0-15,3 3-1 16,4 3 1-16,4-3-1 15,4-4 1-15,4-7 0 16,3-7-1-16,1-9 0 0,7-7 1 16,2-4-1-16,4-3 2 15,3-7-1-15,5 0 1 16,-2-9-2-16,2-3 0 16,0-6 3-16,-2-2-1 15,-1 0 1-15,-1-11-1 16,-4-2-2-16,-6-4 0 0,-15 0-45 15</inkml:trace>
  <inkml:trace contextRef="#ctx0" brushRef="#br0" timeOffset="204129.72">1298 16837 84 0,'0'1'3'0,"0"-1"1"0,0 2 1 0,0 0-5 0,0 0 1 16,0 1 1-16,1-2-1 16,3 1 3-16,1-2 5 15,4 0 1-15,2-8 1 16,5-10 6-16,6-9 10 15,12-16-7-15,4-14-4 0,10-18-7 16,11-13-6-16,13-18-2 16,7-16-1-16,4-12-34 15</inkml:trace>
  <inkml:trace contextRef="#ctx0" brushRef="#br0" timeOffset="211432.75">17594 4377 73 0,'0'0'5'0,"0"-3"12"0,0 2-8 16,0-1-5-16,2 2-2 15,-2-1 2-15,0 1-1 0,0 0 0 16,3 0-2-16,-3 0-1 16,1 0-2-16,0 0 2 15,2 0 1-15,1 1 0 16,0 2-1-16,-1 2-1 15,1 0 1-15,2 1 1 0,-2-1 0 16,2-1-1-16,-2 1 1 16,0 0-1-16,1-3 1 15,1 1 0-15,0 1 0 16,1-3 1-16,-1 1 0 16,0-1 2-16,0-1-2 0,4 0 1 15,-4 0 2-15,2-1 9 16,5-6 2-16,-2-2-1 15,4-3-5-15,2-2-1 16,5-4-4-16,0-6 0 16,7-2 0-16,2-8 0 15,1-5-2-15,8-5 1 0,0-5-2 16,8-2 0-16,3 0 0 16,5-3-4-16,0 0-48 15,-3-4-47-15</inkml:trace>
  <inkml:trace contextRef="#ctx0" brushRef="#br0" timeOffset="-206540.41">17172 5121 49 0,'2'-1'7'0,"0"-1"0"0,-1 1 4 0,3-2-3 15,-2 3-2-15,0-1-4 16,-2-1 0-16,1 2 1 15,0 0 1-15,0 0-3 16,-1 0 1-16,0 0-1 16,1 0 0-16,0 0 2 0,-1 0-1 15,0 0 1-15,0 0-1 16,1 3 0-16,0 1-3 16,-1-1 2-16,0 1 2 15,2 2-2-15,-2-2-1 16,0 0 0-16,0-1 1 0,3 2 1 15,-3-2 0-15,2-1 1 16,0 1 3-16,1 0-2 16,1-2 4-16,0-1 1 15,1 0 2-15,3 0 5 16,0 0 0-16,0 0-6 16,1-5-3-16,1 0-4 0,1 0 1 15,0-2-3-15,2 1 4 16,0-1-1-16,1 0-1 15,-1-1-1-15,3 1-1 16,0 0 0-16,1-1 0 16,1-2 0-16,1-1 1 15,2-1 0-15,-2-2 2 0,5-1-1 16,-2-1 0-16,1-3 0 16,1 2 0-16,0-2 1 15,1 1 0-15,1 0 1 0,-1 2-3 16,0-1 0-16,0 0-1 15,-3 4 1-15,-2 1 0 16,-1 0 1-16,-4 2 2 16,1 2 1-16,-3 1-4 15,2-1 2-15,-2 3-3 16,-1-1-1-16,-1 1 1 0,0 3 0 16,-2-1-1-16,-1 2 0 15,2 1-2-15,-2 0-12 16,0 0-39-16,-5-3-72 15</inkml:trace>
  <inkml:trace contextRef="#ctx0" brushRef="#br0" timeOffset="-204220.08">9760 6135 36 0,'0'0'-22'0,"0"0"8"0</inkml:trace>
  <inkml:trace contextRef="#ctx0" brushRef="#br0" timeOffset="-203495.37">12023 6266 85 0,'0'0'4'0,"0"0"8"0,0 0-3 0,0 0-3 16,0 0-5-16,0 0 2 16,0 0-3-16,0 0 1 0,-39-2 1 15,35 2-1-15,0 0 0 16,2 0 0-16,1 0-1 15,0 2 1-15,0 2-1 16,1-1 0-16,0 4-5 16,0-3-11-16,7 0-21 15</inkml:trace>
  <inkml:trace contextRef="#ctx0" brushRef="#br0" timeOffset="-203161.51">15510 6189 39 0,'58'0'-23'0,"-1"0"23"0,-5 0-16 0</inkml:trace>
  <inkml:trace contextRef="#ctx0" brushRef="#br0" timeOffset="-202485.34">15576 6300 104 0,'0'0'0'0,"0"0"7"0,0 0-9 0,0 0-5 0,0 0 7 16,0 0 1-16,0 0-1 16,0 0-3-16,0 0 4 15,0 0-1-15,43 21 1 16,-25-19 1-16,1 0 0 15,2 0-2-15,4-1 2 0,4 1-1 16,1-1-3-16,5 2-6 16,4-3-15-16,2 1-6 15,4-1-7-15</inkml:trace>
  <inkml:trace contextRef="#ctx0" brushRef="#br0" timeOffset="-202223.36">16228 6318 6 0,'59'-7'27'0,"1"0"-16"16,0 0-4-16,3 1-5 15,-2 1 1-15,4 0-2 16,-1 1-1-16,3-1 2 16,-1 1 2-16,4 2 2 0,2 0-1 15,-3-1 0-15,1 2-1 16,-1 1-2-16,1-1-2 16,2-1 1-16,3 1 0 15,-2-2-1-15,4 0 0 16,1 2 0-16,1-2 3 0,0 0 4 15,-4 0-1-15,2 2 2 16,4-2-4-16,2 2-2 16,1 0-2-16,2-1 0 15,7-1-7-15,3 1-27 16,-2-2-42-16</inkml:trace>
  <inkml:trace contextRef="#ctx0" brushRef="#br0" timeOffset="-202015.29">19334 6198 79 0,'84'-5'21'16,"-2"1"8"-16,2 1 2 0,-3 2-5 16,1-1-8-1,-1 0-4-15,1 0-3 0,-8 2-2 16,-1 0-2-16,-1 0-1 16,-3 0-3-16,-6 0-6 15,-2 0 8-15,-3 0-4 16,-3 0 0-16,-6 2 0 0,-4 0-1 15,-7 1 0-15,-6-3-23 16,-5 0-71-16</inkml:trace>
  <inkml:trace contextRef="#ctx0" brushRef="#br0" timeOffset="-201276.59">20911 5894 14 0,'0'0'2'0,"0"0"1"0,0 0 0 0,0 0 8 16,0 0-2-16,0 0 7 16,0 0 3-16,0 0 5 15,0 0-2-15,36 15-1 16,-25-19 0-16,0-2 3 0,2-5 0 16,2-3-6-16,5-3-5 15,5-9-3-15,9-5 0 16,10-6-8-16,12-6-1 15,12-6-7-15,8-8-69 16</inkml:trace>
  <inkml:trace contextRef="#ctx0" brushRef="#br0" timeOffset="-192617.39">4584 7602 2 0,'1'0'7'0,"0"0"6"0,2 0 4 16,-3 0-2-16,0 0 6 0,2 0-1 16,0 0-9-16,-2 0-6 15,2 0-3-15,0 0-2 16,-1 0 1-16,0 0-2 16,3 0 1-16,0 0 0 15,-2 0 0-15,0 0 0 0,1 0 0 16,1 0 1-16,-2 0 0 15,2 0 1-15,-2 0 0 16,4 0 0-16,-2 0-1 16,2 0 0-16,1 0 0 15,2 0-1-15,0 0 1 16,-2 0 0-16,0 0-1 0,1-1 0 16,0-1 0-16,0 2 0 15,-2-1 1-15,1 0-1 16,1 0 1-16,0 0 0 15,1 1-1-15,-2 0 1 0,4 0-1 16,-2 0 0-16,0 0 2 16,4 0-2-1,-4 0 0-15,0 0 0 0,0 0 0 16,0 0 0-16,0 1 0 16,-1-1 0-16,0 0 1 15,-1 0 0-15,3 0-1 0,0 0 1 16,-2 0-1-16,-1-1 0 15,-1 0 0-15,2-2 0 16,-4 3 0-16,1-1 0 16,1 1 0-16,1 0 0 15,2 0 0-15,-2-1 1 16,1 1-1-16,3 0 0 0,-1-1 1 16,-2-2-1-16,1 2 1 15,1-1-1-15,-2-1 0 16,-1 1 0-16,2 0 0 15,2-2 0-15,0 2 1 0,0 0-1 16,3 0 0-16,-3-1 0 16,3 2 0-16,1-2 1 15,-1 3-2-15,-3-2 1 16,1 0 0-16,0 1 0 16,1 0 1-16,-1 0-1 0,-1 1 0 15,2 0 1-15,1 0-1 16,-3 0 0-16,3 0 1 15,-1 0-1-15,0-1 2 16,1-2-2-16,-1 1 1 16,3 2-1-16,-3-2 0 0,1 0 1 15,-1 1 0-15,3-1 0 16,-1 2 0-16,1-2-1 16,1 1 0-16,0 1 1 15,2-2 0-15,0 0-1 16,1-1 1-16,-1 2-1 0,2-2 1 15,1-1 0-15,-4-2 0 16,2 3 2-16,-3-1 0 16,4 1-2-16,-3 2 0 15,0-1 1-15,2 2-2 16,0-2 0-16,0 0 0 0,1 2 1 16,1 0-1-16,-3-1 0 15,4 1 0-15,-4-2 1 16,2 1-1-16,-1-1 0 15,1 1 1-15,-2 0-1 16,0-2 0-16,1 3 0 16,-3-3 0-16,0 3 0 0,0-2 0 15,-1 2 0-15,1 0 2 16,0 0-2-16,0 0 0 16,1 0 0-16,0 0-2 15,-1 0 2-15,4 0 0 16,-4 0 0-16,4 2 0 0,1-1 2 15,3 1-2-15,-3-2 0 16,2 2 0-16,1-1 0 16,-2-1 0-16,-1 1 0 15,-2-1 0-15,3 0 0 0,-2 3 0 16,0 0 0-16,2 1 0 16,4 0 0-16,0 2 0 15,1-2 0-15,8 2 0 16,-3-2 0-16,3-1 1 15,0 0-1-15,0-2 0 0,1-1 0 16,0 2 1-16,-2-2-1 16,-1 0 0-16,2 0 1 15,3 0-1-15,2 0 0 16,1 0 0-16,1 0 0 16,4-2 1-16,2-1-1 15,-2 2 0-15,2-2 1 0,2 3-2 16,3-4 2-16,-2 1-1 15,-1-1 1-15,2-2-1 16,-1 2 0-16,-3-2 1 16,2 0 1-16,-1 1 5 15,-3 1 2-15,2-1-2 0,-2 0 0 16,2 0-3-16,-2 2-2 16,4-1-1-16,1 2 0 15,-3 0 0-15,2 0-1 16,-4 1 0-16,0 0 1 15,-2-1-1-15,-3 1 0 0,0-2 0 16,-1 0-3-16,-1-1-11 16,-4 1-14-16,-3-4-25 15</inkml:trace>
  <inkml:trace contextRef="#ctx0" brushRef="#br0" timeOffset="-190944.63">4620 8307 95 0,'2'1'-3'0,"0"-1"-1"0,0 0 4 0,4 3 1 0,-2-3-1 16,1 0 1-16,1 0-1 16,0 0-1-16,-1 0 4 15,2 0 1-15,0 0-1 0,-1 0-3 16,3 0 1-16,0 0-1 16,2 0 0-16,0 0 0 15,1 0 0-15,1 0 1 16,3 1-1-16,-1-1 0 15,4 2 1-15,0-1-1 16,-1 1 0-16,0 0 0 0,2 1 0 16,0 0 0-16,1 1 1 15,-1 1-2-15,2-1 1 16,0 0 1-16,0-1-1 16,1 1 0-16,2-2 0 0,-3 1 1 15,2-1 1-15,1 0 0 16,2-1-1-16,0 1 0 15,0-2 1-15,2 0 0 16,-4 0 0-16,0 0 1 16,1 0-1-16,2 0-2 0,-1 0 2 15,0 0-1-15,2 0 0 16,1-3-1-16,3-1 1 16,-2 2-1-16,-1-1 1 15,3 2 0-15,-4-2-1 16,0 0 2-16,0 0 0 15,0 2 0-15,1-2 0 0,0-1 0 16,2-2-1-16,1 2 0 16,-1-2 1-16,1-1 1 15,0 1-2-15,-1 2 1 16,1 1-1-16,-4 3 0 16,-1-1-2-16,0 1 1 0,0 0 0 15,-1 0 0-15,2 1 0 16,2 3-1-16,0 1 1 15,0-2 0-15,1-2 1 16,1 2 0-16,0-3-1 0,-2 0 1 16,3 0 0-16,-3 0-1 15,-1 0 0-15,3 0 1 16,0 0 0-16,-1 0 0 16,5 0-1-16,-3 1 0 15,2 2 0-15,2 1 0 16,0-1 0-16,-3-1 2 15,1-1-2-15,2 1 0 0,-1-1 0 16,2-1 0-16,-1 0 0 16,0 0 1-16,3 0-1 15,-3 1 0-15,1 1 1 16,1-1-1-16,1 3 0 0,-3-1 0 16,4 2 0-16,-1-2 1 15,-1-1-1-15,0-2 0 16,1 0 1-16,-3 0 1 15,0 0 1-15,1 0 1 16,0 0-1-16,-1-1-1 16,2-1 1-16,1 1-1 0,-1-2 1 15,-2 0-2-15,1 2 1 16,0-2 0-16,-3 0 2 16,-1 0 2-16,-1-1-4 15,1 1-1-15,-4 0 1 0,1 1-1 16,-1-1 4-16,-4 1-2 15,-2-2 0-15,0 0 0 16,-4 2 2-16,0 1-2 16,-1-2-2-16,-4 2 0 15,4-1-1-15,-2 2 1 0,-3 0-1 16,-1 0-1-16,0 0-18 16,-6 4-49-16,-6-3-34 15</inkml:trace>
  <inkml:trace contextRef="#ctx0" brushRef="#br0" timeOffset="-149211.93">20169 10174 62 0,'0'-1'23'0,"0"-3"-7"0,0-2 3 0,0 1 2 16,-2 3 3-16,2-4-5 15,0 3-8-15,0 0-5 16,-2 2-1-16,2-2 1 0,-1 3-2 15,1 0-2-15,0 0-2 16,0 0-1-16,0 0 0 16,0 0 1-16,0 0 0 15,0 0 0-15,0 2 1 0,0 2-1 16,0 0-1-16,0 3 1 16,0-2 1-16,0 3-1 15,0 0 0-15,0-2 1 16,0 4-1-16,0-1 1 15,0 1-1-15,0 2 0 16,0 1 0-16,0 0 2 0,3 0-2 16,-1 1 0-16,1-3 0 15,1 2 0-15,2 1 1 16,-3-1-1-16,0 0 0 16,-1 0 0-16,2 2 0 0,-2 0 0 15,1 0 0-15,0 4 0 16,0-1 1-16,1 2-2 15,-1 1 2-15,2 0-1 16,-1 1 0-16,1-1 0 16,1 2 0-16,0-2 0 15,-1 1 1-15,4-2-1 16,-4-1 0-16,3 0 0 0,-4-1 0 16,4 2 1-16,-1 1-1 15,-1 0 1-15,-1 0-2 16,0 1 2-16,0-1-1 15,0 1 1-15,-2 1-2 0,1-3 2 16,0 1-1-16,0-3 0 16,3-1 0-16,-4 0 0 15,4-1 0-15,-1 0 1 16,-1 0-1-16,3-1 0 16,-3-1 0-16,2 0 0 0,-2 1 0 15,0-1 0-15,0 1 0 16,-1-1 1-16,0-1-2 15,2 3 2-15,-3-1-2 16,2 1 2-16,2 0-1 16,-3-1 0-16,3 1 0 15,0 1 2-15,2 0-4 0,-2 0 4 16,2 2-2-16,2-1 0 16,-2 0 0-16,1 1 0 15,1-2 1-15,-1 2-1 16,-2-1 0-16,2-1 2 15,1 1-4-15,-5-1 4 0,4-1-2 16,-2 0 1-16,1-2-1 16,1-1 1-16,1 4 1 15,-3-3 1-15,4 2-1 16,0-1-1-16,0-1 2 16,0 2-2-16,1-2 0 0,-2 2 0 15,1-2 1-15,-1 0-2 16,4 2 1-16,-3-1-1 15,-1 1 1-15,2-2 0 16,0 2-2-16,-1-3 1 16,-2 0 1-16,2-1-1 0,0-2 0 15,-1-1 0-15,2-1 0 16,-4 0 0-16,1 0 1 16,2-1 0-16,-2 0-2 15,2 0 2-15,-3-1 0 16,0 2 3-16,2-2-2 0,-3 1 0 15,3 0 0-15,0 0 2 16,3 0-1-16,-2 0 0 16,1 1-2-16,1 0 0 15,-1-1 0-15,2 0 0 16,-1 0 0-16,3 1-1 0,-2-1 0 16,1 0 1-16,1-1-1 15,-1-1 0-15,0 2 1 16,2-1 0-16,-1-2-1 15,-1 2 2-15,-3-2-2 16,1 3 0-16,-3-4 0 16,1 1 0-16,-1-2 1 0,0 1-1 15,2-1 1-15,-2 0 0 16,-2-2 1-16,4 1 0 16,-3-1 0-16,3 0 2 15,-2 0-1-15,-2 0 1 16,3 0-1-16,0 0-1 0,0-1 0 15,1-1-1-15,-1-2 1 16,3 2-2-16,-2-2 1 16,1 0-1-16,-1 1 1 15,0-3-1-15,1 0 1 0,1 1 0 16,1-2 0-16,-2 0 0 16,2 0 0-16,-1-2 0 15,1 0 3-15,-2 1-3 16,1 0 2-16,-2-2-2 15,3 2 0-15,-3-2-1 16,1 0 1-16,1 1-1 0,1-2 0 16,-2 1 0-16,2-3 0 15,-3 3 0-15,2-1 0 16,-3-1 0-16,1-2 1 16,1 1-1-16,-1-2 0 15,1-2 0-15,-2 0 0 0,2 1 0 16,-3-1 0-16,0 1 0 15,0-1 1-15,-1 0-2 16,0 0 2-16,-1-1-1 16,-1-1-1-16,2-1 1 15,-3-1 0-15,3 1 0 0,0-3 0 16,-1 2 0-16,4-3 0 16,-1 1 0-16,1-1-1 15,-2-1 1-15,-1-2 0 16,2 0-1-16,-2-2 1 15,-2-2 0-15,-1 1 0 0,2 0-1 16,-5 0 2-16,0 1-1 16,1 0-1-16,0 1 1 15,2-1-1-15,-3-2 1 16,1 1 0-16,1-1-1 16,-1 0 1-16,0 1 0 15,1 2 0-15,-5 2 0 0,1 2 0 16,-2 3 0-16,0 4 1 15,0-2 1-15,0 1-2 16,0-3 1-16,0-1-3 16,0-2 2-16,0 0 0 0,0-2 1 15,0-3-1 1,0 0 0-16,0-1 0 0,0 0 0 16,1 1 0-16,2 3 0 15,-2 2 0-15,2 3 0 16,-3 2 0-16,0 2 0 15,0 1 0-15,0-1 0 0,2 3 1 16,-2 1-1-16,1-2 0 16,2 1 0-16,0-2 0 15,1-1 0-15,-2-1 0 16,0-1 0-16,1-1 0 16,-2 0 0-16,0-1 0 0,-1 1 0 15,0 3 0-15,0-1 0 16,0 4 0-16,0 3 0 15,0 1-1-15,0 5 1 16,0-1-1-16,0 6-2 0,0-1-3 16,0 1-9-16,0 0-11 15,0 1-2-15,0 6 7 16,0 3-31-16,0-4-20 16</inkml:trace>
  <inkml:trace contextRef="#ctx0" brushRef="#br0" timeOffset="-148471.64">21367 11916 95 0,'-4'0'14'0,"2"-2"16"0,0 2 6 0,2-3-5 15,0 2-13-15,-2 1-4 16,2-2-5-16,0 2-6 16,0 0-1-16,0 0 0 15,0 0-1-15,0 0-1 0,0 0-1 16,0 0 0-16,0 2 2 16,2 3-1-16,4 3 1 15,-2 1 0-15,1 0-1 16,2 0 1-16,2 0-1 15,0 0 0-15,0 1 1 0,2-3-1 16,1 2 0-16,0-2 0 16,2-3-1-16,-2 2-25 15,1-5-27-15,-3-1-1 16,-2 0-12-16</inkml:trace>
  <inkml:trace contextRef="#ctx0" brushRef="#br0" timeOffset="-148241.7">21503 11928 113 0,'0'0'32'0,"0"0"23"16,0 0-21-16,0 0-23 15,0 0-6-15,0 0-5 16,0 0-2-16,0 0 1 16,-42 5 1-16,31 6 0 15,-3 3 0-15,1 0 0 16,-1 3 1-16,2-1-1 0,-1 1-1 15,1 0-5-15,2-3-12 16,3-1-14-16,1 0-9 16,2-6 6-16,2-4-14 15</inkml:trace>
  <inkml:trace contextRef="#ctx0" brushRef="#br0" timeOffset="-148044.52">21343 12022 124 0,'0'0'22'0,"0"0"16"16,0 0-37-16,0 0 10 15,0 0-8-15,43-16 3 16,-28 15 0-16,5-1-5 16,-3 1 0-16,3 1-1 15,0 0-1-15,-3 0-21 16,-3 0-42-16,-4 0-39 0</inkml:trace>
  <inkml:trace contextRef="#ctx0" brushRef="#br0" timeOffset="-147930.27">21407 11992 141 0,'0'0'7'0,"0"0"-6"15,0 0-11-15,0 0-71 16</inkml:trace>
  <inkml:trace contextRef="#ctx0" brushRef="#br0" timeOffset="-146983.64">20190 10440 37 0,'0'0'51'0,"0"0"-43"0,0 0 10 0,0 0 0 0,0 0-4 16,0 0 5-16,0 0 2 16,19-35-4-16,-19 33-4 15,0 2 0-15,0-1 0 0,0 1-3 16,0 0-5-16,0 0-6 16,2 0 0-16,1 5-2 15,0 0 4-15,3 2 0 16,-1-2-1-16,1 1 1 15,0-1-1-15,4 0 1 0,-4-1-1 16,3-1 1-16,-3 1-6 16,2-1-22-16,-3-1-24 15,-1-2-6-15</inkml:trace>
  <inkml:trace contextRef="#ctx0" brushRef="#br0" timeOffset="-146770.53">20252 10383 109 0,'0'0'6'15,"0"0"12"-15,0 0-7 0,0 0-6 16,0 0-3-16,0 0-2 16,-40 17 1-16,31 0-1 15,0 0 1-15,1 3-1 16,2 1 0-16,1 0 0 15,2-2-1-15,3-3-24 0,0-4-41 16</inkml:trace>
  <inkml:trace contextRef="#ctx0" brushRef="#br0" timeOffset="-146137.58">20236 10691 101 0,'0'0'10'0,"0"0"2"0,0 0-2 15,0 0-3-15,0 0 3 16,0 0 0-16,0 0-3 16,0 0 2-16,0 0 1 15,0 0-1-15,0 0-3 16,5-13-3-16,1 13 1 0,1 0-3 16,0 0-1-16,0 0 0 15,2 0 1-15,0 0-1 16,-1 3 0-16,1-1 0 15,0 1-1-15,0-1-13 0,-2 0-36 16,-1-2-17-16</inkml:trace>
  <inkml:trace contextRef="#ctx0" brushRef="#br0" timeOffset="-145932.02">20322 10656 128 0,'0'0'16'0,"0"0"18"16,0 0-14-16,0 0-14 15,0 0-6-15,0 0 1 0,-40 11-1 16,28 2 1-16,5 4-1 16,-3 0 2-16,3 0-11 15,1 3-36-15,2-6-6 16</inkml:trace>
  <inkml:trace contextRef="#ctx0" brushRef="#br0" timeOffset="-145454.64">20332 10941 47 0,'0'0'26'0,"0"0"0"0,0 0-9 16,0 0 2-16,0 0-2 15,0 0-6-15,0 0-3 16,45 7-5-16,-38-4-2 16,1 0-1-16,0 1 0 0,-1 2 0 15,-3 0-5-15,2-1-19 16,-5 1-2-16,0 0-8 16,-1-2-50-16</inkml:trace>
  <inkml:trace contextRef="#ctx0" brushRef="#br0" timeOffset="-145283.9">20428 10941 103 0,'0'0'24'15,"0"0"6"-15,0 0 4 16,0 0-7-16,0 0-18 0,-40-4-5 16,29 18 0-16,-5 3-3 15,3 6 1-15,2-2-2 16,0 3-4-16,6-4-51 15,-3-1-35-15</inkml:trace>
  <inkml:trace contextRef="#ctx0" brushRef="#br0" timeOffset="-144166.02">20666 11759 99 0,'0'0'16'0,"0"0"2"0,0 0-9 15,0 0-2-15,0 0-5 16,0 0 1-16,0 0 3 0,0 0-1 16,0 0-5-16,0 0 0 15,0 0 0-15,0 0 0 16,0 0 0-16,-1 0 0 16,1 0 0-16,1 0 0 15,1 0 0-15,0 0 1 16,1 0 0-16,3 0 8 0,-5 0 6 15,4-4-8-15,2 3 1 16,-2-1-1-16,6-2-3 16,-5 3 0-16,4-2-3 15,0 1 0-15,2-2-1 16,1 1 0-16,-1 0 0 0,-1 3 0 16,1 0 0-16,-1-2-1 15,-4 2-5-15,1 0-31 16,-3 0-10-16,-2-2-24 15</inkml:trace>
  <inkml:trace contextRef="#ctx0" brushRef="#br0" timeOffset="-143909.6">20782 11701 112 0,'0'0'10'0,"0"0"8"15,0 0-4-15,0 0-3 16,0 0-1-16,0 0 6 16,0 0 2-16,0 0-4 15,0 0-6-15,-9-9-10 0,3 14-3 16,0 5 0-16,-2 4 7 16,1 0-1-16,-5 3 1 15,4 0-5-15,3 0-13 16,-1-2-15-16,2-2-10 15,2-4-11-15</inkml:trace>
  <inkml:trace contextRef="#ctx0" brushRef="#br0" timeOffset="-143483.02">20811 11782 87 0,'0'0'30'0,"0"0"-14"0,0 0-11 15,0 0-4-15,0 0 0 16,0 0-1-16,0 0 1 16,0 0 0-16,0 0 1 0,17 3 1 15,-11 1 1-15,2-1-2 16,-1-1 0-16,2 3 0 15,0 2-1-15,1-1 0 16,-1 1 0-16,-1-3-1 16,-1 3 0-16,-2-4-9 0,0 1-3 15,-3-2-41-15</inkml:trace>
  <inkml:trace contextRef="#ctx0" brushRef="#br0" timeOffset="-143240.7">20887 11774 120 0,'0'0'25'0,"0"0"-3"0,0 0-2 16,0 0-9-16,0 0-8 16,0 0-2-16,0 0-1 15,0 0-1-15,-24 8 1 16,18 2 1-16,-2 1-1 15,3 0 1-15,-5 1-1 16,1 2-1-16,1-1-2 16,-4-1-21-16,0-3-26 0,1 0-71 15</inkml:trace>
  <inkml:trace contextRef="#ctx0" brushRef="#br0" timeOffset="-142793.25">20896 11833 100 0,'0'0'20'0,"0"0"-18"0,0 0-2 16,0 0 3-16,0 0 6 16,0 0 1-16,0 0-3 15,0 0-3-15,0 0 0 16,36 31-2-16,-28-29 0 0,0 2 0 16,3-1-2-16,-1 0 0 15,1-3-2-15,-2 2-24 16,-2-2-15-16,-2 0-36 15</inkml:trace>
  <inkml:trace contextRef="#ctx0" brushRef="#br0" timeOffset="-142548.78">20973 11832 134 0,'0'0'0'0,"0"0"17"15,0 0 3-15,0 0-2 16,0 0-3-16,0 0-1 16,0 0-8-16,0 0-7 0,-16-2 1 15,10 11-1-15,-2 0 1 16,-1 3 0-16,0 2 0 16,-2 3-1-16,2-2-14 15,-1 0-14-15,1-2-19 16,1-3-25-16</inkml:trace>
  <inkml:trace contextRef="#ctx0" brushRef="#br0" timeOffset="-142115.33">20969 11884 106 0,'0'0'16'15,"0"0"12"-15,0 0-11 0,0 0-13 0,0 0-3 16,0 0 0-16,0 0-1 16,0 0 0-16,0 0 1 15,2 10 1-15,3-4 0 16,2-2 2-16,0 3-4 15,1-2 1-15,1 0-1 16,-2 0 0-16,3 1-4 0,-4-3-20 16,1-1-5-16,-1-2-21 15</inkml:trace>
  <inkml:trace contextRef="#ctx0" brushRef="#br0" timeOffset="-141845.2">21030 11866 33 0,'0'0'55'16,"0"0"-47"-16,0 0-3 15,0 0-3-15,0 0 3 16,0 0 6-16,0 0 4 15,-38 37-2-15,28-26-1 0,-2 1-6 16,2 3-4-16,-2-1-2 16,4 0 0-16,-1-1-2 15,3-1-14-15,-1-4-20 16,3-5-31-16</inkml:trace>
  <inkml:trace contextRef="#ctx0" brushRef="#br0" timeOffset="-141490.62">21027 11914 119 0,'0'0'13'0,"0"0"-13"16,0 0 0-16,0 0 2 16,0 0 0-16,0 0-1 0,0 0 1 15,0 0-2-15,0 0 1 16,36 23-1-16,-31-19 1 15,-1-1 0-15,3 0-1 16,-2 0 0-16,3-1 0 16,-1 0-9-16,0-2-23 0,0 0-55 15</inkml:trace>
  <inkml:trace contextRef="#ctx0" brushRef="#br0" timeOffset="-141240.47">21106 11901 144 0,'0'0'7'0,"0"0"22"0,0 0 1 16,0 0-16-16,0 0-11 16,0 0-4-16,0 0 3 15,0 0-1-15,-37 16-1 16,28-5 2-16,2 2-2 15,-3 1 0-15,3-1 0 16,-3 1 0-16,2 0-8 0,0-1-19 16,-1 0-23-16,2-3-11 15</inkml:trace>
  <inkml:trace contextRef="#ctx0" brushRef="#br0" timeOffset="-140878.56">21103 11935 136 0,'0'0'15'0,"0"0"-13"16,0 0-2-16,0 0 2 16,0 0 3-16,0 0 0 0,0 0-5 15,0 0 2-15,16 37-2 16,-12-29 1-16,1-1-1 15,1 0 0-15,0-2 0 16,0 1-15-16,-1-2-25 16,-3-4-73-16</inkml:trace>
  <inkml:trace contextRef="#ctx0" brushRef="#br0" timeOffset="-140614.61">21157 11935 150 0,'0'0'16'16,"0"0"19"-16,0 0-19 0,0 0-15 15,0 0-3-15,0 0-2 16,0 0 5-16,0 0 0 15,-33 39 1-15,22-24-1 16,-1-1-1-16,1 1-8 0,0 0-28 16,-3-2-11-16,2-3-41 15</inkml:trace>
  <inkml:trace contextRef="#ctx0" brushRef="#br0" timeOffset="-139520.66">20735 11778 85 0,'0'0'29'0,"0"0"-8"15,0 0-14-15,0 0-2 0,0 0-5 16,0 0 2-16,0 0-1 16,0 0 1-16,0 0-1 15,0 0 0-15,0 0 2 16,5 1 0-16,1 3-1 0,1-1 1 16,1 1-3-16,4 0 0 15,-5 0 0-15,3 1 0 16,-2-2 0-16,1 1-5 15,-1-2-15-15,-1-2-13 16,-1 0-54-16</inkml:trace>
  <inkml:trace contextRef="#ctx0" brushRef="#br0" timeOffset="-139284.9">20831 11742 136 0,'0'0'2'16,"0"0"14"-16,0 0 7 15,0 0-5-15,0 0-12 16,0 0-5-16,0 0-1 0,0 0 1 16,-34 12-2-16,23 0-1 15,-2 4 1-15,1-2-19 16,1 2-12-16,1-3-4 15,-1-1-42-15</inkml:trace>
  <inkml:trace contextRef="#ctx0" brushRef="#br0" timeOffset="-138174.55">20846 11792 25 0,'2'2'21'0,"0"0"0"0,3 0-6 0,-3-1-3 16,1 2-2-16,2 0 0 15,1-2-4-15,-1 2-2 16,1 0-1-16,-1-1 2 16,2 0-1-16,-1 1-1 15,1 0-2-15,0-2 0 0,0 2 0 16,1 1-1-16,-1-1 0 16,-1 1 0-16,0-1 0 15,-1-1-4-15,-3-1-23 16,-1-1-67-16</inkml:trace>
  <inkml:trace contextRef="#ctx0" brushRef="#br0" timeOffset="-137960.39">20927 11799 57 0,'0'0'13'0,"0"0"-11"16,0 0 10-16,0 0-1 0,0 0-7 15,0 0-4-15,-36 48 0 16,22-35-9-16,-4-2-44 16</inkml:trace>
  <inkml:trace contextRef="#ctx0" brushRef="#br0" timeOffset="-137477.78">20901 11853 58 0,'0'0'33'0,"0"0"-8"0,0 0 1 0,0 0-3 15,0 0-16-15,0 0-6 16,0 0-1-16,0 0 1 15,0 0 0-15,0 0-1 16,15 13 1-16,-4-9-1 0,-3-1-2 16,2 0-15-16,1 0-1 15,0-2-7-15,-4 2-16 16</inkml:trace>
  <inkml:trace contextRef="#ctx0" brushRef="#br0" timeOffset="-137235.75">20960 11857 106 0,'0'0'31'0,"0"0"-17"15,0 0 3-15,0 0-9 16,0 0 1-16,0 0-1 15,0 0-8-15,0 0 2 0,-28 16-2 16,21-5-2-16,-4 1-4 16,1 0-22-16,-1-1-11 15,0-2-56-15</inkml:trace>
  <inkml:trace contextRef="#ctx0" brushRef="#br0" timeOffset="-136899.75">20962 11908 136 0,'0'0'8'16,"0"0"24"-16,0 0-10 15,0 0-18-15,0 0-3 0,0 0-1 16,0 0 0 0,0 0-2-16,39 2 2 0,-31 2 0 15,0 1-1-15,0 0-8 16,1-1-6-16,-1 2-11 15,1-3-9-15,-3 0-55 16</inkml:trace>
  <inkml:trace contextRef="#ctx0" brushRef="#br0" timeOffset="-136664.9">21043 11917 49 0,'0'0'100'0,"0"0"-84"16,0 0 11-16,0 0-21 15,0 0-6-15,0 0-2 16,0 0 1-16,0 0 1 0,-27 15 0 16,20-6-2-16,-4-2-1 15,0 6-9-15,-2-3-11 16,0 1-6-16,-2-3-15 15</inkml:trace>
  <inkml:trace contextRef="#ctx0" brushRef="#br0" timeOffset="-136388.78">21029 11932 133 0,'0'0'5'0,"0"0"20"15,0 0 5 1,0 0-15-16,0 0-13 0,0 0-1 16,0 0-3-16,0 0 3 15,7 8 0-15,-3-4-1 16,1 0 0-16,3 2-2 15,-1-1-9-15,1 0-14 16,0-2-15-16,0-1-7 0</inkml:trace>
  <inkml:trace contextRef="#ctx0" brushRef="#br0" timeOffset="-136173.89">21113 11978 160 0,'0'0'14'0,"0"0"8"0,0 0-17 15,0 0-5-15,0 0 0 16,0 0-2-16,0 0-7 16,0 0 7-16,-29 24-15 15,16-14-10-15,1 1-5 16,-4 1-8-16</inkml:trace>
  <inkml:trace contextRef="#ctx0" brushRef="#br0" timeOffset="-135890.39">21150 11965 138 0,'0'0'7'0,"0"0"27"15,0 0-5-15,0 0-24 16,0 0-3-16,0 0-1 16,0 0-1-16,0 0 0 15,38-5 0-15,-31 6-1 16,3 3-1-16,0-1-6 0,-5 1-10 15,3 0-6-15,-2 2-20 16,-2-3 0-16</inkml:trace>
  <inkml:trace contextRef="#ctx0" brushRef="#br0" timeOffset="-135641.67">21234 11959 61 0,'0'0'18'0,"0"0"9"0,0 0-3 15,0 0 1-15,0 0 4 16,0 0 1-16,0 0-18 16,0 0-11-16,-16-8 0 0,11 14 0 15,-3 2 1 1,-1 1-2-16,1 2-6 0,-2-2-20 15,-1 2-6-15,3-2-8 16,-3-1-9-16</inkml:trace>
  <inkml:trace contextRef="#ctx0" brushRef="#br0" timeOffset="-135293.64">21146 11992 47 0,'0'0'10'0,"0"0"-8"0,0 0-1 16,0 0-1-16,0 0-19 15</inkml:trace>
  <inkml:trace contextRef="#ctx0" brushRef="#br0" timeOffset="-133713.39">19955 10454 81 0,'0'0'18'0,"0"0"-3"0,0 0 1 16,0 0-7-16,0 0-4 15,0 0-3-15,0 0 0 0,0 0-1 16,0 0-1-16,0 0 1 16,-42 14 0-16,34-7-1 15,-2 2 1-15,1 1-1 16,2 3 0-16,-5-1 0 16,4 1-1-16,-1 1 2 0,1 0-1 15,2-1 0-15,1-1 0 16,2-1 0-16,0 0 1 15,1 0-1-15,2 0 0 16,-2 0 1-16,2 2-1 16,0-3 0-16,0 3 0 0,0 1 1 15,0-3-1-15,4 3 2 16,3-3-1-16,2 1 0 16,2 1 0-16,0-1-1 15,-1 0 1-15,1 0 0 16,-1 0-1-16,-3-3 0 0,0 2 1 15,-2-1-1-15,-3 1 0 16,0-2 0-16,-2 0 2 16,0 2-2-16,0 0 0 15,-5 1 0-15,-2-1 1 16,-1 2-1-16,1 0 1 16,0 2 0-16,1-1 1 0,0 2-2 15,3-1 0-15,2-2 0 16,1 0 0-16,0-2 0 15,4-1 0-15,7-3 0 16,1-1-4-16,2-1 4 0,-1-1 4 16,0 0-2-16,1-1 0 15,-7 0-1-15,1 2-1 16,-5 0 0-16,0 2-3 16,-3 1-1-16,0 2 9 15,0 3-3-15,-6 1-1 0,0 2 0 16,0-1-1-16,1 2 1 15,-1-1 0-15,2 1 0 16,0 3 1-16,2 0-2 16,1 1 1-16,1 3 0 15,0-1 1-15,0 1-1 0,7 0 0 16,1 0 0 0,2-1 0-16,1-2 0 0,2 1 3 15,1-4 3-15,0-1 0 16,-3-1-1-16,5-2 1 15,-3 0 0-15,0 2-1 16,1-3-2-16,-1 2 0 0,3-2-2 16,0 4 1-16,1-4-3 15,2-2 0-15,1-2-6 16,5-8-30-16,1-1-35 16</inkml:trace>
  <inkml:trace contextRef="#ctx0" brushRef="#br0" timeOffset="-132806.96">18987 11186 95 0,'0'-5'26'0,"0"2"8"0,0-1 2 16,0 1-8-16,0 3-11 15,0 0-12-15,0 0-5 16,1 2-1-16,0 8-3 0,0 5 2 16,-1 4 5-16,0 1-2 15,0 1 1-15,0 2-1 16,0-5 0-16,1 2-2 16,1-6-13-16,0 0-20 15,1-5-22-15,1-5-2 16</inkml:trace>
  <inkml:trace contextRef="#ctx0" brushRef="#br0" timeOffset="-132417.41">19121 11208 120 0,'0'0'1'15,"0"0"0"-15,0 0 0 16,-11 43-1-16,9-26 1 0,2 0-1 16,0-1 0-16,0 0 1 15,0-2-1-15,0-3 1 16,4-4 0-16,-1-3-1 16,5-2 0-16,-1-2 2 15,2 0 15-15,2-2-4 0,-2-4-7 16,3-2-3-16,-3-2-1 15,-1 0-1-15,-2-3 1 16,-4 1-1-16,-1-3 7 16,-1 1 1-16,0 0-2 15,0-2-2-15,-2 3-2 0,-1 2-1 16,-3 3-1-16,0 3-5 16,-2 5 3-16,-1 0-4 15,1 6-15-15,-1 7-14 16,2-2-2-16,-1 2-40 15</inkml:trace>
  <inkml:trace contextRef="#ctx0" brushRef="#br0" timeOffset="-132018.74">19325 11179 58 0,'0'0'5'0,"0"0"4"0,0 0 2 0,0 0-5 16,-42 45-1-16,38-34-2 16,2 1-1-16,2-1-2 15,0-4 1-15,0 0 1 16,3-1-1-16,3-5 2 15,0-1 5-15,2 0 15 0,-1 0-7 16,1 0-4-16,2-7-3 16,-2 0-4-16,1-3 0 15,-3 2 0-15,0-2 7 16,-2-1 3-16,-3 0-4 16,-1 0 2-16,0 1-5 0,0 3-5 15,-1 1-2-15,-8 3-4 16,0 3-15-16,-2 1-13 15,-1 8-3-15,-1 3-12 16,-3 0-43-16</inkml:trace>
  <inkml:trace contextRef="#ctx0" brushRef="#br0" timeOffset="-131490.39">19259 11465 175 0,'0'0'-3'0,"0"0"14"0,0 0-4 15,0 0-6-15,0 0 1 16,0 0-4-16,0 0-3 16,0 0-3-16,0 0 6 0,-37 19 3 15,26-9 0-15,2 5-1 16,1-2 0-16,2 1 0 16,2-4 1-16,4 0-1 15,0-2-1-15,0-4 0 16,6-3-2-16,5-1 1 0,2 0 2 15,4 0 3-15,-2-4-2 16,2 1-1-16,-5 0 0 16,-3 2 1-16,-3 1-2 15,-6 0-1-15,0 0-5 16,0 7 10-16,-9 3-1 16,1 1 0-16,-3 2 0 0,0 2 0 15,6-5 2-15,-2 0-1 16,4-3 0-16,3-1-1 15,0 0 0-15,0-5 1 16,3 2-3-16,7-3-2 0,3 0 2 16,1 0-25-16,3-6-27 15</inkml:trace>
  <inkml:trace contextRef="#ctx0" brushRef="#br0" timeOffset="-131055.71">19400 11539 61 0,'0'0'62'15,"0"0"-28"-15,0 0 0 16,0 0-13-16,0 0-22 16,0 0 5-16,0 0-4 15,0 0 3-15,-21 48-2 16,20-31-1-16,-1-2 3 0,2-2-3 16,0-4 1-16,0 1-2 15,0-5-2-15,0-3 0 16,0 0-2-16,0-2-1 15,0 0 13-15,0-4-8 16,0-5 2-16,-1-4 0 0,-1-2-1 16,-2-1 0-16,2-4 0 15,2 1-2-15,0-1 2 16,0 4-2-16,4 2 3 16,3 2-1-16,2 2 0 15,-1 5 1-15,0 0 0 0,2 2 0 16,0 2 0-16,-1 1-1 15,-1 0 0-15,-2 0-1 16,0 3 1-16,-4 3-2 16,-2 1 0-16,0 0-2 15,0 1 2-15,-8-1 1 0,-4 3 3 16,1 0-2-16,-1-2-13 16,1 1-20-16,2-6 2 15,5-1 3-15,2-2-21 16</inkml:trace>
  <inkml:trace contextRef="#ctx0" brushRef="#br0" timeOffset="-130813.31">19472 11418 21 0,'0'0'70'0,"0"0"-45"0,0 0 17 0,0 0-7 16,0 0-18-16,0 0-13 0,0 0-3 15,0 0-1-15,0 0 0 16,31-14-1-16,-26 27 1 15,-3-2 3-15,1 2-1 16,2-3-2-16,0-1 2 16,-1-2-1-16,0-3 0 0,1-2 0 15,1-1 1-15,4-1 0 16,1 0 1-16,5-2-3 16,0-3 0-16,6-4-20 15,-1-2-99-15</inkml:trace>
  <inkml:trace contextRef="#ctx0" brushRef="#br0" timeOffset="-129895.48">20496 11869 76 0,'0'0'2'0,"0"0"2"0,0 0-3 0,0 0-2 0,0 0-10 16,0 0-10-16,0 0 4 15,0 0 17-15,0 0 0 16,0 0 5-16,-12 5 6 16,3 1-2-16,0 3-6 15,0-1-2-15,1 1 0 0,1-1-1 16,1 1 1-16,4 0 1 15,2-3-2-15,0 0 1 16,0 0 2-16,5-1 4 16,5-1 3-16,1-2-2 15,3-1-1-15,1 1-1 16,1-2-1-16,0 0 5 0,3 0 0 16,-5 0-3-16,-1 0-3 15,0 3-2-15,-4 1-1 16,-2 0-2-16,-5 3 0 15,-2 1 3-15,0 0 2 0,-4-1 11 16,-7 3 1-16,0 0-9 16,0 1 0-16,4-1-2 15,-4-1-4-15,6 0 0 16,2-3-1-16,3 3 1 16,0-2-2-16,0-1 0 0,8 0 1 15,3 0 1-15,0 1 0 16,1 1 0-16,5 0 0 15,-4-1 1-15,5 2-2 16,-4 1 1-16,3 1-1 16,-3 0 1-16,2 1-1 15,-3-1 0-15,1 0 1 0,0-2-1 16,1-2 0-16,2-3 1 16,2-1 5-16,7-3 3 15,1 0-7-15,-1 0 1 16,5-3-1-16,-2-4-2 15,-2-3-9-15,-6 2-45 0,-13 1-34 16</inkml:trace>
  <inkml:trace contextRef="#ctx0" brushRef="#br0" timeOffset="-129454.8">20161 12212 166 0,'0'0'2'0,"0"0"21"0,0 0-3 0,0 0-22 15,0 0 1-15,0 0 2 16,-1 47 2-16,0-30-1 0,0 0-2 16,0 2 0-16,1 1 0 15,-1-2 0-15,1 3-5 16,0-3-20-16,0-4-20 16,0-3-8-16</inkml:trace>
  <inkml:trace contextRef="#ctx0" brushRef="#br0" timeOffset="-129120.48">20243 12319 120 0,'0'0'14'0,"0"0"3"0,0 0-6 16,0 0-13-16,0 0 4 15,0 0-2-15,0 0-2 16,-13 38 3-16,13-28-1 15,0-3 0-15,0-1 0 0,6-2 0 16,-1-3 0-16,6-1 0 16,0 0-2-16,-2-3 1 15,4-6 0-15,-3-3 2 16,0 1 0-16,-5-3 1 16,-1 1 2-16,-2-1 3 15,-2 1-2-15,0 2-3 0,-1 1-1 16,-5 1-1-16,-4 5 2 15,-1 3-4-15,-3 1-5 16,3 0-13-16,-2 10 2 16,1 1-4-16,4-3-5 15</inkml:trace>
  <inkml:trace contextRef="#ctx0" brushRef="#br0" timeOffset="-128728.91">20408 12293 175 0,'0'0'23'0,"0"0"3"16,0 0-7-16,0 0-5 16,0 0-7-16,0 0-6 0,0 0-5 15,-49-3 7-15,36 16-1 16,1 4-1-16,0 0 0 15,4 0-1-15,3 0 1 16,4-3-1-16,1-1-1 16,0-1 0-16,0-5-7 0,6-2-3 15,2-3 2-15,2-2 2 16,0 0 4-16,-1-7 1 16,3-2 2-16,0-2 1 15,-4-3 2-15,2 0-3 16,1-1 1-16,-5 1 1 15,-1 3-1-15,-3 0-1 0,-1 2 2 16,-1 3-1-16,0 3-2 16,0 3 1-16,-7 0-8 15,0 0-47-15,-3 6-12 16</inkml:trace>
  <inkml:trace contextRef="#ctx0" brushRef="#br0" timeOffset="-128294.53">20547 12319 34 0,'0'0'5'0,"0"0"29"0,0 0-1 0,0 0-11 16,0 0 2-16,0 0-17 0,0 0 0 15,0 0 2-15,0 0-1 16,-44 4-1-16,36 6-4 16,-1 1 2-16,1 2-4 15,3-1 1-15,3 1-1 16,-1-2 0-16,2-1 0 0,1-2 1 16,0-2-2-16,4 0 0 15,1-4 3-15,3-2-3 16,-2 0 0-16,4 0 1 15,-4-8-1-15,2 1 6 16,-2-5-3-16,3 1 6 0,-5-2 1 16,0 1 0-16,-1-3-1 15,-1 3-2-15,-2 0-6 16,0 1 0-16,0 2-1 16,0 6-1-16,-2-1-6 15,-3 4-20-15,-1 0-20 0,-2 7-14 16,3 0-9-16</inkml:trace>
  <inkml:trace contextRef="#ctx0" brushRef="#br0" timeOffset="-127838.73">20647 12336 66 0,'0'0'31'0,"0"0"-12"0,0 0 11 15,0 0 3-15,0 0-6 0,0 0-8 16,0 0-4-16,0 0-7 15,0 0-8-15,0 0-1 16,-4-13-2-16,0 20 0 16,3 3 0-16,-3 0 1 15,2 0-3-15,1-3-2 0,1 3-1 16,0-5 0-16,0-2-1 16,2-1-2-16,4-2 0 15,0 0 8-15,3 0 2 16,0-3 0-16,-2-3 2 15,2-3 0-15,-4 0 0 0,1-1 4 16,-3-1 5-16,-1 1 2 16,-2 1-5-16,0 1-6 15,0 5 0-15,-1 1-11 16,-7 2-39-16,-1 0-29 16</inkml:trace>
  <inkml:trace contextRef="#ctx0" brushRef="#br0" timeOffset="-127490.77">20375 12576 122 0,'0'0'11'0,"0"0"14"0,0 0 2 0,0 0-20 0,0 0-1 16,0 0 1-16,0 0 5 15,47-12-6-15,-21 7-4 16,1-3-1-16,1 0-1 0,1 1-30 16,-3 1-43-16,-4-1-50 15</inkml:trace>
  <inkml:trace contextRef="#ctx0" brushRef="#br0" timeOffset="-127304.74">20496 12619 184 0,'0'0'17'0,"0"0"-28"16,0 0 11-16,0 0 0 0,49-10 5 16,-19-2-2-16,4-1-1 15,2-1-48-15,1-3-94 16</inkml:trace>
  <inkml:trace contextRef="#ctx0" brushRef="#br0" timeOffset="-61108.87">9877 8447 34 0,'-7'0'13'0,"-2"-1"-13"0,0 1 1 0,-1 0 0 0,2 0-1 16,-3 0 2-16,2-2 0 15,1 1 3-15,0 1 4 16,2 0 1-16,-1 0-1 0,1 0-4 16,-1 0-1-16,4 0 0 15,1 0-2-15,0 0 3 16,2 0 2-16,0 0-1 16,0 0-5-16,0 0 0 15,0 0-1-15,8 4 1 16,7-1 2-16,5 1 2 0,4-1 4 15,9-3 3-15,10 0-2 16,11 0-5-16,4 0 1 16,11 0-5-16,7 0 0 15,1-3 1-15,3-1-1 16,3 1-1-16,1 0-1 0,4-1-1 16,-2 1 1-16,0-2 3 15,3-1 0-15,-2 2 3 16,-7-1-1-16,-5 1 0 15,-8-1-2-15,-5 0-1 16,-10 3 2-16,-6 0-1 16,-12 2-2-16,-6 0 0 0,-11 0-3 15,-13 0-66-15</inkml:trace>
  <inkml:trace contextRef="#ctx0" brushRef="#br0" timeOffset="-56384.36">2538 11247 69 0,'0'0'2'0,"0"0"5"0,0 0 5 0,0 0-5 0,0 0 0 16,0 0 3-16,0 0 1 15,0 0-2-15,0 0-3 0,-39-18 1 16,30 15-4-16,1 1 0 16,-2 0-1-16,1 1 1 15,0 0-3-15,1 1 1 16,-4 0-1-16,3 0 0 15,-1 0-1-15,0 0 0 0,1 1 1 16,1 3 1-16,-2-1-2 16,2 2 1-16,1 1 0 15,-2-1 0-15,2 2 0 16,0 0 0-16,1 0-2 16,1 3 2-16,-1-3-1 0,1 3 1 15,0-1 0-15,3 1 0 16,-2-2 0-16,4 2 0 15,-2 0-1-15,2 0 1 16,0 3 0-16,0-2 0 16,0 2 0-16,0 0 1 15,0 2-1-15,0-3 0 0,0 3 0 16,0-1 1-16,0-1-1 16,0 4 0-16,0 2 2 15,0-1-2-15,0 3 0 16,0 5 0-16,0-1 0 15,0 4 0-15,0 2 0 0,0 0 1 16,0 1-1-16,0-1 1 16,0-1-1-16,0-1 0 15,0 0 0-15,0-1 0 16,0 1 1-16,2-1-1 16,0-1 0-16,2 0 0 0,-2-1 1 15,1-1-1-15,-1-2 2 16,1 1 0-16,-1 0-2 15,2-2 1-15,-2 0 0 16,3 1-1-16,-1 0 1 16,-1 1-1-16,1 2 2 0,0 2-2 15,-1 0 0-15,-1 2 1 16,0 4-1-16,1-1 0 16,-1 1 0-16,0-1 0 15,0-2 0-15,0 0 0 16,-1-2 0-16,1 0 1 15,0 0-1-15,0-1 0 0,-2 0 0 16,2 0 1-16,0 0-2 16,0 0 2-16,1 2-1 15,0-1 0-15,-1 1 1 16,0-1-1-16,0 4 0 16,0-2 1-16,0 2-1 0,1 2 0 15,-3 1 0-15,2 0 0 16,-2 0 0-16,0 4 0 15,0-2 0-15,0 1 0 16,0-4 0-16,0 2 0 0,0-1 1 16,-4-4-1-16,1-2 0 15,3 1 0-15,-2-2 0 16,2-2 0-16,0-3 1 16,0 0-1-16,7-3 0 15,3-2 1-15,4-3-4 16,7-4 1-16,3-5 7 0,11-5 0 15,8-2-2-15,4-12-5 16,3-10-34-16,5-12-76 16</inkml:trace>
  <inkml:trace contextRef="#ctx0" brushRef="#br0" timeOffset="-55579">2667 11421 58 0,'-4'0'3'0,"-2"0"3"0,2 0 4 0,0 0-4 15,0 0-3-15,3 0-2 16,-1-2 6-16,0 1 6 16,0 0 3-16,0-2-2 0,2 3 7 15,-3-2 0-15,2 1 2 16,0 1-7-16,1 0-7 15,-3 0-9-15,1 6-3 16,2 8 3-16,-2 6 0 16,0 9 0-16,-2 5 0 0,3 5 1 15,1 7-2-15,-2 1 0 16,2-3-33-16,0-6-21 16,0-11-50-16</inkml:trace>
  <inkml:trace contextRef="#ctx0" brushRef="#br0" timeOffset="-55017.18">3232 11360 124 0,'0'0'4'0,"0"0"7"0,0 0-5 15,0 0-5-15,0 0-7 16,0 0 8-16,0 0 0 0,-4 36-2 16,2-21 1-16,1 2 0 15,1-1 0-15,0 0-1 16,3-3 1-16,3-2 0 15,3-3 0-15,0-6-2 16,2-2 2-16,0 0 14 0,1-2-2 16,1-9-2-16,-1 0-2 15,-1-4-2-15,-1-3 1 16,-5 1 1-16,0-2-3 16,-5 1-3-16,0-1 1 15,-5 1-3-15,-4 3 1 0,-2 3-2 16,-3 5-6-16,1 3-1 15,0 4-27-15,-3 4-12 16,3 6 0-16</inkml:trace>
  <inkml:trace contextRef="#ctx0" brushRef="#br0" timeOffset="-54568.09">3815 11315 78 0,'0'0'1'0,"0"0"2"0,-33 49-1 0,25-31 2 0,2 1 0 15,4-2 0-15,2-2-1 16,0-5-2-16,7-3 2 16,4-6 16-16,2-1 19 15,3 0-14-15,3-7-16 16,0-4-1-16,2-5-1 15,-2-4 2-15,2-1-3 16,-3-6 1-16,-7 1-2 0,-1 1-1 16,-4 1-2-16,-6 1 1 15,0 5-2-15,-10 6-2 16,-1 5-4-16,-7 5-8 16,3 2-25-16,-3 12-2 0,2 3 0 15</inkml:trace>
  <inkml:trace contextRef="#ctx0" brushRef="#br0" timeOffset="-54125.81">4476 11207 99 0,'0'0'0'16,"0"0"11"-16,0 0 16 15,0 0-15-15,0 0-10 16,0 0-3-16,-48-3 2 16,30 17 1-16,0 5-1 0,2-1-1 15,5 5 3-15,3-2-2 16,2-1 0-16,6-3 0 15,0-3 1-15,6-4-1 16,9-5 1-16,3-5 0 0,6 0 5 16,1-10-2-16,4-5 5 15,2-6-1-15,-2-2-2 16,-2-1 0-16,-4-2-2 16,-6 1 0-16,-5 1 1 15,-8 3 3-15,-4 2 2 0,0 5-4 16,-14 4-6-16,-5 6-4 15,-4 4 1-15,-2 1-28 16,-3 15-16-16,1 0 5 16,5 2-35-16</inkml:trace>
  <inkml:trace contextRef="#ctx0" brushRef="#br0" timeOffset="-53741.14">4951 11112 130 0,'0'0'3'0,"0"0"-6"0,0 0-1 0,0 0 1 15,0 0 5-15,-22 45-2 0,15-28 1 16,1-1 1-16,5-5-2 15,1-1 1-15,3-3-1 16,8-7 4-16,3 0-1 16,3 0 8-16,3-10 0 15,3-1-2-15,-2-5-2 16,4-1 2-16,-4-3 3 0,-2-1-2 16,-5 1-2-16,-5 0 4 15,-5 2 0-15,-4 1-2 16,0 4-5-16,-9 1-5 15,-7 4-5-15,-3 7 3 0,-2 1-14 16,-1 4-2-16,4 10-4 16,0 3-12-16,5-1-17 15</inkml:trace>
  <inkml:trace contextRef="#ctx0" brushRef="#br0" timeOffset="-53399.5">5530 11043 126 0,'0'0'4'0,"0"0"-2"16,0 0-1-16,0 0-1 15,0 0 2-15,0 0 1 16,0 0-2-16,20 36 0 0,-9-27 0 15,2-4 0-15,3-2 1 16,0-3-1-16,2 0 4 16,1-4 10-16,-2-6 0 15,0-4 5-15,-1-1-3 16,-3-2 1-16,-3-1-3 16,-6-2 1-16,-4 0-2 0,-2 0-2 15,-15 3-7-15,-4 5-9 16,-15 7 3-16,-7 5-29 15,-11 11-37-15,-8 8-16 16</inkml:trace>
  <inkml:trace contextRef="#ctx0" brushRef="#br0" timeOffset="-53009.39">2613 12173 57 0,'0'0'2'0,"0"0"-1"0,0 0 0 0,0 0-3 16,0 0-20-16,0 0-15 16</inkml:trace>
  <inkml:trace contextRef="#ctx0" brushRef="#br0" timeOffset="-52540.23">2687 12089 74 0,'0'0'4'15,"0"0"-3"-15,0 0 1 16,0 0-1-16,0 0 0 16,-30 51 3-16,26-34 3 15,0 1-2-15,0-2-4 0,4 1 1 16,0-3 0-16,6-1 2 16,4-6-2-16,5-1 3 15,1-5 17-15,1-1-5 16,4-3-8-16,3-11-7 15,0-1 0-15,-1-5 3 0,-3-3-3 16,-5-2 0-16,-3 0 2 16,-8-1 6-16,-4 0-1 15,0 0 0-15,-9 5-4 16,-6 2-4-16,-4 7-1 16,0 8 3-16,-2 4-7 0,1 2-16 15,0 14 2-15,4 4-4 16,1 1-17-16,4-1-75 15</inkml:trace>
  <inkml:trace contextRef="#ctx0" brushRef="#br0" timeOffset="-52282.76">3393 11876 211 0,'0'0'4'0,"0"0"-9"0,0 0 5 0,-18 45 1 15,12-19-4-15,1 5 3 16,0 2-2-16,3-1-38 15,2-2-20-15</inkml:trace>
  <inkml:trace contextRef="#ctx0" brushRef="#br0" timeOffset="-51868.66">4035 11871 216 0,'0'0'-25'0,"0"0"30"15,-36 15-9-15,20 2 4 16,1 3 1-16,0 4-1 15,5 0 2-15,3 1-1 16,5-5-1-16,2-3 2 0,0-4 0 16,11-6-4-16,3-7 0 15,3 0 14-15,3-7-6 16,3-7-2-16,-1-7 6 16,-1-1-6-16,1-3 3 15,-7 1-5-15,-3-2-1 16,-8 5 2-16,-2 1-1 0,-2 4 1 15,-4 6 0-15,-12 5-4 16,-1 5-4-16,-6 4-32 16,-2 10-20-16,0 2 4 15</inkml:trace>
  <inkml:trace contextRef="#ctx0" brushRef="#br0" timeOffset="-51486.23">4597 11816 212 0,'0'0'12'16,"0"0"1"-16,0 0-6 0,0 0-7 15,0 0-1-15,0 0-2 16,-35 37-3-16,28-18 6 15,1 2-2-15,6-3-1 16,0-4-4-16,0-2-1 16,8-8 6-16,6-4-2 0,-1 0 1 15,6-6 1-15,-2-10 9 16,3-3 2-16,-2-5 4 16,-2 2-3-16,-3-3-1 15,-4 1-2-15,-4-2-1 16,-5 4-3-16,0 2-2 15,-12 6 1-15,-5 8-5 0,-6 6-5 16,-6 8-11-16,0 15-8 16,-4 8 7-16,5 2-7 15,2-1-14-15</inkml:trace>
  <inkml:trace contextRef="#ctx0" brushRef="#br0" timeOffset="-51130.12">5032 11732 231 0,'0'0'6'16,"0"0"-1"-16,0 0 1 16,0 0-2-16,0 0-9 15,0 0 7-15,0 0-10 16,-46 60 6-16,34-36 1 0,4-1-6 15,8-5-6-15,0-4-3 16,10-5-4-16,5-5 13 16,3-4 5-16,5-1 4 15,3-13 2-15,5-2 4 16,-2-5 3-16,0-2-5 16,-2-3 1-16,-4 1-3 0,-6-1 2 15,-7 1-1-15,-8 3 1 16,-2 4 1-16,-8 8-4 15,-11 7-8-15,-6 3-14 16,-6 16-26-16,2 4 4 0,-2 0-10 16</inkml:trace>
  <inkml:trace contextRef="#ctx0" brushRef="#br0" timeOffset="-50844.65">5539 11637 146 0,'0'0'97'15,"0"0"-93"-15,0 0-4 16,46 4 0-16,-36 5 1 0,-1-1-2 16,1-2 2-16,2 0 0 15,1-5-1-15,1-1 0 16,-1 0 0-16,1-3 1 15,-5-8-1-15,-1-2 6 0,-5-1 8 16,-3-1 5-16,-3-1-6 16,-12 0-9-16,-12 5-6 15,-14 4-19-15,-10 7-63 16,-11 0-79-16</inkml:trace>
  <inkml:trace contextRef="#ctx0" brushRef="#br0" timeOffset="-50376.15">2586 12769 174 0,'0'0'10'0,"0"0"-11"0,4 53 2 16,6-35 1-16,1-1-1 16,0-3-2-16,3-3-3 0,1-9 2 15,1-2 7-15,1 0-2 16,-1-11 5-16,-2-5 5 16,0-4-1-16,-2-3 1 15,-3-2-4-15,-2-2-1 16,-7 4-3-16,0-1-2 15,-2 6-1-15,-9 1-1 0,-2 8-8 16,-3 5-35-16,0 4-34 16,0 4-32-16</inkml:trace>
  <inkml:trace contextRef="#ctx0" brushRef="#br0" timeOffset="-49207.63">3301 12664 231 0,'-2'3'-19'0,"-4"3"25"0,1 5-11 0,3 6 2 16,0 4 2-16,2 3 1 0,0-1 1 15,0-2 1-15,10-4 0 16,2-7-1-16,6-2-4 16,0-7-4-16,-1-1 5 15,2-7 3-15,0-9-2 16,-1-4 8-16,-1-2 0 0,-5-4 5 15,-3 3 1-15,-4-1 1 16,-5 1 1-16,0 1-3 16,-3 2-5-16,-5 4-6 15,-5 5-1-15,-3 8-6 16,0 3-23-16,-2 7-65 0,-2 7-12 16</inkml:trace>
  <inkml:trace contextRef="#ctx0" brushRef="#br0" timeOffset="-48844.88">4091 12479 275 0,'0'0'-4'0,"0"0"1"15,0 0-8-15,0 0-4 16,0 0 12-16,-19 51 0 16,10-24 1-16,5-4-8 15,2 2 11-15,2-6-4 16,2-3-5-16,9-5-1 0,1-5 4 16,1-6-2-16,1 0 6 15,1-9 0-15,-2-7 6 16,-1-5-1-16,-1-3 15 15,-3-1 1-15,-2-2-7 16,-4-2-3-16,-2 1-3 0,0 1-4 16,-3 4-4-16,-6 6-1 15,-2 7-23-15,0 7-27 16,-3 3-73-16</inkml:trace>
  <inkml:trace contextRef="#ctx0" brushRef="#br0" timeOffset="-48490.26">4636 12350 261 0,'0'0'3'0,"0"0"-8"16,0 0 3-16,0 0-4 15,0 0 5-15,13 40 0 0,-13-23 1 16,0 0 0-16,4-3-7 16,1-4-1-16,4-3-2 15,2-5 3-15,-2-2 4 16,1-5 3-16,2-8 8 16,-3-4 12-16,1-4 2 15,-6-2-6-15,-4-2-1 0,0-1-2 16,-2 2-4-16,-10 6-6 15,-3 2-1-15,-7 9-4 16,1 7-9-16,-3 10-16 16,-1 14 3-16,3 7-24 0,1-1-34 15</inkml:trace>
  <inkml:trace contextRef="#ctx0" brushRef="#br0" timeOffset="-48154.77">5287 12272 184 0,'0'0'8'0,"0"0"0"0,0 0-5 16,0 0 3-16,0 0-4 15,0 0 1-15,0 0-1 16,8 54 0-16,-8-36-2 15,0-2 1-15,4-5-5 16,5-4-11-16,3-6 15 0,-3-1-1 16,5-5 1-16,-2-9 3 15,-1-6 14-15,-3 0 1 16,0-6 3-16,-5 1-2 16,-3-3-6-16,0 4-6 15,-3 1-3-15,-7 4-7 0,-4 8 9 16,0 4-58-16,-2 7-28 15,1 0 0-15</inkml:trace>
  <inkml:trace contextRef="#ctx0" brushRef="#br0" timeOffset="-47891.09">5601 12246 101 0,'0'0'73'0,"0"0"-70"16,40 50-1-16,-24-34-1 16,-1-1 1-16,4-3-1 15,-2-5-5-15,1-6 4 16,0-1 5-16,0-3 12 16,0-9 6-16,-3-6 3 15,-3-3-7-15,-3 0-4 0,-9-2-1 16,0 2-6-16,-9 1-7 15,-16 3-3-15,-13 6-39 16,-13 6-90-16</inkml:trace>
  <inkml:trace contextRef="#ctx0" brushRef="#br0" timeOffset="-47479.19">2692 13208 286 0,'0'0'6'0,"0"0"-13"0,0 0 6 16,0 0-14-16,28 50-32 15,-25-18-4-15,-3 1-42 16</inkml:trace>
  <inkml:trace contextRef="#ctx0" brushRef="#br0" timeOffset="-47129.73">3288 13153 173 0,'0'0'4'0,"0"0"-3"15,0 45 0-15,0-25-1 16,0-5 3-16,0 0-3 16,0-7 0-16,9-3 2 15,2-5-6-15,5 0 3 16,0-8 8-16,3-10-3 0,-2-2 1 16,-2-5 3-16,1-3 4 15,-7 0-1-15,-1 1-3 16,-6 0-1-16,-2 5-1 15,0 5-4-15,0 8-3 16,-11 9-20-16,-2 0-62 0,-3 11-27 16</inkml:trace>
  <inkml:trace contextRef="#ctx0" brushRef="#br0" timeOffset="-46831.05">3773 13065 299 0,'0'0'3'15,"0"0"-3"-15,0 0-1 16,45 12-2-16,-29 1-3 0,-3-2-7 16,3 0-5-16,1-3 6 15,6-4 4-15,-1-4 2 16,2 0 2-16,3-12 1 15,-2-4 1-15,-4-3 3 16,-2-5 7-16,-5 1 6 0,-7-1 2 16,-3 0-4-16,-4 1-1 15,0 3-9-15,-5 3-2 16,-7 5-4-16,-3 6-28 16,-2 6-51-16</inkml:trace>
  <inkml:trace contextRef="#ctx0" brushRef="#br0" timeOffset="-46497.35">4372 12914 252 0,'0'0'9'0,"38"-14"-6"15,-22 12-1-15,-6 2-3 16,2 3 0-16,-5 10-4 15,-1 1-3-15,-1 3 9 0,-1 0-5 16,1-3-12-16,4-1 3 16,0-6 6-16,0-3 0 15,4-4 6-15,-2-2 6 16,5-8-2-16,-3-6 3 16,0-1 1-16,-1-4 4 0,-3-2 0 15,-5-1 4-15,-2-1-3 16,-2 3-2-16,-2 2-6 15,-7 6-3-15,-3 8-8 16,-3 6-22-16,0 3-32 16,-5 11-29-16,4 2-12 0</inkml:trace>
  <inkml:trace contextRef="#ctx0" brushRef="#br0" timeOffset="-46204.16">5138 12769 172 0,'0'0'-17'16,"0"0"21"-16,26 45 2 16,-20-27-1-16,0 1-3 0,1 0-1 15,0-2-1-15,0-3 1 16,1-4 0-16,4-3 0 15,-1-3-1-15,4-4-1 16,-1 0 2-16,1-11-1 16,1-5 0-16,0-5 2 0,-5-2-1 15,0-2 0-15,-4-1-2 16,-3-2-3-16,-4 2-27 16,0 5-28-16</inkml:trace>
  <inkml:trace contextRef="#ctx0" brushRef="#br0" timeOffset="-45940.25">5541 12911 184 0,'0'0'8'0,"56"-44"11"16,-31 19-2-16,-3-1-1 15,-2 4-4-15,-9 5-7 16,0 2-2-16,-9 9 0 16,-2 6 15-16,0 2-14 0,-8 13-8 15,-6 5 3-15,3 3-3 16,-1 0-6-16,6-5-8 16,1-4-3-16,5-9-15 15,1-5-52-15</inkml:trace>
  <inkml:trace contextRef="#ctx0" brushRef="#br0" timeOffset="-44936.99">5687 10853 91 0,'0'0'5'0,"0"0"1"0,0 0-7 16,0 0 11-16,0 0 2 16,0 0-6-16,41-25 1 0,-20 16-2 15,-1-2 0-15,6 1-2 16,-1-1 0-16,2-1 0 15,-2 2 1-15,2 2-1 16,-6 0 0-16,2 1-2 16,-3 0 1-16,0 3 0 0,-4 1-1 15,-1 3-1-15,-3 0 1 16,1 0-2-16,-3 0 1 16,0 7-1-16,-1 2 3 15,0 2-1-15,-1 3 0 16,0 2-1-16,0 4 1 15,2 1 0-15,-3 5 1 0,1-2-1 16,-3 4 0-16,1 2-1 16,-4-3 0-16,0 3-1 15,-1-4 1-15,-1 1 0 16,0 0 1-16,0 1-1 0,0 3 2 16,0 6-2-16,0 4 1 15,0 5-1-15,0 3 1 16,-3 1-1-16,3 4 1 15,0 0-1-15,0 1 0 16,0 2 0-16,6 0 0 16,0 0 1-16,1 2-1 0,-1 0 0 15,2 2 1-15,-2 1-2 16,-1 4 2-16,3 2-1 16,1 2 0-16,-1 0 1 15,2 3-2-15,1-5 2 0,1-1-1 16,-3-8 0-16,-1-3 0 15,0-8 0-15,-2-5 0 16,-4-8 0-16,-2-1 1 16,0-4 0-16,-4-1-1 15,-10-4-1-15,-1-1 3 16,-8-3 5-16,-1-2-3 0,-3-1-2 16,-3-3-3-16,-3-7-19 15,-1-8-163-15</inkml:trace>
  <inkml:trace contextRef="#ctx0" brushRef="#br0" timeOffset="-42945.24">4851 13312 84 0,'0'-3'7'0,"0"1"9"0,-2-2-3 0,2 4 0 16,-1 0-9-16,1-1-3 15,0-1 0-15,0 2-1 16,0 0 0-16,0 0 0 15,0 0 0-15,0 0 0 16,0 0-1-16,3 0 1 0,1 3-1 16,1 3 1-16,1 3 0 15,3-3 1-15,0 3-1 16,2-1 0-16,0 1 1 16,5 1 0-16,-3-1 0 15,5 0 2-15,0 1-2 0,0 2 0 16,0-1 0-16,-3 2 0 15,2 0 0-15,-4-2-1 16,2 3 1-16,-2-1 0 16,-2-3 0-16,1 1-1 15,1 2 1-15,3-3 0 16,-3 3 0-16,1-2-1 0,-3 1 0 16,0-1-20-16,-6-4-32 15</inkml:trace>
  <inkml:trace contextRef="#ctx0" brushRef="#br0" timeOffset="-42531.15">4964 13679 3 0,'0'0'112'0,"0"0"-108"0,0 0 1 0,0 0-4 0,0 0 2 0,0 0-3 16,0 0 1-16,0 0 0 16,43-14 2-16,-32 13 0 15,5 1 0-15,1 0 3 16,4-2-3-16,-2 1 0 15,2 1-2-15,1-3 1 0,-4 0-1 16,0-1-1-16,-2 0 2 16,-5-3 3-16,-4-3 17 15,-1 0 3-15,-4-6 0 16,-2-1-2-16,0-1-5 16,-9-4-7-16,-2-2 1 0,0 3-7 15,0-1-3-15,4 3-2 16,3-1-10-16,-1 3-43 15,5-2-82-15</inkml:trace>
  <inkml:trace contextRef="#ctx0" brushRef="#br0" timeOffset="-41984.68">5568 13393 170 0,'0'0'-23'0,"0"0"25"0,0 0-2 0,0-40 0 0,0 37 0 16,-2 0 0-16,-5 3-9 15,-5 0 6-15,0 0 3 16,-3 6 1-16,2 3 1 16,-2 2 4-16,3 2-3 15,4 2-2-15,-2 2-1 0,4 0 0 16,3 1 1-16,3 1-1 15,0-2 0-15,3 0 1 16,6-1 0-16,4-5-1 16,0 2 1-16,4-2 0 15,3-3 1-15,-1 0-1 16,0-1 1-16,0 2-1 0,-3-1 0 16,-3 1 0-16,-1-1-1 15,-5-1-1-15,-3 0 0 16,-4 2 2-16,0-1 2 15,-6 0 4-15,-5 1 1 16,-1 0-3-16,1-1-3 0,2-2-1 16,-1-1-1-16,6-5-6 15,4-2-55-15</inkml:trace>
  <inkml:trace contextRef="#ctx0" brushRef="#br0" timeOffset="-41677.84">5737 13380 64 0,'0'0'5'0,"0"0"15"0,0 0-9 15,0 0-11-15,0 0-1 16,0 0 5-16,19 44 2 15,-11-22-2-15,2 3 0 0,-1 0 0 16,1 5 0-16,0-1-1 16,-3 1 2-16,1 3-3 15,-3 0 0-15,-1-2 0 16,0 2-1-16,-1-3-1 16,-3-3 1-16,0-2-1 0,0-4 0 15,0-6-1-15,0-5-40 16</inkml:trace>
  <inkml:trace contextRef="#ctx0" brushRef="#br0" timeOffset="-41359.28">5680 13405 145 0,'0'0'4'0,"0"-39"-1"15,7 20-2-15,5 6 0 16,2 2-1-16,0 3 0 16,0 3 1-16,1 5-2 15,-2 0 1-15,2 0 0 16,-1 11-1-16,0 0 0 0,-3 3 0 16,-3 1 1-16,-2 1 0 15,-4 2 0-15,-2-2 0 16,0 2 1-16,-5-1 2 15,-6-1 0-15,-2-2 0 16,-1-1-2-16,5 0 2 16,0-3-3-16,0-3 0 0,6-7-33 15,3 0-86-15</inkml:trace>
  <inkml:trace contextRef="#ctx0" brushRef="#br0" timeOffset="-40219.22">6008 13319 94 0,'0'0'1'0,"0"0"0"0,0 0-1 16,0 0 1-16,16-40-1 16,-16 38 0-16,0 0 3 15,-9 2 7-15,2 0-4 16,-2 0 2-16,-2 2 1 15,-2 6-2-15,0 2-1 16,-1 1-4-16,3 4-1 16,2 1 0-16,-1 0-1 0,4 2 1 15,4-3 0-15,2-1 0 16,0-2 0-16,0-2 0 16,6-3 2-16,0-2-6 15,2-4 7-15,1-1-2 0,-3 0 2 16,3-1-2-16,-2-8 3 15,2-1 1-15,-3-2 3 16,1-1 2-16,-1 0-7 16,0 0-2-16,-2 3-1 15,-2 3-1-15,3 3 0 0,-3 1 1 16,0 3-2-16,2 0-3 16,1 0 2-16,0 6-4 15,1-1 4-15,1 3 6 16,0-1-3-16,2 0 1 15,0-3-2-15,0-1 0 0,2 1 0 16,-2-4 2-16,0 0-1 16,2 0 0-16,-2 0 0 15,-2-4 1-15,1-1-2 16,-2-2 3-16,0-4 1 16,-4 0 5-16,0-2 1 0,0-1-3 15,0-2-3-15,1 0-2 16,-3-1-1-16,2 1-2 15,0 1 2-15,0 1-1 16,0 1 0-16,0 2 0 16,4 2 0-16,0 1 0 15,1 1 0-15,2 1-1 0,2-1 1 16,0 3-1-16,2 2 1 16,-1 2-1-16,1 0-2 15,-1 0 2-15,-2 10-1 16,1 0 0-16,1 1-1 15,-3 2 6-15,-1 0-5 0,2 1-1 16,-6-2 3-16,-2 0-1 16,1 0 2-16,-3-4 1 15,0-1-2-15,0-2 0 16,0-3 0-16,0 0 4 16,-4-2-1-16,3 0 0 0,-1-2 3 15,2-6-9-15,0-6 10 16,0-3-6-16,0-5-1 15,5-3-1-15,3-1 0 16,-1-1-2-16,3 0 3 16,0 0 0-16,1 2 0 15,-1 2 0-15,1 2 0 0,-3 4 0 16,-2 4 0-16,0 3 1 16,-4 5-1-16,-2 4 0 15,0 1-3-15,0 0-8 16,0 6-22-16,0 5 33 0,0 2 1 15,-2 5 0-15,2-2 0 16,0 1 0-16,0-2 0 16,4-3 1-16,5-2-2 15,0-1-3-15,2-4 7 16,2 0-2-16,-1-3 2 0,1 0-1 16,-4-1-2-16,0 1 2 15,-2-2-3-15,-5 1 1 16,0 0 0-16,-2 1 1 15,0 1 17-15,0 1-5 16,-4 0-9-16,-3 4-5 16,0 0 1-16,3-1-1 0,2 4 0 15,2-5-8-15,0-4-62 16,2-2-44-16</inkml:trace>
  <inkml:trace contextRef="#ctx0" brushRef="#br0" timeOffset="-39601.09">6945 12972 113 0,'-7'10'0'0,"0"-3"4"0,2-3 2 0,1-2-3 0,0-1 5 15,-1-1 11-15,0 0-2 16,1-3-11-16,-2-5 2 16,1-2-4-16,-2-3-1 15,1 1 2-15,-1-4 18 0,-2-1-18 16,1 0-4-16,0-1-3 15,1 2-3-15,1 3-3 16,0 2-6-16,3 4 5 16,1 4 4-16,2 3-3 15,0 0-29-15,0 7 29 0,0 1 7 16,3 2 1-16,3 0 1 16,2 0-1-16,-1-3 0 15,5-3 0-15,-4-1 0 16,4-3-4-16,-1 0 2 15,0 0 5-15,1-9 4 0,-2-4-5 16,1-2-1-16,-1 0 1 16,-2-4 4-16,1-1 1 15,-4 0 1-15,4 1-2 16,-4 1-1-16,3 3-3 16,-4 2-2-16,3 6 0 15,-2 3 0-15,-1 4 0 0,3 0-2 16,-3 4-3-16,1 10 5 15,-1 6 5-15,2 3-2 16,2 4 0-16,-4 0-1 16,3 4-1-16,1-3 2 15,2-1-3-15,-1 0-20 0,-2-9-35 16</inkml:trace>
  <inkml:trace contextRef="#ctx0" brushRef="#br0" timeOffset="-39307.98">7285 12785 199 0,'0'0'5'0,"0"0"10"0,0 0-3 0,0 0-6 16,0 0-2-16,-43-23-5 0,32 38 1 15,0 1 0-15,-1 0 0 16,3 2 0-16,5-2 1 15,2-2-1-15,2-4-1 16,0 0 1-16,4-4 0 16,5-2-5-16,2-4 2 0,5 0 6 15,2 0-2-15,0-9-1 16,4-3-1-16,1-4-3 16,-2-5-15-16,0-1-16 15,-3-5-13-15,-5 0-67 16</inkml:trace>
  <inkml:trace contextRef="#ctx0" brushRef="#br0" timeOffset="-39108.09">7314 12557 211 0,'0'0'3'0,"0"0"1"0,0 0-6 15,0 0 2-15,0 0 1 16,-2 43-2-16,12-29 2 15,1 4-1-15,3 1 1 16,-1 0 0-16,1-1-4 16,-3 2-27-16,-3-2 3 0,-1-2-12 15,-1-5-65-15</inkml:trace>
  <inkml:trace contextRef="#ctx0" brushRef="#br0" timeOffset="-38582.2">7406 12702 89 0,'0'0'47'0,"0"0"-13"16,0-44-9-16,8 29-4 16,5 2-15-16,1 0-4 15,1 3-2-15,1 0 1 16,-1 3 0-16,1 6-2 0,0 1 1 16,0 0 0-16,-3 3-3 15,1 8 0-15,-5 0-1 16,1 4 3-16,-5-1 0 15,0-2-1-15,-3-2 2 16,-2-1 0-16,0-3 0 0,0-2 0 16,-2-3 4-16,-6-1 5 15,2 0-2-15,0-2 2 16,-1-6-2-16,-1-5-1 16,2-1-5-16,0-4-2 15,3-2 2-15,3-3 1 16,0 2-3-16,2-2-10 0,7 1-7 15,5 2-9-15,1 1-1 16,2 5 1-16,-1 3 11 16,1 2 4-16,-2 5 4 15,1 4 4-15,-3 0 3 0,-1 0 0 16,-4 11 0-16,-1 1 0 16,-3 3 0-16,-3 0-2 15,-1 3 11-15,0-3 3 16,0 1 0-16,0-2 3 15,0-4-3-15,0 0-2 0,2-3-3 16,5 0 1-16,-1-4-3 16,3 0 1-16,0-3-5 15,3 0 3-15,-1 0 0 16,0-6-25-16,-6-4-21 16,-1-1-28-16</inkml:trace>
  <inkml:trace contextRef="#ctx0" brushRef="#br0" timeOffset="-38397.09">7635 12403 151 0,'0'0'-2'0,"0"0"35"0,0 0 3 0,0 0-20 16,0 0-16-16,0 0-2 15,0 0-4-15,0 0-7 16,0 0 3-16,42-30-18 0,-23 39-8 15,3 0-1-15,-3 1-55 16</inkml:trace>
  <inkml:trace contextRef="#ctx0" brushRef="#br0" timeOffset="-38140.07">7879 12421 125 0,'0'0'3'15,"0"0"4"-15,0 0-4 16,0-43 1-16,0 38 21 16,0 4 17-16,0 1-20 0,0 0-16 15,0 5-6-15,7 5 0 16,7 1 1-16,0 5 0 16,3-2-2-16,2-1 3 15,-1 0-1-15,-4-2-1 16,2-2 1-16,-1-1-3 0,-1-5-16 15,-3 0-19-15,-1-3-21 16,0 0-57-16</inkml:trace>
  <inkml:trace contextRef="#ctx0" brushRef="#br0" timeOffset="-37968.91">8058 12285 221 0,'0'0'-3'0,"0"0"16"15,-38 15-8-15,22 8-4 16,3 7-1-16,-3 7 1 16,-1 5 0-16,1 1 0 0,2 5-1 15,-6 6-16-15,-5 3-41 16,-6 1-35-16</inkml:trace>
  <inkml:trace contextRef="#ctx0" brushRef="#br0" timeOffset="-37486.77">6231 13854 90 0,'0'0'10'15,"54"-17"7"-15,-18 0-4 16,9-3-2-16,7-4-2 16,5-4-4-16,6-4 0 15,7-2-2-15,3-1-1 0,3-5 1 16,2-1 7-16,3-3 0 16,-2 1 1-16,4-1 0 15,3 4-3-15,-4-1-2 16,-6 6-4-16,0-1-1 15,-6 4 0-15,-7 3-1 0,-3 2 0 16,-12 5 0-16,-2 3-1 16,-11 5-18-16,-12 4-36 15,-12 7-23-15</inkml:trace>
  <inkml:trace contextRef="#ctx0" brushRef="#br0" timeOffset="-37086.56">6254 14033 88 0,'49'-24'3'0,"7"-3"9"0,9-7 6 0,6 0-4 0,3-4-2 16,7-1-1-16,6-1-4 15,2-1 1-15,1-1 4 16,0-1 4-16,3-3 1 15,-1 0-4-15,-1 0-1 16,-4-1-2-16,-2 5-5 0,-4 2-1 16,-4 6-2-16,-4 4-2 15,-7 9 0-15,-7 5 0 16,-11 4-33-16,-17 4-75 16</inkml:trace>
  <inkml:trace contextRef="#ctx0" brushRef="#br0" timeOffset="-33026.62">2709 11167 62 0,'0'0'8'0,"0"0"3"16,0 0 0-16,0 0-6 0,0 0-2 15,0 0 0-15,0 0 1 16,0 0 0-16,0 0 0 16,0 0 3-16,0 0 0 15,0 0 0-15,0 0-2 16,-38-13 1-16,34 10-4 0,0 1 0 16,-2 0 1-16,2 1 1 15,-4-2-2-15,3 3-1 16,-3-1-1-16,0 1 0 15,-1 0 0-15,-1 0 0 16,0 0 0-16,-1 4 0 16,0 0 0-16,-1 3 1 0,4 0-1 15,-3 3-1-15,-1 1 1 16,1 2 0-16,0 3-1 16,-3 1 1-16,4 4 0 15,-2-1 0-15,1 4 0 16,0-1 0-16,2 1 0 0,2 2 0 15,1-1 0-15,3 2 0 16,1-4 0-16,0 5 0 16,2-2 0-16,0 4 0 15,0-3 0-15,2 0 0 16,1 0 0-16,3 0 0 16,0 1 0-16,-1-4 0 0,4 3 0 15,0-3 0-15,0-2 0 16,2-4 0-16,2-1-1 15,3-4 1-15,0-3 0 16,2-3 0-16,-1-1 0 16,2-5 0-16,-4 2 0 0,1-3 1 15,-3 0-1-15,-1 0 0 16,-2-4 2-16,1-2 1 16,1-4 2-16,-1 0-1 15,1-3-1-15,-3-2 0 0,1-4 1 16,2-3-1-16,-1-3 26 15,0-3-26-15,0-2-1 16,0-1-1-16,-4-3-1 16,-3 0 1-16,-2-3-1 15,-2-3 1-15,0-3 0 16,-4-5 1-16,-5 1 8 0,-4 0 0 16,-1 2-4-16,1 5-2 15,-3 6-3-15,3 10-2 16,-1 10-4-16,-1 11-4 15,-3 3-31-15,0 11-60 16</inkml:trace>
  <inkml:trace contextRef="#ctx0" brushRef="#br0" timeOffset="-32023.09">3357 11676 22 0,'0'-7'38'0,"0"-1"-2"0,0 3-10 0,0-2-9 0,-2-1 1 16,-4 3 0-16,1-2-1 16,-2 1-9-16,0 2-3 15,1-1-2-15,-1 3-3 16,1 0 0-16,-2-1 0 16,0 3-2-16,1 0 1 0,-1 0 0 15,0 2-1-15,-1 5 1 16,1 1 1-16,1 5-1 15,-2 3 0-15,2 2 1 16,1 2 0-16,3 1 0 16,-1 2 0-16,2 1 0 15,2-4 0-15,0 3 0 0,0-2-4 16,0 0 7-16,4 0-3 16,1 1 0-16,3-1 0 15,-1-1 0-15,2 2 1 16,0-1-1-16,2-1 0 0,1 1 1 15,-1-1-1-15,5-3 1 16,-1 2 0-16,3-4-1 16,0-1 0-16,2-4 0 15,0-3 1-15,2 0-2 16,0-6 1-16,3-1 0 16,0 0 2-16,1-8 2 0,1-2-3 15,-2-4 1-15,-3-3-1 16,-2-1 1-16,-2-4 0 15,-7 0 4-15,-1-4 3 16,-4-2 0-16,-4-1-1 0,-2-2-3 16,0 0-2-16,-6-2 0 15,-4-1-1-15,-3 1-2 16,0-1 0-16,-3 2 0 16,-4 1-2-16,4 3 1 15,-2 4-1-15,3 4 2 16,1 5 0-16,-1 6-6 0,4 5-13 15,-3 4-17-15,1 0-25 16</inkml:trace>
  <inkml:trace contextRef="#ctx0" brushRef="#br0" timeOffset="-30934.23">2578 10974 2 0,'-3'-3'13'0,"1"3"3"0,2 0-8 0,0-1-3 0,0 1-4 15,0 0-2-15,0 0 1 16,0 0 0-16,0 0 3 0,-2 0 17 16,0 0 12-16,-1 0-22 15,0 0-8-15,-1 0-1 16,2 0-1-16,0 1 1 15,2-1 0-15,-2 1-1 16,2 1 0-16,0-2 3 0,0 0 5 16,0-2 7-16,4-6 12 15,5-8-20-15,7-4-4 16,4-5-2-16,4-5 0 16,7-4 0-16,6-2-1 0,-1-3-27 15,1-1-27-15</inkml:trace>
  <inkml:trace contextRef="#ctx0" brushRef="#br0" timeOffset="-30358.12">3156 10953 14 0,'0'0'9'0,"0"0"15"0,0 0-7 0,0 0-6 15,0 0-2-15,0 0-5 16,0 0-2-16,0 0-1 16,0 0 0-16,0 0 2 0,0 0 4 15,11-5-2-15,-6-6-4 16,4-5 2-16,4-2-1 15,-2-5 0-15,5-1-2 16,-1-3 0-16,4 1 1 16,3 1-2-16,-5-1 0 0,2 2-19 15,-6 1-74-15</inkml:trace>
  <inkml:trace contextRef="#ctx0" brushRef="#br0" timeOffset="-25166.3">4441 8331 52 0,'0'0'14'0,"0"0"-14"0,0 0 3 0,0 0-2 16,0 0-4-16,0 0 14 15,0 0-1-15,0 0 3 16,0 0 0-16,0 0-6 0,0 0-2 15,-38 7-1-15,30-13-1 16,1 1 30-16,-3-3-33 16,-2 0 0-16,-2-5-1 15,3 2-5-15,-2-2 1 16,-5-3 2-16,2 1-1 0,-2-1 2 16,-2 2-1-16,2-2 2 15,2 2 1-15,1 0 0 16,1-2 0-16,1 2 0 15,6-1-1-15,2-1 1 16,3 0 0-16,2 1 0 0,0-4 1 16,5 4 0-16,2-1 1 15,-3-1-1-15,2 1 0 16,1-1 1-16,-1 4-1 16,0 0 1-16,0 1-1 15,1 0 0-15,5 1-1 0,-1-1 0 16,3 3 0-16,5-3 0 15,2 1 0-15,0 1 0 16,4-1 0-16,0 0-1 16,1-1-1-16,1 3 3 15,0-2-2-15,-1 4 1 16,-1 0 0-16,2 1 0 0,-2-1 1 16,2 3-1-16,-2 1-1 15,0 0 2-15,1 0-1 16,0 2 0-16,3-2-1 15,-1 3 0-15,3-3 2 0,4 3-1 16,-1 0 0-16,4-1 1 16,3-2-1-16,1 0 0 15,3 0 1-15,1-1-1 16,1-3 0-16,0 1 0 16,0-1 0-16,-4 2 0 0,1 0-1 15,-4 2 2-15,-2 2-1 16,0-2-1-16,0 3 2 15,-1 0-1-15,0 0 0 16,-3 0 0-16,1 0 0 16,-1 0 0-16,-1 3 0 0,-1-1 1 15,-1 2-1-15,-2 1 0 16,0-2 0-16,-4 1 0 16,2-1 0-16,-3 1 0 15,0 0 1-15,1-1-2 16,-2-1 2-16,-3 2-1 0,-2-1 0 15,0 0 0-15,-3 1 0 16,-1 1 0-16,-3-1 0 16,1 0 0-16,-1 3 0 15,1-2 0-15,-2 3 0 16,1-1 0-16,-1 0-1 0,2 0 1 16,-3 3 0-16,2 0 0 15,-1 0 0-15,2-1 0 16,-1 2-1-16,1 3 2 15,-1 0-1-15,1-1 0 16,-3 3-1-16,1-2 0 16,-1 1 0-16,-2-1 1 15,0 2 0-15,-1-2 0 0,1-1 0 16,-3 0 0-16,2 2 0 16,-2-3 0-16,0 0 0 15,-2-3 0-15,-2 1 0 16,2 0 0-16,-2-2-1 0,0-1 2 15,0 2 1-15,-4-1-1 16,-3 0 1-16,-2-1 2 16,-2 3-2-16,-2-3 2 15,-3 3-2-15,-6 1 3 0,-3-2-2 16,-9 2 2-16,-10 4-1 16,-14 3-2-16,-18 8-1 15,-18 4 0-15,-22 6-2 16,-23 6-2-16,-24-1-41 15</inkml:trace>
  <inkml:trace contextRef="#ctx0" brushRef="#br0" timeOffset="-22773.57">9671 7685 103 0,'0'0'26'0,"0"0"-25"0,0 0 2 0,0 0-1 16,40-31-1-16,-24 26 0 16,7 2-1-16,3 2 1 15,8-1-1-15,2 1 0 16,8 1 0-16,8 0 0 16,6 0 1-16,9 0-1 15,6 0 0-15,8 3 1 0,6-2 0 16,5-1 2-16,8 0-1 15,8 0 2-15,5 0 3 16,8 0 2-16,6 0 3 16,8-1-2-16,4-6-2 0,6 0-2 15,-1-2-3-15,-4 2 2 16,-1-2-3-16,-6 1-1 16,-10-1 0-16,-11 2-1 15,-18 3 0-15,-16 4 1 0,-20 0-3 16,-24 4 1-16,-24 12-18 15,-16 1-53-15,-30 0 9 16</inkml:trace>
  <inkml:trace contextRef="#ctx0" brushRef="#br0" timeOffset="-22025.96">9309 8551 102 0,'0'0'4'0,"0"0"2"0,0 0 3 0,0 0-2 15,0 0-9-15,0 0 5 16,0 0-2-16,0 0 3 16,0 0-2-16,50-6 0 0,-28 5-2 15,-1-1 1-15,7-1 0 16,5 2 0-16,6-2-1 15,5 3 0-15,4-2 1 16,5 0-1-16,6-1 0 16,6 2 2-16,7-2-2 0,7-1-2 15,10-1-1-15,7 1 4 16,10 1 0-16,5-1 2 16,10 1-3-16,6 3 1 15,8 0 0-15,2 0-1 16,5 0 3-16,3 2 0 15,2 2 3-15,3-3 2 0,0 1 3 16,2-2 2-16,4 0-2 16,-1-2-4-16,-2-5-3 15,-3-1-1-15,-4-2-1 16,-10-2-2-16,-4-2 0 16,-9 0 1-16,-5-3-1 0,-11 0 1 15,-4 1-1-15,-9 1 2 16,-7 2-4-16,-6 2 0 15,-10 1-17-15,-8-3-75 16</inkml:trace>
  <inkml:trace contextRef="#ctx0" brushRef="#br0" timeOffset="2791.8">2392 10701 103 0,'0'0'6'0,"0"0"6"0,0 0 2 0,0 0 8 16,-38 10-3-16,33-10-2 15,1 0 9-15,2 0 4 0,1 0-15 16,1-3-7-16,0-4-8 15,5-1 2-15,5-2-4 16,5-2 4-16,3-1-2 16,1 4-2-16,2 1 5 15,-3 6-3-15,-1 2 0 0,-3 2 0 16,-3 10-1-16,-4 2-2 16,-3 4 2-16,-4 1 1 15,0-2 0-15,0 0 0 16,-7-1 1-16,-1-5 0 15,1-3-1-15,-2-2 2 0,2-3-1 16,1-1-1-16,1-2 1 16,3 0 1-16,0-9-4 15,2-3 0-15,0-4 0 16,2-3 1-16,1-1 0 16,3 2 1-16,-2 2 1 15,-1 5-1-15,-2 5 0 0,2 3 1 16,-3 3-1-16,2 0-1 15,3 6 0-15,-1 4 0 16,1 1 2-16,1 5-2 16,3-2 1-16,3-1-3 15,-4 0-18-15,3-2-8 0,1-2-1 16,1-4-2-16,-1-2 6 16,-3-3 5-16,3-1 9 15,-5-9 7-15,0-6 4 16,-4-1 3-16,-1 0 14 15,-2 3 12-15,0 0 3 0,0 5 3 16,0 4 1-16,0 4-12 16,2 1-17-16,2 2-6 15,7 11-2-15,3 5 1 16,5 3-5-16,2 1-51 16,0-4-24-16</inkml:trace>
  <inkml:trace contextRef="#ctx0" brushRef="#br0" timeOffset="3270.1">3109 10592 172 0,'0'0'49'0,"0"0"-36"0,0 0 1 0,-25-43-7 15,25 37-6-15,0 2-3 16,0 2-1-16,10 2 3 0,-1 0 0 16,4 0-1-16,1 9 0 15,1 3 0-15,1 3-2 16,-5 1-2-16,0-2 1 15,-2 1 2-15,-2-4 2 16,-3-3 0-16,-2-3 0 0,-2-1 0 16,2-3 1-16,-2-1 1 15,0 0 5-15,0-4 2 16,0-7-9-16,0-4-1 16,0-3-1-16,2-3 1 15,-1 1-1-15,4 3 2 0,-3 4 0 16,2 4 0-16,-1 5 1 15,3 4-2-15,1 0-2 16,4 10 3-16,2 4-3 16,0 5-7-16,1 1-26 15,-1 1-19-15,1-3 2 0</inkml:trace>
  <inkml:trace contextRef="#ctx0" brushRef="#br0" timeOffset="3518.4">3440 10575 110 0,'0'0'10'0,"0"0"15"16,23-41-3-16,-14 35-12 15,1 3-7-15,-1 3-3 16,3 0 2-16,-4 13-4 16,-1 3-2-16,-2 3-1 15,-5 0-5-15,0-1 9 0,0-2 4 16,0-3-3-16,0-3 10 15,0-5-6-15,0-2-5 16,7-3 2-16,8-1-3 16,8-12 1-16,10-7 3 15,5-7-2-15,0-7-60 16</inkml:trace>
  <inkml:trace contextRef="#ctx0" brushRef="#br0" timeOffset="4015.71">3951 10519 174 0,'0'0'-32'16,"0"0"37"-16,0 0 3 15,0 0 0-15,0 0-6 16,-15-43-2-16,18 35 0 16,5 0 1-16,4 1-1 0,-1 4 1 15,2 1 2-15,0 2-3 16,-1 6 1-16,-1 8-1 16,-2 5-1-16,-3 1 2 15,-1 1-1-15,-5-3 1 16,0-2 0-16,0-2-1 0,0-5 0 15,0-2 1-15,0-6 0 16,0-1-1-16,-3 0 3 16,1-7 2-16,2-10-5 15,0-1-3-15,0-5 2 16,0-1 4-16,0 0 1 0,0 5 6 16,0 2 10-16,0 4 5 15,0 6-7-15,0 2-12 16,5 3-5-16,4 2-1 15,0 0-1-15,2 7 0 16,5 3-9-16,-1 6-13 0,1 1-17 16,-3 0-1-16,1-1-8 15,-1-1-11-15</inkml:trace>
  <inkml:trace contextRef="#ctx0" brushRef="#br0" timeOffset="4356.51">4187 10538 48 0,'0'0'34'0,"0"0"-12"16,0 0 0-16,1-37-7 15,-1 26 3-15,0-1-1 16,1 1-5-16,3-2-2 16,2 2-4-16,2-2-4 15,0 6 0-15,3-3-2 0,-1 7 0 16,1 1 1-16,-4 2-1 16,2 0-5-16,-5 11-3 15,-2 3 1-15,-2 3 6 16,0 1 3-16,0 1-1 15,-4-1-1-15,2-2 1 16,2-5 0-16,0-1-1 0,0-3 0 16,4-1-1-16,5-3 1 15,2 1 1-15,1-1 4 16,-1 0-3-16,1-2 0 16,-2 3-1-16,-5-1 1 15,-1 2-1-15,-4 3 2 0,0 2-2 16,-5 3 2-16,-6 1-4 15,-3 0-20-15,2-1-28 16,0-6-19-16</inkml:trace>
  <inkml:trace contextRef="#ctx0" brushRef="#br0" timeOffset="5068.68">4578 10393 228 0,'0'0'-39'0,"0"0"39"0,0 0 3 0,0 0-3 16,0 0 3-16,0 0-5 0,38-23-3 15,-34 32-1-15,0 1 2 16,-1 4 2-16,2 0 3 15,-3 0 1-15,-2 2-1 16,0-2-1-16,0 3-1 16,-2-5 2-16,-8 2-2 0,1-6 1 15,1-2 0-15,0-3 1 16,2-3 2-16,4-3-1 16,2-10 0-16,0-5-6 15,0-1 3-15,4 1-1 16,2 1 4-16,4 1 0 0,-5 6 5 15,3 2 0-15,-2 2-6 16,4 5 1-16,-1 1 0 16,-1 0-2-16,5 0 1 15,-1 5 0-15,2 3-3 16,1 0-6-16,2 2-7 16,-2-3-7-16,1-2-11 0,-1-1 0 15,3-4 10-15,-5 0 6 16,1 0 13-16,-5-8 5 15,-2 1 21-15,-3 0 13 16,-2 2 10-16,-2 0 5 0,0 3-19 16,-2 2-8-16,-5 0-14 15,-3 5-7-15,-4 8-1 16,1 1 0-16,-3 7-1 16,3-1 1-16,0-4-1 15,5 1 0-15,2-6 1 16,5-2-2-16,-1-4 1 0,2-2-2 15,0-3-6-15,9 0 3 16,3 0 1-16,3-10-1 16,7-2 7-16,-2-4-4 15,2 0 5-15,1 2-2 0,0 1 0 16,-2 1-1-16,-4 3 0 16,0 2-8-16,-5 3-38 15,-3 1-26-15,-3-1-32 16</inkml:trace>
  <inkml:trace contextRef="#ctx0" brushRef="#br0" timeOffset="5204">4929 10410 77 0,'0'0'70'0,"0"0"-9"0,0 0-16 16,0 0-34-16,0 0-11 16,0 0-2-16,-23 38 2 15,23-12-1-15,9 4-5 0,2 1-41 16,3-1-41-16</inkml:trace>
  <inkml:trace contextRef="#ctx0" brushRef="#br0" timeOffset="5680.8">5245 10383 183 0,'0'0'-5'0,"0"0"20"16,-6-44 13-16,6 31-12 16,0 3-9-16,0 0-1 15,6 3-2-15,4 0-1 16,3 4-2-16,3 3 0 16,1 0 1-16,2 7-2 0,-2 5 3 15,-3 3-3-15,-3 1 0 16,-7 1 0-16,-2 0 0 15,-2-1 0-15,0-2-5 16,-8-4 3-16,1 0 3 16,-1-5 5-16,0-3-3 0,2-2-2 15,3-2 0-15,-1-10-2 16,4-4-2-16,-2-4-4 16,2 0 8-16,0 2 4 15,0 1-5-15,0 4 2 16,0 2-1-16,0 6 2 0,2 1-1 15,2 2-2-15,1 2 0 16,2 0 0-16,2 0 2 16,0 8-2-16,4 0 1 15,3 2-1-15,0 0-3 16,1-1-7-16,2-1-18 16,2-1-11-16,-1-2-17 0,1 0 5 15</inkml:trace>
  <inkml:trace contextRef="#ctx0" brushRef="#br0" timeOffset="5908.35">5577 10339 75 0,'0'0'20'0,"0"0"34"16,0 0-14-16,0 0-14 15,0 0-15-15,0 0-9 16,0 0-3-16,0 0 1 16,0 0 2-16,15 11 0 15,-6 1-2-15,2-1 1 16,-1 2 2-16,3 0 0 0,-4 1-3 15,2 1 2-15,-4 0-1 16,-1 0 0-16,-6 2 0 16,0 2 0-16,0 4-1 15,-11-1-2-15,-3 1 2 16,-1 0-39-16,-3-7-35 0</inkml:trace>
  <inkml:trace contextRef="#ctx0" brushRef="#br0" timeOffset="6029.74">5737 10137 138 0,'43'-58'47'15,"6"-3"-37"-15,0 4-1 16,3-1-12-16</inkml:trace>
  <inkml:trace contextRef="#ctx0" brushRef="#br0" timeOffset="9097.26">2411 11176 27 0,'-4'0'14'0,"0"0"-4"0,-3 0 3 16,1 2-4-16,-2 0-6 0,2 1-2 16,-1-2 0-16,3-1 0 15,-2 0 2-15,1 0-1 16,0 0 1-16,-1 0 0 16,1 0 2-16,-2 0-3 0,1 0 0 15,-3 0-2-15,2 3 0 16,3 0 0-16,-3-1 0 15,3 0-2-15,-1 1 2 16,2-1-1-16,1 2 1 16,-2 0-1-16,2 0 1 0,-2 3 0 15,1-1 0-15,1 1 0 16,-2 3 0-16,2 0 0 16,-2 1 0-16,4 3 0 15,-2 1 0-15,2 2 0 16,-2 1 0-16,2 3 0 0,0 1 0 15,0-1 1-15,0 3-1 16,0-3 0-16,0 3 1 16,0 1-1-16,0 0 0 15,4 2 0-15,2 4 2 16,0 2-2-16,1 1 0 0,-1 3 0 16,2-1 0-16,-2 1 0 15,-2-2 0-15,1 2 0 16,-3-3 0-16,-2 0 0 15,0-1 3-15,0 2 3 16,0-1 1-16,0-1 0 0,0-1-3 16,-2-1-3-1,0-3 1-15,2 1-1 0,-3-3-1 16,3 2 0-16,0 1 0 16,0 0 2-16,0 5-4 15,0 1 4-15,0 2-2 16,0 4 0-16,0 1 0 0,0 0 0 15,0-1 0-15,0 0 1 16,0-1-2-16,0-3 2 16,0 2-1-16,0 0 1 15,0 1 0-15,1 4 2 16,3 3 1-16,0 0 2 0,3 1-1 16,5 3-4-16,5-1-1 15,8 1-1-15,8-1-1 16,12-5 1-16,10-3-8 15,9-10-29-15,7-11 1 16</inkml:trace>
  <inkml:trace contextRef="#ctx0" brushRef="#br0" timeOffset="9667.26">5793 10735 6 0,'-11'6'28'0,"3"-3"-26"0,-4 1 2 0,3-1 0 0,-1 1-2 16,2 2-2-16,0-2 0 16,3 2 0-16,-1-2 0 15,1 1-2-15,2 0 0 16,-1-1 0-16,0 1-11 16,3 0-14-16</inkml:trace>
  <inkml:trace contextRef="#ctx0" brushRef="#br0" timeOffset="10252.01">5686 10836 13 0,'0'0'35'0,"0"0"-9"0,0 0-15 16,0 0-2-16,0 0-4 16,0 0-4-16,0 0 1 15,0 0-1-15,27-32 0 16,-20 27-1-16,1-2 0 0,3 1-1 15,1 0 2-15,1 0 3 16,1 0 0-16,1 0-1 16,2 1 3-16,2-1-2 15,-1 2 1-15,1-1-2 16,0-2-2-16,1 3 0 16,-4 1 0-16,2 1 0 0,-3 1-1 15,-1 0 1-15,-3 1 0 16,0 0-1-16,0 0 1 15,-4 0-1-15,1 0 1 16,2 4 2-16,-4-1-3 0,1 4 1 16,-1 1 0-1,2-2 0-15,-4 3 0 0,1 1 0 16,-1 0 1-16,0 3-1 16,1 1 0-16,0 3-2 15,-1 1 1-15,1 3 0 16,1 2-1-16,-3 1 4 0,1 2-4 15,0 1 1-15,2 1 2 16,-2 3 0-16,2 0-1 16,0 4 0-16,3 5-1 15,-1 4 1-15,-2 8-1 16,1 8 0-16,-5 7 1 0,-2 7-2 16,0 9 2-16,0 2-1 15,-6 3 1-15,-3 5-1 16,-3 3 1-16,-1 1-1 15,-1 1 2-15,1 3-2 0,0 4 0 16,3-6-2-16,4-8-29 16,1-10-89-16</inkml:trace>
  <inkml:trace contextRef="#ctx0" brushRef="#br0" timeOffset="17550.44">2709 10750 29 0,'0'0'74'0,"0"0"-69"0,0 0 9 16,0 0 3-16,0 0-2 0,0 0-4 16,0 0-3-16,0 0-2 15,0 0 2-15,0 0-5 16,0 0-3-16,0 0-28 16,-25-22-35-16,35 16-36 15</inkml:trace>
  <inkml:trace contextRef="#ctx0" brushRef="#br0" timeOffset="17765.2">3595 10539 145 0,'0'0'7'0,"0"0"1"0,0 0-9 16,0 0 0-16,0 0-18 15,0 0-29-15</inkml:trace>
  <inkml:trace contextRef="#ctx0" brushRef="#br0" timeOffset="19138.71">2903 10099 66 0,'-4'-5'5'16,"-2"0"-2"-16,3-1 5 0,-1 2 2 0,2-2-1 15,0 1 1-15,2-1-1 16,0 2-3-16,0 2-4 15,0 2-2-15,0 0 0 0,2 0 0 16,0 0-1-16,2 2-3 16,-1 9 2-16,1 6 1 15,0 2 1-15,-2 6 0 16,0 7 1-16,1 4-1 16,2 6 0-16,-3 4 0 15,4 6 0-15,3 4 0 0,1 7 0 16,-1 3 0-16,1 8 0 15,2 9 0-15,-1 8-1 16,-3 7 2-16,2 11-1 16,-1 15 0-16,-5 16 0 15,0 15 1-15,-3 16-1 0,-1 14 0 16,0 16 0-16,-5 2 0 16,-6 4 2-16,-2-5 3 15,-1-6 5-15,1-13-1 16,4-21-5-16,0-19 2 0,7-20-2 15,2-21-1-15,2-20-3 16,9-13 1-16,3-13-2 16,3-13-14-16,-1-17-18 15,2-18-37-15</inkml:trace>
  <inkml:trace contextRef="#ctx0" brushRef="#br0" timeOffset="19899.31">3641 9978 72 0,'0'0'5'0,"0"0"-4"0,0 0 4 16,0 0-2-16,0 0 2 15,0 0 5-15,0 0 3 0,0 0-7 16,0 0-7-16,0 0 2 15,0 0-1-15,0 0 0 16,18 3 1-16,-16 20-1 16,0 8 0-16,-2 9 1 15,0 10 0-15,0 8-1 16,0 8 1-16,0 13-1 16,-2 10 0-16,-2 9 0 0,-3 11 0 15,0 11 0-15,0 9 0 16,3 10 0-16,2 10 0 15,2 12 1-15,0 2 0 0,0 8 2 16,7 2 2-16,6 2-2 16,0-1 4-16,3-9-1 15,4 1-1-15,-1-5 1 16,3-5 0-16,0-10 0 16,3-9-2-16,-1-7-1 0,1-12 1 15,-3-7-2-15,-2-11 1 16,-2-11 3-16,-5-7 0 15,-4-8 1-15,-1-12-3 16,-2-8-2-16,-2-8-1 16,-1-8-1-16,-1-8-1 0,0-12-26 15,-2-10-27-15,0-8-79 16</inkml:trace>
  <inkml:trace contextRef="#ctx0" brushRef="#br0" timeOffset="20972.64">3820 10940 82 0,'0'1'3'0,"0"1"-5"0,0 1 3 0,0 2 0 16,2-1-2-16,0 2 2 16,0 1-1-16,0 0 0 15,1 2 1-15,4-5 0 16,-2-1-1-16,7-3 2 0,2-2 8 16,6-13 12-16,7-8-10 15,9-7-6-15,11-5-4 16,7-9-1-16,10-5 2 15,5-2-13-15,5-7-38 16</inkml:trace>
  <inkml:trace contextRef="#ctx0" brushRef="#br0" timeOffset="21393.63">4743 10728 59 0,'0'0'5'0,"0"0"10"0,45-31 8 0,-21 7-1 0,7-8-9 16,6-7-6-16,5-5-2 16,7-3-1-16,0-3-3 15,5 2-13-15,-2 0-47 0</inkml:trace>
  <inkml:trace contextRef="#ctx0" brushRef="#br0" timeOffset="21707.98">5449 10617 111 0,'0'0'8'0,"54"-44"-6"16,-18 13-1-16,8-3 1 16,4-2-1-16,5-2-1 15,2 3 1-15,-1 1-3 16,0 0-23-16,-8 2-74 15</inkml:trace>
  <inkml:trace contextRef="#ctx0" brushRef="#br0" timeOffset="24162.52">4441 10883 16 0,'0'0'7'0,"0"0"-6"0,0 0-1 0,0 0 0 16,0 0 1-16,0 0-1 16,0 0 8-16,0 0 10 15,0 0 3-15,0 0-3 16,-21-37 1-16,18 31 0 15,-4 2-6-15,2 3-8 0,-1-1-4 16,-3 2-1-16,-1 0 0 16,0 0 0-16,-1 6 0 15,-3 1 1-15,-1 0-1 16,1 0 0-16,-1 0 0 16,-1 2 1-16,0 1-1 15,0-2 0-15,1 2 0 0,-1 0 0 16,1 0 0-16,-1 1 0 15,-1-2 0-15,1 1 0 16,2 3 0-16,-4 0 0 16,1-1 0-16,-1 1 0 15,1 0 0-15,2 0 0 0,-1-1 0 16,3 0-1-16,-3 0 1 16,5 1-2-16,0 0 2 15,-1 1-2-15,2 2 0 16,-1 2 2-16,-1 1-1 15,1 1 2-15,-3 1-2 16,3 3 1-16,-1 3 0 0,0 0 1 16,3 0-2-16,0 2 1 15,0 1 0-15,0-1 0 16,1 2 0-16,1 3 0 0,-1-1 0 16,0 4 0-16,1 3 0 15,-1 3 0-15,0 2 0 16,2-2 0-16,-3 1 0 15,1-3 0-15,0 0 1 16,1-1-1-16,-1 1 0 16,-1 0 2-16,2 0-4 0,2-1 4 15,1-1-2-15,0 0 0 16,4-2-2-16,0-1 4 16,0 1-2-16,0-1-2 15,0 2 4-15,4 1-2 16,-2 4 0-16,2-2-2 0,-1 0 4 15,2 0-2-15,-1-2 0 16,0-1 0-16,3-4 0 16,0 0-2-16,2-1 4 15,0-2-2-15,2-4 0 16,1 0 0-16,0-3 0 0,1-2-2 16,2-2 2-16,2-1 0 15,-1 1 2-15,-1-2-2 16,1 1 0-16,2 1 0 15,-2 1 0-15,2 2 1 16,-1 1-1-16,1-1 0 0,2 1 0 16,3 2 0-16,1-1 0 15,-1-1 0-15,2 1 0 16,-4-3 0-16,2 0 0 16,-3 0 0-16,0-2 0 15,-2-3 0-15,3 0 0 0,-2 2 0 16,4-2 0-16,2 0 0 15,1 1 0-15,2-1 0 16,5 0 0-16,-2-1 0 16,1-2-1-16,1 3 1 15,1-4 0-15,1 0 1 0,0 0 0 16,1-2-2-16,2-1 0 16,3-2 1-16,-3-2-2 15,2-3 4-15,1 1 1 16,0-4 1-16,0 0-1 15,2 0 3-15,1-4-1 16,-1-3-4-16,3 0 0 0,-3-3 3 16,4-3-4-16,-3 2-1 15,-1-4 4-15,-1-2-2 16,1-1 2-16,-3-1 0 16,2-5 5-16,1 1-4 15,-1-3-1-15,-1-3 0 0,-1 0-2 16,0-3 0-16,-2-1-1 15,0-2 1-15,-3-2-1 16,2-1 0-16,-1 2 1 16,-1-2 0-16,1-2-1 15,-3 0 0-15,-2-2 0 0,1-1 1 16,-5-1-1-16,-2-1 1 16,1 0 2-16,-6 2 0 15,0-2-1-15,-2-1-1 16,-2 0 1-16,-2-4 0 0,-1-2 1 15,-4-2 0-15,4 1 0 16,-4-3-1-16,-1 3 0 16,2-1-2-16,-5 4 1 15,-1-1 1-15,-4 1 1 16,0 2 5-16,0 4 4 16,-4-1-2-16,-3-1-3 0,-2 0-2 15,2-2-1-15,-2-3-2 16,-2 2 1-16,2 0 0 15,-4 1-2-15,-3 4 1 16,0 2 1-16,-2 0-2 16,-2 4 4-16,0-3-1 0,-2 1-1 15,-1 3 0-15,4-3 0 16,-4 5-2-16,0-1 0 16,-1 2 0-16,2 0 0 15,-3 0 0-15,1 0-1 16,-1 3 0-16,1 0 1 0,-3 3-2 15,0 1 1-15,0 3-1 16,-2 3 3-16,0 1 0 16,0 2-2-16,-3 2 1 15,1 2 0-15,0-2 0 16,-2 3 2-16,1 1-3 0,-1-1 0 16,2 0 0-16,1 2 1 15,-1-2-1-15,2 2 0 16,2-2 1-16,-4 2 0 15,-3-1-1-15,1 2-1 16,-3-1 2-16,-5 2-1 0,1 1-1 16,-1 4 0-16,-3 4 0 15,0 0-10-15,-5 11-11 16,-5 9-18-16,-11 4-52 16</inkml:trace>
  <inkml:trace contextRef="#ctx0" brushRef="#br0" timeOffset="25386.23">2611 13519 134 0,'0'0'-28'0,"0"0"30"0,0 0-2 16,0 0-2-16,0 0 4 15,0 0 0-15,0 0-2 0,0 0 0 16,0 0 1-16,0 0 1 15,4 0-2-15,3 0 1 16,-1 0-1-16,2-1 1 16,-2-1-1-16,1 2-9 15,-3-1-75-15</inkml:trace>
  <inkml:trace contextRef="#ctx0" brushRef="#br0" timeOffset="40784.68">19166 2807 112 0,'3'-4'14'0,"-3"0"-6"0,0 0-3 0,1 1 0 16,-1-1 3-16,0-1 8 15,0 3 0-15,0-1-4 16,0 1-3-16,0 1-5 15,0 1-3-15,-4 0-2 0,-2 0 1 16,-2 0-6-16,-2 0 1 16,-4 0-2-16,-1 5 3 15,-2 0 0-15,-2 2 4 16,2-1-3-16,0-1 3 16,4 2 0-16,2 0-1 0,-1-1 1 15,5 1 0-15,3 0 0 16,1 2 0-16,1-2-1 15,2 3 1-15,0 1 0 16,0 2 0-16,0 0 0 16,1 1 0-16,5 5 0 15,-4 2 1-15,1 1-1 0,-1 3 0 16,0 2 1-16,2 1-2 16,-4-2 2-16,3-3-1 15,-1-4 0-15,-1-2 2 16,2-7-2-16,0-3 1 15,1-3 7-15,-1-2 6 0,5 1-1 16,-3-2-4-16,4 0-2 16,1 0-5-16,4-1 2 15,4 0-6-15,0 0 4 16,0 0-33-16,2-8-81 16</inkml:trace>
  <inkml:trace contextRef="#ctx0" brushRef="#br0" timeOffset="41311.52">19351 3009 90 0,'0'0'4'0,"0"0"4"0,0 0 2 0,0 0-3 16,0 0 2-16,0 0 0 15,0 0-1-15,0 0-1 16,0 0-1-16,0 0-1 0,0 0 0 16,27-31 1-16,-20 21 2 15,-4-1-5-15,1 2-1 16,0-4 1-16,-2 0 3 15,0 1-3-15,-1 3 1 16,-1 1 1-16,0-1-1 16,0 3 2-16,0 2-3 0,0 1-5 15,0 3 1-15,0 0 0 16,0 0-3-16,0 0-9 16,1 6 11-16,1 4 4 15,1 1 0-15,1 1-2 0,0 2 1 16,0 0-1-16,0-1 0 15,1 2 0-15,0-3 0 16,0 2 0-16,0-4 1 16,1 1-1-16,0-1 0 15,-2 0 1-15,2-1-1 0,-2-2 0 16,-3 0-2-16,0 0-22 16,-1-3-16-16,0 2 7 15,0-2-37-15</inkml:trace>
  <inkml:trace contextRef="#ctx0" brushRef="#br0" timeOffset="41496.42">19385 3100 76 0,'0'0'11'0,"0"0"4"0,0 0 11 0,0 0 5 15,0 0-2-15,0 0-6 0,0 0-2 16,0 0-13-16,0 0 0 15,40-17-4-15,-18 11-1 16,2-1-3-16,5 0 0 16,3-3-66-16</inkml:trace>
  <inkml:trace contextRef="#ctx0" brushRef="#br0" timeOffset="42571.87">19917 2924 182 0,'0'0'22'0,"2"0"-21"0,-2 0-1 0,2 3-1 0,0 1 2 16,0 3 0-16,2 4-1 15,1 4 0-15,-3 3 0 16,2 2 0-16,-4 6 0 16,0 2-5-16,-4 3-10 15,-7-2-17-15,1-4-10 0,3-7-18 16</inkml:trace>
  <inkml:trace contextRef="#ctx0" brushRef="#br0" timeOffset="43054.54">20265 2860 137 0,'0'0'-11'0,"0"0"27"0,0 0-4 16,0 0-1-16,0 0-3 16,0 0-5-16,0 0-1 15,0 0-2-15,-39-10 0 16,30 20 1-16,-1 6-1 15,2 1 0-15,0 0 0 16,4 0 0-16,3-2 0 0,1-2 0 16,0-2-1-16,3-3-2 15,7-4-1-15,2-1 5 16,2-3 7-16,2 0 1 16,2-3-2-16,4-6 0 15,-5-1-2-15,0-1 0 16,-2-2 1-16,-3-2 6 0,-3 2-3 15,-3-1-1-15,-2-2-2 16,-4 3-1-16,0 3 1 16,-7 0-7-16,-6 5 4 15,-6 3-3-15,-4 2-9 16,-3 3-6-16,3 11 0 0,-4 5-18 16,2 2-24-16,5-1-23 15</inkml:trace>
  <inkml:trace contextRef="#ctx0" brushRef="#br0" timeOffset="43261.31">20569 2942 206 0,'0'0'11'0,"0"0"-10"0,0 0 0 0,0 0-1 0,0 0-3 16,0 0 1-16,21 39 2 16,-21-19-3-16,0 1-31 15,-7 0-34-15</inkml:trace>
  <inkml:trace contextRef="#ctx0" brushRef="#br0" timeOffset="43688.41">20848 2860 215 0,'0'0'3'0,"0"0"4"16,0 0-8-16,0 0-1 15,0 0 2-15,-37 25 0 16,33-12 0-16,4-1-1 16,0-1-3-16,0-1-5 15,10-3-1-15,1-3 1 0,3-4 7 16,1 0 6-16,2 0 3 16,-3-8-2-16,2-1 1 15,-2-2 0-15,-1 0 2 16,-3-1-3-16,0-2 4 15,-2 0 4-15,-2-1 1 0,-4-2-8 16,-2 3 2-16,0 0-6 16,-7 3 3-16,-6 1-4 15,-3 6-1-15,-6 4 0 16,-3 0 0-16,-4 11-7 16,2 3-5-16,1 3-32 15,4 0-24-15,7-4-29 0</inkml:trace>
  <inkml:trace contextRef="#ctx0" brushRef="#br0" timeOffset="43880.71">21103 2992 249 0,'0'0'8'0,"0"0"-29"0,2 38 14 0,-2-18-11 16,0 3-33-16,-6-3-18 15</inkml:trace>
  <inkml:trace contextRef="#ctx0" brushRef="#br0" timeOffset="44265.4">21448 2795 302 0,'0'0'-40'0,"0"0"48"15,0 0-1-15,0 0-9 0,-40-2-1 16,26 15 1-16,-2 4 0 15,3 4-2-15,4-2-7 16,6-4-8-16,3 0 1 16,0-7 6-16,8-2-4 15,1-6 11-15,4 0 11 0,1 0 15 16,1-7-7-16,1-3-1 16,-1-4 0-16,3-2-5 15,-5 0 3-15,-2-5 0 16,-3 1-2-16,-3 2-1 15,-4-1-6-15,-1 2 0 16,0 7-6-16,-11 3-4 0,-7 7-7 16,-4 0-23-16,-2 13-11 15,-1-2-16-15</inkml:trace>
  <inkml:trace contextRef="#ctx0" brushRef="#br0" timeOffset="44506.69">21792 2793 184 0,'0'0'4'16,"0"0"0"-16,0 0-1 15,0 0 0-15,-12 40-3 16,7-24 1-16,2 2 0 15,2 3-1-15,1-1-1 0,0 2-9 16,1-1-25-16,2 0 3 16,-2 0 6-16,-1-2-50 15</inkml:trace>
  <inkml:trace contextRef="#ctx0" brushRef="#br0" timeOffset="44926.42">22205 2749 313 0,'0'0'-31'15,"0"0"50"-15,0 0-13 16,0 0-8-16,0 0-14 16,0 0 7-16,0 0 4 15,0 0-4-15,3 27-13 0,2-16 14 16,3-5-2-16,5-3-7 16,2-3 19-16,4 0 3 15,4-3 2-15,4-5-6 16,-1-2-2-16,-6-2 4 15,-2-2-2-15,-3-1 1 16,-8-1 16-16,-4-1 3 0,-3 1-12 16,0 2-4-16,-4 3-2 15,-10 2 3-15,-4 9-11 16,-4 0-15-16,-2 0-15 16,2 4-11-16,4 1-36 15</inkml:trace>
  <inkml:trace contextRef="#ctx0" brushRef="#br0" timeOffset="45238">22820 2599 162 0,'0'0'-3'0,"0"0"-3"16,0 0 10-16,-14 41-4 0,6-27 1 16,2-2-1-16,3-3 0 15,1-2 0-15,2-4-4 16,0-1 4-16,2-2 16 16,4 0 13-16,2 0 8 15,1-6-18-15,3 0-9 0,-2-3 0 16,-1 0-4-16,-1 0-2 15,-5 2-1-15,-2 4-5 16,-1 2-29-16,-4 1-76 16</inkml:trace>
  <inkml:trace contextRef="#ctx0" brushRef="#br0" timeOffset="45475.72">22910 2758 320 0,'0'0'-26'0,"0"0"22"0,0 0 5 16,0 0-2-16,0 0 0 15,4 45-7-15,-14-23-3 16,-3 2-12-16,-2 0-22 15,0-4-23-15,7-6-17 16</inkml:trace>
  <inkml:trace contextRef="#ctx0" brushRef="#br0" timeOffset="45830.18">23305 2580 292 0,'0'0'-79'15,"0"0"92"-15,0 0-28 0,0 0 15 16,0 0 0-16,-9 37 0 16,8-21 0-16,1-3-1 15,0-3-11-15,6-4-7 16,6-4 10-16,5-2 13 15,1 0 7-15,3-6-1 16,3-4-1-16,-1-1 2 0,-2-3 5 16,-1-2 2-16,-7-1 5 15,-6 0-4-15,-2 1-4 16,-5 2-9-16,0 2-7 16,-12 4 1-16,-8 6-7 15,-4 2-13-15,-5 0-11 0,2 5-13 16,2 1-27-16</inkml:trace>
  <inkml:trace contextRef="#ctx0" brushRef="#br0" timeOffset="46328.34">24039 2539 200 0,'0'0'3'0,"0"0"-3"0,-14 44 1 0,9-24 1 16,-3 4-2-16,3 0 2 16,-2-1-2-16,2 1 0 0,-3-3 0 15,2-2-5-15,2-6-46 16,3-8-61-16</inkml:trace>
  <inkml:trace contextRef="#ctx0" brushRef="#br0" timeOffset="46654.1">24239 2471 214 0,'0'0'-27'0,"0"0"28"16,0 0-2-16,0 0 2 16,0 0-1-16,0 0-2 15,-11 38-4-15,22-29 4 16,5-4 1-16,3-2 8 0,0-1-3 16,-2-2 6-16,-3 0-2 15,-5-5 8-15,1-2 15 16,-7-6-6-16,-2-1-6 15,-1 1-10-15,0-1-6 16,-9-3 0-16,-4 5-4 16,-4 2 0-16,-3 4-5 0,-2 3-13 15,-1 2-14-15,2 1-28 16,4 0-31-16</inkml:trace>
  <inkml:trace contextRef="#ctx0" brushRef="#br0" timeOffset="47209.73">24381 2191 130 0,'0'0'-10'0,"0"0"13"16,45-7-2-16,-30 4-1 0,1 3 3 16,-1-3-2-16,-2 0 6 15,1 1 0-15,3 0 6 16,-3-2 2-16,1 1-8 16,2-1 4-16,-1 1-1 0,0 1-4 15,2 0 1-15,-2 2-5 16,-3-2-2-16,-3 2 1 15,1 0-1-15,-3 0 1 16,-2 0-1-16,1 0-1 16,-3 2 1-16,-2 2-1 15,0 3-1-15,-1 4 0 0,2 1 4 16,-3 3-1-16,0 4-1 16,0 1 0-16,0 2 1 15,1 2 1-15,2 2-2 16,1-2 0-16,3-1 0 15,-1-3 0-15,2-2 1 0,-3-2-2 16,3-2 2-16,0-1-1 16,-1 1 0-16,-1 2 1 15,1-2-1-15,-3 3 1 16,-4 2-1-16,0 2 0 16,-3 3 1-16,-12-3-2 15,-9 5-3-15,-8-1-4 0,-12-1-15 16,-11-4-20-16,-8-4-46 15</inkml:trace>
  <inkml:trace contextRef="#ctx0" brushRef="#br0" timeOffset="48399.3">19342 3445 39 0,'3'-4'55'0,"0"-2"-59"0,-1 2 13 0,-1-2 16 0,-1 0 9 15,0 1-4-15,0-1-3 16,-3 1-5-16,-1 0-2 15,-4 1-6-15,1 1-5 16,-4 2-6-16,-3 1-4 16,-6 1-2-16,-5 9-6 15,-7 6-18-15,0-1-6 0,-3 3 13 16,4-1 10-16,5-3 9 16,6-3 2-16,4-3-1 15,6-2 0-15,3-3 2 16,4 0-2-16,3-2 0 15,0-1-2-15,0 3-1 0,4 2 3 16,6 1 1-16,5 3-1 16,3 1 2-16,3 4 1 15,0 1-1-15,1 3-1 16,-1 2 0-16,-5 1 1 16,-3 2 1-16,-4-1 1 0,-4-2 3 15,-1 0 1-15,-2-4-2 16,3-2 1-16,-3-4 0 15,1-1-1-15,0-1 0 16,4-2-4-16,-1 1 1 16,8 0-2-16,6-3-1 15,2-1 1-15,4-3-35 0,3-3-99 16</inkml:trace>
  <inkml:trace contextRef="#ctx0" brushRef="#br0" timeOffset="48747.88">19606 3580 217 0,'0'0'28'0,"0"0"-20"0,0 0-4 0,0 0-3 0,0 0 3 16,0 0 1-16,0 0-6 15,0 0 2-15,0 0-1 16,0 0 0-16,-22 20 0 15,22-7-2-15,2-2 1 16,7-1-8-16,4-6 1 16,1-1 2-16,3-3 5 0,1 0-1 15,2-1 3-15,1-8 2 16,-3-1 0-16,-1 0 5 16,-3-3 1-16,-3-1 4 15,-6 1-2-15,-3 1-4 16,-2-2-2-16,0 3-2 0,-9 4-5 15,-7 5-8-15,-8 2-11 16,0 5-7-16,-3 8-22 16,1 1-30-16</inkml:trace>
  <inkml:trace contextRef="#ctx0" brushRef="#br0" timeOffset="48954.46">20109 3634 252 0,'0'0'4'16,"36"0"-2"-16,-20 0-1 16,-5 7 1-16,-3 7-2 15,-3 2-8-15,-5 5-32 0,0 3-22 16,-13-4-67-16</inkml:trace>
  <inkml:trace contextRef="#ctx0" brushRef="#br0" timeOffset="49225.09">20533 3371 232 0,'0'0'19'0,"0"0"10"16,0 0-11-16,0 0-15 16,0 0-2-16,0 0-2 0,0 0 1 15,21 38 1-15,-18-9-4 16,-1 5-17-16,-2 2-25 15,0-2-21-15,0-3-36 16</inkml:trace>
  <inkml:trace contextRef="#ctx0" brushRef="#br0" timeOffset="49403.6">20848 3594 348 0,'0'0'-35'0,"0"0"41"16,0 0-13-16,0 0 4 16,0 0-8-16,38 29-19 15,-37-12-10-15,-1 1-39 16,0-1-70-16</inkml:trace>
  <inkml:trace contextRef="#ctx0" brushRef="#br0" timeOffset="49752.54">21238 3428 310 0,'0'0'-51'0,"0"0"50"16,0 0-25-16,-23 47 23 15,12-22-2-15,2 1-23 0,7-2-13 16,2-7 16-16,9-4 7 16,4-7 8-16,5-6 11 15,0 0 15-15,0-5 16 16,-2-6 7-16,0-3-6 0,-2-3-9 16,-2-3-4-16,-5-3-3 15,-3 1 0-15,-4-1-7 16,0 0-4-16,-8 7-5 15,-6 0-3-15,-3 11-6 16,-7 5-17-16,-2 0-26 0,3 5-32 16,2 3-37-16</inkml:trace>
  <inkml:trace contextRef="#ctx0" brushRef="#br0" timeOffset="49923.86">21541 3434 320 0,'0'0'12'15,"0"0"-13"-15,0 0-12 16,0 0-2-16,0 0-21 0,0 0-54 16,0 0-45-16</inkml:trace>
  <inkml:trace contextRef="#ctx0" brushRef="#br0" timeOffset="50092.85">22372 3320 310 0,'0'0'0'0,"0"0"-5"0,55 4 4 16,-27 0-24-16,2-4-36 15,0 0-71-15</inkml:trace>
  <inkml:trace contextRef="#ctx0" brushRef="#br0" timeOffset="50264.16">23281 3238 257 0,'0'0'-3'0,"37"0"-12"16,-16 0 5-16,1 0-57 15,-2-3-92-15</inkml:trace>
  <inkml:trace contextRef="#ctx0" brushRef="#br0" timeOffset="50697.53">24191 2914 242 0,'0'0'-98'15,"40"0"100"-15,-13-2 0 16,1-2-2-16,2 1-12 15,1-2 9-15,-2-1 2 0,-1 3 1 16,-2-1 5-16,-2 0 6 16,-2 2 4-16,-1 1-1 15,-1 1-2-15,-2 0-5 16,-2 0-2-16,1 4-1 0,-2 3-1 16,1 0 0-16,-3 5 2 15,3 2-2-15,-3 4 3 16,-1 2-3-16,0 0 0 15,0 3-2-15,-1-2 2 16,-3-1-1-16,-2-3 2 16,-2-3 3-16,-2-1-2 0,-2-3 4 15,0 3-1-15,-2 1 1 16,-9 0-4-16,-12 7-4 16,-12 4-2-16,-17 5 0 15,-16 2-6-15,-16 5-67 16,-22-3-108-16</inkml:trace>
  <inkml:trace contextRef="#ctx0" brushRef="#br0" timeOffset="51261.55">19619 4050 214 0,'0'0'7'0,"0"0"14"0,0 0 4 16,0 0-14-16,-40-20-4 15,32 15-1-15,2-1 0 0,-2 0-1 16,1 2 0-16,-3 0-2 16,-1 2-2-16,-4 2-4 15,-2 0-12-15,-3 0-6 16,-2 3 13-16,-1 4 3 15,2-1 7-15,2 4-2 16,1 0 1-16,5 1-1 0,-1 5 0 16,3 5-1-16,4 4 1 15,0 5-2-15,5 3 0 16,2 3 2-16,3 1 0 16,8-1 0-16,6-3-2 15,1 2 1-15,1-2 2 0,0 0 0 16,-1 2 0-16,-2 0-1 15,-1 0 1-15,-2-1-1 16,-3-2 1-16,-2-4-9 16,1-7-30-16,3-7-28 15,3-14-35-15</inkml:trace>
  <inkml:trace contextRef="#ctx0" brushRef="#br0" timeOffset="51581.7">19840 4327 357 0,'0'0'-31'0,"0"0"36"16,0 0-9-16,0 0-8 15,0 0 6-15,-44 41 1 16,36-24-2-16,6 2-6 16,2-4-7-16,1-3-8 0,11-5 9 15,2-4 13-15,5-3-2 16,3 0 8-16,3-12 6 15,-3-3 7-15,1-4-3 16,-1-1 9-16,-5-2-1 16,-5-3-3-16,-9 0 3 0,-3 2 0 15,-1 2-11-15,-17 5-2 16,-5 5-5-16,-5 10-2 16,-8 1-12-16,-2 12-5 15,2 8 0-15,-1 3-9 16,9 2-34-16,10-9-25 0</inkml:trace>
  <inkml:trace contextRef="#ctx0" brushRef="#br0" timeOffset="51751.08">20252 4316 308 0,'0'0'1'15,"0"0"-1"-15,46 30 1 16,-32-9-3-16,-5 3-11 16,-3 1-30-16,-1-2-41 0</inkml:trace>
  <inkml:trace contextRef="#ctx0" brushRef="#br0" timeOffset="52086.36">20820 4120 302 0,'0'0'14'0,"0"0"-12"0,0 0-8 16,0 0 5-16,-38 18-2 15,35 1-1-15,3 3-5 16,0-2-10-16,3 0-13 15,10-5 5-15,3-6 9 16,4-3 9-16,-3-6 5 0,2 0 2 16,0-4-3-16,-3-7 11 15,-2-4 0-15,-2-2 13 16,-6-3 11-16,0-1-5 16,-6-2-11-16,0 2-9 15,0 0-5-15,-8 5-12 0,-6 5-10 16,-3 8-27-16,-2 3-44 15</inkml:trace>
  <inkml:trace contextRef="#ctx0" brushRef="#br0" timeOffset="52285.25">21232 4057 6 0,'0'0'293'0,"41"16"-289"16,-25-2-5-16,4 6-4 15,-4 10-15-15,-7 1-18 16,-3 3-44-16,-5-5-40 16</inkml:trace>
  <inkml:trace contextRef="#ctx0" brushRef="#br0" timeOffset="52791.31">21517 3879 204 0,'0'0'-30'0,"0"0"47"0,0 0-15 0,0 0-3 16,0 0 4-16,0 0 1 0,0 0 1 15,5 53 2-15,-4-28-3 16,0 3-1-16,-1 3-2 16,0 3 1-16,-2 3-2 15,-5 3 0-15,-3-3-5 16,-3 4-34-16,3-6-22 0,0-6-53 16</inkml:trace>
  <inkml:trace contextRef="#ctx0" brushRef="#br0" timeOffset="52983.27">21838 4184 178 0,'0'0'-16'16,"0"0"19"-16,25 39-1 15,-17-20 9-15,-3 5 0 0,-1 1-2 16,-4 4-6-16,0 3-2 15,-4 3-1-15,-9 0-20 16,-2-4-52-16</inkml:trace>
  <inkml:trace contextRef="#ctx0" brushRef="#br0" timeOffset="53199.71">22096 4061 284 0,'0'0'14'0,"0"0"-11"16,0 0-14-16,0 0 9 16,0 0 0-16,-9 47-6 15,2-20-18-15,-4-1-28 0,2-5-31 16</inkml:trace>
  <inkml:trace contextRef="#ctx0" brushRef="#br0" timeOffset="53495.92">22274 4027 173 0,'0'0'85'15,"0"0"-79"-15,0 0-2 16,0 0-5-16,0 0 1 15,0 0-1-15,-39 42 1 0,38-27-2 16,1-3-15-16,1-2 8 16,9-4 7-16,0-4-2 15,0-2 3-15,0 0 13 16,3 0 10-16,-6-10-6 16,1-3-4-16,-1-1 0 0,-4-3 2 15,-1-2-3-15,-2 0-6 16,-2 0-4-16,-8 3-2 15,0 4-13-15,-1 3-13 16,-3 7-26-16,3 2-20 16,-1 0 4-16</inkml:trace>
  <inkml:trace contextRef="#ctx0" brushRef="#br0" timeOffset="53803.23">22603 3949 204 0,'0'0'39'15,"0"0"-35"-15,0 0-4 16,0 0 0-16,0 0-2 0,0 0 4 16,40 37-2-16,-22-27 0 15,7 0-5-15,2-3-6 16,5-2-10-16,1-4 6 15,0-1-3-15,-4 0 11 16,-8-6 8-16,-1-4 0 16,-6-1 25-16,-2-1 13 0,-9-2-12 15,-1 0-13-15,-2-1-8 16,-2 0-8-16,-11 5-27 16,-4 5-29-16,-6 3-30 15</inkml:trace>
  <inkml:trace contextRef="#ctx0" brushRef="#br0" timeOffset="53980.17">23182 3893 177 0,'0'0'-11'0,"0"0"17"16,0 0-2-16,0 0-2 15,36 18-2-15,-32-17-33 16,-1-1-87-16</inkml:trace>
  <inkml:trace contextRef="#ctx0" brushRef="#br0" timeOffset="54429.15">24114 3631 199 0,'0'0'-34'0,"37"-10"40"16,-13 3-4-16,2 4-7 16,1-4 11-16,0 3-7 15,0-2 2-15,-6 2-1 16,1 1 1-16,2 0 2 15,-4 1 2-15,2 1-3 16,-1 1-1-16,0 0-1 0,-4 0 0 16,0 0 1-16,-3 0-1 15,-2 0 0-15,-1 3 0 16,1 1 1-16,-5 4-1 16,4 1 0-16,0 4 0 15,-3 3 1-15,4 5-1 0,-2 3 1 16,-2 4-1-16,-2 2 1 15,-2 6 1-15,-2 2 1 16,-2 1 0-16,0 2 2 16,-9 0 3-16,-5 0-4 15,-8-1 1-15,-7-1 1 0,-10 2-2 16,-14 1-4-16,-18 4-3 16,-19-1 2-16,-24-2-61 15</inkml:trace>
  <inkml:trace contextRef="#ctx0" brushRef="#br0" timeOffset="55567.1">18552 2844 79 0,'0'0'-6'0,"0"0"10"0,0 0 5 0,0 0-1 16,0 0 1-16,0 0 0 15,-35-17 9-15,22 17-4 16,-3 0-7-16,-1 0 0 15,-3 5-3-15,-2 7-4 16,-4 4-1-16,2 1 1 0,-1 4-1 16,1 0 1-16,6 2 0 15,0-1 0-15,7-1 0 16,1 0 0-16,6-1 0 16,1-2-1-16,3-1 1 15,0-1 0-15,3-3 0 0,6 1-2 16,1-1 2-16,1 3 1 15,5-1-1-15,1 4 1 16,5 1 0-16,0 2-1 16,4 4 1-16,3 2-1 15,2 4 0-15,1 3-1 0,0 2 1 16,0 4 1-16,-3 1-1 16,-7 1 0-16,-2-2 1 15,-7 0-1-15,-7-5 0 16,-5-3 3-16,-1-5-3 15,-7-1 5-15,-6-3 2 0,-7-1 4 16,1-3 0-16,-4 1-6 16,3-1-4-16,2 0 0 15,4 1-1-15,3-1-1 16,5 0-1-16,6 1-15 16,0 1-4-16,6-1 11 0,3 3 6 15,3 2 2-15,1 4 2 16,-2 2 0-16,0 7 2 15,-5 6 7-15,-4 6 4 16,-2 3 0-16,0 4 2 16,-5-1-1-16,-3 0 0 0,0-3-4 15,5-4-4-15,3-3-2 16,5-5-1-16,15-1-3 16,11-4 0-16,7-4 0 15,12-5-13-15,7-8-50 16</inkml:trace>
  <inkml:trace contextRef="#ctx0" brushRef="#br0" timeOffset="56934.18">19425 5067 112 0,'-4'3'-17'0,"2"0"19"0,0 0-2 0,2 0 0 0,0 0 0 16,0 2 2-16,0-1-1 15,0-1 7-15,4 1 5 16,0 0-2-16,1-2-4 15,1 2 1-15,-1-1-1 0,2-1-3 16,0-1-4-16,0-1 1 16,1 0 2-16,1 0 0 15,-1 0-6-15,2-6 6 16,1 0-3-16,0-3 0 16,0 0 2-16,3-4-1 15,1-1 1-15,0-1-2 0,4-1 0 16,1-1-2-16,1 1-7 15,-2 2 0-15,1 3 8 16,-1 2-1-16,-4 2 0 16,1 3 2-16,-2 2 1 15,1 1 3-15,4-1 3 0,0 1 3 16,2 1 3-16,0 0 0 16,2 0-5-16,1 0-5 15,-4 0 1-15,2 0-2 16,-5 0-1-16,1 0 0 15,1 0-1-15,-4 0-1 0,2-3 1 16,-2-2-1-16,1-4 1 16,-1-2 0-16,3 1-1 15,-3-3 1-15,2-1 0 16,0 1-4-16,-1 3 2 16,-2 3 2-16,-1 0-1 0,-5 3 1 15,1 2 0-15,-3 2 0 16,4 0 0-16,-3 0-1 15,4 0 1-15,3 2 0 16,1 1 0-16,2-1 1 16,4-2-1-16,-1 0 0 0,5 0 0 15,1-9 0-15,4 0-1 16,5-3 3-16,-1-1 5 16,5-3 0-16,3 4 1 15,1-5-4-15,3 4-2 16,1 2-2-16,2 0 1 0,-1 2-1 15,2 3 0-15,-7 2 2 16,2 3-4-16,-2 1 2 16,1 0 2-16,0 0-2 15,4-2 0-15,3 1 0 16,2-2 1-16,5-4-2 0,0 1 2 16,5-1-1-16,1-1 0 15,2 1 0-15,2-2-1 16,1 2-1-16,1-2 2 15,1 1-1-15,1-2-2 16,2 3 9-16,1-2 5 0,3-2 1 16,1 1-1-16,-1 0-1 15,-3-1-5-15,1-2-2 16,-2 1 0-16,-1 0-3 16,-4-4 1-16,-6-2-23 15,-12-4-73-15</inkml:trace>
  <inkml:trace contextRef="#ctx0" brushRef="#br0" timeOffset="58530.17">22263 4986 56 0,'0'0'15'0,"0"0"3"0,0 0-7 0,0 0-2 0,-40-24-2 16,28 22-2-16,0 2-4 16,1 0 2-16,-1 0 6 15,3 4-1-15,2 4-4 16,1 2-3-16,3 1 0 0,1 2-1 15,2 1 0-15,0 0 0 16,0-1 0-16,9-1 0 16,2-1 1-16,3-2 3 15,3-1 4-15,4 3-1 16,-1-2-3-16,2 1-2 16,-1 1-1-16,-1 0-1 0,-2 2 1 15,-4-4-1-15,-3 1 1 16,-3-2 0-16,-6 0-1 15,-2 1 2-15,0-2 2 16,-11 3-2-16,-5 2-1 0,-3-1 0 16,-3 3-1-16,-1 0-1 15,2-1-16-15,2-3-39 16,2-4-1-16</inkml:trace>
  <inkml:trace contextRef="#ctx0" brushRef="#br0" timeOffset="58801.23">22399 5080 99 0,'0'0'3'0,"0"0"1"0,0 0 15 0,0 0 9 0,8 50-3 16,-4-26-4-16,0 4-7 15,0 3-8-15,3 3-1 16,-4 0-4-16,2 2 0 0,-1-3 0 16,-2 2-1-16,-1 0 0 15,-1-7-1-15,0-3-9 16,0-5-11-16,-1-3-7 16,-4-7-25-16,1-10-16 0</inkml:trace>
  <inkml:trace contextRef="#ctx0" brushRef="#br0" timeOffset="59078.3">22380 5171 147 0,'0'0'4'0,"-1"-50"15"16,1 29-2-16,2 1-3 15,6 1-7-15,3 4-4 16,0 1-1-16,-3 5 1 15,0 2-3-15,-1 3 1 0,-3 4-2 16,-2 0-1-16,-1 1 1 16,-1 11 6-16,0 3-1 15,0 2-3-15,-8 5 0 16,-1 1 2-16,-4-1-4 16,1-1-1-16,-1-4-6 15,4 0-8-15,4-4-5 0,4-3-4 16,1-7-32-16</inkml:trace>
  <inkml:trace contextRef="#ctx0" brushRef="#br0" timeOffset="59972.93">22652 5013 139 0,'0'0'-7'0,"0"0"9"0,0 0 2 15,3-37 11-15,-12 32-8 16,0 2 3-16,-4 1 2 16,-2 2 9-16,1 2-10 15,-2 9-4-15,0 0-2 16,2 5-2-16,1 3-1 0,2-2-1 16,2-2 1-16,5-2-4 15,2-2 1-15,2-5-1 16,0 0 2-16,6-4-2 15,6-2-1-15,1 0 1 16,5-2-1-16,2-6-1 16,0-1-12-16,0-3 6 0,-6 5 1 15,-2 0 3-15,-2 4 8 16,-3 0-1-16,-2 3 4 16,0 0-2-16,-2 0-1 15,2 5 0-15,1 0-1 16,-4 1 1-16,2-2-2 0,0 2 1 15,1-3-1-15,-4-2 0 16,2 2 2-16,-1-3-4 16,4 0 2-16,-4 0 3 15,3 0-3-15,0-6 4 16,1-2-3-16,0-2 0 0,3-2 0 16,0-2 0-16,-2-1-1 15,3 0 1-15,2 0-1 16,-1 3-2-16,3 2 2 15,1 4-1-15,1 4 1 16,-3 2 0-16,2 0 1 16,-2 0-1-16,1 10 0 0,-2 1 2 15,-3 1-1-15,-2 0 1 16,0 0-2-16,-3-1-2 16,-4-2-2-16,0-2-5 15,0-2-2-15,0-3-4 0,-5-1 8 16,-1-1 12-16,3 0-3 15,-3-1 1-15,3-6 4 16,0-2-4-16,2-1-1 16,1-2-2-16,0 0 1 15,0 1 2-15,9-1-5 0,3 3 4 16,1 0-1-16,3 2 0 16,1-1 1-16,0 2-2 15,0-1 3-15,1 1 2 16,1-1-3-16,0 1 4 15,0-2 2-15,-2-1-4 16,-1 0 1-16,-3-2-4 0,-3 3-1 16,-3 0 1-16,-5 1 0 15,-2 3 4-15,0 2 31 16,-9 2-12-16,-7 2-5 16,-2 12-9-16,2 5 0 15,4 5-4-15,8 3-3 0,8 0-5 16,27-9-15-16,21-9-48 15,20-9-151-15</inkml:trace>
  <inkml:trace contextRef="#ctx0" brushRef="#br0" timeOffset="65847.42">13760 7629 63 0,'0'0'-12'0,"0"0"12"0,-43 4 1 0,31-4-1 15,-1 0 0-15,2 0 2 16,2 0 4-16,0 0 4 16,0-1 2-16,4-2-3 15,1 2-3-15,-2 1-4 16,3 0-2-16,1 0 0 15,0 0 0-15,2 0 0 0,-2 0-2 16,2 0 4-16,0 1-4 16,0 1 2-16,2-1-1 15,4 3 2-15,3-1 1 16,3 0-2-16,-2 1 0 16,4-1 0-16,2 0 1 0,4-2-1 15,-2-1-1-15,5 0 1 16,1 0-3-16,3 0 3 15,-1 0 0-15,5 0 1 16,-1-1-1-16,3-2 0 16,3 0 0-16,-2 2 0 0,1-3 2 15,1 2-4-15,-2-1 2 16,1-1-1-16,-4 1 0 16,1 0 2-16,1 1-2 15,-1-1 2-15,2 0 2 16,2 0-3-16,3 0 1 0,1 0 0 15,1 2 0-15,1-1 0 16,0-2 0-16,1 1-1 16,-2-1 0-16,0-1 0 15,1 0 0-15,-1 1 0 16,-1-2 2-16,1 2-2 16,-6-2 0-16,0 2 0 0,-2 3 1 15,0-1-1-15,-3 2 0 16,0 0 0-16,0 0 0 15,3 0 1-15,-2 0-1 16,1 0 0-16,-1 0 0 0,2 0 0 16,-4 0 0-16,0 0 0 15,1 0 1-15,-2 0-1 16,2 0 1-16,1 0 0 16,-2-1-1-16,3 1 1 15,3-1 0-15,-1-1-1 0,4 0 1 16,0 1 0-16,-2-3 0 15,1 1 2-15,1 0-1 16,-2 0 0-16,2 3-2 16,1-2 0-16,2 2 1 15,3 0-2-15,-1 0 1 16,1 0 1-16,-2 0-1 0,0 2 0 16,-3-2 0-16,-1 2 0 15,-1-2 1-15,3 0-1 16,-1 0 3-16,1 0 1 15,-1 1 1-15,5 2-4 16,-2-2-1-16,2 1 1 0,2-2-1 16,4 0 1-16,2 0-1 15,0 0 1-15,3 0-1 16,-3 1 0-16,1 2 1 16,-1-2-1-16,-5 1 2 0,4 1-2 15,-4 0 4-15,2 1 1 16,-1-1 1-16,1 0-3 15,0 1 0-15,0 0 0 16,4 0 0-16,1-1-2 16,0 1 0-16,1 1-1 0,-1-2 1 15,2-1 0-15,-4 1-1 16,-1-1 1-16,1 0-1 16,-1 0 0-16,-3-1 0 15,2 2 0-15,-5 0 0 16,4 1 0-16,-3-2 0 15,4-1 0-15,0 2 1 0,1-2-2 16,2 2 1-16,1-3 1 16,-4 2-1-16,4-1 0 15,-1-1 0-15,1 0-1 16,-2 0 1-16,0 0 1 16,-2 0-1-16,-1 0 0 0,2 0 0 15,-4 0 0-15,4 0 0 16,0 0 0-16,-2 0 0 15,3 0 1-15,-5 0-2 16,4 0 1-16,-3 0 1 16,1 0-1-16,4 0-1 0,-6 0 1 15,2 0 0-15,-2 0 0 16,0 0 0-16,-2 0 0 16,0 0-1-16,4 0 2 15,-4 0-1-15,3 0 0 16,-1 0 0-16,2 0 0 0,-1 0 1 15,1 0-1-15,-1 0 0 16,2 0 0-16,-1 0 0 16,0 0 0-16,1 0 0 15,0 0 1-15,4 0 0 16,3 0 1-16,3 0-1 0,2 0 1 16,3 0-2-16,-2 0 0 15,-1 0 1-15,-1 0-1 16,-2 0 0-16,-2 0 0 15,-3 0-1-15,-3 3 2 16,-1-2-2-16,-1 2 0 0,-3-1-3 16,4 2-1-16,1-3 0 15,3 2-2-15,3-3 2 16,0 3 2-16,3-3 3 16,-2 0 0-16,1 0 2 15,-3 0-2-15,3 0 1 0,0 0 1 16,1 0 0-16,2 0 1 15,1 0-3-15,2-2 0 16,2 1 0-16,-2 0 0 16,0-1 0-16,-1-1 0 15,-2-1 0-15,-2 1 0 0,0-1 1 16,-2 0 0-16,0 0 4 16,-3-1-1-16,1 1-1 15,-6 0 0-15,0-1-2 16,-4-2-1-16,-6-1 1 15,-3-2-1-15,-5-1 1 16,-3-2-1-16,-5-3 1 0,-1 3-1 16,-6-2 1-16,0-1-1 15,-4 0-1-15,-3 1 1 16,-5-2-3-16,-4 0 3 16,-1 0-3-16,0-2 9 0,-7-2-6 15,-4 2 1-15,0-2 0 16,0 0 0-16,1-2 0 15,-3 3-1-15,-1-1 0 16,-1 0 0-16,2-1 0 16,-5 1-1-16,0 1 0 15,1 0 0-15,-4 0 1 0,2 0 1 16,-4 2-2-16,-2 0 1 16,2 2 0-16,-4 0 0 15,-2 2 0-15,3 3 1 16,-8-1-2-16,0 3 2 15,-1 0-2-15,-1 0 1 0,-2 2-1 16,-1 0 1-16,-2 0 0 16,1 0 1-16,-3 0-1 15,-2 1-1-15,-3-2 2 16,-2 1-2-16,-3 1 0 16,-4 0 3-16,-3-1-3 0,-1 0 2 15,-3 3 0-15,3-1-1 16,-4 0 1-16,3 2-1 15,-3 0 0-15,1-1 1 16,-1 3-2-16,0-2 1 16,-4 0 0-16,1 1 0 15,-1-1 0-15,-2 1-1 0,2-1 2 16,-2 1-1-16,1 1 0 16,-1 0 1-16,0 1-1 15,1 0 1-15,0 0-1 16,-1 0 0-16,-2 0 0 0,4 0 1 15,1 0-1-15,3 0 0 16,-2 0 0-16,2 0 0 16,-2-2 1-16,0 2 1 15,-2-3-2-15,-6 2 1 16,2-1 1-16,-5 1-2 0,0 1 3 16,1 0-2-16,-1-3 1 15,1 3-1-15,3 0 2 16,-1 0-2-16,2 0-1 15,-1 0 0-15,0 0 0 16,-2 0 0-16,-1 0 0 16,2 0 0-16,-3 0 0 0,2 0 0 15,-2 0 1-15,2 0 0 16,-3 0-1-16,0 0 0 16,0 0 0-16,3-3 1 15,1 3 0-15,1-1 0 16,2 1 0-16,-2-1 0 0,3-1 1 15,-3 2-2-15,0 0 1 16,0 0-1-16,0-1 2 16,3 1-1-16,-1 0-1 15,2 0 0-15,-1 0 0 16,0 0 0-16,-1 0 0 0,-5 0 1 16,-2 1-2-16,-3 3 2 15,-3 2-1-15,0-3 0 16,1 1 0-16,2 0 0 15,-1-1 0-15,1-1 0 16,4-2 0-16,1 2 0 0,-2-2 0 16,2 0 1-16,2 0-1 15,2 0 0-15,-2 0 1 16,3 0-2-16,0 0 1 16,-2 0 1-16,3 0-1 15,-3 0 0-15,1 0 0 0,-1 0 0 16,3 3 0-16,1-1 1 15,3 1-1-15,2-2 0 16,3 2 0-16,-1 0 0 16,5 0 0-16,0-1 0 15,2 1 0-15,0 1 0 0,0-1 0 16,1 0 1-16,1 0-1 16,0 1-1-16,0-1 2 15,3 1-1-15,2-1 0 16,-1 4 0-16,0-2 0 15,0 3 0-15,0-1-1 16,-2 1 2-16,2-2-2 0,2 0 1 16,2 1 0-16,2-1 1 15,-2 0-1-15,5-1 0 16,-2 2 0-16,2-1 0 16,2 3 0-16,3-1 0 0,1-1 0 15,3 3 0-15,1 0 0 16,2-1 0-16,0 1 0 15,2-2 0-15,2 3 0 16,2-1 0-16,-2-1 1 16,6 2-1-16,-3-1 0 0,4 3 0 15,2 0-1-15,-2-2 2 16,4 2-1-16,1 1 0 16,0-1 0-16,0-1 0 15,1 2 0-15,1 0 1 16,1-1-1-16,-2-1 0 15,5 4 2-15,0-5-2 0,1 3 0 16,-2-2 0-16,4 1 0 16,0-1 1-16,-2 1 1 15,3 0-2-15,-1 1 1 16,-2 3-1-16,2 0 0 16,0-1 0-16,-1 1 0 0,3 1 1 15,0 1-2-15,2-1 1 16,0 1 0-16,0-1 1 15,0-2 0-15,0-1 0 16,0-2-1-16,1 1 0 16,2-4 0-16,2 0 1 15,-1 0-1-15,-1-1-1 0,2-2 1 16,1-1 0-16,-1 2 0 16,1-4 0-16,1 2 0 15,4-2 0-15,-2-1 0 16,2 1 0-16,3-4 1 0,3 2 0 15,1-2 1-15,1 2 0 16,0-2-1-16,2 0 1 16,1 1-1-16,0-1-1 15,-1 1 0-15,5 0 1 16,1-1-1-16,4 0 0 0,5 0-4 16,4 0 7-1,7-1-2-15,10-1 0 0,9-2-1 16,8 0-1-16,15 0-1 15,10-5-47-15,11-8-38 16</inkml:trace>
  <inkml:trace contextRef="#ctx0" brushRef="#br0" timeOffset="66902.29">21611 6652 12 0,'-2'0'24'0,"-1"0"3"0,0-3 4 0,2 2-14 0,-2 0-9 16,0 0-2-16,1 1-5 15,0 0 0-15,0 0-2 16,-1 0 2-16,2 0-1 16,-3 0 1-16,2 2-1 0,1 2 0 15,-2 0 0-15,1 0 0 16,1 1 0-16,-4 1 1 15,3-2-1-15,0 0 0 16,2 0 0-16,-1-2 0 16,1-1 0-16,0-1 1 15,0 0 1-15,0 0 15 0,0 0 39 16,10-3-18-16,1-8-27 16,7-2-12-16,0-5 3 15,7-1 2-15,2-3 1 16,2-5-3-16,2-2 3 0,4-2-1 15,3-3-1-15,0-2-3 16,7 2 1-16,-2-3-1 16,6 3 0-16,1 0 0 15,3 3-5-15,-3-2-33 16,-4-1-66-16</inkml:trace>
  <inkml:trace contextRef="#ctx0" brushRef="#br0" timeOffset="73303.23">14391 8521 23 0,'0'0'23'0,"0"0"-5"0,0 0-11 16,6 0-4-16,0 0 0 16,3-1-2-16,0-1 2 0,4-1-2 15,-2 1-1-15,1 0 0 16,-3-1 1-16,2 2-1 15,2-2 0-15,1 0-1 16,2 0 2-16,3 2-2 16,0-2 1-16,3 1 1 0,-1-2-1 15,4 0 0-15,0 1 0 16,2-1 0-16,0-1-1 16,-3 0-4-16,1 2-1 15,1-2 10-15,-1 2 0 16,0-3 0-16,-1 3-3 0,0 2 0 15,0-2-1-15,0 3 1 16,-4-3-1-16,0 3 0 16,-2-3 1-16,-2 3-2 15,1-2 2-15,1 0-1 16,0 2 0-16,-1-1 0 0,4 1 1 16,-2 0-1-1,2 0-1-15,0 0 2 0,1 0-2 16,-2 0 2-16,4 0-1 15,-1 0 0-15,0 0 0 16,2 0 0-16,0 0 0 16,3 0 0-16,2 0 0 15,2 0 0-15,1 0 0 0,4 0 0 16,-1 0 1-16,3 0-1 16,-1 0 0-16,3 0 1 15,-3 0-1-15,4 0 1 16,3 1 0-16,0 3-1 0,4 1 0 15,6-1 0-15,-1 0-1 16,4-1 0-16,-1 0-1 16,0-2 4-16,1 1 2 15,1-1 1-15,-4-1-3 16,1 3 0-16,0-3 1 0,2 1-1 16,-2 1-2-16,1-1 2 15,5 2-1-15,-2-2 1 16,3 2 4-16,0-1 0 15,1 1-1-15,-1-1-2 16,0 1-1-16,-3 0-1 0,0-2 0 16,-1 0 0-16,0-1-1 15,-2 0 1-15,4 0-1 16,2 0 1-16,0-2-1 16,4-2 0-16,0 1 0 15,0-1 1-15,-2 2-1 0,1-1 0 16,0 2 0-16,1-2 0 15,0 0 1-15,0 2-1 16,0-3 0-16,1 2 0 16,2-1 0-16,-2-1 0 15,1 1 0-15,-3 2 2 0,-1-2-2 16,2 0 1-16,1 2 0 16,1-1-1-16,2-2-1 15,1 2 2-15,4 0-1 16,-2-1 0-16,6-1 0 15,-4 1 0-15,1-3 0 16,3 2 0-16,0-2 1 0,3 2-1 16,-3-2 0-16,5 2 1 15,-2 2-1-15,3 0 0 16,-3-1 0-16,1 0 0 16,1 2 0-16,0-1 0 15,4 2 1-15,-1 0-1 0,3 0 0 16,2 0 0-16,-1 0-1 15,1 0 2-15,-1 0-1 16,-3 0 0-16,2 2 0 16,-1-1 0-16,-2-1 0 15,-4 0 1-15,-1 0 1 0,-1 0 1 16,-5 0 0-16,0 0-3 16,1 0 2-16,-4 0-2 15,4 0 0-15,-6 0 0 16,-1-3 0-16,-3 1 0 15,-2-3 0-15,-7-2 0 0,-2-4 0 16,-3-1 1-16,-3-2-1 16,-4-3 0-16,0-3 0 15,-4 0 1-15,0-1-1 16,-1 0 3-16,-1 1 0 16,1 0 2-16,-4 3-3 0,-1-2-1 15,-1 2-1-15,-3-1 0 16,-3 2 0-16,-4-2 1 15,-4-5-1-15,-4 3 0 16,-4-1 0-16,-5 0 1 16,-3-1-1-16,-4 1 0 0,-1 3-3 15,-1 0 3-15,0 0 1 16,-3 2 6-16,-7-1-7 16,-3 3 0-16,-3-2 0 15,-4 1-1-15,-3-2-1 16,-8 5 0-16,-3-3 2 15,-5-1 0-15,-4 4-1 0,-3-1 2 16,0 1-1-16,-3 1 0 16,0 1 0-16,-1 3 0 15,-2-3 1-15,-2 6-1 16,-2-1 1-16,-1 0-2 0,-7-1 1 16,-1 1 0-16,-3-2 0 15,-3 2 0-15,0-3 0 16,-1 3 1-16,-3 0-2 15,1 0 1-15,-2 1 0 16,0 1 1-16,-2 0-1 0,-4 2-1 16,-1-2 0-16,-3 2-1 15,2-1 1-15,0 2-1 16,-3-1 1-16,1-1 0 16,0 0 1-16,1 0 0 15,-6-1 0-15,1-1 0 0,-1 0 1 16,-1 1-1-16,0-1 0 15,0-1 1-15,-1 1 1 16,-1 0-1-16,-4 1 0 16,-1 0 0-16,0 2 1 15,-3 1-2-15,-3 0 0 16,0 0 0-16,-3 0 2 0,-1 1-2 16,-3 3 0-16,1 1 0 15,-1-2 0-15,0 1 0 16,2-3 0-16,0 2 0 15,-1 0 0-15,-1-2 0 16,2 1 0-16,-1-2 1 0,-1 4-1 16,-1-1 0-16,0 1 0 15,0 0 0-15,3 1 0 16,1 0 0-16,4 1 0 16,1 0 0-16,4-2 1 15,0 3-2-15,0-1 1 0,0 1 1 16,2-3-1-16,-1 3 0 15,3 0-1-15,3 0 2 16,-1-1-1-16,0 1-1 16,3 2 1-16,2-4 0 0,5 3 0 15,1-3 0-15,3 2 0 16,2-1 0-16,4 0 0 16,0 1 0-16,0-3 0 15,2 2 0-15,4-2 0 16,-1 2 0-16,8-1 0 15,0 1 0-15,6-2 0 16,2 3 0-16,1 1 0 16,4 0 0-16,0-1 0 0,3 4 0 15,0-2 0-15,3 5 0 16,1 2 0-16,-1 2-1 16,0 4 1-16,-1 0 0 15,-3 7 0-15,1-1 0 0,2 3 0 16,1 3 1-16,-1 1-1 15,4 3 1-15,3 1 0 16,2 4 0-16,5 0-1 16,4-1 0-16,9-2 0 15,12-1-1-15,4-7 1 0,29 1-2 16,21-7-4-16,31-6 2 16,31-11-11-16,34-9-58 15</inkml:trace>
  <inkml:trace contextRef="#ctx0" brushRef="#br0" timeOffset="117662.23">18998 3367 26 0,'0'0'21'0,"0"0"2"0,0 0-8 0,0 0-1 0,0 0-4 0,0 0-6 16,-38-17 2-16,34 16-3 15,-1-2-1-15,3 3 0 16,-1-2-1-16,1 2-1 0,0 0 0 16,-2-1 1-16,2 1-1 15,0-2 0-15,1 2 0 16,-1 0 0-16,2 0 2 16,0 0 3-16,0-1 1 15,0 1-1-15,0-1-5 0,0 0 0 16,5 0 3-16,5 1 1 15,0-1-2-15,-2-1 1 16,3 2-2-16,2-2 0 16,0 1 0-16,2 1-1 15,-2 0 1-15,1 0-1 16,2 0 0-16,4 0 0 0,0 0-1 16,4 0 1-16,-1 0 0 15,4 0 0-15,4 3 1 16,-2 0-1-16,3-1 0 15,3 0 1-15,-1-2-1 16,3 0 0-16,-2 0-1 0,5 0 0 16,-2-5 0-16,2-1-1 15,2-1 7-15,3 0-3 16,1 0 3-16,1-2-2 16,1 2 0-16,4 1 0 15,1-3-2-15,1 4 1 0,4-2-2 16,-3 0 1-16,3 1-1 15,2 1 0-15,-1 0 0 16,5-2 0-16,-2 3 1 16,3-3-1-16,2 4 0 0,-1-2 1 15,-1 0-1-15,1 0 0 16,-1-1 0-16,-2 0 0 16,0-1 0-16,1 3 1 15,-1-5 0-15,0 5 0 16,0-3 0-16,3 1-1 15,2-1 1-15,-2 1-1 0,2 1 1 16,1-1-1-16,-1 0 0 16,1 2 0-16,0 0 0 15,0 0 0-15,2 1 0 16,0-1 0-16,3 0 0 16,1-1 0-16,2 1 0 0,0-1 0 15,1 0 1-15,2-1-2 16,-3-1 2-16,5 0-1 15,0 1 0-15,-1 1 4 16,2-1-2-16,2 1 0 16,1-1-1-16,-1 0 0 0,-1-3 1 15,2 2 2-15,4-4-2 16,0 1 0-16,0 0 1 16,2 0-2-16,3 1 1 15,-4-2-1-15,-2 1 1 16,-2 0-1-16,-3-1 0 0,-1 1 0 15,-4-3-1-15,-3 3 1 16,-4-4 0-16,-5 1-1 16,-4-2 0-16,-7-3 0 15,-3-3 1-15,-5-3 0 16,0-4 0-16,-5-5 4 0,0-1-4 16,-3-2 0-16,0 1-1 15,-5-2 0-15,-2 5 1 16,-6 0 0-16,-5-1 0 15,-3 2 1-15,-9-3 4 16,-3 2-3-16,-4 0 3 16,-3 2 2-16,0-1-7 0,-2 5 0 15,-5 4-2-15,-4 2 5 16,-3 2-4-16,-2 3 1 16,-3 1-1-16,-4 4-1 15,-1 1-3-15,-8 2 3 0,-4 2-4 16,-3 0 1-16,-8 1 3 15,-3 0-1-15,-5 1 0 16,-2 1 2-16,-3 1 0 16,0 1 1-16,-2 0 0 15,-1 0-1-15,-2 0 0 16,-4 0 0-16,-5 0-1 0,-7 0 0 16,-7 0 0-16,-7 2-3 15,-11 4 2-15,-11 1-3 16,-8 1-8-16,-13 5-4 15,-9 1 4-15,-15 3 5 0,-7 4-5 16,-16 1 6-16,-14 2 1 16,-14 4-2-16,-12 2 2 15,-18 4-1-15,-16 4 3 16,-17 5-17-16,-12 4-46 16</inkml:trace>
  <inkml:trace contextRef="#ctx0" brushRef="#br0" timeOffset="119155.9">20191 8963 163 0,'0'0'12'0,"0"0"23"0,0 0-9 0,0 0-11 16,0 0-13-16,0 0-2 15,0 0 2-15,0 0-1 16,16 45 0-16,-4-23 0 16,-1 0-1-16,0 2-1 0,2-1-13 15,-2-1-15-15,-6-4-18 16,-2-1-11-16</inkml:trace>
  <inkml:trace contextRef="#ctx0" brushRef="#br0" timeOffset="119347.58">20191 9204 211 0,'0'0'20'16,"0"0"4"-16,0 0 0 15,0 0-17-15,0 0 0 16,0 0-5-16,0 0 0 0,0 0-1 16,52-38 0-16,-30 29 1 15,1-2-2-15,0 3 0 16,-2-1-13-16,-2 1-10 15,-1 0-30-15,-8-2-30 16</inkml:trace>
  <inkml:trace contextRef="#ctx0" brushRef="#br0" timeOffset="119532.28">20098 9007 235 0,'0'0'4'15,"0"0"21"-15,0 0-7 16,0 0-17-16,0 0-4 16,0 0 7-16,0 0-5 15,53-20-13-15,-14 16-17 0,9-3-50 16</inkml:trace>
  <inkml:trace contextRef="#ctx0" brushRef="#br0" timeOffset="119952.77">21059 8910 114 0,'0'0'6'0,"0"0"28"15,0 0 13-15,0 0-20 0,-20-42-14 16,5 37-5-16,-2 5-5 15,-2 0-1-15,0 0 1 16,-3 9 2-16,3 4-3 16,4 1 1-16,0 0-2 15,4 2-1-15,6-2 1 0,1-3 0 16,4-2-1-16,0-2 1 16,8-3 0-16,4-4 1 15,3 0-4-15,3-3 4 16,2-7 2-16,1-4-2 15,-1 0-1-15,-2-2 0 0,-4 5 0 16,-2 0 0-16,-6 4 1 16,-3 2 10-16,0 2 2 15,-3 3-8-15,0 0-8 16,0 0-2-16,0 7 1 16,0 1-4-16,2 3-14 0,0 0-6 15,1-1-12-15,2 2-27 16,1-5-9-16</inkml:trace>
  <inkml:trace contextRef="#ctx0" brushRef="#br0" timeOffset="120488.7">21184 8876 216 0,'0'0'11'15,"0"0"7"-15,0 0-14 16,0 0-3-16,0 0-1 0,0 0 0 15,42-11 0-15,-34 17 0 16,0 1-1-16,-1 2 2 16,-1-3-1-16,-1 1 2 15,1 0-1-15,-1-1 0 16,-3-4-1-16,-1 0-1 0,-1-2 2 16,0 0 9-16,0 0 14 15,0-7-17-15,0-1-1 16,0-2-2-16,0 1-1 15,0-2-3-15,0 2-1 16,6 2 0-16,0 2 0 16,6-1 1-16,-1 4 0 0,2 1 0 15,3 1 0-15,-3 0 1 16,3 0-1-16,-3 3 0 16,-1 1-1-16,-3 3 1 15,0-3-1-15,-4 1 1 16,1-1 0-16,-3-1 0 0,-1-3 0 15,-2 0 1-15,1 0 2 16,1 0-1-16,0-7-1 16,3-2-1-16,-1-3 0 15,4 0 0-15,-1-1 1 16,1 2-1-16,3 2 0 0,-1 2 1 16,1 0 1-16,3 6-2 15,1 1 0-15,5 0 0 16,-1 8 0-16,4 2 0 15,-2 3-2-15,2 1-2 16,2-1-41-16,-2-6-82 16</inkml:trace>
  <inkml:trace contextRef="#ctx0" brushRef="#br0" timeOffset="121176.69">22312 8672 114 0,'0'0'9'0,"0"0"9"16,0 0 2-16,0 0 4 0,0 0-4 15,0 0-8-15,0 0 0 16,-15-40-2-16,11 36-5 15,0 1-2-15,-2-1-2 0,2 2 1 16,0 1-2-16,3-2 1 16,-4 2 0-16,3 0-1 15,0 1 1-15,0 0-4 16,0 0 2-16,0 0-1 16,-2 0 0-16,0 0 0 0,-2 2 3 15,0 3-1-15,1 1-1 16,-5 3 0-16,-2 1 0 15,3 2 3-15,-1 1 0 16,3 1 1-16,0 1-2 16,4-3 0-16,3-2-1 15,0-4 1-15,0 0 1 0,4-6-2 16,8 0 1-16,-2 0 3 16,7-6 4-16,0-4-5 15,6-3-1-15,-3 1-1 16,0-1 2-16,0 1-1 15,-5 5 1-15,-2 3 1 0,-2 2-2 16,-3 2 2-16,0 6-4 16,-2 8-1-16,1 5 2 15,-1 5 1-15,1 2-1 16,-1 0 0-16,-1 2-1 16,-3-4 1-16,-1-2-2 0,-1-2 0 15,0-5 1-15,-1-1-2 16,-7-6 1-16,-3 0 2 15,-2-3 1-15,0-5 0 16,-4 0 0-16,1 0 0 16,4-9 1-16,4-5 1 0,1-7-5 15,7-3-5-15,3-3-7 16,11-3-17-16,5-4-17 16,0 2-29-16,2 3-24 15</inkml:trace>
  <inkml:trace contextRef="#ctx0" brushRef="#br0" timeOffset="121448.05">22431 8620 106 0,'0'0'18'0,"0"0"17"0,0 0-1 0,0 0-21 0,0 0-8 16,0 0-6-16,0 0-4 15,0 0 11-15,0 0-1 16,27 40 0-16,-23-26-1 0,2-1-1 16,0-1 1-16,4-5 0 15,2-6 3-15,1-1 2 16,1 0 6-16,2-8 2 15,-1-7-4-15,0 0-7 0,-3-5 1 16,-3-1-1 0,-6-1 1-16,-3 1 0 0,0 1-7 15,-6 2-3-15,-7 4 2 16,-4 5-1-16,-1 4-6 16,-1 5-7-16,1 0-5 15,3 5-7-15,2 2-35 0,7-3-64 16</inkml:trace>
  <inkml:trace contextRef="#ctx0" brushRef="#br0" timeOffset="121638.5">22676 8519 264 0,'0'0'1'15,"0"0"1"-15,0 0-1 16,0 0-3-16,0 0 0 15,0 0 2-15,40 35 3 0,-34-24-2 16,3 1 0-16,2-1-1 16,0-6-20-16,-1-3-45 15,3-2-103-15</inkml:trace>
  <inkml:trace contextRef="#ctx0" brushRef="#br0" timeOffset="121783.93">22718 8372 282 0,'0'0'4'0,"0"0"-1"15,0 0-6-15,0 0-74 16,0 0-31-16</inkml:trace>
  <inkml:trace contextRef="#ctx0" brushRef="#br0" timeOffset="122358.82">22908 8488 276 0,'0'0'13'16,"0"0"-11"-16,0 0 2 16,0 0-2-16,36-32-1 0,-27 30 0 15,1 2-1-15,-3 0 0 16,1 3-1-16,-1 7-2 15,0 3 0-15,-2 2 1 16,-2 0-4-16,0-4 2 16,-3 1 2-16,1-3 1 0,-1-6 2 15,0-1 0-15,0-2 1 16,3-3 6-16,1-10-5 16,4-1-3-16,-1-6 0 15,2 2-2-15,1 0-3 16,0 3 3-16,-2 2 2 0,1 6 0 15,-1 1 0-15,1 3 0 16,1 2 0-16,1 1 0 16,2 0 0-16,3 0 0 15,0 4 0-15,-2 0-1 16,3-2 2-16,-2 1-1 0,1-3 0 16,-2 0-1-16,0 0 0 15,-3-2 2-15,-1-3 0 16,-4-2 0-16,-4 0 0 15,-2 0 6-15,0 2-1 16,-4 2-3-16,-8 3-7 0,-1 0-1 16,-2 8 8-16,1 6 0 15,3 3 0-15,1 1-3 16,3 4 1-16,4-1 1 16,1 0-1-16,2-1 0 15,0-3 0-15,0 1-1 16,1-5 0-16,5 0 1 0,3-4-1 15,4-3-16-15,0-6-35 16,8-4-66-16</inkml:trace>
  <inkml:trace contextRef="#ctx0" brushRef="#br0" timeOffset="122594.16">23831 7986 318 0,'0'0'-13'0,"0"0"7"0,0 0 6 0,0 0 0 0,35 52 2 16,-28-29-4-16,-4 5 2 15,-1-1-1-15,-2 3 1 0,0 3-4 16,-3-5-31-16,-8-1-39 15,-5-4-29-15</inkml:trace>
  <inkml:trace contextRef="#ctx0" brushRef="#br0" timeOffset="123021.05">23678 8176 236 0,'0'0'-15'16,"34"-26"18"-16,-5 15-1 15,5 1 0-15,3 3-1 16,2-2 1-16,0 2-2 0,-1 2 0 16,-2 0 1-16,-2-1-1 15,2 0 2-15,-8-1-2 16,-1 1 1-16,-4 0-1 16,-5 2 0-16,-7 3 1 15,-4-1-1-15,-5 2-1 0,-2 0 0 16,-3 0 5-16,-7 6 0 15,-3 2-5-15,1 2 4 16,3 2 1-16,2-2-3 16,3 1 0-16,4 0-1 0,2-4 1 15,10-1 1-15,3-3-2 16,5-2 0-16,1-1 4 16,2 0 0-16,-3-5-1 15,-2-4-2-15,-4-4 4 16,-5 0 7-16,-4-1 3 0,-5-6-3 15,0 2-8 1,-7-2-2-16,-8 2-4 0,-6 5 0 16,-5 6-12-16,-4 7-18 15,-3 0-23-15,-1 8-52 16</inkml:trace>
  <inkml:trace contextRef="#ctx0" brushRef="#br0" timeOffset="124486.02">23526 9065 244 0,'0'0'8'0,"0"0"5"0,0 0-9 0,0 0-3 0,0 0 3 16,0 0 3-16,0 0 4 15,0 0-4-15,0 0-2 16,0 0-4-16,-35-38-2 15,31 19 2-15,1-1 2 16,-1-4-3-16,-3 3-4 0,1 0 2 16,1 2-3-16,2 6 5 15,-1 2 0-15,2 8 0 16,2 3 0-16,0 0-5 16,0 6 2-16,1 4 2 15,5 1 1-15,2-1 0 16,0-3 0-16,3 0-3 0,-1-4-1 15,1-3 1-15,1 0 4 16,3-6 0-16,3-8 4 16,-3-1-1-16,3-4-1 15,-4-1-1-15,0 3 1 16,-4 0-2-16,-5 3 2 0,0 7 2 16,-3 3 8-16,-2 4 0 15,0 0-14-15,0 9 1 16,0 7 1-16,-2 6 0 15,2 3 0-15,0 2 1 16,0-1-1-16,8 1-2 16,3-5-13-16,2-1-18 0,-1-6-15 15,1-5-16-15,1-6 5 16,-1-4 32-16,1 0 0 16,1-11 8-16,0-5 22 15,0-4 12-15,-3 0 8 0,-4-1-5 16,-2 2 10-16,-5 2 6 15,-1 5-1-15,0 2-15 16,-7 4-2-16,-5 6-1 16,-2 0-12-16,2 2-2 0,-4 10-1 15,5 1 1-15,0 4-2 16,8 0 1-16,1 0 0 16,2-3 0-16,0-3 0 15,7 0 1-15,4-6-2 16,2 0 0-16,1-5 0 15,0 0 1-15,1-3 0 0,-2-6-1 16,0-4 3-16,-1-1-2 16,-6 0 1-16,-1 3-1 15,-3-1 0-15,0 5 4 16,-2 1 6-16,0 5-5 16,0 0-3-16,2 1-6 0,0 0 1 15,3 2 1-15,1 4 3 16,0 3-1-16,2-3 0 15,1 0-2-15,0-1 0 16,-1-2 0-16,0-3-1 16,0 0 1-16,-2 0 0 0,0-9 1 15,-3-2-2-15,0-2-5 16,-3-3-4-16,0-3-5 16,0-1-4-16,0-2 9 15,-3 3 6-15,0 1 3 16,1 4 5-16,-2 5 17 0,3 4 6 15,-1 5-10-15,2 0-15 16,0 7-1-16,2 5 1 16,5 5-1-16,4 1 2 15,1 0-1-15,1 0-1 16,1-1 1-16,1-2-1 16,1-4-1-16,-1-1-9 0,-1-4-8 15,-1-4-11-15,0-2-17 16,1 0-9-16,-5-5 18 15,3-9-1-15,-3-3 9 16,-2 1 25-16,-1-4 4 16,-5 2 13-16,0 1 17 0,-1 4 16 15,0 3 15-15,-3 3-9 16,-6 5-23-16,0 2-16 16,0 0-11-16,-3 5-1 15,1 6-1-15,1 1 0 16,4 1 0-16,3-2 1 0,3 0 0 15,0-5 2-15,5 0-1 16,9-3-2-16,3-3 0 16,8 0 1-16,2-3 1 15,4-9-1-15,0-2 2 16,-2-1-3-16,-6-3 0 0,-3 1 0 16,-5 2 0-16,-6 2 1 15,-5 3 2-15,-3 4 3 16,-1 6 6-16,0 0-12 15,0 7-4-15,-5 5-14 16,-5-1-28-16,-4-4-119 0</inkml:trace>
  <inkml:trace contextRef="#ctx0" brushRef="#br0" timeOffset="125397.32">19872 8845 198 0,'-1'0'10'0,"1"0"5"0,8-7 5 0,8-10-2 16,12-7-9-16,10-9-5 0,9-7-3 16,8-5-1-16,3-5-3 15,3-4-73-15,-2 0-72 16</inkml:trace>
  <inkml:trace contextRef="#ctx0" brushRef="#br0" timeOffset="125684.81">20938 8660 265 0,'0'0'-1'16,"0"0"13"-16,0 0-2 15,58-50-5-15,-18 22-2 16,14-3-2-16,7-6 1 16,10-1-2-16,6-7-45 15,-2-1-110-15</inkml:trace>
  <inkml:trace contextRef="#ctx0" brushRef="#br0" timeOffset="126023.82">22576 8299 257 0,'0'0'7'0,"0"0"6"16,36-41-5-16,-5 17-4 16,12-4-2-16,6-6-2 0,11-3-2 15,5-6-56-15,5-6-34 16</inkml:trace>
  <inkml:trace contextRef="#ctx0" brushRef="#br0" timeOffset="126279.83">23884 7636 110 0,'0'0'94'0,"0"0"-79"16,0 0 22-16,0 0-7 15,0 0-8-15,0 0-8 16,34-54-9-16,-7 33-2 0,10-4-2 16,8 2-1-16,9-4-1 15,3 5-25-15,0 1-37 16,-6 2-50-16</inkml:trace>
  <inkml:trace contextRef="#ctx0" brushRef="#br0" timeOffset="126600.08">23681 9294 159 0,'0'0'107'15,"45"-54"-98"-15,-10 21 1 0,5-8-4 16,10-3-6-16,4-3 0 15,2-4-25-15,-1-2-102 16</inkml:trace>
  <inkml:trace contextRef="#ctx0" brushRef="#br0" timeOffset="127391.27">22792 9728 95 0,'0'0'4'0,"0"0"3"0,0 0-2 15,0 0-2-15,-35 0-3 16,27 0 1-16,2 0 1 16,-4 0 0-16,1 0 0 0,0 0 1 15,-2 0-1-15,2 0-2 16,2 0 3-16,-1 5 2 16,2 0-1-16,0 1-2 15,2 1-1-15,1 0 0 16,1 5-1-16,0 0 0 0,0 1 0 15,1 3 0-15,0 1-1 16,1 1 2-16,-2 3-2 16,2 1 2-16,-1 0-1 15,1 3 3-15,0 0 0 16,0 1 7-16,3-1 2 0,5 2 1 16,3-4 2-16,0 1-1 15,0-4-1-15,2 0-3 16,1-6 0-16,1 0 4 15,0-5-3-15,4 2-4 16,2-7-4-16,8-1-3 16,6-3 1-16,11-3-1 0,7-14 2 15,7-4-75-15</inkml:trace>
  <inkml:trace contextRef="#ctx0" brushRef="#br0" timeOffset="128073.43">24883 9338 120 0,'0'0'4'0,"0"0"7"0,0 0 6 0,36-26-4 15,-24 19-5-15,1-1-1 0,-1 1-1 16,2 0-3-16,-1-1-1 16,-1 4-2-16,-1-2 1 15,-1 2 0-15,1 1-1 16,1 3 2-16,-5-1-2 0,2 1 0 15,-2 0 0-15,0 0 0 16,-4 1-2-16,-1 8 0 16,-2 2 1-16,0 0-1 15,0 4 4-15,-3 2 3 16,0 2-1-16,-3 3 2 16,4-1 1-16,0 6 0 0,2-3-1 15,0 5 0-15,0-4-2 16,0 1-1-16,4-2-1 15,2-1-1-15,-2-5 0 16,0-2 1-16,2 0 2 16,-5-5 2-16,1 2 4 0,-2-3-4 15,0-2 2-15,0-1-1 16,-11 2 5-16,-4 1-7 16,-7 4-4-16,-9 3-1 15,-8 1-9-15,-8 2-53 16,-4-1-112-16</inkml:trace>
  <inkml:trace contextRef="#ctx0" brushRef="#br0" timeOffset="129845.86">22900 9964 63 0,'5'-13'3'0,"0"-1"4"0,0 0 3 0,2-2-5 16,-1 2-3-16,0 0 0 15,-2 2 5-15,-1 1 0 16,0 1 2-16,0 3 1 16,-1 0 4-16,-1 4-2 15,1 2-1-15,0-1-5 16,2 2-6-16,1 0 0 0,-2 3 0 15,1 7 0-15,2 0-1 16,-3 3 5-16,2 3 1 16,2-1 3-16,-1-1 0 15,0 2 1-15,1-2-1 0,2-3-2 16,-4 1-3-16,1-1-2 16,-1-1 1-16,-1-1-1 15,0-1-1-15,-2-1 0 16,-1 2-3-16,-1-1-18 15,0 1-30-15,-7-3-4 0</inkml:trace>
  <inkml:trace contextRef="#ctx0" brushRef="#br0" timeOffset="129981.82">22941 10085 103 0,'0'0'39'16,"0"0"1"-16,0 0-32 15,0 0-7-15,0 0 10 0,0 0 3 16,0 0-7-16,49-6-3 15,-30 3-3-15,2-2-5 16,-2-1-108-16</inkml:trace>
  <inkml:trace contextRef="#ctx0" brushRef="#br0" timeOffset="130194.79">23193 10069 223 0,'0'0'4'0,"0"0"-2"15,0 0-2-15,0 0 2 16,0 0-1-16,7 46-1 16,-3-29 0-16,-2 1-1 0,1 1-32 15,-1-4-24-15,0-5-3 16</inkml:trace>
  <inkml:trace contextRef="#ctx0" brushRef="#br0" timeOffset="130536.96">23352 9886 258 0,'0'0'-26'0,"0"0"32"0,0 0 0 16,0 0-5-16,0 0-1 16,0 0 0-16,-31 38 0 15,31-28 3-15,0-1-1 16,11-2-2-16,-2-4-2 0,4-3 3 16,1 0-2-16,1-2 5 15,3-9-4-15,-3 2 6 16,-1-5-6-16,-5-1 3 15,1-1 0-15,-5-1-3 16,-2 3 2-16,-3 1 1 0,0 3-3 16,-6 4-1-16,-6 6-3 15,-4 0-11-15,-3 13-21 16,3 1-15-16,-2 0-11 16</inkml:trace>
  <inkml:trace contextRef="#ctx0" brushRef="#br0" timeOffset="130761.33">23595 9992 203 0,'0'0'2'0,"0"0"3"16,0 0 9-16,0 0-2 15,0 0-9-15,0 0 0 16,15 50-1-16,-15-30-1 0,0 1-21 16,0-4-54-16,0-4-16 15</inkml:trace>
  <inkml:trace contextRef="#ctx0" brushRef="#br0" timeOffset="131163.96">23793 9758 185 0,'0'0'-5'0,"0"0"13"15,0 0-10-15,0 0-4 16,0 0 5-16,0 0 2 0,2 39 2 16,1-28-2-16,1-3 1 15,2-1 2-15,3-4-1 16,2-3 13-16,2 0 0 16,-1-2-4-16,0-7-7 15,0-1-2-15,-1-3 1 0,-4-1-1 16,-3-2 2-16,-1 2 6 15,-3 0 0-15,0 1-6 16,-1 3-3-16,-7 6-6 16,-3 4 1-16,-5 0-19 15,0 6-10-15,-3 9 7 0,2 4-3 16,0-1-19-16,8 2-69 16</inkml:trace>
  <inkml:trace contextRef="#ctx0" brushRef="#br0" timeOffset="131342.58">23953 9944 299 0,'0'0'-11'16,"0"0"11"-16,0 0 0 0,0 0-3 15,0 0-2-15,16 44 0 16,-16-30-28-16,0 1-35 15,-2-4-29-15</inkml:trace>
  <inkml:trace contextRef="#ctx0" brushRef="#br0" timeOffset="131718.7">24175 9643 237 0,'0'0'-3'0,"0"0"5"16,0 0-2-16,0 0 0 0,0 0 0 16,-16 44 0-16,16-34 1 15,2-1 0-15,6-4-2 16,2-2 1-16,2-1-1 15,-1-2 2-15,1 0 5 16,-2-5-1-16,0-2-2 16,-1-4 1-16,-2-3 5 0,-2-2-5 15,-2 2 4-15,-3-3-2 16,0 0-2-16,0 3-4 16,-7 2 0-16,-3 4-2 15,-2 5-2-15,-3 3-9 16,0 1-19-16,-1 10-5 0,1 5-6 15,6-2-12-15</inkml:trace>
  <inkml:trace contextRef="#ctx0" brushRef="#br0" timeOffset="131983.29">24389 9802 173 0,'0'0'5'16,"-14"40"18"-16,10-21 5 0,3 2-14 15,0 0-7-15,1-3-5 16,0 1 0-16,0-1-2 15,0-2-17-15,0-7-37 16,0-7-33-16</inkml:trace>
  <inkml:trace contextRef="#ctx0" brushRef="#br0" timeOffset="132281.09">24609 9542 268 0,'0'0'-10'0,"0"0"18"15,0 0-7-15,0 0 0 16,0 0-1-16,0 0 1 16,0 0-1-16,0 0 0 15,-17 29-1-15,25-29-1 0,0 0 1 16,4 0 4-16,-1-6 3 15,-1-1 0-15,-3-4 2 16,1 1 1-16,-4-2 1 16,-3 4-5-16,-1 2-2 15,-5 6-6-15,-16 3-23 0,-13 14-41 16,-11 7-40-16</inkml:trace>
  <inkml:trace contextRef="#ctx0" brushRef="#br0" timeOffset="133270.95">21718 10194 261 0,'-6'0'11'0,"3"0"8"0,3 0-16 0,0 3-4 0,0 5 3 0,2 4-2 16,3 2 0-16,4 2-3 16,-1 2-10-16,0 2-10 15,0 0-21-15,-5-2-35 16</inkml:trace>
  <inkml:trace contextRef="#ctx0" brushRef="#br0" timeOffset="133442.02">21717 10390 256 0,'0'0'-4'16,"0"0"17"-16,0 0-6 15,0 0-2-15,0 0-4 0,36-32 3 16,-17 22-3-16,3 0 0 16,-3 1-2-16,2 1-29 15,-7-1-47-15,-4 2-33 16</inkml:trace>
  <inkml:trace contextRef="#ctx0" brushRef="#br0" timeOffset="133613.18">21609 10258 227 0,'0'0'15'16,"0"0"9"-16,6-37-19 15,15 21-1-15,2 0-2 16,6-2-10-16,0-3-93 16</inkml:trace>
  <inkml:trace contextRef="#ctx0" brushRef="#br0" timeOffset="134538.24">21786 10949 128 0,'0'0'2'0,"0"0"7"0,0 0 12 16,0 0-10-16,0-42-4 16,-4 35 0-16,0 1-1 15,-6 4-1-15,1 2-1 16,-1 0 4-16,-1 2-4 15,-1 10 1-15,-1 3-3 0,3 7 1 16,3 0-2-16,1 2-1 16,5-2 1-16,1-2-1 15,0-5 1-15,3-7-1 16,6-2-6-16,1-6 2 16,1 0 3-16,3-2 1 0,-1-10 2 15,-1-3-2-15,2-4 5 16,-1 1 5-16,-1-1 6 15,-2 2 1-15,-1 6-7 16,-5 5-4-16,-1 2-4 16,0 4-3-16,0 0 1 0,-1 11 0 15,0 1 0-15,1 2-28 16,-1-3-43-16,0-2-50 16</inkml:trace>
  <inkml:trace contextRef="#ctx0" brushRef="#br0" timeOffset="135029.06">21923 10879 170 0,'0'0'23'16,"0"0"19"-16,0 0-41 0,0 0-6 16,0 0 9-16,0 0-3 15,11 39 1-15,-8-22-1 16,1-3 0-16,0 1-1 15,-2-5 0-15,-1-1 0 16,0-4 0-16,-1-1 0 0,0-4 0 16,2 0 2-16,0 0 0 15,0-9-1-15,2-3 2 16,0-5 0-16,4 0-2 16,-3-2-1-16,3 1 1 15,-2 4 0-15,1 2-1 16,-1 3 0-16,-2 4 0 0,2 5 0 15,-2 0-1-15,1 0-1 16,0 4 3-16,2 4 1 16,-1 0-2-16,0 1 2 15,1-4-1-15,-4 1 0 16,1-2-1-16,-1-4 1 0,1 0 1 16,-4 0 1-16,0 0 19 15,2-7-9-15,-1-4-7 16,1-2-1-16,0 0 1 15,1 3-1-15,2 3-1 16,-1 2-2-16,4 5 1 0,-1 0-3 16,2 5-4-16,6 7 1 15,-2 0-22-15,1 0-29 16,2-2-76-16</inkml:trace>
  <inkml:trace contextRef="#ctx0" brushRef="#br0" timeOffset="135179.83">22456 10775 298 0,'0'0'3'0,"0"0"7"0,0 0-5 0,0 0-6 16,0 0-39-16,0 0-85 15</inkml:trace>
  <inkml:trace contextRef="#ctx0" brushRef="#br0" timeOffset="135271.07">22456 10775 97 0,'47'41'20'0,"-37"-41"-28"16</inkml:trace>
  <inkml:trace contextRef="#ctx0" brushRef="#br0" timeOffset="135819.79">22885 10393 134 0,'0'0'3'0,"0"0"2"0,0 0-3 15,0 0-4-15,0 0-4 16,0 0-1-16,0 0 2 16,0 0 4-16,-32 7 2 15,27-5 1-15,0-1 4 16,-2-1 3-16,-1 1-4 0,0 0-4 16,-1 1-1-16,0 1-1 15,2 0 0-15,0 0 1 16,3 0 0-16,2 1 0 15,2 1 0-15,0-2-1 16,0 6 2-16,0 1-1 16,5 4 1-16,0 3 0 0,1 9 0 15,0 3 0-15,-2 4-1 16,-1 4 1-16,-2 0-1 16,0-1 0-16,0-2 1 15,-1-3 0-15,0-3 5 16,0-4 11-16,0-2 8 0,0-4-10 15,1-4-4-15,-1-2 2 16,1-2-5-16,1-3-2 16,1-3-1-16,1 2 1 15,2-4-4-15,3-1-2 16,-1-1-1-16,3 0 2 0,5 0-1 16,2-5-14-16,1-6-25 15,1 1-34-15,-2-6-39 16</inkml:trace>
  <inkml:trace contextRef="#ctx0" brushRef="#br0" timeOffset="136224.03">23075 10630 88 0,'0'0'3'0,"0"0"19"0,0 0 6 16,0 0 3-16,0 0-10 16,0 0-11-16,0 0 0 0,0 0-6 15,0 0-4-15,0 0 1 16,-38-12 0-16,36 22 1 16,-1 1-1-16,3 1-1 15,0 0 1-15,0-1 0 16,0-1 0-16,4-3 0 15,5-2-1-15,-3-4 1 0,3-1 0 16,1 0 2-16,0-4 1 16,1-6 0-16,-2 0 1 15,-1-3 3-15,-1-3 5 16,-4 1 1-16,-2-2 2 16,-1 1-2-16,0-1-5 15,0 2-7-15,-4 4-2 0,-5 4-2 16,2 7-10-16,-4 0-22 15,-1 6-51-15,1 4-29 16</inkml:trace>
  <inkml:trace contextRef="#ctx0" brushRef="#br0" timeOffset="136387.96">23269 10663 258 0,'0'0'7'0,"0"0"-6"16,0 0-3-16,0 0 0 16,30 37-15-16,-28-24-42 15,-2-1-23-15</inkml:trace>
  <inkml:trace contextRef="#ctx0" brushRef="#br0" timeOffset="136808.62">23443 10512 280 0,'0'0'1'0,"0"0"2"16,0 0-3-16,0 0 0 0,0 0 4 15,0 0-3-15,0 0 0 16,0 0 1-16,21-38-2 16,-13 25 2-16,-3-1-4 15,4 0 3-15,-6 0 0 16,1 0 0-16,2 2-1 0,-5 2 2 16,-1 3-2-16,1 3 0 15,-1 1 2-15,0 3-2 16,0 0-4-16,0 9 2 15,0 3-1-15,-2 6 3 16,0 3 1-16,2 0 0 16,0 0-1-16,0-3 2 0,3 1 1 15,3-2-2-15,4-1-1 16,-4 1 1-16,3-2-1 16,-1 2-13-16,-4-2-33 15,-2-3-65-15</inkml:trace>
  <inkml:trace contextRef="#ctx0" brushRef="#br0" timeOffset="136950.98">23521 10653 245 0,'0'0'14'15,"0"0"17"-15,0 0-9 0,0 0-14 16,0 0-5-16,0 0-4 16,0 0 4-16,45-37-2 15,-25 29-22-15,1 2-55 16,-1 0-129-16</inkml:trace>
  <inkml:trace contextRef="#ctx0" brushRef="#br0" timeOffset="137071.21">23806 10610 160 0,'0'0'10'0,"0"0"6"16,0 0-1-16,0 0-12 15,35 43-3-15,-29-34-15 0,2-2-65 16</inkml:trace>
  <inkml:trace contextRef="#ctx0" brushRef="#br0" timeOffset="137455.14">24049 10368 168 0,'0'0'28'0,"0"0"8"15,0 0-21-15,0 0-13 16,-37 10 0-16,32 5-1 16,-3 2-1-16,5 1 0 0,2-3 1 15,1-1-1-15,0-4 0 16,4-3 0-16,6-3 0 15,-3-4 1-15,3 0 1 16,0 0 6-16,-1-6-2 16,1-3-1-16,-3-3-1 0,-1 1 0 15,-2-3 2-15,-4 0 4 16,0-1 0-16,0 1-4 16,-5 4-5-16,-5 0-5 15,-2 7-19-15,-5 3-18 16,0 0-42-16,1 6 5 0</inkml:trace>
  <inkml:trace contextRef="#ctx0" brushRef="#br0" timeOffset="137634.41">24252 10336 257 0,'0'0'1'0,"0"0"2"16,0 0-3-16,0 0-4 0,0 0-19 16,0 0-77-16,0 0-19 15</inkml:trace>
  <inkml:trace contextRef="#ctx0" brushRef="#br0" timeOffset="137939.14">24340 10303 259 0,'0'0'6'0,"0"0"-3"15,0 0-3-15,0 0 1 0,0 0-1 16,0 0 0-16,0 0 1 16,-5 29-3-16,5-28-11 15,5-1-7-15,6 0 12 16,2 0 5-16,-1-4 3 15,1-2 0-15,-2-1 1 16,-1-1-1-16,-4 1 1 0,-2-2 0 16,-4 2 7-16,0 1 7 15,-2 1-7-15,-6 3-2 16,-4 1-6-16,1 1-2 16,2 0-11-16,-3 3-17 0,5 1-15 15,3-3-28-15</inkml:trace>
  <inkml:trace contextRef="#ctx0" brushRef="#br0" timeOffset="138124.01">24726 10089 312 0,'0'0'-15'0,"0"0"23"0,0 0-5 15,0 0-3-15,0 0-6 16,0 0-30-16,0 0-29 16,39-31-49-16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00:48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2157 2410 7 0,'2'11'4'0,"2"-4"6"0,2 2 6 0,-2-2 0 16,1-6 0-16,5-1-8 15,-1 0 4-15,5-5 27 0,3-15-1 16,8-13-4-16,8-8-15 16,15-12-6-16,16-10-4 15,19-11-5-15,18-5 1 16,17-7-1-16,5-4-104 15</inkml:trace>
  <inkml:trace contextRef="#ctx0" brushRef="#br0" timeOffset="4380.31">6574 4516 69 0,'6'-6'3'0,"3"-4"-1"0,-2 2 3 0,2 0 3 15,-5 3 0-15,1-1-1 0,-3 2 7 16,-2 4 10-16,2 0-6 16,0 0-15-16,-1 0-5 15,5 0 1-15,-2 7 0 16,4 2-3-16,1 2-1 15,1 0-2-15,4 1 4 16,1-4 2-16,2 1 0 16,7-5 1-16,2-2 0 0,5-2 0 15,6 0 0-15,1 0 0 16,6 0 0-16,4-5 0 16,3 3 1-16,-2-1-2 15,2 1 1-15,0 2 0 16,1 0 1-16,-2 0 0 0,0 2-1 15,2 3 0-15,-1 1 0 16,2 3 1-16,6-4 0 16,1 1-1-16,3-2 1 15,5 2 2-15,1-2-2 0,2 0 1 16,2-1-1-16,-1-2 0 16,-3-1-1-16,1 0 0 15,2 0 0-15,1-4 0 16,-2-3 0-16,2 2 3 15,0 0 2-15,4 1-2 0,2 1-2 16,2 3 0-16,-1 0 2 16,-1 0-1-16,1 0 1 15,-2 3-2-15,1 3-1 16,-4 1 1-16,2-3 0 16,0 3 0-16,2-4 0 15,-1-1 0-15,-1-1 0 0,2-1 1 16,0 0 1-16,-2 0-2 15,2-4 0-15,-3-1 0 16,-2 0-1-16,-2 0-1 16,-1 1 1-16,1 1-1 15,-5-1 1-15,1 3 0 0,1-1 0 16,2 2 1-16,-2 0-1 16,2 0 0-16,-2 0 1 15,1 2-1-15,-1 2 1 16,0-3-1-16,-2 2 1 0,1-3-1 15,-1 0 1-15,0 0-1 16,4-3 0-16,1-4 1 16,1 0-1-16,3 0 0 15,0 3 1-15,2-1-1 16,-3 0 1-16,0 1-1 0,-1 1 0 16,-5 0 0-16,2 2 1 15,2 0-1-15,-4 0 0 16,0-1 0-16,2 1-1 15,1 1 1-15,-3 0 7 16,1 0 1-16,2 0 1 16,1 0-2-16,0 3-2 0,0 0-1 15,4 3-3-15,-1-1 2 16,2 1-2-16,1-2-1 16,1-1 1-16,-3 0 0 15,0-2 0-15,2-1 0 16,-1 0 0-16,3 0-1 0,1 0 1 15,0 0-1-15,3 1 1 16,3 1 0-16,-1-2-1 16,-1 0 1-16,2 0-1 15,1 0 0-15,1 0-1 16,-1-1 2-16,3-5-1 0,2 3 4 16,-1-1-1-16,4 3 0 15,4 0 0-15,2 1-2 16,3 0 1-16,0 0 1 15,3 3-2-15,-2 3-1 16,-2-2 2-16,1 2-2 16,-1-2 1-16,0-1-2 0,-1 1 1 15,2-1 1-15,2-1-1 16,0-2 0-16,0 0 0 16,-3 0 1-16,3 0-1 15,-4-2 0-15,0-1 1 0,-4 2-1 16,-4-2 0-16,-4 2 1 15,-1-1-1-15,-5 2-1 16,-2 0 2-16,0 0-1 16,0 0 0-16,3 0 0 15,-5 0 1-15,3 0-1 0,-2 0 2 16,3 0-2-16,-2 0 1 16,1-1-1-16,0-2 1 15,-2-1-1-15,-3-2 1 16,-3 3 0-16,0-1-1 15,-3 0 1-15,1 2 0 0,2-1-1 16,1-1-4-16,3 0-3 16,-4 1 2-16,2-4-2 15,-3-2 4-15,-5-2 1 16,-4 1 3-16,-5-3-1 16,-4 2 0-16,-5-2 2 15,0 0-1-15,-5 1 1 0,0-1-2 16,-2-1 1-16,-3-2 1 15,-2-4 1-15,-2-3-3 16,-4-2 0-16,-3-4 2 16,-5-3 0-16,-2-4 1 15,-4 1 1-15,-3-4-2 0,-3 2 0 16,-1-1-2-16,-4 0 1 16,0 1-1-16,-1-2 0 15,-4 1 2-15,-2 1 0 16,-2 0 5-16,-1 2 3 0,-1 2-2 15,-9 2 1-15,-8 2-6 16,-3 4-2-16,-8 2 0 16,-7 2 0-16,-5 1 0 15,-5 1-1-15,-5 1 0 16,-4 1 0-16,-4-1 0 16,-3 1-1-16,-3 2 2 0,-7 0-2 15,-4 1 0-15,-6 1-3 16,-1 1 2-16,-6-1 0 15,-1 2-2-15,-2 1 2 16,3 3 0-16,-4-2 2 16,2 1 0-16,0 1 0 0,-2 1 0 15,-4-1 0-15,-3 3 0 16,-3 0 0-16,0-1-5 16,-7 1 4-16,1 1-2 15,-8-1-1-15,-1 1 0 16,-3-1 2-16,-3 0-1 0,-2 1 3 15,-3-2 0-15,-1 1 0 16,-1-2-1-16,-2 2 1 16,-1-1 0-16,-4 0 1 15,-1 4 0-15,-6-1-1 16,1 2 2-16,-7 0-1 0,-7 0-1 16,-2 0 0-16,-2 0 0 15,0 0 0-15,-3 0 0 16,1-4 0-16,2 0-1 15,3 1 2-15,3-1-1 16,-3 2 0-16,2 1 0 0,-3-2 1 16,3 3-1-16,-4 0-1 15,-3 0 2-15,0 0-1 16,-1 3 0-16,1 0-1 16,-1-3 1-16,2 0 1 15,4 0-1-15,0 0 0 0,5 0 0 16,3 0-1-16,3 0 2 15,0 0-1-15,2 0 0 16,4 0-1-16,-2 0 1 16,1 3 1-16,0 1-2 15,1 0 1-15,0 2-1 16,-2 0 1-16,3 2 0 0,0-1 1 16,2 2-1-16,7-2 0 15,1 3 0-15,8-3 1 16,2 1-2-16,4 1 2 15,4-5-1-15,3 2 0 16,0-2 0-16,1-1 1 0,2 0-1 16,-1 0 0-16,3-2 0 15,0 0-1-15,0-1 1 16,4 0 0-16,4 0 0 16,2-1 1-16,4-4-1 15,1-2 0-15,5 2 0 0,0-2 0 16,3 0-1-16,3 0 1 15,4 0 0-15,-1-1 0 16,4 2 1-16,3 1-1 16,-5 1 0-16,2 1 0 15,1 3 0-15,-5 0 0 0,0 2 0 16,-2 5 0-16,4 4-1 16,0 2 2-16,0 1-1 15,3 0 0-15,-1 2 0 16,1-2 0-16,2 4-1 15,2 2 2-15,-1-1-2 0,2 2 1 16,3 3-1-16,3-1 1 16,1 1 0-16,3 3 0 15,5 0 0-15,2 0 0 16,2 3 0-16,4 1 0 16,3 2-4-16,5 2 3 0,4 1-3 15,3 2-1-15,6 2-2 16,3 4 1-16,4 3 1 15,5 0 2-15,0 1 0 16,6 2 1-16,4-1 0 16,0-3-1-16,0-2 3 0,14-4-1 15,1-3 1-15,5-3 0 16,5-3 1-16,11-1 0 16,6-2 2-16,14-2 0 15,11-5 2-15,18-7 3 16,15-4-10-16,10-7-25 0,9-3-43 15</inkml:trace>
  <inkml:trace contextRef="#ctx0" brushRef="#br0" timeOffset="5482.91">14047 3516 38 0,'-4'2'2'0,"2"-1"5"0,0-1 4 16,2 2 2-16,0-1-2 15,0-1 11-15,0 0 21 16,0 0-11-16,4-6-6 16,5-5-19-16,11-6-4 15,4-2 5-15,10-5-5 0,6-4 0 16,7-2-1-16,10-4 1 16,5 0-2-16,5-1-1 15,0-1-25-15,-2-4-59 16</inkml:trace>
  <inkml:trace contextRef="#ctx0" brushRef="#br0" timeOffset="11453.4">4703 5252 25 0,'0'0'0'0,"0"0"3"0,0 0 7 0,0 0-2 16,0 0-2-16,42 4-1 15,-30-3-2-15,3-1 0 16,3 0 0-16,-2 0 0 16,4 0-1-16,-3 0-1 15,4 0 0-15,-1 0 0 0,-2 0 0 16,4 0 1-16,3 0-1 15,2 0-1-15,4 0-1 16,7 0 2-16,0 0 0 16,7 0 2-16,-1 0-3 15,4-5 1-15,2 0 0 0,2-2-1 16,0-1 1-16,1 2 2 16,5 0 1-16,0 2-1 15,2-3 1-15,1 3-4 16,2 1 1-16,3-1 0 15,-1 1 0-15,-1 0 0 16,4 0-1-16,-1 0 1 0,0 2-1 16,-2-2 2-16,2 3-2 15,3-3 0-15,-1 2 0 16,0-2 0-16,2 2 2 16,-1-1 1-16,-1 1 1 0,1 1 1 15,1 0-2-15,3 0-2 16,-3 0 0-16,3 0 1 15,-2 0-1-15,1 2 0 16,1 0-1-16,-5 1 0 16,0-2 1-16,0 1 1 0,1-1-2 15,1-1 1-15,1 0 0 16,0 0-1-16,-1 0 0 16,3 0 1-16,2 0 0 15,-2-3 0-15,0-1-1 16,-1 1 1-16,-1-1 0 15,2-2 0-15,-1 3 0 0,-2-1 0 16,0 1-1-16,2 0 0 16,-4 2 2-16,1 1-2 15,-5 0 0-15,-1 0 1 16,-1 0-1-16,-3 0 1 16,-2 4-1-16,0-1 1 0,0 1 1 15,0-1 0-15,0 1 0 16,-1 0 0-16,1-1 0 15,2 2 0-15,0-1-2 16,-3 0 1-16,5 1 0 16,-2 0 0-16,1 1 2 0,2-2-3 15,3 3 0-15,-1-2 1 16,2 0-1-16,2-2 0 16,3 0 1-16,-3-2-1 15,2 1 0-15,2-2 0 16,2 0 0-16,-1 2 0 0,4-2 1 15,-2 0-1-15,4 0 0 16,-1 0 2-16,-3 0-2 16,2 1 0-16,-5 0 0 15,3 1 0-15,-1-2 0 16,4 1 0-16,0-1 0 0,2 0 0 16,1 0 0-16,1-3 0 15,0-1 0-15,-7-1 1 16,2 1-1-16,-2-1 0 15,0 0 0-15,-4 3 0 16,0 0 1-16,3 1 0 0,-4-1-1 16,1 2 1-16,4-1-1 15,-5 1 1-15,0-1-1 16,2-1 1-16,0-1-1 16,-2-1 0-16,4-2 1 15,-2 2-2-15,-1-2 2 16,-3 2-1-16,0 1 0 0,-4 1 0 15,-2-2 0-15,-1 1 0 16,-2 1 0-16,-2 0 0 16,3 0 0-16,-3 0 0 15,-1-1 1-15,3 3-2 16,0-2 1-16,0 1 0 0,-2 1 1 16,0-1-1-16,0-2 1 15,-4 3 2-15,-2 0-3 16,-2 0 1-16,0 0 0 15,0 0-1-15,-2 0 0 16,1 0 0-16,1 4 1 0,3 1-1 16,-3 0 0-16,1 0 0 15,3 1 1-15,-1-2-2 16,1 0 2-16,1-1-1 16,-1 0 0-16,2-1 0 15,-2 0 0-15,-1-1 0 0,1-1 0 16,-1 2 0-16,4-2 2 15,-1 0 1-15,-1 0 5 16,1 0-1-16,2 0 2 16,-2 0 2-16,-1 0-2 15,0 0-4-15,-2 0-1 0,1 0 0 16,-4 0-3-16,0 1 1 16,4 2-2-16,0 1 1 15,-1-1 0-15,3 0-1 16,0 1 1-16,0-2-1 15,1 0 1-15,-1-2-1 0,-1 0 0 16,1 0 0-16,-2 0 1 16,2 0-2-16,0 0 2 15,-2 0-1-15,3 0 1 16,1 0-1-16,-2 0 0 16,2 0 0-16,-5 0 1 15,1 0 3-15,-3 0 5 0,1 0 0 16,-3-3-1-16,-1 2-2 15,0-3-2-15,0 4-1 16,-2-2 0-16,2 1 0 16,0-2-1-16,2 3 1 0,3 0-2 15,0 0-1-15,3 0 3 16,0 0-3-16,0 0 1 16,1 0 0-16,1 0 0 15,-4 0 0-15,3 0-1 16,1 0-1-16,-2 0 2 0,0 0-1 15,0 0 0-15,-1 0-1 16,2 0 2-16,-1-2-2 16,1 0 2-16,1 0-1 15,1 1 1-15,-1 0 0 16,1-1 0-16,0 2 0 16,2 0-1-16,0 0 1 0,2 0 0 15,3 0-1-15,-3 0 1 16,1 0-2-16,1 0 1 15,-4 0 1-15,3-1-1 16,-5 0 0-16,-1 0 0 16,2 1 0-16,-5 0-1 0,3 0 2 15,-1 0-1-15,0 5 0 16,2 0 3-16,-1-2-6 16,-2 1 3-16,-5-2 0 15,-1 2 0-15,1-4 3 16,-6 0-3-16,-1 0 0 0,3 0 0 15,-2 0 0-15,2 0-3 16,2-4 6-16,-1 1-3 16,2-6-3-16,-1 1 3 15,-3-2 0-15,-2-3 3 16,-3 0-6-16,-4-2 3 0,-5-1 0 16,-3 1 3-16,-4-1-3 15,-4 0 0-15,-1-1 1 16,-5-1 0-16,0-1 0 15,-2-1-1-15,-1 0 0 16,0-2 0-16,2-1 1 0,-3 0-1 16,0-2-1-16,-1-1 1 15,1 2 0-15,-3 0-3 16,-3 3 3-16,-1-1-4 16,1 4 8-16,-5 1-2 15,0 1-2-15,0 3-1 0,0-1 1 16,-8 4-1-16,-2-1-4 15,1 2 0-15,-9-1 2 16,-2 0-1-16,-6 2 0 16,-3 1 3-16,-5 0-1 15,-5 0 2-15,-1 1-1 16,-5 0 1-16,-1 2 0 0,-1 0-1 16,-4 0-2-16,1 0 0 15,1 0-2-15,-4 0 1 16,-1 1-1-16,1-1 3 15,-3 0-2-15,1 0 1 16,-2 1-1-16,1 0 3 0,1 0 0 16,1 0 1-16,0-1-1 15,0 3 1-15,-1-1 0 16,1-1 0-16,-2 2 0 16,-5 1 1-16,-3 0-1 0,-2 0 0 15,-5 0-3-15,0 0 1 16,-1 0-3-16,-2-2 4 15,1 0 1-15,1 0-2 16,-4 1 2-16,2-1 0 16,-7 2 0-16,-2 0 1 15,-3 0-1-15,-8 0 0 0,-7 3 0 16,-2 2-3-16,-7 0-8 16,-5-2-1-16,-8 2 2 15,-7-3 3-15,-6 1-1 16,-10-2 0-16,-6 1 2 15,-13-2 2-15,-11 1 2 0,-8 2-5 16,-12 1-5-16,-6 2 3 16,-5 1 0-16,-4 0 4 15,-5 2 2-15,-8 3-2 16,-1 1-20-16,-9-1-34 16</inkml:trace>
  <inkml:trace contextRef="#ctx0" brushRef="#br0" timeOffset="27859.87">12246 9044 81 0,'0'0'2'0,"0"0"-1"0,0 0-1 0,0 0 0 16,0 0 0-16,-37 4-1 15,29-4 1-15,-3 0 1 16,0 0 0-16,-3 0 3 16,0 0 4-16,-3 0-2 15,2 0 1-15,-4 0-3 16,2 0 1-16,1 1-3 0,-2 1 0 15,1-2 0-15,0 1 0 16,2 2 0-16,-1-3 2 16,3 1-2-16,-1 0-1 15,2 0 1-15,2-1 2 16,3 0 2-16,-1 0 3 0,1 0-5 16,1 2-2-16,1-1 0 15,0 2-2-15,-3 1 0 16,3 3 0-16,-3 0 0 15,1 0 0-15,-3 5 0 16,-1-2 0-16,-2 1 0 16,3 0 0-16,0 1 0 0,1-1-2 15,2 0 1-15,1-1 0 16,3 0 1-16,1 0-3 16,-3 0 0-16,2 4 2 15,2 0 1-15,-4 1 0 0,3 2 0 16,-2 1-1-16,1 2 1 15,1 1 0-15,-2 1 0 16,0 2 0-16,1 1-1 16,-1 2 2-16,-2 0-1 15,2 0 0-15,0-4-1 0,2 0 1 16,-2-5-1-16,3 1-1 16,1-4 1-16,0-2 1 15,0 1-1-15,0 0 2 16,0-1-1-16,0-1 0 15,1 0 1-15,1 1-1 0,0 0 0 16,-2 0 1-16,2 1-1 16,-2 0 0-16,2 0 1 15,1 0-1-15,-1-1 1 16,5 0 0-16,-3 0 0 16,0-2-1-16,3 0 0 15,-4-2 0-15,5 1 0 0,-2 0 0 16,0-1 1-16,0-1-1 15,3 1 0-15,-2-1 0 16,2 1 2-16,2-2-2 16,-2-1 1-16,2-1 1 0,0 1 0 15,3-2 1-15,-3-1-2 16,-1 1 3-16,2 0-3 16,-1-1 0-16,-2 1 0 15,-1-1-2-15,2-1 2 16,-3 1-1-16,1-2 0 15,4 2 1-15,-1 0-1 0,3-2-1 16,-1-1 0-16,3 2 1 16,1-1 1-16,1-1 1 15,2 3-1-15,-3-2 0 16,3 1-1-16,-3 0 1 16,0 0-1-16,1 1 0 0,1-2 0 15,-1 3 1-15,2-1-1 16,1 0 1-16,0-3-1 15,-1 3 2-15,1-3-2 16,-1 0 1-16,2 0-1 16,-2 0-1-16,0 0-1 0,0 0 2 15,-2 0 0-15,0 0 3 16,2-1-2-16,-1-1 0 16,2 2 0-16,-2-1 0 15,0 0 0-15,2 0-1 0,1 0 1 16,-4 1 0-16,4-2-1 15,-3 1 1-15,2 1-1 16,-1-1 0-16,3 1 0 16,-4 0 1-16,4 0-2 15,-2-2 2-15,3 2-1 16,-2 0 0-16,2 0 0 0,0 0 0 16,2 0-1-16,-1-1 2 15,-1 1-1-15,0 0 0 16,1-2 0-16,1 2 0 15,0-1-1-15,-2 1 2 16,3 0-1-16,-4 0 0 0,0 0 0 16,1 0 0-16,-1 0 1 15,1 0-1-15,2 0 0 16,1 0 0-16,0 0 0 16,2 0 2-16,1 0-4 15,0 0 4-15,0 0-1 16,-4 0-1-16,1 0 0 0,-2 0 0 15,2 0 2-15,-1 0-2 16,1-1 0-16,3 0 0 16,0-1 0-16,2-1 1 15,0 0-1-15,1 3 1 16,0-3-1-16,-2 3 1 0,-1-1-1 16,1 1 0-16,-4-3 0 15,-1 3 0-15,1 0 0 16,0 0 1-16,0 0-1 15,2 0 0-15,0 0 1 16,0 0 0-16,2 0-1 0,-1 0 1 16,0 0-1-16,2 0 1 15,-1 0-1-15,-1 0 0 16,2 0 0-16,0-1 0 16,0-1 0-16,3 2-1 15,-1-1 2-15,4-1-1 0,-2 2 0 16,2-1 0-16,-1 0 2 15,1 0-2-15,0-2 1 16,1 3-1-16,2-4 0 16,1 3 0-16,4-2 1 15,-3 0-1-15,-1 1 1 0,0-1-1 16,-1 1 0-16,-1-1 0 16,-2 3 0-16,1-3 0 15,3 2 0-15,0 0 1 16,-1-1-1-16,3 1 1 15,-5-1-1-15,0 2 1 0,0-2-1 16,0 0 0-16,-3 2 0 16,1-3 1-16,3 3-1 15,-3-1 1-15,-1-2-1 16,0 3 1-16,-1-3-2 16,0 2 1-16,2-1 2 15,-4 1-1-15,5 1 4 0,-2-1-3 16,2 1-1-16,1 0-1 15,1 0 1-15,-1 0 0 16,-1 0 1-16,3 0-2 16,-1 0 1-16,-2 0 1 0,4-2 0 15,-1 2-1-15,1-2 1 16,-1 1-1-16,0-3 0 16,-2 2-1-16,1 0 2 15,-2-1 2-15,0 1 1 16,-1-1 0-16,0 2-3 15,3 0 0-15,-4-1 1 0,1 2-3 16,-1 0 0-16,-3 0 0 16,1-2 0-16,0 0 1 15,-3-1-1-15,1 2 1 16,-3-2 0-16,0 0 1 16,0 0 1-16,-2-1 1 0,-1 1-1 15,-1 0-1-15,-3 0-1 16,-2-1 0-16,0 0 0 15,-4 1 0-15,0-1 0 16,-3-1 1-16,-3 0-1 16,0-1 0-16,-1-4 4 0,0 3 5 15,0-3-5-15,-2-1 0 16,2-3-3-16,0 0 0 16,-2-1-1-16,1-3 0 15,-3-1 0-15,4-1-1 16,-6-1 0-16,3 0 1 0,-1-1-1 15,1 1 1-15,1-3-1 16,-2 1 0-16,1-1 0 16,-4 0-1-16,1 1 1 15,-1 1-1-15,-2 0 1 16,0 1 1-16,0 1-3 16,0 2 2-16,0-1-1 0,0 2 1 15,-2 0 0-15,-1 1 1 16,-3 1-2-16,2-1 1 15,-2 2-1-15,0 0-1 16,1 0 1-16,-2 1 1 0,1-1 0 16,-1 1 0-16,0 0 1 15,3 2-1-15,-4 1-5 16,3 0 3-16,-4 1 1 16,4 4 2-16,-3-2 0 15,3 1-1-15,-4 0 0 16,1 2 0-16,1-2 0 0,-1 2 0 15,2 0 0-15,-5-2 0 16,4 3 0-16,-1-1-1 16,-3 3 1-16,3-1 0 15,-5 1 0-15,1-1-1 16,-1 1 2-16,-1 1-2 0,-1-1 1 16,-1 0 0-16,-3 0-2 15,0 0 3-15,0-1-1 16,-2-1 0-16,-1 3 0 15,3-4 0-15,-2 3 0 0,0-1 0 16,0-1 0-16,0 2 0 16,-3-2 0-16,0 0 0 15,1 2 1-15,-2-2-1 16,-2 0 0-16,0 3 0 16,1-1 0-16,1 1 0 15,3-2 0-15,-3 2 0 0,1 0 0 16,0-1 0-16,3 0 1 15,-4 1-1-15,2-2-1 16,1 2 1-16,0 0 0 16,0 0 0-16,-1 0 0 15,0 0 0-15,2 0 0 0,-2 0 0 16,-2 0 0-16,3-1-1 16,0-1 2-16,-2 2-1 15,1 0 0-15,0-1 0 16,0 1 0-16,0-2-1 15,0 2 2-15,-4-2-1 0,0 2-1 16,0-2 0-16,-3 2 2 16,-2 0-2-16,-1 0 1 15,1 0 1-15,-1 0-2 16,-1 0 2-16,1 0-1 16,0 0 0-16,1 3 0 0,-1-2 0 15,-1 1 0-15,-1-1 0 16,1 2 0-16,-4-1 0 15,1 0 1-15,0 0-2 16,0-1 1-16,1-1 1 16,-1 3-1-16,1-3 0 0,1 3-1 15,-1-3 1-15,-1 1 0 16,3-1 0-16,-4 0 1 16,4 0-1-16,0 0 0 15,1 0 0-15,2 0-1 16,0 0 2-16,2 0-1 0,0 0 0 15,-1-1-1-15,1 1 2 16,-2-3-1-16,0 3-1 16,0 0 1-16,1 0 0 15,-1 0 0-15,2 0 0 16,0 0 0-16,1 0 0 0,-1 0 0 16,0 0 0-16,-1 0 0 15,-1 0 0-15,-2 0 0 16,1 0 1-16,-5 0-2 15,2 0 1-15,1 0 0 16,1 0 1-16,-2 0-2 0,3 0 1 16,-3 0 0-16,3 0 1 15,-3 0-1-15,0 0 0 16,-2 1 0-16,1-1 0 16,-2 0-1-16,-1 0 2 15,0 0 0-15,3 0-1 16,-2 0 0-16,-1 0-1 0,-1 0 2 15,1 0-2-15,-1 0 1 16,-1 0 0-16,-1 0 1 16,6 0-2-16,-4 0 2 15,1 0-2-15,0 0 2 16,-1 0-2-16,-1 0 1 0,1 0 1 16,-2 0-1-16,1 0 0 15,1 0 0-15,2 0 0 16,-2 0 0-16,1 0 0 15,-3 0 1-15,2 0 0 16,-3-1 0-16,3 1-1 16,0 0 0-16,-1-1 0 0,3-1 2 15,1 2-1-15,1 0-2 16,0 0 2-16,2 0-1 16,-2 0 0-16,1 0 0 15,1 0 1-15,1 0-1 0,-2 0-1 16,3 0 2-16,-1 0-1 15,0 3 0-15,3 0 0 16,-1-2 0-16,2 2 0 16,0 0 0-16,2-2 0 15,0-1-1-15,0 1 1 0,4 0 1 16,1-1-1-16,2 0-1 16,-2 0 2-16,5 0-1 15,0 0 0-15,0 0 0 16,-1 0 0-16,2 0 1 15,1 0-2-15,1 0 1 0,0 0 1 16,2 0-1-16,0 0 0 16,0 0 0-16,2-1 0 15,-2 0 0-15,2 0-1 16,1 1 2-16,-1 0-1 16,1 0-1-16,0 0 2 0,1 0-1 15,-1 0 0-15,4 0 0 16,-3 0 0-16,3 0 1 15,-4 0-2-15,4 3 1 16,-3 0 0-16,3-1 0 16,-4 3 0-16,2-1 0 0,0 0 0 15,1 2-1-15,-2 0 2 16,2 1-1-16,0-1 0 16,3-1-1-16,1 2 1 15,0-1 0-15,2 2-1 16,-2 0 1-16,2 2-1 0,0-1 1 15,0 3 0-15,0-1 0 16,0 2 0-16,0 0 0 16,-2 1 0-16,0 0-3 15,2 0 2-15,-1 2 1 16,0 0 0-16,0 2 0 16,1-1 0-16,-1 1 0 0,1 0 0 15,0 0 0-15,0 0 0 16,0-2 0-16,0 1 0 15,0 0 0-15,0-1 0 16,0-2 0-16,0 6 0 16,0-2 0-16,0-2 0 0,0 2 0 15,0-2 0-15,0 0 0 16,-1 0 0-16,-1-4 0 16,-1 2 0-16,3-1 0 15,0 0 0-15,0 0 0 16,0-1 0-16,0 3 0 0,0-2 0 15,3 1 0-15,-1 0 0 16,1-1 0-16,-1 0 0 16,2-1 0-16,0 1 0 15,-1 0 0-15,1-2 0 16,2 2 0-16,-2-2 1 0,4 2-2 16,-4-3 1-16,3 1 1 15,-3-1-2-15,3 0 2 16,0 0-1-16,-1-3 0 15,3 2 0-15,-1-1 0 16,1-1 0-16,2 0 0 0,2 1 0 16,0-3 1-16,0 1-1 15,1-2 3-15,-1 2-3 16,3-3 1-16,-3 2-1 16,3-3 1-16,-1 1 0 15,4 0-1-15,-2-2 1 0,0 3-2 16,2-1 2-16,1 0-1 15,-2 0 0-15,0-1 0 16,3 1 0-16,-1 0 0 16,-1-1 1-16,2 0-1 15,2 0 0-15,1-1 0 0,-4 1 0 16,5-1 0-16,1 1 0 16,-1-1 0-16,2 0 0 15,-1 0 0-15,1 1 1 16,0-2-1-16,0 2 0 15,0-1 0-15,2-1 0 16,0 0 0-16,-2 0 0 0,2 0 0 16,2 0 1-16,-1 0-1 15,0 0 1-15,4 0-1 16,-2 0 0-16,3 0-1 16,0 0 2-16,3 0-1 15,0 0 0-15,1 0 0 0,-1 0 0 16,2 0 0-16,1-3 0 15,-1 0 0-15,2 2 0 16,1-2 0-16,0 3 0 16,3-2 0-16,-2 1 0 15,-3 0 0-15,4-2 0 0,-2 2 1 16,3-1-2-16,-2-1 1 16,2 2 0-16,2-1 0 15,0 0 0-15,0 0 0 16,-2 1-1-16,2 1 1 15,-3 0 0-15,0 0 1 0,1 0-2 16,1 0 1-16,-2 0 1 16,2 0-1-16,0 0-1 15,-2 0 2-15,2 0-1 16,-1 0 0-16,4 0 0 16,-1 0 0-16,2 0-1 0,-1 0 2 15,-2 0-1-15,2 0 0 16,-4-3 0-16,4 2-1 15,-3-2 1-15,2 0 0 16,1-1 0-16,-2 1 0 16,2-2 1-16,-1 1-2 15,-2 1 1-15,2 1 1 0,-3 0-1 16,2-2 0-16,-4 4 0 16,1-2 0-16,-2 2 0 15,0-1 0-15,1 1 1 16,-2 0-1-16,1 0 0 0,-1 0 0 15,-2 0 0-15,-2 0 0 16,-1 0 1-16,-2 2-2 16,-1-1 1-16,-1 1 0 15,-1 0 0-15,1-2 0 16,-2 0 0-16,3 0 1 0,-2 0-2 16,2 0 1-16,-1 0 0 15,2 0 0-15,-2 0 0 16,1 0 0-16,1 0 1 15,1 0-1-15,-2 0 0 16,3 0 0-16,0 0 0 16,-2 0 0-16,-1 0 0 0,-3 0 0 15,-1-2 0-15,0 0 0 16,0 0 0-16,3 1 0 16,-2 1 0-16,5-2 1 15,1 1-2-15,2 1 1 16,0 0 1-16,-2 0-1 0,1 0 0 15,-6-1 0-15,1-2 0 16,-2 0 0-16,-2 2 0 16,2-2 0-16,-3 0 0 15,2 0 3-15,0 2-6 16,-3-2 6-16,0 0-3 0,-3 2 0 16,-2-2 0-16,-3 0 0 15,-3 0 0-15,0-1 0 16,-2 1 0-16,-2-2 0 15,-1 0 0-15,2-1 0 16,-5-1 1-16,2 0-1 0,-2-4 0 16,2 1 1-16,-3-2-1 15,1-1 1-15,-1-2 0 16,2-2 0-16,-2-1 0 16,1-1 0-16,-3-1-1 15,2 0 1-15,-2 1-1 0,-2-3 0 16,0 4 0-16,1-1 0 15,-3-1 0-15,-1 2 1 16,2-2-2-16,-2 3 1 16,2-3 1-16,-1 0-1 15,0-1 0-15,-1-1 1 16,1 1-2-16,0 0 2 0,-1 0-2 16,0-1 1-16,0 1 0 15,0 0-1-15,0 1 1 16,0 0 0-16,0 2 0 15,-1 2-1-15,-1-1 1 16,-2 3 0-16,0 0-2 0,0 1 2 16,-2-1-2-16,1 2 1 15,-2 1 1-15,2 0-1 16,-3-1 1-16,3 2-1 16,-4 0 1-16,2-1 1 15,-2 1-2-15,-1 0 1 16,-2-2 1-16,1 1-2 0,0 3-2 15,-3-2 2-15,1 0 1 16,-1 1-1-16,-1 1 2 16,-1 1-2-16,-1-1 1 15,0 0 1-15,0 0-2 0,-4 1 1 16,1 1 0-16,-5-3 0 16,0 5 0-16,-3-2 0 15,-1 1-1-15,-2-1 1 16,-4 4 0-16,-2-2-1 0,-5 4 1 15,2-1 0-15,-6 1 0 16,1 0 0-16,-1 0 0 16,0 0 0-16,-2 0 0 15,-1 0 1-15,0 0-2 16,-5 0 1-16,-2 0 0 16,-1 0 0-16,-5 0-1 0,1 3 1 15,-3 1-1-15,-2 0 1 16,1 1 1-16,2-1-1 15,-3 0-1-15,-1 0 1 16,0-1 0-16,-1 0 1 16,-3-2-1-16,0 2-1 15,-3-3 2-15,-5 3-1 0,-2-3-1 16,0 2 1-16,-5 0 1 16,-5 1 0-16,-3-1-7 15,-6-2-29-15,-4 0-84 16</inkml:trace>
  <inkml:trace contextRef="#ctx0" brushRef="#br0" timeOffset="31787.09">16723 9052 14 0,'-5'0'8'0,"1"0"11"0,-2 0-3 16,0 0-11-16,1 0-4 16,0 0 0-16,2 0 1 15,1 0 1-15,-2 0 3 0,2 0 4 16,0-1 4-16,0 1-4 16,1-2 1-16,-1 0-1 15,-4 0 0-15,3 1-4 16,1-1-3-16,-1 0-1 15,-3 1-1-15,2 0 0 0,-1 1-1 16,-2 0 1-16,0-1-1 16,1-1 1-16,1 2-1 15,0-1 2-15,2 0 1 16,-2 0 0-16,4 1 0 16,-1 0-2-16,0 0 2 15,-1 0-3-15,1 0 0 0,-1 0 0 16,0 0 0-16,-1 0 0 15,-2 0 1-15,0 0-1 16,0 0 1-16,-1 1-1 16,1 1 0-16,-2 1 0 15,2-1 0-15,1 0-1 0,-1 1 1 16,1-1-1-16,1 0-1 16,-4 1 1-16,4 1 0 15,-2 0 1-15,0 1 0 16,1 1 0-16,-2 1 0 0,2-1-1 15,-2 2 1-15,3-4 0 16,-2 3 0-16,1 0 0 16,0-2-2-16,0 2 2 15,1 0-1-15,0 1 0 16,-2-2 1-16,2 1-1 0,1 0 1 16,-4 1-2-16,4 1 1 15,-1 0 1-15,2 0-3 16,0 0 2-16,-2 1 0 15,2 1 0-15,0 0 0 16,1 0 0-16,-3 2 1 16,-1 1 0-16,2-1 0 0,-1-2 0 15,-2 4 0-15,2-3 1 16,1 2-1-16,1-1 0 16,-1 1 0-16,2-1 0 15,-2 1 0-15,3 0-1 16,0 2 0-16,-1-2 0 0,1 2 1 15,0 1 0-15,0-3 0 16,0 2 1-16,4-2-1 16,2 0 0-16,-1 1 0 15,3 0 1-15,-3-2-1 16,4 0 1-16,-2-1-1 0,1 3 0 16,-3-4 0-16,4 3 0 15,-4-2 1-15,1 0-1 16,-2 1 1-16,0-1-1 15,1 0 1-15,-1-1-1 16,0-2 1-16,2 1-1 0,-2 1 1 16,2-2 1-16,1 1-1 15,1-1 1-15,0 0-1 16,3 0 3-16,3 0-3 16,-3-1 5-16,5 0-3 15,-1-2 0-15,2 3 2 0,0-1-3 16,1-1 0-16,-1 0 0 15,2-1 0-15,1 1 2 16,-3-2-1-16,2 0 0 16,2-1 0-16,-2 1-1 15,3-1 1-15,-4 0-1 16,4-1 0-16,-3 0-1 0,2 0 1 16,-2-2-1-16,0 0 0 15,1-1 0-15,-3 0 1 16,0 0-1-16,1 0 0 15,-1 0 1-15,0-1-1 16,1-3 1-16,-1-2-1 0,-1 1-1 16,0 0 2-16,0-2-1 15,-1-2 1-15,-1 1-1 16,0-3 1-16,-2-2-1 16,1 0 0-16,-2-1 0 15,-1-2 0-15,-3 2 0 0,1-3-1 16,-3 2 1-16,1-1-1 15,-1 0 1-15,0-2-1 16,1 1 1-16,-3 0 1 16,0-2-1-16,1 1 0 15,1 1 0-15,1-2 1 0,0 0-2 16,-2-3 1-16,0-1-1 16,3-2 0-16,-4 3 1 15,2-2 0-15,-1 2-1 16,-4 2 2-16,0 1 5 15,0 2-1-15,-2 0-1 0,-6 3-3 16,0-2-2-16,-1 2 3 16,-3-1-2-16,1 3 0 15,1-2 1-15,3 0-2 16,-4 1 0-16,3 0 0 16,0-1 1-16,-2 0-1 0,1 0 0 15,-1-1 1-15,-2 1-1 16,2 0 2-16,1 1 1 15,-1 0 0-15,0-1-2 16,1 3 1-16,-1-2-1 16,1 3 2-16,-1 1-3 0,1 1 0 15,-1 2 1-15,0-2-1 16,-2 1 0-16,3 1 1 16,-2-1 0-16,-3 1-1 15,1-1 0-15,0 2 0 16,-3-1 0-16,1 0 1 0,-2 3-1 15,-1-2-1-15,1 3 2 16,-1-1-1-16,-1 3 0 16,0-1 0-16,-4 0 0 15,4 1 0-15,-3 0 0 16,3 0 1-16,-2 0-1 16,2 0-1-16,-1 0 2 0,2 0-1 15,0 0 0-15,0 2 0 16,1 4 0-16,0 0 0 15,2 3-1-15,-3-1 1 16,5 0 0-16,-2 2-1 0,1 3 1 16,3 0-1-16,-1 0 0 15,2 1 0-15,0 1-1 16,1 1 1-16,1-2 1 16,1 2 0-16,0-2 0 15,0 0-1-15,1 2 1 0,1-2 0 16,1 1-2-16,1 1 2 15,0 0 0-15,1 0 0 16,1 1-1-16,-1-2 1 16,2 4 0-16,-2-2-1 15,2 1 1-15,0-1 0 0,0 2 0 16,0-1-1-16,0 2 1 16,0-2 1-16,0 1-2 15,0 1 1-15,0-2 0 16,0 1 0-16,0-2 0 15,0-2 0-15,0 1-1 16,0-2 1-16,0-1-1 0,2 0 0 16,0 2 1-16,3 0-1 15,1-1-1-15,0 0 4 16,1 0-2-16,0 1 0 16,0-1 0-16,0 0 0 15,3-2 0-15,0 1-2 0,-1 0 2 16,2-3 0-16,2 3 0 15,0-2 0-15,3 1 0 16,0-3 0-16,2 0 2 16,1 2-1-16,-1-5-1 15,3 1 1-15,-1 0-1 16,2-1 1-16,-1-2 0 0,2-1-1 16,0-1 1-16,0 0-1 15,-1-2 2-15,1 0-2 16,-4 0 2-16,2 0-2 15,-3 0 0-15,2 0 1 16,0 0 0-16,-2 0-1 0,2 0 0 16,-2-4 0-16,-1 1 2 15,4 0-2-15,-4-1 0 16,2 0 0-16,-1 0 0 16,-1-2 0-16,-1 2 1 0,-2-2-1 15,-1-1 0-15,1 0 1 16,-1 0-1-16,1-2 1 15,-2-2-1-15,2 1 2 16,-3-3-2-16,0 0 1 16,0-1-1-16,-1 0 1 0,0-2 0 15,0-1-1-15,-1 2 0 16,-1-1 1-16,-4-1-1 16,2 0 0-16,0 1 1 15,-4-1-1-15,1 2 1 16,-1-2-1-16,0-2 1 0,0-1 1 15,-2-2-1-15,2 0 1 16,-2-2 0-16,0-1 0 16,0 0-1-16,0 0-1 15,0 3 1-15,0 1-1 16,0 2 1-16,-5 3-1 0,0 1 0 16,0 4 0-16,-5 0 1 15,2 2 0-15,1 1-1 16,-3 5 3-16,-1-3-6 15,3 4 1-15,-2 0-6 16,0 2-6-16,-2 0-24 0,2 0-55 16</inkml:trace>
  <inkml:trace contextRef="#ctx0" brushRef="#br0" timeOffset="36646.19">18571 7815 72 0,'-6'-4'4'0,"4"1"10"0,-1-2-4 0,1 0-1 0,0 1-6 15,-1-2-1-15,-1 1-1 16,1 0 0-16,-2 1 2 15,1 1-1-15,0-1 0 16,-2 1-1-16,1 0 1 0,-2-1 1 16,0 1 6-16,1 0 0 15,-3 1-3-15,-2-1-1 16,2 0-1-16,0 0-3 16,-4-1 1-16,1 2-1 15,-1 0-1-15,-2-1 1 0,2 1-1 16,-3-1 0-16,-1 0 1 15,0 1-1-15,-3 0-1 16,-1 0 2-16,-1 1-1 16,-3 1 2-16,-1 0-2 15,-1 0 0-15,0 0 0 16,0 0 0-16,0 0 0 0,1 3 0 16,-1-1 2-16,2 0 1 15,0 1 0-15,2 2-1 16,-2 0 0-16,2 1-2 15,-1 0 1-15,-3 1-1 0,1-1 1 16,-2 2 0-16,-3-1-1 16,2 0 0-16,-2 0 0 15,0 2 1-15,4-2-2 16,0 1 2-16,2 2-3 16,2 0 2-16,0 0 0 0,0 2-1 15,0-1 1-15,-1 3-1 16,0 2-1-16,-4 0 0 15,1 0 0-15,0 3 3 16,0-1-2-16,3 1 2 16,2-1 0-16,1 1-1 0,1-3 0 15,3 2-1-15,1 0 1 16,-1 2 0-16,1-1-1 16,1 3 0-16,-1 2 2 15,2 2-2-15,0 2 1 16,1 4-1-16,2 0 2 0,4 0-2 15,0 3 1-15,4-2 0 16,3-1 0-16,0-2-1 16,2 0 0-16,6-4 1 15,1 0 1-15,1-3 0 16,0 0-1-16,-3 1 1 0,2 0-1 16,-2-2 0-16,2 0 1 15,1 0-1-15,2-1 0 16,-2 0 1-16,7 0 0 15,-2-3 1-15,4-1 3 16,2 0-1-16,1 0-1 0,2-3 0 16,2 3 0-16,-1-3-1 15,-2 2-1-15,3 1-1 16,-1-2 0-16,1 3 1 16,-1 2-1-16,4 1 0 15,-3-1 0-15,3 2 1 16,0 0-1-16,2 0 2 0,1-2-1 15,0-1 1-15,2-4-1 16,1-2 1-16,-3-3 0 16,3 0 8-16,-1-3 1 15,4 0-1-15,3-1-1 16,1 0-4-16,4 1 1 16,4 0-5-16,3 0 1 0,-2 0-1 15,-1 0 0-15,1-1 0 16,-5 1 0-16,2-3 0 15,-3 0-1-15,2 0 2 16,-1 0 0-16,0 0-2 0,2-1 2 16,-1-1-1-16,2 1 0 15,1-3 1-15,5 0-1 16,3 0 0-16,3 0-1 16,0-1 1-16,3-6 0 15,-1 1-1-15,2-1 2 0,0 0-1 16,-1-2-1-16,-1 3 1 15,-1-1 0-15,-3 1 0 16,0 0 0-16,-2-1 0 16,-1-2-1-16,-3 2 0 15,-4-3 0-15,-2 0 0 0,-2-1 0 16,-7-1 4-16,-1-4 2 16,-4-1-2-16,-1-2-1 15,-5-1 2-15,-4-4-4 16,-3-2 1-16,-3-2-1 15,0-2 0-15,-3 0-1 16,-1-1 1-16,0 0-1 0,-2-3 1 16,0 2-1-16,-3 0 0 15,-1-1-1-15,-1-2 1 16,-2 0-1-16,-2 0 2 16,-2 2-1-16,0-1 1 15,0 3-1-15,0-1 0 0,-2 2 1 16,-5 1-1-16,2-3-1 15,-3-1 2-15,-1-1-2 16,-3-3 1-16,-1 2 1 16,-3-3-1-16,-5 1 0 15,-4 2 2-15,-6-2-1 0,-5 2 2 16,-11-1-3-16,-7 2 0 16,-11 1 0-16,-11 1 0 15,-12 5 0-15,-9 3 0 16,-11 6 2-16,-7 7-4 0,-4 5-12 15,-4 2-31-15,0 1-75 16</inkml:trace>
  <inkml:trace contextRef="#ctx0" brushRef="#br0" timeOffset="38793.91">15081 8001 60 0,'-3'-4'3'0,"-3"-3"4"0,1 3-1 0,2-1 2 0,-3 0-2 16,1 1 3-16,1-1 0 16,-2 2-1-16,0 0 0 15,0 1-3-15,1 0-1 0,-1 1-3 16,-2 1 1-16,-2 0-2 15,1 0 1-15,0 0-1 16,-2 0 0-16,0-2 0 16,2 1 0-16,-3 1 0 0,1 0 1 15,-1 0 0-15,-2 0 0 16,0 0-1-16,-2 1 1 16,-4 4-1-16,1 0 1 15,0 0-2-15,-4 0 2 16,1 2-2-16,2 0 1 15,-3-1 0-15,4 1 0 0,1 0 0 16,-1 2 0-16,1-2 0 16,1 2 3-16,2 0-5 15,-6 0 4-15,4 1-2 16,-5 0 0-16,1 1 1 16,-1 3 0-16,2-1 1 0,-1 3-1 15,4-1 0-15,-1 1-1 16,1 2 1-16,1-3-1 15,3 0 0-15,-1 1 0 16,3-2 0-16,-1-1 0 16,1 1 0-16,1 0 0 0,1-1 0 15,3 0-1-15,0 0 1 16,-1 0 0-16,3 2-2 16,-4 1 2-16,4 0 0 15,-2 2 0-15,1-1 0 16,1 3 1-16,-1 1-1 0,0-1 1 15,3-1 0-15,-2 0-1 16,0-2 0-16,4 0 0 16,0-5-1-16,0 5-1 15,0-3 1-15,0 0 0 16,4 1 1-16,2 0 0 0,2 1 1 16,-3 1 0-16,3-2-1 15,-1 3-1-15,4-2 2 16,-2 0 0-16,2 0 0 15,1-2 0-15,1-1 0 16,1-1 0-16,1-2 3 0,3 0-2 16,1-1 1-16,2-2 0 15,2 0 2-15,3-1-2 16,0 1 1-16,1-1-2 16,0-1 1-16,-2 2-1 15,-1-2-1-15,-1 0 0 16,1 1-1-16,1-2 1 0,-3 0 0 15,2 2 0-15,1-3 0 16,2 0 1-16,2-2 1 16,0-1 0-16,2 0 2 15,1 0 3-15,1 0-3 16,-1 0-2-16,1 0 1 0,-1 0-3 16,2 0 0-16,-1 0-1 15,-2 0 1-15,3 0 0 16,-3 0-1-16,3 0 0 15,-1 0 0-15,3 0 1 0,1-1-1 16,4 1 1-16,0-2-1 16,1 2 2-16,7 0-1 15,-3 0-1-15,-2 0 2 16,2 0 0-16,-1 0-1 16,-3 0 0-16,1-1-1 15,-3-1 1-15,2-2-1 0,2-1-1 16,0-1 2-16,3 3 1 15,-3-3 1-15,2 1-2 16,-2 0 2-16,-4-3 0 16,-1 2-2-16,-2-1 0 15,-5-1 0-15,-2-1 0 0,-2-2-1 16,-4 2 1-16,0-4 1 16,-5 1 4-16,0-4 1 15,-3 2 3-15,-1-4-3 16,-1 0-3-16,-3-3-1 15,1 2-1-15,-4-2-1 0,1 0 2 16,-5 0-3-16,-1-3 1 16,2 1 0-16,-5 1 1 15,0 0 1-15,0 0 0 16,0 0-1-16,-5-1 2 16,2 2-1-16,-1-2 1 15,2 0-4-15,-2-1 1 0,2 0 0 16,-1-2-1-16,-1 1 0 15,2-1 1-15,-6 1-1 16,2-1 0-16,-2 2 0 16,0 1-1-16,1 2 2 0,-3 0-2 15,3 2 1-15,-4 2 1 16,0-1-1-16,-1 1 0 16,-2 1 0-16,0-1-1 15,-3 3 2-15,0-2-1 16,-3 3 0-16,2 1 3 0,-5-1-6 15,3 1 6-15,-3 1-6 16,2 1 6-16,-2 0-3 16,-3 0 0-16,1 2 0 15,-3 0 0-15,-2 1 0 16,-2 1 0-16,-5 0 0 0,-3 0 0 16,-6 0 0-16,-2-1 0 15,-6 2 0-15,-4 0 0 16,-5 2 0-16,-8-1 0 15,-6 4 0-15,-12 0 1 16,-9 7-1-16,-7 10-8 16,-9 0-24-16,-5-2-59 0</inkml:trace>
  <inkml:trace contextRef="#ctx0" brushRef="#br0" timeOffset="40180.32">16546 10775 4 0,'-17'17'3'0,"1"-5"-6"0</inkml:trace>
  <inkml:trace contextRef="#ctx0" brushRef="#br0" timeOffset="40269.24">16472 10829 50 0,'0'0'53'0,"0"0"-23"15,0 0-8-15,0 0-12 16,0 0-9-16,-4-48-4 15,4 38-47-15,0-3-63 16</inkml:trace>
  <inkml:trace contextRef="#ctx0" brushRef="#br0" timeOffset="41014.51">16385 10700 99 0,'0'0'3'0,"0"0"10"0,0 0 2 15,0 0 13-15,0 0-2 16,0 0-8-16,0 0-9 15,0 0-2-15,5-20-1 16,-5 20 2-16,0 0 2 16,0 0-9-16,-1 0-10 15,-3 7 9-15,-2 4 2 0,1 2-2 16,-1 2 0-16,0 3-1 16,2 0-2-16,2-1 2 15,2 2 1-15,0-3 0 16,0-1 1-16,0-1 2 0,5-2-1 15,4-1 0-15,-1-3 0 16,4-2 0-16,2 1 0 16,0-3 1-16,3-2 0 15,2-2 0-15,0 0 0 16,3-4-1-16,-1-9 3 0,2 2-3 16,0-4 0-16,-6-2 2 15,0 0 1-15,-1-1 0 16,-5-2 1-16,-1 0-1 15,0-1 0-15,-4 1 1 16,-2-3-2-16,-3 3-1 0,-1-1-1 16,0 0 1-16,0 1-2 15,-7 1-1-15,-3 2 0 16,-1 1-1-16,-1 4 1 16,-2 2 0-16,-1 3 1 15,-3 5 1-15,-1 2-2 0,-1 0-1 16,0 3-1-16,-2 7-1 15,2 2 0-15,1 2 2 16,4 0 0-16,0 1-1 16,4 0-2-16,2-1-1 15,2-3 1-15,4 1 1 0,3-4-3 16,0-1 0-16,0 0 4 16,7-2 2-16,5-2 2 15,4-1 0-15,6 1-3 16,7 0 5-16,4-3-2 15,1 0-30-15,3 0-107 0</inkml:trace>
  <inkml:trace contextRef="#ctx0" brushRef="#br0" timeOffset="41675.99">16729 11197 97 0,'0'0'3'0,"0"0"12"0,0 0 10 0,0 0-3 0,0 0-1 15,0 0 2-15,37-5-1 16,-30-2-10-16,3-2-4 16,-2-3-4-16,2 2 0 15,1 0-2-15,-4-4-1 16,2 3 1-16,-4-3 1 16,1 1-3-16,-2-3 1 0,-1 0 0 15,1-2 2-15,0-2-1 16,-2-1 1-16,2 1 0 15,-1 0 0-15,0 2 0 16,-1 3-1-16,-2 4-1 16,0 4-2-16,0 1 1 0,0 5-1 15,0 1-1-15,0 0 2 16,-6 0-5-16,1 9 0 16,0 3 3-16,-1 5 0 15,2 0 0-15,1 1-3 16,-2 3 1-16,3-3 2 0,1 2 1 15,1-2 0-15,-1-2 0 16,1 4 2-16,0-4 0 16,0 2 0-16,0-4 0 15,3-1 0-15,3-2 0 16,-1-1-1-16,3-2 1 0,2-2 1 16,0-1 1-16,2-4 1 15,4-1 2-15,-1 0-2 16,3 0-1-16,-3 0 1 15,2-3 2-15,-2-2 0 16,-1-2-6-16,-2 0-15 0,-5-2-9 16,-2 0-24-16,-5 0-38 15</inkml:trace>
  <inkml:trace contextRef="#ctx0" brushRef="#br0" timeOffset="41910.42">16746 11052 186 0,'0'0'-1'0,"0"0"20"0,0 0 0 0,0 0-1 15,0 0-8-15,0 0-7 16,0 0-2-16,0 0-1 15,39-11 1-15,-22 9-1 16,6 1-3-16,-2-2-51 0,3-3-31 16</inkml:trace>
  <inkml:trace contextRef="#ctx0" brushRef="#br0" timeOffset="43161.95">17197 10734 103 0,'-7'0'11'0,"2"0"13"0,3 0-12 0,-2 0 1 16,1-3-5-16,1 2-2 15,1-1 8-15,0 2 8 0,1-2 2 16,0 2-13-16,0 0-6 16,0 0-6-16,0 0 2 15,4 0-2-15,5 0 2 16,3-1 0-16,1 0-2 16,5-2 3-16,4 0 4 15,1-2 2-15,3 2 2 0,2-3-4 16,1 2-2-16,0 1-3 15,2 0 0-15,-2 3 0 16,-1 0-2-16,-3-1-24 16,-1-2-66-16</inkml:trace>
  <inkml:trace contextRef="#ctx0" brushRef="#br0" timeOffset="43553.66">17682 10573 122 0,'0'0'10'15,"0"0"23"-15,0 0-18 16,0 0 0-16,0 0 0 16,0 0 1-16,0 0-10 0,0 0-4 15,0 0-1-15,24-15-2 16,-3 12 1-16,6 1 1 16,2-2-1-16,4 1 0 15,2-4 0-15,1 3 0 0,2-2 1 16,-4 0-1-16,1 1-1 15,-5 0 3-15,-1 2-2 16,-3 1-1-16,-6 2 2 16,-5 0-27-16,-6 0-44 15,-6 0-36-15</inkml:trace>
  <inkml:trace contextRef="#ctx0" brushRef="#br0" timeOffset="44024.75">17717 10558 99 0,'0'0'16'0,"0"0"-1"16,0 0-6-16,0 0 4 15,0 0-4-15,45 21-5 16,-30-10-1-16,2 4 1 16,-2 3-2-16,2 0 0 15,-1 3 0-15,-4 1-1 0,-1 1 0 16,1 0 1-16,-2-1 0 16,1-1 0-16,-1-2 0 15,0-3 1-15,0-2 1 16,1-5-1-16,-2-1 2 15,1-5 2-15,2-3 4 16,-1 0 5-16,0-2 2 0,-1-9-6 16,0 0-1-16,-1-5 2 15,1-2-5-15,-2-3 0 16,1-1-2-16,-2-4-2 16,4 1-1-16,-2-2 0 15,2 0-1-15,1-1 0 0,-1 2 1 16,2 2-3-16,0 7 0 15,1 1-15-15,-1 6-41 16,-2 5-55-16</inkml:trace>
  <inkml:trace contextRef="#ctx0" brushRef="#br0" timeOffset="44581.37">18285 10792 33 0,'0'0'126'0,"0"0"-115"0,0 0 18 15,0 0-22-15,0 0-5 16,0 0-5-16,-48 27 1 16,34-10-1-16,-2 0-2 0,4 4 1 15,0-1 3-15,4 0 0 16,2-3 3-16,4 0-1 16,2-1-1-16,0-2-2 15,8-3 2-15,6-1 0 16,3-5 0-16,4-4 0 0,3-1 3 15,2 0 3-15,0-3 1 16,0-7 0-16,0-2 2 16,-2-3 3-16,-3-2 1 15,-2-2-6-15,-5 0-3 16,-5-2 0-16,-1-3-1 0,-6 2 1 16,-2-2-1-16,0 4 1 15,-8 0-1-15,-3 6-2 16,-5 3 0-16,-3 6-1 15,-2 5 0-15,-2 0-2 16,0 12 0-16,4 3 0 0,0 5-1 16,9 0 1-16,6 0-2 15,4-4-12-15,8-4-20 16,12-7-19-16,7-5-10 16</inkml:trace>
  <inkml:trace contextRef="#ctx0" brushRef="#br0" timeOffset="44892.54">18991 10223 87 0,'0'0'28'0,"0"0"-23"0,-47-44 10 16,32 34-5-16,-3 1-6 16,3 3-3-16,0 5 0 15,2 1-1-15,1 0 0 16,2 0-1-16,1 5 0 16,-1 7-1-16,5-1 0 15,2 4-3-15,0 0 1 0,3 2 1 16,0-1-3-16,3-2 0 15,6 0 0-15,2-7-34 16</inkml:trace>
  <inkml:trace contextRef="#ctx0" brushRef="#br0" timeOffset="46173.8">18864 10306 11 0,'0'0'14'0,"-45"2"27"0,23-2-13 0,2 3-10 16,-2-2-4-16,1 3 2 15,2 3-4-15,2 1-7 16,0 3-4-16,-3 0-1 16,2 6 0-16,5-1 1 15,1-2 0-15,3 2-1 0,5-2-4 16,4-4 4-16,0 1 13 16,5-4-8-16,7-2 4 15,2-3 2-15,4-2-2 16,2 0-3-16,2-4-2 15,-1-6-2-15,-1-1 4 16,-3-1 0-16,0-3 5 0,-4-1 3 16,-2 4-1-16,0 0-5 15,-5 1-5-15,1 0-1 16,-2 6-1-16,-1-1 0 16,1 4-1-16,-3 2-3 15,1 0-12-15,-1 4 8 0,2 5 2 16,0 5 1-16,0 3-2 15,4 4 3-15,-3 2 1 16,1 2 0-16,2 5-2 16,-1 0 1-16,1 1 3 0,-2 0 3 15,-2-1 1-15,-1-3 0 16,-2 0-1-16,-1-3 0 16,0-1 2-16,-6-3 0 15,-5-2 1-15,-8-5 1 16,-2 1 0-16,-6-4 0 15,-2 0-4-15,-3-3 0 0,-2-2-1 16,3-2-3-16,-2-3-29 16,10-1-33-16,4-13-42 15</inkml:trace>
  <inkml:trace contextRef="#ctx0" brushRef="#br0" timeOffset="46992.78">18905 10133 190 0,'4'-37'6'0,"-4"2"7"0,0 6-7 0,-5 2 2 0,-11 3-8 0,-7 3 2 16,-3 1 7-16,-5 6-4 15,-5 1-2-15,-5 6-1 16,1 1-1-16,-3 2-1 0,-3 3 0 15,-2 1 3-15,0 0-2 16,-5 5-1-16,0 3 0 16,-2 3 0-16,-2 3 0 15,-2 0 0-15,3 2 0 16,-4 2 0-16,3 3 0 0,3 5-1 16,0-2 2-16,0 6-2 15,5 1 0-15,-2 3-2 16,5 3 2-16,4 0 0 15,6 0-1-15,5 4-1 16,4 2 1-16,4 1-1 0,5 4 2 16,3 5-1-16,3 1 1 15,5 1-1-15,2 0-1 16,4 1 1-16,1-2-2 16,0-3 4-16,10 3-1 15,1-3 1-15,5 0 0 0,1-4-1 16,6 0 1-16,4-1 1 15,2 0 0-15,3-3 0 16,5 1 0-16,0-4 3 16,7-2-1-16,-2-4 2 15,3-3-1-15,6-5 0 0,3-6-1 16,4-3 0-16,2-5 1 16,5-6-1-16,2-4 0 15,-2-2 0-15,2-2 4 16,0-8 2-16,-2-4 1 15,4-1-1-15,-4-4 0 0,4-2-4 16,-2-3-3-16,-1-5 1 16,-2-3 0-16,1-4-2 15,-4-4 1-15,-4-4 0 16,-2-4 0-16,-2-3 0 16,-2-6 0-16,-7-1 2 15,-4-2-1-15,-8-1-1 0,-7-3-2 16,-8 3 0-16,-9-3 2 15,-8 3 3-15,0-4 1 16,-15 2-1-16,-7 0-2 16,-7 1 0-16,-6 3-1 0,-6 3 0 15,-7 2-2 1,-4 6 0-16,-3 8 0 0,-5 5 0 16,-4 12 0-16,-1 5-12 15,-6 9-14-15,-3 5-27 16,0 2-81-16</inkml:trace>
  <inkml:trace contextRef="#ctx0" brushRef="#br0" timeOffset="47952.03">19494 10504 101 0,'-4'0'13'0,"2"0"18"0,1 0-4 0,0 0-11 15,0 0-9-15,0 0-4 0,0 0-2 16,1 0-1-16,0-3 5 16,-2 2 12-16,2-1-6 15,-2 0 1-15,2 0-3 16,0 0 3-16,0 0-8 16,-2 2 2-16,2 0-4 0,0 0-3 15,0 0-3-15,4 0 4 16,3 0-1-16,2 0 2 15,2-2-1-15,-2 1 2 16,0-1-2-16,1 0 0 16,2-1-2-16,-3 1 2 0,5-4 2 15,-1 2 0-15,7-1 0 16,-3 0 0-16,4-2-1 16,2 3 0-16,0 0-1 15,-2 1 0-15,1 0 1 16,-7 0-1-16,0 2 0 15,-4-2 0-15,-3 3 0 0,-2-1 1 16,0 1-1-16,-2-1 1 16,-2 1-2-16,1 0 1 15,1 0 1-15,0 0-6 16,-2 0-40-16,2 0-77 16</inkml:trace>
  <inkml:trace contextRef="#ctx0" brushRef="#br0" timeOffset="48500.19">20102 10231 116 0,'0'0'4'0,"0"0"-4"0,0 0 0 0,0 0 0 16,0 0-1-16,0 0 2 15,11 40 6-15,-11-22 11 16,0 5-1-16,0 1 0 16,0 8-4-16,0 2-3 15,0 4-3-15,0 5-2 0,0 2 0 16,0 0 3-16,0-1-4 15,2-1-1-15,-1-3 2 16,1-2 0-16,0-1 0 16,1-4-2-16,-1 1 0 15,0-7-1-15,-2-3 0 16,0-3 1-16,0-6-1 0,0-3 0 16,0-3 1-16,0-5-3 15,-8-3-16-15,2-1-6 16,-4-7-38-16,-1-10-29 15</inkml:trace>
  <inkml:trace contextRef="#ctx0" brushRef="#br0" timeOffset="49027.04">20113 10370 113 0,'0'0'4'0,"7"-38"14"15,0 22-2-15,-2 2-1 16,-1 1-3-16,2 2 6 16,-1-2-1-16,4 3-3 0,-2 1-5 15,4 0-5-15,5 3-2 16,3 1-1-16,0 2 0 16,3 1-2-16,-2 2 2 15,2 0-2-15,-5 0 1 16,-4 7-1-16,-1 3 0 15,-3 2 0-15,-4 3-1 16,-3-1 1-16,-2 1 1 0,0-1 0 16,-8 1 0-16,-5-2 0 15,-1-1 0-15,-2-3 0 16,1-1 0-16,0-4 1 16,4 0 0-16,5-2-1 0,0-1 1 15,3-1 0-15,3 0 0 16,0 0-4-16,7 0 3 15,4 0 0-15,3 0 2 16,5 0-1-16,0 2 2 16,0 2 1-16,-1 3-2 15,-2 0-2-15,-2 0 1 0,-4 2-2 16,-5-2 2-16,-3 0-1 16,-2 0 0-16,-3-1 1 15,-11-1 3-15,-5 1 3 16,-2 1-5-16,-4-1 0 0,0-1-2 15,2 1-16-15,6-5-28 16,0-1-51-16</inkml:trace>
  <inkml:trace contextRef="#ctx0" brushRef="#br0" timeOffset="49510.3">20617 10169 113 0,'0'0'3'0,"0"0"15"0,0 0-6 0,0 0-10 16,0 0 1-16,0 0 4 15,0 0-4-15,48 21 1 16,-39-7-2-16,1 0 2 16,0 2-2-16,-1-1 0 15,-2 1-2-15,-2 0 0 16,1-1 0-16,-2-3 1 0,0-2 0 16,1-2-1-16,0-1 0 15,-1-2 1-15,1-3 1 16,-3 0 4-16,2-2 7 15,1 0 9-15,-2 0 6 16,1-6-8-16,3-2-7 0,-3-4 0 16,1-3-2-16,1-4-2 15,-3-3-4-15,1-3-2 16,3 0-1-16,-4-2-1 16,4 0 3-16,-1 3-4 15,4 2 0-15,-2 6 1 0,1 4 0 16,1 6-8-16,-1 3-29 15,-1 1-79-15</inkml:trace>
  <inkml:trace contextRef="#ctx0" brushRef="#br0" timeOffset="50151.19">20799 10607 9 0,'0'0'90'16,"0"0"-77"-16,0 0 5 0,0 0 4 0,0 0 2 16,0 0-4-16,0 0-10 0,0 0-4 15,0 0-3-15,46-17-1 16,-34 12 0-16,2-2 1 16,-3-2-3-16,-2 0 1 15,1 0 0-15,-4-4 0 16,0 0 1-16,-1-2 2 0,-2-2 0 15,1-1 0-15,-2 0-1 16,0-2-1-16,0 2 1 16,0-1-2-16,-1 4 0 15,3 2 1-15,-4 1-2 16,2 5 1-16,-2 0-1 16,0 4-2-16,0 3 3 0,0 0-2 15,0 0-8-15,0 5-4 16,0 4 12-16,-2 4 0 15,-1 3-1-15,1 2 0 16,2 2-2-16,0 0 2 16,0 3 0-16,0-3 2 0,0-2 1 15,5 2 1-15,1-4 2 16,1-2 2-16,3 0-2 16,-1-4-1-16,1 0-1 15,0-2-1-15,1-2 1 16,0-1 0-16,1-1 1 0,0-3-2 15,0-1-17-15,-4 0-23 16,-1 0-36-16</inkml:trace>
  <inkml:trace contextRef="#ctx0" brushRef="#br0" timeOffset="50372.13">20896 10508 204 0,'0'0'22'0,"0"0"9"0,0 0-20 0,0 0-10 16,0 0-3-16,0 0 5 16,0 0-1-16,0 0-2 15,47-27-14-15,-25 24-15 0,-2 1-43 16,0 0-19-16</inkml:trace>
  <inkml:trace contextRef="#ctx0" brushRef="#br0" timeOffset="50698.43">21228 10467 161 0,'0'0'23'0,"0"0"2"0,0 0-12 16,0 0-3-16,37-14-5 15,-26 9-3-15,2 1-1 16,3 3 0-16,-2-2 0 16,1 2-1-16,0 1 1 0,1 0-1 15,-1 0-24-15,-1 0-55 16,-3 0-42-16</inkml:trace>
  <inkml:trace contextRef="#ctx0" brushRef="#br0" timeOffset="50991.18">21593 10323 137 0,'0'0'16'0,"0"0"-10"16,0 0 19-16,0 0 0 16,0 0-16-16,0 0-3 0,28 47 4 15,-21-28-5-15,-1 3 1 16,0 2-1-16,-2 4-4 16,-1 2 1-16,-1 2 1 15,-2-1-8-15,0-2-46 16,-5-7-64-16</inkml:trace>
  <inkml:trace contextRef="#ctx0" brushRef="#br0" timeOffset="52343.22">21755 9669 120 0,'0'0'-16'0,"0"0"26"0,-29-40 3 15,15 27-4-15,0 3 2 16,-2-3 4-16,-1 2-2 15,-2 1-2-15,-1 0 1 0,-2 0 0 16,0 0 0-16,-1-1-3 16,-3 0-4-16,2-1-2 15,-4 2 0-15,-1 0-2 16,-2 2 0-16,-3-1 0 16,-2 2-1-16,-4 1 3 15,-2 1-3-15,-1-1 1 0,-5 4 0 16,2 0 1-16,-3 2 0 15,2 0-1-15,0 0-1 16,1 0 0-16,3 0 0 16,-4 0 1-16,3 3-1 15,-1 2 0-15,0 2 0 0,-4 2 1 16,0 2-1-16,-5 1 0 16,0 3 0-16,-2 1-1 15,1 1 0-15,-3 1 2 16,4 1-1-16,2 1 1 15,0 3-1-15,1 2 0 0,0 4 1 16,3 3-1-16,0 0-1 16,2 3 1-16,3 0 0 15,4 1 0-15,4-2-1 16,0 1 1-16,4 1-1 16,4 0-2-16,2 3 2 15,1 4 0-15,5 4 1 0,1 3 0 16,3 2 0-16,-3 2 1 15,3 0-1-15,3 0 1 16,-1-2-1-16,3-2 0 16,1 0-1-16,5-3 1 15,0-3 0-15,4-2-1 0,0-2 2 16,4-3-1-16,4 0 1 16,6 0 0-16,2 0 0 15,4-2 0-15,3-1 0 16,-3-1 0-16,5 1 1 0,2-4 0 15,1 1-1-15,0-1 1 16,3-2-2-16,-2 1 1 16,4-2 0-16,-1-2 0 15,3 0 0-15,1 0 1 16,1-5 0-16,5 4 2 16,-2-4-1-16,2 3 0 0,2-2-1 15,1 0-1-15,3-1 2 16,0-1-2-16,3-1 0 15,2-2 1-15,-1-4-1 16,2 0 1-16,-1-6 0 16,4-2-2-16,1-3 2 0,0-1 0 15,4 0 0-15,3 0-1 16,2-2 1-16,1-6-1 16,1 0 1-16,-2-4-1 15,2-2-1-15,-1-2 1 16,1-5-1-16,-2-1 1 0,-1-5 0 15,-3-3 1-15,2-4 0 16,-3-3-2-16,-1-4 3 16,-6-2-1-16,0-4-2 15,0-2 2-15,-7-4-1 16,1-4 0-16,-7-3 0 0,-1-5-1 16,-8 3 5-16,-5-4-1 15,-7-2 1-15,-5 0 3 16,-8-2-1-16,-8 1 0 15,-4-5-4-15,-14 0 1 16,-7 2-2-16,-8 2 1 0,-8-1-2 16,-8 7 0-16,-7 5-2 15,-4 6 0-15,-8 9-10 16,-5 7-16-16,-7 7-12 16,-3 8-49-16,-4 7-103 15</inkml:trace>
  <inkml:trace contextRef="#ctx0" brushRef="#br0" timeOffset="53127.26">20355 10996 35 0,'-4'3'3'0,"1"0"8"0,1 0 6 0,-1 0-2 16,3 1-9-16,0-4-4 16,8 3 6-16,10-3 4 15,5 0-6-15,7 0-1 0,7 0-3 16,2-7 0-16,3 1-1 16,1-2 2-16,6-1 9 15,3-1 9-15,1 2 1 16,5-2-6-16,0 0 0 15,3-1 1-15,0 1-4 0,0 1-3 16,-4 0-6-16,1 2-1 16,-2 0-1-16,-3 2-2 15,-2-4 1-15,-5 4 0 16,-2-1 0-16,-2-1-1 0,-3 2 1 16,-4-2 1-16,-4 3-2 15,-6 0-19-15,-9 0-21 16,-6 2-25-16,-10-1-4 15</inkml:trace>
  <inkml:trace contextRef="#ctx0" brushRef="#br0" timeOffset="53518.3">20417 11066 70 0,'0'0'26'0,"0"0"-23"0,0 0-2 0,0 0 0 0,37 0 6 16,-13 0 0 0,4 0 0-16,6 0-1 0,0 0 3 15,6-1-2-15,5-2-4 16,4-1 1-16,-2 1 2 16,4 0-1-16,-2 0-2 15,-4 2-2-15,-3-1 1 0,-2 2 0 16,-5 0 0-16,-1 0-8 15,-5 0-18-15,-3 0-9 16</inkml:trace>
  <inkml:trace contextRef="#ctx0" brushRef="#br0" timeOffset="54749.16">21003 11133 92 0,'0'0'4'0,"0"0"1"0,0 0 3 15,0 0-3-15,0 0-3 0,0 0 1 16,0 0-1-16,0 0 4 15,0 0 3-15,0 0-1 16,0 0-2-16,0 0-5 16,0 0-1-16,4-10 0 15,0 16-1-15,2-1 0 16,0 4 1-16,-1-1 0 0,1 2-1 16,2 3-1-16,1 1 3 15,-1 1 1-15,2 0 0 16,1 4 4-16,1-1-1 15,-1 1-2-15,3 1 0 16,-3 1-1-16,1 0-1 0,0 0 0 16,0 1 2-16,0-2-1 15,0-1 3-15,-1 0 0 16,-1-1-2-16,1-1 2 16,2-1 0-16,-1 1-1 15,0-1 2-15,2-1-4 0,-1 0 0 16,1 0 1-16,-1-1-2 15,-3-1 2-15,1 1-2 16,-1-2-1-16,-1-2 0 16,0-2 1-16,-1 1 0 15,-2-2 0-15,2 0 0 0,-1-1-1 16,-2-1 2-16,-2 2-1 16,1-2 1-16,-4 3-1 15,0-1-2-15,0 0-16 16,0 2-23-16,-4-3-25 15</inkml:trace>
  <inkml:trace contextRef="#ctx0" brushRef="#br0" timeOffset="55161.49">21207 11709 6 0,'0'0'103'0,"0"0"-75"0,0 0-7 0,0 0-25 0,0 0 17 16,0 0-1-16,0 0 2 15,0 0 1-15,40 0-5 16,-27 3-6-16,-1 0-4 0,1 2 0 15,1-2 1-15,-2 0 0 16,-2-1-9-16,1-1-21 16,-1-1-17-16,-1 0 12 15,-2 0 8-15,0-5 20 16,-3-2 10-16,0-1 8 0,1-3 5 16,-3 4 0-16,-1-2 8 15,-1 2 15-15,0 3 4 16,0 4-16-16,-5 0-12 15,-6 13-16-15,-9 8-3 16,-4 9 0-16,-7 3-1 16,-2 2-85-16</inkml:trace>
  <inkml:trace contextRef="#ctx0" brushRef="#br0" timeOffset="57261.02">15305 8778 78 0,'1'0'9'0,"-1"0"5"0,0-1-8 16,0 0-4-16,0 1-1 15,0 0-4-15,0 0-23 16,0 0 3-16,0 0 9 0,0 0 3 15,0 0-15-15</inkml:trace>
  <inkml:trace contextRef="#ctx0" brushRef="#br0" timeOffset="64649.17">15387 7899 46 0,'0'0'10'0,"0"0"3"0,0 0-5 0,0 0-2 15,0 0-2-15,0 0 0 16,0 0 4-16,0 0 0 16,0 0 0-16,0 0 1 15,-16-40-4-15,15 37-1 16,1-1-1-16,0 1 0 0,0-1-1 16,-2 1 1-16,0 1-1 15,0 0 0-15,-3-1 0 16,2-1 0-16,0 1 1 15,-4 0 2-15,2 0 0 16,1-1 0-16,-4 0 1 0,3 0 0 16,-3-2-3-16,2 3-1 15,-2-3-2-15,0 3 1 16,-1-1-2-16,-1 0 2 16,0 1-1-16,-1 0-1 15,0 0 1-15,0 2 0 16,-3-2 0-16,1 3 0 0,-3 0-2 15,1 0 5-15,-1 0-3 16,-1 3 0-16,-1 1-1 16,0 2 1-16,-4 2 0 15,3-3 0-15,-2 2-2 16,0 0-1-16,-2 0 4 0,4 0 0 16,-4 0-1-16,-3 3 0 15,1 0-5-15,-2-1 8 16,0-1-3-16,-1 2 1 15,1 3-2-15,-1-2 1 16,0 3 0-16,1 1 0 0,-2 0-3 16,2 1 4-16,2 2-1 15,3-2 0-15,-3-2-1 16,3 2 1-16,1-1-1 16,4-3 1-16,-5 3-1 0,6-2 1 15,-2 0 0-15,5-2-1 16,1 3 1-16,1-1-1 15,3 0 1-15,2 0 0 16,2 2 0-16,-2 0 0 16,3 0 1-16,-1 2-1 15,-2 0 0-15,0-1 0 0,-2 4 0 16,1-1 0-16,0 2 0 16,0-3 0-16,-1-1 1 15,3 0-2-15,-1-1 2 16,2-2-2-16,1-2 1 15,1 0 0-15,-1 0 0 0,1-2 0 16,0 0 1-16,-1 1-1 16,3-2 0-16,-4 0 1 15,2 2-1-15,2-2 0 16,-3 1 1-16,2 0-1 16,0-1 0-16,1-1 1 0,0 2-1 15,0 0 3-15,0 1-2 16,0-2 0-16,0 2 0 15,3-1-1-15,-1 1 1 16,0 0 0-16,0-2-1 16,0 1 0-16,0 0 0 15,0 0 0-15,1-1 1 0,2-1-1 16,-2 2 0-16,0 0 0 16,2 3 0-16,1-3 1 15,1 1-1-15,-1 0 1 16,0-2-1-16,1 1 0 0,1-2-1 15,-2 0 1-15,2 0 0 16,-2 1 1-16,1-2-1 16,0 0 1-16,2 0-1 15,-1-1 0-15,1-2-1 16,1 2 2-16,-2-1 5 16,2-2-2-16,3 1 5 0,0 1-2 15,0-1-2-15,4 0-2 16,-2 3-1-16,1-1-2 15,2 1 1-15,-3 0-1 16,3 2 0-16,-4-2 0 16,2 0 0-16,0-1 2 0,3-1-2 15,0 0 0-15,4 0 0 16,-1 1 0-16,2 0 0 16,1-1 1-16,2 1-1 15,-2-2 0-15,2 2 0 16,0-2 0-16,-4-1 2 0,3 0-2 15,-1-2 1-15,1-1-1 16,-1 0 5-16,6 0 3 16,-3 0-4-16,4 0-2 15,2 0-2-15,0 0 1 16,3 0-1-16,-5 0 0 16,3 0 1-16,-3 0-1 0,2 0 0 15,-3 0 1-15,-1 0-1 16,1-1 0-16,4 1 1 15,-5 0-1-15,2 0 0 16,0 0 1-16,-3 0-2 0,0 0 2 16,0 0-1-16,-3 0 0 15,1 0 0-15,0-3 0 16,2-1 2-16,-1-2-2 16,4 2 0-16,0-2 0 15,2-1 1-15,1 0-1 0,-1-2 0 16,2-2 0-16,-3 1 0 15,1-1 2-15,-1-2-2 16,-4 0 0-16,1 1 2 16,-2 0-1-16,-2-3 0 15,0 2 0-15,0-2-1 16,-3-1 1-16,0 1 0 0,-1-2 0 16,-3-1 2-16,0 1-1 15,-4-2 0-15,-3-1 0 16,-6 1 5-16,-2-2 2 15,-1-1-2-15,-3-1-1 0,0-4 4 16,0 1-5-16,-5 0-4 16,-1-4 3-16,-2 1-4 15,2-3 0-15,-3-2-3 16,3-2 6-16,-4 2-3 16,2-3 0-16,-1 1 0 15,-3 1 0-15,-1 1 0 0,-3 0-5 16,-4 1 3-16,0-1 3 15,-4 1-2-15,1-2 0 16,-1 2 0-16,-3-1 0 16,0 3-1-16,0 4-5 0,-2 1 0 15,0 5 0-15,-2 1 3 16,1 4-3-16,-1 3 4 16,-2 2 1-16,-1 4 0 15,-1 0-3-15,-1 4 0 16,-2 2 3-16,-2 0-1 15,-2 1 0-15,-1 0 0 0,-2 0 2 16,-1 0 0-16,-1 1 0 16,2 3 0-16,-4 1 1 15,4 0-1-15,-5 2 0 16,1 0-2-16,-2 2 6 16,-2 1-4-16,1-2 1 0,5 2 3 15,0 0-2-15,4 0-2 16,4-3 1-16,2 2 1 15,0-1 0-15,5 2 1 16,-2 0-1-16,2 0 1 16,2 2-2-16,-1 2 1 0,-2 0-1 15,2 3 2-15,-4 1-2 16,0 1 0-16,-2-1-2 16,2 1 4-16,2-2-2 15,2-1 0-15,4-1 0 16,7-1 0-16,0-1 0 15,5 3 0-15,1-1 0 0,2 1 0 16,1 2 0-16,2 1 0 16,0 4 0-16,1 2 0 15,0 1 0-15,1 2 0 16,2 2 0-16,2-1-2 0,1 0 2 16,-2 3 2-16,4-3-2 15,0 1 0-15,0-3 0 16,0 0 0-16,6-1 0 15,-2-1 0-15,3-2 0 16,0 1 0-16,4-1 0 0,-2 0 0 16,2-1 0-16,3 2 0 15,0-2 0-15,3-1 0 16,-2 0 0-16,3-1 0 16,-1-1 0-16,4-1 1 15,-1-1-2-15,3-1 2 16,-2-2 0-16,4 0 0 0,1 0-1 15,3-4 0-15,1 3 1 16,2-3-1-16,-1 1 1 16,5 1 0-16,-2-4 0 15,3 2-1-15,0-1 0 16,0-5 0-16,1 0 0 0,0-2 0 16,3-2 1-16,-1 0-2 15,2 0 0-15,5 0 1 16,-2-2 1-16,6-2-1 15,-2 0 0-15,0 1 1 16,1-3-1-16,-1-1 0 0,1 2 0 16,3-3 2-16,-3 0-2 15,3-2 0-15,1-2 0 16,0-2 0-16,1 0 1 16,-1 0-1-16,0-3-1 15,-2 1 2-15,-1-1-1 0,-3 0 0 16,-3-1 0-16,-5 2 1 15,0-4-1-15,-4 2 1 16,-2-3 0-16,-2-1 0 16,0 2 0-16,-3-2 1 15,-2-1-1-15,-4 0 0 0,-2-4-1 16,-4 3 1-16,-4-5-1 16,-1 1 1-16,-2-2-1 15,-6-4 2-15,-1 0-2 16,-1-1 0-16,0-4 1 15,-2 1-1-15,0-2 1 0,0 3-1 16,-4-1 1-16,-1 2 0 16,-7 1 1-16,-3 2 1 15,-4 2-3-15,-6-2 1 16,-6 3 2-16,-4 2-3 16,-6 1-3-16,-1 5 2 15,-4 3 1-15,-5 3 0 0,-5 5 0 16,-4 3-2-16,-3 5-2 15,-6 3-8-15,-5 0-28 16,-4 2-76-16</inkml:trace>
  <inkml:trace contextRef="#ctx0" brushRef="#br0" timeOffset="66561.16">9399 14074 128 0,'0'0'-2'0,"0"0"6"0,0 0 0 15,0 0-4-15,0 0 1 16,0 0 0-16,0 0-1 15,0 0 2-15,0 0 0 0,0 0 2 16,-3-15-4-16,3 15-2 16,0 0-2-16,0 1 0 15,3 3-2-15,4 4 0 16,1 0 5-16,1 2 1 16,0 1 0-16,3 2 0 0,-1 1-1 15,2 3 1-15,-2 0 0 16,0 5 1-16,3 0-2 15,-1 2 3-15,1 3-1 16,-1 2 0-16,5-1 0 16,-3 1-1-16,2-1 0 15,2 2 1-15,1 1 0 0,1 0 0 16,-2-1 0-16,4 4-1 16,-1 0 1-16,2 1 2 15,-1 1-2-15,2 1-1 16,0-1 1-16,2-2-1 15,3 0 1-15,0-3-1 0,1 3 3 16,1-1 3-16,3 1 0 16,-1 3-3-16,3 1 0 15,-1 2-1-15,4 0 0 16,1 1 0-16,3 0 0 0,1-1 0 16,2 1 3-16,2 2-2 15,-3-2 1-15,4 2 3 16,2 1-3-16,0-2 4 15,7 0-4-15,1-1 2 16,3-3-4-16,4-4 1 16,3-2 1-16,-3-3 2 0,4-2-1 15,-1-4 5-15,1-2 5 16,-2-4-2-16,3-1-2 16,1-2-2-16,1-4-1 15,1 1-1-15,2-2-2 16,-1-5-4-16,0-2 1 0,-2-2-1 15,2 0 0-15,-3-6 0 16,0-7 0-16,0-1-1 16,-6 0-4-16,-5-2-24 15,-12-2-32-15,-10-5-83 0</inkml:trace>
  <inkml:trace contextRef="#ctx0" brushRef="#br0" timeOffset="67009.3">9408 14358 77 0,'6'-1'-10'0,"-1"1"-16"0,-1 0-7 0</inkml:trace>
  <inkml:trace contextRef="#ctx0" brushRef="#br0" timeOffset="67364.88">9525 14334 100 0,'0'0'13'0,"0"0"8"16,0 0 10-16,0 0-6 15,0 0-7-15,0 0-14 16,0 0-4-16,0 0-1 16,1 14 1-16,4-2 0 0,-1-1 0 15,0 2 1-15,3-2-1 16,0-1 0-16,2 0 0 16,2-4-1-16,-3-1-1 15,4 0-6-15,-3-5-27 16,0 0-22-16</inkml:trace>
  <inkml:trace contextRef="#ctx0" brushRef="#br0" timeOffset="67530.36">9615 14387 152 0,'0'0'24'0,"0"0"10"16,0 0-19-16,0 0-13 15,-42 4-3-15,31 10-2 16,-3 5-4-16,1 1-9 15,-1 4-7-15,1 0-8 16,0-2-6-16,6-3-63 0</inkml:trace>
  <inkml:trace contextRef="#ctx0" brushRef="#br0" timeOffset="67871.33">9617 14559 149 0,'0'0'12'0,"0"0"17"16,0 0-23-16,0 0-6 0,0 0 2 16,0 0-2-16,0 0 0 15,0 0 0-15,41 35 0 16,-34-22 0-16,1-2 0 16,2 1 0-16,-2-2-3 0,1 0-9 15,0-3-16-15,-2-2-8 16,-3-2-32-16</inkml:trace>
  <inkml:trace contextRef="#ctx0" brushRef="#br0" timeOffset="68041.89">9738 14611 130 0,'0'0'24'16,"0"0"20"-16,0 0-23 15,0 0-9-15,0 0-8 16,0 0-4-16,0 0-4 15,0 0-4-15,-40 20-4 0,29 4 3 16,-2 3-18-16,-1 4-19 16,0-3-6-16</inkml:trace>
  <inkml:trace contextRef="#ctx0" brushRef="#br0" timeOffset="68368.23">9796 14713 159 0,'0'0'14'0,"0"0"15"16,0 0-7-16,0 0-14 16,0 0-6-16,0 0-4 15,0 0 1-15,0 0 2 16,10 6-1-16,-1 1 0 0,1 3 0 16,2 1 0-16,-1 0-1 15,2 0-21-15,-1-3-24 16,-1-2-13-16</inkml:trace>
  <inkml:trace contextRef="#ctx0" brushRef="#br0" timeOffset="68548.12">9924 14775 115 0,'0'0'23'16,"0"0"18"-16,0 0-5 15,0 0-16-15,0 0-6 16,-42-10-2-16,35 11-12 0,-5 10-2 15,1 4 4-15,-2 3-15 16,0 3-19-16,0 3-10 16,-1 1-18-16,1-3-41 15</inkml:trace>
  <inkml:trace contextRef="#ctx0" brushRef="#br0" timeOffset="68815.73">9944 14904 121 0,'0'0'4'0,"0"0"-4"16,0 0 0-16,0 0 0 0,0 0 0 15,7 40-13-15,-1-29-28 16</inkml:trace>
  <inkml:trace contextRef="#ctx0" brushRef="#br0" timeOffset="68974.13">10017 15000 97 0,'0'0'-6'0,"0"0"-40"15</inkml:trace>
  <inkml:trace contextRef="#ctx0" brushRef="#br0" timeOffset="69200.73">10071 15029 83 0,'0'0'16'16,"0"0"4"-16,0 0-9 0,0 0-5 15,0 0-5-15,0 0 2 16,0 0-3-16,-36 8 0 16,33 2-1-16,2 1-6 15,1 1-2-15,0-1-10 16,0-1-3-16,2-1-46 0</inkml:trace>
  <inkml:trace contextRef="#ctx0" brushRef="#br0" timeOffset="69414.92">10094 15075 60 0,'0'0'114'0,"0"0"-84"16,0 0-28-16,0 0-3 0,0 0 1 15,0 0 0-15,0 0-14 16,0 0-28-16,31 26 0 16,-23-22-36-16</inkml:trace>
  <inkml:trace contextRef="#ctx0" brushRef="#br0" timeOffset="70027.17">9640 14428 202 0,'0'0'7'0,"0"0"0"0,0 0-7 0,0 0-1 16,0 0 1-16,0 0 0 15,14 51 0-15,-7-35 0 16,3 2-17-16,-1-2-19 15,1-1 9-15,0-2 4 0,-1-4-2 16,-1-5-11-16</inkml:trace>
  <inkml:trace contextRef="#ctx0" brushRef="#br0" timeOffset="70205.12">9742 14581 216 0,'0'0'1'16,"0"0"0"-16,0 0 3 16,0 0-1-16,-2 40-3 15,10-29-1-15,1 2 2 0,3-1-4 16,2-3-52-16,-1 0-30 16</inkml:trace>
  <inkml:trace contextRef="#ctx0" brushRef="#br0" timeOffset="70354.89">9919 14698 154 0,'0'0'34'0,"0"0"-34"15,0 0 0-15,0 0 1 16,12 41 0-16,-10-26-1 0,0 0 0 16,0 0-18-1,1-1-32-15,-1-1-72 0</inkml:trace>
  <inkml:trace contextRef="#ctx0" brushRef="#br0" timeOffset="70510.89">10025 14976 175 0,'0'0'4'16,"0"0"-3"-16,0 0 1 15,35 24-2-15,-24-17 1 16,-2-2 0-16,-1-1-3 0,2 3-32 15,-4 2-13-15</inkml:trace>
  <inkml:trace contextRef="#ctx0" brushRef="#br0" timeOffset="70660.61">10174 15155 107 0,'0'0'3'15,"0"0"-1"-15,0 0-2 0,0 0 1 16,0 0-4-16,0 0-31 16</inkml:trace>
  <inkml:trace contextRef="#ctx0" brushRef="#br0" timeOffset="70816.91">10253 15259 122 0,'0'0'48'16,"0"0"-45"-16,0 0 0 16,0 0 1-16,0 0-1 15,0 0-3-15,0 0-18 0,41 24-40 16</inkml:trace>
  <inkml:trace contextRef="#ctx0" brushRef="#br0" timeOffset="70989.13">10415 15387 149 0,'0'0'1'0,"0"0"0"0,0 0-1 15,0 0 0-15,0 0-31 16</inkml:trace>
  <inkml:trace contextRef="#ctx0" brushRef="#br0" timeOffset="71145.14">10567 15507 106 0,'0'0'7'0,"0"0"-7"0,0 0 1 15,38 17 0-15,-26-14-30 16</inkml:trace>
  <inkml:trace contextRef="#ctx0" brushRef="#br0" timeOffset="71330.6">10800 15634 120 0,'0'0'5'0,"0"0"-1"16,0 0 1-16,0 0-4 15,0 0 0-15,0 0-8 16,0 0-12-16,13 17-20 16</inkml:trace>
  <inkml:trace contextRef="#ctx0" brushRef="#br0" timeOffset="71500.91">10844 15732 129 0,'0'0'1'0,"0"0"2"16,0 0-1-16,0 0-2 15,0 0-2-15,44 10-22 16,-34-10-13-16,-1 0-35 15</inkml:trace>
  <inkml:trace contextRef="#ctx0" brushRef="#br0" timeOffset="71678.24">11026 15766 13 0,'0'0'84'0,"0"0"-68"0,0 0 3 16,0 0-6-16,43 18-8 15,-32-16-2-15,0-2-2 16,4 0 2-16,-2 0-6 16,1 0-19-16,-3 0-11 15,0 0-60-15</inkml:trace>
  <inkml:trace contextRef="#ctx0" brushRef="#br0" timeOffset="71813.83">11257 15786 63 0,'0'0'102'0,"0"0"-104"16,0 0 4-16,0 0-2 15,0 0 0-15,0 0-44 16</inkml:trace>
  <inkml:trace contextRef="#ctx0" brushRef="#br0" timeOffset="71999.48">11452 15807 128 0,'0'0'1'15,"0"0"2"-15,0 0-1 16,0 0-4-16,40-3-102 15</inkml:trace>
  <inkml:trace contextRef="#ctx0" brushRef="#br0" timeOffset="72133.53">11665 15716 104 0,'0'0'-43'0</inkml:trace>
  <inkml:trace contextRef="#ctx0" brushRef="#br0" timeOffset="73743.42">10325 15226 121 0,'-1'3'4'0,"1"-2"-2"0,0 1-3 0,0-1 1 16,0 3-6-16,0-2-10 0,0 1-5 16,1-2 1-16,0 1 15 15,1-2 4-15,-2 0 3 16,0 0-4-16</inkml:trace>
  <inkml:trace contextRef="#ctx0" brushRef="#br0" timeOffset="73928.5">10325 15226 189 0,'-19'11'6'0,"17"-11"7"0,2 0-10 15,0 0-4-15,-2 1-5 16,2 0-12-16,0 3 4 16,0-2-18-16,0-2-6 15,0 0-52-15</inkml:trace>
  <inkml:trace contextRef="#ctx0" brushRef="#br0" timeOffset="74284.78">10131 15175 81 0,'0'0'-3'0,"0"0"-17"0</inkml:trace>
  <inkml:trace contextRef="#ctx0" brushRef="#br0" timeOffset="74468.69">10131 15175 123 0,'-35'-24'0'0,"35"24"0"16,0 0 0-16,0 0-4 16,0-1-30-16,0-2-51 15</inkml:trace>
  <inkml:trace contextRef="#ctx0" brushRef="#br0" timeOffset="74668.82">10077 15081 94 0,'0'0'77'15,"0"0"-68"-15,0 0 1 16,0 0-9-16,0 0-17 0,0 0-44 16,0 0-30-16</inkml:trace>
  <inkml:trace contextRef="#ctx0" brushRef="#br0" timeOffset="74874.67">10063 14997 112 0,'0'0'23'16,"0"0"18"-16,0 0-17 0,0 0-11 16,0 0-9-16,0 0-5 15,0 0-10-15,0 0-34 16,0 1 7-16,0 1-10 15</inkml:trace>
  <inkml:trace contextRef="#ctx0" brushRef="#br0" timeOffset="75067.09">10123 15114 47 0,'0'0'3'0,"0"0"-1"15,0 0-1-15,37 27 0 16,-28-20 1-16,1-1-2 16,-4 2 0-16,3 0 0 0,-4 1 1 15,4 0-4-15,-2-2-29 16</inkml:trace>
  <inkml:trace contextRef="#ctx0" brushRef="#br0" timeOffset="75246">10306 15301 89 0,'0'0'56'0,"0"0"-40"15,0 0-12-15,0 0-4 16,0 0 0-16,0 0 1 16,0 0-1-16,16 22 0 0,-10-19-1 15,-1 2-20-15,2-2-12 16,1-1-18-16</inkml:trace>
  <inkml:trace contextRef="#ctx0" brushRef="#br0" timeOffset="75415.98">10445 15388 95 0,'0'0'9'0,"0"0"10"16,0 0-6-16,0 0-8 0,0 0-4 15,0 0 2-15,0 0-3 16,0 0-4-16,35 13-20 16,-27-13-22-16</inkml:trace>
  <inkml:trace contextRef="#ctx0" brushRef="#br0" timeOffset="75569.19">10548 15392 116 0,'0'0'70'15,"0"0"-34"-15,0 0-7 16,0 0-12-16,0 0-11 0,0 0-4 16,0 0-2-16,0 2-5 15,0-2-43-15,0 0-58 16</inkml:trace>
  <inkml:trace contextRef="#ctx0" brushRef="#br0" timeOffset="77637.83">11696 8395 56 0,'0'0'4'0,"0"0"7"15,0 0-4-15,0 0 0 0,0 0-1 16,0 0 2-16,0 0 0 16,0 0-3-16,0-2 2 15,0 2 1-15,-2-1 5 0,2-1-2 16,0 1-5-16,-2 1-2 15,2 0 1-15,0 0 1 16,-2 0-3-16,2 0-3 16,0 0 0-16,0 0 1 15,0 0-1-15,0 0-1 0,0 0-3 16,0 0 3-16,0 0 1 16,0 0 0-16,2 0 0 15,0 0 0-15,1 4 0 16,-2-1 0-16,1 0-2 15,1 1 2-15,-1 1-1 16,0 0 1-16,0-1 1 0,-1-1-2 16,1 2 1-16,1-1 0 15,-1-1 1-15,2 2-2 16,-2-2 2-16,-2-1-2 16,2 0 2-16,0 1-2 15,-1 0 1-15,0-1 1 0,2 0-1 16,-1 1 0-16,0-1 0 15,0-2 2-15,-1 1-2 16,1 2-2-16,3-2 2 16,-1-1-1-16,-2 0-1 15,2 0 3-15,1 0 1 0,0 0 0 16,-2 0-1-16,2 0 2 16,0 0 0-16,-1 0 2 15,1 0-2-15,-1-4-1 16,-2 1 1-16,1 0 0 15,1-1 2-15,-2 1-4 0,0-1 2 16,-1 0 4-16,2 0-2 16,1-2-1-16,0-1 0 15,0 0-3-15,3-2 1 16,0-1 1-16,2-3 0 16,2 1 0-16,-1-3-1 0,5-2 1 15,-1 0 0-15,5-3 0 16,-4 0 0-16,3-1 0 15,3-2-1-15,-4-1 0 16,2-1 4-16,3-1-1 16,-5 2 3-16,2 0-3 0,0 1 0 15,-3 0 1-15,-3 3-3 16,1 2-2-16,-3 4 0 16,-4 4-1-16,0 4 0 15,-3 2 0-15,-3 4-10 16,-1 4-26-16,-1 9-27 15,-12 3 14-15,-2 2-25 0</inkml:trace>
  <inkml:trace contextRef="#ctx0" brushRef="#br0" timeOffset="78107.85">11644 8437 21 0,'0'0'15'0,"0"0"-12"0,0 0 7 0,0 0 4 0,0 0-4 15,0 0 5-15,0 0 0 16,0 0 5-16,0 0 5 15,38 23-1-15,-28-33-3 16,3-5-2-16,5-4-4 0,1-5 0 16,5-5-1-16,4-5-4 15,4-3 1-15,3-4-2 16,4-1-1-16,3-1-3 16,5-2-3-16,5-2-2 15,1-7-6-15,-7-7-79 16</inkml:trace>
  <inkml:trace contextRef="#ctx0" brushRef="#br0" timeOffset="95581.52">17708 8227 62 0</inkml:trace>
  <inkml:trace contextRef="#ctx0" brushRef="#br0" timeOffset="95601.79">17762 8152 19 0,'18'-26'2'15,"4"-4"-6"-15</inkml:trace>
  <inkml:trace contextRef="#ctx0" brushRef="#br0" timeOffset="97395.75">18183 7697 6 0,'0'0'23'16,"0"0"-4"-16,35-48 7 15,-30 35 0-15,-1 5 9 16,-4-1-4-16,0 2-4 0,0 2-9 15,-2 0-7-15,-1 2-2 16,0 3-4-16,2-2-2 16,-1 2-3-16,2 0 0 15,-2 0 0-15,2 0 0 16,0 4 0-16,0 1 0 0,0 0 0 16,0 0-1-16,4 1 1 15,3-2 0-15,2 1 0 16,3-1 1-16,2-3-1 15,2 1 1-15,2-2 0 16,3 0 0-16,3 0 0 0,0-2 0 16,5-2-1-16,3-2 1 15,6 1-1-15,4-2 0 16,3 0 0-16,8-1 2 16,-1 0-2-16,1-1 0 15,-1 2 0-15,-2 1 0 0,-3 1 0 16,-3 2 0-16,-4 2 0 15,-4 1 0-15,-1 0 0 16,-4 0 0-16,0 5 0 16,4 2 0-16,-4 3 0 15,3-1 0-15,1 2 0 0,1 0 0 16,-1-2 0-16,1 1 0 16,-3 1 0-16,-1-1 0 15,-1 0 1-15,1 2-2 16,-2-1 1-16,0 3 1 15,3-1-2-15,0 1 1 0,-1 1 0 16,1 0 0-16,-1-1 0 16,2 3 0-16,-2-1 0 15,1-1 0-15,1-2 0 16,-2 2 0-16,-1-1 0 16,-1 0 0-16,-3 0 0 15,-4 3 0-15,-2-3 0 0,-4 5 0 16,-4-1 0-16,0 2-2 15,-4 1 1-15,0 2 1 16,0 1 0-16,-5 2-1 16,0 0 1-16,-1-1 0 15,-1 3-1-15,-1-1 1 0,-1 2-1 16,0 1 1-16,0 2 0 16,0-1 0-16,0 2 0 15,0-2 0-15,1-1 0 16,0-1 1-16,-1 1-1 0,0-1 0 15,0 1-3-15,0 1 3 16,-5 1-1-16,-6 4-5 16,-5-1 5-16,-3 3-3 15,-2 1 3-15,-8 0 2 16,-5 2-1-16,-1-1 0 16,-6 1-3-16,1-2 8 0,0-1-3 15,-2-4-1-15,1-1 1 16,1-2-2-16,-1-5 1 15,2-4-1-15,0-3 0 16,-3-4 0-16,0-2 0 16,-2-2-3-16,-2-1 5 0,-2-3-2 15,-3 0 2-15,0-1-2 16,-2 0 2-16,-2-1-2 16,1 0 1-16,-2-2-1 15,0 1 1-15,2-3-1 16,-2 1 1-16,-2-1-2 0,-2 0 2 15,0 1-2-15,-3-2 0 16,0 1 1-16,-3-1 0 16,0 0 0-16,1 0 0 15,3 0 1-15,-3-7-1 16,6-1 0-16,0-5 1 0,2-1-1 16,1-2 1-16,3-5 1 15,2-3 3-15,-2-4 3 16,3-4 1-16,3-3 1 15,2-4 0-15,5 0-3 16,0-3-5-16,2-2 0 0,4-4-4 16,2-3 2-16,5-3 2 15,6-5 4-15,5-3-6 16,6-2 0-16,9-4 2 16,1-1-2-16,3 2 0 15,10 0 0-15,3 5 0 0,3 3 1 16,0 5-1-16,2 6 0 15,3 1 0-15,3 5 0 16,8 2-1-16,2 1 1 16,10 4 0-16,7 4 0 15,7 1 0-15,6 3 0 16,3 4 0-16,7 3-1 0,-2 3 1 16,4 3 0-16,2 4 0 15,2 3 0-15,4 4-1 16,2 2 1-16,-1 1 0 15,3 0 0-15,-1 7 1 0,3 0-2 16,-1 4 0-16,-1 2 2 16,1-1-2-16,-7 0 1 15,-4 1 1-15,-5 0-1 16,-9 3-1-16,-5 2 2 16,-9 3-2-16,-4 2 1 15,-3 6-1-15,-4 3-1 0,-6 4 2 16,-3 3-1-16,-4 4 0 15,-6 3 1-15,-4 3-2 16,-1 4 1-16,-3-1 1 16,-3 2 0-16,-3 0 0 15,-6-1 0-15,-3-2-1 0,0-3-1 16,-15-1 0-16,-10-2-3 16,-9 2 1-16,-16 2 2 15,-14 2 1-15,-12 2 2 16,-20 2 0-16,-14 4 3 15,-17 4-3-15,-19 1-20 0,-12-5-79 16</inkml:trace>
  <inkml:trace contextRef="#ctx0" brushRef="#br0" timeOffset="99182.1">21175 7339 51 0,'-2'0'16'0,"2"0"3"0,0 0-6 0,0 0 0 0,0 0-3 15,0 0-4-15,0 0 1 16,0 0-6-16,0 0-1 16,0 0 0-16,2 0 0 15,6 0 0-15,4 0 3 0,8 0 5 16,1-1 0-16,3-2 4 16,7-3-1-16,3 1 1 15,0-2-2-15,4-2-4 16,-1 3-1-16,1-2-3 15,-4 0 0-15,0 3-1 16,-6-2-1-16,-4 4 1 0,-3 2-1 16,-8 1-4-16,-4 0-54 15,-7 0-11-15</inkml:trace>
  <inkml:trace contextRef="#ctx0" brushRef="#br0" timeOffset="99714.36">21257 7436 47 0,'0'0'6'0,"0"0"8"0,0 0-3 0,34 34-5 16,-22-21-3-16,-1 5-2 16,2 2 2-16,-4 0 2 0,2 4-1 15,1 0-1-15,1 1-2 16,1-3 1-16,-1-2-1 15,2 1-1-15,3-3 1 16,0-4 1-16,0-2 1 16,0-2 3-16,-1-5 7 0,-1-1 1 15,-2-4 11-15,3 0-4 16,-2 0-1-16,1-8-4 16,-1-4-4-16,2-2-2 15,-2-6-5-15,0-3 1 16,-1-4 0-16,1-7 1 0,-1-3-2 15,1-4-4-15,-2 0 0 16,3-2-1-16,-4 2 1 16,1 6-1-16,-2 2 0 15,1 5 1-15,2 6-2 16,-1 7-3-16,-3 5-26 0,0 5-50 16,-1 1-31-16</inkml:trace>
  <inkml:trace contextRef="#ctx0" brushRef="#br0" timeOffset="100498.02">22057 7415 36 0,'0'0'3'0,"0"0"5"0,0 0 5 0,39-30 0 16,-34 24-1-16,-3-1 2 16,-1 2-1-16,-1-1 3 15,0 1 3-15,-3 0 5 16,-4-1-10-16,-4 3-3 0,0 2-6 16,-5 1-4-16,0 0 1 15,-4 4-1-15,0 5-3 16,2 2 5-16,-2-1-1 15,6 3 0-15,2-2-2 16,6 3 1-16,2-2 0 0,4-1-1 16,0-1-1-16,4 0-4 15,6-3 5-15,1-3 6 16,2 0-4-16,3-3 0 16,-2-1-1-16,3 0 0 15,-5-1 0-15,3-6 2 0,-2-1-3 16,-1-3 1-16,-3 1 0 15,1-1-1-15,-5 0 1 16,2 0-1-16,-4 0 0 16,0 2 1-16,-2 1-1 15,-1 2 0-15,1 3 0 0,-1 2-1 16,0 1-3-16,0 0-6 16,0 7 2-16,0 4 7 15,0 3 0-15,0 5 3 16,-1 1-2-16,1 2 0 15,0 2 0-15,0 2 1 0,1 2-1 16,6-1 1-16,-2 2-1 16,3 1 1-16,-2-2-2 15,-2 0 2-15,0 1-1 16,-4-2 0-16,0 1-1 16,0-1 0-16,-5-1 0 15,-4-2 1-15,-2-3 1 0,-2-3-2 16,-3-2 2-16,1-6 1 15,-5-4 1-15,0-4 0 16,4-2 2-16,-2-3 1 16,3-10 2-16,1-8 3 15,7-4-1-15,3-4-4 0,4-3 1 16,6-5 3-16,12-1-9 16,10-1 0-16,7-3-1 15,7 5-1-15,4 0-33 16,0 3-34-16,-1 3-34 0</inkml:trace>
  <inkml:trace contextRef="#ctx0" brushRef="#br0" timeOffset="101239.02">22221 6903 76 0,'0'0'-1'0,"-35"-44"10"0,15 24-2 0,-3 2-2 16,-4 1-2-16,-5 6 0 15,-5-1 1-15,-5 5-2 16,-4 3-1-16,0 1 4 16,-4 3-4-16,1 0 1 15,1 5 0-15,-1 7 1 16,1 4-1-16,-5 2-1 16,0 5 0-16,0 4-2 0,-2 4 1 15,2 5 1-15,0 1-2 16,2 7 0-16,-2 5 1 15,1 8 1-15,5 0 0 16,-3 4 1-16,9 1-1 0,9 0 0 16,5-1 1-16,7-3 0 15,11-1-1-15,3 2 0 16,6 0 1-16,0 0 0 16,13-2-1-16,9 1 2 15,6 3-1-15,9-5 0 0,8-4 4 16,10-2 6-16,4-6 2 15,6-4 7-15,7-5-6 16,5-5-3-16,-1-3-1 16,2-7-1-16,4-6-3 15,-1-4 2-15,0-7-3 16,-2-3 0-16,1-7-2 0,-1-9 0 16,0-4 1-16,-3-5-2 15,-5-5 1-15,-2-7 0 16,-3-4-3-16,-3-9 2 15,-8-6-2-15,-5-6 0 16,-8-6 0-16,-7 0 0 0,-10-5 1 16,-11 1 0-16,-14 1 1 15,-2 3 0-15,-20 4-4 16,-8 4 0-16,-9 9 0 16,-5 7 2-16,-8 10-2 0,-9 13-11 15,-5 5-26-15,-9 8-63 16</inkml:trace>
  <inkml:trace contextRef="#ctx0" brushRef="#br0" timeOffset="102413.23">22384 8710 122 0,'-8'0'-8'0,"3"0"18"0,-1 0 5 0,5 0-3 16,1 0-8-16,0 0-6 16,7 0-4-16,4 0 8 15,7 0 4-15,8-4 4 16,4-3-1-16,8-2 1 16,4-1-3-16,5 0 1 0,2 0 3 15,0-1-2-15,-1 1-3 16,-2 3-4-16,-5 1-1 15,-4 2-1-15,-7 2 0 16,-5 2-2-16,-10 0-32 16,-8 0-35-16</inkml:trace>
  <inkml:trace contextRef="#ctx0" brushRef="#br0" timeOffset="102853.71">22317 8817 56 0,'0'0'-3'16,"0"0"11"-16,0 0 3 16,17 48 0-16,-2-31 0 0,2 1-3 15,3-1 0-15,3 3-1 16,2-1-3-16,1-1-1 15,3 2-2-15,2-3 0 16,-2 0 0-16,0-3 0 16,-4-4 1-16,-2-1 6 0,-3-5 5 15,-2 0 6-15,-3-4-3 16,-2 0 1-16,0-4-2 16,0-5-2-16,2-3-7 15,-1-5-3-15,1-5-1 0,3-2 0 16,-1-4-1-16,-1-3 1 15,0-3 0-15,0-3 0 16,-1-2 1-16,-1-2 1 16,-1 1-1-16,0 4 0 15,-2 1-3-15,-1 5 0 16,-1 8 0-16,-2 6 0 0,-1 8-3 16,0 5-34-16,-4 3-48 15,-1 0-53-15</inkml:trace>
  <inkml:trace contextRef="#ctx0" brushRef="#br0" timeOffset="103409.35">22941 9047 151 0,'0'0'-18'0,"0"0"19"0,0 0-1 0,0 0 0 16,-25 42 1-16,22-28 0 15,1 0 0-15,1 1 1 16,1-2 0-16,0-1 1 0,0 0-2 16,7-4 0-16,3-2 1 15,0-1 3-15,2-3 5 16,3-2 3-16,0 0 7 16,1 0-4-16,-1-8-5 15,1-3-3-15,-3-2-3 0,-2-2 1 16,-1-3 0-16,-4-1-2 15,0-2-2-15,-5 0-1 16,-1-1 1-16,0 4-2 16,-1 1 0-16,-10 4-2 0,-1 3 1 15,-3 3 0-15,0 6 1 16,-1 1 0-16,1 0 2 16,1 8 0-16,5 2-2 15,3 1 0-15,4-1 0 16,2 0 2-16,6 0-3 15,8 0 1-15,8-3 0 0,5-1 4 16,4-3-24-16,-2-3-57 16</inkml:trace>
  <inkml:trace contextRef="#ctx0" brushRef="#br0" timeOffset="104398.02">23003 8399 67 0,'0'0'-20'0,"0"0"32"0,-40-41 5 0,24 27-6 16,-4-1 1-16,0 0-4 0,-4 1-2 15,0 2 1-15,-1 0 1 16,-2 3-1-16,-2 0-3 16,-3 4-2-16,-3 0-2 15,-4 5 0-15,-1 0 1 16,0 0-1-16,-3 6 0 0,3 4 0 16,0 1 2-16,0 4-2 15,1 2 0-15,0 3 0 16,-1 4 0-16,-3 4 0 15,2 2 1-15,0 4-2 16,4 3 1-16,0 2 1 0,7 2-2 16,1 3 1-16,3 1 0 15,6 0 0-15,3 1 0 16,5-1 0-16,2 1-2 16,6-1 2-16,4 4 2 0,0 2-1 15,10 1 2-15,3 2 0 16,6 1 0-16,5-2 1 15,5 1-2-15,6-4-1 16,5 1-1-16,7-1 12 16,6-5-5-16,2 0-1 15,5-6 1-15,4-7 2 0,5-5-1 16,1-4 1-16,4-7 3 16,3-1-3-16,4-7-1 15,-4-3-4-15,1-5-3 16,-6 0 0-16,-3-10 1 15,-7-4 1-15,-6-6 7 0,-3-7 3 16,-9-7-3-16,-1-6 1 16,-4-8 1-16,0-6-3 15,-8-4 0-15,-3-5-4 16,-4-5 2-16,-10-3-2 16,-9-1 0-16,-5 1-1 0,-11 0 0 15,-12 3-7-15,-8 8 0 16,-8 7 2-16,-9 9-3 15,-8 10-23-15,-11 9-36 16,-14 5-69-16</inkml:trace>
  <inkml:trace contextRef="#ctx0" brushRef="#br0" timeOffset="105355.41">17033 14781 47 0,'0'0'-3'0,"0"0"8"0,0 0 7 0,-48-17 3 16,32 17 1-16,1 0 5 16,1 0 3-16,1 0 4 0,2 0 6 15,5 0-9-15,2 0-13 16,2 0-7-16,2 0-7 16,4 0 1-16,10 0 3 15,6 2-1-15,9-2-1 16,9 0 2-16,5 0 2 0,7 0 0 15,6-2 2-15,3-3 2 16,8 0-2-16,3-1 0 16,1 1-4-16,2 4-1 15,-1-2-1-15,-10 3 2 16,-7 0-3-16,-7 0-5 0,-14 3-17 16,-10 3-13-16,-13 1-26 15,-11 0 0-15</inkml:trace>
  <inkml:trace contextRef="#ctx0" brushRef="#br0" timeOffset="106200.99">16953 14833 112 0,'0'0'4'0,"0"0"-1"0,0 0-2 16,0 0 0-16,0 0 1 15,0 0-1-15,0 0-1 0,0 0 0 16,0 0-1-16,0 0 2 16,-1 0 3-16,1 0 3 15,0 0-2-15,0 3 1 16,4 0-2-16,2 2-2 16,2 1 1-16,2 1-1 0,1 1-4 15,2 2 4-15,-1 3-2 16,3 3 1-16,-1 1 1 15,3 5 0-15,0 1 1 16,2 6-2-16,-1 1-1 16,0 2 1-16,2 2-1 0,0 0 1 15,0 0-1-15,-1 3 2 16,1 3 0-16,-1 1 1 16,0 3-1-16,1 3 1 15,-3-3 0-15,0-4-1 16,1-2-1-16,1-2 1 0,-1-8 0 15,2-5 0-15,-2-5 2 16,-3-5 0-16,-1-3 0 16,-3-4 4-16,-4-5 4 15,-1-1 4-15,-1 0 1 16,-2 0 11-16,-1-7-5 16,2-3-11-16,-1-3-7 0,0-1 2 15,1-1-4-15,1-4-1 16,3-2 0-16,0-5-1 15,1-1 0-15,0-5-1 16,3-1 1-16,-1-3-1 16,3-3 2-16,-1 0-1 0,3 1-1 15,-1-2 0-15,2 1 1 16,1-2-1-16,0-2 1 16,0-2-1-16,2 1 0 15,-1-1 0-15,-2 1 1 16,1 4-2-16,-5 1 1 0,-3 1 1 15,0 4-1-15,-1 2 0 16,-4 2 0-16,4 3 0 16,-4 3-1-16,3 4-6 15,-1 4-15-15,2 5-32 16,-4 4-23-16,-2 3-18 0</inkml:trace>
  <inkml:trace contextRef="#ctx0" brushRef="#br0" timeOffset="106691.53">16941 14824 92 0,'0'0'5'0,"0"0"18"0,0 0 3 0,0 0-5 15,0 0 7-15,0 0-20 16,0 0 1-16,0 0-7 16,0 0-2-16,0 0 0 0,0 0 0 15,48-17 0-15,-26 16 0 16,10-1-1-16,2-2 1 15,5 0 0-15,3-2-1 16,6 0 1-16,5 1-1 16,5-2-4-16,3 0-3 0,6 0-33 15,-4-1-3-15,1 1-5 16</inkml:trace>
  <inkml:trace contextRef="#ctx0" brushRef="#br0" timeOffset="107752.68">17053 14814 37 0,'0'0'7'0,"0"0"16"0,0 0-2 0,0 0-9 15,0 0-5-15,0 0-5 16,0 0 0-16,0 0-1 0,0 0-1 16,0 0 1-16,0 0 0 15,37 24-1-15,-29-16 0 16,-1 1 0-16,2 2 1 16,1 6-1-16,2 1 0 15,0 2 0-15,-1 5-1 16,2 2 1-16,-2 4 1 0,0 2-1 15,0 0 0-15,1 1 0 16,-1 0 0-16,0 0 0 16,0-1 0-16,-1-1 0 15,-1 1 0-15,1-1 0 16,-3 2-1-16,2 0 1 0,-2-3 0 16,0 1 0-16,-1-3 1 15,2-5-1-15,-2-3 0 16,2-4 0-16,-5-4 1 15,3-3 0-15,-4-3 3 0,2-4 1 16,-2 1 1-16,-2-4-2 16,1 2 2-16,-1-2 13 15,0 0 23-15,0 0-16 16,0 0-20-16,0 0-4 16,0 0-1-16,0 0 0 15,0 0-1-15,0 0 0 0,0 0 0 16,0 0-4-16,0 0-8 15,0 0 6-15,1 0 3 16,0 0-1-16,2 1-4 16,-3 1 2-16,2-2 5 15,-2 2-1-15,0-2 2 0,2 0 2 16,-2 1 1-16,0 0-3 16,1 1 0-16,0-2 0 15,-1 1-5-15,1 1 0 16,1 0-4-16,-2-1 6 15,1 1 2-15,0-1 0 0,1 2 1 16,0-3 0-16,-2 3 0 16,2-2 1-16,1 1-11 15,0-1-4-15,0 1 0 16,0-1 10-16,1 0-3 16,-1 2 5-16,3-2 0 0,-3 1 1 15,2 1-1-15,1-3-3 16,-2 1-7-16,-1-1-24 15</inkml:trace>
  <inkml:trace contextRef="#ctx0" brushRef="#br0" timeOffset="108421.33">17777 14745 91 0,'0'0'6'0,"0"-4"1"0,0-1-4 16,2 1-2-16,2 0-1 16,0-1 2-16,-2 1-2 0,0 1 2 15,-2 0 0-15,1 1 1 16,-1 0-1-16,0 2-1 15,1 0-1-15,-1 0-3 16,0 0 1-16,0 2 0 0,0 6 1 16,0 3 0-16,0 5 2 15,-2 3 0-15,-2 5 0 16,-6 5-1-16,1 8 1 16,-2 8-1-16,-4 7 0 15,-2 8 1-15,-2 4-1 16,-5 2 0-16,2 0-2 0,1-4-6 15,-1-5 3-15,6-7 4 16,2-8 1-16,4-5 0 16,4-10-17-16,0-5-46 15</inkml:trace>
  <inkml:trace contextRef="#ctx0" brushRef="#br0" timeOffset="109367.96">16993 14871 7 0,'0'0'4'0,"0"0"16"0,0 0-2 16,0 0-1-16,0 0-6 16,0 0-2-16,0 0 0 0,0 0-2 15,0 0 1-15,0 0 3 16,0 0 2-16,0 0-3 16,0 0-9-16,-20-32 0 15,31 31 0-15,0 1-2 16,2-1 1-16,4 1 0 0,3 0 0 15,3 0 0-15,4 0 1 16,5 0 1-16,4 0 6 16,7 0 1-16,5-4-4 15,4-2-4-15,4 2 0 16,3-3 0-16,-1-2 0 0,2 2-2 16,-9-3-3-16,-1 2-6 15,-9-1-6-15,-8 2-11 16,-7 4-13-16</inkml:trace>
  <inkml:trace contextRef="#ctx0" brushRef="#br0" timeOffset="110108.88">17112 14820 94 0,'0'0'5'0,"0"0"11"0,0 0 2 0,0 0-10 0,0 0-4 0,0 0-10 16,0 0 5-16,0 0 0 15,0 0 0-15,0 0 0 16,10 48 0-16,-2-28 0 16,3 4 1-16,-2 5-1 15,3 5-1-15,3 4 2 0,-1 5 0 16,3 5 0-16,0 2 0 15,-1 1-7-15,-2 0-7 16,-1-1 7-16,-2-2 5 16,-4-5 3-16,2-6 4 15,-4-3 10-15,1-6-1 0,-1-4-1 16,3-1-4-16,-2-5-5 16,2-3 0-16,-4-2-3 15,1-1 0-15,-1-5 0 16,-2 0 2-16,1-4-3 0,-2 1 0 15,-1-1 0-15,0-3 1 16,0 2 2-16,0-1 2 16,0 0-3-16,0-1 0 15,0 2-2-15,0-2 2 16,0 0-2-16,0 0 3 16,1 0 3-16,0 0 1 0,0-4 3 15,0-3-3-15,1-1 1 16,0-3 0-16,0-1-2 15,0-3 0-15,1-5 9 16,3-3-11-16,-1-8-3 16,8-7 1-16,1-6 1 0,5-9-1 15,6-4-1-15,3-4-1 16,4-4 0-16,3-2-3 16,2-2-15-16,-3-1-10 15,1 5-25-15,-3 0-12 16</inkml:trace>
  <inkml:trace contextRef="#ctx0" brushRef="#br0" timeOffset="110843.89">17213 14824 74 0,'0'0'-3'0,"0"0"6"0,-38-20-2 0,21 13 1 0,0 4 2 16,-1 2 6-16,-2-2 9 16,4 3-4-16,0 0-1 15,5 0-1-15,2 0-6 0,5 0-6 16,4 0 0-16,0 0-8 16,0 0-9-16,5 0 11 15,8 0 1-15,3 2-1 16,5-1 5-16,0-1 2 15,7 0 0-15,4 0 2 16,1 0 0-16,6-4 1 0,5-2 3 16,5-1-4-16,5 0 0 15,-2 0-2-15,2-1 1 16,-4-1 0-16,0 0 0 16,-8-1 2-16,-1 2-1 0,-7-1 1 15,1 1-2-15,-6 1 0 16,-4-1-3-16,-5 4 2 15,-4-1-2-15,-5 3 0 16,-3 1 0-16,-4 1 0 16,-4 0-3-16,2 0-2 15,-2 0 6-15,0 0 0 0,0 7-1 16,0 1 0-16,-2 5 0 16,0 1 2-16,-3 3-3 15,1 0 2-15,2 2 0 16,-2 1-1-16,0 1 0 15,0 2 0-15,1 2-2 0,-4 4 3 16,2 2 2-16,1 6 1 16,-4 3 1-16,1 4-5 15,-3 5 2-15,-1 5 0 16,-3 4-1-16,-1 4-19 16,-1-1-38-16,-1-2-54 15</inkml:trace>
  <inkml:trace contextRef="#ctx0" brushRef="#br0" timeOffset="111652.97">17832 14748 104 0,'0'-1'7'0,"0"0"5"0,0 0-1 0,0-1-6 16,0 2 0-16,0 0-5 15,0 0-11-15,0 0-7 16,0 0 13-16,0 2-5 15,2 3 0-15,0 2-2 0,0 0-3 16,0 1-19-16</inkml:trace>
  <inkml:trace contextRef="#ctx0" brushRef="#br0" timeOffset="113943.25">18097 15108 81 0,'5'-14'18'0,"-1"-3"5"0,-3 0 0 16,1-1 2-16,0-4-4 15,-2 4-4-15,0-1-6 0,0 1 7 16,0 1-1-16,-5 5-3 15,-3 0-5-15,-3 3-1 16,1 2-4-16,-1 4-7 16,-2 3 2-16,0 0-2 15,2 4 5-15,-3 9 0 0,3 4 0 16,-1 3-2-16,3 1-3 16,2 1 1-16,3-4-2 15,3 1 0-15,1-6-2 16,0-2-1-16,8-4 2 15,2-2 7-15,7-3-2 0,1-2 0 16,3 0 2-16,2-3-1 16,2-7 1-16,-1 0-2 15,-3-4 0-15,1 1 0 16,-4-2 1-16,-1-2 0 16,-4 1 1-16,-1-4 2 0,-3 4 2 15,-4-1-1-15,-2 2-3 16,-2 2 4-16,-1 2 1 15,0 1-6-15,0 3-1 16,0 1-1-16,-2 3 2 16,-1 0-3-16,1 3 0 0,2 0-4 15,0 0-2-15,0 0-2 16,0 3 5-16,0 4-4 16,0 3-10-16,0 3 16 15,0 4 2-15,0 1-2 16,0 4 4-16,0 5-2 0,0 0 1 15,0 0 0-15,0 1-2 16,0-1 2-16,0 0 0 16,0 0 0-16,0 0 0 15,0 3 0-15,0 0 0 16,0-1 0-16,0 4 2 16,0 1-2-16,0 3 1 0,0 0 1 15,0 2-2-15,0-1-3 16,0-3 6-16,0-2-2 15,0-3 0-15,-4-5 0 16,-1-4 0-16,1-3 0 16,-5-3-1-16,2-5-4 0,-5-1 3 15,-2-5 8-15,1-1 11 16,-4-3-7-16,2 0-4 16,1 0-1-16,1-7 2 15,0-4 2-15,1-4-3 16,2-2 3-16,3-4-2 0,0-6-1 15,7-3-1-15,0-5-4 16,3-5-1-16,12-4 1 16,6-2-11-16,4-3-19 15,4 0-21-15,1 2-35 16,-1 2-17-16</inkml:trace>
  <inkml:trace contextRef="#ctx0" brushRef="#br0" timeOffset="114712.03">18388 14773 119 0,'4'-21'15'15,"-2"-2"47"-15,-2 0-18 0,2-1-22 0,-2 1-8 16,0 1-5-16,0 3-2 16,0 1-2-16,0 1-4 0,-2 4 3 15,-4 3-2-15,1 2-2 16,-1 3-1-16,0 4-1 16,-2 1-2-16,0 1 4 15,-1 15-2-15,0 4 4 16,-5 11-2-16,3 6-2 15,-3 5 1-15,1 7 1 0,-1 4 0 16,2 6-1-16,2 2 1 16,1 4-1-16,3 1 2 15,3 1-1-15,1 2 0 16,2-2-1-16,0 0 1 16,0-1 0-16,0-3 0 0,-2-1 0 15,-1-1 1-15,0-5-1 16,0-4 1-16,-4-2-1 15,0-3 1-15,-1-5-1 16,-1-3 2-16,-3-7-2 16,-1-6 1-16,-3-6 0 0,1-4-1 15,-4-6 0-15,0-6-9 16,-5-4-26-16,-2-2-62 16,-2-13-28-16</inkml:trace>
  <inkml:trace contextRef="#ctx0" brushRef="#br0" timeOffset="114997.12">17906 15309 81 0,'0'0'3'0,"43"-27"14"0,-15 14 7 15,5-2 2-15,3 0 5 16,9 1-11-16,2-3-5 0,5 1-1 16,0 0-6-16,-2 1-3 15,0 2 2-15,-8 2-4 16,-3-1-2-16,-7 5 0 16,-6 0-1-16,-3 3-1 15,-8 1-17-15,-6 0-21 0,-4 2-22 16,-5-2 7-16</inkml:trace>
  <inkml:trace contextRef="#ctx0" brushRef="#br0" timeOffset="115452.85">18368 14718 209 0,'0'0'-23'0,"0"0"36"0,-8-49-6 16,6 39-3-16,-1 3-3 16,0 2-3-16,-2 0-1 15,0 4 1-15,-4 1-1 16,1 6 4-16,-3 9-3 16,-2 7 4-16,-2 7-2 15,-2 6 2-15,2 9-2 0,-4 4-1 16,2 6 1-16,1 4 1 15,1 6-1-15,3 1 0 16,0 2 0-16,3-2 0 16,3-1 1-16,2-3 0 0,0-2 3 15,4-4 2-15,-1-2 3 16,1-4-2-16,0-5 2 16,0-4 1-16,0 0-3 15,0-2-1-15,1-2-3 16,-1-4 0-16,0-1-2 15,0-5 2-15,-5-6-2 0,-3-3-1 16,-4-3 6-16,-3-4-4 16,-5 0 1-16,-4-4 1 15,-3-2-8-15,-3-4-30 16,-4 0-30-16,-1-14-40 16</inkml:trace>
  <inkml:trace contextRef="#ctx0" brushRef="#br0" timeOffset="115723.75">17871 15361 113 0,'0'0'3'0,"50"-28"19"0,-19 13 12 0,1 1-7 15,5 0-7-15,4 1-3 16,4-1-5-16,3 1-3 16,2 0 1-16,3 1-5 15,-5 2-3-15,0 0-1 16,-8 3 0-16,-3 0-15 16,-4 0-26-16,-9-1-35 0,-1-3-14 15</inkml:trace>
  <inkml:trace contextRef="#ctx0" brushRef="#br0" timeOffset="116633.5">18667 14639 125 0,'0'0'-10'0,"5"-63"28"0,-4 31 6 15,-1 1-9-15,0-3 3 16,-1 2-5-16,-10 0-3 16,-2-1-4-16,-5 1 3 15,-4 0 6-15,-5-3-6 16,-2 2 0-16,-6 1-4 0,-5 1 3 16,-2 2-3-16,-5 1-5 15,-4 4 1-15,-6 1 2 16,-4 3-3-16,-2 1-3 15,-5 4 3-15,-4 1 0 16,-2 5 1-16,-5 3 1 0,-1 4-1 16,-5 2 0-16,-3 0-1 15,-4 14-2-15,0 4 8 16,1 4-5-16,-3 5-1 16,1 5 0-16,3 8 0 15,3 4-1-15,2 4 1 0,4 6 0 16,7 2-1-16,3 5-1 15,8 1 2-15,8 5-2 16,10 1 2-16,4 2-1 16,10 3 0-16,7 0 0 15,0 4 1-15,8 1-2 0,7 1 1 16,5 5-1-16,4 3 2 16,4 0-2-16,14-1 2 15,2 2 0-15,9 0 0 16,4 0-2-16,8-3 2 15,3 2 0-15,6-2 2 0,8 0 0 16,3-5 0-16,8-6-1 16,6-6 0-16,8-7 1 15,2-7 0-15,3-7 2 16,5-6-2-16,3-5 0 16,2-6-1-16,2-8 0 0,6-6 0 15,1-9 1-15,1-7-1 16,-1-6 2-16,3-15-2 15,-3-7-1-15,0-9 1 16,-2-6 1-16,-4-4-1 16,-6-11 1-16,-7-2 0 0,-5-8-1 15,-6-4 3-15,-9-5 1 16,-10-3 0-16,-4-2 1 16,-9 0-4-16,-8 0 2 15,-9-4 3-15,-4-5-1 16,-7 0-1-16,-8-1-4 0,-4-3 3 15,-5-5-4-15,-10 1 0 16,-11 0 0-16,-13-1 0 16,-10-1 0-16,-9 2 0 15,-9 5-1-15,-5 2 1 16,-8 5 0-16,-8 11-2 16,-5 7-1-16,-8 11 3 0,-8 10-10 15,-7 12-13-15,-2 11-7 16,-3 12-5-16,-5 10-30 15,0 3-30-15</inkml:trace>
  <inkml:trace contextRef="#ctx0" brushRef="#br0" timeOffset="117431.17">18835 14998 17 0,'0'2'4'0,"0"2"8"0,0-2 4 0,0-1 2 16,5-1 0-16,1 0 1 16,0 0 0-16,4 0 9 0,-3 0 8 15,3-3-8-15,3-1-6 16,1-3-8-16,5 0-9 16,2 0-3-16,4-6-1 15,4 2-1-15,3-6 2 16,5-3-6-16,4-4-4 15,1-4-3-15,3-1 1 0,6-4-1 16,1-1 0-16,-4 0-6 16,-1 0-21-16,-2 0 0 15,-6 0-49-15</inkml:trace>
  <inkml:trace contextRef="#ctx0" brushRef="#br0" timeOffset="119380.71">13228 16212 104 0,'0'0'5'0,"0"0"12"0,0 0-9 0,0 0-2 0,0 0-1 15,0 0-1-15,0 0 0 16,0 0-7-16,0 0 5 16,0 0 0-16,0 0 2 15,0 0-3-15,48 7-1 0,-21-3 1 16,4-1 0-16,5 0-1 16,-1-3-1-16,7 0-4 15,0 0-1-15,3-4 1 16,-1-4-15-16,-2-4-12 15,-3 0-57-15</inkml:trace>
  <inkml:trace contextRef="#ctx0" brushRef="#br0" timeOffset="120333.95">13245 16310 25 0,'0'0'3'0,"0"0"0"0,0 0-1 0,0 0 0 0,0 0 0 16,0 0-1-16,0 0 0 16,43 39-1-16,-35-28 1 15,1 1-1-15,3-2 0 16,-1 3 1-16,0 3 2 16,2-1 1-16,-1 4 0 15,2 1 0-15,-3 2-2 0,1 0-1 16,0 2 0-16,-3-2 0 15,-1 0 0-15,-1-1-1 16,1-1 0-16,-2-2 0 16,0-2 0-16,-2 1 0 15,1-3-1-15,0 2 2 0,-1-3-2 16,1-2 0-16,-3-4-5 16,1-1-1-16,-1-5 2 15,1-1-3-15,0 0 13 16,1-8 3-16,-2-6-1 15,6-2 2-15,-4-4-3 0,0-4 1 16,3-2-2-16,-2-2-1 16,6-3 0-16,0-3 1 15,3-1-2-15,1 0-1 16,4-3-2-16,2 0 0 16,1-2-58-16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03:12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11449 9549 2 0,'1'0'1'0,"0"0"-1"0,-1 0 1 15,0-1-1-15,0 0 0 16,0-1 2-16,0 2 1 16,0 0-1-16,0 0-4 15</inkml:trace>
  <inkml:trace contextRef="#ctx0" brushRef="#br0" timeOffset="477.6">11449 9549 34 0,'-1'-4'13'0,"-3"4"-4"0,2 0-6 16,0 0-1-16,0 0-2 16,-2 0 1-16,2 0 10 15,2 0 5-15,-4 0 2 16,2 0-1-16,0 0 0 16,1 0 1-16,0 0-6 0,1 0-1 15,-1 0-7-15,1 0-2 16,0 0 0-16,0 0-2 15,0 0 0-15,0 0-2 16,0 0-1-16,0 0 2 16,0 0 1-16,1 0-1 0,3 0 3 15,2-1 1-15,1-1-1 16,2 0 0-16,0-1 2 16,0-2-2-16,3 1-2 15,0 0 2-15,0-2-1 16,-1 1 1-16,-1 0 5 0,1-2-1 15,-1 3 0-15,-1-1-3 16,-1 1-2-16,0 1 1 16,-3 1-1-16,3-1-1 15,-4 1 2-15,4-1-2 16,-4 0 0-16,1 2 0 0,3-2 0 16,-4 2 0-16,4-3 1 15,-1 4-2-15,1-2 2 16,-3 2-2-16,1 0-1 15,-1 0-29-15,-3 0-39 16,-2 0-13-16</inkml:trace>
  <inkml:trace contextRef="#ctx0" brushRef="#br0" timeOffset="805.29">11455 9592 88 0,'0'0'13'0,"0"0"-2"0,0 0-6 0,0 0 10 0,0 0-2 15,0 0 1-15,0 0-3 16,0 0-5-16,45-21-2 15,-32 15 1-15,-3-1 1 16,4 0 2-16,0 0-2 0,2 0 0 16,-1-2-3-16,-1 3-1 15,-1-1-1-15,1 2-1 16,-1 0 0-16,-2 1-1 16,1 0-13-16,-4-3-37 15,-6 2-29-15</inkml:trace>
  <inkml:trace contextRef="#ctx0" brushRef="#br0" timeOffset="1716.11">9499 8676 76 0,'0'0'6'0,"0"0"3"0,0 0 6 16,0 0-8-16,0 0 0 15,0 0-4-15,0 0-2 16,0 0 0-16,0 0-1 0,0 0 0 16,0 0 1-16,0 0 1 15,3-13 0-15,5 12 1 16,-1-1-1-16,5 0 0 15,-1 0-2-15,0-1 0 16,3-1-1-16,-2-2 2 0,2 1 2 16,-3-1 1-16,2-1 1 15,-4 1 1-15,2-1 0 16,0 1-2-16,1-1-3 16,1 0 0-16,-1 3-1 15,1-2 0-15,0 3 0 0,1-1-1 16,-5 1-11-16,1 0-22 15,0-1-15-15</inkml:trace>
  <inkml:trace contextRef="#ctx0" brushRef="#br0" timeOffset="2035.31">9527 8689 59 0,'0'0'7'0,"0"0"6"0,0 0 3 0,0 0 2 0,0 0-3 15,0 0 2-15,0 0 4 16,0 0-9-16,0 0-8 15,-16 1-3-15,24-4 0 16,4-3 3-16,1 0-2 16,7-2 1-16,0 1 0 0,9-4-1 15,0 0-2-15,5-1 1 16,4-6-2-16,0-6-135 16</inkml:trace>
  <inkml:trace contextRef="#ctx0" brushRef="#br0" timeOffset="5571.29">7756 11170 53 0,'-2'0'16'0,"0"0"-8"0,1 0 0 16,0 0-2-16,1 0-1 0,-1 0-2 16,1 0 4-16,-2 0 0 15,2 0 3-15,0 0 1 16,-2 0-5-16,2 0 0 16,0 0-4-16,0 0-3 0,0 0-1 15,0 0 3-15,4 0 0 16,3 0-1-16,2-1 1 15,2-1 0-15,2-1 1 16,-2 3-3-16,5-4 1 16,0 0 1-16,2-1-1 15,2 1 0-15,-2 0 2 0,4-2-1 16,-1 2-1-16,0 1 1 16,2-1-2-16,-1 1 2 15,3-1-1-15,-1 2 0 16,3-1 3-16,4 3-2 15,-1-2 0-15,5 2-1 0,-1 0 0 16,6 0 1-16,-2 0-2 16,2-2 2-16,5 0-2 15,-1-1 2-15,6-3-1 16,-3 0-1-16,6-1 0 16,1-1 8-16,0-1 1 0,-1 2-5 15,3 0-1-15,-2 0-2 16,0 1 1-16,-5-1-1 15,2 0 2-15,-6-2-2 16,0-2 1-16,-3 3-1 16,-2-3 0-16,0 0 1 15,-4 0 0-15,-5 1 0 0,-1 0 0 16,-6 3 0-16,-4 0-1 16,-6 2 1-16,-5 3-2 15,-3 2-12-15,-6 0-29 16,0 0-18-16</inkml:trace>
  <inkml:trace contextRef="#ctx0" brushRef="#br0" timeOffset="6488.55">8053 11147 59 0,'0'0'18'0,"0"0"4"0,0 0-8 16,0 0-6-16,0 0-3 15,0 0-2-15,0 0-2 16,0 0 2-16,0 0-2 16,0 0 1-16,0 0-2 15,0 0 0-15,0 0 1 0,34-33-1 16,-27 33 0-16,3 0 0 15,4 2 0-15,1 1 0 16,3 1 1-16,5 2-1 16,-1-5 0-16,1 2 0 15,4-2 0-15,4-1 0 0,0 0-1 16,4 0 1-16,3-2-1 16,4-4 6-16,2 1 0 15,3 0 1-15,0 1-3 16,4 0 0-16,-3 0-1 15,4 3-2-15,0-3 0 0,-1 2 1 16,1-2-1-16,-1 0 1 16,2-2-1-16,-1 1 1 15,-2-2 1-15,2-2 0 16,2 3-1-16,0-2 1 16,-4 2-1-16,-2 0-1 15,0-1 1-15,-8 1 0 0,-2 1 2 16,-3-2 1-16,-4 1 3 15,-4 0-2-15,-2 1 1 16,-7 0-4-16,-3 1 2 16,-2 0 1-16,-5 1-2 0,-3 0-1 15,-1 3 0-15,-2-1 0 16,0 1 1-16,-2 0 0 16,0 0-1-16,0 0-1 15,0 0 0-15,0 0 2 16,0 0 1-16,0 0-5 15,0 0 5-15,0 0-8 0,0 4-14 16,0 2-26-16,0-3-9 16</inkml:trace>
  <inkml:trace contextRef="#ctx0" brushRef="#br0" timeOffset="21905.8">9225 11103 48 0,'2'-1'4'0,"-2"-2"2"0,0 1-1 0,0 1 4 16,0-2 3-16,0 2-4 16,0-1 6-16,0 1-1 15,0-2 1-15,0 2-3 16,0-1-2-16,0 2-3 0,4-1-8 16,-2 0 2-16,2 1 0 15,3 0 0-15,1 0 0 16,0 0 0-16,3 0 0 15,-3 0-2-15,4 0 1 16,-1 0 1-16,3 0-3 0,-1-2 4 16,0 2-2-16,4-3 2 15,3 0-1-15,-3 1 0 16,2 0 0-16,3-1 0 16,-2 1 1-16,4-1-1 0,-1 0 0 15,-1 1-1-15,3 0 1 16,1-1 1-16,-1 1-1 15,0-1 1-15,-3 3-1 16,2-3 0-16,-1-1-1 16,-2 3 2-16,0-2-2 15,-2-1 1-15,3 1-2 0,-3 0 1 16,2 0 3-16,-3 0-2 16,0 2 1-16,2 0-1 15,-1 1 1-15,-2 0-2 16,3 0 2-16,-3 0-1 15,2 0 0-15,0 0 0 0,2 1 0 16,3-1-1-16,-1 1 2 16,-1-1-1-16,4 2 0 15,1-2 1-15,-2 0 1 16,0 0-1-16,-1 0-1 16,-1 0 0-16,-1 1 0 0,0 0 0 15,0 1 1-15,1-1-1 16,-2 2 0-16,3-3 0 15,0 3 1-15,1 0-1 16,1-2 0-16,2 2 0 16,-2-3 1-16,1 3-1 15,0-2 0-15,2 2 0 0,2-3 2 16,0 2 0-16,1-1-2 16,2 1 1-16,0-2-1 15,1 2 1-15,-2-1-1 16,-3 0 1-16,3-1-1 0,-2 1 0 15,0-1 0-15,-1 0 0 16,5 0 0-16,-4 2 0 16,5 0 0-16,-4 0 2 15,3 1-2-15,-2 1 1 16,0 2-1-16,0-2 0 0,-2 0 0 16,-1 2 0-16,3-2 0 15,0 2 0-15,-1-1 0 16,3 1 0-16,1-1 0 15,2 0 0-15,0 1 0 16,0-3 1-16,0 1-1 16,-2-1-1-16,1 1 2 0,-2-1-1 15,4-2 0-15,-1 2 0 16,2 0-1-16,-1 0 1 16,1-2-12-16,-2 1 20 15,1-1-7-15,2-1-1 16,0 0 2-16,0 0-2 15,3 0 0-15,0 0 0 0,1 0 0 16,-1 0 0-16,2 0 1 16,0 0-1-16,0 0 0 15,-2 0 0-15,3-1 0 16,-1-1 0-16,-3 2 0 0,2 0 0 16,-1 0 0-16,-1 0 0 15,-1 0 1-15,0 0-2 16,2 0 2-16,1 0-1 15,1 0 0-15,0 0 0 16,-1 0 0-16,2 3 0 0,-2-3 0 16,1 3 0-16,2-3 0 15,1 1 0-15,2 0 0 16,-1 1-1-16,-1-2 2 16,2 0-1-16,-3 0 0 15,1 2 0-15,2-1 0 0,-1 0 0 16,1 1 0-16,0-1 0 15,-2 1 0-15,2-1 1 16,1 0-1-16,-3 0-1 16,5 1 2-16,-1 0-1 15,0 1 0-15,-1 0-1 16,2-1 2-16,-2 1-1 0,0 0 0 16,2 0 0-16,2-3 0 15,-1 1 0-15,-1-1 0 16,-1 0 0-16,2 0 0 15,-3 0 0-15,1 0 0 0,-2-1 0 16,0-2 0-16,-1 0 0 16,0 0 0-16,-2 0 0 15,-1 1 0-15,3-2 1 16,-3 0 0-16,2 0 3 16,-4 1 5-16,0-1 1 0,1 1-7 15,-4 0 0-15,2 1-2 16,0-1 0-16,0 1 1 15,1 0-2-15,-5 0 1 16,1 1-1-16,-3-2 1 16,0 3-1-16,-1-2-1 15,1 0 1-15,1 0 1 0,3 1-1 16,3-2 0-16,-1 0 0 16,2 2 0-16,0-2 1 15,-1 2-1-15,-1-1 0 16,0-2 0-16,0 2 0 15,2 0 0-15,-3 1 0 0,0-3-1 16,1 2 2-16,0 1-1 16,2 1 0-16,-1 0 0 15,2 0 0-15,1 0 0 16,0 0 0-16,0 0 0 16,-1 0 0-16,2 0 0 0,-3 0 0 15,2 0 0-15,-2 0-1 16,-2 0-1-16,3 0 5 15,-7 0 0-15,3 0 0 16,-1 0-1-16,-2 0 0 16,-3 1-1-16,4-1 0 0,-1 2-1 15,0 0 0-15,1-2 1 16,0 2-1-16,1-1 0 16,1 1 1-16,-1 0-1 15,2 2 0-15,-1-4 1 16,-3 3-2-16,0-3 2 0,-1 3 0 15,-2-3-1-15,-4 0 0 16,2 0 1-16,-1 0 6 16,2 0 1-16,1 0-3 15,-3 1-1-15,5-1-2 16,-1 2-1-16,3-1-1 0,-3 0 1 16,1 1-1-16,0-1 1 15,1-1 0-15,-1 0-1 16,0 0 0-16,2 0 1 15,1 0-1-15,0 0 2 16,1 0-2-16,0 0 0 16,4 0 0-16,-1 0 1 0,2 0 1 15,0 0-2-15,4-3 0 16,2-1 0-16,1 3 0 16,3-2 0-16,-1 0 0 15,1-3 0-15,0 3 0 0,-2-1 1 16,-2 1 0-16,-4-2 0 15,0 0 1-15,-3 0 0 16,0-1 2-16,-1-1-2 16,-1 1 0-16,-2-1 0 15,0-1-2-15,-3 1 2 0,-2-2-2 16,-1-2 1-16,-5-2 0 16,0-1 0-16,-2-2 2 15,-2-2-1-15,-1-1-1 16,-3 2 0-16,-2-3 0 15,-6 3 2-15,2-4-1 0,-5 3 3 16,-1 0-1 0,-2-3 0-16,-2 3 1 0,-1-2-2 15,-1 1-1-15,-3-1-1 16,2 2 2-16,-4-2-2 16,1 2 2-16,2 0-3 15,-2 1 1-15,2-1 0 0,-4-2-2 16,3 0 2-16,-2 2-1 15,3-4 1-15,-2 0-1 16,2 2-1-16,-4-3 1 16,1 3 1-16,-1 0-4 15,0 2 3-15,0 2 0 0,0 2-3 16,0 0 3-16,-3 2-2 16,-6 0 0-16,0-1-1 15,-4 0 3-15,1 2 3 16,-3-2-4-16,-2 0 2 15,0 0 0-15,-1 0 1 0,-2-2-2 16,1 3 0-16,-2-3-1 16,0 2-3-16,-1 0 8 15,0-2-4-15,-1 5 0 16,0-1 0-16,0-1 0 16,-2 2 1-16,-1 0-1 0,0 2 0 15,-1-2 1-15,1 3-1 16,-3 0 0-16,-1 1-1 15,0 0 2-15,-5-1-1 16,2 3 0-16,-5 0 0 16,1-1 0-16,-1 1 0 15,0 1 0-15,-5-1 3 0,1 0-3 16,-3 2-3-16,1-2 6 16,-2 3-3-16,0-2 0 15,-2 1 0-15,4-2 0 16,-5 2-3-16,4-1 6 15,-4 1-6-15,4-1 6 0,0 0-3 16,-1 2 0-16,0-3 0 16,2 1 0-16,0 0 0 15,-5 2 0-15,4-1 0 16,0-1 0-16,-1 2 0 16,-2-2 0-16,0 0 0 0,0 2 0 15,-4-2 0-15,2 1 0 16,-2 0 0-16,0 0 0 15,-1 0 0-15,1-1 0 16,-1 1 0-16,1 1 0 16,-1 0 0-16,-1 0 0 0,-2 0 0 15,0 0 0-15,0 0 0 16,-4 0 0-16,1 1 0 16,-2 0 0-16,-1-1 0 15,1-1 0-15,-1 2 0 16,1 0 0-16,-5-2 1 15,1 1-2-15,-1 1 1 0,1 0 0 16,-4 0 0-16,0 0 0 16,-3 0 0-16,1 0 0 15,0 0 0-15,0 0 0 16,-2 0 0-16,0 0 0 16,1 0 0-16,-2 0 0 0,-1 0 0 15,2 0 0-15,-2 0 0 16,0 0 0-16,2 0 0 15,-4 0 0-15,4-1 0 16,-5 0 1-16,2-1-1 0,-3 1 0 16,-2 1 0-16,-2 0-1 15,1 0 2-15,1 0-2 16,0 0 1-16,2 0 0 16,1 0 1-16,1 0-2 0,0 0 1 15,-2 0 0-15,2 0 0 16,0 0 1-16,0 1-2 15,0 1 2-15,2-1-1 16,1-1-1-16,-1 1 1 16,2-1 1-16,-3 1-1 15,0 1 0-15,0-2 0 16,3 2-1-16,1-1 2 0,-3-1-2 16,4 3 2-16,0-1-1 15,-1 0-1-15,3 0 1 16,-4 1 0-16,0 1 0 15,2-2 0-15,0 1 0 16,1 2 0-16,3-2 0 0,0-1 0 16,3 1 0-16,3 1 0 15,-3 1 1-15,3 0-1 16,1 0 0-16,0 0-1 16,1 2 2-16,-1-2-1 0,1 2-1 15,2-1 1-15,4-1 0 16,-1 4 0-16,6-4 0 15,4 1 1-15,2 1-2 16,3-2 1-16,-1 0 1 16,4 1-1-16,3 0-1 15,-3 0 1-15,5 0 0 0,0 0 0 16,4-2 0-16,2 3 0 16,0 0 0-16,6-1 0 15,0 3 0-15,4 0 0 16,2-1 0-16,4 0 0 15,-1 3 0-15,1-2 0 0,3 2-3 16,0-1 2-16,1 2 0 16,-2-1 0-16,1 3 1 15,1-1 0-15,-3 1 0 16,3 2 0-16,-5 0 0 16,4 1 0-16,-3 2 0 15,-2-1 0-15,4 1 0 0,-1 1 0 16,3-1 0-16,-4 1 0 15,6-2-1-15,-1 2 1 16,-1 0-1-16,3-2 1 16,2 1-1-16,0-1 0 0,0-1 1 15,0 0-3-15,1 1 2 16,5-3 0-16,-2 2 1 16,3 1 0-16,0 1 1 15,0-1-1-15,3 2-1 16,2 3 1-16,-1-2-2 0,3 1 2 15,-1 0-2-15,5 1 3 16,0-2-3-16,7 3 2 16,4-1-1-16,10-3 0 15,13-3 1-15,13-4-3 16,8-13-61-16,15-10-177 0</inkml:trace>
  <inkml:trace contextRef="#ctx0" brushRef="#br0" timeOffset="22866.65">14215 10303 25 0,'0'2'1'0,"0"-1"0"0,0-1 1 0,0 0 8 0,1 0 7 16,2 0 8-16,2 0-11 16,0-1-3-16,3-5-6 15,0 3-2-15,2-4 0 16,1 0 3-16,3-1 3 16,-1-2-1-16,5-4 1 0,2-3-1 15,9-5 0-15,4-5 0 16,8-4-1-16,8-7-2 15,9-6 0-15,9-5-3 16,16-9 1-16,4-9-2 16,9-11-58-16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03:58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21653 4935 89 0,'0'0'2'0,"0"0"13"0,0 0 5 0,0 0-5 16,0 0-1-16,0 0-2 0,0 0 0 16,0 0-4-16,0 0-4 15,0 0 0-15,0 0 0 16,-16-10-2-16,16 10-3 16,0 0 1-16,-1 3-1 15,1 0 1-15,0-2-1 0,0 1 1 16,0-2-5-16,0 0 5 15,0 0 8-15,0 0 12 16,0 0-15-16,0 0-3 16,0 0 1-16,6 0-3 15,-2 0 0-15,3-2 4 0,1-2-2 16,3-1 0-16,1 0 3 16,-4 3 1-16,3-2-1 15,0 0-3-15,1 1 2 16,-2 0-1-16,0 1-2 15,3 0 0-15,1 1-1 0,2-1 1 16,3 2-1-16,3 0-1 16,3-2 1-16,4 1 0 15,4 0 0-15,-1-2 0 16,5 2-1-16,0-1 2 16,4 1 0-16,-2-1-2 0,3 1 0 15,5 1 1-15,-1 0-1 16,4 0 2-16,4 0-1 15,-1 0 0-15,5 0 1 16,3 0 0-16,3 0 0 16,3 0 1-16,6-1 0 0,1 0 4 15,5 0-5-15,0 0 0 16,1 1 0-16,-2 0 1 16,2 0-2-16,-1-2 0 15,-2 1 1-15,0-1-2 16,-1 1 4-16,-3-2 2 15,0-1 1-15,-6 4-2 0,-3-3-1 16,-8 3-1-16,-4 0-1 16,-8 0 1-16,-9 3-1 15,-11 5 0-15,-14 4-27 16,-16-7-93-16</inkml:trace>
  <inkml:trace contextRef="#ctx0" brushRef="#br0" timeOffset="3183.26">2443 5695 40 0,'0'0'6'0,"0"0"-5"0,0 0-1 0,0 0 1 0,0 0 0 16,0 0 4-16,0 0 5 15,0 0 0-15,0 0 5 16,0 0-5-16,0 0-3 15,0 0-10-15,0 11 12 16,0-11 3-16,0 0 1 0,3 0 0 16,-3 0-3-16,2 0-3 15,-2 0-3-15,0 0-2 16,0 0-1-16,0 0 1 16,0 0-1-16,0 0 0 15,2 0 1-15,-2 0 3 16,0 0 8-16,2-1-10 0,0-1-2 15,1-2-1-15,1 1 0 16,0 0 0-16,3-1-2 16,0 1 2-16,0-1-2 15,2 3 2-15,-1-2-2 0,4 0-1 16,-5 1 3-16,3 1 2 16,2 0-2-16,-1 1 0 15,0 0 1-15,3 0-2 16,-1 0 2-16,3 0-1 15,3 0 0-15,0 0-5 16,5 0 3-16,1 0-1 0,-1 0 1 16,5 0-2-16,2 0 4 15,-1 0-1-15,6-1 1 16,-2 1-3-16,1 0 4 16,3-2-2-16,-3 2 2 15,5-2-1-15,-1 2 0 0,1-1 2 16,0-2-1-16,3 2-1 15,-1 1 2-15,0 0-2 16,-1 0 1-16,-1 0 0 16,-2 0 0-16,0 0 0 15,0 0 0-15,0 1 0 0,0 2-1 16,3-3 1-16,-1 0 0 16,0 0 0-16,3 0-1 15,1 0 1-15,0 0-1 16,6-2 1-16,0-2 1 15,4-3 1-15,2 3-3 0,-2-3 2 16,0 1-1-16,-5-1-1 16,0 2 0-16,-6 0 0 15,-1 2-1-15,-2-1 0 16,0 0 1-16,-4 1 0 16,-1-1 0-16,-2-1 0 0,-2 1 1 15,-2 1-1-15,0-1 0 16,-3 0 0-16,-1-1 0 15,0 1 0-15,-4 0 1 16,0 2-1-16,-1-2 0 16,-3 1 1-16,-2 1-1 0,1-1 1 15,-3 0 0-15,-2-1 1 16,1-1 0-16,-2 0-2 16,-1-2 1-16,-1-2-1 15,0-1 1-15,-3 0-1 0,3-4 1 16,-4 1 0-1,2-1-1-15,0-3 1 0,-3 1-1 16,3-1 1-16,-2-4-1 16,0 0 1-16,2-2 0 15,-2-1-1-15,0-2 2 16,1-1 1-16,-3 2 0 16,2-4 8-16,-2 4-3 0,-1-1-1 15,-1 1-2-15,0 2 1 16,0 0-2-16,0-1 3 15,-1 3 0-15,-3-2-4 16,-2 0 1-16,1 2-1 16,-3 1-2-16,0 0 0 0,-1 2 0 15,1 2 0-15,-4-1 0 16,3 3 2-16,-3 0-3 16,2 1 0-16,-1 0 1 15,0 2 0-15,-3-1 1 16,1 3-5-16,-1 0 3 15,-1 0-1-15,-3 2 2 0,-1 0 2 16,0 0-1-16,-4 3-1 16,-4-2 1-16,-1 3-3 15,1 0-1-15,-4-1 6 16,-3 3-5-16,-2-1 3 0,-2 1-2 16,-1 1-2-16,-3 0 5 15,0 0-6-15,-2 0 3 16,1 0 2-16,1 0-4 15,-3 0-1-15,1-1 6 16,1-1-2-16,-2 1-1 0,1-2 1 16,1 3 0-16,3-2-1 15,-2 1 0-15,1-1 1 16,-1 1-2-16,0 1 2 16,-4 0-1-16,2 0 0 15,-3 0-1-15,0 0-1 0,0 0 1 16,-2 3-4-16,2 0 5 15,-5 0 1-15,4 1-6 16,-2 2 6-16,0 1-1 16,4-2-4-16,2 1 2 15,-3 3-14-15,4-1 8 0,-2-2 7 16,-1 1-1-16,0 0 2 16,0 0-1-16,1 2 2 15,3-1-1-15,2 0 0 16,-3 1 1-16,5 0 0 15,0 1-1-15,0-2 0 16,4 1 0-16,-1 1-1 0,7-2 1 16,1-1-1-16,2 0 0 15,2-2 1-15,2 2 0 16,2-3 0-16,1 3 0 16,-1-3 0-16,2 2 0 0,1-1 0 15,-1 0 0-15,1 2 1 16,2-3-1-16,-1 3-1 15,1-1 1-15,1 0 1 16,2 1-1-16,0-1 0 16,-1-1 0-16,3 1-1 0,1 0 1 15,0-1 0 1,2 0 0-16,1 0 0 0,1-2 0 16,2-1 0-16,0 2-2 15,-1-1-1-15,2-1 0 16,1 0-1-16,0 1 0 15,-1-1-2-15,1 0 5 0,0 2 2 16,0-1-1-16,0 1-1 16,0 2 3-16,0 0-3 15,0 0 1-15,0 2 1 16,0 2-1-16,0 0 0 16,0 4-1-16,0 0 1 0,0 5 0 15,-2 2 1-15,-3 1-2 16,3 4 1-16,-2-2 1 15,3 6-2-15,-1-1 1 16,0 2-1-16,0 3-1 16,2 0 0-16,-2 3 0 0,2-1 1 15,0 2 1-15,6-4-2 16,6 4 1-16,7-5-4 16,11-2 5-16,9-2 0 15,15-7 0-15,21-5 5 16,15-9 0-16,18-8 6 15,15-12-63-15</inkml:trace>
  <inkml:trace contextRef="#ctx0" brushRef="#br0" timeOffset="4074.71">5224 5147 99 0,'0'0'3'0,"0"0"-3"0,0 0 0 0,0 0 1 16,0 0-1-16,0 1 0 15,0 0 0-15,0 2 1 0,0 0 1 16,0 1-1-16,4 0 0 16,-2 3 1-16,1-2 1 15,1-1-2-15,0 3 2 16,0-1 0-16,2-2-2 16,-4-1 1-16,4 0 2 0,-1-1 4 15,-1-1 2-15,1-1-3 16,4 0-1-16,2 0 1 15,-2 0 4-15,5-3 5 16,3-7-4-16,3-3 0 16,3-2-2-16,6-2 2 0,2-5-3 15,3-1-1-15,4-5 1 16,2-4-1-16,0-4 1 16,2 0 1-16,-2-3-4 15,1 0 1-15,1 2-3 16,3-1-1-16,7 3-2 0,4 0 3 15,0-6-26-15,-2-5-125 16</inkml:trace>
  <inkml:trace contextRef="#ctx0" brushRef="#br0" timeOffset="20757.3">7944 12965 112 0,'-3'0'2'0,"1"0"7"0,0 0 1 0,2 0-3 0,0 0-2 16,0 0 3-16,0 0 9 15,0 0-2-15,0 0-5 16,0 0-3-16,0 0-1 16,2-3-3-16,3 2-2 15,5-2-1-15,2 0 0 0,1 0 0 16,5-3-2-16,2-1 2 16,2 0 5-16,4-4 3 15,2 0-2-15,2-1 0 16,-1-2-3-16,2 1 0 15,-2-1-2-15,0 1 0 16,0-1-1-16,-5 0 0 0,3 3 1 16,-4 2-1-16,-1 1-1 15,-7 3-1-15,-1 4-24 16,-5 1-32-16,-5 0 1 16</inkml:trace>
  <inkml:trace contextRef="#ctx0" brushRef="#br0" timeOffset="20956.59">8082 13019 157 0,'0'0'-4'16,"0"0"9"-16,51-7-4 15,-17-2 3-15,11-5-2 0,11-3-30 16,4-4-57-16</inkml:trace>
  <inkml:trace contextRef="#ctx0" brushRef="#br0" timeOffset="21548.55">9692 13040 146 0,'0'0'12'0,"0"0"5"0,0 0-17 16,0 0 3-16,0 0 2 15,0 0-1-15,44-5 1 0,-23-1-1 16,5-1 2-1,1-3 2-15,3-2-4 0,5 0 1 16,1-4 0-16,3-1-3 16,2 3 0-16,-1-2-1 15,0 2-1-15,-4 1 0 16,-3 3 0-16,-4 2-1 0,-4 4-6 16,-5 2-13-16,-6 2-3 15,-3 0-11-15,-11 4-11 16,0 5-54-16</inkml:trace>
  <inkml:trace contextRef="#ctx0" brushRef="#br0" timeOffset="21726.9">9873 13158 229 0,'0'0'11'16,"0"0"-6"-16,0 0-6 0,37-15 0 15,1 0 1-15,12-6 7 16,8-2-5-16,7-2-1 16,6 1-23-16,2-2-106 15</inkml:trace>
  <inkml:trace contextRef="#ctx0" brushRef="#br0" timeOffset="22210.33">11417 12988 104 0,'0'0'18'0,"0"0"19"0,0 0-9 16,0 0-9-16,0 0-8 16,0 0-1-16,0 0-6 0,46-34-1 15,-23 25-2-15,-1 1 0 16,2-1-1-16,3-1 1 15,0 3-2-15,0-1-12 16,-2 0-58-16,-4 0-11 16</inkml:trace>
  <inkml:trace contextRef="#ctx0" brushRef="#br0" timeOffset="22390.53">11430 13094 205 0,'0'0'-19'0,"0"0"39"16,0 0-2-16,0 0-3 16,0 0-19-16,0 0 3 15,0 0 4-15,77-17 3 16,-19-2-2-16,8-3-32 16,10-3-59-16</inkml:trace>
  <inkml:trace contextRef="#ctx0" brushRef="#br0" timeOffset="22943.53">13753 13072 86 0,'0'0'6'0,"0"0"25"0,0 0 4 0,0 0-7 15,0 0-6-15,0 0-6 0,0 0 3 16,0 0-11-16,0 0-8 15,-21-26 3-15,34 21-1 16,8-1 3-16,4-2-2 16,5-4 0-16,5 0 1 15,2-2 0-15,8 0-2 0,-2 0 0 16,6 0-2-16,-3 1 1 16,0 2-1-16,-3 2-1 15,-4 3-14-15,-4 3-10 16,-8 3-11-16,-7 0-17 15,-8 0 5-15,-5 6-54 0</inkml:trace>
  <inkml:trace contextRef="#ctx0" brushRef="#br0" timeOffset="23130.14">13991 13107 165 0,'0'0'13'16,"0"0"34"-16,0 0-15 15,0 0-18-15,0 0-14 16,0 0-3-16,0 0 9 16,60-21-2-16,-12 10-3 0,8-2-8 15,7-1-13-15,6-1-42 16,6-2-46-16</inkml:trace>
  <inkml:trace contextRef="#ctx0" brushRef="#br0" timeOffset="23585.43">16831 12984 28 0,'0'0'19'0,"0"0"-7"16,-43 1 12-16,27-1-7 0,0 0 4 15,-1 0 4-15,1 0 3 16,3 0 4-16,5 0-4 16,0 0-7-16,5 0-5 15,3 0-1-15,0 0-11 16,5-1-11-16,13-3 6 16,7-1 4-16,8-5 1 0,7 0-1 15,8-1-3-15,5-3 0 16,5-1-3-16,2 3-6 15,-1 0-14-15,-3 3-13 16,-5 0-28-16,-9 3 2 0</inkml:trace>
  <inkml:trace contextRef="#ctx0" brushRef="#br0" timeOffset="23792.28">16899 13030 198 0,'0'0'20'0,"0"0"0"16,0 0-7-16,43-18-12 15,8 1 2-15,11-6-2 16,15-2 0-16,14-4-2 0,12 1 1 16,7-1 3-16,8-3-3 15,1 0-51-15,0-3-104 16</inkml:trace>
  <inkml:trace contextRef="#ctx0" brushRef="#br0" timeOffset="72335.85">12336 8170 19 0,'6'-5'7'0,"-5"2"4"0,-1 0 1 0,0 2-2 0,0 0-3 16,0 1-7-16,-3 0 0 15,-5 0-3-15,0 0-2 16,-1 1-6-16,-1 1-10 16</inkml:trace>
  <inkml:trace contextRef="#ctx0" brushRef="#br0" timeOffset="72599.09">12259 8192 46 0,'0'0'25'0,"0"0"-11"15,0 0 1-15,0 0-6 16,0 0-8-16,0 0 0 0,0 0 0 16,0 17 3-16,0-12 0 15,0 1 1-15,0-2 2 16,2 1 0-16,1-1 1 16,6-1 2-16,0-3 0 0,4 0 1 15,5-3 11-15,9-13 1 16,9-5-9-16,13-10-6 15,11-6-4-15,14-9-2 16,13-5-1-16,12-6-2 16,11-8-51-16,5-5-95 0</inkml:trace>
  <inkml:trace contextRef="#ctx0" brushRef="#br0" timeOffset="73574.77">17816 8122 59 0,'0'0'4'0,"0"0"7"0,0 0 6 0,0 0-4 16,0 0-5-16,0 0 1 15,0 0 0-15,0 0-1 16,0 0 0-16,0 0-2 16,0 0 3-16,0 0-4 15,0 0 3-15,-16-30-3 0,16 30 2 16,0 0-3-16,0 0-3 15,0 0-2-15,0 0-1 16,0 0 2-16,0 4 0 16,0 1 0-16,0 0 0 15,4 2 0-15,-2-1 0 0,3-1 0 16,2-3 2-16,4-2-1 16,6 0 9-16,8-4 15 15,12-10-1-15,13-6-13 16,21-7-7-16,17-7-2 15,18-3-1-15,16-10-4 0,10-10-86 16</inkml:trace>
  <inkml:trace contextRef="#ctx0" brushRef="#br0" timeOffset="74757.56">21557 8003 36 0,'0'0'26'0,"0"0"-16"0,0-2 3 0,0 2 1 15,0-3-7-15,0 2 1 16,0 0-1-16,0-1-4 16,0 1 0-16,0 1 0 15,0-1 3-15,0 1 0 0,0 0-1 16,-4 0-3-16,2 0-2 16,0 2 1-16,-1 4-1 15,1 0 0-15,0 1 1 16,0-2 0-16,2 1 1 15,0-3 3-15,0-2 4 0,10-1 13 16,8-1 6-16,10-12-8 16,13-4-14-16,11-6 0 15,17-4-4-15,8-4-3 16,6-6-40-16,6-3-108 16</inkml:trace>
  <inkml:trace contextRef="#ctx0" brushRef="#br0" timeOffset="75489.85">23542 8092 108 0,'0'0'22'0,"0"0"-2"0,0 0 9 15,0 0-10-15,58-34-7 16,-22 19-3-16,10-1-2 16,9 0-4-16,12-1-1 15,7-7-4-15,12-4-115 16</inkml:trace>
  <inkml:trace contextRef="#ctx0" brushRef="#br0" timeOffset="105060.19">9361 9061 22 0,'0'0'14'0,"0"-3"-8"0,0 2 0 0,0-1-1 0,0 1 0 16,0-1-4-16,0 1 0 15,0 1 2-15,0-2 5 16,0 1-2-16,1 0-4 16,0-1 2-16,1 1-1 0,-2-1 1 15,2 2 0-15,-2-3 1 16,2 2-3-16,-2 1 3 15,2 0-2-15,-1-1-2 16,2-1 0-16,1 2 2 16,0-2-2-16,-1 1 1 15,1 0 0-15,0 1-2 0,-2 0 1 16,1 0-1-16,0 0 0 16,1 0 1-16,-2 0-1 15,2 0 0-15,-2 0 0 16,-1 0 1-16,1 0-1 15,0 0 1-15,2 2 0 16,-4 2 0-16,4-2 0 0,-2 3-1 16,3-1 1-16,0 0-1 15,-1 2 0-15,3-1 0 16,-3 1 1-16,3 0-1 16,-3 0 0-16,2-1 1 0,2 1-1 15,-4-3 0-15,3 1 1 16,-3 0-1-16,1-2 2 15,0-1-1-15,-1-1 2 16,0 0 9-16,3 0 7 16,1-7 6-16,4-6-9 0,4-6-7 15,6-4-2-15,3-6-3 16,6-2-1-16,5-3-3 16,1-3 1-16,4 3-1 15,1 0 0-15,1 1 0 16,-3 5-5-16,-4 2-35 0,-4 3-30 15</inkml:trace>
  <inkml:trace contextRef="#ctx0" brushRef="#br0" timeOffset="107600.72">14584 9075 29 0,'0'0'10'0,"0"0"-2"0,0 0-3 0,0 0 4 0,0 0-3 15,0 0 2-15,0 0-1 16,0 0-5-16,0 0-2 15,0 0 2-15,0 0-1 16,0 0 4-16,0 0 2 16,0 0-4-16,0 0-1 0,0 0 0 15,0 0-2-15,2 0 0 16,-1 1 1-16,0 5 0 16,3-2-1-16,1 2 1 15,-1-2-1-15,6-1 0 16,1-3 4-16,6 0 8 0,10-7 7 15,16-14-4-15,14-8 1 16,22-9-6-16,22-9-8 16,20-7-2-16,19-10-28 15</inkml:trace>
  <inkml:trace contextRef="#ctx0" brushRef="#br0" timeOffset="115964.08">11613 8469 56 0,'5'0'2'0,"5"-3"-1"0,2-3 0 0,2 0-9 16</inkml:trace>
  <inkml:trace contextRef="#ctx0" brushRef="#br0" timeOffset="117202.91">9667 8518 70 0,'0'0'8'0,"0"0"11"0,0 0-4 0,0 0-2 0,0 0-2 16,0 0-1-16,0 0-1 16,0 0 1-16,0 0 0 15,0 0 0-15,-19-37-2 0,18 36-3 16,1 1-5-16,0 0-3 16,0 0-4-16,-1 0 2 15,-1 5 0-15,0 3 5 16,2-1 1-16,-2 1-1 15,-2 1 1-15,3-1-1 16,0 1 2-16,0-1-2 0,1 1 0 16,0 1 0-16,0 0 1 15,0 0-1-15,0 1 0 16,0-1 0-16,0 0 1 16,3 0 0-16,1-3 0 15,2 2 0-15,-2-2-2 0,4-1 1 16,-3-1-1-16,3-1 2 15,-2-2 0-15,4-1 0 16,-1-1 0-16,-1 0 0 16,2 0 1-16,-1 0-1 15,0-6 1-15,-1 0 1 0,0-2-3 16,0 2 1-16,-3-2 0 16,3 0 0-16,-2 0-1 15,0-1 1-15,-1 0 0 16,-2-1 1-16,2 2 2 15,-5-4 0-15,0 1 1 0,0-1 3 16,0-2-2-16,0 0 1 16,0 0-2-16,-2 2 1 15,-3-2-2-15,1 3-1 16,-2 1 1-16,1 1-1 16,2 4-1-16,-1-1-1 0,2 5-1 15,0 1-3-15,0 0-3 16,0 0-3-16,-1 8-13 15,1 4-3-15,-4 2-16 16,2-1-13-16</inkml:trace>
  <inkml:trace contextRef="#ctx0" brushRef="#br0" timeOffset="117467.61">9909 8490 171 0,'0'0'18'0,"0"0"11"0,0 0-6 15,0 0-7-15,0 0-9 16,0 0-3-16,0 0-2 15,0 0-2-15,0 0-2 16,0 0-34-16,0 0-36 16,0 0-15-16</inkml:trace>
  <inkml:trace contextRef="#ctx0" brushRef="#br0" timeOffset="118272.94">10100 8396 100 0,'0'0'6'0,"0"0"18"16,0 0-3-16,0 0-9 15,0 0-3-15,0-38 1 16,-6 33-6-16,0 1-5 15,-2 3 4-15,1-1-3 16,1 1 2-16,-1 1 1 0,-1 0-3 16,0 0-1-16,1 0 4 15,1 4-5-15,0 3 4 16,-2 2-2-16,0 2 0 16,1 2 0-16,0 1 0 15,3 0-2-15,-3-1 4 0,5 0-2 16,2-3 0-16,0-3 1 15,0 0-2-15,2-3 2 16,6-1-1-16,0-3 2 16,-3 0 1-16,5 0-2 15,-2 0 2-15,1-2 0 16,-1-3-1-16,0-2-1 0,0 1-1 16,-3-4 1-16,1 3 0 15,-2 0 0-15,-2-1-1 16,-1 3 1-16,0-2 0 15,-1 3-1-15,0 0 1 16,0 1 0-16,0 0-1 0,0 2 0 16,0-1-2-16,-1 2-1 15,0 0 1-15,-1 0-1 16,0 0 5-16,0 0-3 16,0 0 1-16,0 3 1 15,1 0-2-15,0-1 2 0,1 0-2 16,0 1 1-16,0 0 0 15,0 0-1-15,0 0-2 16,0 2 6-16,1 0-2 16,0 0-1-16,0 2 0 15,2 3 0-15,-1 0-1 16,-2 0 1-16,0 4 0 0,0 0-3 16,0 1 3-16,0-1-1 15,0 0 2-15,0 2-1 16,0-1 1-16,0-3 1 15,0-1 0-15,0 0-1 0,0-2 2 16,0-2-1-16,0-4 1 16,0 4 1-16,0-3-1 15,0 0-1-15,0 1-1 16,0-1 1-16,0 3-2 16,0-4 0-16,2-3-57 15</inkml:trace>
  <inkml:trace contextRef="#ctx0" brushRef="#br0" timeOffset="120165.01">11942 8233 111 0,'0'0'22'0,"0"0"8"16,0 0-14-16,0 0-7 0,0 0-8 16,0 0-2-16,0 0-27 15,0 0-19-15,2-2-9 16</inkml:trace>
  <inkml:trace contextRef="#ctx0" brushRef="#br0" timeOffset="120341.97">11942 8233 109 0,'44'10'11'15,"-45"-10"-10"-15,0 0-1 16,1 0 0-16,0 0-7 16,0 0-98-16</inkml:trace>
  <inkml:trace contextRef="#ctx0" brushRef="#br0" timeOffset="121118.52">10293 8403 61 0,'0'0'3'0,"0"0"-1"0,0 0-1 16,0 0 5-16,0 0 5 16,0 0 2-16,0 0 5 15,0 0-8-15,0 0-3 16,0 0-7-16,0 0 0 0,-1 3 2 16,4 4-2-16,4 0 1 15,-1 0-1-15,3 2 1 16,-2-2 0-16,4 0 1 15,0 0 0-15,-2-1 1 16,1-2-2-16,0-1 0 0,-1-1-1 16,-2 2 1-16,0 1-1 15,-1-3 0-15,-3-2-40 16</inkml:trace>
  <inkml:trace contextRef="#ctx0" brushRef="#br0" timeOffset="121382.87">10378 8395 70 0,'0'0'68'0,"0"0"-58"15,0 0-8-15,0 0-4 16,0 0 0-16,0 0 0 15,0 0 5-15,-23 42-1 16,14-25 0-16,-2 1-2 0,-2 2 1 16,2-1 0-16,4 1 1 15,-4-3 0-15,4 0-1 16,3-5-17-16,3-4-36 16</inkml:trace>
  <inkml:trace contextRef="#ctx0" brushRef="#br0" timeOffset="122264.99">10617 8295 76 0,'0'0'10'0,"0"0"3"16,0 0-6-16,0 0 0 0,0 0-4 15,0 0 1-15,0 0-1 16,-17-37 2-16,13 33 1 15,-2 3 1-15,1-2 2 16,1 1 1-16,0 2-5 16,-4 0-4-16,2 0-2 0,-2 5 1 15,1 3 0-15,-3 5-2 16,-1-2 1-16,1 1 2 16,2 2 1-16,-1-3-2 15,3-1 0-15,2 0 0 16,1-1 0-16,1-2 0 15,2-1 0-15,0-1 0 0,0-2 0 16,2 0 1-16,2-2 0 16,5 1 2-16,-2-1-2 15,3-1 1-15,1 0-1 16,-1 0 0-16,4 0 0 16,-3 0-1-16,-2 0 0 0,2 0 1 15,-2 0-1-15,-2 3 0 16,2 1 0-16,-4-1 0 15,-1 3-1-15,0-1 1 16,-2 3-1-16,-1-1 1 16,-1 0-1-16,0 0 1 0,0 1 1 15,0-2-1-15,0 1 0 16,-1 0-1-16,-5-1 3 16,0 0-2-16,0-1 0 15,-3 0-1-15,0 0 3 16,1 1-2-16,-4-1 1 0,2-3 0 15,3 2 0-15,-3-1-1 16,1-3 2-16,3 0-2 16,2 0 2-16,-1 0 1 15,3-3-2-15,2-2 9 16,0-1-7-16,0-1-1 0,0 0 1 16,0 0 1-16,0-3-2 15,3 1 0-15,3-1-2 16,-1-1 1-16,3-1 0 15,-1-1-1-15,4 1 1 16,-2-4-1-16,-1 3 0 0,4-3 0 16,-1 1 1-16,0 1-1 15,3 0 0-15,-1 2 0 16,-1 1-2-16,-3 1-43 16,-3 0-67-16</inkml:trace>
  <inkml:trace contextRef="#ctx0" brushRef="#br0" timeOffset="123913.67">13301 7619 44 0,'0'0'2'0,"0"0"0"0,42-4 3 0,-26 3-2 0,-3 0-2 15,-1 0 0-15,-5-2-24 16</inkml:trace>
  <inkml:trace contextRef="#ctx0" brushRef="#br0" timeOffset="125836.28">11365 8372 57 0,'0'-3'3'0,"0"0"3"0,1 0 1 0,-1-1 3 0,1-1 1 16,0 0-3-16,1 3-1 16,2 0-3-16,-4-1-4 15,3 0 1-15,-1 3 0 16,0 0-1-16,-2 0-1 15,0 0 1-15,0 0-1 0,0 0 0 16,0 0 2-16,0 3-1 16,0 3 0-16,1-1 1 15,0 3-1-15,1-3 1 16,3 1-2-16,-1 1 2 0,-2 1-1 16,3-2 1-16,-1 0-2 15,1-1 2-15,0 0 0 16,-1 1 1-16,1-1-2 15,1 1 0-15,-1 0 1 16,1-1-1-16,1 0 0 16,-4-1 0-16,3-1 1 0,-2-2-1 15,-2 2 0-15,1-3 1 16,2 0 1-16,-1 0 1 16,-2 0 5-16,1-3-2 15,3-3-2-15,-4 1-2 16,2-1-1-16,-1-1 0 0,2 1 1 15,-1-1-1-15,-1 3 1 16,3-2-2-16,-1 2 1 16,3 1-1-16,-3 2-1 15,1 1 1-15,1 0-1 16,-2 0 0-16,1 1 0 0,0 3 0 16,2 2 0-16,-3 1 1 15,3-3 0-15,0 1 0 16,2-3 1-16,-1 0-1 15,-1-2 1-15,2 0 0 16,-3 0 0-16,-1-2 1 16,0-3 2-16,-1-2 8 0,0-2 2 15,-4-1 0-15,1 0-2 16,-2-1-4-16,0 2 1 16,0-3-3-16,0 0-2 15,0 2-2-15,-2 2-2 0,1 1 1 16,-1 1-1-16,-1 2-2 15,3 4-6-15,0 0-25 16,-2 0-51-16,2 4 32 16</inkml:trace>
  <inkml:trace contextRef="#ctx0" brushRef="#br0" timeOffset="126250.65">11736 8354 109 0,'0'0'6'0,"0"0"-6"0,0 0 1 0,0 0 2 0,0 0-3 16,0 0 1-16,0 0 1 15,0 0-1-15,0 0 1 0,0 0-1 16,7 39 0-16,-4-29 0 16,-1 0 1-16,0-1-2 15,0 2 3-15,0-1-2 16,0 1 0-16,1-2 0 15,-1-1-1-15,0-2 1 16,1 0 0-16,-1-1 0 0,2-1-1 16,-4-1 1-16,2-1-1 15,-2-2-12-15,0 0-20 16,0 0-23-16</inkml:trace>
  <inkml:trace contextRef="#ctx0" brushRef="#br0" timeOffset="126514.04">11759 8381 111 0,'0'0'12'16,"0"0"6"-16,0 0-8 15,0 0-13-15,0 0 4 16,0 0-2-16,0 0 0 15,0 0 1-15,0 0 0 0,0 46 1 16,0-33-1-16,0 0 0 16,2-2 1-16,0 1-1 15,0-1 0-15,-2-2 1 16,1 1-2-16,-1-3-15 16,0-3-28-16</inkml:trace>
  <inkml:trace contextRef="#ctx0" brushRef="#br0" timeOffset="126698.19">11748 8430 138 0,'0'0'25'0,"0"0"-21"15,0 0-10-15,0 0 6 16,0 0 0-16,0 0 0 15,7 50 0-15,-7-33-16 0,0-3-53 16</inkml:trace>
  <inkml:trace contextRef="#ctx0" brushRef="#br0" timeOffset="130463.98">9785 8808 33 0,'1'0'7'0,"0"0"-1"0,1 0-3 0,1 0-2 16,1-1 0-16,-1 0-1 16,4-1 1-16,0 2 0 15,1-2 3-15,0 0 0 0,2 0 1 16,-1 1 2-16,0-2-3 16,2 1 1-16,0 2-3 15,-2-2 1-15,5 0 0 16,-1-1 1-16,1 0 4 15,1-1-2-15,3 0-1 0,-3-2 1 16,4 1-2-16,0-1 1 16,0 0-1-16,1 2-1 15,-1 0-2-15,0 1 0 16,0 0-2-16,0 1 2 16,3 1-1-16,-4 1 0 0,4 0 0 15,-1 0 0-15,5-1 0 16,-2-1 1-16,3-2-1 15,2-1 0-15,0 0 1 16,1-2-1-16,-3 0 2 16,-1-1 2-16,-6 0-1 15,0 2 0-15,-4 0 1 0,-2 1 0 16,-1 0-2-16,0 0-1 16,-4 1 0-16,3 1-1 15,-3 0 2-15,1-1-2 16,0 3 0-16,-4-1 0 15,3 2-2-15,-4 0-4 0,-2 0-17 16,-2 0-12-16,-1-1-58 16</inkml:trace>
  <inkml:trace contextRef="#ctx0" brushRef="#br0" timeOffset="130649.32">10138 8767 112 0,'0'0'-10'0,"54"0"9"0,-9-10 0 0,10-7-14 15</inkml:trace>
  <inkml:trace contextRef="#ctx0" brushRef="#br0" timeOffset="131410.74">11531 7704 2 0,'0'0'73'0,"0"0"-54"0,0 0-4 0,0 0-3 0,0 0-4 16,0 0-1-16,0 0-3 16,0 0-3-16,0 0 2 15,0 0-3-15,0 0 1 16,24-21 0-16,-12 18 0 15,1-2 0-15,3-1-2 0,2-2 3 16,4 0-2-16,-1 0 2 16,2-2-1-16,-4 1 0 15,3 2 0-15,-5 2-1 16,-3 0 0-16,-3 4 0 16,-2 0-2-16,-4 1-15 0,-3 0-30 15,-2 0-17-15</inkml:trace>
  <inkml:trace contextRef="#ctx0" brushRef="#br0" timeOffset="131595.23">11578 7699 116 0,'0'0'3'0,"0"0"3"15,0 0-6-15,0 0 0 16,0 0 3-16,0 0 3 0,0 0-2 15,62-7-1-15,-31-2-2 16,3 2 1-16,0-2-5 16,-3 0-41-16</inkml:trace>
  <inkml:trace contextRef="#ctx0" brushRef="#br0" timeOffset="133055.96">12136 7639 154 0,'0'0'-6'0,"0"0"17"0,0 0-4 0,0 0-3 15,0 0-6-15,0 0-3 16,0 0-36-16,0 0-65 15</inkml:trace>
  <inkml:trace contextRef="#ctx0" brushRef="#br0" timeOffset="135414.01">12188 8058 10 0,'0'0'30'0,"0"0"-33"0</inkml:trace>
  <inkml:trace contextRef="#ctx0" brushRef="#br0" timeOffset="135769.26">12188 8058 28 0</inkml:trace>
  <inkml:trace contextRef="#ctx0" brushRef="#br0" timeOffset="136159.34">12188 8058 28 0,'29'51'14'0,"-27"-51"6"0,-2 0 7 0,0 0-14 0,0 0-11 0,1 0 1 0,-1 0-2 16,0 0-1-16,0 0 0 16,0 0 0-16,0 0-1 15,0 0 1-15,1 3-1 16,-1 0-2-16,0 4 1 0,0-3 0 16,0 2 0-16,0-2 2 15,0 2 0-15,0 0 0 16,0-1 2-16,0 1-2 15,0 0 0-15,0-1 0 16,1 1 0-16,2 0 0 16,2-3 0-16,0 1 1 15,2-3 0-15,-3 2 0 0,-1-3 1 16,3 0 2-16,-2 0-2 16,2 1 1-16,2-1-2 15,-3 2 0-15,3-2-1 16,1 0 1-16,-1 0-2 15,2 0 2-15,1-3 0 0,3-4 2 16,1-3 2-16,1 0 2 16,2-3-3-16,2 0-1 15,-2-1-2-15,-1 1 1 16,2-1 0-16,-4 3-1 0,1 1-1 16,-1 1 0-16,-3 0-7 15,-1 0-39-15</inkml:trace>
  <inkml:trace contextRef="#ctx0" brushRef="#br0" timeOffset="136586.04">12123 8222 53 0,'0'0'7'0,"1"0"-5"15,5 0-2-15,0 0 1 0,1-2 0 16,4-1-1-16,-1 0 0 15,3-2 2-15,2 2-4 16,-2-3 2-16,2-1-12 16</inkml:trace>
  <inkml:trace contextRef="#ctx0" brushRef="#br0" timeOffset="136770.57">12328 8153 104 0,'0'0'4'0,"0"0"-2"16,0 0-2-16,0 0 0 16,0 0-2-16,0 0-33 0</inkml:trace>
  <inkml:trace contextRef="#ctx0" brushRef="#br0" timeOffset="136927.34">12328 8153 76 0,'-8'21'-1'0,"8"-21"-74"0</inkml:trace>
  <inkml:trace contextRef="#ctx0" brushRef="#br0" timeOffset="137077.13">12351 8167 160 0,'0'0'-22'15,"0"0"22"-15,0 0-24 16,0 0-12-16</inkml:trace>
  <inkml:trace contextRef="#ctx0" brushRef="#br0" timeOffset="137240.98">12351 8167 133 0,'4'5'3'16,"-4"-5"1"-16,0 0-4 16,0 2-1-16,2 0-2 15,-2-2-23-15,1 0-24 16</inkml:trace>
  <inkml:trace contextRef="#ctx0" brushRef="#br0" timeOffset="137382.15">12382 8176 130 0,'0'0'8'0,"0"0"6"16,0 0-3-16,0 0-8 15,0 0-3-15,0 0-11 16,0 0-15-16,-2 0-25 16</inkml:trace>
  <inkml:trace contextRef="#ctx0" brushRef="#br0" timeOffset="138741.6">12261 8135 72 0,'0'0'11'0,"0"0"-3"0,0 0-3 0,0 0-2 15,0 0-3-15,0 0-2 16,0 0 4-16,0 0-2 0,0 0 0 16,0 0 0-16,0 0 0 15,0 41 0-15,0-31 0 16,2-2 0-16,3 2-2 15,0-1 2-15,-2-1-1 0,1-2 1 16,0-2 0-16,1 1 0 16,1-3 1-16,1 0 1 15,-2 0-2-15,3-1 0 16,-2 0 0-16,1 0 1 16,-3 0-1-16,-1-1 0 0,2 0 1 15,-3 0-2-15,1 0 4 16,1-3 1-16,2-2-3 15,1-2 0-15,2 0-1 16,2 0 0-16,1-3-1 16,3-1 2-16,4 0-1 15,2-2 0-15,0-2 0 0,5 0 0 16,1-1-3-16,1-2 4 16,-1 2-1-16,-1-2 4 15,0-2 4-15,-3 2 0 16,-2 0-1-16,-4 3-1 15,-2 0-2-15,-3 1-2 0,-1 5-1 16,0 1-1-16,-4 4 1 16,1 3-3-16,-4 1-8 15,-2 0-20-15,-2 0-29 16</inkml:trace>
  <inkml:trace contextRef="#ctx0" brushRef="#br0" timeOffset="139225.82">12299 8200 17 0,'0'0'5'0,"0"0"-4"0,0 0 0 16,0 0 1-16,0 0-1 15,0 0 3-15,0 39-2 16,8-39 6-16,4 0 9 0,4 0-1 16,2-8-5-16,5-2-2 15,2-2-2-15,5-1 0 16,2-3 0-16,2-1-1 16,3 0 1-16,-3-1 1 15,1-1 0-15,-5 4 0 16,-1-2 2-16,-4 2 0 0,-3 4-5 15,-5 2-4-15,-3 2 0 16,-1 4-1-16,-7 3-3 16,-5 0-44-16,-1 3-69 15</inkml:trace>
  <inkml:trace contextRef="#ctx0" brushRef="#br0" timeOffset="139961.06">10351 9218 59 0,'0'0'3'0,"0"0"-2"0,0 0-1 0,0 0 0 15,0 0 3-15,0 0 8 16,0 0 11-16,0 0-2 16,0 0-5-16,0 0-5 0,47-21-6 15,-34 14-2-15,3 3-1 16,-1-1-1-16,1 0 0 15,-1 1 0-15,0 1-3 16,-2 0-21-16,0 0-21 16</inkml:trace>
  <inkml:trace contextRef="#ctx0" brushRef="#br0" timeOffset="140201.2">10365 9271 46 0,'0'0'23'0,"0"0"-23"16,0 0 1-16,0 0-1 16,0 0 1-16,0 0 1 15,0 0 20-15,0 0-8 16,52-10-7-16,-29-1-6 15,6-2 1-15,3-4-2 16,1-3-42-16</inkml:trace>
  <inkml:trace contextRef="#ctx0" brushRef="#br0" timeOffset="152721.72">11982 7031 82 0,'0'0'5'0,"0"0"7"0,0 0 1 0,0 0-1 0,-17-42-8 15,9 33-3-15,-3 1 2 16,0-1-2-16,-2 2 3 15,-1 0 4-15,-2 0-2 16,2 1-2-16,-2 3 2 16,2-2-5-16,0 2 3 0,-3 0-3 15,-1 3-1-15,-1 0 4 16,0 0-5-16,-4 4 4 16,-4 5-3-16,2 2 1 15,-3 2-3-15,0 2 5 16,-1 1-4-16,1 4 6 0,-1 4-1 15,2 1-3-15,-2 5-1 16,0 5 1-16,4 2 0 16,0 2-1-16,4 3 1 15,3-1-2-15,5 1 1 16,4 1 0-16,2 1 1 16,5 1 0-16,2 2-1 0,0-1-1 15,3-5 2-15,9 0-1 16,2-3 1-16,6-2 0 15,1-8 1-15,4 2 1 16,2-6 0-16,3-1 0 16,2-3 0-16,2-2 1 0,-1-3-1 15,4-3-1-15,1-2 1 16,-1-1-1-16,7-5 1 16,-2-1-2-16,4-3 1 15,-2 0 1-15,-1 0-1 0,1-9 0 16,-2-3-1-16,-3-4 1 15,1 0 0-15,-5-5-1 16,-1 0 1-16,-3-5 1 16,-2 1 0-16,-2-4 3 15,-6-1 1-15,0-6-1 0,-2-4-3 16,-2-6-1-16,-3-2 0 16,-3-3-1-16,-3-1 1 15,-4-1-1-15,-4 0 0 16,0 6 1-16,-12 1 0 15,-5 5-2-15,-5 6 1 16,-5 11-2-16,-4 6-25 0,-2 6-32 16,0 5-28-16</inkml:trace>
  <inkml:trace contextRef="#ctx0" brushRef="#br0" timeOffset="153355.49">13303 6899 85 0,'0'0'4'0,"0"0"9"0,-44-25-1 0,21 19-6 15,-4 6-4-15,0 0-4 16,-4 0 6-16,-2 4-2 16,2 8 0-16,-1 2 2 0,-1 3-2 15,1 4 0-15,-1 6-1 16,0 6-1-16,1 5 0 15,5 3 1-15,1 6-2 16,5 3 0-16,6-1 1 16,6 1-1-16,2 1 1 15,7-1 0-15,0-2 0 0,4-1 0 16,8 0 0-16,7-4 1 16,6-3 1-16,4-2 2 15,7-3 1-15,6-3-2 16,5-3 2-16,5-3-1 15,4-5 2-15,5-5 1 0,3-6 0 16,3-6 1-16,4-4 0 16,1-4-2-16,0-8-1 15,3-9-1-15,-3-3-1 16,-2-6 5-16,-4-4-6 16,-8-8 1-16,-8-7 5 0,-13-5 7 15,-9-5 4-15,-11-7 2 16,-12-7-12-16,-5-1-2 15,-18-1-6-15,-16 2 1 16,-19 6 0-16,-18 9-2 16,-19 11-1-16,-31 14-23 0,-35 9-83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06:50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14780 11323 46 0,'-6'0'10'0,"0"0"4"0,3 0-7 0,-2 0 0 0,2 0-4 15,2 0-1-15,-1 0 1 16,1-1 4-16,-1-2-3 16,0 3 3-16,0-3-2 0,-4 2-3 15,2 0 1-15,1-1-1 16,-4 0 4-16,2 1 2 16,1-2-2-16,-4 2 0 15,3 0-3-15,-3 0-1 16,2-1 0-16,-2 0 0 0,1 1-1 15,-1-1-1-15,0 0 1 16,1-1 0-16,-3 0 1 16,0 0 1-16,1-1-2 15,-2 2-1-15,-2-1 0 16,0 2 0-16,0 0 0 16,0-1 1-16,-2 2 2 15,3-1-1-15,-2-1 0 0,0 1 0 16,0-2 0-16,0 2 0 15,0-2 0-15,0 0-1 16,0 2 0-16,-2-1-1 16,3 1 1-16,-1-1-1 0,1 2 0 15,0-1 0-15,0 1 0 16,0 0 1-16,-1 0-1 16,1 0 0-16,1 0 0 15,-3 0 0-15,2 0 0 16,-3 0 0-16,3 1 0 0,-1 2 0 15,-1 0-2-15,0 1 1 16,0 2 1-16,-3-2 1 16,1 3 0-16,-1-1-1 15,1 0 0-15,2-1 1 16,-1 1-1-16,3 0 0 0,-2 0 0 16,3-1 0-16,-1 1 0 15,-1-1 0-15,1 2 0 16,-1 2 0-16,3-2 0 15,-2 4 0-15,-1-2 0 16,2 2-1-16,-1 1-1 0,1-1-2 16,3 1 3-16,-1-1 0 15,0 0 1-15,3-1-1 16,-1 0 0-16,2 1 1 16,-1-2 0-16,3 4 0 15,-2-2 0-15,0-1 0 16,3 3 0-16,-4-2 0 15,3 3 0-15,1-2 0 0,-3-1 0 16,2 4 0-16,-1 1-1 16,-1-1 1-16,2 2 0 15,0 1 0-15,-2 0 0 0,3 1 0 16,-1-1 0-16,-3 0 0 16,2 0 0-16,3-4 0 15,-4 3 0-15,2-3-1 16,1 0 0-16,1 1 1 15,-2 2 0-15,3-3 0 0,0 2 0 16,1 1 0-16,0-2 0 16,0 0 1-16,0 1-1 15,0-1-1-15,0-2 2 16,0 1-2-16,2 1 1 16,2-2 0-16,-2 0 0 15,2 1 1-15,0 0-2 0,1-2 2 16,1-1 0-16,2 0-2 15,1-2 1-15,0-2 0 16,2 3-1-16,0-3 2 16,-1 0-2-16,4 2 1 15,-1-2 0-15,4 0 0 0,-4 0 1 16,5 0-2-16,-3 0 2 16,0-1 0-16,0 0-1 15,1-1 0-15,-2-1 0 16,2 1-1-16,2-1 2 15,0 2 0-15,-3-2 0 0,3 3-1 16,1-1 0-16,-1-1 0 16,-1 0 0-16,1-1 1 15,0-2-4-15,-3 0 3 16,2 0 0-16,0-1 2 16,1 0-1-16,-2 2 0 15,0-1-1-15,4 1 0 0,-2-1 1 16,1 0-1-16,2-1 1 15,-2 1-2-15,2-1 2 16,0 0-3-16,2-1 1 16,0 0 2-16,0 0-1 0,2 0 0 15,0 0 1-15,0 0-2 16,0 0 2-16,-1 0 0 16,2 0-2-16,-1 0 4 15,0 0-3-15,2 0 0 16,-2 0 0-16,2 0 0 15,-2 0 1-15,2 0-1 0,-1 0 0 16,2 0 0-16,0 0 0 16,-1 2 0-16,0-2 0 15,0 0 0-15,1 1 1 16,-1 1-1-16,2-2 0 16,0 0 0-16,1 0-1 0,1 0 2 15,-2-3-2-15,2 1 2 16,3-2 0-16,-3 2 0 15,1-1-1-15,1 3 0 16,-4-2 1-16,2 2-1 16,-2 0 0-16,1 0 0 0,1 0 1 15,0 0-1-15,-2-1 0 16,0 1 0-16,0 0 0 16,-3 0 0-16,1 0 0 15,-4 0 0-15,-2 0 0 0,2 1 0 16,-4-1 0-16,1 0 0 15,-2 0 1-15,4 0 0 16,-3 0 0-16,4 0 1 16,0 0 3-16,2-1-5 15,2-1 1-15,0 2-1 16,0-3 2-16,1 2-2 0,0 0 0 16,0-1 0-16,-2 2 0 15,-1 0 1-15,0 0-1 16,1 0-1-16,-1 0 1 15,1 0 1-15,3 0-1 0,1 0 0 16,1 0 1-16,1 0-1 16,1-3 3-16,0 2 0 15,-3-2-2-15,1 3 0 16,0-1-1-16,-2 1 0 16,-2 0 0-16,2 0 0 0,0-2 0 15,0 2 1-15,2-1-1 16,-1-2 0-16,3 0 1 15,-2 0-1-15,-1 1 1 16,3-1-1-16,-4 1 0 16,2 1 1-16,0-2-1 15,1 3 0-15,-1 0 1 0,-1 0-1 16,1 0 0-16,-2 0 0 16,2 0-1-16,-4 0 2 15,0 0-1-15,-3 0 0 16,2 0 0-16,-2 0 1 15,2 0-1-15,1 0 1 0,0 0 0 16,-1-3-1-16,1 3 2 16,0-1-2-16,2 1 1 15,-2-3-1-15,-2 3 0 16,0 0 0-16,1 0 0 16,-2 0 1-16,1 0-2 0,0 0 1 15,-2 0 1-15,0 0-1 16,0 0 0-16,0 0 0 15,-1 0 0-15,0 0 3 16,1 0-1-16,1-3 1 16,1 2-3-16,-3-2 1 0,4-1-1 15,-1 1 2-15,0-2-1 16,2 1 3-16,-5-2 1 16,3 2-1-16,-1-1-2 15,1-1 0-15,-3 0-2 16,0-1 0-16,-2 2 1 0,1 0 0 15,-6-3-1-15,1-1 8 16,-2 2 7-16,0-3-2 16,1-1-6-16,-1-2-1 15,2-1-4-15,1-2 0 16,0-1-2-16,0-2 1 0,-4 1-1 16,1-3 0-16,-4 1 0 15,-3 1 0-15,-1 0-1 16,-5 0 1-16,0-1 1 15,-1 1 2-15,0-1 2 16,0 1-2-16,0-4-1 16,-1 2-1-16,0-2-1 0,-5 1 1 15,2-1-3-15,1-1 2 16,-4 2-1-16,0 0 3 16,1 0-1-16,0 1 0 15,-1 1 0-15,-3-2-1 0,2 4-2 16,-2 1 0-16,0 0 1 15,-2 0 1-15,0 3 0 16,-2-3 0-16,-2 3 0 16,0 1 0-16,-3-1 0 15,0 1-2-15,-1 2 0 0,0-1 1 16,0 4 1-16,-1-2 0 16,0 4 0-16,0-1 0 15,-2 1-3-15,0 1 2 16,-4-1 0-16,-4-1 1 15,-2 1-1-15,-4-1 1 16,1 2 0-16,-4 0 0 0,0-1 0 16,-3 2 0-16,3-1 0 15,-2 0 0-15,-1 1-1 16,-2 1 2-16,0-1-1 16,-1 1-1-16,-3 3 1 15,4-1 0-15,-6 1 0 0,-2 0 1 16,1 0-1-16,0 0 0 15,-2 0 0-15,-2 0 1 16,3-2-1-16,-2-2 0 16,1 2 0-16,-2-3 0 15,2-1 0-15,0 2 0 0,-1-1 0 16,3 2 0-16,1 1 0 16,-1-1 0-16,-2-1 0 15,-2 1 1-15,1 0-2 16,-3 2 1-16,0-2 0 15,-1 2 0-15,2-1 0 0,0-1 0 16,-1 1 0-16,0-1-3 16,3 1 0-16,-3-3 4 15,-1 2-1-15,1-1 1 16,-5 0-1-16,3 0 0 16,-4 0 1-16,1 1-2 0,0 0 2 15,-2 3-1-15,3 0-2 16,-1 0-13-16,5 6-38 15,4-2-56-15</inkml:trace>
  <inkml:trace contextRef="#ctx0" brushRef="#br0" timeOffset="1664.04">17842 12144 82 0,'-6'0'4'0,"3"0"7"0,1 0-2 0,0 0-7 0,-1 0-1 15,2 0 0-15,0 0 0 16,0 0 11-16,1 0 6 16,0 0 0-16,-2 0-7 0,2 0-7 15,0 0-4-15,0 0-1 16,-2 0-2-16,2 0 3 16,-1 3 0-16,-1 0-2 15,0 3 1-15,-2 2 0 16,1 1 0-16,0 2 1 0,-1 2 0 15,-1 1 1-15,1 3 0 16,-2-1 0-16,0 2 1 16,2 2-1-16,-1-1-1 15,2 3 1-15,1-1-1 16,2 2 0-16,0 1 1 0,0 0 1 16,0-1-1-16,0 3 1 15,2-3 2-15,4 1-1 16,-1 0 0-16,4 1 0 15,-2 2-2-15,3-2 2 16,0 3-2-16,-1-3 1 0,1 1 0 16,2-2 1-16,1-1 3 15,-2 0-1-15,3-2 0 16,-1 0-2-16,1-1-1 16,-3-1 0-16,2-4 0 15,-1 1 2-15,-1-2 2 16,2-1-2-16,0-2-1 0,0-1 1 15,2-3-1-15,-1 2-1 16,1-1-1-16,0-3 1 16,1-1-1-16,-1 0 0 15,1-1 1-15,-4 0 1 16,1-2-2-16,-3 1 2 0,-1-2 1 16,-1 0 4-16,0 1-3 15,-3-1 0-15,1 0-5 16,-4 1 1-16,1-1 0 15,-1 2-1-15,1-1-2 16,1 1-10-16,-4 0-11 0,0 1-16 16,0 0-26-16,0 0-3 15</inkml:trace>
  <inkml:trace contextRef="#ctx0" brushRef="#br0" timeOffset="2547.78">18162 12862 64 0,'0'0'5'0,"0"0"7"0,0 0 2 0,0 0-1 15,0 0-1-15,0 0-3 16,0 0 3-16,0 0-2 15,0 0-4-15,0 0-4 0,0 0-3 16,0 0 1-16,0 0 1 16,-18-15-2-16,18 18 1 15,0 1 1-15,4 1-1 16,-3-2 0-16,3 2 1 16,1 1 0-16,0 1 0 0,1-1 2 15,1 1-2-15,1-2 1 16,0 1 0-16,2-2 0 15,-3 2-2-15,2-2 1 16,-3 2-1-16,2-2 0 0,-3 0 0 16,0-2 2-16,1 1-1 15,-2-1 0-15,-2 0 1 16,2-2 1-16,-3 3 0 16,1-2 0-16,0 0-2 15,-1 0 0-15,0 0 0 16,-1-1-1-16,1 0 0 0,-1 2 2 15,0-1 0-15,1-1-1 16,-1 1 1-16,2 1-2 16,-2-1 0-16,0-1 0 15,0 3 1-15,0-2 0 16,2 1 5-16,-2-1 0 0,0 2-2 16,0 1-1-16,0-1 1 15,0 4 2-15,-2-1 1 16,-6 4 0-16,-3 0-1 15,-5 4-2-15,-2 3-1 16,-7 5 0-16,-4 6-1 0,-8 7-1 16,-7 8 1-16,-6 2-19 15,-7 0-97-15</inkml:trace>
  <inkml:trace contextRef="#ctx0" brushRef="#br0" timeOffset="8760.87">18299 13577 112 0,'0'0'38'0,"0"0"-3"0,0 0-11 0,0 0-12 0,0 0-6 15,0 0-2-15,-30-35-3 16,22 33 1-16,3 2-1 16,-5 0-4-16,0 0 2 15,1 5-2-15,-2 3 4 16,-2 5-1-16,2 0-1 0,-1 2 1 16,5 4 1-16,-2-2-1 15,3 4 2-15,0 1-4 16,2 1 4-16,2-1-2 15,0 0 0-15,2 0 0 16,0-4 0-16,2-1 0 16,6-4 1-16,2-1-1 0,2-4 2 15,2-2-1-15,1-3-1 16,3-2 0-16,-1-1 0 16,2 0 0-16,-1 0-1 15,-2-7-2-15,1-2-6 16,-2-1 0-16,-3-2 2 0,-3 0 2 15,0-2 4-15,-3-1 2 16,1 0 0-16,-4 1-1 16,1 1 2-16,2 2-2 15,-4 3 0-15,2 0 1 16,1 4 2-16,-1 1 0 0,2 3-1 16,2 0 0-16,3 0 0 15,1 7 0-15,-1 3 0 16,2 1-1-16,2 1 0 15,-2-1-12-15,-1 1-33 16,-1-5-24-16</inkml:trace>
  <inkml:trace contextRef="#ctx0" brushRef="#br0" timeOffset="9118.45">18608 13614 94 0,'0'0'-7'0,"0"0"9"0,0 0 0 0,0 0 2 0,27 37 0 16,-20-26 1-16,0 2 2 15,-2-3-1-15,-1 5 0 16,-3-4-1-16,-1-3 0 15,1-1-1-15,-1-1-1 16,0-4 10-16,0-1 22 0,0-1 15 16,0 0-11-16,0-3-19 15,0-7-11-15,0-1-4 16,1-3-5-16,2-3 5 16,2 1-5-16,2-1-1 0,0 0-9 15,0 6-13-15,2 0-1 16,2-1-21-16,-3 0-44 15</inkml:trace>
  <inkml:trace contextRef="#ctx0" brushRef="#br0" timeOffset="9501.27">18947 13560 126 0,'0'0'-6'0,"0"0"10"16,0 0-2-16,0 0-2 16,-36-1 2-16,20 1 4 15,-2 4 11-15,1 4 5 16,-1 1-7-16,1 2-7 16,5 2-4-16,1 1-2 0,3-2-1 15,4-1 0-15,2-1 1 16,2-4-3-16,0-2 2 15,0-3 2-15,6-1 1 16,2 0 6-16,1 0 11 16,2-5-9-16,2-2-4 0,-2 2-6 15,-3 0-1-15,2 3 0 16,-5 2-1-16,3 0 0 16,-3 0 0-16,1 7 0 15,3-1 1-15,-2 1-2 0,2 0-9 16,2 0-19-16,1-4-23 15,1-1-26-15</inkml:trace>
  <inkml:trace contextRef="#ctx0" brushRef="#br0" timeOffset="10163.2">19132 13565 91 0,'0'0'15'0,"0"0"15"15,0 0 16-15,0 0-9 16,15-37-15-16,-15 35-7 15,-7 2-7-15,-2 0-8 16,-1 0-2-16,-1 7-1 0,-1 3 8 16,1 4-4-16,3 1 0 15,0-2-1-15,6 2 0 16,0-4-1-16,2-2 1 16,0-2-3-16,5-4-4 15,7-1 0-15,0-2-2 0,4 0 10 16,2-7 1-16,2-7-1 15,1-3-1-15,0-4 1 16,0-4-1-16,1-3 1 16,-5-1 1-16,0-3-1 15,-4 0 0-15,0 0-1 0,-4 1 1 16,-6 1-1-16,-2 3 0 16,-1 3 0-16,0 2 0 15,-4 6-1-15,-4 3-6 16,0 6 8-16,-3 4-2 15,1 3 0-15,-4 8-1 16,3 8 2-16,2 7 0 0,-1 1 0 16,6 4 0-16,0 1 0 15,4 1 0-15,0 1 0 16,2-3 0-16,5-2 0 16,4 0 1-16,0-5 0 0,2 0-1 15,3-4 1-15,-1-3 0 16,0-5-1-16,2-5 1 15,0-1-3-15,2-3 3 16,-3-3 3-16,0-8-1 16,-2-2-2-16,0-4 0 15,-3 0 0-15,-2 1 0 0,-4 2-1 16,1 2 1-16,-3 3 0 16,-3 3 7-16,0 2 9 15,0 3-4-15,0 1-10 16,0 0-3-16,2 2-3 15,-1 7 2-15,4 2 1 0,0 1-9 16,-1 2-14-16,1-1-10 16,4-5-51-16,-6-2-11 15</inkml:trace>
  <inkml:trace contextRef="#ctx0" brushRef="#br0" timeOffset="10279.12">19499 13350 121 0,'0'0'-2'0,"0"0"2"16,0 0-23-16</inkml:trace>
  <inkml:trace contextRef="#ctx0" brushRef="#br0" timeOffset="10561.02">19552 13472 81 0,'0'0'6'16,"0"0"16"-16,0 0 4 16,0 0-11-16,40-17-6 15,-34 4-7-15,2 3-1 16,-7-1 2-16,-1 0 5 0,0 1 10 16,-1 4 9-16,-8 2-10 15,2 4-13-15,-4 0-4 16,-1 5 0-16,2 7 0 15,1 3 1-15,1 2-1 16,2 1 1-16,6-1-2 16,0-2 1-16,0-2 0 0,7-3-8 15,4 0-13-15,0-6-25 16,3-4-11-16</inkml:trace>
  <inkml:trace contextRef="#ctx0" brushRef="#br0" timeOffset="10931.38">19700 13437 168 0,'0'0'19'16,"0"0"-8"-16,0 0-3 15,0 0-8-15,0 0-1 0,0 0 0 16,0 0 3-16,0 0 1 16,36 22-2-16,-30-10 0 15,-4-1 0-15,1 0-2 16,-3 1 2-16,1-2-1 15,-1-2-6-15,0-3-7 0,0-3 0 16,0-2 9-16,0 0 11 16,0-4 8-16,0-6-1 15,0-4-3-15,2 1 0 16,4-2-4-16,1 0-4 16,2 2 0-16,1 1-1 15,0 3-2-15,0 4 1 0,1 3 0 16,1 2-1-16,-2 0 0 15,-1 0 0-15,2 9 1 16,-5 1-1-16,1 1 0 16,-2 3 0-16,1-1-9 15,-4-3-18-15,-2 0-30 0,1-5-25 16</inkml:trace>
  <inkml:trace contextRef="#ctx0" brushRef="#br0" timeOffset="11138.2">19955 13318 192 0,'0'0'24'0,"0"0"4"0,0 0-23 0,0 0-6 16,0 0 1-16,0 0 1 15,0 0 0-15,25 39 1 16,-17-22-2-16,-3 0 1 15,2 0-7-15,-1 0-38 16,-5-7-36-16</inkml:trace>
  <inkml:trace contextRef="#ctx0" brushRef="#br0" timeOffset="11266.76">20031 13380 292 0,'0'0'2'0,"0"0"1"0,42-36-3 15,-18 22-3-15,6 2-46 16,0-4-61-16</inkml:trace>
  <inkml:trace contextRef="#ctx0" brushRef="#br0" timeOffset="11906.22">20576 13165 137 0,'0'0'13'0,"0"0"2"16,0 0-13-16,0 0-1 16,0 0-1-16,-20 46 0 15,18-31 3-15,2-2-2 0,0 1 2 16,0-2 8-16,2-4-4 16,4 1-2-16,1-2-2 15,0-3-1-15,0-1-1 16,1-2 1-16,0-1-3 15,-2 0 5-15,-1 0-2 16,2-5 1-16,-1-2 5 0,-3-1 4 16,0-3-5-16,0 4-4 15,-1 0-2-15,0 3-1 16,0 1 0-16,-2 3 2 16,1 0-5-16,1 0 0 15,2 5 2-15,3 3 1 0,-2 0 0 16,3-2 1-16,4 0-1 15,-3-2 0-15,4-3 0 16,2-1 1-16,-1 0-1 16,1 0 1-16,-1-3 0 15,2-5 0-15,-5-3-1 0,0 0 3 16,-1-4 0-16,-4 2 4 16,-2-1 0-16,-2 0 0 15,-2 0-1-15,0 2-3 16,-4 2-2-16,-3 3-1 15,-2 4 0-15,0 3-5 0,-1 0-8 16,5 5-24-16,-4 2-37 16,6-2-20-16</inkml:trace>
  <inkml:trace contextRef="#ctx0" brushRef="#br0" timeOffset="12155.23">20942 13128 173 0,'0'0'1'0,"0"0"0"0,0 0 1 0,0 0 10 0,0 0 9 0,0 0-20 16,0 0 0-16,0 0 1 16,0 0-1-16,-9 42 1 15,8-27-1-15,1 1 2 16,0-3-2-16,0-1 0 15,8-4-1-15,3-3-4 0,3-5-6 16,-1 0-11-16,5-7-19 16,-3-9-94-16</inkml:trace>
  <inkml:trace contextRef="#ctx0" brushRef="#br0" timeOffset="12311.83">21012 12976 160 0,'0'0'63'16,"0"0"-57"-16,-38-14 8 16,31 14-10-16,2 0-6 0,2 0 0 15,0 5-26-15,0 2-49 16,3-2-3-16</inkml:trace>
  <inkml:trace contextRef="#ctx0" brushRef="#br0" timeOffset="12518.56">21084 12996 257 0,'0'0'0'0,"0"0"-5"16,0 0 5-16,0 0-1 15,0 0 1-15,22 51 0 16,-17-36 1-16,-1 3-2 15,-2 2-8-15,0-4-18 16,-2-2-34-16,0-3-20 0</inkml:trace>
  <inkml:trace contextRef="#ctx0" brushRef="#br0" timeOffset="13003.01">21036 13087 188 0,'0'0'0'16,"0"0"2"-16,36-14 1 16,-16 10 3-16,-2 1-1 15,2-3 0-15,0 2-2 0,3-2-2 16,-4 1 0-16,2-1 0 16,-1-3-2-16,-2 1-7 15,0-2-32-15,-5 2 4 16,1-1 16-16,-7-1 14 15,-1 1 8-15,-4 4 1 0,-1-1 7 16,-1 2 7-16,0 2 7 16,0 2-14-16,0 0-9 15,-1 2 0-15,-1 6-1 16,0 5 0-16,0 0 0 16,2 1 0-16,0 0 1 15,0-1 0-15,0-2 1 0,1-1-1 16,2-3 0-16,0-1 0 15,0-3 0-15,0-3-1 16,4 0 5-16,-2 0 12 16,3-5 7-16,-2-5-2 15,3-1 0-15,-1 0-4 0,1 3-8 16,1-1-3-16,-3 5-5 16,1 4-1-16,2 0 0 15,-2 0-3-15,2 10 1 16,-1 4-4-16,1 0-20 15,1 1-24-15,2-4-57 0</inkml:trace>
  <inkml:trace contextRef="#ctx0" brushRef="#br0" timeOffset="13638.2">22005 12951 153 0,'0'0'50'0,"0"0"-44"0,0 0 1 0,0 0-5 15,0 0 3-15,0 0 9 0,0 0-6 16,0 0-6-16,0 0-1 16,0 0 6-16,2-40 3 15,0 29-1-15,0-5-2 16,-2-1-4-16,0 1-1 0,0-2-2 16,-4-1 0-16,0 3 0 15,0 1 0-15,2 4 2 16,-1 4-4-16,2 4 1 15,1 3 0-15,0 0-25 16,0 9 13-16,0 4 10 16,0 3 3-16,6 0 0 0,2 1 0 15,1-4 1-15,1-3-1 16,4-4 0-16,-1-2 1 16,3-3-2-16,-3-1 0 15,5 0-1-15,-1-8 3 16,2-1 0-16,-2-4 0 0,0-1 0 15,-1 0 0-15,-1-2 1 16,-2 3-2-16,-1 2 0 16,-4 4 1-16,-3 3-1 15,1 2-1-15,-3 2 1 16,-3 2-4-16,1 9 4 0,0 5-1 16,2 4 2-16,-1 1 0 15,2 0-1-15,2 1 1 16,1-1-1-16,3-4 0 15,0-2-11-15,1-4-45 16,3-5-15-16</inkml:trace>
  <inkml:trace contextRef="#ctx0" brushRef="#br0" timeOffset="13928.42">22438 12856 117 0,'0'0'18'0,"0"0"26"0,0 0-23 0,0 0-18 15,0 0-2-15,0 0-1 16,-39 27 1-16,35-16 0 16,3-1-1-16,1-3 2 15,0-1-1-15,9-3 1 16,2-2-2-16,2-1 0 0,3 0 0 16,0-4 2-16,1-5-1 15,-3-2 10-15,-2-2 6 16,-3-2 0-16,-4 0 3 15,-4 0-2-15,-1-1-9 16,0 3-7-16,-8 5-3 0,-4 3-3 16,-3 5-21-16,-6 0-17 15,3 5-24-15,1 2-16 16</inkml:trace>
  <inkml:trace contextRef="#ctx0" brushRef="#br0" timeOffset="14520.07">22581 12800 222 0,'0'0'-3'0,"0"0"9"16,0 0 0-16,39-15-6 16,-34 15-2-16,0 1 1 15,-2 7 4-15,-1 1-5 16,1 2 2-16,-1 1 2 15,0-1-4-15,-1-1 0 0,1-3-1 16,-2 0-2-16,0-2 1 16,0-4-1-16,0 1-4 15,0-2 10-15,0 0 2 16,0 0 1-16,-3-3 0 16,3-3 1-16,0-1-1 15,0-2-2-15,3-2 0 0,5 0-2 16,1 1 1-16,1 1 0 15,4-1 2-15,-1 3 3 16,1 3-1-16,1 1 2 16,1 2-3-16,0 1-3 0,2 0-1 15,-1 0 0-15,-1 5 0 16,-3 2 0-16,-2 0-2 16,-3-1-7-16,-3 0-8 15,-2-1 4-15,-3-3 5 16,0-2 2-16,0 0 7 15,-2 0 5-15,-3 0 4 0,1-6 1 16,2-1 1-16,-1-3 2 16,3 0-1-16,0-1-4 15,0-2-4-15,8 2 0 16,3 1 1-16,3 1-2 16,0 2-2-16,3 4-1 0,0 1-1 15,1 2 1-15,-1 0-1 16,0 2 0-16,-2 5 0 15,1 2-7-15,-5 2-21 16,-1-4-24-16,-4-4-37 16</inkml:trace>
  <inkml:trace contextRef="#ctx0" brushRef="#br0" timeOffset="14804.02">23049 12732 244 0,'0'0'-8'0,"0"0"4"0,0 0 6 0,41-28-2 16,-31 18-2-16,-2 3-13 15,0-2 1-15,-5 2 9 16,-1 0 5-16,-1-2 2 0,-1 4 10 16,0-2 0-16,0 2-1 15,-4 4-2-15,1 1-5 16,-4 0-3-16,3 3 0 15,0 8-2-15,1 2 1 16,1 1 0-16,2 0 0 0,0-1-4 16,4-3-5-16,3-1-14 15,5-5-27-15,1-4-31 16</inkml:trace>
  <inkml:trace contextRef="#ctx0" brushRef="#br0" timeOffset="15167.4">23268 12643 234 0,'0'0'9'16,"0"0"22"-16,0 0-12 15,0 0-14-15,0 0-4 0,0 0-2 16,0 0 0-16,0 0 1 16,12-13-2-16,-10 19 2 15,1 1 0-15,-1 1-2 16,2-1-10-16,-4 0-5 15,0-1-8-15,0-2-5 16,0-1 6-16,0-3 4 0,0 0 20 16,0 0 6-16,0-1 16 15,-2-5 7-15,2-1-8 16,0-3-6-16,0 0-4 16,2 0-9-16,4 3 1 15,2-1-1-15,1 1 0 0,3 5 0 16,0 1 0-16,2 1 0 15,2 0-2-15,-1 0 0 16,0 3 0-16,1 5-1 16,-6-1-18-16,-3-4-52 15,-1-3-32-15</inkml:trace>
  <inkml:trace contextRef="#ctx0" brushRef="#br0" timeOffset="15388.18">23513 12333 268 0,'0'0'4'16,"0"0"-6"-16,0 0 4 0,0 0-2 0,0 0 0 0,24 58 2 15,-16-31-1-15,0 3-1 16,0 4 0-16,-1 0 1 15,-2-4-23-15,-4-3-41 16,-1-4-55-16</inkml:trace>
  <inkml:trace contextRef="#ctx0" brushRef="#br0" timeOffset="15851.16">23486 12536 212 0,'0'0'4'0,"0"0"3"16,57-36-4-16,-32 23-2 16,2 1-1-16,0 1 0 15,-2-1-1-15,-1 4-2 16,-4 2 1-16,-4 1 0 0,-5 4 2 16,-3 1 0-16,-2 0-1 15,-6 3-3-15,0 9 9 16,0 3-1-16,0 2-1 15,0-2-1-15,0 1-1 16,-2-3 1-16,2-3-1 16,0-3-1-16,0-3 2 0,6-2 0 15,3-2-1-15,5 0 1 16,-3-6-1-16,7-7 0 16,-1-2 0-16,2-4 1 15,0 1 1-15,-4 2 6 16,-1 1 1-16,-2 3-1 0,-4 7-4 15,-3 1 1-15,-1 4 0 16,-1 0-5-16,-2 4-1 16,0 4 0-16,1 1 0 15,1 2 1-15,-1 1-3 16,0-3 4-16,3 0-7 0,2-1-14 16,3-1-10-16,-1-3-22 15,3-3-15-15,1-1-25 16</inkml:trace>
  <inkml:trace contextRef="#ctx0" brushRef="#br0" timeOffset="18499.78">18777 14490 41 0,'0'0'37'0,"0"0"-26"0,0 0 8 0,0 0-1 15,0 0 1-15,0 0 1 16,0 0 4-16,0 0 1 16,0 0-5-16,0 0-9 15,0 0-2-15,-20-38-4 16,20 38-3-16,0 0-2 0,0 0-4 16,0 0-1-16,0 11 4 15,0-1 0-15,2 6 1 16,4 4 0-16,-2 4 0 15,4 7 1-15,0 3-1 16,1 7 0-16,1 2 1 0,-2 4-2 16,1 0 0-16,-3-2 2 15,2-2 0-15,-4-6-1 16,0-4 0-16,1-4 1 16,-1-4-1-16,0-4 0 0,2-4 0 15,-2-4-4-15,1-2-11 16,1-4-15-16,-2-7-27 15,0 0-11-15</inkml:trace>
  <inkml:trace contextRef="#ctx0" brushRef="#br0" timeOffset="19162.75">18802 14489 49 0,'0'0'18'0,"0"0"-4"0,0 0 8 0,0 0-3 15,46-42 3-15,-32 32 0 0,1 0 4 16,3 1-3-16,2 2-7 16,2 1-8-16,-1 3-5 15,-2 3-3-15,0 2 0 16,-6 9 0-16,-3 3-2 15,-4 5-1-15,-6 1-5 0,0 0 4 16,-2 1 3-16,-7-1 0 16,-7-3 0-16,-1 0 1 15,1-4 2-15,0-2-1 16,2-4 2-16,3 0 0 16,2-3-3-16,3-2 0 0,2-2 1 15,3 0-1-15,1 0-6 16,0-3 11-16,0-1-5 15,4-3 0-15,5 1 0 16,5 0 0-16,-1 1 0 16,3-1 0-16,0 4 0 0,0 2 0 15,1 0 0-15,-1 0 0 16,-5 4-2-16,-1 5 2 16,-2 3-1-16,-3 2 0 15,-3 0-2-15,-2 1 1 16,0-1 1-16,0 0-2 0,-9-2 3 15,-3 1 0-15,-1 0 1 16,-3-2-1-16,-1-1-23 16,2-4-32-16,3-6-50 15</inkml:trace>
  <inkml:trace contextRef="#ctx0" brushRef="#br0" timeOffset="19625.21">19264 14371 154 0,'0'0'-1'0,"0"0"5"0,0 0-3 0,0 0-1 0,0 0 0 16,0 0-1-16,0 0 1 15,41 10 0-15,-31 6 1 16,0 2 1-16,1 3 1 0,1 1-1 16,1-1-1-16,-1 2 0 15,2-3 2-15,-5-3-3 16,0-3 1-16,-1-4-1 15,-2-4 1-15,0-2 0 16,-3-4 2-16,1 0 8 0,0 0 17 16,0-9 2-16,-3-5-7 15,2-3-10-15,1-3-1 16,-2-4-4-16,0 0-1 16,0-3-4-16,1 0-3 15,-1 0 0-15,4 3-1 0,0 1-14 16,4 4-21-16,-5 3-46 15,5 4-68-15</inkml:trace>
  <inkml:trace contextRef="#ctx0" brushRef="#br0" timeOffset="20102.18">19646 14801 110 0,'0'0'6'0,"0"0"4"0,0 0 23 16,0 0 17-16,0 0-28 15,0 0-12-15,0 0-2 0,0 0-4 16,7-38-1-16,-3 21-1 15,1-1-2-15,0-2 1 16,1-2-1-16,-3-2 0 16,1 1 2-16,2 0-2 15,-4 1 0-15,-1 5 0 0,0 4-2 16,-1 5 1-16,0 2 1 16,0 3-1-16,0 3-1 15,0 0-9-15,0 10 2 16,0 1 5-16,0 4 4 15,0 3 1-15,0-1-1 16,2 1 2-16,2 0 0 0,2-3 0 16,1 0 0-16,0-1 0 15,1-1-1-15,0-2 0 16,0-3 0-16,-1 1-1 16,2-3 0-16,-2-3-10 0,1-1-26 15,-2-2-23-15,-1 0-14 16</inkml:trace>
  <inkml:trace contextRef="#ctx0" brushRef="#br0" timeOffset="20307.24">19644 14676 155 0,'0'0'8'0,"0"0"44"16,0 0-24-16,0 0-13 0,0 0-1 15,0 0-11-15,0 0-1 16,0 0-1-16,0 0 0 16,0 0-1-16,51-39 0 15,-31 30-1-15,2-1-33 16,0 0-60-16</inkml:trace>
  <inkml:trace contextRef="#ctx0" brushRef="#br0" timeOffset="20515.58">19913 14564 202 0,'0'0'6'16,"0"0"23"-16,0 0-8 16,0 0-4-16,0 0-6 15,0 0-6-15,0 0-3 0,0 0-2 16,23-9 0-16,-11 4 0 15,1-1-10-15,1-1-32 16,1-4-55-16</inkml:trace>
  <inkml:trace contextRef="#ctx0" brushRef="#br0" timeOffset="20714.28">20148 14393 227 0,'0'0'8'0,"0"0"-8"0,0 0-3 16,0 0 5-16,1 45 2 15,1-22-1-15,1 2-1 16,0 5 0-16,-1 4 0 16,0 0-5-16,0 0-71 15,-2-5-76-15</inkml:trace>
  <inkml:trace contextRef="#ctx0" brushRef="#br0" timeOffset="21896.14">20311 14141 86 0,'0'0'8'0,"2"0"-3"0,4 0 4 0,-1 0 6 0,3 0 6 15,2-1-4-15,3-5 6 16,4 2 2-16,2-1-13 16,2-2-6-16,1 0-2 15,3-1-4-15,-2 2 1 0,0 0 1 16,-3 1-2-16,-2-1 0 15,-1 3-5-15,-4 0-26 16,-4-1-31-16,-4 0-67 16</inkml:trace>
  <inkml:trace contextRef="#ctx0" brushRef="#br0" timeOffset="22080.93">20444 14040 247 0,'0'0'-3'0,"0"0"11"0,0 0-7 16,0 0-11-16,0 0 14 15,8 37-3-15,4-17-5 16,-1 1-27-16,0 6-4 16,1-3-24-16,-3-2-51 0</inkml:trace>
  <inkml:trace contextRef="#ctx0" brushRef="#br0" timeOffset="22487.37">20907 13915 138 0,'0'0'-11'15,"0"0"8"-15,0 0 3 16,0 0-1-16,0 0-3 0,0 0-1 16,48-12 4-16,-36 7 2 15,-2 2 1-15,2-2 6 16,0-1 7-16,1 0 0 16,1 1-2-16,1-2-7 15,3 1-4-15,-3 0-1 0,1-1-9 16,-3 3-36-16</inkml:trace>
  <inkml:trace contextRef="#ctx0" brushRef="#br0" timeOffset="22930.04">20884 13973 91 0,'0'0'8'0,"0"0"15"15,0 0-8-15,47-1 0 0,-32 4 3 16,4 8-11-16,-2 1-1 15,2 5-4-15,3 4-2 16,-2-1 2-16,0 1 0 16,-2 2-1-16,-1-5-3 15,0 0-3-15,-2-6 1 0,-1-2 4 16,-3-4 1-16,-2-5 1 16,2-1 3-16,-6-1 24 15,1-11 3-15,-3-3-4 16,-1-4-13-16,-1-2-4 15,-1-2-2-15,0-4-3 0,0-1-2 16,0-1-3-16,0-2-1 16,0 1-6-16,0 2-21 15,3 2-23-15,4 5-55 16</inkml:trace>
  <inkml:trace contextRef="#ctx0" brushRef="#br0" timeOffset="23539.83">21492 13880 122 0,'0'0'-2'0,"0"0"3"15,0 0 0-15,11-48-1 16,-11 35-3-16,-6 1 1 15,-1 2 2-15,-5-1 4 0,0 4 4 16,-2 1 3-16,0 6-3 16,0 0-5-16,-3 3-3 15,2 11 3-15,-3 2-3 16,4 2 1-16,2 3-1 16,5-2 0-16,4 0 0 0,3-4 0 15,0-3-2-15,0-4 2 16,5-1 0-16,5-4 1 15,0-3 0-15,1 0 2 16,3 0-1-16,-1-9 1 0,-2-2 6 16,1-2 11-16,-2-2 1 15,-2-1-3-15,0 3-7 16,-3 1-4-16,1 0-4 16,-3 6-2-16,-1 1 0 15,1 3-2-15,-1 2 1 16,1 0-5-16,-1 5-3 0,2 6 6 15,0 4 2-15,2 1 1 16,-1 3-1-16,3 2 1 16,-1-1-1-16,2 1 0 15,-3-1 0-15,1 0 1 16,-4-4-2-16,0 1 2 0,-1-3-5 16,-2-3 4-16,0-3 0 15,-3-1-3-15,-4-2 7 16,-3-2 11-16,-4-2 0 15,0-1-6-15,0 0-6 16,-3 0-1-16,-1 0-1 0,3-3-2 16,-1-6-25-16,3-4-58 15</inkml:trace>
  <inkml:trace contextRef="#ctx0" brushRef="#br0" timeOffset="24835.83">21233 13441 99 0,'-40'-2'1'0,"-1"-2"2"0,-1 3 7 15,-1 1-7-15,0 0-2 16,-1 0-1-16,-4 0 0 16,0 0 0-16,-4 1 2 15,-4 1-4-15,-4-1 4 0,-3 1 2 16,-4 0 6-16,-3 4-2 16,-2 1 2-16,-1 0-2 15,-3 3-2-15,-1-3-4 16,-1 3 3-16,0 1 0 15,-2 1 1-15,-3-1-2 0,-1 5-2 16,-2 1-1-16,-1 0 1 16,-1 4-1-16,-1 1-1 15,-3 0 0-15,1 1 0 16,1 1 2-16,-3 4-4 16,1-1 4-16,5 2-4 0,4 2 4 15,0-1-2-15,0 4 1 16,4 2-1-16,2 0-1 15,0-1 1-15,0 1 1 16,4 1-1-16,3-1 0 16,1 4 0-16,5 1 0 0,2 2 2 15,4 3 0-15,1 0 3 16,5 1 1-16,0 1-1 16,6 0-3-16,1 2 1 15,9 1-3-15,2 0 1 16,6 2 0-16,7-3 0 0,3-1 0 15,5-2-1-15,6 1 1 16,3-4-2-16,4 0 2 16,0-1-1-16,6-2-2 15,7-1 0-15,2-3 2 16,4-3 0-16,2-1 1 0,5-4-1 16,3 0 8-16,3 1-2 15,7-2-1-15,3 3 0 16,2 1-1-16,5 0-1 15,3 2-2-15,1 0-1 16,5-2 1-16,3-2-3 0,3-3 1 16,3-5 1-16,3-2 0 15,0-3 0-15,1-4 1 16,1 0 1-16,1-2 1 16,1-1 5-16,4-1-1 15,5 1-1-15,-1-2-3 0,4-1-1 16,7 0 1-16,3-4-3 15,-2 0 1-15,2-3 1 16,5 0-2-16,-3-10 0 16,-2-3 1-16,2-5 0 15,-1-4-1-15,-1-2 2 16,-3-3 0-16,2-3-2 0,-5-4 1 16,1-1-1-16,-1-2 1 15,1-4-1-15,0 1 2 16,-4-2-1-16,-3 0 2 15,-3 0-1-15,0-2 0 0,-7-3 1 16,-2-1 0-16,-4-2-1 16,-3-4 0-16,-2-2 1 15,-5-3-3-15,-3-3 0 16,-6 0 1-16,-2-3-1 16,-6-1 1-16,-7 1-1 0,-7 1 0 15,-7 3 0-15,-9-1 1 16,-7 3 4-16,-4 1 2 15,-13 1 5-15,-9 2-6 16,-9-1-1-16,-8 1-2 16,-8-2-2-16,-6 2-2 15,-11 2-2-15,-8 3 4 0,-8 5-2 16,-8 7-6-16,-8 7-15 16,-14 5-19-16,-9 5-62 15</inkml:trace>
  <inkml:trace contextRef="#ctx0" brushRef="#br0" timeOffset="30568.92">19680 11166 4 0,'0'0'0'0,"0"0"2"0,0 0 1 0,0 0 1 0,0 0 10 16,0 0 26-16,0 0-10 15,0 0-17-15,0 0 0 16,0 0 1-16,0 0-9 0,0 0-5 16,0 0-2-16,0 0-2 15,0 0 2-15,0 0 3 16,0 0-2-16,0 0 2 16,0 0-2-16,0 0 0 15,0 0-2-15,0 0 1 16,0 1 2-16,0-1 0 0,0 2 0 15,1 0 0-15,4-2 1 16,1 0-1-16,-1 2 1 16,1-2 2-16,0 0-3 15,1 0 0-15,4 0 2 16,-4 0-1-16,3 0-1 0,2 0 1 16,1 0 0-16,0 0-1 15,-1 0 0-15,0 0 0 16,2-2 1-16,-1 1-4 15,1-2 5-15,0 0-2 0,-1 3 1 16,3-3 0-16,-1 3 1 16,1-1 0-16,-3-2-2 15,4 3 1-15,-2-1-1 16,1-1 1-16,0 1-1 16,3-3 1-16,-1 2-1 15,0 1 0-15,2-2 1 0,-1 1-1 16,2 1 0-16,-2-2 1 15,3 3-2-15,-5-1 2 16,2 1-1-16,0-2 0 16,-2 1 0-16,0 1 1 15,1 0-2-15,2 0 1 0,-2-3 0 16,4 3 0-16,-1-1 0 16,2-2 1-16,2 0-1 15,0 3 0-15,-2-4 0 16,2 2 0-16,-1-1 0 15,3-1 0-15,1 1 0 0,-1 0 0 16,0 1 0-16,0-2 0 16,0 2 1-16,0-1-2 15,1 0 1-15,-1-1 0 16,-2 1 0-16,4 0 0 16,0 2 0-16,0-2 0 15,-1 0 2-15,2 1-2 0,0 0 0 16,3 0 0-16,-2 0 1 15,1-1-1-15,3 3 1 16,-3-1-1-16,5 0 0 16,-3-1 0-16,4 0 0 15,0 1 1-15,0-1 3 0,2-2-3 16,1 1 0-16,-1 1 0 16,0 0-1-16,3-1 0 15,-1 0 1-15,3-1-1 16,-3 1 0-16,0 2 0 15,1-2 2-15,-3 0-2 0,0 0 1 16,3-1 1-16,-3 1 2 16,2-1-2-16,-1 1 2 15,-1 0 1-15,-2 1-2 16,1-1 1-16,-1 0-1 16,-4 0 2-16,1 1-4 0,-2 0 1 15,0 0-1-15,-2 0 0 16,-3 0 0-16,0 2 0 15,-4 0 0-15,-4-1-1 16,0 1 0-16,-5 0 2 16,-2 0-1-16,-5 0 1 0,-2 0-1 15,-4 1-13-15,-2 3-29 16,-7 2-5-16,-10-3-41 16</inkml:trace>
  <inkml:trace contextRef="#ctx0" brushRef="#br0" timeOffset="31929.03">19548 11275 24 0,'0'0'24'0,"0"0"-19"0,0 0 3 16,0 0 0-16,0 0-6 15,0 0-1-15,0 0-1 0,0 0 1 16,0 0-1-16,2 0 0 16,-2 0 0-16,2 0 1 15,-1 0 3-15,3 0 3 16,0 0-3-16,0 0-2 16,2 0-2-16,2-3 1 0,-1 2 1 15,0-1-2-15,4-1 0 16,-4 1 0-16,3-1 0 15,2 0 2-15,-1 0 4 16,-1 2-1-16,4-2-3 16,-1 0 0-16,2 1 0 15,-1 0-2-15,1 0 1 0,0 2-1 16,-1-1 1-16,1-1-1 16,1 0 0-16,-1 0 1 15,1 0-1-15,0 0 0 16,4 1 0-16,-4-1 0 0,2 0 0 15,1 1 1-15,0-1 1 16,3 0 0-16,1-1-1 16,1 0 1-16,2-1-1 15,2 1 0-15,1 0 0 16,-1-1-1-16,0 0 1 0,-1 1-1 16,1 0 2-16,-1-2 0 15,2 0 0-15,5 2-1 16,1-2 0-16,3-1 1 15,0 3-2-15,5-3 1 16,-3 2 0-16,0-1 0 0,3 0-1 16,-1 1 0-16,1-2 0 15,1 1 0-15,3-1 0 16,2 0 0-16,0 1 0 16,0 0 0-16,2-2 1 15,1 3-1-15,4-3 0 0,0 1 0 16,4-1 0-16,3-1 0 15,-2 1 4-15,3 0 1 16,1-1 1-16,-1 1-1 16,0-1-1-16,-1 0-2 15,1 0 2-15,1-2-2 16,-2 4 1-16,0-2-2 0,-1 1 1 16,-1-1-2-16,-5 3 2 15,-1 1-1-15,-2-2-1 16,-8 3 0-16,0-1 1 15,-7 1-1-15,-3 1 0 16,-6 1 1-16,-7 1 0 0,-3 0 0 16,-6 0 0-16,-7 0-15 15,-6 3-35-15,0 0-10 16</inkml:trace>
  <inkml:trace contextRef="#ctx0" brushRef="#br0" timeOffset="35382.42">20560 9951 40 0,'-12'-7'7'0,"1"0"13"0,-1 1-6 0,-2-1-4 15,3 2 0-15,-5-1 0 16,1 0-2-16,-2 2-1 16,0-2-3-16,0 2 2 15,3 0-1-15,-4 0 1 16,4-1-1-16,-1 1 3 0,4 1-3 16,-1-2 0-16,-1 2-2 15,1-2 0-15,-1 2-1 16,0-1 0-16,-2 3-2 15,0-1 2-15,-2 1-2 16,-2 1 1-16,1 0-1 0,-3 0 0 16,0 0 1-16,-2 1-1 15,-2 4 1-15,0 0-1 16,-2 2 0-16,-4-1 1 16,1 1-1-16,0 0 0 15,0 1 0-15,-1 0 0 0,-2-1 0 16,1 0 1-16,-2 2-1 15,0 1 0-15,-2-2 0 16,2 2 0-16,-3 0-1 16,5 1 1-16,-1 0 0 15,4 1-1-15,4 1 1 16,2 4-2-16,-2-1 1 0,4 2-1 16,-1 6 2-16,1-2-1 15,-2 3 0-15,4 0 1 16,0 1-1-16,0-2 0 15,0-1 0-15,3 1-1 16,2-1 0-16,2-3-1 0,-1 1 2 16,4 2 0-16,0 2 0 15,0 0 1-15,4 2 0 16,0 1-3-16,4 5 2 16,0 0 0-16,1 0 2 15,0-1-2-15,0-2 1 16,0-1 0-16,5-3-1 0,-2-2 1 15,2 2-4-15,0-4 6 16,3 4-2-16,-2-2-2 16,1 1 1-16,3 1 2 15,0-2 1-15,1 3 0 0,2-3-2 16,1 2 0-16,4-2 1 16,-3 2 0-16,2-1 0 15,0-1 0-15,3 2 1 16,-2 0-2-16,1 0 1 15,2 0-1-15,-2 0 1 16,3-1 0-16,2 1 1 0,-2-2-1 16,1-3-1-16,3 0 1 15,-1-1 1-15,0-3 3 16,3-1 2-16,0 0 5 16,1-1-6-16,2-2 2 0,0 3-4 15,2-1-1-15,2 0 0 16,0 2-1-16,1-1-1 15,1 0 1-15,-2-3-1 16,1 0 2-16,-1-3-3 16,-1-2 1-16,1-1 2 15,-1-1-2-15,1 1 0 0,2-3 1 16,5 1-1-16,0 0 1 16,5 1-1-16,-2-1 0 15,2-2-1-15,-1-1 3 16,0 2-3-16,2-2 1 15,-2-1-1-15,4-1 1 0,-2 3-1 16,3 0 0-16,-3-2 0 16,0 2 0-16,-2 0 0 15,0-2 1-15,0-1-2 16,0 0 2-16,-1 0 0 0,2-1-1 16,-1-5 1-1,1-1 1-15,-2 0 2 0,0 2 2 16,-1-3-4-16,2 1 1 15,-2 0-2-15,0 0 0 16,-2-2 0-16,-1 1 1 16,-1-1-1-16,1-1 0 0,-3 3-1 15,3-4 0-15,0 3 1 16,-1-1 0-16,-2-1 0 16,-1 0-1-16,0 1 1 15,-3-1 0-15,-1-1 0 16,-1 0 0-16,0-2-1 0,3-4 2 15,0 1-2-15,2-4 0 16,0 0 0-16,-1-1 1 16,-1-3-1-16,-4 0 0 15,-2 1 0-15,-5-2-1 16,-1 1 2-16,-6 1-1 16,-2-1 0-16,-1 0 0 0,-3 1 0 15,-1-1 2-15,-2-2-2 16,0-1 0-16,0 0 1 15,-1-2-1-15,0-1 0 16,-2 0 0-16,-2-1 0 16,-2 1 0-16,-1 1-1 0,0-1 1 15,-4 3 0-15,-3-1-2 16,-4 1 1-16,2 0 0 16,-5 0 2-16,2 0 4 15,0 0-2-15,-3 1 1 16,2-1-3-16,0 3 0 0,1 2 1 15,-2 0 0-15,2 0-2 16,-2 2 1-16,-2 0 0 16,0 0-1-16,0 0 0 15,-5 2 1-15,2-1 0 16,-2 2-2-16,0 0 1 16,1 0 0-16,-1 0 0 0,-3 1 0 15,4-1 0-15,-5-1-1 16,-1 1 2-16,1-2-1 15,-2 2 0-15,-2-2 0 16,-2-3 1-16,-4 2 0 0,-4-4 0 16,-3 2 0-16,-8 0 0 15,-4 1 0-15,-9 0-1 16,-9 3 0-16,-9 0 0 16,-5 7 0-16,-14 2 0 15,-9 5 0-15,-11 4 1 16,-13 0-1-16,-15 12-2 0,-21 6-24 15,-19 0-42-15,-18 1-107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07:44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16889 7011 38 0,'0'-4'11'0,"-2"3"7"0,2-2 2 0,0 0-10 16,0 0-1-16,0-1-3 0,0 1-1 16,0-1 1-16,0 2-1 15,6-2 0-15,-2 1-2 16,-1 0-1-16,0 1-1 16,2 0-1-16,-1 2 1 15,1 0-1-15,2 0 0 0,0 0 0 16,0 0 0-16,3 0 0 15,-1 0 0-15,1 0-1 16,2 0 2-16,-2 0-1 16,-1 0 0-16,2 0 1 15,0 2 0-15,-2 0-1 0,-1 1 0 16,2 0 0-16,-3 1 0 16,1-2 0-16,-1 4 0 15,0-1-1-15,-2 1 1 16,1 0 0-16,-2-1-1 15,0 5 0-15,1-3 0 16,-3 3-2-16,-2 0 2 0,1 2 2 16,-1 2 0-16,0-1-1 15,0 3 1-15,0-1 0 16,0-1 0-16,-1 0 0 16,-1 2 0-16,0-1-1 15,-4 1 1-15,3 1 1 0,-3 4-2 16,0-2 1-16,0 2-1 15,-2-1 1-15,3 1 0 16,-3 2 0-16,3 0 0 16,-2 1 0-16,3 2 0 15,3 2 0-15,-1 0-1 0,2 1 2 16,0-1 1-16,0 0 0 16,6-5-1-16,4 1 1 15,-1-2-1-15,2-4 3 16,4 1-2-16,1-2 0 0,2-2-1 15,-2 1 1-15,6-5-1 16,-4-1 0-16,0-1 2 16,2-2-2-16,1-3 0 15,-2 0 1-15,-1-2-2 16,-2-2 1-16,1 1-1 16,-3-1-1-16,-4 0 1 0,0 0-1 15,-7 0 0-15,1 0-1 16,-3 0 0-16,-1 3-1 15,0-2 1-15,0 2-8 16,0 4 5-16,0-1 5 16,-5 5-2-16,0 1 0 0,-3 1 2 15,2 2 0-15,-1 5-1 16,3 0 0-16,2 4 0 16,-2 3 0-16,4 4 0 15,0 2 1-15,0 1-2 16,0 3 3-16,0 1-2 15,0 2 0-15,0 3 1 0,0 4-1 16,0 2 0-16,0 2 1 16,0-1-1-16,-1 3 0 15,1-1 0-15,0 0 1 16,0 1-1-16,3 1 1 16,3 0 0-16,1 1 1 0,2-2-2 15,0 0 1-15,-2-1 1 16,3-1-2-16,0-1 1 15,-4 0 1-15,1-6 0 16,-4 1-1-16,1-2 0 16,-3-2 0-16,-1 0 1 0,0-1-1 15,0 0 1-15,-6 2-1 16,-4-3-1-16,0-2 2 16,-5-6 0-16,0-1 0 15,-4-5 1-15,-1-3 3 16,0-5-1-16,-2-3 3 15,1-3-3-15,1-2-1 0,0-2 0 16,0-4-1-16,1-2 0 16,-3-1 2-16,1 0-2 15,-1 0 0-15,-1-4-2 16,-1-3 0-16,-1 2-4 16,-1-2 0-16,-2-1-12 0,0-5-44 15,1-7-48-15</inkml:trace>
  <inkml:trace contextRef="#ctx0" brushRef="#br0" timeOffset="6066.48">9837 8139 36 0,'0'0'6'0,"0"0"1"0,0 0 2 0,0 0 2 16,0 0 2-16,0 0-6 15,0 0 1-15,0 0-2 16,-43-20 2-16,35 16 1 15,-1 0-4-15,1 1-3 16,-3 1-1-16,3 0-1 0,-4 0 1 16,1 1-1-16,0 1 0 15,-2-2 0-15,0 2 0 16,-3 0 1-16,2 0-2 16,-4 0 2-16,0 0-1 15,-2 0 0-15,0 0 0 0,0 2 0 16,-2 3 0-16,-1 0 0 15,0 3 0-15,2-1 0 16,-4 2 0-16,2 1 2 16,-2 1-2-16,4 0 0 15,-2 1 0-15,-1-1 0 0,1 3 0 16,1-1 0-16,-4 1 1 16,3 2-1-16,-2 1 0 15,1 2 1-15,-1 2-1 16,3 0 1-16,-1 0-1 15,0 2 1-15,2 0-1 0,1-2 0 16,4 1 1-16,-2 0 0 16,0 2-1-16,1-1 0 15,0 3 0-15,2-2 1 16,-3 4 0-16,-1 0 0 16,2-1 0-16,2 1 1 0,-1 0-1 15,1 0-1-15,1-2 1 16,5-1-1-16,0 0 0 15,2-1 1-15,2 0-1 16,2-1 0-16,3 1 0 16,0-1 1-16,0 2 0 0,0-1 0 15,6 2 0-15,1-1 1 16,0 0-1-16,1-1 0 16,1 0-1-16,3-2 2 15,-1-2-2-15,-2 0 0 16,5-1 0-16,-1-1 0 15,3 1 0-15,1-1 1 0,1 1 0 16,0-2 0-16,2 1-1 16,0-4 0-16,0 1 1 15,0-1-1-15,1-3 1 16,0 2 2-16,2-2-1 16,2 2 1-16,-2 1-2 0,4-2-1 15,0 3 1-15,0-1-1 16,2-1 0-16,0 1 1 15,0 2-1-15,3-2 0 16,-1 0 1-16,1 2-1 0,3-2 0 16,2 0 0-16,-2-1 1 15,1-3-1-15,-1-1-1 16,1-2-1-16,0-3 4 16,-2-1 1-16,-1-2 3 15,1-1-3-15,-3 0-1 0,3 0 1 16,-1-3-2-1,-1-2 2-15,5-1 0 0,-1-2-3 16,0 0 1-16,4-3-1 16,-2 3 0-16,-4-4 0 15,1 1 1-15,-3-2-1 16,-1 0 0-16,-4-1 0 16,-2 1 1-16,1-1-1 0,-6 0 0 15,0 0 0-15,-2-2 1 16,0 2-1-16,-4-3 0 15,-1 0 0-15,-4 0 1 16,2 0-1-16,-2-2 0 0,-2 1 1 16,4-1-1-16,-4-2 0 15,-1 2 0-15,-1-2 0 16,1 0 0-16,0-2 0 16,0 0 0-16,-4-3 0 15,2 0 1-15,-1-2-1 0,1 1 26 16,-2-2-25-16,0 2-1 15,1 0 0-15,-3 0 0 16,0 2 2-16,0-1-2 16,0 2 1-16,0-2-2 15,0-1 2-15,1 0-1 0,-1-1 0 16,0-2 0-16,0 0 0 16,0 2 0-16,0-2 0 15,-4 0 0-15,0 2 0 16,-2 2 0-16,1 1-1 15,-3 0-1-15,0 3 4 0,0-1-2 16,1 0 1-16,-2-1 0 16,-2 1-1-16,2-2-2 15,-2 1 3-15,-3-2 0 16,-2 2-1-16,-1 0 1 16,-1 3-2-16,-3 2 3 0,1 2-1 15,-3 3 1-15,2 3-2 16,-2 2 1-16,-1 5 0 15,2 2-2-15,-3 2 0 16,0 0-1-16,-1 12 0 16,3 2-23-16,1 0-42 15</inkml:trace>
  <inkml:trace contextRef="#ctx0" brushRef="#br0" timeOffset="7070.06">11287 9243 69 0,'-1'0'5'0,"1"0"11"0,0 0-3 0,0 0-4 0,0-3-6 16,0 1 1-16,6-1-2 15,0-1 0-15,1 2 0 16,0-2 1-16,4 0-1 16,0 1 1-16,-1 1-1 15,3-1-1-15,0 0 1 0,3 0-1 16,1-1 1-16,1 1 2 15,2-1-1-15,2-2 1 16,5 2 3-16,-2-2 0 16,2 0 1-16,2-1-2 15,-4 0 0-15,2 0-2 0,-3 0-1 16,-1 1 0-16,1-1-1 16,-6 3-2-16,4-3 0 15,-4 4 1-15,-1 0-1 16,2 0 0-16,-4 2 0 15,1 0 0-15,-3 1 0 0,-1 0-1 16,-3 0-8-16,-1 0-32 16,-5 4-1-16,-1-1-37 15</inkml:trace>
  <inkml:trace contextRef="#ctx0" brushRef="#br0" timeOffset="7533.44">11358 9372 11 0,'0'0'4'0,"0"0"0"0,0 0-1 0,0 0 8 0,0 0 3 15,0 0-2-15,0 0 1 16,0 0-2-16,45 8-2 15,-27-8 0-15,-1-1 5 16,4-6 5-16,4 1-3 16,-1 0 4-16,0-5-4 0,3 4-3 15,-4-3 2-15,2 3-3 16,-5 0-6-16,0 1 0 16,-2 2-4-16,-1 2 0 15,-2 2-2-15,-2 0 0 16,2 2-1-16,-2 8-3 0,-1-3-57 15,-3-4-33-15</inkml:trace>
  <inkml:trace contextRef="#ctx0" brushRef="#br0" timeOffset="9255.2">14025 7892 66 0,'0'0'4'0,"0"0"9"0,0 0-4 0,0 0 1 16,0 0-2-16,-7-38-1 16,7 33-2-16,-2 1 1 15,-2 1-2-15,1-1-3 16,1-2 0-16,0 5-1 16,-2-2 0-16,0 0 0 0,1 0 0 15,-2 0 0-15,-3-1 0 16,0 0 0-16,-3 1 1 15,0-1 0-15,-4 2 0 16,-1-1 1-16,-5 1 0 16,2 0-1-16,-3 2 3 0,-3 0-2 15,3 0-1-15,-5 0-1 16,-2 3 1-16,2 3-2 16,-2 1 1-16,-2 1 1 15,4 0-1-15,2 1 0 16,0 0 0-16,1 0 0 0,0 2 0 15,3-1 1-15,-3 1-1 16,2 2 0-16,1 0 1 16,-1 0 0-16,0 2 0 15,0 1 2-15,0 2-3 16,3 0 0-16,-3-2 1 0,2 3-2 16,4-2 2-16,-2 0-1 15,5-1 0-15,-1-1 0 16,3-3 0-16,1 4 0 15,0-1 0-15,3 0 1 16,1 0-1-16,1 3 1 0,-4-1-1 16,4 0 1-16,1 2-1 15,-2-1 1-15,1-1-1 16,1 2 0-16,-2-1 1 16,4 1 1-16,2-1-2 15,0-1 1-15,0-1 0 0,0-1 0 16,0 0-1-16,0-1 2 15,0-3-2-15,2 2 1 16,0-2-1-16,4-1 1 16,-2 0 0-16,1 0 0 15,1-1 0-15,1 1 0 16,3-1 0-16,0 1 1 0,3 0-1 16,1 0 1-16,-1-1-1 15,3 1-1-15,-3-2 1 16,4 1 0-16,-1-1 0 15,1-1 0-15,2 0-1 16,-2-2 0-16,1 1 2 0,3-1 0 16,-4 1-1-16,2-2 0 15,-1-1 1-15,1 0-2 16,-3-1 3-16,3-2 2 16,-1 0 4-16,4 0-4 15,-1 0 1-15,3 0-5 0,2 0 0 16,-1 0 0-16,-2-2-1 15,4-1 1-15,-3 0-1 16,-2-1 0-16,1 1 1 16,-1-1-1-16,-1-1 1 15,1 0 1-15,2 0-2 0,-3 1 0 16,2-3-2-16,0 0 7 16,-1 1-4-16,1-1 0 15,-3-1-1-15,2-2 1 16,-1 1 0-16,-2 1 1 15,0-2 1-15,0 0-1 0,-1-1 2 16,-3-2-3-16,0 1 1 16,1-3 0-16,-4-1 1 15,0-1-2-15,2-1 2 16,-4-2-2-16,-1-3 1 16,0 0-1-16,-2-4 2 0,-1 0 0 15,-4-1 1-15,2-1-2 16,-1 0 0-16,-3 2-1 15,0-1 0-15,0 3 1 16,0-2 0-16,-2 0 4 16,-5 1-2-16,-2 1 2 15,-2 2-2-15,-4 1-1 0,-3 3-2 16,0 5-3-16,-6 7 0 16,-4 4-2-16,-5 3-28 15,-2 0-51-15,1 0-88 16</inkml:trace>
  <inkml:trace contextRef="#ctx0" brushRef="#br0" timeOffset="13890.9">15635 8101 23 0,'0'0'5'0,"0"0"16"0,0 0-3 15,0 0-2-15,0 0-8 16,0 0 0-16,0 0-4 0,0 0-1 16,-43-26-1-16,34 26-1 15,0 0-1-15,-2-1 1 16,2 1-1-16,0 0 1 15,-1-3-1-15,0 1 1 16,1 1 6-16,-2-2 2 0,-3 3-1 16,-1-1-2-16,1 1-1 15,-5 0-1-15,1 0-3 16,1 0-1-16,-1 0 2 16,0 0-2-16,1 0 1 15,-1 0 1-15,2 1-1 0,0 3 0 16,0-2 5-1,0 1 3-15,2 0-5 0,-4 1-3 16,-1 1 0-16,2 1 1 16,-6 1-2-16,3 2 0 15,-1-2 0-15,0 4 1 16,-1-1-1-16,4 2 0 0,2-1 0 16,-1 0 0-16,1 2 0 15,5-2 0-15,-3 2 0 16,5 1 0-16,-3-1 0 15,1 3 1-15,3 1-1 16,-3 1 0-16,1-1 0 0,1 3 0 16,3 0 1-16,2 0-1 15,-2-1 2-15,4-1-2 16,2 2 1-16,0-2 0 16,0 1 0-16,0-1 0 15,0 1-1-15,1-1 1 16,2 2 0-16,-1 0 1 0,0-2-1 15,0 1-1-15,0 1 2 16,0-2-2-16,-1 3 0 16,1-1 0-16,2 0 0 15,-2-1 0-15,0-1 0 16,2 1 0-16,2-2 0 0,-2 0 0 16,2 0 1-16,1 0-1 15,0-1 1-15,1 1-1 16,0-1 0-16,-2-1 1 15,3 0-1-15,-1-2 0 0,2 1 0 16,1-1 0-16,1 0 1 16,1 0 0-16,3 0 1 15,-1 1 1-15,3 0-2 16,2-1 1-16,1 1-3 16,1-1 2-16,1-1-1 15,1 0 2-15,0-1 2 0,1 1-2 16,0-1 2-16,-3-1-3 15,3 0 0-15,-1 0 0 16,3-2 1-16,-2 1 2 16,4-2 0-16,-2 1 2 15,4 0-3-15,-1-1 0 0,1 2-1 16,2-2-1-16,-1-1 0 16,0 1 0-16,0-1 0 15,1 0-1-15,-2-3 2 16,1-1 1-16,1-2 3 0,-3 0-1 15,5 0 2-15,-3 0-3 16,3-1-1-16,-1-5-1 16,-1 1 1-16,0-2-1 15,0 0-1-15,-2-2 1 16,0-2-1-16,-3-1 3 16,-1-3 2-16,2-1-2 0,-4-3 0 15,-1-2 1-15,0 0-3 16,-1-2 0-16,-2-1-1 15,1-1 1-15,-4-1-1 16,0 1 0-16,-3 0 2 0,-1 1-3 16,-1 0 0-16,-5 4 1 15,2-1-1-15,-4 0 1 16,1-1 0-16,-3 1 1 16,2-2 0-16,-4-1 0 15,0 0 0-15,-1 0-1 16,1-2 1-16,-2 2-1 15,0 0-2-15,0-2 2 0,0 1-1 16,-3 2 0-16,-1-3 2 16,-5 2-1-16,1 0-2 15,0 3 0-15,-4-2 1 16,1-1 1-16,-1 1-2 0,-2 0 2 16,0 2 2-16,0 0-3 15,0 2 2-15,0 0-1 16,2 3-2-16,0 0 0 15,2 2 3-15,-1 3 0 16,0-2-3-16,-1 3 1 16,2-3 1-16,1 3 0 0,-3 0 2 15,2-1-3-15,-3 1 1 16,3-1-1-16,-3-1-1 16,-3 3 1-16,5 0-2 15,-3-1 4-15,1 0-1 16,0 3-1-16,1-2 0 0,-1 2 0 15,-1 0-1-15,1-3-1 16,0 3 1-16,-2 1 0 16,0 1 2-16,-2-2-4 15,-1 1 5-15,1 0-2 0,-2-1 0 16,-3 2 0-16,4 0 1 16,-4-1-1-16,1 2 0 15,-1 0 0-15,0 2 0 16,1 0 0-16,-2-1-2 15,2 2 4-15,-3-1-2 16,3 1-1-16,1 1 1 0,0 0 1 16,-3 0-2-16,1 0 1 15,0 0 0-15,0 4-1 16,4 1 1-16,-2 1-1 16,6 4 0-16,2 6-1 15,4 2-16-15,2 1-39 0,2-1-32 16,1-5-97-16</inkml:trace>
  <inkml:trace contextRef="#ctx0" brushRef="#br0" timeOffset="14624.02">15651 9329 40 0,'-5'0'48'0,"2"0"-44"0,-3 0 5 15,4-1 0-15,-2-1 0 16,3 0 2-16,-1-1 6 15,-1 0 4-15,1 0 0 16,2 1 1-16,0 0-12 0,0-1-10 16,7 1 1-16,1 1 1 15,3-2-2-15,2 0 1 16,1-1-2-16,3-1 2 16,2 0-2-16,1-2 4 15,4 0-1-15,3-3 0 0,3 0 3 16,1-1-2-16,1 2-1 15,0-1 1-15,0 2-2 16,0-1 1-16,-5 2-1 16,-6 2-1-16,0 0 0 15,-4 2 0-15,-5 2 0 0,-5 1-1 16,-1 0-3-16,-6 0-25 16,0 0-31-16,-6 4 18 15,-8 2-13-15</inkml:trace>
  <inkml:trace contextRef="#ctx0" brushRef="#br0" timeOffset="14980.96">15587 9372 94 0,'0'0'-4'0,"0"0"6"0,0 0 0 16,0 0-2-16,0 0 1 0,0 0 8 15,0 0 2-15,54 0-3 16,-31-6-3-16,4-2 2 16,3-1 2-16,2-2 1 15,2-1 2-15,6 1 0 16,0-2-1-16,4 1-2 15,-3 1-4-15,-1 3 0 0,-2-2-4 16,-6 4 0-16,-3 2-2 16,-7 1 4-16,-3 2-2 15,-5 1-1-15,-4 0-5 16,-8 0-36-16,-2 1-12 16,-2 2-8-16</inkml:trace>
  <inkml:trace contextRef="#ctx0" brushRef="#br0" timeOffset="15271.97">15665 9376 119 0,'0'0'-7'16,"0"0"10"-16,0 0 1 15,0 0 1-15,59-13 3 0,-37 5 1 16,5-2 4-16,4 1 5 16,2-1 2-16,0-1-6 15,4 2-3-15,-4 1-5 16,1 2-4-16,-5 2-1 16,-2 1-1-16,-7 1 0 0,0 2 0 15,-7 0-2-15,1 0-18 16,-8-2-31-16,1-4-49 15</inkml:trace>
  <inkml:trace contextRef="#ctx0" brushRef="#br0" timeOffset="19058.89">15905 8129 37 0,'0'0'33'0,"0"0"-28"0,0 0 7 0,0 0-7 16,0 0-2-16,0 0-1 15,0 0 0-15,0 0 5 0,3-37 6 16,-3 34-4-16,-1-1-1 16,-4 0 2-16,1-2-5 15,0 2 1-15,-1-2-4 16,-3 2-1-16,-3 0 1 15,1-2-2-15,-3 0 0 0,-3-1 0 16,0 0 1-16,0-3-1 16,-1 0 0-16,1 2 0 15,-4-2 0-15,3 0 2 16,-2 1-2-16,-6 0 0 16,2 3 0-16,-4 0 0 15,0 5 0-15,0 0 0 0,-1 1 0 16,0 0 0-16,1 0 0 15,0 2 0-15,3 2 0 16,-1 2-2-16,0 0 4 16,1 1-1-16,-2 3 1 15,1 1 1-15,-3 3-3 0,-2 2 1 16,1 2 0-16,-1-2-1 16,1 4 1-16,2-2-1 15,1 2 1-15,3 0-1 16,3 0 0-16,2 1 0 15,1-1 0-15,2 1 0 0,5 0 0 16,1 1 0-16,-1-1 0 16,6 2 0-16,0 0 1 15,-1 0-1-15,3 2 0 16,1-2 1-16,0-1-1 16,-1 0 0-16,2-1 1 0,-2-3-1 15,2 1 0-15,0-1 1 16,0 0-1-16,0 0 1 15,0 1 1-15,0 2-2 16,0 0 1-16,0-1-1 16,0 1 0-16,0 2 0 0,0 0 1 15,0-2-1-15,0 0 0 16,-5-1 0-16,3-3 0 16,1 2 0-16,1-4 1 15,0 2-1-15,0-2 0 16,0 0 0-16,3 2 0 0,4 0 1 15,-1 0-1-15,3-1 0 16,2 2 1-16,1 2 0 16,1-1-1-16,3-2 1 15,-1 1-1-15,1-1 0 16,0-3 1-16,6-1-1 0,-3 0 2 16,2-2-2-16,0-1 4 15,5-1-2-15,-3-2-1 16,-1 2 0-16,3 0 1 15,1-1-2-15,-1 0 1 16,2 1-1-16,0-1 1 16,-3-1-1-16,1-1 0 0,2 1 1 15,-2-3-1-15,-1-1 3 16,0 0 0-16,1-2 4 16,1 2-2-16,1-2-1 15,-1 1 0-15,0-2-3 16,0 3-1-16,1-3 2 0,-2 1-2 15,2-1 0-15,-2 0 0 16,2 0 1-16,0 0 0 16,-1 0 0-16,2 0 0 15,0 0 2-15,0-1-2 16,1-3 1-16,-1-2-1 0,1 2 2 16,-2-2-1-16,-1-1 1 15,-2-1-1-15,2-1 1 16,0 0 3-16,-1-1-5 15,0 2 1-15,-2-3-1 16,1-2 1-16,0-1 0 0,-4-1 1 16,0-3 0-16,-2-1 1 15,-2-2 0-15,0 0 0 16,-1-2-1-16,1-1-1 16,-5 1 2-16,2-2-1 0,-2 2-2 15,0-3 1-15,-1 5-2 16,-3-4 0-16,-1 2 2 15,-2-2-1-15,-3 2 0 16,-1-2-1-16,0 1 1 16,-1 1 0-16,-7-1 4 15,1-1-3-15,-3 1-1 0,0-2 0 16,1 1-1-16,-2-1-1 16,-1-2 2-16,1 1 0 15,0-2-1-15,2 2 1 16,-1-3-1-16,2-1 0 15,1 3 0-15,-1-1 0 0,1 1 0 16,-2 1 0-16,0 4 1 16,0 2-2-16,-3 1-1 15,0 2 1-15,1 3 1 16,-2 0 0-16,-1 1-1 16,1 2-1-16,-5 0 1 0,1 0-1 15,-4-1 2-15,1 2 0 16,-2-1-1-16,1 0 0 15,-4-1 1-15,0 0 1 16,-1 3-1-16,-1-1-1 16,-1 0 1-16,1 2 1 15,-1 0-1-15,1 2 0 0,0 3 0 16,-1 1 1-16,2 2-2 16,0 1 1-16,-1 0-1 15,1 0 0-15,-1 4 0 16,-2 2 1-16,-3-1-1 15,2 2 1-15,0 2-1 0,-1-2 0 16,2 2 1-16,-2 1 0 16,5 1 0-16,2 2 0 15,-3-1 1-15,4 1-2 16,-1 3 1-16,2 0 0 16,-1 1 0-16,4 1 1 0,-3 2-2 15,1 1 1-15,0 2 0 16,0 1 1-16,0 2-2 15,1-1 1-15,-1 1 0 16,2 1 1-16,-2 0-2 16,2 0 2-16,-1 1-1 0,2-1 0 15,2-1-1-15,3-1 2 16,-1 3-1-16,1-1-3 16,5 1 4-16,3 0 0 15,0 3-1-15,3-1 1 16,2 3 0-16,2-2 0 0,6 0-1 15,4-1 1-15,2 1-1 16,2-4 0-16,4-1-1 16,-3-2 1-16,4 0-1 15,2 0 1-15,0-1 0 16,2 1 0-16,-1 0 0 0,0-1 0 16,2 3 0-16,-2-5 0 15,0 2 0-15,2-5 0 16,1 0 0-16,3-2 0 15,2-3-1-15,0-2 1 16,-1-1 0-16,2-1-1 16,1-2 2-16,1-1-1 0,-4-2 0 15,1-1 1-15,-1-2-1 16,0 2 0-16,0-3 1 16,-1 0-2-16,3 0 1 15,-2 0 0-15,2 0 1 16,2 0-1-16,-1 0 0 0,1-3 0 15,-1-1 0-15,1-2 0 16,-3 0-1-16,1-3 2 16,-2 0-2-16,-4-2 2 15,0-1-1-15,-2-2 1 16,-3-1 0-16,0-2 0 0,-3-2 2 16,-2-4-1-16,-1-1 0 15,-1-3 0-15,-1-3-1 16,-5 2 0-16,2-5 0 15,0 2 0-15,-5 0-1 16,1-2 0-16,-3-1 1 0,-1 0-1 16,0-2 1-16,-3 1 2 15,0-2-3-15,0 1 0 16,0 0 0-16,-9 0 0 16,0 2 0-16,0 1 0 15,-3-1 0-15,1 0 0 16,-5 2 0-16,3-3 0 0,-3 1 0 15,1 3-3-15,2 0 3 16,-5 1 0-16,2 3-2 16,1 3 7-16,-2 3-8 15,0-1 3-15,-3 5-1 0,2 2 0 16,-5-1-1-16,-1 4 0 16,-1 1 1-16,-2 0 1 15,-2 1 0-15,-2 0-1 16,0 4 1-16,1-2 0 15,-1 1 0-15,3 2 1 0,-2 1-1 16,2 1 0-16,-2 1 0 16,2 2 0-16,-1 0 0 15,-1 0-1-15,-1 2 1 16,0 1 0-16,-2 4 0 16,1 1-1-16,0 1 0 15,0 1 1-15,2 0 0 0,1 5-1 16,2 0 1-16,-2 2 0 15,2 1 0-15,0 4 0 16,0 2 0-16,-2 1 0 16,3 4 0-16,-1-1 0 0,2 3 0 15,1 0 0-15,3 0 0 16,3-2 0-16,1 1 0 16,1-1 0-16,1-2 0 15,2 4 1-15,-1-1-1 16,1 1 0-16,3 0 0 15,1 1 0-15,1-1 0 0,3 0 0 16,3 2 1-16,2-2-1 16,0-1 0-16,0 0 1 15,2-1-1-15,3-2 0 16,5-1 1-16,-1-2-1 0,3 3 0 16,2-1 0-16,3-1 0 15,1 2 0-15,0-1 0 16,6-1 0-16,1 0-1 15,-1-1 1-15,2-3 0 16,4-1 1-16,-3 0-1 16,2-2 0-16,0-2 0 0,2-1 0 15,-1 1 1-15,0-3-1 16,2 0-1-16,1-1 1 16,1-3 0-16,0-1 1 15,2-2-2-15,-2 0 1 0,3-5 1 16,-3 1-1-16,4-2 0 15,-1 0-1-15,1 0 2 16,-1-5-2-16,2-3 1 16,-1-1 0-16,-2 1 0 15,-2-2 1-15,-2 0-1 16,-1 0 0-16,-4-3-1 0,-1 3 3 16,-1-3-1-16,-3-1 0 15,1-3-1-15,-2 0 1 16,2-3 0-16,-4-1 0 15,2-4-1-15,0-2 3 16,1-3-3-16,-5-2 0 0,-1 1 0 16,-1-1 0-16,-2-1 1 15,-3 2 0-15,-3-1-1 16,0 1 1-16,-4 0 1 16,-1-2-1-16,-2 0 0 15,0 2 0-15,0-2 0 0,-5 2-1 16,-4 0 1-16,4 0 0 15,-5 1-1-15,3 3 0 16,-1-3 0-16,-2 2 1 16,3-2-2-16,-5-1 1 15,2-1-1-15,-1 1 2 0,-3 0-1 16,1 1 1-16,-2 3-1 16,0 4 0-16,-2 2 3 15,1 1-2-15,-5 3-1 16,1 0 1-16,0 3-1 15,0 1-1-15,-4-1 1 0,4 1 0 16,-5 0 1-16,0-1-2 16,-1 0 2-16,-1 1-1 15,1 2 1-15,-3-1 0 16,2 2 0-16,-1 2-1 16,-1 4-1-16,0 1 1 0,0 0 0 15,-2 3 0-15,-2 0 0 16,-1 0 0-16,-4 6 0 15,-4 4-1-15,-1 7 1 16,-11 7-1-16,-13 1-16 16,-15-5-58-16</inkml:trace>
  <inkml:trace contextRef="#ctx0" brushRef="#br0" timeOffset="23902.63">12930 8815 58 0,'0'0'8'0,"0"0"9"0,0 0-4 0,0 0 0 0,0 0 1 16,0 0-4-16,0 0-5 15,0 0-3-15,0 0-1 16,0 0 0-16,0 0 2 16,0 0 3-16,0 0 4 0,-29-23-3 15,22 23-1-15,1-3-1 16,-4 2-4-16,2 1-1 16,-1 0 0-16,0 0 2 15,1 0-4-15,2 0 2 16,-4 0 2-16,-2 0-4 15,1 4 2-15,-3 1 0 0,1 0 0 16,-2 1-1-16,-1 0 1 16,2-1 0-16,1 1 0 15,2 0 0-15,1 1 0 16,0-1 0-16,3 2 0 0,-2 1 0 16,-2 2 0-16,2 0 0 15,2 1 0-15,-5 3 0 16,2-1 0-16,1 2-1 15,-5 4 1-15,3-1 1 16,-5 2-1-16,1 0 0 0,1 0 0 16,-1 2 0-16,2 0 0 15,-3-3 0-15,2 2 0 16,1 0 1-16,0 0-1 16,1-2 0-16,1 0 0 15,0 1 0-15,2-1 0 0,2-1 0 16,-1 1 0-16,1 1 2 15,2 0-2-15,-1 3 1 16,3-4-2-16,-1 3 2 16,0 0-1-16,4-2 0 15,0 2 0-15,0-3 0 0,0 0 1 16,4-2-1-16,2-2 0 16,1 0 1-16,1-2-1 15,0-1 0-15,1 1 1 16,2-2 0-16,0 0-1 15,2 0 1-15,-1 0-1 0,3-1 2 16,-1-1-1-16,1 0 0 16,0 0 2-16,0 1 0 15,5-1 0-15,-3 1-1 16,3 1 1-16,1-1 0 16,-1 1-2-16,4-1 0 15,-1 2-1-15,-1-2 1 0,2-1-2 16,1 0 3-16,0 1-2 15,2-2 1-15,2-1 2 16,0 1 3-16,3-3 2 16,3-1 0-16,-1 0-3 15,3-1 0-15,2 0-2 0,-1 2-1 16,0-3 0-16,2 1 0 16,1-1-1-16,0-2 1 15,2-1 1-15,4 0-3 16,-3 0 1-16,2 2 0 15,0-2-1-15,1 0 1 0,-4 0 0 16,0 0-2-16,-1 0 2 16,0 0-1-16,1 0 1 15,-2 0 2-15,-2-2 2 16,1-2-2-16,-2 1-1 16,0-2-1-16,-1 0 0 0,1 1 0 15,-1-2-1-15,-1 0 0 16,0 1 0-16,-1-2 1 15,-4 1 1-15,1-1-2 16,-2 1 1-16,-1-1-1 16,1 2-1-16,-3-1 2 0,-2 0-1 15,2-1 0-15,-2 2 1 16,-2-3-1-16,2 4 0 16,-1-2 0-16,1 1 1 15,1 0-1-15,-1 1 0 16,-2 1 0-16,-1-1-1 15,1 0 2-15,-7 1-1 0,-1-1 0 16,-3 1 0-16,0 1 0 16,-3-2 1-16,-1 1 0 15,2 3-1-15,-3-4 1 16,3 2-2-16,0 0 2 16,-2-1-1-16,3-1 0 0,1 1 0 15,-1-1 0-15,3-1 0 16,-1 1 0-16,-1 0 0 15,1-2 0-15,1 2 0 16,-3-1 1-16,1-3-2 16,2 1 2-16,-2 1 1 0,2-1-2 15,-1-3 0-15,1 2 0 16,-1-2 0-16,-1 0 0 16,0-1 0-16,-1-1 0 15,-4 2 0-15,2-3 1 16,-3 2-1-16,1-4 0 0,-2 0 1 15,1-2 1-15,0-1-2 16,2 0 0-16,-2 0 0 16,3-2-2-16,-1 3 2 15,0-3 2-15,-3 3-2 16,3 0 0-16,-5-1 0 0,2 1 0 16,1-3 0-16,-4 2 1 15,-1 2-1-15,1-3 0 16,-2 1 0-16,0 0 0 15,0 0 0-15,0 0 1 16,0 1-1-16,0 1 1 16,0-1-1-16,0 0 0 0,0 0 1 15,-1 0-1-15,0 0 0 16,0 0 0-16,-3 0 0 16,0 1-1-16,0 1 3 0,2 2-2 15,-2-3 1-15,0 2-1 16,1 1 0-16,-1-1-1 15,0-1 0-15,-1 0 2 16,0 2-1-16,-1-3 0 16,1 1 1-16,3 2 0 15,-2 1-1-15,-1 0 0 0,1 0 0 16,-1 2 0-16,-1 1-5 16,1-2 4-16,-3 4-2 15,1-2 8-15,-2 2-5 16,0 3 0-16,2-1 0 15,-4-2-1-15,0 2 1 0,2-1 0 16,-5 1 1-16,3 0-1 16,-3 1 1-16,1 1-2 15,-2-3 1-15,1 2 0 16,-1 1-1-16,-1 0 1 16,1 2-1-16,-1-2 0 0,0 2 1 15,0-1 0-15,-2 2 1 16,2-1-2-16,-1 1 1 15,1-2 0-15,-2 1 0 16,0 1 1-16,-1 0-1 16,0 0 0-16,-1 0 0 15,0 0 0-15,-2 0 0 0,2 0 0 16,-5 0 0-16,2 0 0 16,2 0 0-16,-4 0 0 15,2 0 0-15,1 1 0 16,1 1 0-16,-2-1 0 15,2-1 0-15,-1 0 0 16,4 0 0-16,-5 2 0 0,3-2 0 16,0 0 0-16,0 1 1 15,-3-1-2-15,2 0 2 16,-2 3-2-16,-1-3 2 16,1 1-2-16,1 0 2 0,-1 1-2 15,1-2 2-15,-1 0-2 16,0 0 1-16,0 3 0 15,-4-2 0-15,0 2 0 16,0 0 0-16,1 1 0 16,-3-1 0-16,0 0 0 0,0 1 0 15,-2-1 0-15,1 0 0 16,0 1 0-16,0 2 0 16,3 0 0-16,-4-1 0 15,4 1-1-15,0 0 1 16,0-2 0-16,0 0 0 0,1-1 0 15,-1 0 0-15,0 0 0 16,-2-2-2-16,2 3 4 16,0-2-4-16,0 2 2 15,0-2 0-15,0 2 0 16,1-1-1-16,0 1 0 0,-1-1-2 16,6-1 3-16,-2 0-2 15,0-2 2-15,2 2 0 16,0-2 1-16,2 0-1 15,-1 0 0-15,1 0 0 16,0 0 0-16,-1 0 0 0,2 0 0 16,0 1 0-16,-2 0-1 15,3 1 2-15,0-1-1 16,2-1 0-16,-1 0 0 16,3 2 0-16,2-1 0 15,-1 0 0-15,0-1 0 0,0 0 0 16,3 2 0-16,0-1 0 15,-3-1 0-15,4 0 0 16,-1 2 0-16,1-1 0 16,0-1 0-16,-1 0 1 15,-1 0-1-15,-2 0-1 16,1 2 1-16,0 0 1 0,-1 0-2 16,2 1 2-16,3 1-2 15,-2 0 1-15,8 3-1 16,1-3-23-16,0-4-52 15,10 0-32-15</inkml:trace>
  <inkml:trace contextRef="#ctx0" brushRef="#br0" timeOffset="26608.32">13437 9701 48 0,'0'0'6'0,"-2"0"2"0,1 0 7 0,1 0-2 15,0 0-1-15,-1-1 6 16,1-2 0-16,0 0-1 0,0 2-5 15,0-2-5-15,0 2-4 16,0-1-2-16,0-1-2 16,7 2 2-16,-3-1 0 15,1-1-1-15,3-1 0 16,-2 1-2-16,4-1 2 0,1-1 3 16,0 0-1-1,5-2 1-15,0 0-4 0,2-1 6 16,0-1-3-16,-1 2 2 15,2 0 0-15,-2 1-1 16,-1-1 0-16,-1 1-2 16,-3 2 1-16,1 1-4 0,-2 0 4 15,-2 2-2-15,0 1-2 16,-4 0-12-16,-2 0-42 16,-3 0-1-16</inkml:trace>
  <inkml:trace contextRef="#ctx0" brushRef="#br0" timeOffset="27056.79">13437 9724 39 0,'0'0'27'0,"0"0"-7"0,0 0 2 0,0 0-5 16,0 0-9-16,0 0-5 16,0 0 1-16,0 0 0 15,0 0-1-15,0 0-1 0,26-14 0 16,-17 11-1-16,1-1 0 15,-1 1-1-15,3-3 1 16,1 2 0-16,3-2 3 16,-1 0 0-16,1-1 5 15,-1 1-2-15,1-2 0 16,-3 3-3-16,0-1-1 0,1 0 2 16,-1 1-5-16,-1 0 2 15,-1 1-2-15,0 3 0 16,1-2 0-16,-4 3-1 15,0-2 0-15,0 2-11 16,-4 0-23-16,-3 0-2 0,-1 0-11 16</inkml:trace>
  <inkml:trace contextRef="#ctx0" brushRef="#br0" timeOffset="27781.93">13442 9711 23 0,'0'0'30'0,"0"0"-24"0,0 0-5 16,0 0 3-16,0 0-2 15,0 0-1-15,0 0 4 0,0 0 0 16,0 0 0-16,0 0 1 16,38-8 3-16,-34 5 5 15,1 0-4-15,3 0-7 16,2-1-1-16,-1 1-2 16,3 0 1-16,1 0-1 0,0-2 0 15,2 0 1-15,-2 1-1 16,2-1 0-16,-3 0 0 15,1 1 1-15,-3 0 5 16,0-2 1-16,0 2 0 16,2-2-3-16,0 3-2 0,-2-1-2 15,-1 3 3-15,-1-2-2 16,-2 1-1-16,-1 1 0 16,-2 1 0-16,-1 0 0 15,-2 0-1-15,0 0-4 0,0 0-4 16,0 1 1-16,-2 4-11 15,-7-1-24-15</inkml:trace>
  <inkml:trace contextRef="#ctx0" brushRef="#br0" timeOffset="28094.83">13536 9684 112 0,'0'0'4'0,"0"0"1"0,0 0-4 0,0 0 3 16,0 0 0-16,0 0-4 16,0 0 2-16,0 0-2 15,0 0 0-15,40-3-3 0,-33 1-26 16,1-1-60-16</inkml:trace>
  <inkml:trace contextRef="#ctx0" brushRef="#br0" timeOffset="34558.83">18454 6763 39 0,'0'0'49'0,"0"-4"-38"0,0 2 4 0,0-1 0 16,1 0 3-16,0 2-7 15,0-2 2-15,0 3-2 16,1-1 3-16,-2 1-4 0,0 0-2 15,0 0-5-15,0 0-3 16,0 0 0-16,2 3-1 16,-2 5 2-16,0 2-1 15,0 4 1-15,0 2 2 16,0 1-1-16,0 0-2 0,0 1 2 16,0-2 0-16,0 2-1 15,-4-2 0-15,3-2 1 16,-1 0 1-16,2-1-2 15,0 0 1-15,0-3 0 0,0-1 2 16,0-1 0-16,3-2-1 16,3 1 1-16,-2-3 0 15,0 2 0-15,1-5-1 16,0 2 1-16,4 0 3 16,-3-3 0-16,3 0-2 0,0 0-2 15,1 0-2-15,1 0 0 16,0 0-1-16,0-3 0 15,0-1 0-15,0 0-1 16,1-1-21-16,-2 0-31 16,-4-4-36-16</inkml:trace>
  <inkml:trace contextRef="#ctx0" brushRef="#br0" timeOffset="34915.25">18437 6896 84 0,'0'0'18'0,"0"0"15"0,0 0-3 16,0 0-2-16,0 0-8 0,0 0-6 15,0 0-2-15,0 0-4 16,0 0-5-16,0 0-2 16,0 0-1-16,25-28 0 15,-15 28 1-15,3 0-1 16,4 0 0-16,1 0 0 0,2 0-10 15,1-4-48-15,-1-1-48 16</inkml:trace>
  <inkml:trace contextRef="#ctx0" brushRef="#br0" timeOffset="35192.55">18773 6795 109 0,'0'0'32'0,"0"0"-10"16,0 0-9-16,0 0 11 15,0 0 16-15,0 0-21 16,0 0-6-16,0 0-5 0,40-7-4 15,-27 3-2-15,3 1-2 16,2 3 0-16,-3 0-2 16,-2 0-37-16,-2 0-61 15</inkml:trace>
  <inkml:trace contextRef="#ctx0" brushRef="#br0" timeOffset="35356.75">18865 6867 216 0,'0'0'15'0,"0"0"-3"15,0 0-8-15,0 0-2 16,39-13-1-16,-25 8-42 16,4-3-65-16</inkml:trace>
  <inkml:trace contextRef="#ctx0" brushRef="#br0" timeOffset="35870.79">19132 6736 130 0,'0'0'5'0,"0"0"2"0,0 0 3 16,0 0 10-16,0 0-2 15,0 0-5-15,0 0-6 16,0 0-2-16,27-27-1 16,-23 17 2-16,-1 0-3 15,2 0 0-15,-3-1 3 0,2 2 0 16,-4 0 3-16,0 1-3 15,0 1 0-15,0 1-2 16,0 1-2-16,0 2 0 16,0 0 1-16,0 2-2 15,0 1-1-15,0 0-2 0,0 0-1 16,0 0-1-16,0 5-2 16,0 5 4-16,0 0 5 15,-4 4-1-15,2-2-1 16,0 5 0-16,-1-2-1 15,2 0 1-15,1 0 0 0,0 1 0 16,0-2-1-16,0-2 1 16,0 0-1-16,0 0 0 15,1-1 0-15,2-3-4 16,-1 1-12-16,-1-1-9 16,-1-2-26-16,0-3-1 15,0 1-22-15</inkml:trace>
  <inkml:trace contextRef="#ctx0" brushRef="#br0" timeOffset="36090.96">19126 6849 56 0,'0'0'10'0,"0"0"12"0,0 0 13 0,0 0-3 0,0 0-1 16,0 0-9-16,0 0-8 15,0 0-5-15,0 0-2 16,13-14 2-16,-2 11-2 15,2 1 0-15,3-1-3 0,1 0-1 16,4 0-2-16,0 3-1 16,3 0 0-16,0 0 0 15,-4 0 0-15,-1 0-30 16,-6 3-73-16</inkml:trace>
  <inkml:trace contextRef="#ctx0" brushRef="#br0" timeOffset="36673.81">18433 7191 107 0,'0'0'7'0,"0"0"5"0,0 0-5 0,0 0-5 15,0 0 1-15,0 0 3 16,0 0-2-16,0 0 7 16,0 0 3-16,20 0-3 0,-5 0-4 15,1 0 0-15,6 0-1 16,0-1 2-16,4-3-5 16,5 1-1-16,0-1-1 15,2 0 0-15,5-1 1 0,2 0-1 16,5-1-1-16,2-1 0 15,4-2 1-15,4 1 1 16,-1-2 0-16,7 0 6 16,-4 1 1-16,3-2 1 15,2 0 0-15,-3 1-2 16,-2-3 1-16,-2 3-1 0,-4-1 1 16,-5 2 1-16,-6-1 2 15,-6 5-2-15,-5 2-8 16,-7 1-1-16,-3 2-1 15,-10 2-1-15,-5 6-16 16,-4-1-72-16,-18-1-137 0</inkml:trace>
  <inkml:trace contextRef="#ctx0" brushRef="#br0" timeOffset="38238.54">18473 7706 96 0,'2'0'26'0,"0"0"-7"0,-1 0-9 0,2 0-4 16,0 0-1-16,1 0 3 16,-1 0-1-16,-1 0 4 15,-1 0 0-15,-1 0-1 0,1 0-4 16,-1 0-4-16,1 0-1 16,-1 0 2-16,0 0 4 15,0 0 16-15,0 0-2 16,0-3-7-16,0 1-9 15,0-2-1-15,0 0 2 0,0 0-2 16,0 0-2-16,0-1 0 16,-2 2-1-16,-1 0-1 15,-2-1-1-15,1 4-3 16,-3-1 1-16,-1 1-4 16,-3 0-3-16,1 1 0 0,1 6 1 15,-2 1 4-15,1 2 3 16,4-2 2-16,-2 3-1 15,4-1 1-15,0 2 0 16,2-2 0-16,2-2 0 16,0-1 1-16,0 0 1 0,0-1-1 15,2-2-1-15,4 1 0 16,2-3 0-16,1 1 0 16,1-1 0-16,3 0 2 15,0-2-2-15,3 0 0 16,-1 0 0-16,3 0 0 15,-1 0 2-15,0 0-1 0,0 0 0 16,1 2-1-16,-2 2 1 16,-1 1-1-16,-1 0 0 15,-3 2 0-15,-4 0 0 16,1 0-1-16,-5 0 0 16,-1-1-1-16,-2 0 5 0,0 0-3 15,-4-1-3-15,-4 1 2 16,-4 0 2-16,-2-1-2 15,-2 1 4-15,-2-2 0 16,3 2 1-16,-4-5 0 0,4 2-1 16,0 0 0-16,2 0-1 15,3-1-2-15,2 2 0 16,3 0-1-16,1-1-10 16,3-1-31-16,1-2-52 15</inkml:trace>
  <inkml:trace contextRef="#ctx0" brushRef="#br0" timeOffset="38685.76">18768 7854 138 0,'0'0'9'0,"0"0"6"0,0 0 0 15,0 0 0-15,0 0 4 0,0 0-2 16,0 0-8-16,0 0-10 15,0 0-1-15,0 0 0 16,0 0 7-16,0 0-4 16,0 31 0-16,0-16 0 15,0 1 0-15,-3 1 0 0,3 0 1 16,0-1 1-16,0 1-2 16,0 0 1-16,0-2-1 15,0 1 0-15,0-3 0 16,0-3 0-16,0 1 0 15,3-1 0-15,-2 0-1 0,3-3 1 16,0-2-1-16,1-3-20 16,1-2-66-16</inkml:trace>
  <inkml:trace contextRef="#ctx0" brushRef="#br0" timeOffset="39049.19">19156 7731 85 0,'0'0'23'0,"0"0"17"0,0 0 3 0,0 0-3 0,0 0-15 15,0 0-13-15,0 0-6 16,44-4-5-16,-31 3-1 15,1 1 0-15,1 0-18 16,-4 0-50-16,0 0-95 0</inkml:trace>
  <inkml:trace contextRef="#ctx0" brushRef="#br0" timeOffset="39185.85">19179 7849 176 0,'0'0'49'0,"0"0"-10"0,0 0-32 15,0 0-4-15,0 0 4 16,43-2-4-16,-12-7-4 16,6-5-138-16</inkml:trace>
  <inkml:trace contextRef="#ctx0" brushRef="#br0" timeOffset="40081.62">20010 7588 89 0,'0'0'19'0,"0"0"14"16,0 0 5-16,0 0-6 16,0 0-6-16,0 0-6 15,0 0-5-15,0-37-4 16,0 31-4-16,0 2-2 16,0 3-3-16,0-1-2 0,-1-1 1 15,-1 3-2-15,1-1-1 16,-3 1-2-16,-2 0 7 15,2 0-5-15,-5 1 0 16,1 5 1-16,-4 0 3 16,-1 4-2-16,-1-2-1 15,1 2 3-15,0 0-2 0,0 0 0 16,4 1 1-16,2-4-1 16,1 1 0-16,4-3 0 15,1 0-2-15,1 0-3 16,0-2 8-16,0 1-4 15,7-1 1-15,-2 1 2 0,5-1-1 16,-3 0 0-16,5 0 0 16,-1 3-1-16,3-2 1 15,-1 1-1-15,-1-1 0 16,2 1 1-16,-1 2-1 0,1 0 0 16,-4-1 0-16,1 0 0 15,-1 1 0-15,-1-1 0 16,-5-1 0-16,1 1 2 15,-1-3-4-15,-2 4 4 16,-2-3-4-16,0 0 1 0,0-1 0 16,0 0-3-16,-2 1 4 15,-6-1 1-15,-1 3 1 16,0-2-1-16,-5 0 0 16,1-1-1-16,1 2 3 15,-2-1-3-15,1-1 0 16,1-1 1-16,2 0-1 0,-1-1 0 15,3 2 0-15,0-3 1 16,3 1-1-16,2-1 0 16,-3 1 0-16,4 0-2 15,2-1-48-15,0 0-62 16</inkml:trace>
  <inkml:trace contextRef="#ctx0" brushRef="#br0" timeOffset="40864.17">20272 7722 107 0,'0'0'7'0,"0"0"4"0,0 0 0 16,0 0-3-16,0 0-3 15,0 0-3-15,0 0-1 16,0 0 2-16,0 0 2 16,0 0 1-16,0 0 2 0,0 0-4 15,0 0 0-15,-20-8-1 16,14 11-2-16,-1 0 1 15,1 4-1-15,-1-1 0 16,1 1 0-16,-1 0-1 16,3 3 2-16,-2-1 0 15,2-1-1-15,3 1 1 0,-3 0-2 16,1-2 0-16,2 1 2 16,1-1-1-16,0-2 0 15,0 1 2-15,0 0 0 16,0 1-1-16,8-3 2 15,-3 3 4-15,3-2-4 0,0-1 1 16,2 0 2-16,0-1 0 16,3-2-1-16,-2 2-4 15,-2-3 0-15,4 0 1 16,-3 0 0-16,3 0 0 16,-4-1 1-16,0-4 3 0,-1 0 1 15,0-1 2-15,-2-2 1 16,-2-1 0-16,-1-1 0 15,-2 0-2-15,-1-1-2 16,0-1 0-16,0-2-3 16,-4 4-3-16,-4-1-3 0,-2 1 0 15,-3 5 0-15,-6 3-2 16,-1 2-5-16,-3 0-16 16,0 0-41-16,1 0-97 15</inkml:trace>
  <inkml:trace contextRef="#ctx0" brushRef="#br0" timeOffset="41440.83">20732 7615 91 0,'0'0'9'0,"0"0"13"0,0 0-6 0,0 0-5 0,0 0-5 15,0 0 5-15,0 0 1 16,0 0-2-16,0 0 17 15,0 0-4-15,0 0-10 16,0 0-3-16,-17-30-3 0,17 29-3 16,0-1-4-16,1 2 0 15,7 0 2-15,5-1 0 16,3-2-1-16,6 0 1 16,-1-1-1-16,3 0 0 15,0-2-1-15,1 2 1 0,-5-1-1 16,0-2 0-16,-2 3 1 15,-5-1-2-15,-2 2 2 16,-1 1-3-16,-2-1-15 16,-5 2-34-16,-2-2-33 15</inkml:trace>
  <inkml:trace contextRef="#ctx0" brushRef="#br0" timeOffset="41675.73">20836 7504 145 0,'0'0'23'0,"0"0"27"16,0 0-24-16,0 0-4 16,0 0-6-16,0 0-5 0,0 0-10 15,0 0-2-15,0 0 1 16,-5 39 1-16,5-15-2 15,5 1 2-15,1 2-23 16,2-8-47-16,5-5-65 16</inkml:trace>
  <inkml:trace contextRef="#ctx0" brushRef="#br0" timeOffset="43696.57">21417 7368 0 0,'-4'0'31'0,"0"0"-1"0,0 0-3 16,-1 0-2-16,2 0-3 15,0 0-6-15,-1 0 9 0,2-1-2 16,0-1-9-16,0 2-1 16,2 0-1-16,0-1-2 15,0 1 0-15,0-1-4 16,0 0-5-16,0 0 4 0,4-2-1 16,5 1-1-16,2-2-2 15,6 1 1-15,1-1-2 16,5 0 1-16,2-1-1 15,1 1 1-15,1 0 0 16,0 1-2-16,-7 2-17 16,-1-2-27-16,-3 3-26 0,-7-3-18 15</inkml:trace>
  <inkml:trace contextRef="#ctx0" brushRef="#br0" timeOffset="44137.69">21328 7392 147 0,'0'0'-2'0,"0"0"-4"0,0 0 9 15,0 0 3-15,0 0 0 16,37 23-3-16,-24-13-2 15,3 1 0-15,-3 2-1 16,-1 2 1-16,-1 0-1 0,0 0 0 16,1-1 0-16,-2-1 0 15,1-1 1-15,0-4-1 16,-1 1 2-16,0-3 3 16,-2-4 10-16,0-2-2 15,1 2-3-15,-2-2-1 0,2 0-5 16,-2 0 0-16,2-3-3 15,0-2 0-15,-2-3-1 16,1-1 1-16,-3-2 5 16,3 0 13-16,-4-5-5 15,2-1-4-15,0-1-5 0,-1-2-2 16,3 0-1-16,0 1-1 16,1 4-2-16,1 1-2 15,0 4-22-15,-1 2-22 16,1 3-29-16</inkml:trace>
  <inkml:trace contextRef="#ctx0" brushRef="#br0" timeOffset="44607.85">21786 7458 204 0,'0'0'-12'0,"0"0"15"0,0 0 3 0,0 0 1 16,0 0 1-16,0 0-5 16,0 0 0-16,0 0 0 0,0 0 0 15,28-29 6-15,-21 22 4 16,-4-2-6-16,2-2-3 16,1 0-1-16,0-1-3 15,1 1 1-15,-3-1-1 16,1-2 0-16,-1 4 1 15,-1-1-1-15,-1 4 0 0,-1-1 0 16,0 3 0-16,-1 1 0 16,1 3 0-16,-1 1-1 15,0 0-2-15,0 0-4 16,-1 5 5-16,-4 2 3 0,-2 6 1 16,1-2-1-16,1 2 0 15,0-1 0-15,4-1 1 16,1 0-1-16,0-1 1 15,0-3-2-15,9 0 0 16,0-1 2-16,2-2 0 0,5-1 1 16,3-2 0-16,-1 0-2 15,2 1-1-15,-1-2-1 16,-2 0-32-16,-5 0-54 16,-4 0-4-16</inkml:trace>
  <inkml:trace contextRef="#ctx0" brushRef="#br0" timeOffset="44791.97">21863 7389 155 0,'0'0'16'0,"0"0"21"0,0 0-4 16,0 0-17-16,0 0-6 15,0 0-7-15,0 0-1 16,44-31 0-16,-21 27-1 15,0-1-9-15,2-3-59 16,-4 2-47-16</inkml:trace>
  <inkml:trace contextRef="#ctx0" brushRef="#br0" timeOffset="45169.66">22130 7146 116 0,'0'0'8'0,"0"0"15"16,0 0-11-16,0 0 1 15,0 0-6-15,40-1 0 16,-30 7 0-16,2 2 3 15,1 5-3-15,-1 4-3 16,-1 1 1-16,-1 2-1 0,0 3 0 16,-3 1-2-16,-1-2 0 15,-2 2-1-15,-1 0 2 16,-3 0-2-16,0 0 0 16,0 1 0-16,0 1 0 15,-9-2 0-15,-5 2-1 0,-6-2 2 16,-7 0-2-16,-5-1 1 15,-5-3-12-15,-3-3-41 16,-3-6-38-16</inkml:trace>
  <inkml:trace contextRef="#ctx0" brushRef="#br0" timeOffset="45674.77">21215 7240 104 0,'0'0'8'0,"0"0"5"0,-40 2-3 16,27 2-4-16,1 1 0 15,-1 4 1-15,0 2 5 16,0 2-1-16,0 3-1 0,2 2 3 15,3 2-1-15,-3 3-2 16,6 1-3-16,-1 0 1 16,5 3-2-16,1 1 1 15,0-2 1-15,1 0-2 16,8-1 0-16,4-1-2 16,0-3-3-16,1 1 1 0,5-2 0 15,5-3 1-15,3-3-1 16,4 1 0-16,6-6 0 15,3 1-1-15,8-7-16 16,1-3-55-16,6 0-98 0</inkml:trace>
  <inkml:trace contextRef="#ctx0" brushRef="#br0" timeOffset="46507.98">22348 7064 115 0,'0'0'6'0,"0"0"5"0,0 0-2 0,0 0-4 0,0 0-3 15,0 0 2-15,0 0 3 16,0 0 4-16,0 0-6 16,0 0 7-16,-1-30 2 15,1 29-9-15,0-1-1 0,4 0-3 16,2 2 0-16,-1 0 0 16,1 0-1-16,1 0 0 15,0 0 0-15,-1 0 0 16,0 2 0-16,-1 3 1 15,0 0-2-15,-4 1 0 0,0 1 0 16,-1 3-2-16,0 0-1 16,0 0 6-16,-3-2 1 15,-3 4-2-15,-2-4 0 16,3 2 0-16,-3-1 0 16,3-1-2-16,-3-1 3 0,3-1-1 15,2 0-1-15,-1-3 1 16,2-1 0-16,1 1-1 15,0-1 0-15,1 0 1 16,0-2-1-16,0 0-1 16,0 0 7-16,2 0 6 15,4 0-3-15,1 0-4 0,3 0-3 16,-2 0-1-16,3 0 0 16,1-4 0-16,-2 1 1 15,1-1 4-15,1 3-1 16,-1-3-1-16,0 2 3 15,0-2-2-15,0 1 1 0,-1-1-1 16,1 1 0-16,-3 0 0 16,0-1-1-16,1 1 1 15,-3 0-1-15,-2 2 0 16,-1-1-3-16,1 2 0 16,-2 0-2-16,-1 0 1 0,-1 0-3 15,0 2-27-15,0-2-46 16</inkml:trace>
  <inkml:trace contextRef="#ctx0" brushRef="#br0" timeOffset="48467.86">18513 8826 90 0,'0'0'5'0,"0"0"13"0,0 0 2 0,0 0-5 0,0 0-2 16,0 0-3-16,0 0 2 15,0 0-4-15,0 0-4 0,0 0-1 16,0 0-3-16,0 0 0 15,0 0-2-15,6-18-3 16,-6 25 5-16,0 2 0 16,-6 1 1-16,1 1 2 15,1 0 0-15,2 1-3 0,2-1 1 16,0 2 1 0,0-1 0-16,0 1-2 0,2 0 1 15,1-1 0-15,2-1-1 16,2-1 1-16,-1-2-1 15,2 1 0-15,0-4 2 0,0 0 0 16,4-1-2-16,0-2 3 16,2-1 5-16,1-1-1 15,0 0-3-15,1 0 0 16,0-3-1-16,-2-3-2 16,0-1 1-16,-3-3 1 15,-1 2 6-15,-2-2 2 0,-1-1-2 16,-2-1-3-16,0-1-1 15,-2-1 2-15,-1 1-2 16,-1-2-3-16,0 0 1 16,-1-1-3-16,0 1 1 15,0 1-2-15,0 0 2 0,0 1-2 16,-4 2 0-16,-1 2 1 16,-1 2-3-16,-1 0 3 15,-1 3-1-15,-1 0-2 16,1 2 0-16,-4 1 2 15,0 1 1-15,0 0 0 0,-1 0 0 16,2 3 0-16,-3 2-6 16,3 4 0-16,0-1 0 15,-1 1 4-15,2 2 2 16,3 0 0-16,1 0 0 16,3 0 0-16,3-1-1 0,0-2-1 15,0-2 3-15,11 1-1 16,-2-5 0-16,7 0 2 15,1-2 3-15,-1 0 5 16,2 0-3-16,2-5-2 16,-2-1-3-16,0 3 1 0,0-1-3 15,-3-2-1-15,-6-4-29 16,-4-2-174-16</inkml:trace>
  <inkml:trace contextRef="#ctx0" brushRef="#br0" timeOffset="50415.37">18900 9062 50 0,'-4'0'29'0,"1"0"3"0,1 0-1 15,-1 0 3-15,-2-1-8 0,4-3-11 16,-2 2-7-16,1-2-7 16,-2 2-1-16,0-2 0 15,1 1 1-15,1-1 0 16,0 1 0-16,0 0 5 15,2-1 2-15,0 0-1 0,0 1-4 16,4 0 0-16,2 0-2 16,3 1 0-16,3 0-1 15,-1 1 1-15,-1 1-1 16,3 0 0-16,-2 0-1 16,-1 1 2-16,0 5-1 0,-3 1 0 15,-2 2-2-15,0 0 1 16,-5 1-1-16,0 3-2 15,0-1 1-15,-2 0-4 16,-6 2 8-16,-2-1-2 16,-1 0 3-16,-2 0-1 15,-1-2-1-15,3 0 0 0,0 0 1 16,1-3 0-16,4 2 1 16,0-4-4-16,3-2 4 15,0-1-2-15,3-2 0 16,0-1-2-16,0 0-1 0,0 0 0 15,5 0 14-15,3 0 0 16,2-1-4-16,4-4 0 16,-3 1-3-16,5 0 1 15,-1-2 1-15,-1 2-1 16,1 0 1-16,0 0-3 16,-2 0-2-16,2 2 0 0,-4 0-1 15,0 1 1-15,1 1-1 16,-1 0-1-16,1 0-15 15,-1-3-32-15,1-4-92 16</inkml:trace>
  <inkml:trace contextRef="#ctx0" brushRef="#br0" timeOffset="50830.8">19513 8724 171 0,'0'0'24'0,"0"0"7"0,0 0 7 0,0 0-23 15,0 0-3-15,0 0-8 16,0 0-2-16,0 0 0 16,40-8-2-16,-27 8-2 15,2 0-41-15,-3 0-57 0</inkml:trace>
  <inkml:trace contextRef="#ctx0" brushRef="#br0" timeOffset="50959.17">19536 8834 150 0,'0'0'16'0,"0"0"6"0,0 0-22 16,0 0 11-16,0 0-6 15,59 5-10-15,-30-15-161 16</inkml:trace>
  <inkml:trace contextRef="#ctx0" brushRef="#br0" timeOffset="51599.85">20142 8625 217 0,'0'0'-12'16,"0"0"30"-16,0 0-12 0,0 0-6 15,0 0-1-15,0 0 1 16,0 0 0-16,0 0 0 16,-42 35 0-16,34-23 0 15,4 3 1-15,0-2 1 16,2 0-2-16,2-2 0 16,0-1 0-16,4-1-3 0,5-2 1 15,3-3 10-15,2-4-4 16,3 0 3-16,1 0-2 15,-2 0-3-15,1-4 0 16,-1-4 0-16,-2-3 0 16,-1 1 4-16,-3-1-1 0,0-2-2 15,-6 3 2-15,-1-3-1 16,1-1 0-16,-4 0 0 16,0 0-1-16,0-2-2 15,-4 2-2-15,-3 0 1 16,-2 1-1-16,-2 3 0 0,2 3 3 15,-3 0-1-15,-1 5 0 16,-3 1-1-16,1 1-1 16,-2 0 1-16,1 3 1 15,1 4-1-15,1 0 0 16,5 0 1-16,2 2-1 0,4-2 0 16,3 1 2-16,0-1-2 15,0 0-3-15,4-3 2 16,8 0 0-16,1-2 6 15,2-2 1-15,3 0 2 16,3 0 1-16,-1 0-5 0,0 0-4 16,1-1 0-16,-1 1 0 15,-3 0-3-15,0 0-25 16,-4 0-36-16,0 0-63 16</inkml:trace>
  <inkml:trace contextRef="#ctx0" brushRef="#br0" timeOffset="51884.31">20459 8680 130 0,'0'0'3'0,"0"0"0"0,0 0 10 15,0 0 12-15,0 0-1 16,0 0-5-16,7 40-1 0,-6-29-4 16,1 2-2-16,2 1-7 15,-3 0-4-15,0 2 0 16,1-2 0-16,-1-1 0 16,2-2-1-16,2 2 1 15,-1-4-5-15,6-4-27 0,1-5-63 16</inkml:trace>
  <inkml:trace contextRef="#ctx0" brushRef="#br0" timeOffset="52148.19">20808 8598 208 0,'0'0'27'0,"0"0"16"16,0 0-19-16,0 0-6 16,0 0-4-16,45-34-8 0,-23 27-5 15,3 1-1-15,0 0-9 16,-3-4-45-16,1 0-124 15</inkml:trace>
  <inkml:trace contextRef="#ctx0" brushRef="#br0" timeOffset="53188.16">21495 8285 138 0,'0'0'6'0,"0"0"-5"15,0 0-2-15,0 0 1 16,0 0 1-16,0 0 1 16,0 0 5-16,0 0 14 15,0 0 10-15,-4 0-18 16,3 0-7-16,1-1 3 0,0-3-3 15,0-1-5-15,0 0-3 16,0-4 2-16,1 4 3 16,3-4-1-16,0 4-1 15,0-3-1-15,2 1 0 16,2 2 2-16,-1 0-4 0,2 1 1 16,4 1 1-16,-2 3-1 15,3 0 0-15,-3 0 1 16,0 0 0-16,1 0 0 15,-2 6-1-15,-3-1 1 16,0 1 0-16,-1 3 0 0,-1-1-1 16,-2 1 1-16,1-1 0 15,2 1 0-15,-3-2 0 16,0-1 0-16,1-1 0 16,0-3 0-16,-4 0 1 15,2-2-1-15,-1 0 1 0,-1 0 1 16,0 0 11-16,0-4-9 15,0-3-3-15,0 0 1 16,0-3-2-16,2 0 0 16,0 1 0-16,0-2 0 15,2 1 0-15,0 0 0 16,1 2 0-16,0-2-2 0,0 3 2 16,-1 0-1-16,2 1-1 15,-3 2 2-15,1 2 0 16,2-2 0-16,-3 1-1 15,2 3 1-15,-1 0-1 16,1 0 1-16,-1 0 0 0,2 0 0 16,-3 0-1-16,0 2 0 15,-1 5-1-15,0 1 0 16,-1 2-1-16,0 0 0 16,-1 3 1-16,0 1 2 15,0 1 1-15,0-3 2 0,0 4-2 16,0-1-1-16,0-2 1 15,0 1-1-15,0-1 1 16,1-3-1-16,2 0 1 16,-1-2 0-16,3-2-1 15,1-1 1-15,3-3 2 16,1 0 5-16,3-2 9 0,1 0-4 16,1-2-2-16,1-3-4 15,-1-4 1-15,-1-1-4 16,0 2-1-16,-1-1 0 15,-1 1-2-15,-3 2 0 0,-1 2-2 16,-4 1-5-16,-4 3-38 16,0 0-78-16</inkml:trace>
  <inkml:trace contextRef="#ctx0" brushRef="#br0" timeOffset="53735.42">21394 8683 91 0,'-2'0'4'15,"2"0"7"-15,0 0 8 0,0 0 1 0,0 0 7 16,0 0-13-16,0 0-5 16,4 0-4-16,7-2-3 0,3-2 2 15,4 1 2-15,6-1 1 16,4-3 1-16,3 0 2 16,6-3 4-16,-1 1 0 15,7-2-1-15,1 0-3 16,0-1 1-16,2-2 2 0,5 0-2 15,0 1-2-15,1-1-2 16,-2 1-1-16,-4 2-4 16,1 1-1-16,-9 3 0 15,-6 1-1-15,-5 3-1 16,-3 3 1-16,-11 2-6 0,-6 5-31 16,-7 1-50-16</inkml:trace>
  <inkml:trace contextRef="#ctx0" brushRef="#br0" timeOffset="54760.67">21291 9207 21 0,'0'0'23'0,"0"0"2"0,0 0-4 16,0 0-3-16,0 0-3 15,0 0 1-15,21 39-1 0,-17-30-2 16,2 4 6-16,2 0-6 15,2 0-2-15,-1 3 0 16,2 2-1-16,1-3-1 16,2 2 3-16,-3-5-3 15,0 2-4-15,2-4-1 0,-7 1-3 16,1-5 2-16,-3 0-3 16,0-3 1-16,-2 1 0 15,2-2-1-15,-4-2 1 16,0 0 8-16,2 0 22 15,-2-4-13-15,0-3-16 16,0-4 0-16,0-3-1 0,0-2-1 16,0-4 0-16,0 0 0 15,0-4-1-15,0-3 1 16,0-1-2-16,0-2 1 16,0 0-2-16,0 0 0 0,0 0-2 15,0-1 2-15,-8 1 1 16,2 3 1-16,-1-1 2 15,2 5-1-15,2 1 0 16,-4 2 1-16,5 1-1 16,0 2 0-16,2 3 1 0,0 0-1 15,0 1 0-15,2 2 0 16,4-1 0-16,1 2-1 16,0 2 1-16,0-1-1 15,2 1 1-15,1 1-1 16,1-1 1-16,2 1 0 0,2 0 0 15,5 0-1-15,-2-1 1 16,6 2-1-16,-3-2 2 16,2-1-1-16,-2 3 0 15,1 0 0-15,-1-3 0 16,-3 2 1-16,2-1-1 16,3 3-1-16,-2-4 2 0,3 1-2 15,3-1 2-15,1-1-1 16,2 2 3-16,3-1 0 15,-1-1-1-15,2 0 1 16,-4 2 0-16,1 1-1 0,-4 0 0 16,-2-1-1-16,-5 4 0 15,-1 1 0-15,-3-1-1 16,-2 4 1-16,-1 0-1 16,0 0-1-16,-5 4-1 15,0 4-6-15,-5 1-32 16,-3-1-99-16</inkml:trace>
  <inkml:trace contextRef="#ctx0" brushRef="#br0" timeOffset="55478.76">21705 9038 125 0,'0'0'13'0,"0"0"24"0,0 0 4 0,0 0-10 0,0 0-9 16,0 0-7-16,0-38-5 15,-2 34-5-15,0 1-2 0,-1 0-7 16,-3 1 3-16,0 2-1 16,-2 0 1-16,0 0 1 15,-4 0 0-15,1 6-1 16,-3 5 1-16,-1-1 1 15,1 2-2-15,1 0 2 16,3 0 0-16,3-2-2 0,4 0 1 16,-1-3 0-16,4 0 1 15,0 0 1-15,0-4-2 16,0 1 2-16,6 0-2 16,0-1 0-16,2-1 2 0,0 0-2 15,2-1 0-15,1 0 0 16,1 0 1-16,0-1-1 15,-2 2 1-15,3-1 0 16,-4 1-1-16,1 1 1 16,-2-2-1-16,1 5 0 15,-2-2 0-15,0 0 0 0,0 0 1 16,-1-1-2-16,-2 3 1 16,-1-5 0-16,-2 4-1 15,-1-3 1-15,0 1-2 16,-2 0 1-16,-4 0 1 15,-5 1 1-15,0 0 0 0,-2-1 0 16,0 2-1-16,2 0 0 16,-1-2 0-16,0 2 0 15,2 0 0-15,1-1-7 16,3 2-20-16,4-3-37 16,2-3-34-16</inkml:trace>
  <inkml:trace contextRef="#ctx0" brushRef="#br0" timeOffset="55763.81">21778 9179 125 0,'0'0'15'0,"0"0"17"0,0 0-3 0,0 0-7 0,0 0-9 16,0 0-2-16,22 37-6 15,-17-26 1-15,-3 2 0 16,-1 2-4-16,1 0 0 0,2-1 0 16,1 0-2-16,-2 0 1 15,2-1-1-15,0-5-29 16,1-2-71-16</inkml:trace>
  <inkml:trace contextRef="#ctx0" brushRef="#br0" timeOffset="56347.98">21959 9017 82 0,'0'0'15'0,"0"0"8"0,0 0 4 0,0 0-9 16,0 0 4-16,0 0-6 15,0 0-4-15,0 0-2 0,0 0-1 16,45-23-3-16,-35 19-1 16,3 1 0-16,2-1-1 15,1-2-1-15,2 1 1 16,2 0-1-16,-2 1 0 15,0 1 0-15,1-3-2 16,-5 2 0-16,-3 1-1 0,-1 3 0 16,-3-2 0-16,-3 2 0 15,-3 0-8-15,-1 0-44 16,0 0-40-16,-3 0-24 16</inkml:trace>
  <inkml:trace contextRef="#ctx0" brushRef="#br0" timeOffset="56632.02">22069 8895 100 0,'0'0'8'0,"0"0"23"15,0 0 13-15,0 0-16 0,0 0-20 16,0 0-8-16,0 0 10 16,0 0 9-16,0 0-6 15,0 49-6-15,0-29-1 16,2 3-4-16,1-2-1 16,0 2 0-16,2-2-1 0,-1-1-1 15,4-3-26-15,-3-5-77 16</inkml:trace>
  <inkml:trace contextRef="#ctx0" brushRef="#br0" timeOffset="57393.15">22445 8794 72 0,'0'0'19'0,"0"0"-11"0,0 0 8 0,0 0 1 15,0 0 2-15,0 0 8 16,0 0-2-16,0 0-6 16,0 0-12-16,0 0-2 15,-1-24-2-15,-3 24-1 0,-2 0-3 16,0 0 2-16,0 0 0 16,-1 1-1-16,0 4-1 15,-1 1 1-15,-1 1 0 16,2 1 1-16,-3-1-1 15,-1 4 1-15,3-1-1 0,-2 3 1 16,0-2-1-16,3 2 0 16,0-3 1-16,3 4 0 15,0-4 0-15,2 2 2 16,2-3 0-16,0 3 1 16,0-2 3-16,0-2 0 0,1 2 2 15,5-3-2-15,-1 0-2 16,2 2-1-16,-1-4-1 15,3 2-2-15,1-5 3 16,-3 2 0-16,2-1-1 16,-2-3 0-16,0 0 4 0,0 0-2 15,1 0-2-15,-1 0 0 16,0 0-3-16,-1-3 0 16,2-1 0-16,0-2-12 15,-2-1-20-15,-1 0-12 16,-1 0-39-16,-2 0-69 15</inkml:trace>
  <inkml:trace contextRef="#ctx0" brushRef="#br0" timeOffset="57543.16">22376 8933 175 0,'0'0'31'0,"0"0"10"0,0 0-23 0,0 0-15 16,40-23-2-16,-16 16 1 15,3-3-2-15,2-1-35 16,0-5-130-16</inkml:trace>
  <inkml:trace contextRef="#ctx0" brushRef="#br0" timeOffset="58318.9">22443 8125 90 0,'0'0'4'0,"0"0"1"0,0 0-3 0,0 0 0 16,0 0-1-16,0 0-1 0,0 0 2 15,0 0-1-15,0 0 0 16,0 0 3-16,0 0 0 15,-8 0 2-15,8 0 0 16,0 0 3-16,6 0 3 16,1 0 1-16,3 0 0 0,3-4-1 15,2-2 1-15,3 2 5 16,1-3 2-16,1 2-6 16,2-2-2-16,0 0-1 15,-2 3-3-15,0-2-5 16,-2 0 0-16,-1 2-3 15,-4 3 0-15,-2-1 0 0,-5 2-3 16,-4 0-17-16,-2 0-30 16,-1 0-25-16,-10 3 41 15</inkml:trace>
  <inkml:trace contextRef="#ctx0" brushRef="#br0" timeOffset="58908.74">22447 8138 89 0,'0'0'18'0,"0"0"-8"0,0 0 3 0,0 0-3 0,0 0-4 16,0 0-2-16,0 0 0 16,0 0 0-16,0 0-2 15,27 29 0-15,-19-20 1 16,-1 0-3-16,3-1 1 0,0 3 0 16,1-1 2-16,1 0-1 15,0-3 0-15,1 2 1 16,0-3-1-16,-2-1 1 15,0 0 1-15,-4-2 3 16,0-1 2-16,-1 1-1 0,1-3-1 16,-5 0-3-16,1 1-3 15,-2 1 0-15,0-2 0 16,-1 0-1-16,1 0 3 16,0 0 1-16,1 0 7 15,-2-3 2-15,2-3-4 16,-1 1-3-16,2-4 0 0,0 1-3 15,0-1-2-15,1-1 0 16,1-3-1-16,1 1 0 16,0-3 1-16,0 1-1 15,2-3 1-15,1 2-1 16,0-2 2-16,-1 2 2 0,2 1-2 16,-1 3-1-16,0 1-1 15,2 3 0-15,-6 1-1 16,-1 6-13-16,0 0-32 15,-2 0-47-15,-2 0-4 0</inkml:trace>
  <inkml:trace contextRef="#ctx0" brushRef="#br0" timeOffset="61500.84">22930 7845 67 0,'-2'0'11'0,"0"-3"14"0,-1-1-6 0,2-2-4 16,-1 2-3-16,-1 0-6 0,2 1-1 15,-2-1-4-15,0 1-1 16,0 0 0-16,-3 0 0 15,0-1 1-15,0 2 2 16,1 1-2-16,1-2 6 0,-2 2-3 16,-1-1-1-16,-1 2 0 15,0-1-1-15,-3 1-1 16,-4 0 1-16,1-1-2 16,-4 1 0-16,0 0 1 15,0 0-1-15,-3 0 0 0,3 0 0 16,-1 0 1-16,2 0 4 15,-1 0 0-15,-1 0-1 16,1 2-2-16,-2 2 0 16,3 1-1-16,-5-1 0 15,4 3 0-15,2 0 0 16,-4 2-1-16,5 0 0 0,-1 0 1 16,0 3-1-16,0 1 1 15,3-1-1-15,-3 4 0 16,2-3 0-16,-2 2 0 15,1 0 0-15,0-1 1 16,0 1-1-16,1-1 1 0,1-1 0 16,4 0 1-16,-1 0 1 15,4 2-1-15,2-3 1 16,2 3-2-16,1 1-1 16,1 0 3-16,0-1-3 15,0 2 0-15,0-1 0 0,0 1 1 16,1 0-1-16,3 0 2 15,0 0 0-15,0 0-2 16,0 2 1-16,-1-2-1 16,2 0 1-16,-1 0-1 15,-1 1 0-15,1-4 0 0,2 2-1 16,-1 1 2-16,2-3-1 16,-1 1 1-16,3 0 0 15,-2 1-1-15,2-2 0 16,-1 0-2-16,2-1 2 15,2 0 0-15,0-2 1 0,1 1 1 16,2-3 2-16,1 1-2 16,1-2 1-16,1 1 0 15,0-3-1-15,0 0 1 16,1 0 0-16,2-1 0 16,1-1-2-16,-1-1 0 0,3 2 0 15,0-1 0-15,1 0-1 16,-3 0 0-16,3-1 1 15,-1-2-1-15,-2 1 1 16,-1-2-1-16,3 0 0 16,-5 0 1-16,0 0 2 15,0 0-2-15,0-3 2 0,-2-4-1 16,2 1 1-16,-4-1-1 16,4-1 1-16,-4-4 0 15,4 2 1-15,-1-4 0 16,-3 3 1-16,1-2-2 15,-1 1 2-15,1 1 5 0,-3 0-2 16,-2 1-6-16,2 0 0 16,-3 0 0-16,1-1 1 15,-4 1-1-15,1-3 2 16,0 0-2-16,0-1 0 16,-1-2-1-16,0-1-1 0,1 0 1 15,-2-4 0-15,2 1-1 16,-3 0 0-16,0-1 0 15,0 1 1-15,-3 0-1 16,-1-1 2-16,0 5 0 16,-1-4 1-16,0 2-2 15,0-1 1-15,-3 1 2 0,-4-2 0 16,0 2 2-16,-1-3-3 16,0 2 1-16,-2-1 1 15,1 0-1-15,1 0 0 16,-3 2-1-16,1-1-4 0,-2 2 0 15,1 2 2-15,-2 1 0 16,-2 1-1-16,1 4 0 16,-3 1-3-16,1 3 3 15,-1 1 0-15,-1 4 0 16,1 0-7-16,-3 3-12 16,4 8-13-16,2 1-15 0,3 1-29 15,1-2-53-15</inkml:trace>
  <inkml:trace contextRef="#ctx0" brushRef="#br0" timeOffset="62318.38">22860 8174 69 0,'5'0'16'0,"0"-4"-11"0,3-3 5 0,-1 0 2 16,1-3 6-16,0 2 7 16,-1-1 2-16,-1-1-6 15,0 0-5-15,-3 0 0 16,0 3-2-16,-1-1-4 15,-2 1-2-15,0 1-3 16,0 0-2-16,0 2 2 0,-5 4-4 16,-2-1-3-16,-2 1 0 15,-2 0 3-15,-2 4 0 16,2 6 0-16,-2-2 0 16,5 4-1-16,1-2 0 15,4 1 1-15,3 0-1 0,0-2 1 16,0-1-2-16,6-2 2 15,3-2-2-15,2-1 1 16,0-1 0-16,-2-2 1 16,3 0 0-16,-1 0 0 0,-1-2 0 15,-4-3 1-15,0-1-1 16,-1-1 1-16,-3 1 0 16,0-1 0-16,0 2 1 15,0 0 0-15,0 4-1 16,-2 0-1-16,0 1-1 15,0 0-2-15,0 0-5 0,0 6 3 16,0 4 5-16,0 1 0 16,0 5 0-16,3 2-1 15,1 1 1-15,3 2-1 16,-1 1 2-16,1 0-2 16,0 0 0-16,2-3 0 15,-5 1 0-15,-1-4 0 0,-1-2 0 16,-2-2-3-16,0-4 1 15,0-2-2-15,-6-2-1 16,-4-4 2-16,1 0 4 16,-4 0 4-16,1 0 6 0,0-9-4 15,1 0 1-15,1-5 4 16,4-1 0-16,3-2-1 16,1 0-3-16,2-1 0 15,0-3-1-15,6 2-5 16,6 0 2-16,5 2-4 15,2 2-2-15,0 3-1 0,2 5-19 16,0 7-8-16,-6 0-11 16,-1 0-27-16,-4 4-39 15</inkml:trace>
  <inkml:trace contextRef="#ctx0" brushRef="#br0" timeOffset="62538.72">22880 8432 192 0,'0'0'9'0,"0"0"-2"0,0 0-6 0,0 0 2 0,0 0 7 16,0 0 0-16,0 0-5 16,0 0 3-16,0 0-4 15,0 0-4-15,54-10 1 16,-31 5 0-16,4 1-1 0,3-1-2 15,1 0-76-15,-6 2-67 16</inkml:trace>
  <inkml:trace contextRef="#ctx0" brushRef="#br0" timeOffset="62674.66">22936 8500 191 0,'0'0'43'16,"0"0"9"-16,0 0-21 15,0 0-18-15,74-19-10 16,-14 2-14-16,13-8-100 0</inkml:trace>
  <inkml:trace contextRef="#ctx0" brushRef="#br0" timeOffset="66092.5">18779 9389 33 0,'0'0'1'0,"0"0"0"0,0 0-7 0</inkml:trace>
  <inkml:trace contextRef="#ctx0" brushRef="#br0" timeOffset="66811.69">18667 9387 75 0,'0'0'14'0,"0"0"0"0,0 0-4 16,0 0-7-16,0 0 2 16,0 0 1-16,0 0 6 15,0 0 7-15,0 0 3 16,0 0-6-16,0 0-9 15,0-12-4-15,0 12-5 0,0 0-30 16,2 0 6-16,0 0-7 16,0 0-29-16</inkml:trace>
  <inkml:trace contextRef="#ctx0" brushRef="#br0" timeOffset="71013.28">20022 8068 91 0,'0'0'6'0,"0"0"3"0,0 0-3 0,0 0-3 16,0 0 1-16,0 0 6 16,0 0 3-16,0 0 3 15,0 0-1-15,0 0-1 16,0 0-1-16,0 0-4 15,0 0-6-15,-1-4-3 0,2 4 1 16,4 0 0-16,2-3-1 16,0 3 1-16,2-3 0 15,3 2 0-15,0-2 0 16,0 1 0-16,4-1 1 16,-3 1-1-16,1-2 1 0,-1-1-1 15,2 2 0-15,-1-1-1 16,1-1 0-16,1 0 1 15,0 2-1-15,0-1 0 16,2 1 1-16,-3 0-2 16,0 1 1-16,-2 0 1 0,0 1-2 15,-6 1 2-15,0 0-1 16,-1 0 0-16,-2 0-1 16,-2 0 0-16,-1 0-8 15,-1 0-29-15,0 3-7 16,0-2-3-16</inkml:trace>
  <inkml:trace contextRef="#ctx0" brushRef="#br0" timeOffset="71602.92">20011 8111 70 0,'0'0'3'0,"0"0"-3"0,0 0 1 0,0 0 0 16,0 0 1-16,0 0 3 0,0 0 7 16,0 0-2-16,0 0 2 15,0 0-1-15,0 0-3 16,44 0-3-16,-34-2 0 15,2 1-2-15,0-1-1 16,2 2 0-16,-1-2-1 0,0 2 0 16,-2-2 2-16,-3 2-3 15,1-1 1-15,-3-1 4 16,2 1 12-16,-3-1 1 16,4 0-7-16,-4 0-2 15,3 0-3-15,-1 0-3 0,0-1-1 16,2 2 0-16,-2-1-1 15,1 1-1-15,-2-1 0 16,2 2 0-16,-4-1 2 16,0 1-2-16,-1 0 0 15,-1 0-2-15,-2 0-3 16,0 0-35-16,0 1-3 0,-8 1-2 16</inkml:trace>
  <inkml:trace contextRef="#ctx0" brushRef="#br0" timeOffset="71885.39">19957 8146 50 0,'0'0'62'0,"0"0"-58"0,0 0 9 0,53-17 3 16,-32 10 0-16,1-2 1 16,3 2-6-16,-1 2-2 15,-1 3-9-15,-5-1-2 16,-2-1-55-16</inkml:trace>
  <inkml:trace contextRef="#ctx0" brushRef="#br0" timeOffset="73053.91">18261 8396 37 0,'0'0'10'0,"0"0"-9"0,-54 60-1 0,34-31 1 16,-5 7 0-16,-1 8 9 15,2 6 8-15,-1 5-4 16,4 6-3-16,-1 5-2 16,4 6-2-16,3 2 0 0,3 4 1 15,3 4-4-15,5 5 0 16,3 5 0-16,1-2-1 15,7 5 1-15,9 0 3 16,6 5 6-16,5-4 0 16,9 1-1-16,2-1-2 0,4-1-2 15,1-12 0-15,-1-9 5 16,-2-12 2-16,-1-9-3 16,-3-15-2-16,-1-9 2 15,-1-7-1-15,-1-5-4 16,1-4-3-16,3-4-1 0,-4-4-1 15,4 1 0-15,-5-3-2 16,-3-3-38-16,-7 0-67 16</inkml:trace>
  <inkml:trace contextRef="#ctx0" brushRef="#br0" timeOffset="73253.88">18717 10367 239 0,'0'0'-21'0,"0"0"15"15,0 0 7-15,0 0-2 16,22 40 2-16,-21-23-2 16,-1 3-7-16,0 3-22 15,-3-2-16-15,-11 3-29 16</inkml:trace>
  <inkml:trace contextRef="#ctx0" brushRef="#br0" timeOffset="73786.94">19365 10376 133 0,'0'0'4'0,"0"0"22"15,0 0-9-15,0 0-12 16,0 0-4-16,0 0-2 16,-46-13-6-16,32 15-1 15,-1 3 4-15,0 4 3 16,-4-1 2-16,5 1-2 0,0 2 2 16,5 1 0-16,1-1-1 15,5 3 3-15,1 0-2 16,2-1 0-16,0 1 0 15,8-2 1-15,3-1 0 0,2-2-3 16,2-2 3-16,1-1 0 16,-2-1 0-16,0-1 1 15,-3 0 3-15,-2 1 1 16,-4 0-2-16,-3 0 3 16,-2 1-2-16,0 3 1 15,-9-1 0-15,-2 3-4 0,-3 0-1 16,-1-1-2-16,3 1 0 15,1-5-26-15,7-6-55 16</inkml:trace>
  <inkml:trace contextRef="#ctx0" brushRef="#br0" timeOffset="74180.03">19496 10589 161 0,'0'0'-1'0,"0"0"7"0,0 0-1 0,0 0-1 15,0 0 1-15,0 0 6 16,0 0 7-16,0 0-6 0,0 0-1 16,18-34-1-16,-9 31-4 15,-2 2-4-15,3 1-2 16,0 0 0-16,-3 0-2 15,-1 7-5-15,0 4-11 16,-4 3 6-16,-2 0 1 16,0-1 4-16,0 1 5 15,-5-4 2-15,0-1 4 0,-2-2 14 16,3-3 0-16,-1-1-1 16,2-2-1-16,3 1-4 15,0-2 2-15,0 0-2 16,0 0-10-16,6 0-3 0,7 0 1 15,6-6-1-15,5-1-23 16,0-6-56-16,2-1-103 16</inkml:trace>
  <inkml:trace contextRef="#ctx0" brushRef="#br0" timeOffset="74334.61">19908 10404 241 0,'0'0'17'16,"0"0"4"-16,0 0-20 0,0 0-6 15,0 0-65-15,36-42-78 16</inkml:trace>
  <inkml:trace contextRef="#ctx0" brushRef="#br0" timeOffset="74442">19944 10439 183 0,'0'0'29'16,"0"0"-14"-16,0 0-8 16,0 0-19-16,0 0-45 15</inkml:trace>
  <inkml:trace contextRef="#ctx0" brushRef="#br0" timeOffset="74861.39">20292 10150 137 0,'0'0'0'16,"0"0"0"-16,0 0 1 15,-42 19-1-15,30-9 0 0,-1 1 0 16,0 2 1-16,3-1-2 15,0 1 2-15,4-1 0 16,0-3 1-16,3 0 5 16,2-2 1-16,1 0-4 15,0 0 0-15,9-2 10 0,4 0 9 16,0 0-2-16,2 0-6 16,2 1-6-16,-1-3-4 15,-2 3-2-15,0-2-1 16,-5 0 3-16,-2-1 2 15,-2 0 0-15,-5 0-2 0,0 1 3 16,0 0 4-16,-9 3-8 16,-2 0-2-16,-5 3-1 15,2 1-1-15,-1 0-1 16,3 0-15-16,4-3-19 16,2-4-35-16,3-4-33 0</inkml:trace>
  <inkml:trace contextRef="#ctx0" brushRef="#br0" timeOffset="75117.82">20438 10315 92 0,'0'0'4'0,"0"0"-1"0,0 0 10 0,0 0 8 16,0 0-3-16,0 0 1 16,6 42-6-16,-4-29 2 15,1-1-10-15,0 0-3 16,2 2 1-16,-2-1-2 16,4 0-1-16,-1-3-7 0,-5-1-58 15</inkml:trace>
  <inkml:trace contextRef="#ctx0" brushRef="#br0" timeOffset="79504">21405 7865 62 0,'-2'-1'16'0,"0"-2"5"0,2 1-8 0,-1-1-4 0,0 0-5 16,0 1-1-16,-1 0-2 15,0-1 0-15,0 2-1 16,0 1 3-16,0-1-1 16,2-1 2-16,0 2 1 15,0 0-3-15,0 0-1 0,0 0-3 16,0 0 2-16,0 0 2 16,4 0-1-16,1 0 0 15,3 0-1-15,-1 0-19 16,5-4 25-16,0-2-3 15,3 2 2-15,2 0-1 0,5-5 1 16,-1 5-1-16,1-3-3 16,4 0 0-16,-3 0 0 15,0 0-1-15,-2 1 0 16,0-1 1-16,1 0 0 16,-2 0 2-16,2 1 2 15,3-1 2-15,-3 0-4 0,1 2 0 16,1-2-3-16,-3 3 1 15,2 0 0-15,-3 0-1 16,2-1 1-16,-2 1-1 16,-1 1 0-16,-3-1 0 0,-2 1 0 15,-1 0 0-15,-6 2 0 16,0 1 0-16,-4-3 0 16,-2 3-1-16,-1 0-17 15,0 0-24-15,0 0-33 16</inkml:trace>
  <inkml:trace contextRef="#ctx0" brushRef="#br0" timeOffset="80222.73">21474 7840 72 0,'0'0'11'0,"0"0"1"0,0 0-8 0,0 0-2 0,0 0-2 16,0 0 1-16,0 0 0 15,0 0 5-15,0 0-1 16,0 0 7-16,0 0-3 0,0 0-5 16,-5 0-2-16,10-1 1 15,2 1-3-15,2-3 1 16,-2 2-1-16,3-2 1 16,2 0-1-16,-1 2 0 15,1-3 1-15,0 1-1 0,0-1 2 16,3-2 0-16,-1 2 2 15,1-2 2-15,3 0-2 16,0-1 1-16,3-3-2 16,-3 3-1-16,6 0-1 15,-1-1 0-15,0 1 0 0,0 0 0 16,1 1 0-16,-2 0-1 16,-4 0 0-16,1 3 2 15,-2-1-2-15,-1 3 0 16,-3-1 1-16,0 1-1 15,-2 0 0-15,0 1 0 16,-4-2 1-16,1 2-1 0,-6 0 0 16,1-1 1-16,-3 1-1 15,0 0 0-15,0 0-8 16,-9 0-35-16,-3 0 0 16</inkml:trace>
  <inkml:trace contextRef="#ctx0" brushRef="#br0" timeOffset="80798.87">21479 7815 60 0,'0'0'4'0,"0"0"5"0,0 0-8 0,0 0-1 0,0 0 1 16,0 0-1-16,0 0 0 15,0 0 1-15,0 0-1 16,0 0 3-16,0 0 5 0,-7 5 0 16,11-5 7-16,4 0-5 15,3-1-5-15,5-4-1 16,1-1 1-16,5-1-1 16,1-1 3-16,0-1 0 15,1-1 2-15,1 2 2 0,-1-1 3 16,-4-1 1-16,0 3-5 15,-2 0-4-15,-2 1 0 16,-2 1 0-16,-2 0-1 16,-1 3-3-16,-2 0-1 15,-1 1-1-15,0-1 0 16,-4 2 1-16,-1 0-1 0,2 0-1 16,-3 0 2-16,0 0-1 15,-2 0 0-15,0 0-1 16,0 0-2-16,0 0 0 15,0 0 0-15,0 2-17 16,0-1-41-16,-4-1-86 0</inkml:trace>
  <inkml:trace contextRef="#ctx0" brushRef="#br0" timeOffset="82048.88">12948 9399 8 0,'0'0'-5'0</inkml:trace>
  <inkml:trace contextRef="#ctx0" brushRef="#br0" timeOffset="83812.52">12836 8971 21 0,'0'0'1'0,"0"0"0"0,0 0 1 0,0 0 8 15,0 0-3-15,0 0-2 16,-38-3-1-16,34 2-2 0,-1-2-3 16,1 0-36-16</inkml:trace>
  <inkml:trace contextRef="#ctx0" brushRef="#br0" timeOffset="88903.26">13499 7845 38 0,'-6'0'16'0,"1"0"-3"0,1-3 2 0,-3 0-5 16,2 2-3-16,-1-2-5 15,-2 3 0-15,-1 0 1 16,2 0-2-16,-5 0 0 16,2 0 0-16,-3 0 0 15,3 0 0-15,-1 0-1 0,-3 0 2 16,3 0-1-16,-1 3 0 15,0-1 0-15,0 0 2 16,1 1-3-16,0 1 0 16,0 0 0-16,-5 2 1 15,1-1-1-15,-1 1 1 0,-3 1 1 16,0 2-1-16,-1 0 0 16,0-1 1-16,-4 2-1 15,1 1-1-15,-2 1 1 16,-2 3-1-16,1-2 0 15,-1 0 1-15,0 3-1 16,0-2 0-16,1 0 0 0,1 0 2 16,1-1-2-16,-1 1-2 15,2 2 4-15,-3-2-1 16,3 2 0-16,3 0 0 16,-2 0 0-16,3 0 0 15,0 2-1-15,-1-2 1 0,2 1 0 16,-4 2 0-16,3 0 1 15,-1 3 0-15,0-1-1 16,0 2 0-16,1-2 0 16,2 1-1-16,0 0 1 15,-1 1-1-15,-1-2 2 0,4 2 0 16,1-2 0-16,1 3-1 16,0-1 2-16,2 1-3 15,0 1 1-15,2 0 0 16,-3 3-1-16,3-2 0 15,1 1 0-15,-2 0 0 16,0-2 0-16,3 1 1 0,-2-3-1 16,1-2 1-16,2 1 0 15,2-1-1-15,-2-1 2 16,3 1-1-16,0 2 1 16,1 1 1-16,0 1-1 0,-1 2-1 15,2-1 0-15,-1 2 0 16,2-2 0-16,0 1-1 15,0-2 1-15,0-2 1 16,1 1 1-16,4-3 0 16,2 0 0-16,-2-2-2 0,1 1 1 15,1 0-1-15,-1 0 1 16,0-2-1-16,0 1-1 16,-2-2 2-16,1 0-2 15,1 1 1-15,0-3-1 16,2 0 0-16,-2 2 1 15,3-2 0-15,0 1 1 0,1 0 1 16,1 0-3-16,2-1 2 16,-4-2 0-16,2 1-1 15,0-1 0-15,0-3-1 16,-2 0 1-16,5 1-2 16,-5-2 2-16,2 1 2 0,2 0-2 15,-2 1-1-15,3 1 1 16,-3-1-1-16,2 2 1 15,1 0-1-15,-1-1 0 16,1-2 2-16,-1 2-2 0,3-2-3 16,-3 1 4-16,3-1 2 15,-3-2-3-15,0-1 1 16,1 1-1-16,1-1 1 16,-1 0-1-16,1-1 0 15,1-1 0-15,0 1 0 16,2-2 1-16,-1 2 0 0,2-2-1 15,-1 2 1-15,-1 0-1 16,-1-1 1-16,0 1-1 16,1-1 0-16,-1 1 0 15,2 0 0-15,-3 0 0 16,2 1 0-16,3 1 0 0,-1-1 0 16,0 0 0-16,3 2 0 15,-4-2 1-15,2 0-1 16,-3 2-1-16,2-4 2 15,1 2-1-15,-2-2 0 16,4-1 0-16,-2 0 0 16,2-2 0-16,1-1 2 0,0 3-2 15,1-2 0-15,-3 2 0 16,3-3 0-16,0 3 0 16,-4-1 0-16,4-1 0 15,-3 1 0-15,0 1 0 16,2 0 0-16,0-1 0 0,1 1 0 15,2 0 0-15,2-1 0 16,-1 0 0-16,1-3 0 16,2 0 1-16,-1 2-1 15,-1-2-1-15,2 0 1 0,-1 0 0 16,0 0 0-16,2 0 0 16,-1 0 1-16,3 0-1 15,0-2 0-15,1 2 2 16,0-1-1-16,4-1-1 15,-5 2 2-15,3 0-2 16,-4-1 0-16,3-1 1 0,-4 0-1 16,2-4 0-16,1 2 1 15,-1-3-1-15,6-1 0 16,-3-3 1-16,2 1-1 16,-2 0 0-16,1-2 1 15,-2-3-1-15,0 1 1 0,-3-2 0 16,-1-1 7-16,-2-1-2 15,4-5-1-15,-3 2-3 16,1-2 0-16,2-2-2 16,-4 1 1-16,2-2-1 15,-4 3 1-15,-3-2-1 0,-3 2 0 16,1-1 0-16,-7 0 1 16,-1 0-1-16,-3-2 1 15,0 0-2-15,-4-2 2 16,-2 3-1-16,-1-3 0 15,-4 1 1-15,0-1-1 0,0-2 1 16,0 3-1-16,-6-4 0 16,1 4 2-16,0-3-2 15,0 0 0-15,1-2 0 16,0-1 1-16,0-1-1 16,0 0 0-16,-1 0 0 15,-2-2-1-15,2 2 1 0,-1 1 1 16,1-1-1-16,-3 0 0 15,0-1 0-15,-2 2-3 16,-1-1 3-16,-2 0 0 16,1 3 0-16,-3-1 0 0,2 1 0 15,-3 4 2-15,2-2-5 16,-1 2 4-16,1-2-1 16,-2 1 0-16,2-1 0 15,-2-1 0-15,-1 1 0 16,0 0 0-16,1-1-1 0,-3 3 0 15,-1 2-1-15,0 1-1 16,-3 2 3-16,1 1 2 16,-2 1-1-16,0 3 0 15,0-1 1-15,0 1-1 16,2 1 1-16,-2 0-2 0,3-2 0 16,-3 0 1-16,4-1-1 15,-3-2 0-15,-1 1 0 16,-1-3 1-16,3 3-3 15,-3 0 2-15,-2 2-2 16,0 1 2-16,-1 0 0 0,-2 1 0 16,-1 4 0-16,-2 0 2 15,-1 3-4-15,-2 0 2 16,-1 1 0-16,0 3 0 16,-1 0 0-16,-2 1 0 15,-2 1 0-15,-1 1 0 0,-1 2 0 16,-3 0-2-16,0 0 2 15,-1 0 0-15,3 5 0 16,-3 2 0-16,-1 0 0 16,-4 2 1-16,1 1-1 15,0 1 0-15,-1-1 1 16,1 0-1-16,0 0 0 0,4 2 0 16,-1 0 0-16,2 1-1 15,-1 3 1-15,4 2 0 16,-3 1 0-16,5 3 0 15,1-1 0-15,1 2-5 16,2 1 6-16,-1-1-2 0,5 2 1 16,-3 0-1-16,3 2 0 15,4 3 2-15,1 2-1 16,0 4 0-16,1 2 0 16,1 5-12-16,-1 1 16 15,-1 0-3-15,-2 4-1 0,2-1 1 16,2 0-1-16,0 1 2 15,4-1-2-15,0 0 0 16,4-3 0-16,3-1 0 16,3-1 1-16,0-1 1 15,2-1-4-15,4 1 4 0,0 2-2 16,3-2 0-16,-4 2 1 16,4-2-1-16,0 0 0 15,-1 0 1-15,3-2-1 16,2 0 0-16,0-3-1 15,1 1 0-15,9-3 1 0,0 0-2 16,3-4 1-16,0-2 2 16,3-1 1-16,-3-1-2 15,3-2 0-15,-3-1 0 16,3-1 0-16,1 0 0 16,4 0-2-16,-3-2 2 0,4 2 0 15,-1-1 0-15,3-1 2 16,1 0-11-16,-2 0 16 15,4-1-5-15,1 1-2 16,0-1 1-16,4-1-1 16,-3-3 0-16,3 0 0 15,3-2 1-15,0 0-2 0,2-2 2 16,1-1-1-16,-2 0 0 16,2-1 1-16,1-1-1 15,2-1 1-15,-1 1-1 16,2-2 1-16,-1 1-1 0,1 0 0 15,-2-1 0-15,5 0 0 16,-3-1 1-16,3 0-1 16,2-1-1-16,1 0 2 15,2-1-1-15,-2 0 0 16,3-2 0-16,-2 0 0 16,-1-1 1-16,2 0-1 0,0 0 1 15,2 0-1-15,0-3-1 16,0-2 1-16,2 1 1 15,-3-2-1-15,1-1 0 16,1 0 2-16,-1-4-2 0,-3-1 0 16,0-2 0-16,-4 1 0 15,0-5 1-15,-1 1-1 16,-1-4 1-16,-1 1-2 16,0-3 2-16,1-1 0 15,-3-2 0-15,0 2 0 16,-1-3-1-16,-3 1 0 0,-1-3 1 15,-1 0-1-15,3-2 1 16,-5-3-1-16,3-1 0 16,-3-4 0-16,-2-2 1 15,0-5-1-15,-5-3 0 16,-1 3 1-16,-7-2-1 16,-2 0 0-16,-4-2 1 0,-2-1-1 15,-5-1 1-15,-3 0 3 16,-1-2 0-16,0 3 0 15,-5 2-2-15,-5-1 1 16,0 1 0-16,-2 1-3 16,-3 0 1-16,0-2-1 0,-3 3-1 15,-1 1 1-15,-5 1-1 16,-3 1 0-16,-2 2 0 16,0 1 2-16,-4-1-2 15,1 4 0-15,-3 0 4 0,2 2-2 16,0 3-1-16,-3 1 1 15,-1 1-1-15,1 1 0 16,0 0-1-16,-1-1 0 16,0 1 0-16,0 1 2 15,3 3-4-15,0 0 4 0,1 6-2 16,-3 2 1-16,-3 3-3 16,2 4 2-16,-7 4 1 15,-1 0-3-15,0 4 4 16,-3 3-3-16,2 0 2 15,-3 0 0-15,2 0 0 16,0 1 1-16,-2 5-1 0,2 1 0 16,2-2-1-16,1 2 2 15,3 1-1-15,-1-1 0 16,2 0 0-16,0 2 1 16,-1-2-1-16,-1 0-1 15,-1 3 1-15,-2 1 0 0,3 1 0 16,0 2 1-16,-3 0-2 15,3 2 1-15,4 1 0 16,-1 0 0-16,0 0 0 16,4 1 1-16,2-2-1 15,0 2-1-15,-2-1 1 0,3 2 0 16,-1-1-1-16,1 2 1 16,2 2-1-16,-3 2 0 15,0 1 1-15,1 2 0 16,0 3 0-16,1 3 0 15,2-1 0-15,1 4-1 0,2 1 1 16,1 0 0-16,2 2 0 16,0 1-1-16,-1 4 1 15,6 2 0-15,-3 1 0 16,3-2 0-16,1 2 0 16,4-3 0-16,-1 2 0 0,4-1 0 15,5-1 0-15,3 1-1 16,2-2 2-16,0-2-2 15,2 0-1-15,5-1 2 16,1-3 0-16,1 0 0 16,0 1 0-16,0-2 0 0,2 2 0 15,0-2-1-15,3-1 0 16,2-2 0-16,1 0 1 16,1-2-1-16,3-3 2 15,1-1-1-15,3 0 1 16,1-3-1-16,1 0 1 0,1-1-3 15,3-4 1-15,4-1 2 16,-1-2-1-16,3-3 0 16,1-3 2-16,1-2-1 15,-2-4-1-15,1-1 2 16,-2-3-2-16,-3 0 0 16,-1 0 1-16,-5-1-2 0,-1-4 2 15,-3 2-1-15,-1-2 0 16,-2-1-3-16,-3-1-22 15,-4-7-76-15</inkml:trace>
  <inkml:trace contextRef="#ctx0" brushRef="#br0" timeOffset="92115.35">13607 7785 58 0,'0'0'2'0,"0"0"7"0,0 0 5 0,0 0 3 0,9-43-2 16,-3 34-14-16,1 0 2 15,3 2-3-15,4-1 0 16,5 2 1-16,5 2-1 16,2-2 0-16,5 3 0 0,4 3 0 15,1 0-1-15,1 0-1 16,2 0 0-16,6 6 2 15,1 1 0-15,4 2-1 16,1 1 1-16,3 4 0 16,3 1 0-16,2 5 0 0,3 3 0 15,-1 4 0-15,2 4-1 16,-2 6 1-16,0 6-1 16,-4 1 1-16,-2 4-1 15,-6 5 1-15,-2 2 0 16,-6 3 1-16,-3 5-2 0,-6 3 0 15,-7 4 0-15,-4 4 1 16,-5 5 1-16,-7-1 2 16,-5 5 0-16,-4 2-3 15,0 2 1-15,-9 1-1 16,-9-2 2-16,-5 1 1 0,-3 1 2 16,-10-2-2-16,0-4 3 15,-4-3-3-15,-2-6-1 16,-1-4 2-16,-2-4-2 15,-2-12-1-15,-6-2 2 16,-1-5 1-16,-6-6 2 0,-4-4 3 16,-6-6-6-16,-4-3-1 15,-2-3 0-15,-3-5 0 16,1-5-2-16,-2-4 4 16,1-6 0-16,4-4 1 15,1 0 3-15,4-8-3 16,0-8-1-16,1-4-1 0,1-4-1 15,3-3-1-15,0-4 0 16,-2-5 0-16,3-2 0 16,3 0-1-16,-3-5 0 15,3 2 0-15,3-4 1 16,2-1-1-16,5-1 0 0,0-3 2 16,5-2-2-16,4-2-2 15,4-2 2-15,3-3-1 16,3-2-1-16,4 0-2 15,4-5 3-15,2-2 2 16,7-1-2-16,1-1 6 0,7-4-2 16,5 3 0-16,2 0-1 15,4 1-1-15,12-2-1 16,6 1-2-16,5 0-4 16,7 3-7-16,6 0-6 0,3 1 2 15,6 2 10-15,2 2 5 16,7 2 3-16,1 3 0 15,7 2-1-15,3 5 2 16,3 5 0-16,6 6-2 16,1 6 0-16,0 5 0 15,3 6 0-15,1 5 0 0,2 4 0 16,1 4 0-16,0 4 0 16,5 6 0-16,-2 0 0 15,3 3 0-15,-6 10 0 16,-1 1 0-16,-1 6 0 15,1 4 0-15,-6 4 0 16,-2 5-2-16,-5 6 2 0,-1 4-1 16,-6 7 1-16,-8 3-1 15,-5 2-1-15,-8 3 2 16,-5 6 0-16,-7 0 0 16,-6 4 0-16,-5 2 1 0,-8 3-1 15,-6 3 0-15,-5 4 0 16,-2-1 1-16,-5 2-1 15,-8 1-2-15,-11 4-2 16,1-4-2-16,-8-2 5 16,-1-1 0-16,-1 0 1 15,-3-2 0-15,-1-6-1 0,-1-2 3 16,-3-3 0-16,-3-5 5 16,-4-2-3-16,-6-5 3 15,-1-2-1-15,-5-2-3 16,-3-3-1-16,-1-7 1 15,-4-5-1-15,1-6 2 0,-5-7 6 16,0-5 3-16,-7-6-5 16,0-2 7-16,-1-3-6 15,-1-5-3-15,1-1-2 16,-5 0-1-16,4-7-1 16,0-6-1-16,6-4-1 0,-1-3 2 15,5-7 1-15,5-4-2 16,6-3 3-16,4-4-3 15,3-5-1-15,5-1 2 16,4-3-2-16,3-1-2 16,4-6 1-16,4-3-1 0,3-4-3 15,3-4 1-15,4-4 10 16,5-4-6-16,5-3-2 16,3 0-1-16,8-1-3 15,2-3 1-15,0-1-3 16,10 2-1-16,5-2 3 0,5 1-4 15,2-1 7-15,7 2 2 16,4 2 1-16,2 5 1 16,5 4-1-16,3 5 0 15,5 4 0-15,3 6 1 16,1 6-1-16,4 3 0 16,0 6 0-16,4 5 0 0,1 5 0 15,5 6 0-15,-1 5 0 16,4 6 0-16,2 4-1 15,2 7 1-15,4 0 0 16,0 7-1-16,2 7 2 0,2 7-2 16,2 5 1-16,-3 5 0 15,-5 6 0-15,0 5-1 16,-1 3 1-16,-7 7-1 16,-4 5 1-16,-3 4 0 15,-7 3 0-15,-5 7 0 16,-6 5 1-16,-9 4-3 0,-9 3 4 15,-9 2-2-15,-9 1 1 16,-6 3 0-16,-10 2 2 16,-11 0-2-16,-10 1 2 15,-3 0 1-15,-11 5-3 0,-3-5-1 16,-4-4 2-16,-2-1-1 16,-2-3 1-16,-4-5-2 15,-3-8 2-15,-2-3-2 16,0-5 0-16,-3-8-2 15,-1-8 4-15,-1-9-1 16,0-8 1-16,-3-7 0 0,0-9 1 16,-4-8 5-16,0-6 1 15,2-2 2-15,0-12 1 16,2-10-5-16,2-6 1 16,2-4-5-16,4-6-2 15,1-4-1-15,6-7 1 0,3-1-1 16,2-4 2-16,8-5-4 15,2 0 1-15,5-3 0 16,5-3 1-16,2-1-2 16,8-4 2-16,4-3 2 15,6-6-1-15,10-2 0 0,3-2-2 16,8-2-4-16,11-2 1 16,8-4-4-16,6 1-1 15,5 4 4-15,7 0-4 16,4 0 5-16,5 6 3 15,5 2 2-15,7 9 0 0,3-1-2 16,9 6 2-16,2 4-1 16,5 4 1-16,1 6-1 15,5 4-1-15,3 8 1 16,0 5 0-16,0 8-1 0,1 6 1 16,3 6 0-16,-5 8 0 15,-2 7 0-15,-1 0 0 16,-1 17-1-16,-4 8-1 15,-4 9 1-15,-5 8 1 16,-6 14-2-16,-5 6 1 16,-11 9-2-16,-9 12 2 0,-11 13 0 15,-14 8-1-15,-11 18 1 16,-11 10 0-16,-25 20-2 16,-23 7-29-16,-17 16-46 15</inkml:trace>
  <inkml:trace contextRef="#ctx0" brushRef="#br0" timeOffset="99907.65">13036 9853 36 0,'0'0'0'0,"0"0"-1"0,0 0 1 0,0 0-2 0,0 0-9 16,0 0 13-16,0 0 0 16,0 0 3-16,0 0 11 15,0 0 0-15,0 0 5 16,0 0-1-16,-19 16-1 16,15-13-13-16,0-1-5 15,-1 0 1-15,0 4-4 0,-4-2 2 16,0 2-2-16,0-1 1 15,-2-2 0-15,-1 1 1 16,1-1 0-16,-1-2 1 16,0-1 1-16,-3 0 4 15,4 0 0-15,-3 0-1 0,-3 0-4 16,0-1 1-16,2-3-1 16,-5-2-1-16,0-1 0 15,0-3 0-15,-2 0 0 16,1-2 0-16,1-4 0 15,0-2 1-15,0-3 0 0,5-3 0 16,1 0 0-16,1-3-1 16,0-1-1-16,1-2 0 15,1 0-4-15,-3 1 0 16,3-3 4-16,-3-3 1 16,5-1 0-16,-1-2 0 0,5-3 0 15,1-3 1-15,4-2-1 16,0 2-1-16,0 0-1 15,0 0-5-15,4 2 3 16,-1-1 4-16,-1 2 1 16,0 0 5-16,2 2 4 0,-2 1 0 15,0 1 0-15,1 4-4 16,1 1-3-16,-2-1-1 16,3 0-2-16,-4 1 1 15,3-4-1-15,0 2 0 16,-2-2 0-16,0 1 0 0,0 2 0 15,1 1 0-15,3 2 0 16,-2 1 1-16,1 3-1 16,2 1 1-16,0 3 0 15,0-1 3-15,4 0-1 16,-2 3-1-16,1-1 0 0,2 0-2 16,1-1 1-16,-1 4-1 15,1-1 1-15,-2 3-1 16,3-2 2-16,1 1-1 15,-1 2 1-15,1-1-1 16,1 0 0-16,0 4-1 0,1 0 1 16,1 1-1-16,0-1 0 15,0 1 1-15,0 1-1 16,0 2 0-16,2-2 0 16,2-3 0-16,1 3 0 15,0-3 1-15,2 1-2 16,3-1 2-16,1-2-2 15,2 3 1-15,0 0 0 0,0-2 1 16,1 3-1-16,1-2-1 16,-4 2 2-16,2 1-1 15,-1-2 0-15,1 2 1 16,-2 0-1-16,-2 1 0 16,0 0 0-16,-2 3 0 0,0-1 0 15,-2 3 0-15,2-2 0 16,-2 2 0-16,4-2 0 15,0 2 0-15,1 0 0 16,1-1 1-16,3 1-1 0,-3 0-1 16,0 3 1-16,1-2 0 15,0 0-1-15,4 3 2 16,-1-2-2-16,3-1 1 16,-1 1 0-16,1 0 0 0,0 0-1 15,-3 1 1-15,-5 1 0 16,-1 0 0-16,-5 2-7 15,-7 1-40-15</inkml:trace>
  <inkml:trace contextRef="#ctx0" brushRef="#br0" timeOffset="102177.26">18811 12109 121 0,'-2'2'2'0,"1"1"-1"0,1-3 1 0,0 2 0 15,0-2 0-15,0 0 1 16,0 1 5-16,-2-1 16 15,2 0 13-15,0 0-18 16,0 0-12-16,0 0-1 0,0 0-1 16,0 0-4-16,0 0 1 15,0-1 0-15,0-5 2 16,2-1-3-16,-1-3 2 16,3-3-1-16,2-2-1 15,-2-1 0-15,3-1 0 0,0-3 1 16,4 5 0-16,1 0-4 15,0 0 1-15,7 3 1 16,-2 4 1-16,6 2-1 16,-3 2 2-16,2 4-2 15,-4 0 0-15,-2 4-2 16,-1 10 1-16,-3 3-2 0,-3 3 2 16,2 3 0-16,-6-2 2 15,3-1-2-15,-4 0 2 16,-1-6 0-16,2 0 0 15,-3-4-1-15,0-3 0 16,-1-4 0-16,-1 1 1 0,1-4 0 16,0 0 0-16,2 0 4 15,2-7 7-15,0-4-12 16,4-5 2-16,1-1 1 16,2-5-2-16,2-1 0 15,0-4 0-15,1 2 0 0,0-1-1 16,1 0 1-16,-3 5-2 15,1 1 2-15,-1 4-1 16,-1 5-1-16,2 3 2 16,-2 4-1-16,0 4 0 15,-1 0-1-15,-1 9-2 0,0 8 0 16,0 6 0-16,-1 6 2 16,-2 7 2-16,1 4 0 15,-2 2 0-15,0 1 0 16,-3 0-1-16,1 0 0 15,3-4 0-15,-4-3 0 0,3-2 1 16,1-6-1-16,1-3 1 16,3-6 1-16,-1-3 3 15,1-6 2-15,0-5 3 16,2-4 3-16,-1-1 3 16,1-6 1-16,1-8 4 15,5-5-6-15,-1-5-9 0,2-1-6 16,-1 0-1-16,-1 1-10 15,1 7-25-15,-12 0-15 16,-6 7-30-16,-1 3-110 16</inkml:trace>
  <inkml:trace contextRef="#ctx0" brushRef="#br0" timeOffset="102645.2">18146 12803 128 0,'0'0'5'0,"0"0"-2"15,0 0-3-15,0 0 1 0,0 0 0 16,0 0 5-16,48 24 4 16,-11-24 2-16,8 0-2 15,10 0 2-15,10-4 0 16,9-5-1-16,9-5 1 0,11-3-4 15,11-1 2-15,9-3 1 16,9-2 2-16,9-4 0 16,4 3-1-16,7 1-1 15,0-1 0-15,0 4-3 16,-2 2-6-16,-5 3-1 0,-6 5 0 16,-9 2-1-16,-10 2-1 15,-14 6 0-15,-14 0-14 16,-18 6-26-16,-21 6-60 15</inkml:trace>
  <inkml:trace contextRef="#ctx0" brushRef="#br0" timeOffset="103415.52">18218 13830 99 0,'0'0'1'0,"0"0"8"0,33 54 14 0,-20-30-9 0,3 4 2 16,0-3-4-16,2-2 2 15,-1-2-2-15,4-4 1 0,-3-2 5 16,0-5-1-16,2-1-7 15,-3-4-2-15,0-2-4 16,-4-3-2-16,1 0 2 16,-5 0-4-16,1-7 4 15,-4-7 7-15,-3-3-7 0,-3-6-2 16,0-4-1-16,0-3 2 16,-6-4-2-16,-5-1 0 15,0-2-1-15,0-3 0 16,3-3 1-16,1-1-2 15,4-4 0-15,3-3-8 0,0 1-8 16,1 1-5-16,8 2-1 16,-1 4 16-16,6 5 7 15,5 3 1-15,7 3 0 16,4-2-1-16,10 0 0 0,2 0 0 16,8-1 1-16,5 2 3 15,6 1 3-15,8 4 0 16,3 4 0-16,8 1 0 15,3 6 1-15,4 0-1 16,2 4-4-16,2-1 0 16,6 1 1-16,3 1 0 15,2 0-2-15,0-1-1 0,3-1 1 16,-2 3-2-16,-9 0 1 16,-4-1-1-16,-8 5 0 15,-9 0 1-15,-10 3-1 16,-12 4 0-16,-12 0 0 0,-16 1-17 15,-15 9-48-15,-15 4-62 16</inkml:trace>
  <inkml:trace contextRef="#ctx0" brushRef="#br0" timeOffset="103933.5">18990 13452 205 0,'0'0'-20'0,"0"0"36"0,0 0 4 0,0 0-10 16,0 0 3-16,0 0-8 16,0 0-6-16,0 0-5 15,0 0 5-15,0 0-1 0,0 0 2 16,-42 23 0-16,38-10 1 16,-1 1 1-16,4 0-1 15,1 2 1-15,2-2 1 16,7 0-1-16,3-1 1 15,3 0-1-15,1-2-2 16,3 0 3-16,-3-1-2 0,-3-2 1 16,-3 0 1-16,-2-2-2 15,-4 1 2-15,-3-1 4 16,-1-1-3-16,-1 2 10 16,-7-1 3-16,-6 0-2 15,-1 1-2-15,-5-1-5 0,2 1-5 16,-1-2-1-16,2 0-2 15,6 0 0-15,2-1-2 16,3-2-28-16,5-2-33 16,1 0-102-16</inkml:trace>
  <inkml:trace contextRef="#ctx0" brushRef="#br0" timeOffset="104410.36">19209 13915 168 0,'0'0'2'0,"0"0"1"0,0 0 2 0,0 0 3 16,0 0-3-16,0 0 0 0,0 0 27 15,0 0 6-15,0 0-24 16,0 0-8-16,18-8-1 15,-17-4-1-15,1-3-2 16,1-1-1-16,-3-1 0 16,0-3 1-16,0 2-1 0,0-2-1 15,0-1 1-15,0 1-1 16,0 2 0-16,0 3 0 16,0 2 0-16,0 6-1 15,2 0 1-15,-1 4-1 16,-1 3 1-16,0 0-4 0,0 3-11 15,0 7 13-15,0 5 0 16,0 1 4-16,0 3-1 16,2 2 1-16,2 0-1 15,0-1 0-15,1 0 0 16,3-3 2-16,0 0-1 0,0-4 2 16,-1-2-2-16,3-1 0 15,2-3-2-15,-1-4-2 16,0-1 2-16,0-2-20 15,-2-3-59-15,-4-11-113 16</inkml:trace>
  <inkml:trace contextRef="#ctx0" brushRef="#br0" timeOffset="104573.82">19185 13748 237 0,'0'0'21'0,"0"0"3"0,0 0-14 15,0 0-16-15,0 0 0 16,0 0 10-16,42-29-5 16,-7 21-3-16,3-2-21 15,0-6-69-15</inkml:trace>
  <inkml:trace contextRef="#ctx0" brushRef="#br0" timeOffset="104858.93">19732 13553 157 0,'0'0'10'16,"0"0"21"-16,0 0 5 0,0 0-17 15,0 0-8-15,0 0 0 16,39-16-5-16,-24 12-1 15,2-3 0-15,5 3-2 16,-3-2 0-16,4 2-3 16,0 0 1-16,-1-2-1 15,0 4 0-15,-2-2 0 0,-3 0-5 16,-4 0-30-16,-5-1-44 16,-5-2-61-16</inkml:trace>
  <inkml:trace contextRef="#ctx0" brushRef="#br0" timeOffset="105065.1">19886 13384 245 0,'0'0'-9'0,"0"0"10"16,0 0-3-16,0 0 4 0,0 0 0 15,-4 57-1-15,3-30 1 16,1 5 0-16,0 0 2 15,0 1-4-15,0-1 1 16,1-3-1-16,5-2-6 16,3-8-42-16,5-7-48 15</inkml:trace>
  <inkml:trace contextRef="#ctx0" brushRef="#br0" timeOffset="105492.9">20549 13275 99 0,'0'0'4'0,"0"0"20"16,0 0-4-16,-47-25-2 15,34 23-3-15,2 2-3 16,-1 0-3-16,-1 0-7 0,-2 10-2 16,-1 5 1-1,1 5-1-15,-2 3 2 0,2 4 7 16,-3 1 5-16,7 1-2 16,0 0 0-16,5 0-3 15,3-4-3-15,3-2 0 16,0-3-2-16,6-3-1 0,2-1 2 15,4-4-1-15,2-4 3 16,3-2-2-16,2-4-2 16,-1 1 3-16,2-3-1 15,0 0-3-15,4 0-1 16,-5-3-1-16,-1-4-21 0,-2 0 0 16,-5-3-48-16,-5-3-66 15</inkml:trace>
  <inkml:trace contextRef="#ctx0" brushRef="#br0" timeOffset="105677.27">20395 13502 242 0,'0'0'17'15,"0"0"0"-15,0 0-14 0,0 0 1 16,0 0-1-16,55-23-1 15,-31 16-2-15,2 0 0 16,1 0-22-16,2-5-81 16</inkml:trace>
  <inkml:trace contextRef="#ctx0" brushRef="#br0" timeOffset="111303.78">20596 13107 59 0,'1'0'7'0,"-1"0"2"0,0-1-6 0,1-1 0 0,-1-1 6 16,0 2 1-16,0-3 0 16,0 1 2-16,0 0-2 0,0-1-3 15,-1 1 1-15,0 0-1 16,-4 0 2-16,2-1-2 16,1 1-3-16,-2 1 1 15,-1-1 6-15,1 0-3 16,1 0-3-16,-2-1 2 0,-1 1-3 15,1 1 0-15,-2-2 2 16,2 1-2-16,-3 0 3 16,1 2-4-16,-4 1-5 15,2 0 2-15,0 0-1 16,-3 0 0-16,2 0-2 0,-1 0 3 16,-1 0 0-16,1 0 1 15,0 2-1-15,-2 0 2 16,2 2-2-16,-1 2 0 15,2 0 0-15,2 1 0 16,-3 0 0-16,2 3 0 0,2-1 1 16,-1 0-1-16,0 1 0 15,-2 2 0-15,-1 1 0 16,-2 1 1-16,-1 2-1 16,-2 2 0-16,0 2 1 15,0 0-1-15,-1-1 0 0,1 0 1 16,1 1 0-16,3-2 0 15,3-2 0-15,3-2-1 16,2 3 1-16,2-2 0 16,1 0 1-16,1 1 0 15,0 1 0-15,0-2-2 16,0 2 1-16,0 0 0 0,0 0 1 16,2 0-1-16,2-1 1 15,3 1-1-15,-3 0 0 16,3 0 2-16,-2-1-3 15,0-1 0-15,1-2 1 16,-3 1 1-16,1-4-2 0,-1 2 0 16,2-1 0-16,-3 0 0 15,4 0 0-15,0 0 0 16,-1 0 0-16,1-1-2 16,1-1 4-16,2-1-2 15,-2 2 4-15,2-1 0 0,2-2 1 16,-2 2-1-16,1 0-2 15,2-2 0-15,0 0-1 16,0 2 2-16,2-4-3 16,1 1 0-16,0-3 0 15,0 1 1-15,1-2 0 0,0-1-1 16,3 0 2-16,-3-1-2 16,2 0 1-16,-1 0-1 15,1 0 0-15,1-2 1 16,-2-4-1-16,3 3 2 15,-3-4-2-15,-1 1 2 0,1-1 2 16,0-1 0-16,-1-1-2 16,-3 1-1-16,2-1 0 15,-2 1 0-15,2-1-1 16,-4 2 1-16,-4 0 1 16,2 0-2-16,-2 0 2 0,0 1 1 15,0-1 1-15,0-1-3 16,1 2 0-16,0-3 0 15,1 2-1-15,-2-3 0 16,3 0 0-16,-2-1 3 16,0 0-3-16,2-2 0 15,-3-1 0-15,1-1 0 0,1 0 0 16,-2-1 0-16,2 2 0 16,-4 0 0-16,3-1 0 15,-3 0 0-15,1 4 0 16,-1-2 0-16,-1 0 0 15,0 2 1-15,1-1-2 0,-3 2 1 16,0 0 0-16,0 0 0 16,-1 1 0-16,0 0 0 15,-1 0 0-15,0-2 0 16,0 1 0-16,1-2 0 16,-1 0 1-16,3 1-2 15,-3-3 1-15,2-1 0 0,-1 1 0 16,0-2 0-16,0 0 0 15,-1 0 0-15,0-1 0 16,0 1-3-16,0 2 3 16,0-2-1-16,0 4 1 0,0-1-1 15,0 1 0-15,-3 0-1 16,-2 3 3-16,1-2-2 16,0 2-1-16,-2 2 1 15,1 0 0-15,0 1-2 16,-6 3-4-16,2 0-2 0,-4 2-6 15,0 1-7-15,-1 0-9 16,-2 0-16-16,-1 0-18 16</inkml:trace>
  <inkml:trace contextRef="#ctx0" brushRef="#br0" timeOffset="116054.66">20490 13112 91 0,'0'0'22'0,"0"0"-5"0,0 0-9 0,0 0-4 15,40-12-1-15,-27 8-1 16,2 1 1-16,-2 0 9 16,2 0 6-16,0 0 0 15,-3 2-8-15,2 1-7 16,-2 0-2-16,1 0 0 0,0 3-1 15,1 4-4-15,-1 0-30 16,0 0-16-16,1-2-38 16</inkml:trace>
  <inkml:trace contextRef="#ctx0" brushRef="#br0" timeOffset="119521.53">8437 11755 58 0,'0'0'8'0,"0"0"-7"0,0 0 3 0,0 0 1 16,48-6 1-16,-35 3 0 16,5-2 5-16,0-1 2 15,4-1-1-15,1-1 0 0,3-1-4 16,1-1-3-16,4 1 1 16,3-1 1-16,0-2 2 15,2 0 0-15,3 1 1 16,1 0-2-16,-1-2-3 15,-3 4 1-15,1-2 1 0,-1 0 0 16,-5 1-1-16,-1 1-1 16,-1 1 0-16,0 1-2 15,-4 0-1-15,-1 2-1 16,-6 1 1-16,-1 1-2 16,-5 0 0-16,-2 3 0 0,-4 0-4 15,-2 0-21-15,-4 0-38 16,0 5 9-16,-2-2-6 15</inkml:trace>
  <inkml:trace contextRef="#ctx0" brushRef="#br0" timeOffset="120041.21">8543 11746 132 0,'0'0'5'15,"0"0"4"-15,0 0-4 0,0 0-1 0,0 0-1 16,0 0-2-16,0 0-3 0,0 0-2 16,0 0 4-16,0 0 0 15,5 7 0-15,5-5 1 16,3 0-1-16,1-1 1 16,2-1-1-16,6 0 2 15,-1 0-1-15,5-3-1 16,2-4 1-16,4-4 0 0,4-1 4 15,4-4 3-15,2-1 3 16,1-2 1-16,2-1 1 16,2-1-1-16,-2-1-2 15,0 2-2-15,1-1 0 16,-3 1-2-16,-3 3-2 0,-5 0 0 16,-1 4 0-16,-7 2-1 15,-4 1-1-15,-4 4-1 16,-3 5-1-16,-5 1-1 15,-5 0-11-15,0 0-62 16,-6 0-46-16</inkml:trace>
  <inkml:trace contextRef="#ctx0" brushRef="#br0" timeOffset="123042.86">19140 13776 104 0,'0'0'24'0,"0"0"10"0,0 0-7 0,0 0-12 0,0 0-8 15,0 0-3-15,0 0-3 16,0 0-1-16,0 0 1 15,0 0-1-15,40-3-22 16,-28 0-32-16</inkml:trace>
  <inkml:trace contextRef="#ctx0" brushRef="#br0" timeOffset="127883.42">20002 13216 51 0,'0'0'8'0,"4"0"-3"0,1 0 5 0,3 0-3 16,-1 0-5-16,1 2-2 15,0 1 1-15,-1 0-1 16,3 2 1-16,0 0 0 16,1 2-1-16,2 2 1 15,2-3-1-15,1 4 0 0,2-1 0 16,0-1 0-16,2 2 1 15,1 0 5-15,3 2 0 16,1 0 4-16,-1-2-3 16,5 4 1-16,0-1-4 15,0 1 0-15,3-1-4 0,-1 1 1 16,2-1-1-16,-3-1 0 16,1-1 1-16,0-1 0 15,-3 0 7-15,0-3 0 16,-1 0 6-16,-2-2-2 15,-1 0-4-15,0 1-4 16,-4-2-3-16,1-1 0 0,-5 1 0 16,-2-4 1-16,-2 3-2 15,-7-3 3-15,1 1 2 16,-1-1 7-16,-4 0-2 16,1 0-4-16,0 2-6 15,-2-1 0-15,0 1-16 0,0-2-50 16</inkml:trace>
  <inkml:trace contextRef="#ctx0" brushRef="#br0" timeOffset="128461.14">19141 12124 232 0,'0'0'-28'0,"0"0"30"16,0 0-2-16,0 0 0 0,0 0-19 15,0 0-53-15,0 0 7 16</inkml:trace>
  <inkml:trace contextRef="#ctx0" brushRef="#br0" timeOffset="128966.59">19129 12587 208 0,'0'0'-4'0,"0"0"11"0,0 0-6 0,0 0-1 0,0 0-72 16,0 0-43-16</inkml:trace>
  <inkml:trace contextRef="#ctx0" brushRef="#br0" timeOffset="129436.32">18377 14110 102 0,'0'0'-7'0,"0"0"3"0,0 0-16 0</inkml:trace>
  <inkml:trace contextRef="#ctx0" brushRef="#br0" timeOffset="129763.27">19622 12812 56 0,'81'-7'-3'15,"-6"0"4"-15,-5 2-1 16,-8 1-54-16</inkml:trace>
  <inkml:trace contextRef="#ctx0" brushRef="#br0" timeOffset="131507.65">19194 13289 102 0,'0'0'19'0,"0"0"13"0,0 0-12 0,0 0-9 16,0 0-4-16,0 0-2 15,0 0-3-15,0 0 1 16,0 0 2-16,0 0 5 15,0-7 2-15,-2 5-3 0,0-1-3 16,-2-1-2-16,2 0-3 16,-1 1-1-16,-1-1 1 15,0 0-2-15,-3-1 0 16,2 2-1-16,-3-2 2 16,1-1 2-16,0 1-2 0,-5 0 0 15,3-2 1-15,-1 0 0 16,-1 1-1-16,1 1 1 15,0-2-1-15,0 2 0 16,0 2-2-16,1 1-1 16,-1 2 2-16,-1 0 1 0,0 0 0 15,-3 0-1-15,3 0 2 16,-2 4-2-16,0 2 1 16,2-1 1-16,-1 1-1 15,1-2 0-15,-2 3 1 16,2-1 1-16,2-2-2 0,-1 2 0 15,0 2 1-15,1-1-1 16,2 2 0-16,-4 1 0 16,1 0 1-16,-3 0-2 15,4 1 2-15,-2 1-1 16,-2-1 0-16,3 3 0 16,2 0 0-16,-4 3 0 0,1-5 0 15,0 6 0-15,-1-2 0 16,2-1 0-16,1 1 0 15,-2 0 0-15,4 0 0 16,-2 0 1-16,3 2-1 16,-1 1 0-16,2 1 1 0,-1 0 0 15,1 0-1-15,0 1 1 16,0-2-1-16,1 2 0 16,-1-1 1-16,3 0-1 15,-1 2 1-15,3-2-1 0,0 2 0 16,0-1 1-16,0 0-1 15,0 0 0-15,2-2 1 16,4 2-1-16,-3-2 1 16,4 1 0-16,1 1 1 15,-3-1-1-15,4 0 1 16,2-1-2-16,-2 0 0 0,1-2 0 16,2 0 0-16,-1-3 0 15,1-1 0-15,-3-1 1 16,2-1 0-16,1 2 0 15,0-3 2-15,-1 0-1 16,1 0 1-16,1-1-2 0,3 0 0 16,-1-2-1-16,1 3 0 15,-1-3 2-15,2 2-2 16,-1-1 2-16,3-1-1 16,-4-1 0-16,0 1 1 15,0 0-1-15,1 0 1 16,-1-1 3-16,1-2-1 15,1 0-2-15,0 2 0 0,-1-4-1 16,5-1 1-16,-3 0-2 16,-2-1 0-16,3 0 1 15,-1 0 3-15,-1 0-1 0,1-4 0 16,-1-6-1-16,1 3 0 16,-2-6 0-16,4 2-1 15,-1-2 0-15,0-1 0 16,3-1-1-16,-3 0 1 15,0 0-1-15,-1-2 0 16,-5 0 1-16,2-1-1 0,-3 0 1 16,-1-2 2-16,-3 0 0 15,0 0 0-15,-1-2 2 16,-1-1 0-16,-1 2-1 16,2 1 0-16,-3 0 2 15,-1 1-3-15,-1-2 5 0,-1 3 0 16,0 0-2-16,0 1-2 15,-1 1-1-15,0 0-2 16,0 0 2-16,0-1-3 16,0 1 0-16,-1-2 0 15,-2-2 0-15,-1-1 1 0,0-3 0 16,-3 2-1-16,2-2 0 16,-2-1 0-16,1 1 0 15,-2 1 0-15,0 0 0 16,-2 2 0-16,1 1-1 0,-1 2 3 15,1 2 0-15,-4 0 0 16,0 1 1-16,0 0-1 16,-1-1-1-16,-1 1-1 15,0 2 1-15,2 1-3 16,-1 0 0-16,2 5-2 16,2 1 3-16,1 5-7 0,1 1-37 15,-1 1-24-15,2 9-51 16</inkml:trace>
  <inkml:trace contextRef="#ctx0" brushRef="#br0" timeOffset="132453.76">18808 14490 73 0,'0'-4'18'0,"1"2"-9"0,0-2 10 0,0 3-1 0,0-2 2 16,0 2 6-16,-1 1 4 15,0 0-7-15,2 0-15 0,0 0-8 16,2 0-1-16,-1 0 1 16,1 1 0-16,5 3-2 15,-4 2-3-15,1 3 0 16,-2-1 3-16,1-1 2 15,2 1 2-15,-4-1-1 16,1-1-1-16,2-1 3 0,-1-2-3 16,4-2 1-16,-2-1 1 15,3 0-2-15,1-1 1 16,4-7 0-16,0-3-1 16,3-2 1-16,2-2 0 15,-2-1-1-15,4-2 1 0,-1-1 1 16,1 0 1-16,4 0-2 15,-1 2-1-15,-1 1 0 16,0-1-2-16,-3 6-18 16,-5 2-30-16,-5 2-6 15,-6 3-65-15</inkml:trace>
  <inkml:trace contextRef="#ctx0" brushRef="#br0" timeOffset="132946.21">18819 14526 99 0,'0'0'33'0,"0"0"-8"0,0 0-8 16,0 0-8-16,0 0-6 0,0 0-3 15,0 0-2-15,0 0 0 16,0 0-3-16,0 0 3 16,0 0 1-16,9-1 1 15,-2 9 1-15,-4-1 1 16,3 3-2-16,0-1 0 0,0-2 0 16,2-1-4-16,-1-2-4 15,2-4 5-15,2 0 4 16,2-3 1-16,2-9 5 15,8-6 8-15,2-6 0 16,9-6-5-16,8-4-9 16,5-9-2-16,8-4-48 0,4-4-83 15</inkml:trace>
  <inkml:trace contextRef="#ctx0" brushRef="#br0" timeOffset="136635.09">19347 13468 3 0,'12'32'1'0,"-4"3"-5"0</inkml:trace>
  <inkml:trace contextRef="#ctx0" brushRef="#br0" timeOffset="137323.54">19221 14202 57 0,'0'0'21'16,"0"0"10"-16,0 0 0 0,0 0-4 15,0 0-6-15,0 0-8 16,0 0-10-16,0 0-1 15,-4 6 0-15,4-6-1 16,0 1 1-16,0-1 0 16,0 0-2-16,0 0 1 0,0 0 0 15,0 0 0-15,0 0 2 16,0 0 5-16,0 0-4 16,0 0-1-16,0 0-3 15,0 0 0-15,0 0 1 16,0 0-1-16,0 0 0 0,0 0 1 15,0 0-1-15,0 0 1 16,0 0-1-16,0 0 6 16,0 0 12-16,0 0-5 15,0 0-7-15,0 0-6 16,0 0 0-16,0 0 1 16,0 0 0-16,0 0-1 0,0 0 1 15,0 0-1-15,0 0 1 16,0 0 3-16,0 0 3 15,0 0-3-15,0 0 1 16,0 0-2-16,0 0-2 0,0 0 0 16,0 0-1-16,0 0 1 15,0 0-1-15,0 0 0 16,0 0 0-16,0 0 1 16,0 0-1-16,0 0 0 15,0 0 0-15,0 0 0 16,0 0-1-16,0 0-1 0,0 0-2 15,0 0-15-15,0 0-5 16,0 0 15-16,2 0-22 16,0 0-15-16,-1 0-12 15,1 0-47-15</inkml:trace>
  <inkml:trace contextRef="#ctx0" brushRef="#br0" timeOffset="137915.92">19238 14192 71 0,'0'0'3'0,"0"0"-2"0,0 0 0 0,0 0-1 15,0 0-2-15,0 0-2 16,0 0-3-16,0 0 3 15,0 0 4-15,0 0 0 0,0 0-17 16</inkml:trace>
  <inkml:trace contextRef="#ctx0" brushRef="#br0" timeOffset="141083.76">19194 13334 56 0,'-2'-2'4'0,"2"-1"5"0,-2 0 3 16,2-1-1-16,0 1-4 15,-3-2-7-15,1 0 1 16,-1-1-1-16,1 3 2 0,-3-4 12 16,1 0 0-16,-1 3 0 15,2-3-7-15,-1-2-3 16,2 2-1-16,-2 1-2 16,1 1-1-16,-2-1 1 15,0 2-2-15,-1-2 2 0,-1 3 1 16,1-1 6-16,-3 0 2 15,0-2 3-15,2 0 3 16,-3 1-7-16,3 1-1 16,-2-1-2-16,2 1-2 15,0 0-2-15,-3 1-1 16,-2 1-1-16,0 2-1 0,-1 0 0 16,-2 0 1-16,-1 0 0 15,1 0 0-15,-2 0 0 16,4 2 1-16,-3-1-1 15,1 2 0-15,-1-1 0 16,3 0 0-16,2 1-1 0,-3-2 2 16,1 1-1-16,1 2 0 15,1-1 0-15,1 3 0 16,2-1 0-16,-1 1-1 16,3 0-2-16,-3-1 0 15,4 1 3-15,-3 0-2 0,3-1 2 16,-3 0 0-16,3 1 0 15,-3 1 0-15,2 1 0 16,-4 1 0-16,2 2 0 16,-1-1 0-16,-1 3-1 15,3-2 0-15,-3 3-10 0,-2-1 16 16,1 3-3-16,0-1-1 16,1 2 0-16,-1 0-1 15,0-1 1-15,4-1-1 16,-1 1 0-16,-1-2 1 15,4-1-1-15,0 2 0 0,1-3 0 16,1 1 0-16,0 1 0 16,2-2 1-16,1-1-2 15,0 1 1-15,-2 0 1 16,2 0 0-16,0 0-2 16,-2 0 2-16,1 0-1 0,-1 1-1 15,-1-1 2-15,1 0-1 16,0 2 0-16,0-2 0 15,-2 1 0-15,2 0 2 16,-1 1-2-16,2-3 0 16,0 3 0-16,1-2 0 15,-2 3 0-15,2-2 0 0,0-2 0 16,0 2 0-16,0 1 1 16,0-1-2-16,0-1 1 15,2 2 0-15,1-3 1 16,1 3-1-16,2-2 2 15,-3 0-2-15,3-3 1 0,-1 2-1 16,-2-1 0-16,0 0 1 16,2-1-1-16,-3-1 1 15,1-1 0-15,1 3-1 16,1-1 0-16,-1 2 1 0,0-1-1 16,1 0-1-16,-1 3 2 15,0-2-1-15,0-1 0 16,2 0 0-16,-1-1 1 15,1-1-1-15,0 1-1 16,1 0 1-16,0 0 1 0,0 0 0 16,-1-1 0-16,1 2 0 15,2-3-3-15,0 2 1 16,-2-4 2-16,2 1-1 16,3 0 0-16,0-2 2 15,0-1-1-15,1-2 2 16,5 2-2-16,-5-2 0 0,1-1 0 15,1 0-1-15,1 0 0 16,1 0 1-16,0 0-1 16,0 0 1-16,2 0-1 15,0-2 0-15,0-1 0 16,1 0 0-16,-1 0 0 0,-2-1 1 16,-1-2-1-16,3 3-1 15,-6-2 4-15,3-2 3 16,-3 1-2-16,1-1-2 15,-1 0 0-15,3-2-1 16,-3 1-1-16,0-2 0 0,1-2 0 16,-1 2 1-16,-1-1-1 15,-1-2 0-15,-2 0 1 16,0-1-1-16,-3 1 2 16,1-1-1-16,-2-1 2 15,1-2-1-15,2 2-2 16,-4-4 0-16,2 1 0 0,-1-3 0 15,-1 3 1-15,0-1-1 16,0-1 0-16,-2 2 0 16,0-2 0-16,0 3 2 15,-2-3-1-15,2 3 1 0,0 0-2 16,0 1 2-16,-2-1-2 16,0 3-2-16,0-1 4 15,0 0-2-15,0 1 0 16,0 3 0-16,-2-3 0 15,0 1 0-15,0 3 0 16,2-1 1-16,-2 2-1 0,2-4 0 16,0 3 0-16,-1-1 0 15,0 0 0-15,0-1 0 16,1 2 0-16,-1 0 0 16,1-1 0-16,-1 1 0 0,-2-1 0 15,0 0 0-15,1 2 1 16,-1-3-1-16,0 1 2 15,1 3 3-15,-2 0-1 16,2 1 3-16,0 0 0 16,-1 1-4-16,1 2 0 15,0 0-1-15,-1 1 0 0,1 2 3 16,1-1-5-16,1 1 2 16,-1-1-1-16,1 2-1 15,0 0-1-15,0 0 0 16,0 0 0-16,-1 0 1 15,1 0 0-15,0 0 0 0,0 0-7 16,0 0-10-16,0 0-7 16,0 0 11-16,0 3-8 15,1 0-21-15,0-3-27 16</inkml:trace>
  <inkml:trace contextRef="#ctx0" brushRef="#br0" timeOffset="142571.28">21023 11769 84 0,'-5'-3'7'0,"1"-1"5"0,0 1-1 0,1-2-1 16,-1 0 1-16,0 2-1 0,2-1-1 16,1 1-1-16,-1 0 0 15,2 2-6-15,0 1-1 16,0 0-3-16,0 0 1 16,3 0-2-16,3 0 4 0,3 0 1 15,3 0-2-15,-2 0 0 16,4 0-2-16,-3 3 2 15,1 1 0-15,1 0 2 16,-2-1-2-16,1 2 1 16,0 0-2-16,-1 1 1 15,-1 0 1-15,-2 1-4 0,0 1 3 16,0 2-1-16,-1 1 0 16,-2 1 0-16,-1 1 1 15,-2 1 1-15,-1 0-1 16,-1-1 0-16,0 1 0 15,0 2 0-15,0-2 0 0,-1 4 0 16,-4-2 1-16,1 4-1 16,-5 0 3-16,4 1-3 15,-5 3 2-15,2 2-1 16,-1-1 0-16,-1 2 0 16,2 0-1-16,-1 2 1 0,1-2 0 15,3 1 0-15,-1 0 0 16,3 1 2-16,2-4 1 15,1 1 0-15,0-2 1 16,0-1-2-16,6-2-1 16,1-1 0-16,3-4 0 15,0-2-1-15,1-1 2 0,2-5-1 16,-1-1 0-16,0-2 3 16,0-4 1-16,-3 3 0 15,-2-4-1-15,-3 0-3 16,0 0 0-16,-4 0 1 15,0 0 8-15,0 0-5 0,0-4-3 16,0 4 0-16,-2 0-3 16,-3 0-2-16,-1 0 1 15,-1 4-1-15,-1 4 1 16,-1 4 1-16,2 1-1 0,0 1 2 16,3 3-2-16,-3 3 2 15,5 0-2-15,1 3 1 16,1 2 0-16,0 2 0 15,1 2 0-15,8 2 0 16,-3 0 0-16,3 2 0 0,2 0 0 16,0 1 1-1,1 1-1-15,2 1 0 0,-2 1 0 16,1 2 1-16,-3 2-1 16,-1 2 0-16,0 1 0 15,0 1 0-15,-3 0 0 16,-1-3 2-16,-1 4-2 0,-3-5 0 15,0 3 1-15,-1-2 1 16,0-1-2-16,0-1 1 16,-4-3 0-16,-5-1 1 15,-1-5 1-15,-4-2 2 16,-2-4 1-16,-4-2 4 0,-4-2 2 16,-2-2 0-16,-3-2-1 15,0-2-1-15,-3-2-3 16,1-1-4-16,0-3 0 15,3 0-2-15,2-3 0 16,0-1-1-16,2 1-1 0,-1-2-14 16,-2-4-26-16,0 0-39 15</inkml:trace>
  <inkml:trace contextRef="#ctx0" brushRef="#br0" timeOffset="144350.51">1176 3060 17 0,'0'0'24'0,"0"0"-15"0,0 0 2 0,0 0 0 16,0 0 1-16,0 0-6 15,0 0 1-15,0 0-1 16,0 0 0-16,0 0-6 16,0 0 1-16,0 0 1 0,11-24 0 15,-6 32 0-15,-1 0 2 16,2-1 0-16,1-2-1 15,3-2 4-15,0-3 5 16,7 0 7-16,6-22 9 16,16-18 11-16,19-30-6 15,29-28-15-15,36-38-9 0,39-34-6 16,36-28-3-16,21-22-55 16</inkml:trace>
  <inkml:trace contextRef="#ctx0" brushRef="#br0" timeOffset="174827.23">19494 15612 106 0,'0'0'8'0,"0"0"16"0,0 0-13 0,0 0-7 16,0 0 1-16,0 0-3 0,0 0 3 15,0 0 4-15,0 0 7 16,0 0 4-16,0 0-13 16,0 0-5-16,0 0 0 15,4 0-2-15,-4 0 0 16,0-1 1-16,0-2-1 0,0 2 0 15,0-2 1-15,0-2 0 16,0 0 1-16,0-2 3 16,0 0 2-16,0 0-3 15,0-2-2-15,-2 2-1 16,-3 1-1-16,0-1 3 16,-2 4-2-16,-2-1-1 0,4 3 0 15,-5 1 2-15,1 0-3 16,-1 0 0-16,-1 5 6 15,-1 5-8-15,-1 2 5 16,0 1-8-16,-1 0 3 0,0 2 1 16,2-1 0-16,2 0 2 15,4-1 1-15,0 1-1 16,5-1 1-16,1-3 0 16,0 1 0-16,0-2 2 15,7-2-3-15,4 0 0 16,-2-3-3-16,5-1 2 0,-3 0 2 15,2 0 0-15,-2-2 2 16,0 1-2-16,-3 0 0 16,0 2 0-16,0 2 0 15,-2 0-1-15,1 3 1 16,-1-2 0-16,-4 3 1 0,-2 0 1 16,0-2 3-16,0 2-5 15,-4-1 0-15,-8 0 7 16,-1-1 0-16,-5 0-1 15,0 1-4-15,0-2 2 16,1-3-2-16,-1-1-1 0,9-3-1 16,3 0-27-16,6-9-40 15,0-7-58-15</inkml:trace>
  <inkml:trace contextRef="#ctx0" brushRef="#br0" timeOffset="175787.56">19617 15886 119 0,'0'0'22'0,"0"0"9"0,0 0-13 0,0 0-6 16,0 0-3-16,0 0-1 16,-7-42 1-16,7 36 0 0,0 1 5 15,3 0-1-15,3 1-6 16,-1 2-6-16,4-2-1 15,-3 2 0-15,3 2 0 16,-2 0-2-16,2 0 4 16,-2 0-3-16,0 0 2 15,1 6-2-15,-2-1 0 0,-1 2 2 16,0 0-1-16,-1 3 0 16,-1-1 1-16,-2 0 1 15,-1 2-2-15,0 1 0 16,0 1 1-16,0-2 1 0,-6 2 0 15,-2-3-1-15,0 2 0 16,-1-4-1-16,0 2 3 16,2-3-2-16,1 0-2 15,0-3 5-15,3-2-3 16,3 1 0-16,-2-2 1 0,2 0-1 16,0 0 0-16,0 1-4 15,0-2-2-15,0 3 4 16,0 1 0-16,0-3 0 15,0 1-1-15,0 2 0 16,2-1 1-16,-2 0-1 16,0 2-5-16,1 0 0 0,-1-1-3 15,0 1-1-15,0-2 4 16,1-1 4-16,-1 0 4 16,0-2-1-16,1 1-1 15,0-1 2-15,-1 0-1 16,1 0 2-16,-1 2-2 0,0-1-2 15,0 0 2-15,0-1-1 16,0 2 1-16,0-2 1 16,0 0 1-16,0 0 3 15,0 0 4-15,0 0-3 16,1 0-3-16,0 0-4 0,1 0 0 16,0 0 1-16,2 1 0 15,0-1 0-15,2 0-1 16,-1 0 4-16,3 0 4 15,1 0-2-15,0 0 2 16,0 0-2-16,3 0 0 0,-2-3 1 16,2 1-1-16,-1-1-1 15,2 0 2-15,-2 0 0 16,-1 2 1-16,1-2-3 16,-1 1-1-16,0 1 0 15,-3 1-3-15,1 0 0 0,-2 0 0 16,0 0-6-16,-1 0-19 15,-3 0-22-15,-2 0-45 16</inkml:trace>
  <inkml:trace contextRef="#ctx0" brushRef="#br0" timeOffset="176315.34">20233 15563 185 0,'0'0'26'0,"0"0"-2"0,0 0-15 0,0 0 1 16,0-3 4-16,0 0 1 0,5-2-1 15,-2 0-5-15,6-1 4 16,0 1-7-16,2 0-1 15,4-2-5-15,-1 3 0 16,4 0 0-16,-3 0-27 16,-1-1-45-16,-5 3-85 15</inkml:trace>
  <inkml:trace contextRef="#ctx0" brushRef="#br0" timeOffset="176436.97">20321 15620 216 0,'0'0'0'0,"0"0"-7"16,0 0 10-16,45-2 2 16,-20-11-102-16</inkml:trace>
  <inkml:trace contextRef="#ctx0" brushRef="#br0" timeOffset="177225.99">21034 15223 214 0,'0'0'21'15,"0"0"15"-15,0 0-15 16,0 0-15-16,0 0-3 16,0 0-1-16,0 0-2 0,0 0 1 15,0 0-1-15,-2-14 1 16,2 13-1-16,0-2 1 16,0-1 1-16,0-1 0 15,-2 0-1-15,-4 0-1 16,-1 1-1-16,-1-1-3 0,-4 4 3 15,0 0-3-15,-1 1 0 16,0 0-1-16,-3 6 2 16,1 4 3-16,1 1 0 15,1 2 0-15,0 1 0 16,4 0 1-16,2-1 0 0,4 1-1 16,0-1 0-16,3-2 2 15,0-1-1-15,5-1 0 16,2-1-3-16,3-2-2 15,3-2 4-15,0 1 2 0,3-3 1 16,1 0 0-16,5-1-3 16,-5 3 1-16,1-1 0 15,1 0 1-15,-6 3 0 16,2 0-2-16,-5-1 1 16,-3 2 0-16,-3-1-1 0,-2 0 1 15,-2 1-3-15,0 0 1 16,-9 1 1-16,-4-1 4 15,-5 2 1-15,-2-1 2 16,2 2-2-16,-1-1-3 16,4 0 3-16,0-1-5 0,8-1 1 15,1-1-2-15,6-2-21 16,0-4-51-16,0 0-91 16</inkml:trace>
  <inkml:trace contextRef="#ctx0" brushRef="#br0" timeOffset="177495.92">21196 15419 134 0,'0'0'2'0,"0"0"8"0,0 0 5 0,0 0 8 16,0 0-12-16,0 0-4 15,0 0 10-15,0 0 5 16,0 0-7-16,0 0-4 16,22 40-6-16,-19-26 0 0,2 2-3 15,-1 2 1-15,2-3 0 16,0 0 2-16,0 0-2 16,1-1-10-16,-1-2-23 15,4-3-34-15</inkml:trace>
  <inkml:trace contextRef="#ctx0" brushRef="#br0" timeOffset="178037.53">21491 15239 91 0,'0'0'25'0,"0"0"-4"0,0 0 0 0,0 0-16 0,0 0-3 15,0 0-2-15,0 0 0 16,0 0-5-16,0 0 8 15,0 0 16-15,4 0 3 0,10 0-2 16,1-1-6-16,5-5 0 16,2-3-1-16,2-1 0 15,2-1-2-15,1 2-5 16,0-2-4-16,-1 1-1 16,-2 0 0-16,-1 2 2 15,0 2-3-15,-3-1 1 0,-1 4 0 16,-3 1-7-16,-3 0-17 15,-6 0-21-15,-3 1-61 16</inkml:trace>
  <inkml:trace contextRef="#ctx0" brushRef="#br0" timeOffset="178428.26">21663 15063 109 0,'0'0'32'0,"0"0"-11"0,0 0-20 0,0 0 25 16,0 0 9-16,0 0-15 16,4 45-2-16,-2-25-9 15,3 3 0-15,-1 2-5 0,2 1 0 16,1 4-2-16,5-3 0 15,-1 1 0-15,5-2-1 16,-1-8-42-16,3-9-55 16</inkml:trace>
  <inkml:trace contextRef="#ctx0" brushRef="#br0" timeOffset="178827.06">22293 14920 203 0,'0'0'0'0,"41"-15"11"0,-15 5 6 0,3-1-8 16,2-2-5-16,0 3-1 15,2-3-2-15,-1 2-1 16,1 1 0-16,-2 1 1 0,-1 2-1 16,-3 0 0-16,-3 3-28 15,-9-1-69-15</inkml:trace>
  <inkml:trace contextRef="#ctx0" brushRef="#br0" timeOffset="179255.11">22315 14959 177 0,'0'0'15'15,"0"0"-22"-15,0 0 20 0,0 0-8 16,43 24 2-16,-23-10-3 16,1 2-1-16,0 2-2 15,0 1 4-15,0-3 0 16,0 2 3-16,-2-2-4 16,1-5 1-16,-3 1 0 0,1-3-1 15,-1-4-3-15,1-1 2 16,-5-3 0-16,-2-1 0 15,-1 0-3-15,-3-2 3 16,-3-7 1-16,0-4 11 16,-2-4 6-16,0-3-7 15,-2-3-4-15,0-2-5 0,1-2-4 16,2-3-2-16,1 4-1 16,4 1-12-16,-1 2-27 15,4 5-15-15,1 2-75 16</inkml:trace>
  <inkml:trace contextRef="#ctx0" brushRef="#br0" timeOffset="179701.98">22856 15004 189 0,'0'0'-1'0,"0"0"5"15,0 0 0-15,0 0-1 16,0 0-1-16,0 0 0 0,37-31 5 16,-30 20 11-16,1-3 1 15,-2 2-8-15,0-5-1 16,-3 2-4-16,2-1-4 16,-4-2-2-16,0 2 0 15,-1-2-1-15,0 0-2 0,0 1-4 16,-2 3-1-16,-3 4-20 15,-1 2 15-15,2 3 15 16,-1 4-3-16,1 1 1 16,-1 0 0-16,1 3-1 15,2 10 2-15,0 1-1 16,2 0 1-16,0 2 0 0,0 0 2 16,2-1 1-16,4-1 2 15,4 0 0-15,1-2 1 16,3-2 0-16,-1-2-2 15,1-1 2-15,1-2-1 16,1-3 0-16,-1 1-3 0,0-3 1 16,-1 0-13-16,-1 0-20 15,-3-5-51-15</inkml:trace>
  <inkml:trace contextRef="#ctx0" brushRef="#br0" timeOffset="179893.91">22861 14857 267 0,'0'0'7'0,"0"0"10"0,0 0-5 0,0 0-8 16,0 0-2-16,55-23-1 15,-28 15-1-15,1-2-5 16,1-2-42-16,-3 0-44 15</inkml:trace>
  <inkml:trace contextRef="#ctx0" brushRef="#br0" timeOffset="180222.14">23295 14471 190 0,'0'0'12'0,"0"0"28"16,55 8-18-16,-31 3-10 16,-3 6-7-16,2 5-1 15,-2 5-1-15,-1 5 0 16,-7 7 0-16,-1 3 0 0,-8 2-3 15,-4 0 2-15,0 1 0 16,-11-1-1-16,-7-2 1 16,-7-1 0-16,-6 1 1 15,-4-4-15-15,-4-3-21 16,-4-8-27-16,0-7-36 16</inkml:trace>
  <inkml:trace contextRef="#ctx0" brushRef="#br0" timeOffset="180598.28">22128 14754 87 0,'0'0'102'0,"-29"55"-113"0,24-23 20 15,1 8-6-15,4 4 20 16,4 4-12-16,9-1-1 15,8-1 0-15,7-4 1 16,6-5-2-16,6-3 2 0,4-7-3 16,6-3-5-16,3-9 1 15,6-6-2-15,3-9-22 16,4-4-37-16,3-16-106 16</inkml:trace>
  <inkml:trace contextRef="#ctx0" brushRef="#br0" timeOffset="181090.61">23587 14287 103 0,'0'0'10'16,"0"0"-8"-16,0 0 3 16,0 0 2-16,0 0 10 15,-39 8 5-15,36-8 3 0,1 0 0 16,1-1-3-16,1-3-10 15,0-3-7-15,1 0-1 16,6-1 1-16,2 0-3 16,4 1 0-16,2 4-2 15,-2 1 0-15,1 2-1 0,-1 2 1 16,-1 11-1-16,-5 4 2 16,-2 3-3-16,-5 4 1 15,0-1-1-15,0-4 1 16,-4-3 2-16,-1-4-1 15,2-4 2-15,3-3 2 0,0-4 5 16,8-1 3-16,15-3 12 16,12-11-4-16,8-2-13 15,10-8-9-15,5-7-56 16,1-2-111-16</inkml:trace>
  <inkml:trace contextRef="#ctx0" brushRef="#br0" timeOffset="182123.53">20983 15716 4 0,'-3'0'33'0,"-1"3"-3"0,0-3 5 0,1 1 0 16,1-1 0-16,2 2-6 16,-2-2-16-16,2 0-11 0,0 0-1 15,0 0-5-15,0 0 4 16,4 0 3-16,1 0-1 15,7 0 2-15,0 0-1 16,4-2 0-16,4-2 0 16,3-3 2-16,2 0-2 0,0-2-1 15,4-1-3-15,0 2 2 16,0-1 0-16,-1 0-6 16,-3 3-34-16,-3-3-20 15,-6 4-19-15</inkml:trace>
  <inkml:trace contextRef="#ctx0" brushRef="#br0" timeOffset="182428.29">21051 15794 67 0,'0'0'21'0,"0"0"-17"0,0 0 5 16,44 0-1-16,-24-1-4 16,2-6-4-16,3 0 3 15,1-2 1-15,1 1 3 16,0 0 1-16,-3-2-2 0,-2 3-2 15,1 0-3-15,-4 2 0 16,-3 0-2-16,-3 0-32 16</inkml:trace>
  <inkml:trace contextRef="#ctx0" brushRef="#br0" timeOffset="182983.23">20480 16543 224 0,'0'0'7'0,"0"0"27"0,0 0-6 16,0 0-22-16,0 0-4 0,0 0-1 15,0 0-1-15,53-36 1 16,-29 24-7-16,-1 1-36 16,-4 0-63-16</inkml:trace>
  <inkml:trace contextRef="#ctx0" brushRef="#br0" timeOffset="183111.36">20614 16564 227 0,'0'0'5'15,"0"0"-1"-15,0 0-4 16,0 0 0-16,49 8 2 16,-22-17-9-16,4-6-71 0</inkml:trace>
  <inkml:trace contextRef="#ctx0" brushRef="#br0" timeOffset="183565.97">21133 16232 205 0,'0'0'6'16,"0"0"9"-16,0 0-4 0,0 0-8 15,0 0-2-15,0 0-1 16,-45-15 0-16,33 15-1 16,-1 5-1-16,-2 3 1 15,-4 2 1-15,4 0 1 16,2 2-3-16,3 0 5 0,4 1-3 16,3 0 0-16,3 0 0 15,0-1 0-15,6-3 0 16,5 2 0-16,2-2 0 15,3-1-1-15,4-2 2 16,-2-2 0-16,3 2 0 16,1-2 0-16,1 2 0 0,-3 0-1 15,1 1 1-15,-6 0-1 16,-1 1 0-16,-6 0 0 16,-2 1 0-16,-5 0 0 15,-1 1 1-15,-2 1-1 0,-11 1 0 16,-5 0 2-16,-3 0 0 15,2 2 0-15,-2-3-1 16,4-1-1-16,6-1 0 16,6-8-13-16,5-1-67 15</inkml:trace>
  <inkml:trace contextRef="#ctx0" brushRef="#br0" timeOffset="183908.19">21327 16419 170 0,'0'0'28'0,"0"0"-28"0,0 0 1 0,0 0 0 0,0 51 0 16,-2-35 0-16,2-1 1 16,0 1 0-16,0-4 3 15,5-3-1-15,5 0-1 0,1-4 1 16,3-2-3-16,-1-3 1 15,3 0 2-15,-2-7 3 16,2-5 5-16,-3-4 1 16,1-2-4-16,-6 0-1 15,-1 0 4-15,-6-1 2 0,-1 1-2 16,-2 1-3-16,-9 3-4 16,-4 2-3-16,0 1-3 15,-4 6 0-15,0 5-4 16,0 0-11-16,-1 2-17 0,5 7-18 15,1-2-46-15</inkml:trace>
  <inkml:trace contextRef="#ctx0" brushRef="#br0" timeOffset="184157.44">21638 16294 203 0,'0'0'38'0,"0"0"-38"15,0 0 11-15,0 0 4 16,47-42-8-16,-30 30-4 16,0 1-1-16,2 1 0 15,0-3-1-15,2 3-1 16,0 0 0-16,1 2-12 0,-6-2-57 15,0 1-66-15</inkml:trace>
  <inkml:trace contextRef="#ctx0" brushRef="#br0" timeOffset="184363.26">21767 16111 259 0,'0'0'0'0,"0"0"17"15,0 0 0-15,0 0-11 16,0 0-6-16,0 0 0 0,0 0 0 16,-11 51 0-16,15-29 2 15,2 0-2-15,2 2 0 16,2-2 0-16,2-2-18 16,0-6-38-16,2-7-63 15</inkml:trace>
  <inkml:trace contextRef="#ctx0" brushRef="#br0" timeOffset="184662.23">22053 16017 155 0,'0'0'44'0,"0"0"4"16,0 0-19-16,0 0-19 15,0 0-11-15,0 0 4 16,36-20-2-16,-16 12 0 16,3-2 0-16,4-1-1 15,1-1 1-15,0 1-1 0,5 0 0 16,-7 2-1-16,-2-1-28 15,-3 0-33-15,-8 4-42 16</inkml:trace>
  <inkml:trace contextRef="#ctx0" brushRef="#br0" timeOffset="185047">22015 16033 161 0,'0'0'0'0,"0"0"21"16,0 0-4-16,45 6-3 16,-27 1-5-16,2 3-2 15,0 2-1-15,1 3-1 0,1 1-2 16,-3 0 1-16,-1 1-3 15,-4 0 1-15,1-2 0 16,-5-3-1-16,1-2 0 16,-6-4 0-16,3-2-1 15,-6-4 1-15,1 0 2 0,-2-1 4 16,-1-10 31-16,0-4-20 16,0-2-3-16,0-4-7 15,0-3-5-15,-1-2-1 16,1-1-3-16,0 0-3 15,3-1-15-15,8 1-13 0,0 4-20 16,2 2-57-16</inkml:trace>
  <inkml:trace contextRef="#ctx0" brushRef="#br0" timeOffset="185475.28">22474 16122 134 0,'0'0'3'0,"0"0"5"15,0 0 9-15,0 0 7 16,0 0-2-16,0 0 4 16,0 0-6-16,16-45-3 15,-12 29-7-15,-1 1-1 16,0-4-5-16,-1 1-1 15,-1-1-3-15,-1-2 0 0,0 1 0 16,0 0 1-16,0 2-1 16,-4 2 1-16,1 2 3 15,1 5 3-15,-3 2-1 16,3 3 4-16,1 1-5 0,1 3-4 16,0 0-3-16,0 0-8 15,0 10-7-15,0 2 18 16,0 3-2-16,0 4 0 15,0-1 3-15,1 0-1 16,6 0 0-16,-4-3-1 0,3-1 1 16,1-1 0-16,-1-3 0 15,1 0-1-15,0-3-12 16,-1-1-50-16,-3-5-52 16</inkml:trace>
  <inkml:trace contextRef="#ctx0" brushRef="#br0" timeOffset="185666.45">22408 15994 272 0,'0'0'27'0,"0"0"-7"0,0 0-21 0,0 0 4 15,0 0-1-15,0 0-1 16,52-31-1-16,-32 24 0 15,-1 0-14-15,-2-3-44 16,-3 2-59-16</inkml:trace>
  <inkml:trace contextRef="#ctx0" brushRef="#br0" timeOffset="185994.64">22587 15689 107 0,'0'0'30'0,"0"0"-12"16,0 0 32-16,0 0-21 15,43-1-10-15,-28 6-3 16,2 2 3-16,2 5-5 15,1 2-6-15,0 5-3 0,1 2-4 16,-4 6 2-16,-2 2-3 16,-4 0 1-16,-4 4-1 15,-4 2 0-15,-3 1-3 16,-3 1-12-16,-11-2-13 16,-7 1-20-16,-11-5-27 0,-4-3-37 15</inkml:trace>
  <inkml:trace contextRef="#ctx0" brushRef="#br0" timeOffset="186422.01">21835 15858 117 0,'0'0'69'0,"0"0"-68"16,-9 58 8-16,9-29 0 0,0 5 5 15,6 1-2-15,3 5 1 16,6 1-3-16,5 0 0 16,5-1-5-16,4-3-2 15,1-3 0-15,7-4-2 16,3-7 0-16,5-6 0 0,1-9-4 15,6-7-18-15,3-1-6 16,0-17-62-16</inkml:trace>
  <inkml:trace contextRef="#ctx0" brushRef="#br0" timeOffset="186969.23">22721 15610 73 0,'0'0'1'16,"0"0"7"-16,0 0-3 15,0 0 3-15,0 0 4 0,0 0 6 16,0 0 2-16,0 0-4 16,0 0-6-16,-24 5-1 15,24-12-3-15,0 3 3 16,0-2-2-16,0-1 6 15,2 0-2-15,3 3-3 16,4-1-1-16,-2 2-4 0,4-1-2 16,1 2 1-16,0 2-1 15,-4 0-1-15,1 3-1 16,-5 8-1-16,-2 3 2 16,-2 5 0-16,0 2 2 15,-2 0-4-15,-6-1 2 0,1-2 3 16,1-5-3-16,1-3 4 15,3-3 5-15,2-4 1 16,0-3-3-16,9 0-4 16,8-1 6-16,7-9 7 15,9-5-14-15,6-4-4 0,3-4-52 16,-1-1-109-16</inkml:trace>
  <inkml:trace contextRef="#ctx0" brushRef="#br0" timeOffset="187665.98">21305 16828 112 0,'0'0'3'0,"0"0"2"0,0 0-8 15,0 0-22-15,0 0-17 16,0 0-8-16</inkml:trace>
  <inkml:trace contextRef="#ctx0" brushRef="#br0" timeOffset="188129.83">21305 16828 44 0,'0'0'23'15,"0"0"-14"-15,0 0-8 16,0 0 0-16,0 0-1 16,-21 7 1-16,19-7-1 15,-2 0 6-15,3 0 4 0,-1 0 3 16,1 0-2-16,-1 0 4 15,2 0 4-15,-1 0 5 16,1 0-11-16,0 0-5 16,0 0 2-16,0-4-7 15,1 3-1-15,5-2-1 0,3-2-1 16,4 1 0-16,0-1 0 16,3-1 0-16,1 0 0 15,4-2-1-15,4-2 3 16,2 0 1-16,4-2 3 15,3-2 1-15,3-3-4 0,3 0-3 16,2 1 1-16,2-5-1 16,0 1 0-16,6-4 0 15,1 3 1-15,2-3-1 16,1-2 1-16,2-1-1 16,2 2 0-16,0-1 0 0,0-1 0 15,0 1 2-15,0 2 4 16,-7 2 0-16,0 2-1 15,-7 1 0-15,-6 4 1 16,-3 2 2-16,-5 0-3 16,-4 3 0-16,-3 3 1 15,-1 1-3-15,-6 2-2 0,-2 0-1 16,-4 3 0-16,-6-1-1 16,-2 2-14-16,-2 0-32 15,-2 3 11-15,-11 4-20 16</inkml:trace>
  <inkml:trace contextRef="#ctx0" brushRef="#br0" timeOffset="188442.01">21560 16817 136 0,'0'0'2'0,"57"-32"25"0,-18 11 1 16,8-3-2-16,5-3 10 0,3 0-9 15,5 0-8-15,2 3-12 16,0 1-6-16,-1 1-2 16,-6 0-31-16,-6 1-97 15</inkml:trace>
  <inkml:trace contextRef="#ctx0" brushRef="#br0" timeOffset="188862.23">23045 15815 109 0,'0'0'57'0,"0"0"-18"15,0 0-9-15,0 0-21 16,0 0 4-16,0 0-4 15,0 0 2-15,0 0 2 0,41-18 1 16,-25 10-6-16,4-2-3 16,1 1-5-16,0-2 1 15,1 1-1-15,-1 0-6 16,-1 1-13-16,-2 1-10 16,-3-1-33-16,-4 1-18 15</inkml:trace>
  <inkml:trace contextRef="#ctx0" brushRef="#br0" timeOffset="189068.22">23161 15691 243 0,'0'0'15'16,"0"0"7"-16,0 0-20 15,0 0-1-15,0 0 0 16,3 46 1-16,3-27 1 0,2 1-2 15,2 4 0-15,0-4-1 16,3 1-1-16,-2-6-35 16,3-4-29-16,-3-8-41 15</inkml:trace>
  <inkml:trace contextRef="#ctx0" brushRef="#br0" timeOffset="189345.12">23585 15524 189 0,'0'0'12'15,"0"0"0"-15,0 0 18 16,0 0-4-16,44-11-10 0,-22 2-4 15,3-2-7-15,1-2-3 16,4-1-1-16,0-1 0 16,0 0-1-16,-2 3 0 15,-4 0-4-15,-6 5-21 16,-6 1-38-16,-9 2-55 0</inkml:trace>
  <inkml:trace contextRef="#ctx0" brushRef="#br0" timeOffset="189709.31">23499 15578 228 0,'0'0'-4'16,"0"0"7"-16,0 0-2 15,0 0 0-15,0 0 1 16,41 26-1-16,-19-19 4 0,3 0 0 15,0 0 3-15,4 2-2 16,0-2-3-16,-2 1-1 16,-3-2-2-16,-2 0 0 15,-2-1 0-15,-6 1-2 16,-1-4 2-16,-4-1 0 0,-4-1 0 16,0 0-1-16,-4 0 2 15,1-6 9-15,-2-4 3 16,0-1 2-16,0-5-3 15,0 2-3-15,0-5-4 16,0-3-2-16,0-1-3 0,4-2-1 16,8-4-4-16,1 2-29 15,1 2-42-15,1 2-48 16</inkml:trace>
  <inkml:trace contextRef="#ctx0" brushRef="#br0" timeOffset="190107.94">23996 15557 110 0,'0'0'18'0,"0"0"-11"16,0 0 11-16,0 0 15 16,0 0 10-16,0 0-15 15,0 0-11-15,0 0-7 16,43-33-4-16,-36 18-2 15,1-2-1-15,-3-2-2 0,1 0 0 16,-3-2 1-16,-2 0-2 16,0 0 0-16,-1 4 1 15,0 1-2-15,-1 5-5 16,-3 3-1-16,-2 3 8 16,1 5-2-16,0 0-3 15,-1 7 2-15,1 7 1 0,1 3 1 16,-1 2 0-16,3 1 0 15,2 0 1-15,0-2-1 16,0-1 1-16,7-4 0 16,0-3-1-16,2 1 1 15,1-4 0-15,-1-1-2 0,1-3-15 16,0-3-24-16,-3 0-17 16,0 0-24-16</inkml:trace>
  <inkml:trace contextRef="#ctx0" brushRef="#br0" timeOffset="190277.99">23964 15448 298 0,'0'0'11'0,"0"0"-11"16,0 0 1-16,38-14 0 15,-15 8-1-15,1-3-19 16,-2 2-28-16,-2-3-27 15,-3 0-22-15</inkml:trace>
  <inkml:trace contextRef="#ctx0" brushRef="#br0" timeOffset="190549.43">24201 15183 210 0,'0'0'0'16,"0"0"5"-16,43 0 3 16,-23 0 4-16,0 6 3 15,0 5 3-15,1 4-5 16,-2 3 0-16,-3 8-8 0,-2 2-2 16,-5 8-1-16,-7 1-2 15,-2 1 1-15,0 0-1 16,-12-1-1-16,-5-1-11 15,-8-4-11-15,-5-3-17 16,-6-5-31-16,-5-6-68 0</inkml:trace>
  <inkml:trace contextRef="#ctx0" brushRef="#br0" timeOffset="190835.41">23446 15456 223 0,'0'0'3'15,"-20"67"3"-15,20-29 1 16,0 5 1-16,12-3 0 15,10-2-2-15,7-4-2 0,8-3-1 16,6-8-2-16,10-6 0 16,3-10 0-16,1-7-3 15,5-3-30-15,1-15-105 16</inkml:trace>
  <inkml:trace contextRef="#ctx0" brushRef="#br0" timeOffset="191155.14">24383 15031 192 0,'0'0'12'0,"0"0"18"0,0 0-29 15,0 0 2-15,0 0-3 16,0 0 0-16,0 0-1 16,15 35 1-16,-15-17 0 15,0-2 1-15,0-3-1 16,0-3 4-16,0-5 9 16,7-1 2-16,4-4 3 15,10 0 5-15,9-8-4 0,9-8-15 16,8-4-4-16,5-5-26 15,1-2-61-15</inkml:trace>
  <inkml:trace contextRef="#ctx0" brushRef="#br0" timeOffset="192003.18">23937 15865 58 0,'0'0'2'0,"0"0"-2"0,0 0-16 15,0 0-28-15</inkml:trace>
  <inkml:trace contextRef="#ctx0" brushRef="#br0" timeOffset="192221.05">23937 15865 42 0,'0'0'33'16,"0"0"0"-16,0 0 0 16,0 0-2-16,0 0 1 15,-35 7-12-15,35-7-9 0,0 0-7 16,0 0-5-16,0 0-6 16,6 0 15-16,4-5-9 15,3-1 3-15,2-4-1 16,5 2 0-16,1-5-1 0,5-1 0 15,2-1 1 1,2-2-1-16,4-1 0 0,-2 2 0 16,-1-1 1-16,0 4-3 15,-6 1-22-15,-4 2-23 16,-5 0-9-16,-4 4-56 16</inkml:trace>
  <inkml:trace contextRef="#ctx0" brushRef="#br0" timeOffset="192563.56">23891 15911 157 0,'0'0'27'0,"0"0"4"0,0 0-18 16,0 0 0-16,0 0-10 0,0 0 3 16,46-25-3-16,-25 14 2 15,4-2-1-15,4 1-2 16,0-2-2-16,4 0 0 15,1-2 0-15,3 1 1 16,-1 1-1-16,-1 0-1 0,-3 1-46 16,-2 1-40-16</inkml:trace>
  <inkml:trace contextRef="#ctx0" brushRef="#br0" timeOffset="193834.2">23707 15956 226 0,'-9'2'6'0,"5"-2"12"0,4 0 7 0,13-6-31 0,9-3 13 15,10-5-4-15,6-3 2 16,7-1-3-16,5-3 2 15,3-1-3-15,5-2-1 16,-1 1 0-16,0-1 0 16,-2 0-19-16,-4 1-26 15,-6 3-34-15,-12 3-24 0</inkml:trace>
  <inkml:trace contextRef="#ctx0" brushRef="#br0" timeOffset="194071.97">23855 15901 267 0,'0'0'3'0,"0"0"-4"0,0 0 9 15,46-29-2-15,-10 11-3 16,4-3-1-16,8-2 2 15,6-1 2-15,3-1-2 16,1 0-3-16,-2 2-2 16,-6 1-23-16,-7 3-69 15,-11 6-43-15</inkml:trace>
  <inkml:trace contextRef="#ctx0" brushRef="#br0" timeOffset="194292.24">23821 15902 262 0,'0'0'3'16,"0"0"12"-16,0 0-19 0,0 0 14 16,50-29-3-16,-7 10-5 15,7-4 0-15,8-1 4 16,3 0-4-16,4-2-2 15,1 2-2-15,-10 0-49 16,-8 3-78-16</inkml:trace>
  <inkml:trace contextRef="#ctx0" brushRef="#br0" timeOffset="194513.45">23906 15912 141 0,'0'0'3'16,"55"-30"-2"-16,-17 11-1 0,7-3 2 16,4 0 0-16,0 0-2 15,1-2-1-15,-1 1-9 16,-8 2-27-16</inkml:trace>
  <inkml:trace contextRef="#ctx0" brushRef="#br0" timeOffset="195303.16">24174 15797 133 0,'0'0'5'0,"0"0"34"0,0 0 7 15,0 0-11-15,0 0-15 16,0 0-13-16,0 0-7 0,0 0-3 15,0 0-2-15,0 0-13 16,0 0-16-16,0 0-47 16</inkml:trace>
  <inkml:trace contextRef="#ctx0" brushRef="#br0" timeOffset="196193.32">22542 16334 61 0,'0'0'21'0,"0"0"7"0,0 0-1 0,0 0-13 16,0 0-11-16,0 0-2 16,0 0-2-16,0 0-5 15,0 0-2-15,0 0 2 16,0 0-5-16,-16-7 1 15,16 7 0-15,0 0-1 0,0 0 4 16,0 0 6-16,0 0 1 16,0 0 8-16,0 0 19 15,0 0 2-15,0 0 2 16,0 0-7-16,0 0-16 16,0 0-8-16,8 0 0 15,1 3 0-15,4 1 0 0,1 7 0 16,1-1-1-16,-1 3 0 15,-1 0 0-15,0 1-1 16,-1 3 2-16,1 0 2 16,-2-1-2-16,0 1 1 0,-1 0 0 15,-3-2-2-15,1 1 1 16,-3-2-5-16,-1-4 3 16,-2 0 3-16,1-3-1 15,-1-3 0-15,-2-2 3 16,0 2 1-16,0-4-1 0,0 4-2 15,0-2-1-15,0-1 1 16,0 3-2-16,0-3-15 16,0 0-52-16,0-1-49 15</inkml:trace>
  <inkml:trace contextRef="#ctx0" brushRef="#br0" timeOffset="196426">22612 16568 134 0,'0'0'28'0,"0"0"-2"0,0 0-15 15,0 0-7-15,0 0 4 0,0 0-5 16,0 0-1-16,47-1-2 15,-34 1 1-15,3 0-1 16,-3-2-22-16,1-2-71 16</inkml:trace>
  <inkml:trace contextRef="#ctx0" brushRef="#br0" timeOffset="196620.01">22784 16470 213 0,'0'0'6'16,"0"0"6"-16,0 0-5 15,0 0-7-15,0 0 0 16,0 0-1-16,-31 52 0 16,23-30-14-16,0 2-39 0,-1-2-22 15</inkml:trace>
  <inkml:trace contextRef="#ctx0" brushRef="#br0" timeOffset="198099.56">21351 16176 6 0,'0'0'80'0,"0"0"-66"0,0 0-1 0,0 0-9 0,0 0-2 15,0 0-1-15,0 0 0 16,0 0-1-16,0 0 4 0,0 0 8 16,0 0 8-16,0 0 3 15,-31-22-2-15,27 20-14 16,2 1-2-16,-1-1-4 16,-2 1-1-16,0-2 0 15,0 3-1-15,-6-1-2 0,1-2 3 16,0 2 1-16,-4-3-1 15,1 0 1-15,-3 1 0 16,1-1-1-16,-3-2 0 16,2 2-1-16,-3 0 2 15,1-2 0-15,1 5-1 0,-1 1 2 16,0 0-2-16,0 0-1 16,-2 7 0-16,0 2 1 15,-1 3 0-15,0 4 2 16,3 1 0-16,-2 2 2 15,3 2-2-15,0 0 1 0,4 0-1 16,-3 2-2-16,5 0 2 16,-1-2-2-16,4 2 0 15,3 1 3-15,3 1-3 16,2 1 2-16,0 2-2 16,4 4 0-16,6-2 1 0,4 2-1 15,1 1 1-15,3-2-1 16,2 0 0-16,-2-1 0 15,8 1 0-15,-1-2 0 16,2-1 0-16,2-2 0 16,0-1 0-16,1-1 0 0,-2-4 1 15,1-3-1-15,0-4-1 16,2-4 0-16,-2-4 1 16,2-5-1-16,3 0 2 15,-1-8 1-15,3-5-7 16,-2-4-1-16,0-3 5 0,0-2 1 15,-4-3-1-15,1-2 1 16,-5-2 0-16,-1-3 0 16,-2-2 0-16,-3-1 0 15,-6-2 1-15,-2 1 1 16,-4-1 0-16,-4 2 7 0,-4 1 5 16,0 1 4-16,-6 2 0 15,-3 0-2-15,-7-1-4 16,0 1 0-16,-5-2-6 15,-2-1-1-15,1 2-4 16,-5-1 3-16,0 2-4 0,0 2 1 16,0 6-3-16,1 3-10 15,0 9-10-15,-1 7-13 16,0 4-30-16,-2 0-79 16</inkml:trace>
  <inkml:trace contextRef="#ctx0" brushRef="#br0" timeOffset="-209791.52">3959 12570 175 0,'0'0'-4'0,"0"0"8"0,0 0-2 0,0 0-1 16,0 0-1-16,0 0 1 0,-39 9-3 16,30-8 2-16,1 1 1 15,1-1 4-15,-2-1 1 16,2 0 3-16,-1 1-7 16,1-1 0-16,-1 1-1 15,2 0 0-15,0 0 0 16,1-1 0-16,-1 2-1 0,-2 2 2 15,-2 0-2-15,-1 3 0 16,-1 1 0-16,-3 3-3 16,-2 0 4-16,2 5 1 15,-1-2-4-15,-1 2 4 16,1 1-1-16,1 0-1 0,1 1 0 16,1 0 0-16,-1-1-1 15,3 2 1-15,-2 2-5 16,-1-1 4-16,-1 4 0 15,1 2 2-15,1 2 0 16,-3 1 1-16,5 2-2 0,0 0 3 16,-1-2-3-16,2-1 1 15,3-2 0-15,2-5-1 16,1-1-2-16,3-2 0 16,1-2 2-16,0 0-1 15,0-2 0-15,0-1-1 16,0 1 1-16,2-1-1 0,3-2 1 15,2 0 1-15,0-2-2 16,0-2 2-16,1 3 0 16,2-3 0-16,-2-1 2 15,1 0-2-15,3 0 0 0,-4-1 0 16,1 0 0-16,3 0 1 16,-1-1-1-16,-2 0 1 15,2-1-1-15,0 1 2 16,0-2-2-16,1 1 1 15,-1-1-1-15,3-1 0 0,0 1-1 16,-1-2 1-16,2 0 1 16,-2 0-3-16,1 0 4 15,-1 0 1-15,0 0 0 16,0 0-3-16,0 0 1 16,-1 3 0-16,1 0 1 15,-1 0-3-15,1-2 3 0,3 2-2 16,-3-1 0-16,-2 0 0 15,5 1 0-15,-5 0 1 16,5-1-2-16,-3 0 1 16,1 2 0-16,-1-4 0 15,1 2 0-15,1-1 1 0,-2-1-1 16,5 0 0-16,-2 0 1 16,-2 0-1-16,0 0 0 15,1 0 0-15,-2 0 0 16,1 0 0-16,-1 0 0 0,1 0 0 15,-1 2 1-15,2 2-1 16,-4-1 0-16,4 0 1 16,0 0-1-16,-1-1 1 15,3-2-1-15,1 2 0 16,-1-2 2-16,0 0-1 0,2 0-1 16,-1 0 0-16,0 0 0 15,2 0 0-15,0 0 0 16,2-3 0-16,-2-1 1 15,5 1-1-15,-4 0 1 16,0 0-2-16,0 2 2 16,-3-1-1-16,-1 2 0 0,2-1 0 15,-2-1 0-15,3 2 0 16,1-4 0-16,-2 1 0 16,4-1 1-16,-2 0-1 15,2 1 1-15,-2-3-2 16,2 2 0-16,1-2 1 0,-4 2 0 15,2 1 0-15,-1-1 1 16,-2 2-1-16,-1 2 0 16,0 0 1-16,-2 0-2 15,-1 0 1-15,1 0 0 16,-1 0 0-16,2 0 1 0,1 0-2 16,-1-3 1-16,2 0 0 15,0 0 0-15,1 0 0 16,-1 0 0-16,0 0-1 15,1 2 1-15,1-1 0 16,-2 2-1-16,2 0 1 16,0 0 0-16,0 0 0 0,2 0 0 15,1 0 0-15,1-2 1 16,1 1-1-16,-1 1 0 16,2-1 0-16,0 0 0 15,0-1 0-15,-3 2-1 0,0 0 1 16,1 0 0-16,-2 0 0 15,-1 0 0-15,-2 0 0 16,0 0 0-16,1 0 0 16,-2 0 0-16,1 0 1 15,3-1-2-15,-3-1 1 0,3-1 1 16,1 1-1-16,-1 0 0 16,-2-2 0-16,4 2 1 15,-4-2-2-15,3 0 2 16,-4 1-1-16,1 2 0 15,1-3 0-15,-3 2 0 16,0-1 0-16,0 2 0 0,-2 0-1 16,1 0 2-16,1 1-1 15,-1-1 0-15,0 1 0 16,2 0 0-16,-3-1 0 16,2 0 0-16,-1 1 0 0,-1 0-1 15,1 0 1 1,1-2 0-16,-2 2-1 0,0-2 1 15,2 2 0-15,1 0 0 16,1 0 0-16,0 0 0 16,0 0 1-16,-1 2 1 15,-4 3-24-15,-6-4-70 0</inkml:trace>
  <inkml:trace contextRef="#ctx0" brushRef="#br0" timeOffset="-204919.79">6839 13330 77 0,'0'0'1'0,"0"0"3"0,0 0 0 16,44-14-2-16,-31 10-1 15,2 2-1-15,0 1 0 0,2 1 0 16,0 0 0-16,1 0 0 16,2 0 1-16,2 0 0 15,1 3 2-15,2 0-1 16,1 1-1-16,1 0 1 16,-2 0-2-16,6-1 1 0,0 1-1 15,0-1 0-15,3-3 1 16,1 3-1-16,4-3 1 15,-1 0-2-15,-1 0 2 16,1 0 0-16,1 0-1 16,-1 0 1-16,-2 0-1 0,2 0 0 15,2 0 2-15,0 0-2 16,-2 0 0-16,4 0 0 16,-3 0 0-16,-2 0 0 15,1 0 0-15,0 0-2 16,-3 0 2-16,4 0 0 0,-1-3 2 15,0 0-2-15,3-1 1 16,-3 1 0-16,-1-1-1 16,-3 2 1-16,-1 0-1 15,-4-1 0-15,0-1 0 16,-1 1 0-16,1-1 0 0,-2 2 0 16,2-1 0-16,0 0 1 15,-3 1-1-15,-1 0 0 16,1 2 0-16,-1 0 0 15,-4 0 0-15,0 0 0 16,-3 3 1-16,1 1 1 0,-2 1 0 16,1 0-2-1,2 1 1-15,0-1 0 0,3-3-1 16,-2 2 3-16,4-4-3 16,0 0 1-16,2 0 3 15,0 0 4-15,-2 0-1 0,1 0-2 16,1-3-4-16,-3 2 0 15,2 1 1-15,0 0-1 16,-1 0 0-16,-1 0 0 16,1 0 0-16,1 0-1 15,0 0 0-15,1 0 0 16,2 0 0-16,2-1 0 0,-2-2 0 16,0 0 0-16,0 1 0 15,-3-2 0-15,1 3 1 16,-2-1-1-16,-3 2 0 15,1 0 0-15,-4 0 0 0,2-1 0 16,0 0-1-16,0-1 1 16,4-1 1-16,-2 1-1 15,3-1 0-15,0 0 0 16,-1 1 1-16,0-1-1 16,-2 2 0-16,1 1 0 15,-4 0 0-15,0 0 0 0,-4 0-1 16,4 0 1-16,0 0 0 15,-3 0 0-15,4 0 0 16,1 0 1-16,1 0-1 16,1 0 2-16,3 0-2 15,0 0 0-15,0 3 2 0,-2-2-2 16,2 0 0-16,-3-1 1 16,0 0-1-16,3 0-1 15,-2 0 2-15,0 0-2 16,1 0 2-16,1 0-2 15,2 0 2-15,0 0-1 0,0 0 0 16,-2 0 0-16,0 0-1 16,0 0 1-16,0 0 1 15,-1 0 1-15,1 0-1 16,2 0 1-16,0 0-1 16,2 0-1-16,0 0 1 15,3-1-1-15,-1 1 1 0,2 0-1 16,-1 0 0-16,1 0 0 15,-2 0 0-15,3 0-1 16,-2 0 1-16,5 3 0 16,0 0 1-16,1-1-1 15,2 0 2-15,-1 1-1 0,-5 0 0 16,1-1 0-16,-4-1 0 16,-1 2 1-16,-3-3 0 15,0 0 0-15,-2 0 2 16,3 0-3-16,0 2 0 0,2-2 0 15,1 0 0-15,-2 0-1 16,3 0 1-16,-2 0 0 16,-1 0-1-16,2 0 1 15,-2 0-1-15,-2 0 0 16,1 0 0-16,-1 2 1 0,4 0-1 16,-2-1 0-16,-1 1 0 15,1 0 1-15,0 1-1 16,-2 0 2-16,2-2-1 15,-3 2 1-15,1-2-2 16,1 2 0-16,2-3 0 0,0 3 1 16,3 0-1-16,-1-2 0 15,3 2 1-15,2 0-1 16,0-1 0-16,-1 0 0 16,1 1 0-16,1-3 0 15,0 0 1-15,-2 0-1 16,1 0 0-16,1 0 1 0,1 0-1 15,1 0 1-15,-3 0-1 16,0 0 1-16,0 0-2 16,-2-1 2-16,-1-2-1 15,3 1 0-15,-1 1 2 16,0-3 1-16,1 1-1 0,-1 0 0 16,1 0-1-16,-1 1 0 15,-2 0 0-15,0 2 0 16,0-3 0-16,-3 3 0 15,0 0 2-15,1 0-2 16,0 0 0-16,1 0 0 0,-1 0-2 16,-2 0 2-16,1 5-1 15,-3 0 0-15,-1-1 0 16,1-1 0-16,0 2 0 16,-2-1 0-16,1-1 1 0,1-1-1 15,3-1 0-15,1-1 1 16,0 0 0-16,1 0 2 15,0 0-3-15,2 0 1 16,-2-2-1-16,1-1 0 16,2 0 0-16,0 2 2 15,2 0-1-15,0 0-1 0,-2 1 2 16,-1 0-2-16,0 0 1 16,-3 1-1-16,1 4 0 15,-1 2 1-15,5-1-1 16,1-1 1-16,1 0 0 15,0-2 0-15,1-2-1 0,-2 1 0 16,1-2 1-16,-1 0-1 16,0 0 1-16,1-2-1 15,1-2 1-15,0-1 3 16,2 1-3-16,-2 1 0 16,-1-1 0-16,1 1-1 0,-3-1 0 15,-1 1 1-15,-4 2 0 16,4-1-1-16,0 1 2 15,-2-2 0-15,1 0 1 16,-1 0 0-16,-1 2-2 16,0-2 1-16,-4 0-1 15,-1 2 0-15,0-2-1 0,-1-1 1 16,-2-1 0-16,0 0 2 16,-2-2 1-16,1 1 3 15,-3 0-1-15,-3-1-3 16,2 0-2-16,-2 1 1 0,-2-2-2 15,0 1 1-15,-3-1 0 16,0-1 1-16,-2-4 0 16,0-3 1-16,0-2-2 15,-1 0 1-15,3-5-2 16,-2 0 1-16,1-4 0 0,-1 3 0 16,-1-2-1-16,-3 2 1 15,-1-1-1-15,-3 4 0 16,-1-1 0-16,-1 4 2 15,-3-1-2-15,0-1 1 16,0 5-1-16,0-4 1 16,-3 2-1-16,-3 2 1 0,3-1-1 15,-4 0 0-15,1 2 1 16,0-3-2-16,-1 3 2 16,2 0-1-16,-1-3-1 15,1 2 2-15,-3 1-1 16,0 0-1-16,0 1 1 0,0 0-1 15,0 2 1-15,-3 0 0 16,2 1 0-16,-2 0 0 16,1 1 0-16,-3 2 0 15,0 0 0-15,1 1 1 16,-2 2 0-16,-1 0-1 0,-2 1 0 16,-3 0 0-16,-1 2 0 15,-3-1 0-15,1 2 0 16,-3-1 1-16,-1 1-2 15,-2 0 2-15,-1 0-1 16,0 0 0-16,0 0 0 16,-1 0 0-16,-2 0 1 0,2 0-1 15,1 1 0-15,-3 1 0 16,0-2 1-16,1 1-1 16,-2-1-1-16,1 2 2 15,0-1-1-15,0 1 0 0,1 0 0 16,-5 1 0-16,1 0 0 15,1 0 0-15,0-2 0 16,1 2-1-16,-3-3 2 16,5 0-1-16,-4 0 0 15,4 0-1-15,-3 0 2 16,1 0-2-16,-1-3 2 0,-1-1-1 16,0 1 0-16,-2-1 0 15,2 0 0-15,0 1 0 16,-1-3 0-16,3 3 1 15,-3-1-1-15,2 0 0 16,-3 2 0-16,-2-1 0 0,0 2 0 16,-3 0 0-16,1 1 0 15,-3 0 0-15,1 0 0 16,-1 0 0-16,1 1 0 16,-1 2 0-16,-1-2-1 15,1 1 2-15,-3-2-1 0,2 3-1 16,0-2 1-16,2 2 0 15,-3-2 0-15,2 1 0 16,-2-1 0-16,-2 2 0 16,-1 0 1-16,1-2-1 0,-1 2 0 15,0-1-1-15,2 0 1 16,-3 0 0-16,2-1 0 16,0-1 0-16,2 0 0 15,1 0 0-15,1 0 0 16,4 0 0-16,0 0 1 15,0 0-2-15,3 0 2 0,-2 0-2 16,-3 0 1-16,3-3 0 16,0-1 0-16,-1-2 0 15,-1 2 0-15,0 0 1 16,-3 0-2-16,2-1 2 16,-2 2-2-16,3-1 2 0,0 2-2 15,-1-2 2-15,1 3-1 16,-1 1-1-16,1 0 1 15,-1 0 0-15,-1 0 0 16,1 0 0-16,-2 0 0 16,1 1 0-16,-3 2 0 15,4 0 0-15,-3-1 0 0,-3 0 1 16,1 1-2-16,-1-1 1 16,-2 0 0-16,2 0 1 15,0-2-1-15,1 0 0 16,-1 0-1-16,0 0 1 0,-2 0 1 15,-3 0-2-15,0 0 1 16,0 0 0-16,0 0 0 16,-2 0 0-16,0 0 1 15,-1-4-2-15,1 2 2 16,-2 1-1-16,-1-3 0 16,2 1 0-16,-1-1 0 0,0 2 0 15,-4-1 0-15,1 3 0 16,-3-2 0-16,1 1 0 15,-4 0 0-15,1 0 1 16,-1-1-2-16,1 2 2 0,-1 0-1 16,0 0 0-16,-3 0 0 15,3 0 0-15,-2 0-1 16,-2 0 1-16,-3 0 0 16,2 0 0-16,-2 4 1 15,0-1-1-15,1 0-1 16,-3 2 2-16,4-1-2 0,-1 0 1 15,-1-1 0-15,2 1 0 16,1 0 0-16,-1 1 0 16,3-1 0-16,2-3-1 15,3 2 2-15,1-2-1 16,2 0-1-16,1-1 2 16,2 0-2-16,2 0 1 0,-2 0 0 15,2 0 0-15,2 1 0 16,-1 2 0-16,0-2 0 15,0 2 0-15,0 1 0 16,0 0 0-16,1 1 0 0,1-1 0 16,2 0 0-16,-3 1 0 15,0-1 1-15,1-1-2 16,1-1 1-16,-1 0 0 16,1-2 0-16,-2 0 0 15,1 0 0-15,-1 0 0 0,0 0 0 16,-1 0 0-16,2 0 0 15,-1-1 1-15,-1-1-2 16,0 1 1-16,-1-1 0 16,0 1 0-16,-2 0 0 15,2 0 0-15,-2 0 0 0,2 1 0 16,-1-1 0 0,0-1 1-16,1 2-1 0,1-1 0 15,3-1-1-15,1-1 1 16,1-1 0-16,-3 0 1 15,4 1-1-15,-1-1 0 16,-3 1 0-16,4 2 0 0,-3 1 0 16,0 0 0-16,-2 0 0 15,0 0 0-15,2 0 0 16,1 2 0-16,-1 1 1 16,3 0-2-16,2-3 1 15,2 1 1-15,-2 1-2 0,2-2 1 16,1 1 0-16,0-1 0 15,-1 2 0-15,1-1 1 16,2 1-2-16,-2 0 1 16,-3 1 0-16,1-1-1 15,0-1 2-15,0 3-1 16,0-3 1-16,0 0-1 0,1-1 1 16,-2 0 1-16,-2 0 2 15,-2 0-3-15,-3 0 2 16,0 0-1-16,-4 0-1 15,0 0 0-15,-2 1 0 16,1 5 0-16,-3 1-1 0,-1 6 0 16,-4 2 1-16,-6 2-5 15,-12-5-51-15</inkml:trace>
  <inkml:trace contextRef="#ctx0" brushRef="#br0" timeOffset="-169681.64">10348 7007 126 0,'0'0'15'0,"0"0"15"0,0 0-15 16,0 0-10-16,-46-21-5 16,34 21 2-16,1-2 0 0,-3 2-2 15,1-1 3-15,0-2-2 16,-3 2 4-16,1-1 4 15,-3 1-4-15,0 1 1 16,3 0-3-16,-2 0-2 16,-3 1-2-16,0 6 1 15,-5 5 0-15,-1-1-1 16,-3 6-1-16,0 0 1 0,0 3 0 16,-2 1-2-16,2-1 1 15,4 2 2-15,1-1 2 16,5 0-2-16,1 3-1 15,1-1 4-15,4 4-6 0,-1 0 4 16,2 0-3-16,4 3 1 16,-4 0-1-16,4 4 1 15,1 0 0-15,-1 3 0 16,5 0 0-16,0 0 2 16,3-3-2-16,0-6 1 0,3-2-2 15,6-4 3-15,4-2-2 16,1-3 2-16,3-1-4 15,1-2 3-15,-2 0 0 16,4-2 0-16,0 1 3 16,0-3-3-16,3 1-3 15,-1-3 5-15,3 0-2 0,1 0 1 16,-1-1-1-16,4-1 1 16,-2 1 0-16,2-2-1 15,0 0 0-15,0-1 0 16,2 0 0-16,-1 0 0 15,3 2 0-15,1-3 1 0,3 1-1 16,1 0 0-16,1 1 1 16,0-2-1-16,-1 1 0 15,0 0 0-15,1-1 0 16,-2 0 0-16,2 1 0 0,4 0 0 16,-1 1 0-16,4-1 1 15,-1 0 0-15,-1-1 0 16,4 1-1-16,-2-1 2 15,1-3-1-15,4 3 2 16,-1-3-2-16,1 0 0 16,1 0-1-16,-1 0 0 0,1 0 1 15,2 0-1-15,-3 0 0 16,5 0 1-16,-1 0-1 16,0 2 0-16,-1 0 0 15,1 1 1-15,-1 1-1 16,0 0-1-16,-1 0 1 0,0 0 1 15,1-1-2-15,0-2 2 16,2-1-1-16,-1 0 0 16,3 0 1-16,-1 0-1 15,5 0 1-15,-2 0 1 16,3 0-2-16,0 0 1 0,3 0 2 16,3-4-2-16,1-1 0 15,1 2 0-15,3-4-1 16,1 1 0-16,0-1 0 15,2-1 0-15,2 1 1 16,2-3-1-16,-3 0 0 0,0 0 0 16,-1 0 0-16,-1 3 1 15,2-3-1-15,-4 2 0 16,1-1 1-16,2 1 0 16,3 0 0-16,0 1 3 15,-3-1-2-15,-1 2-1 0,-3-1 1 16,3 0 0-16,-4 0 0 15,0 1 0-15,-2 1 2 16,0-1-2-16,1-1 0 16,-3 1-1-16,-1 0 0 15,-2 2-1-15,-1-3 0 0,-5 3 1 16,-1-3-1-16,-1 0 0 16,0-2 0-16,-6 1 0 15,3-2 1-15,-3-2-1 16,-2-2 0-16,-2-4 1 15,-5-1-1-15,-4-5 1 0,-2 2 6 16,0-6 3-16,-9 0-1 16,-1-1 1-16,-5-1 0 15,-1 0-2-15,-7-2 1 16,-4-2-6-16,-2 0-2 16,-7 0-1-16,0-4 0 15,-2 0-3-15,-14 0-9 0,-4 1-4 16,-3 2 1-16,-3 1 2 15,-8 1 8-15,1 2 2 16,-6 1 3-16,-1 0-1 16,-2-1 8-16,-6 0-3 15,0 1-1-15,-4 2 1 0,-4 0-3 16,-1 3 0-16,-2 4 1 16,-6 0-2-16,-1 3 1 15,-3 1-1-15,-1 2-2 16,-8 3 0-16,4 1 1 15,-8 0 1-15,2 1-1 0,1 1-1 16,-6 0 2-16,-2 1 2 16,-1-1-4-16,-3 4 1 15,-6-2-3-15,-5 1 9 16,0 0-2-16,-6 2-4 16,-6 1 1-16,-4 3 0 0,-6 0-3 15,-8 0 13-15,-6 9-10 16,-10 6 3-16,-12 9-2 15,-11 6-2-15,-10 11 2 16,-11 11-2-16,-4 7-15 16,-6 2-40-16,0-1-63 0</inkml:trace>
  <inkml:trace contextRef="#ctx0" brushRef="#br0" timeOffset="-168970.56">8723 7311 94 0,'0'-3'3'0,"0"-1"0"16,0 2 0-16,0 0-3 0,0-1 1 16,0 1-1-16,0 0 2 15,0 0-2-15,0 1 3 16,0 1 10-16,0-2-1 16,0 2-4-16,0 0-4 15,0 0-9-15,2 0 2 0,-2 3 2 16,4 3 0-16,0 1 2 15,0 3 0-15,1-2 1 16,1 1-2-16,1-2 2 16,2-1 0-16,0-3 0 15,0-1 2-15,4-2 4 16,2-4 11-16,8-13 18 0,6-13-10 16,9-14-12-16,14-14-7 15,13-17-6-15,18-18-1 16,15-15-1-16,10-16-39 15,11-13-102-15</inkml:trace>
  <inkml:trace contextRef="#ctx0" brushRef="#br0" timeOffset="-149451.11">3795 4709 51 0,'0'0'6'0,"0"0"9"0,0 0 5 0,0 0-6 0,0 0-5 15,0 0 2-15,0 0-2 16,0 0-5-16,0 0 1 16,0 0 0-16,0 0-3 15,0 0-2-15,7-27-1 16,-2 26 1-16,1-1-1 0,1 2 1 16,-1 0-1-16,4 0 1 15,-3 0-1-15,3 0-1 16,2 0 1-16,-1 0-1 15,0 0 1-15,3 2 1 16,1 1 0-16,3-2 0 0,0 1 0 16,4-1 1-16,-1 0-1 15,3-1 2-15,0 0-2 16,1 3 1-16,2-3-1 16,0 0 1-16,0 0-1 15,2 0 0-15,2 0 0 0,-2 0 0 16,2-3 0-16,1 1 0 15,1 1 0-15,0 1-1 16,1 0 2-16,0 0-1 16,1 0 0-16,-3 0 0 15,3 0 1-15,-1 0-1 0,-2 2 0 16,3-1 0-16,1-1 0 16,4 0-1-16,1 0 1 15,-1 0 0-15,4-4 0 16,1 0 0-16,-1-2 0 15,2 2 0-15,0 0 1 0,1 1-1 16,-2 3 0-16,0 0 0 16,-1 0 0-16,-2 0 0 15,2 0 0-15,2 4 1 16,1-1-1-16,4-2 0 16,3 0 0-16,2-1 1 0,2 0 1 15,0-2 2-15,3-5-1 16,-3 1 0-16,2-2-1 15,-4 2 0-15,1-1-1 16,0 1 1-16,-1 3-2 16,0 2 2-16,2-1-2 15,0 2 1-15,-3 0-1 0,2 0 2 16,0 0-1-16,-1 0-1 16,3 0 1-16,-1 0-1 15,0 0 1-15,-2-4-1 16,4 1 0-16,-2 2 1 15,-2-2-2-15,2 2 2 0,-4 1 0 16,1 0-1-16,-1 0 4 16,0 0 0-16,0 1-2 15,1 6 0-15,1-1 0 16,0-2 1-16,2 2-2 0,-2 1 1 16,3-3-1-16,-1 2 1 15,-1-1-2-15,1-2 0 16,1 1 0-16,1 1 0 15,1-3 1-15,3 2 0 16,-1 0 0-16,1 0 0 16,4 0 2-16,1 3-1 0,0-1-1 15,2-2 0-15,0 1-1 16,2-2 0-16,3-1 1 16,0-2-1-16,3 0 1 15,1 0 2-15,3-7 4 16,4 0-4-16,-3 0 1 0,3-1-4 15,-2 3 1-15,-1 2-1 16,-2-1 2-16,-1 3-2 16,-1-1 0-16,-7 2 1 15,3 0 4-15,-1 0 2 16,2-1-2-16,2-2 0 0,-1 1 0 16,6 0-1-16,0-3 1 15,-2 1 1-15,-3-3-3 16,-1 1 0-16,-5-1-2 15,-4-1 1-15,-4-1 0 16,-4 2-2-16,1-1 1 0,-4-1 0 16,-6 2-1-16,0 1 0 15,-4-1 0-15,-6 3 1 16,-1-2 1-16,-5 2 2 16,-7 1 0-16,-2 2-1 15,-8-1-2-15,-3 2 1 0,-3 0-1 16,0 0 0-16,-1 2 0 15,-2 5 0-15,-8-1-46 16,-2-6-100-16</inkml:trace>
  <inkml:trace contextRef="#ctx0" brushRef="#br0" timeOffset="-140188.15">12594 4736 47 0,'-4'0'6'0,"0"0"14"0,0 0-8 15,1-4 2-15,0 3-2 16,-1-1-6-16,1-1 3 16,1 0-2-16,1 1 0 15,0 1 0-15,0-1-2 16,0 0 0-16,1 2-4 0,0 0 0 16,0 0-1-16,0 0-1 15,0 0 0-15,0 0-2 16,0 0 3-16,0 0-1 15,0 0 2-15,0 0-2 16,4 0 0-16,3 0 0 0,0 0-16 16,0 0 23-16,1 0-1 15,0 0-2-15,3 0 1 16,-5 0-1-16,3 0-1 16,-4 0 1-16,4 0-1 15,-5-2-2-15,3 1 1 0,-1 1 1 16,1 0-2-16,0 0 0 15,0-1 0-15,-2 1 0 16,1 0 0-16,0-1 0 16,1 1 0-16,-2 0 0 15,-1 0 1-15,1 0-1 16,1 0 0-16,-3 0 0 0,4 0 0 16,-3 0 1-16,0 0 0 15,1 0 1-15,1 0-1 16,-2 0 0-16,4 0-1 15,-1 0 0-15,1 0 0 16,1 0 1-16,1 0-1 0,1 0 0 16,2-1 0-16,0 0 1 15,0-2-1-15,5 2 1 16,1-2-1-16,-2 0 1 16,2-1-1-16,0 1 1 15,-1 0 0-15,-5 0-1 0,3 2 1 16,-3-2-1-16,1 2 0 15,-3-1 1-15,3 2-1 16,-3-1 0-16,4 0 0 16,-1-1 3-16,1 2-2 15,1 0 1-15,-1 0-2 0,1 0 1 16,3 0-1-16,-2 0 1 16,1 0-1-16,2 0 0 15,0 0 0-15,1 0 0 16,1 0 1-16,2 0-1 15,3 0 0-15,0 0 1 0,2 3-1 16,0-2 0-16,1 1 0 16,-1-1 0-16,4 2 0 15,-2-1 0-15,2 0 1 16,3 1-1-16,2-3 0 16,1 1 0-16,0-1 0 0,2 0 1 15,-1 0-1-15,1 0 1 16,-3 0-1-16,1 0 2 15,-1-1-1-15,0-2-1 16,0 0 2-16,0 1-1 16,0 0 1-16,-3 1-2 0,2-1 1 15,-6 2 0-15,1 0-1 16,1 0 0-16,-3 0 0 16,0 0 0-16,2 3 0 15,-1-3 0-15,1 3 0 16,1-2 0-16,-2 1 1 0,1-1-1 15,1-1 0-15,-2 0 1 16,0 0-1-16,-1 3 1 16,-1-3 1-16,2 0-2 15,0 1 1-15,-4 1-1 16,2-1 0-16,-2 1 1 0,0-2-2 16,-1 1 2-16,-1-1-1 15,2 0 0-15,2 3 0 16,-2-3 0-16,2 0 1 15,0 1-1-15,1 1 0 16,-1-1 0-16,1-1 0 0,-1 2 0 16,0-1 0-16,-1-1 0 15,-2 0 0-15,1 0 1 16,0 0-1-16,-1 1 0 16,0 0 0-16,0 1 0 15,-2 1 1-15,3-1-1 16,0 0 0-16,0 1 0 0,0-3 0 15,2 2 0-15,0-1 1 16,0-1-1-16,-1 0 0 16,0 1 1-16,-2 1-1 15,1-2 1-15,2 1-2 16,-2 1 2-16,4-2-1 0,0 3 0 16,3-2 0-16,1-1 0 15,2 3 0-15,1-3 0 16,0 1 1-16,0 1-1 15,1-2 1-15,-1 0-1 16,2 0 1-16,-1 0-1 16,2 0 2-16,-1 0-2 0,0 0 0 15,-6 1 1-15,4-1-1 16,-6 2 0-16,0 0 0 16,0-2 0-16,-1 2 0 15,1-2 0-15,3 0 1 16,-2 0-1-16,3 0 0 0,-1 0 1 15,3 0-1-15,-3 0 1 16,-2 0-1-16,1 0 1 16,-2 0-1-16,-1 0 0 15,2 0 1-15,-2 0-1 0,0 0 0 16,0 0 1-16,1 0-2 16,-1 0 2-16,-1 0 0 15,1 0 1-15,0 0-2 16,-2 0 0-16,2 0 1 15,-1 0-1-15,1-2 0 0,4 2 0 16,-3-1 0-16,3 0 0 16,-2-1 0-16,3 2 2 15,0 0-2-15,-1-1 0 16,4 1 0-16,-4-2 1 16,4 1-1-16,0 0 0 0,1-1 0 15,1 1 0-15,0-2 0 16,-1 1 1-16,-2-1 0 15,3 1 1-15,-2 0 3 16,2 2-1-16,2-2-2 16,3 1-2-16,0 1 1 15,2 0-1-15,0 0 1 0,-2 0-2 16,1 0 2-16,-6-2-2 16,1 2 2-16,-1-2-1 15,0 2 0-15,0 0 0 16,2 0 0-16,-3-2 1 0,3 2 0 15,1-1 0-15,-2-1 0 16,1 0 0-16,1 1-1 16,-2-1 0-16,-1-2 0 15,-4 4 0-15,0-3 1 16,2 0-1-16,-4 0 1 0,2-1 1 16,-1 3 1-16,1-2-3 15,0 2 0-15,2-2 0 16,-2 0 1-16,-4-1-2 15,1-1 2-15,-1 0-1 16,-5 1 0-16,2-2 0 0,-2 0 1 16,-1-4-1-16,2 3 1 15,-2-3 1-15,-3-1-1 16,2-1 1-16,-3-2 2 16,-1 1 0-16,0-1-1 15,-3-3-1-15,-1 0 1 16,-1-1-2-16,-1-1-1 0,-1-1 0 15,-1-1 1-15,-3 0-1 16,-1-1 1-16,-1 4-2 16,-1-2 2-16,-6 2-1 15,0-1 1-15,-2 3 1 16,0-4 1-16,-2 2 1 0,-4 0-2 16,0-1 3-16,-2 2-3 15,1 1 0-15,-1 0-1 16,0 1-3-16,-2 0 6 15,1 1-4-15,0 2-2 16,-3-1 2-16,1 1-2 16,-4 0 0-16,1 2 1 0,-6 0 0 15,1 0 1-15,0 2 1 16,-5-2-1-16,-1 1 1 16,2 1 0-16,-3-2-1 15,-1 0 0-15,-2 0 1 16,0 0-1-16,-1 1 0 0,-3-2 1 15,0 1-1-15,-1 3-1 16,-4-3 0-16,-3 2 1 16,1-1 0-16,-3 2 1 15,-1 1-2-15,-5-1 1 0,0 0 1 16,-4 0-1-16,-1 1 0 16,1-1 0-16,-3 2 0 15,0-1 1-15,-1 0-2 16,-1 2 2-16,-2 1-2 15,0-1 2-15,-3 0-3 0,-2 1 2 16,0-2-1-16,-2 1-1 16,-1-1 1-16,-1 0-1 15,1 1 2-15,-1 0 0 16,1 0-5-16,-2-1 8 16,-1 2-2-16,0 1-2 15,-6-1 2-15,0 0-1 0,-2 0 1 16,0 3 0-16,-3 0-1 15,1 0-1-15,-4 0 3 16,1 0-2-16,-3 0 0 16,-3 0-1-16,2 3 2 15,-4 1-3-15,3-1 0 0,-1 1 1 16,-1 0 4-16,3-2-3 16,-3 1 1-16,-1 0-1 15,-2-1-3-15,2 1 6 16,3 0-2-16,-3 0-2 0,3-2 1 15,2 2 1-15,1-3-1 16,0 0-1-16,-3 0 2 16,3 0-1-16,1-7 0 15,3 1 0-15,-1-2 0 16,-2-1 0-16,3 1 0 16,-1 1 0-16,-6 0 0 0,1 1 0 15,0-1 1-15,2 4-2 16,4-1 0-16,-1-2 1 15,2 0 1-15,5 1-1 16,-2-1 1-16,2 1-1 16,-3 0 0-16,1-1 0 0,5 2 0 15,-1 1 0-15,3-1 0 16,1 3 1-16,5-1-5 16,0 2 6-16,3 0-1 15,3 0-1-15,2 0-1 16,1 0 1-16,2 0 1 0,1 0-1 15,4 0 0-15,1 2 0 16,4 3-1-16,1 1 0 16,3 1 2-16,2 0-1 15,2 3 1-15,2 0-3 16,0 0 3-16,2 3-2 0,2-2 1 16,-1 3 0-16,2 1 0 15,-3 3 0-15,2 0 0 16,2 1 0-16,1 2-1 15,-1-2 1-15,1 5 0 16,1-3 0-16,1 4 0 0,0 0 0 16,1 1 0-16,-3 2 0 15,2 3-1-15,0 3 1 16,1 0-1-16,2 2 1 16,4-2 0-16,-2 1 0 15,9-2 1-15,4-2-1 0,7-1 0 16,0 0 1-16,17 1-4 15,15-1 0-15,19 0 2 16,18-2-3-16,15-8-18 16,13-14-41-16</inkml:trace>
  <inkml:trace contextRef="#ctx0" brushRef="#br0" timeOffset="-137780.22">3926 5611 84 0,'-8'-4'3'0,"-1"-1"-1"0,3-2 5 0,1 3-4 16,1 1-2-16,-1-1 0 16,0 0 0-16,1-1 0 15,0 1-1-15,-2 0 1 16,3 2-1-16,-4-2 0 0,2 3 0 16,1 1 0-16,2 0-1 15,-2-2 1-15,2 2 0 16,2 0 0-16,-1 0 0 15,1 0 0-15,0 0-1 16,0 0 1-16,0 3-1 0,0 1-1 16,0-1 2-16,5 0 0 15,-1 0 0-15,0 1 0 16,1-2 0-16,2 2 0 16,2-2-2-16,-2 0 4 15,4 1-1-15,-2 0 1 0,0 0-1 16,4-2 0-16,0 1 1 15,0-2-1-15,1 2 1 16,0-2-1-16,2 0 0 16,1 0 1-16,1 0 1 15,0 0 1-15,0 0 0 16,2 0-2-16,-2 0 1 0,4-2 0 16,-3 0-1-16,4 2 0 15,-3-3-1-15,5 3-2 16,-2-1 3-16,-1 1-2 15,2 0 0-15,1 0 1 16,0 0-1-16,0 0 0 0,-2 0 0 16,3 3 0-16,0 0 0 15,1-1 0-15,-2 0 0 16,0-2 0-16,-3 3 1 16,4-3-2-16,-1 0 1 0,2 0 1 15,0 0-1-15,2 0 0 16,2 0 1-16,3 0-1 15,-3 0 0-15,1 0 1 16,1 0-1-16,-2 2 0 16,0 1 0-16,1 2 0 15,-1-4 0-15,2 2 2 0,3-1-2 16,2 0 0-16,1-2 0 16,2 0 0-16,0 0 0 15,4 0 0-15,-5 0 0 16,4 0 1-16,-3 0-1 15,3 0 0-15,-1 0 0 0,1 0 0 16,2 0 1-16,0 2-1 16,-2 0 0-16,1 1 0 15,0 3 0-15,2-3 0 16,0 1 0-16,2-1 0 16,1 1 0-16,-1-2 0 0,2-1 1 15,1 3 0-15,1-4 1 16,1 2 1-16,2-2 2 15,4 0-1-15,-1 0 0 16,3 0 2-16,-2 0-1 16,1 0 0-16,-3 0-1 0,-1 0-1 15,1 0-2-15,-1 0 1 16,-2 0-1-16,2 0 2 16,3 4-1-16,-2-1 0 15,3 0 1-15,1 1-1 16,3-3 2-16,-2 1-2 0,5-2 2 15,0 0 2-15,1-3 1 16,2-4 0-16,1 0-2 16,-1 1 0-16,1 0-1 15,-3 2-3-15,2 4 0 16,0 0-1-16,-3 0 1 0,-1 0-1 16,2 0 1-16,0 3-1 15,1-2 0-15,-1 2 1 16,1-3-1-16,2 0 0 15,1 0 1-15,-2 0-1 16,0 0 1-16,-2 0-1 16,-1 0 1-16,-1 2-1 0,0 3 1 15,1-1-1-15,-1 3 0 16,-2-2 0-16,6-1 0 16,0-1 0-16,1-3 3 15,2 0 0-15,2 0-2 16,-3 0 2-16,1 0-2 0,0 0 0 15,0 0-1-15,0-4 0 16,-1-1 1-16,-2 0 0 16,0-1 1-16,-3 2-2 15,-1 0 2-15,-4-1-3 16,-2 2 3-16,-2 2-2 0,0-2 1 16,-5 3-2-16,-5-1 1 15,0-1 1-15,-3 2-1 16,-5-1 0-16,-3-2 0 15,-6-1 1-15,-1 1 1 16,-2 0 1-16,-2-1-1 16,-2 1 1-16,-4 0-2 0,-1 0 0 15,-2 2 0-15,-4-1-1 16,-5 1 0-16,-1 0 0 16,-4-1 1-16,-2 1-1 15,0 1 2-15,-2 0 2 0,1 0 4 16,-1 0-5-16,1-1-3 15,-1 1 0-15,2-1 1 16,-2 1-1-16,0 0 0 16,0-2 0-16,2 2 1 15,-2 0-1-15,2 0 1 0,-2 0-1 16,2 0 0-16,-1 0 0 16,0-2 0-16,1 2 0 15,1 0 0-15,1 0 0 16,-2 0 0-16,2 0 0 15,0 0 0-15,0 0 0 0,1 0 0 16,1 0 0-16,1 0 0 16,2 2-1-16,2 5-1 15,-4 3-20-15,-5-2-54 16,-2-5-114-16</inkml:trace>
  <inkml:trace contextRef="#ctx0" brushRef="#br0" timeOffset="-134243.86">13145 4747 85 0,'0'0'1'0,"0"0"5"0,0 0 3 0,0 0 2 15,0 0 2-15,0 0 3 16,0 0 1-16,0 0-2 16,0 0-2-16,0 0-1 15,0 0-8-15,0 0 0 16,-34-27-6-16,26 27 11 0,0 0-7 15,1-2-1-15,-1 2-1 16,1-2 2-16,0-1-2 16,-2-1 1-16,0 1 1 15,-2 0 1-15,0-1 4 16,-4 1-2-16,-2 0-2 16,1-1 0-16,-1 2-2 0,-1 0 0 15,-2-1-1-15,2 3 0 16,-4-1 0-16,4 1 0 15,-3-2 0-15,2 2 0 16,-1 0-1-16,-1 0 2 16,2 0-2-16,-1 0 0 0,-1 2-1 15,-1 2 0-15,-2 3 3 16,-1 3-3-16,0-1 2 16,-4 2 1-16,0-1 1 15,2 5-2-15,1-3 0 16,1-1-1-16,1 3 0 0,5-1 1 15,-1 0 0-15,2 0-2 16,3 0 3-16,-1 1-2 16,3-1-1-16,-1-1 4 15,3 1-2-15,1 1 0 16,2 0 1-16,-1 1-1 0,1-1 0 16,0 2 1-16,2 2-1 15,1 3 0-15,-1-1 1 16,-1 1-1-16,3 1 1 15,-5-1-1-15,4-2 0 16,-1-1 0-16,2 0 0 16,1 0 0-16,3 0 0 0,0-1-1 15,0 0 1-15,0 2-1 16,3 0 2-16,5 1-1 16,-2 3 0-16,4 0 1 15,-1-2-1-15,0 2 1 16,4-2-1-16,-2 1 0 0,2-1 1 15,1-3-2-15,-1 2 2 16,1-4-1-16,1 1 1 16,-1-2-2-16,-1 1 0 15,3-3 0-15,-3 1 3 0,2-1-2 16,2-2 1-16,3 3 0 16,0-4-1-16,2 0 1 15,3 0 1-15,0-3-1 16,0 0-1-16,2 0 1 15,2-1 0-15,0-3-2 0,3-1 3 16,0 0-1-16,3 0-1 16,0-1 1-16,4-1-1 15,1 4 0-15,0-4 1 16,-1 0-1-16,-2 2 0 16,1-2 0-16,-2 0 0 15,1 0 0-15,0 0 0 0,1 0 0 16,0 0 0-16,3 0 0 15,-2 0 0-15,2 0 0 16,-2 0 0-16,1 0 0 16,-1 0 1-16,-1 4-1 15,-1-1 0-15,3 0 0 0,2-1 0 16,3 0 0-16,1-2 0 16,-2 1 1-16,2-1-1 15,3 0 0-15,-6 0 0 16,5 0 0-16,0 0 0 0,3 0 1 15,-3-1-1-15,2-3 0 16,-1 1 0-16,-2 0-1 16,-4-1 1-16,1 2-1 15,1 0 1-15,-2 0 0 16,1 2 0-16,-4 0 1 0,3 0-1 16,-1 0 0-16,-2 0 0 15,3 0 0-15,0 0 0 16,2 0 0-16,1-1 1 15,-1-1-1-15,-2-1 0 16,2-1 0-16,-3 1 0 16,2-1 0-16,-1 1 0 0,2 3 0 15,2-1 0-15,1 1 0 16,-2 0 0-16,2 0 0 16,-2 1 0-16,2 5 1 15,0-2-1-15,0 0-1 16,2-1 2-16,-1 0-1 0,-1-3 0 15,2 0 1-15,-3 2-1 16,4-2 3-16,1 0-1 16,4 1-2-16,-1 0 0 15,2 1 0-15,3-1 0 16,2 2 0-16,-3 0 0 0,1-1 0 16,0-1 0-16,-3 1 0 15,1-1 0-15,-2 0 0 16,0 0 0-16,3 2 0 15,1-3 0-15,3 3 0 16,0-3 1-16,4 0-2 0,1 0 1 16,0 0 0-16,1-3 1 15,-2-2 2-15,1 1 3 16,1-1-2-16,-4 1-2 16,-1-2-2-16,1 3 0 15,2 1 1-15,-5 0-1 16,1-1 0-16,0-1 0 0,-1 1 0 15,-1 0 1-15,-1 0-1 16,-1-1 0-16,0 1 0 16,2 0 0-16,0-1 1 15,3 1-2-15,-1-1 1 16,-1 0 1-16,1-1-1 0,-2 1 0 16,-2-3 0-16,-2 1 0 15,-3-2 0-15,-2 1 1 16,0-2-2-16,-4 1 1 15,1-2 0-15,1 1 1 16,0 0-1-16,1 1-1 0,-3 0 1 16,-2-1 0-16,-1 1 0 15,-5-2 1-15,0 4-1 16,-6-4 0-16,-1 2 1 16,0-4-2-16,-6-2 3 15,1 2 1-15,-4-8-1 0,-3 1 2 16,-2-2 2-16,-2-3-2 15,-4 1 0-15,-2-3-1 16,-5 1 2-16,-3-1 0 16,-3 2 9-16,0-1-1 15,-5-1-5-15,-9 2 1 0,-6-3-3 16,-8-1-3-16,-12 0-4 16,-14 3-1-16,-23 1-9 15,-16 1-20-15,-12-5-56 16</inkml:trace>
  <inkml:trace contextRef="#ctx0" brushRef="#br0" timeOffset="-132463.03">21195 4387 51 0,'2'-3'3'0,"0"-1"18"0,1 1 1 0,-3-1-4 0,1-1 3 16,-1 1 2-16,0 1-2 16,0-1 1-16,0 1-1 15,0 1-5-15,0-2-8 16,0 4-5-16,0-2-3 16,0 2 1-16,0 0-4 0,0 0-10 15,0 4 6-15,-1 3 6 16,-5 3 0-16,3 0 0 15,-1-2 2-15,3 3-1 16,1 1 0-16,0-2 1 16,0 1 0-16,0-1-1 0,0-1 1 15,4 1 1-15,1-2-2 16,1-1 1-16,1 0-1 16,0-2 3-16,2 0-3 15,2 2 2-15,1-2 1 16,2-1-1-16,1-1 0 0,3-2-3 15,-3-1 7-15,1 0-4 16,-3 0-1-16,0-4 0 16,-1-3 0-16,-3-3 1 15,0-2 0-15,2-1 1 16,-6-2 0-16,1 2-1 0,-2-1 1 16,-1 2 0-16,0 0 0 15,-1 5-2-15,-2 0-1 16,0 4 0-16,0 2-1 15,0 1-4-15,0 0-1 16,0 7 4-16,0 4 1 0,0 2 1 16,0 1 0-16,4 0 1 15,1-1-2-15,5-1 1 16,2-1 0-16,3-4 0 16,4 0 0-16,4-1 1 15,2-4 2-15,2-2-2 0,-2 0 0 16,-1-2 1-16,-4-7-2 15,-4-2 2-15,-5-1-1 16,-5-3 2-16,2-1 10 16,-8-2 3-16,0 0-5 15,0 1-4-15,0 1-5 16,0 1-1-16,-9 1-1 0,2 6-1 16,-1 1-1-16,-5 5 0 15,-1 2-3-15,0 0-15 16,-2 6-3-16,-2 5-13 15,3 0-26-15,0 2-12 16</inkml:trace>
  <inkml:trace contextRef="#ctx0" brushRef="#br0" timeOffset="-132128.77">21826 4469 190 0,'0'0'12'0,"0"0"15"0,0 0 0 0,0 0-8 15,0 0-8-15,0 0-2 16,0 0-5-16,0 0-1 15,0 0-6-15,0 0-3 0,0 0 1 16,0 0-1-16,3 4 4 16,-3 8 4-16,1-1-1 15,1 0-1-15,-2 1 1 16,2-1-1-16,0 2 1 16,-1 1 0-16,1 2-25 0,-2-5-71 15</inkml:trace>
  <inkml:trace contextRef="#ctx0" brushRef="#br0" timeOffset="-131945.37">22028 4544 266 0,'0'0'11'0,"0"0"-5"15,0 0-8-15,0 0 3 16,0 0-3-16,0 0-1 0,0 0 3 15,12 53-7-15,-23-33-38 16,-5-2-44-16,-5-4-22 16</inkml:trace>
  <inkml:trace contextRef="#ctx0" brushRef="#br0" timeOffset="-131269.25">22241 4260 192 0,'0'0'20'0,"0"0"8"0,0 0-7 16,0 0-8-16,0 0-4 16,0 0-6-16,0 0-5 15,0 0-3-15,0-14 3 16,0 24-1-16,0 3 1 0,0 2 1 16,2-3 2-16,0 5-1 15,2-6 0-15,-1 1 2 16,2-4-1-16,0 1-1 15,2-1 1-15,1-2-1 0,3-2 0 16,-3-1 1-16,1-3-1 16,3 0 3-16,-5 0-3 15,2 0 5-15,0-3-1 16,-3-4-2-16,1-1-1 16,-1 0 0-16,1 1 0 15,-4 0-1-15,0 3 0 0,-1 0-1 16,-1 2 1-16,-1 1 0 15,0 1-3-15,0 0-5 16,0 0-3-16,0 3 6 16,1 2 5-16,1 3 0 15,0-1 0-15,1 0 1 0,2-3-1 16,2 2 0-16,1-5 0 16,1 3 1-16,3-4-1 15,-3 0-1-15,2 0 4 16,-1-4 3-16,-1-4 9 15,-2-4 5-15,-1-2-5 0,-1-3-5 16,-3-3-4-16,-2 0-3 16,0 0-2-16,0 3-3 15,0 3-1-15,-7 3-7 16,-1 7-11-16,-3 3-34 16,3 1-71-16</inkml:trace>
  <inkml:trace contextRef="#ctx0" brushRef="#br0" timeOffset="-130719.83">22606 4319 141 0,'0'0'24'0,"0"0"15"0,0 0-14 16,0 0-11-16,22-39-1 16,-18 33-1-16,0 1-4 15,1-1-3-15,3 3 0 16,-2 2 1-16,1-1-4 0,1 2-3 16,1 0 0-16,0 0 0 15,-2 7 0-15,0 2-1 16,2 2-2-16,-4 1 1 15,-1 1 2-15,-1 1-3 16,-2-1-1-16,-1-1 4 0,0 1 1 16,-3 0-2-16,-3 0 1 15,-5 0 1-15,2 1 1 16,0-3 0-16,-2-1-5 16,1 0 0-16,4 0 0 15,-2-4-1-15,2 1-2 16,0-2 7-16,4-2-1 0,0-2 1 15,2 1 0-15,0-1 1 16,0-1 2-16,0 0 4 16,0 0 7-16,10 0-1 15,2-3-4-15,5-1-6 16,4-3-2-16,4 2 1 0,2 0-1 16,0 1 0-16,-1 1-1 15,1 3 0-15,-1 0-4 16,-6 0-26-16,-4 3-33 15,-4 1-62-15</inkml:trace>
  <inkml:trace contextRef="#ctx0" brushRef="#br0" timeOffset="-129972.55">20967 4895 56 0,'0'0'10'0,"0"0"-14"0,0 0 4 16,0 0 7-16,42-3-3 15,-21-2-1-15,5 0 3 16,3 0 2-16,5-1 3 0,2-1 3 15,5 0 1-15,5 0 1 16,2-2-4-16,7-1-2 16,5 0 4-16,2-1 2 15,4-2-4-15,5 0 0 16,3-1 1-16,6 0-4 0,1 0 1 16,4-1 0-16,2 2-7 15,-1 2 0-15,1 0-2 16,-3 1 0-16,0 0 1 15,-2 2-2-15,-2-1 1 16,-2 2-1-16,-4-3 0 16,-3 4 0-16,-5 1-1 0,-7 2 2 15,-8 0-2-15,-10 3 1 16,-10 0-2-16,-8 0 2 16,-9 0-1-16,-8 3-1 15,-6 4-30-15,-8 1-14 16,-15 5 25-16,-9-3-24 0,-10 1-34 15</inkml:trace>
  <inkml:trace contextRef="#ctx0" brushRef="#br0" timeOffset="-129324.08">21071 4921 129 0,'0'0'4'0,"-43"4"7"0,27-3-2 16,6 4-5-16,4-4-3 16,2 2-1-16,4 1 1 15,0-4-13-15,4 2 4 0,10-2-1 16,4 0 18-16,7 0-4 16,5 0-3-16,4 0 0 15,4-2-1-15,2 1-1 16,7-2 1-16,1 0 2 15,6 0 4-15,4-1-2 0,4-1-3 16,2-3 2-16,3 1 0 16,3-1 0-16,1-2 4 15,1 0 1-15,1 0-3 16,3-2-2-16,0 4 1 16,0-3 0-16,1 2-2 15,-4-1 0-15,-1 2-1 0,2-1 0 16,1 0 0-16,-3 0 5 15,4 1 2-15,0 1-2 16,-1 0-2-16,-3 0 0 16,-6 1 0-16,-6-1-1 15,-5 2-2-15,-10 0 2 0,-4 1-1 16,-9 1 1-16,-4 1-1 16,-8 1-1-16,-4 1-1 15,-5 0-1-15,-5 0-4 16,-1 0-20-16,-5 3-31 0,-9 4 2 15,-7 2 27-15,-12 2-6 16,-9-1-36-16</inkml:trace>
  <inkml:trace contextRef="#ctx0" brushRef="#br0" timeOffset="-128906.15">21051 4959 103 0,'0'0'3'0,"0"0"20"0,0 0 11 0,0 0-24 16,0 0-12-16,45-27 13 16,-1 17-8-16,9-1 2 15,11-2 6-15,11-1-6 16,5-3 1-16,5 2-1 0,6-1 2 16,6 0 0-16,6 2 2 15,2-1-1-15,5 1-3 16,1 1 0-16,3 2-1 15,-5 1-2-15,-1 3-1 16,-6 2 0-16,-8 1-1 0,-7 3 0 16,-15 1-1-16,-10 0 1 15,-16 0-14-15,-17 3-32 16,-15-1-60-16</inkml:trace>
  <inkml:trace contextRef="#ctx0" brushRef="#br0" timeOffset="-123865.46">21520 4229 11 0,'0'0'52'0,"0"0"-31"0,0 0 1 0,0 0-5 15,0 0-2-15,0 0-4 16,0 0-7-16,-1-37 1 15,-4 32-3-15,0 0-2 0,-3 1 0 16,-2-2 2-16,-1 2-3 16,-5 0-3-16,0 2 2 15,-3-2 4-15,0 1-1 16,1 2 2-16,-6-1 2 16,2 2 0-16,1 0-3 0,-5 0 0 15,-1 0-2-15,0 5 1 16,0 2-1-16,-3 1 0 15,1 1 0-15,-4 1 1 16,2 1-2-16,1 3 1 16,-3 2-2-16,4 0 0 0,2 2 1 15,2 1 1-15,3 0 1 16,1 3-2-16,2-2 2 16,2 4-1-16,0-1 0 15,0 3 0-15,1 3 0 16,2 2 0-16,0 2 0 0,1 2 1 15,0-1-1-15,4 2 0 16,-1-1 2-16,3-2-3 16,0 0 2-16,4-2-1 15,1 0 0-15,2-1-1 16,0 1 1-16,0-1 1 16,2 1 0-16,5-2-1 15,2 0 1-15,2 0-1 0,0-2-1 16,3-2 2-16,4-2-2 15,-2-3 3-15,4 0 0 16,0-3 1-16,4 1-1 16,-3 0-1-16,3 0 0 0,0-4 1 15,-1 1-2-15,2-2 1 16,2-1 1-16,2-2 1 16,0-2 4-16,4-2 3 15,0-2-4-15,3-1-1 16,-2 0-1-16,1-2-2 0,-5-1 0 15,1 0-1-15,-4 0-1 16,-2 0 3-16,-1-5-1 16,-4-4 3-16,2 2 2 15,-1-4 1-15,2 1-3 16,-2-3-2-16,2 0-1 0,2-1-1 16,-1-2 0-16,-2 2 0 15,1-3-1-15,1 2 1 16,-6-1 0-16,1 0 3 15,0 2-1-15,-1-4-1 16,2-1 0-16,-2-1 0 0,1 0 2 16,2-2-2-16,-5-1 0 15,2-1-2-15,-3-2 0 16,0-1 0-16,-2 0 1 16,-1-4-1-16,-2 3 1 15,-2-2 1-15,-3 0-1 0,-2-1 2 16,-1 0 6-16,-2-1 3 15,0 3-4-15,0-3-4 16,-6 1-1-16,-2 2-2 16,-3 1-1-16,-2 1 2 15,-1 0-2-15,-3 4 0 0,-1 1-1 16,-2 3 1-16,-1 6 0 16,-2 2-6-16,-4 8-24 15,-3 3-26-15,-7 0-64 16</inkml:trace>
  <inkml:trace contextRef="#ctx0" brushRef="#br0" timeOffset="-122834.16">12668 9589 1 0,'0'0'89'0,"0"0"-80"0,0 0 3 0,0 0 1 16,0 0-3-16,-3 0 1 16,2 0-2-16,0 0-2 15,1 0-2-15,0 0-5 16,0 0-1-16,0 0-2 16,0 0 0-16,0 0-2 15,0 3 3-15,0-2 1 0,0 1 0 16,1 2-2-16,1-1-3 15,-2 1-14-15,0-2-20 16</inkml:trace>
  <inkml:trace contextRef="#ctx0" brushRef="#br0" timeOffset="-119037.22">22834 4074 7 0,'0'0'6'0,"0"0"-6"0,0 0 12 0,0 0-11 0,0 0 7 16,0 0-5-16,0 0 11 15,0 0 8-15,0 0-11 16,-18-25-3-16,18 22-3 16,-1-2-3-16,0 1-1 15,0-1 0-15,0 0 0 16,0-2 0-16,-1 3 2 0,0-2 0 16,-2 1 3-16,0-1-1 15,0 2-1-15,-4-2 1 16,0 2 0-16,-3-1-1 15,0 0-1-15,-4 2-2 16,-1 0-1-16,-2 0 2 16,1 1-1-16,0 0-2 0,-2 1 2 15,0-1 0-15,-1 2-1 16,1 0-2-16,-2 0-3 16,1 0-6-16,1 0 7 15,0 0 14-15,3 0 1 0,0 2-5 16,1-1-2-16,1 3-1 15,0 1 0-15,0 2-3 16,0-1 1-16,-1 2 0 16,0 2 1-16,-2 0-2 15,2 2 1-15,-1 1-1 16,1 0 1-16,1 1-1 0,3 2 0 16,2-1 3-16,-3 2-2 15,3 2-1-15,1-1 1 16,-3 4-1-16,-2-1 0 15,1 3 1-15,-1-2 0 16,0 0-1-16,0 2 1 0,1-4-1 16,-1 3 1-16,0-2 0 15,-1 2 1-15,0-1-1 16,3 2 1-16,0 1-1 16,1-1 0-16,4 2 0 0,0-1 0 15,2-1-1-15,3 2 2 16,-1-2-1-16,2-1-1 15,0 1 1-15,0 0-1 16,0-4-1-16,0 4 2 16,2-4 0-16,4 1-1 0,2 2 2 15,5-3 1-15,-2 1-1 16,0 0 0-16,3 0-1 16,3-2 1-16,-3 1 0 15,1-3 1-15,-1 0-2 16,1 0 0-16,1-1 0 15,0-2 0-15,4 1 1 0,-4-3-1 16,6 0 1-16,1-4-1 16,-1 2 5-16,0-4 1 15,1-1 2-15,1-3-1 16,-2 1-3-16,-1-2 0 16,2-1-1-16,-1 0-1 15,-1 0-2-15,-1 0 0 0,-1 0 0 16,1 0 1-16,0-4-1 15,1-2 2-15,1-1-1 16,2-1-1-16,1-2 1 16,0-2-1-16,1 1 0 15,-6-5 0-15,2 2 0 0,-2-3 2 16,0 0 1-16,-2-3-1 16,0 0-2-16,0-1-1 15,1 0 1-15,0-4 1 16,1 3-2-16,-2-4 0 0,2 3 0 15,-2-4 0-15,-2 2 0 16,0-2 0-16,-3 0 1 16,0-1-1-16,-3-1 1 15,-2 1 2-15,-1-1-1 16,-2 2 0-16,-3 0 2 0,-2 0 2 16,0 0-1-16,0 1 1 15,-4-3-3-15,-4 1 1 16,-3-4-5-16,-3 1 1 15,-3 0 3-15,-3 1-4 16,-3 5-1-16,1 4 0 0,-7 7-2 16,-5 7-4-16,-5 7-27 15,-6 0-23-15,-6 0-87 16</inkml:trace>
  <inkml:trace contextRef="#ctx0" brushRef="#br0" timeOffset="-118189.85">20911 5331 120 0,'10'-7'3'0,"4"0"-3"0,2-3 2 16,2 3 0-16,1 0-2 0,3-2 1 15,4 0 0-15,1-2 0 16,3 0 6-16,4 0 4 16,1-2 3-16,5 0 0 15,-2 0-2-15,2-1-1 16,0 0-2-16,1 1-3 0,-1 0-2 16,-2 1 0-16,-1-1-2 15,-2-1 0-15,0 2-1 16,-4-1 1-16,-1 2 0 15,-1 1-2-15,-2 0 0 16,-3 3-6-16,-2-3-49 16,-4 0-90-16</inkml:trace>
  <inkml:trace contextRef="#ctx0" brushRef="#br0" timeOffset="-88984.09">13526 8936 90 0,'0'0'4'0,"0"0"1"0,0 0-4 16,0 0-1-16,0 0 1 0,0 0 4 15,0 0-3-15,0 0 1 16,0 0 5-16,0 0-4 16,0 0-1-16,0 0-1 15,0 0-1-15,0 0 0 16,-33-9 1-16,30 9-2 0,0 0 0 16,0 0 0-16,-5 0 0 15,0 0 0-15,-1 0 0 16,-1 0 0-16,-2 2 1 15,-1 0-1-15,-5 0 0 16,4 2 0-16,-2-1 1 16,1 1-1-16,-1-1 1 0,1 0-2 15,2 1 2-15,-1 2-2 16,1-2 1-16,1 3 0 16,2-2 1-16,1 2-1 15,-1 0 0-15,2-1 0 0,3-1 0 16,-1 2 0-16,0 2 0 15,2-1 0-15,-4 2 0 16,3 0 0-16,-1 2 0 16,-1 0 0-16,-1 1 0 15,0-1 0-15,2 0 0 0,1-2 0 16,-3 0 0-16,4 2 1 16,2-3-2-16,0 1 1 15,0 2 1-15,0-2-1 16,0 1 0-16,-1 0 0 15,1 2 1-15,-2 0-1 16,0 0 1-16,-1 2-1 0,0 1 1 16,0 0-1-16,1-1 1 15,0 4-2-15,-2-4 2 16,2 2-1-16,4-1 0 16,-2 1 0-16,2-3 1 15,0 3-1-15,0-1 0 0,0-2 0 16,4 2 1-16,0-4 1 15,2 1-2-15,-1 0 1 16,3-2-1-16,-3-1 1 16,4 0-1-16,-4 0 1 0,5 0-1 15,-4 0 0-15,4-1 1 16,-1 1-1-16,-1-1 0 16,3 2 0-16,-1-2 1 15,3 0-1-15,1 0 1 16,1 0 0-16,1-1 0 0,-2 0 0 15,3-1 0-15,-1-2 0 16,0 0 1-16,1 1-1 16,0-2-1-16,1-1 2 15,1 0 3-15,0-2 0 16,3 1 1-16,-4-2-3 16,4 0 1-16,-5 0-2 0,3 0 0 15,1 0-1-15,-5 0 1 16,2-3-1-16,1 0 0 15,-1-1 2-15,-2-1-2 16,-1 1 1-16,-1 1-2 16,0-1 1-16,-1-2 0 0,1 2 0 15,0-2 0-15,1-1 1 16,2-1-1-16,-1-2 0 16,1 3-1-16,-3-5 2 15,-1 2-2-15,-1-1 2 16,-4-2 0-16,2 1 0 0,-1-1 1 15,-2-2-1-15,1 1 0 16,-3-1-1-16,1-1 0 16,-4-1 0-16,2 0 2 15,-2-1-1-15,-2-1 3 16,0-1-4-16,0-1 1 0,0 2-1 16,0-2 0-16,0 1-1 15,0 0 0-15,-3 2 1 16,-2-1-1-16,-2 1 0 15,1-1 0-15,0 1 1 16,1-1 1-16,0 1-1 16,1-2 2-16,2-1-2 0,0-2-1 15,-1 2 1-15,-2-2-1 16,-1 3 0-16,-3-1 1 16,0 4-4-16,-2 1 3 15,-3 2 3-15,-1 4-1 0,-1 0 1 16,0 2-4-16,-1 2 3 15,2 0-3-15,-2 4 0 16,2 1 0-16,-4 1-1 16,4 0 4-16,-1 0-3 15,2 0 1-15,-1 0 1 0,2 0-1 16,0-2 0-16,2 2 1 16,2-2-1-16,-3 1 0 15,1 1 0-15,0 0 0 16,2 0 0-16,-2 0 0 15,2 0 0-15,-1 0 0 16,2 3-1-16,0 2 0 0,-2 2 1 16,-1 2 0-16,0 1 0 15,-3 0 0-15,1 1 0 16,-1 2 0-16,-1-2-1 16,-1 2 1-16,-2 1 0 15,1 0 0-15,2 1 0 0,-2-1 0 16,0 0 1-16,-1-1-1 15,2 2 0-15,0 0 0 16,3-3 0-16,-1 1 0 16,2-3 0-16,0 2 0 0,3-1 0 15,0 1 0-15,2 0 0 16,-2 2 0-16,2 2 0 16,1-2 0-16,-2 0 0 15,2 2 0-15,-2-2 0 16,3-1 0-16,-1 4 1 15,1-3-1-15,0 2 0 0,-1-2 0 16,3 0 0-16,1-1 0 16,0 1 0-16,2-2 0 15,0 0 0-15,0 1 0 16,0 0-1-16,4-2 0 16,-1 1 2-16,3-1-1 0,0 0 0 15,2-1 0-15,-3 0 0 16,3 0 1-16,-1 0-1 15,0 1 0-15,0-2 0 16,1 2 1-16,-2-1-1 16,4 0-1-16,-3 0 0 0,2 0 0 15,2-1 2-15,0-1-2 16,2-1 0-16,1 3 2 16,-1-4-2-16,1 0 1 15,1-2 0-15,-1 0 1 16,-3-2-1-16,0 2 1 0,3-1-1 15,-3-1 1-15,3 0-1 16,-1-1 0-16,2 1 0 16,1-2 0-16,2 1 0 15,-1-1 1-15,0 0-1 16,0 0 0-16,-3 0 0 0,-1 0 0 16,0 0 0-16,-1 0 0 15,0 0-1-15,2 0 2 16,-1-3-1-16,1 1 0 15,-1-1 0-15,2-2 0 16,-2 0 1-16,2-1-2 0,-1 3 2 16,-1-4-2-16,0-1 2 15,0 0-1-15,-1 1 0 16,-4-1 0-16,2-2 0 16,1 1 1-16,-2-4 0 15,-2 2-1-15,1-3 0 16,1 1 0-16,-2-1 0 0,0-2 0 15,1-1 0-15,-3 0 0 16,2 0 0-16,-2-1 0 16,1-1 0-16,-2 2 0 15,-1-3 0-15,2 2 0 16,-3-1 1-16,2 1-2 0,-2 1 1 16,-1-1 0-16,0 3 0 15,0-2 0-15,-1 2 0 16,0-1 0-16,0 3 0 15,0-4 0-15,1 3 0 16,-1 1 0-16,0-2 0 0,0 3-1 16,0-2 1-16,0 1 0 15,-2 1 0-15,-2-3 0 16,0 1 0-16,-3 0 0 16,2-1 0-16,-3 1 0 0,1 2 0 15,-2-1 0-15,1 0 0 16,2 3-1-16,-4 1 1 15,2-2-1-15,-3 1 1 16,1 2-1-16,-2-1 0 16,1 2 1-16,0 0-1 15,-1 0 2-15,-1 1-3 0,-1 4 0 16,-1-1-1-16,-5 3 6 16,2 0-6-16,-5 2 0 15,-3 7-25-15,-8 2-21 16,-8 2-13-16</inkml:trace>
  <inkml:trace contextRef="#ctx0" brushRef="#br0" timeOffset="-83251.07">13701 9052 89 0,'0'0'-5'0,"0"0"8"0,0 0 5 0,0 0-4 0,0 0-1 16,0 0 4-16,-42-37 1 16,33 29 3-16,1-1-1 15,0 4-2-15,-1-1-2 16,0 0 1-16,0-1-3 15,1 3-2-15,0-2-2 0,-2 2 0 16,1-2 1-16,0 2-1 16,-1-1 1-16,-1 0-1 15,-1 2-2-15,2 2 0 16,-3-1 0-16,-1 1 2 0,1 1-1 16,-1 0 2-16,-1 0-1 15,-2 0-1-15,0 6 0 16,-3-1 0-16,1 1-3 15,0 1 7-15,-1 3-6 16,3-1 2-16,0 3 1 16,4 1-1-16,-3 1 2 0,5 4-2 15,-3 0 0-15,2 2 2 16,1 1-1-16,1 3-1 16,-1 0 0-16,0 2-2 15,-2 2 3-15,0 2 1 16,0 1-2-16,1 2 1 15,3 0 2-15,1-1-1 0,4-2 0 16,2 0 0-16,2-5 1 16,0 0-1-16,4-3-1 15,4-2 2-15,0-3-2 16,1-2 0-16,-2-3 0 0,4-1-2 16,-2 0 1-16,-2-1 4 15,5 2-3-15,0 1 0 16,1 3 1-16,1-1-1 15,1 2 0-15,1 0 0 16,5-1 0-16,-2 2-1 16,4-2-1-16,2-3 1 0,-1-2 2 15,-1-1-2-15,-1-4 2 16,-2 0 1-16,-6-5-4 16,1 1 1-16,-3-2 2 15,0 0 1-15,4-9-1 0,-2-1 1 16,5-5 0-16,3-2 1 15,4-2-3-15,0-2 1 16,4-1-1-16,1 2 0 16,2-2 0-16,-2-1 0 15,-2 0 0-15,-4-1 0 16,-5 3 0-16,-4-5 0 0,0 2 0 16,-5-3 0-16,-1 1 0 15,0-2 1-15,-4 1-1 16,1-1 0-16,-3 1 0 15,0 1 0-15,-4 2 0 0,0 3 0 16,0 2 1-16,-3 2 1 16,-2 1 0-16,-4 2 3 15,3 0 1-15,-2 0 0 16,0 1 1-16,0 2-2 16,1-1-2-16,0 0 1 15,0 0-2-15,1 1-1 0,1 0 1 16,1 2-2-16,0 3 1 15,1-1-1-15,-4 2-2 16,2 0 0-16,-1 1 3 16,0 0-2-16,-1 1 2 15,-3 0-1-15,2 0 1 0,-1 2 0 16,3-2-1-16,-2 2 1 16,2-1 0-16,3 2 0 15,1 0-1-15,-2 0 1 16,1-1-1-16,2 1 1 15,-1 0-1-15,1-2 1 0,1 2-1 16,0 0 0-16,-2 0 0 16,-1-1 0-16,1 0 2 15,2-1-2-15,-2 2-2 16,2 0 4-16,0 0-4 16,-1 0 2-16,1 0-1 0,0 0 0 15,0 0 1-15,0 0 0 16,0 0 0-16,0 0 0 15,0 0 1-15,0 0-2 16,0 0 2-16,0 0-1 16,0 0 0-16,0 0 1 15,0 0-1-15,0 3-4 0,0 0-21 16,0-2-4-16,0 4 6 16,5-1-1-16,-2-3-8 15,0 1-14-15</inkml:trace>
  <inkml:trace contextRef="#ctx0" brushRef="#br0" timeOffset="-78812.32">13965 7977 8 0,'0'0'44'0,"0"0"-42"0,0 0 1 0,0-44 1 0,0 33-3 15,0 2 0-15,-5 0 2 16,1 1 7-16,2 1 2 15,-1 0 1-15,1 1-3 16,-3-1-1-16,1 0-2 16,0 2 0-16,-4 0-5 0,0-2-2 15,-1 4 0-15,-4-3-1 16,-1 2-1-16,-2 1-3 16,-1 1 3-16,-4 0 0 15,2 2 0-15,-1-1 1 16,1 1 1-16,-2 0 0 0,2 0 1 15,-3 0-1-15,4 0 0 16,-4 0-1-16,1 3-1 16,2 2-2-16,-2 5 2 15,1-3 1-15,-1 1 0 16,2 0 1-16,-3 2 0 0,2 1-1 16,-3 2 2-16,-1-1-2 15,-1 1 1-15,-3-1 0 16,1 4-1-16,-4-1 2 15,1 1 0-15,-1-1-1 16,2 2 1-16,-3 0-1 0,4 0 0 16,0-1 0-16,0 1 0 15,2 0 1-15,0-1-1 16,-1 4 0-16,-1-2 0 16,1 3 1-16,2 1-1 15,-2 1 1-15,0 0-1 0,2 0 0 16,1 2 1-16,4 0-1 15,-3 2 1-15,-1 0-1 16,6 0 0-16,-4-1 2 16,3 1-2-16,0 0 0 15,0 0 0-15,4 0 0 16,-1-1 0-16,1 0 0 0,1 2 0 16,1 0 0-16,-1-1 0 15,1 1 0-15,0 0 0 16,3 1 1-16,2-4-1 15,2 2 0-15,0-1 0 16,1-1 0-16,2 1 0 0,1 1 0 16,1 0 1-16,1 1-1 15,0 1 0-15,0-1 1 16,0 1-1-16,0-1 0 16,0-4 0-16,0 3 1 15,5-4-1-15,3 0 0 0,-1-1 0 16,1 1 0-16,2 0 1 15,2 2-1-15,-3 0 0 16,4 4 0-16,0 1 0 16,1 4 1-16,0 2-1 15,-1-1 0-15,1-2 0 0,0-2 1 16,2-4-2-16,2-1 1 16,0-4-2-16,2-2 4 15,3 0 0-15,3 0-1 16,1 1 0-16,2-1 0 15,0 3 1-15,1-3-2 0,1 1 0 16,0-4 0-16,-2 2 1 16,0-5-2-16,1 0 2 15,0-4-1-15,2 1 1 16,-1-3-1-16,-1 1 2 16,3-2-1-16,-2 0 0 0,-1 2 0 15,-1-2-1-15,-2 3 0 16,-1 0 1-16,-2 1-1 15,-5 1 0-15,-1-1 0 16,1 1 0-16,-3-1 0 16,3-2 0-16,0 0 0 0,-1-2 0 15,1-1 0-15,2 0 1 16,-3-3 0-16,4 1 2 16,-4-2 2-16,6 0-2 15,-3 1-1-15,2 0-2 16,0 0 2-16,-1 1-2 0,1-1 0 15,0-2 1-15,-2 3-1 16,3-2 0-16,0-2 0 16,1 0 0-16,0 0 1 15,1 0 0-15,1-6-1 16,0-1 1-16,0 1-1 0,1 0 0 16,0 0 0-16,-1-2 0 15,-1 1 1-15,0 0-2 16,-1-2 2-16,-4 1-1 15,3 0 0-15,-4-1 0 16,3-2 0-16,-1 3 0 16,-1-3 0-16,3 0-2 0,0 0 2 15,-3-2-1-15,2 0 1 16,2 0 1-16,-4-1-1 16,3-1 1-16,-2-1 4 15,1 0 0-15,-1 1-2 0,-2-1-2 16,0 3 0-16,-1-4-1 15,0 1 1-15,-3 1 0 16,1-3 0-16,-3 0 0 16,0-1 3-16,-1-3-1 15,-2 0-2-15,0-3 0 0,-1-2 0 16,0-4-1-16,-5 0 0 16,1-2 1-16,-2-2-1 15,-1-1 0-15,-1 2 0 16,1 0 0-16,1 2 1 15,-3 0 6-15,3 4 2 16,2-2-5-16,0-1-2 0,2-1 0 16,-1-3-1-16,1-2-1 15,2-1 1-15,-1-2-1 16,1-1 0-16,0 2 0 16,-1 0 0-16,-1 0 0 15,-2 2 0-15,-1-2 1 0,-5 3-1 16,0-2 2-16,0 2-1 15,-7 3 6-15,1 0 0 16,-4 1 0-16,0 2-1 16,1-1-3-16,0 3 1 15,-2-3-3-15,0-1 0 16,-2 2 0-16,-3-1-2 0,-1-2 1 16,-2 2 1-16,-3 1-1 15,0 1 2-15,-3 2-2 16,-4 1 1-16,-2 3 1 15,-1 1-2-15,-4 3 0 16,-2 1 0-16,0-2 0 0,-1 2 0 16,-1 0 0-16,-1 1 0 15,1 0 0-15,2-1 0 16,-5 1 0-16,-1-2 0 16,-2-2 1-16,-4 4-1 15,-2-5 1-15,-3 3 0 0,0-1 0 16,-4 1-1-16,-2 4 0 15,-5 3 0-15,-5 4-1 16,-7 8-1-16,-11 0-20 16,-17 3-56-16</inkml:trace>
  <inkml:trace contextRef="#ctx0" brushRef="#br0" timeOffset="-75038.3">12476 4587 107 0,'0'0'7'0,"0"0"8"0,0 0 3 0,0 0-8 0,0 0-2 15,0 0 3-15,0 0 1 16,0 0-2-16,0 0-5 16,0 0-2-16,0 0 0 15,0 0-3-15,-33-33 1 0,33 33-6 16,0 0-9-16,4 0 11 16,4 0 3-16,2 0-1 15,1 3 1-15,5 0 0 16,0 1 1-16,3-1-1 15,2 4-1-15,1-1 2 0,1-2-1 16,1 3 0-16,1-1-1 16,-1 0 1-16,1 1-1 15,0 0 1-15,2 0-1 16,1 0 1-16,1 0 0 0,1 2-1 16,1-2 1-16,2 0-1 15,3 0-2-15,-1 0-2 16,4-1-2-16,2-2 4 15,0 3-1-15,2-3 1 16,4-1-3-16,-3 0 3 16,4-2 0-16,1-1 2 0,-2 0 0 15,0 0 1-15,-1 0-2 16,-5 0 4-16,3 0-2 16,-1 0 0-16,1 0 0 15,3 0 0-15,-3 0 0 16,4 0 0-16,-1-1 0 0,0 1 1 15,0 0-1-15,-1-3 1 16,2 3 0-16,-1 0-1 16,2 0 1-16,-3 0-1 15,1 0 1-15,0 0-1 16,1 0 0-16,1 0 0 0,2 0 0 16,-1 0 1-16,3 0-1 15,0 0 0-15,1 0 0 16,0 0 1-16,2 0-1 15,-1 0 0-15,1 0 0 0,-2 0 0 16,0 0 0-16,-5 0 0 16,2 0 1-16,-1 0-1 15,1 0-1-15,3 0 2 16,1 0-1-16,1 0 0 16,-1 0 0-16,2 0 0 15,-2 3 0-15,2 0 0 16,-4-2 0-16,1 2 0 0,-2 1 0 15,1-1 0-15,-2-1 0 16,-1 2 0-16,2-1 0 16,-2 1 0-16,2-1 0 15,-1 1 0-15,0 0 0 16,-1-1 0-16,0 0 0 0,1-2 0 16,2 1 1-16,1-2-1 15,-3 0-1-15,3 0 2 16,4 0-1-16,-2 0 0 15,4 0 0-15,-1 0 0 16,5 0 0-16,1 0-1 0,-3 0 2 16,3 0-1-16,0 0 0 15,-4-2 0-15,1 2 0 16,-1-1 0-16,3 0 0 16,-2-1 0-16,4 1 0 15,3-2 1-15,0 3-1 0,0-1 1 16,1-1-1-16,2 2 2 15,-1 0-1-15,0 0-1 16,1 0 1-16,-2 0-1 16,0 0 0-16,-2-1 0 15,1-3 1-15,-2 0-1 0,-3-1 6 16,0-1 11-16,0-1-4 16,-2 0-6-16,1 1 1 15,0-1-5-15,2 0-1 16,-1 0-1-16,-2 1 0 15,-1 1-1-15,-4 0 0 16,-2 1 0-16,-10 1 1 0,-1 1-1 16,-7 2 0-16,-7 0-1 15,-7 0-12-15,-12-2-90 16</inkml:trace>
  <inkml:trace contextRef="#ctx0" brushRef="#br0" timeOffset="-71620.53">8781 15879 109 0,'0'0'6'0,"0"0"8"0,0 0 9 0,0 0-10 0,0 0-5 16,0 0-3-16,0 0 0 16,0 0-2-16,0 0 2 15,0 0 6-15,0 0 0 16,-14-30-5-16,14 30-3 15,0 0-3-15,0 0-3 0,0 0 1 16,0 2 1-16,6 4 0 16,-2 2 0-16,1 2 0 15,4 5 0-15,-5 0 1 16,3 2-1-16,-1 4 0 0,-1-1 1 16,2 3 0-16,-1-2 0 15,1 2 1-15,-2-3-1 16,1-2 1-16,2-2-2 15,-2-3 2-15,0-3 0 16,1-2-1-16,-2-1 1 0,4-4 0 16,-5-1 0-16,1-2-1 15,-1 0 1-15,2 0 0 16,-3-2 0-16,1-5 2 16,-1-3-2-16,2 3-1 15,1-3 1-15,-2 3-1 16,0 0 1-16,3 2-1 0,1 0 0 15,0 2 0-15,1 2-1 16,1 1 1-16,3 0-1 16,0 0 2-16,1 0-1 15,1 0 0-15,-1 0 0 16,-1 0 0-16,1 0 0 0,-4-2 1 16,1-3-1-16,-3-1 1 15,0-3 2-15,-3-1 3 16,-1-1 2-16,-2-2 1 15,-2 0-2-15,0-1 1 0,-2-1 1 16,-5 0 0-16,-3-1-5 16,0 1-1-16,-1-2-1 15,0 3-2-15,1 1 0 16,4 3 0-16,-1 1 0 16,4 4-2-16,2 2-6 15,1 3-21-15,0 0-105 0</inkml:trace>
  <inkml:trace contextRef="#ctx0" brushRef="#br0" timeOffset="-71335.23">9292 15986 83 0,'0'0'20'0,"0"0"21"0,0 0 13 0,0 0-20 16,0 0-14-16,0 0-18 16,0 0-3-16,0 0-1 0,1 44 3 15,-1-15-2-15,0 7 2 16,3 7 1-16,-1 1-2 15,2-3-53-15,-1-7-58 16</inkml:trace>
  <inkml:trace contextRef="#ctx0" brushRef="#br0" timeOffset="-70551.14">10025 15586 126 0,'0'0'2'0,"0"0"2"0,0 0-3 0,0 0 0 16,0 0-1-16,0 0 0 15,-7 39 1-15,7-26-1 16,0 1 1-16,0 0 0 0,0-1 0 16,5 1 1-16,1-1 0 15,-1-1 1-15,1-1-2 16,0-2 0-16,2 0 0 15,-1-2-1-15,1-5 0 16,-1-1 1-16,2-1 0 0,-2 0 0 16,1-2 2-16,-1-6 5 15,0-3 3-15,0 1 1 16,1-3-5-16,-1 4-1 16,-3-2-3-16,4 2-2 15,0 4 0-15,-3 1-1 16,3 4-1-16,0 0-1 0,1 0 2 15,3 3 0-15,3 3 0 16,-2 1-4-16,3 0 1 16,-2-4 3-16,0 0-1 15,-3-3 2-15,1 0-1 16,-1 0 5-16,-5-8 5 0,1-2 14 16,-3-1 6-16,-1-3-1 15,-3-2-7-15,0-1-5 16,0 0-7-16,0 0-4 15,-2 0-3-15,-1 3-3 16,1 0-1-16,2 2-7 0,0 5-19 16,0-1-35-16,0 2-83 15</inkml:trace>
  <inkml:trace contextRef="#ctx0" brushRef="#br0" timeOffset="-70189.13">10502 15607 213 0,'0'0'0'0,"0"0"-4"0,0 0 5 0,0 0 0 16,0 0 3-16,0 0 6 16,0 0-3-16,0 0-2 15,0 0-5-15,0 0-1 16,16-6 1-16,-9 3 4 15,-2-1-4-15,1 1 1 0,-1 3-1 16,2 0-2-16,-3 0 0 16,-2 10-1-16,-1 1-2 15,-1 4 2-15,0 2-1 16,0 1 6-16,0-1-4 16,-1-3 4-16,-1-2 0 15,2-4-1-15,0-3 3 0,0-4-1 16,6-1 2-16,10-3 4 15,7-9 4-15,10-6-8 16,3-3-4-16,2-6-17 16,0-3-96-16</inkml:trace>
  <inkml:trace contextRef="#ctx0" brushRef="#br0" timeOffset="-69179.18">9086 16334 67 0,'0'0'9'0,"0"0"2"0,0 0 4 0,0 0 2 16,0 0 3-16,0 0 3 15,0 0 2-15,0 0-7 16,0 0-5-16,0 0-7 15,0 0-5-15,0 0-1 16,0 0-1-16,-1-12 1 0,1 12-1 16,5 2 0-16,1 5 1 15,0 3-1-15,2 4 2 16,1 3-1-16,1 1 0 16,1 3 1-16,1 2-1 15,2 3 0-15,0 2 0 0,2 3 1 16,-1 1-1-16,1 4 1 15,-1 1 0-15,1 1 1 16,-1-1 2-16,1 0 0 16,-3-3-2-16,1-2 0 0,-3-3 0 15,0 1 0-15,-1-5 2 16,0-2-2-16,-1-1 1 16,-4-3-1-16,2-2-1 15,-1-4 1-15,-4-3-1 16,1 0-1-16,-1-2 2 15,0-2-2-15,0 0 1 0,0 1 1 16,-2-1-2-16,1-1-13 16,-1 1-48-16,0 0-30 15</inkml:trace>
  <inkml:trace contextRef="#ctx0" brushRef="#br0" timeOffset="-68887.7">9311 17058 95 0,'0'0'6'0,"0"0"-3"0,0 0-1 0,0 0 0 15,0 0 0-15,0 0-1 16,0 0 0-16,41 3 0 16,-28-2 2-16,1-1 0 15,-1 0-1-15,3 0 0 16,-3 0-2-16,3 0-2 0,-3-2-20 16,-2-4-37-16</inkml:trace>
  <inkml:trace contextRef="#ctx0" brushRef="#br0" timeOffset="-68751.81">9495 16926 81 0,'0'0'9'0,"0"0"33"0,0 0 15 15,0 0-42-15,0 0-13 16,-40 17-3-16,35 17 1 16,0 9 3-16,2 14-6 15,0 2-66-15</inkml:trace>
  <inkml:trace contextRef="#ctx0" brushRef="#br0" timeOffset="-67221.58">10269 15936 104 0,'0'-5'9'0,"-3"-1"-1"0,2 0-3 15,-1 2-4-15,2-2 1 0,-2 2-1 16,0 0-1-16,0-2 0 15,0 3 0-15,0-1 2 16,1 3 2-16,-1 0 10 16,2-1 1-16,-2 0-8 15,2 2-2-15,0 0-2 0,-2-1 2 16,2 1-2-16,0 0-3 16,0 0-1-16,0 3 1 15,-2 1-1-15,2 3 2 16,0 0-1-16,0 2 0 15,0-1 0-15,4 4 0 16,1 0 0-16,3 1 0 0,2 1 0 16,1 5 0-16,3 1 0 15,1 2 0-15,0 1 0 16,1 4 0-16,2 2 0 16,-3 1 1-16,-2 2-2 15,1-2 2-15,-3 1-1 0,1-3 0 16,-3 1-1-16,-1-4 2 15,1-2-1-15,-2 1 0 16,0-5 1-16,-3-1 1 16,1-2 3-16,1-5 1 15,-1-1 1-15,-2 0-3 0,1-4-3 16,0 1 1-16,-2-3-2 16,1 2 1-16,-1-2-1 15,-2-1 0-15,0 0-1 16,0 0-29-16,0-2-30 15,-2-1-19-15</inkml:trace>
  <inkml:trace contextRef="#ctx0" brushRef="#br0" timeOffset="-66722.3">10375 16480 94 0,'0'0'3'0,"0"0"-1"0,0 0-1 0,0 0 2 0,0 0 2 16,42 0-1-16,-32 0 3 15,3 0 2-15,-2 0 4 16,1 0-2-16,-1 0 2 0,2 0-6 16,-4 2-4-16,2-1-2 15,-1 0 0-15,1 1-1 16,-1-1 1-16,0-1 0 16,-1 1-1-16,-1 1 0 15,0-2 0-15,0 0 0 16,-2 0-4-16,-1 0-35 0,-5 0-71 15</inkml:trace>
  <inkml:trace contextRef="#ctx0" brushRef="#br0" timeOffset="-66466.79">10614 16280 115 0,'0'0'10'0,"0"0"14"15,0 0 0-15,0 0-11 16,0 0-6-16,0 0-4 16,0 0-3-16,-33 38 2 15,29-22-2-15,-3 5 0 0,4 4-2 16,1 0-23-16,-4 1-23 15,2-1-40-15</inkml:trace>
  <inkml:trace contextRef="#ctx0" brushRef="#br0" timeOffset="-62091.13">9063 16296 29 0,'-4'-5'4'0,"-1"1"11"0,1 0 0 0,2 1 0 0,-4 0-3 15,3 0 1-15,1-1 3 16,-3 2 1-16,2 1 4 15,1-2-5-15,2 1-6 16,-2 1-7-16,2 1-1 16,0 0-1-16,0 0-1 0,0 0-4 15,0 0 3-15,2 0 1 16,2 0 1-16,4 6-2 16,-3 1-1-16,5 2-1 15,-3 1 3-15,3 3 0 16,0 3 1-16,1 0-1 0,1 4-1 15,1 3 1-15,-1-2 1 16,0 6-1-16,1-4 2 16,2 5-2-16,0-1 1 15,3 0-1-15,1 3 0 16,2-2 1-16,0 2-1 0,3 2 1 16,-4-1 0-16,2 0-1 15,-3-1 0-15,0-1 1 16,-3 1-1-16,-1-4 0 15,-1 2 0-15,-3-3 0 16,0-4 0-16,-2-1 0 0,0-2 1 16,-4-2-1-16,1-2 0 15,-1-1 0-15,-2-5 1 16,1 0-1-16,-2-2 0 16,-2-2 0-16,2-2 1 15,0-2-1-15,-2 2 0 16,0-2-1-16,0 0-3 0,0-2-18 15,0-4-34-15</inkml:trace>
  <inkml:trace contextRef="#ctx0" brushRef="#br0" timeOffset="-61407.44">9298 17094 115 0,'0'0'22'0,"0"0"-1"0,0 0-3 15,0 0-7-15,0 0-5 16,0 0-4-16,0 0-2 16,0 0 0-16,0 0 0 0,0 0-2 15,0 0 4-15,0 0-2 16,0 0 0-16,31 0 0 15,-22 0 0-15,1 0 0 16,2 0 0-16,-1 0 0 16,3 0 1-16,-3 0-1 15,3 0 0-15,-1 0 0 0,-2 0 0 16,0 0 0-16,-1 0 0 16,0 0 2-16,0 0-2 15,-3 0-2-15,1 0 4 16,-4 0-2-16,1 0 0 0,0 0 0 15,-3 0 0-15,2 0 0 16,-2 0 0-16,3 0 0 16,-1 0 0-16,0 0-7 15,2 0-19-15,-2 0-11 16,-1-1-27-16</inkml:trace>
  <inkml:trace contextRef="#ctx0" brushRef="#br0" timeOffset="-61051.97">9619 16787 75 0,'0'0'9'0,"0"0"1"0,0 0 0 0,0 0 2 16,-28 37 1-16,19-24 3 15,2-2-1-15,-2 2-2 16,3 1-6-16,-3 1-2 15,2 0-4-15,1-1-1 16,1 2 0-16,-1-3 0 0,2 1-13 16,2-3-15-16,0-1-13 15</inkml:trace>
  <inkml:trace contextRef="#ctx0" brushRef="#br0" timeOffset="-57508.57">10232 15869 62 0,'-3'0'22'0,"1"0"-11"0,0 0 4 0,0-4-5 15,2 3 4-15,-2-2-2 16,0 2 3-16,2-1-3 16,0 1-3-16,0 1-11 15,0-1-2-15,0 1 3 0,0 0-1 16,4 0 1-16,1 0-1 15,4 0 0-15,-3 0 2 16,4 7-1-16,2 5-1 16,0 1 2-16,3 5 0 15,1 4 1-15,-3 2-1 0,2 3 0 16,-1-1 0-16,-1 3 0 16,0-2 0-16,-1 2 1 15,-2-1-1-15,0-1 3 16,0 0-2-16,3-1 0 15,-4-2 0-15,2-1 0 0,-1 0 0 16,1-1-1-16,2-1 0 16,-2 2 1-16,0-2-1 15,-1 3 0-15,1-4 0 16,-1 3 2-16,2-5 0 16,-5 2 4-16,3-3-2 0,0 0-2 15,-2-2 2-15,1-1-2 16,-2-3-2-16,0-1 1 15,-1-3 1-15,1-1-1 16,-4 0 2-16,3-2 3 16,-4-1-1-16,2-1 0 0,-1 2-4 15,0-2-1-15,-1 1 0 16,0 0 0-16,-2 1-4 16,0-2-39-16,0-2-46 15</inkml:trace>
  <inkml:trace contextRef="#ctx0" brushRef="#br0" timeOffset="-57166.49">10427 16565 91 0,'0'0'3'0,"0"0"-1"0,0 0 4 0,0 0 0 0,0 0-2 16,38-6 4-16,-29 4 1 15,2 1 1-15,0 0-4 16,2 1-4-16,1 0-1 16,-1 0-1-16,3-1 0 15,-3-2-7-15,-1-1-27 16</inkml:trace>
  <inkml:trace contextRef="#ctx0" brushRef="#br0" timeOffset="-56257.07">10632 16315 112 0,'0'0'7'0,"0"0"11"0,0 0 2 0,0 0-4 16,0 0-6-16,0 0-8 16,0 0-2-16,0 0 0 15,0 0 0-15,0 0 0 0,-13 50 0 16,11-33 1-16,-3 3-1 15,3 1 1-15,-3-1-1 16,3-1 0-16,2-2 1 16,-3-2-1-16,2-2 0 15,1 0 0-15,0-2 0 0,-1-1-2 16,1 3-18-16,-1-4-9 16,0 0-8-16,-3-3-57 15</inkml:trace>
  <inkml:trace contextRef="#ctx0" brushRef="#br0" timeOffset="-52194.24">19908 4131 76 0,'0'0'18'0,"0"0"-12"0,0 0-5 0,0 0 1 16,0 0-1-16,0 0-2 0,0 0 2 16,0 0-1-16,0 0 0 15,0 0 2-15,0 0-2 16,0 0 0-16,5 10 1 15,-1-8-1-15,0 1 1 16,0 1-1-16,1 1 1 16,1-3 0-16,1-1 3 0,1-1 10 15,2 0 9-15,2-6 8 16,3-9-2-16,5-8-5 16,6-4-7-16,3-10-8 15,3-3-1-15,5-4-3 16,0-4-3-16,3 1 1 0,1 0-3 15,-2 5 0-15,0 6-2 16,-4 6-39-16,-7 9-70 16</inkml:trace>
  <inkml:trace contextRef="#ctx0" brushRef="#br0" timeOffset="-51582.04">19550 5161 52 0,'0'0'5'0,"0"0"12"0,0 0 3 16,0 0-4-16,0 0 6 15,0 0 4-15,0 0-8 0,0 0 1 16,0 0-15-16,0 0-4 15,0 0-1-15,-16-9 1 16,16 15 0-16,0 2 0 16,0 1 1-16,0 1-1 0,0-3 0 15,0 0 0-15,0-1 0 16,4-3 1-16,1-3 2 16,4 0-1-16,5-16 20 15,10-8 12-15,12-14-17 16,16-18-11-16,21-16-2 15,23-18-3-15,14-22 0 0,12-14-72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15:25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20419 5472 21 0,'-1'0'5'0,"1"0"-4"0,0 0-1 15,0 0 0-15,-1 0 2 16,1 0 0-16,0 0 15 0,-2 0-5 16,2-1 6-16,-2 0-9 15,1-2-5-15,1 2 0 16,-3-2 0-16,2 2-1 15,0 0 4-15,-1-1-3 16,1 2-1-16,-1-3 3 16,-3 2 1-16,3-2 0 0,0 0-3 15,0 1 3-15,1 0-4 16,-1-1 4-16,2 3-3 16,0-3 2-16,0 3 7 15,0 0-4-15,0 0-6 0,0 0-3 16,0 0 3-16,0 0 0 15,0 0-3-15,2 0 0 16,3 0 0-16,4 0 0 16,-2 0 0-16,5 0 0 15,2 0 1-15,0 3-1 16,2 0 0-16,1-1 0 0,-1 3 0 16,-3-1 0-16,3 0 1 15,-3 2-1-15,-1-2-1 16,-3 2 1-16,2 0 1 15,1 1-1-15,-1 0 0 16,2 1 0-16,2 1 0 0,-4 1 0 16,1 1 0-16,-1-1-1 15,-4 3 1-15,-1-3 0 16,1 1-1-16,-6-1 1 16,-1 2-2-16,0-1-1 15,0 0 3-15,0 1 3 0,-8-1-1 16,3 2-2-16,-2-1 2 15,0-3-1-15,1 4-1 16,-1-3 1-16,3 1-1 16,-4 1 1-16,3-1-2 15,-4 3 2-15,4 0-1 16,-4-1 0-16,3 1 0 0,-5-1 0 16,2 1 0-16,0-1 1 15,1 1-1-15,-1-1 0 16,3 1 0-16,-1 2 0 15,1-2 1-15,2 4-1 0,-3-2 0 16,2 3 0 0,-1-1 1-16,2 2-1 0,1 1 0 15,1 3 0-15,2-4 0 16,0 3 0-16,0 0 2 16,0 1-2-16,2-3 0 0,3 0 0 15,3-2 0-15,-1-1-2 16,3-2 1-16,2 0 1 15,2-5 0-15,-1 2 0 16,1-4 1-16,2-2 2 16,-1-2-2-16,1 0 0 15,-3-3 0-15,1 0-1 0,-3-1 1 16,0-1 0-16,-3 0-1 16,-2 0 0-16,-3 0 0 15,-2 0 0-15,-1 1-2 16,0 1 0-16,0 1-7 15,-4 1 7-15,-5 2 1 0,-4 2-2 16,-1 1-1-16,-2 2 1 16,1 0 2-16,0 2 1 15,1 3 0-15,0 1 0 16,1 3 0-16,0 0 0 16,1 4 0-16,1 0-1 0,2 2 1 15,-1-1 0-15,6 1 1 16,0-1-1-16,3 1 0 15,1-2-1-15,0 4 1 16,0 1 0-16,7 1 0 16,0 2 0-16,3 2 0 0,2 0 0 15,0 2 1-15,1-1-2 16,0 1 2-16,1 2-1 16,-1-1 1-16,1 2-1 15,-1 2 0-15,3 0 0 16,-1 0 0-16,0 2-1 15,-2-3 2-15,2 1-1 0,-8 1 0 16,-1 1 0-16,-6 6 1 16,0 1-2-16,-6 4 1 15,-11 0 0-15,-4-1 3 16,-6-2 4-16,-10-5-3 0,-4-4 3 16,-6-2-3-16,-7-3 0 15,-8-3-3-15,-1-4-1 16,-6-5-4-16,-1-9-56 15</inkml:trace>
  <inkml:trace contextRef="#ctx0" brushRef="#br0" timeOffset="1836.52">20241 5502 60 0,'-2'-2'4'0,"-1"-2"-1"0,0-3 7 16,0 0 3-16,1 2-3 16,-1-1-2-16,3 0 1 0,0 0 1 15,0-1-1-15,0 0-5 16,0 0 0-16,7 1-1 15,0-1-1-15,4 2 0 16,-4 0-1-16,1 1-1 0,1 0 1 16,1 1-1-16,0 3 0 15,-3-2 0-15,5 2 0 16,0 0 0-16,0 0 0 16,2 0 0-16,1 3 0 15,1 1-1-15,0 0 2 16,3 1-2-16,-2 0 2 0,2 1-2 15,1 1 2-15,-2 2-2 16,2-1 2-16,-2 2-2 16,-1 0 1-16,-1 3 0 15,-2 0-1-15,-1 2 1 16,-1 1 0-16,-3 1-1 0,4 1 1 16,-7 1-1-16,3 1 1 15,-4 1-1-15,2 2 0 16,-2-1 1-16,0 1 0 15,0 1 0-15,-4 1-1 16,0-1 1-16,-1 0 0 16,0-3 0-16,0 4 0 0,-4-3 0 15,-4 2 0-15,-2-1 0 16,-2 3 0-16,0-1 0 16,-5 3 1-16,2-1-1 15,-1 3 1-15,0 0-2 16,-1 1 2-16,2-1-1 0,-3-1 0 15,2-1 0-15,4 1 1 16,4 0-1-16,-1 1 1 16,4-3-1-16,5 3 1 15,0-3 0-15,0-3-1 16,9-3 1-16,4-2-1 0,2-5 0 16,4 0 0-16,1-4 0 15,3-3-1-15,1 0 3 16,-1-4-1-16,3 0-1 15,-3-2 0-15,-5 0 0 16,0 0 2-16,-7-1-2 0,-2 0 0 16,-6 0-2-16,-3 2 0 15,0 0-3-15,-14 1 2 16,-2 4-1-16,-5 3 4 16,-3 1 1-16,-3 1-1 15,0 1 0-15,1 2-1 0,-1 1 1 16,1 2 0-16,3 1 1 15,3 0-1-15,4 4 0 16,0-1-1-16,5 3 2 16,2 2-1-16,3 0 0 15,-1 4 0-15,5-1 2 0,1 1-2 16,1-1 1-16,0 2 0 16,0 0 0-16,0 0 0 15,3 2 0-15,6 1-1 16,-3 2 2-16,4 3-1 15,1 0 0-15,-3 2 0 16,3 1-1-16,1-1 1 0,-1-2 1 16,0 0-2-16,3-2 1 15,-5-1 1-15,1 1 0 16,0-1 1-16,-3 1-2 16,-3-4 1-16,-2 2 0 15,-2-1-1-15,0 0 0 0,-8-1-1 16,-7 0 4-16,-1 3-2 15,-5-6 0-15,-2 2 1 16,-3-5 0-16,-3-2-1 16,-2-5 2-16,-5-2-3 15,-2-4 1-15,-1 1-1 0,-2-5 1 16,-4-3-10-16,5-6-31 16,0-2-6-16</inkml:trace>
  <inkml:trace contextRef="#ctx0" brushRef="#br0" timeOffset="3303.57">20285 5510 21 0,'-1'0'56'0,"-1"0"-49"0,2 0 8 0,0-3-6 15,0-1-3-15,0-2 1 16,0 2-2-16,4-1-1 0,4-1 1 16,-1 3-5-16,5 1 1 15,1-2 0-15,3 4-2 16,0-1 1-16,3 1 0 15,-2 0 0-15,1 0 0 16,1 4 0-16,-2 2 0 0,0 2 0 16,-2 4 0-16,-2-1-1 15,-2 3 0-15,-1 2 1 16,-1 1-1-16,-2 1 1 16,0 4-1-16,-1-1-1 15,-2 2 2-15,0 1 0 0,-1 3 0 16,-3 0-2-16,0 1 3 15,0 1-1-15,-9-1 1 16,-1 1-1-16,-2 0 0 16,0 0 0-16,-1 2 2 15,1 0-2-15,1 3 0 16,3-1 0-16,4 0 1 0,4-1 0 16,0-3-1-16,4-1 1 15,8-5-1-15,5-3 0 16,1-5 0-16,4-1 1 15,1-4-1-15,0-4 0 16,-1-3 2-16,1 0-2 0,-2-2 0 16,-4-1 1-16,-3 1-1 15,-3 1 0-15,-4-1 0 16,-1 2-1-16,-6 2-7 16,-4 0-7-16,-9 5 9 0,-4 2 1 15,-4 2 5-15,-4 1-1 16,-1 5 1-16,0 2 0 15,0 3-1-15,1 3 3 16,3 4 0-16,0 1-2 16,3 2 1-16,0-3 0 15,4 1-1-15,3 1 2 0,5-3 1 16,0 1 3-16,5-1-2 16,2 2 0-16,0 1 1 15,1 0-3-15,7 0 1 16,3 0-1-16,-3-1-1 15,3-2 1-15,1 0 2 0,-1-1-2 16,-2-2 0-16,-1 2-1 16,-2-1-1-16,0-2 0 15,-3 2 1-15,-3-3-1 16,0 0 0-16,0-1 0 16,0 1 1-16,0-3-1 15,-3-1 1-15,1 0-1 16,-2-1 0-16,0-3 0 0,1 2 1 15,-3 0-2-15,1 1 2 16,-4 2-1-16,2 0 2 16,-4-2-2-16,0 2 1 15,-1 0-1-15,0-3 1 0,0 0 0 16,-1-4-1-16,-1-3 1 16,1 1-1-16,-1-5 5 15,1-2 2-15,0 2-2 16,-3-4-4-16,-3 2 0 0,2 2 1 15,-1-2-2-15,-1-1 0 16,0-1 1-16,1 2-2 16,-1-2-1-16,0-1-11 15,2-3-25-15</inkml:trace>
  <inkml:trace contextRef="#ctx0" brushRef="#br0" timeOffset="11383.78">12297 6568 86 0,'0'0'1'0,"0"0"1"0,0 0-2 16,0 0 1-16,0 0-1 16,0 0 0-16,-19-44 1 0,16 36 5 15,-1-1-2-15,1-1 2 16,-1 3-3-16,1 3 0 15,-3-1-2-15,1 1-1 16,-1 2 1-16,-3 0-1 16,-1 1-1-16,0-1 1 0,-2 0 0 15,-1 1 0-15,-3-1 1 16,1 0-1-16,-4-1 0 16,2 3 0-16,-3-1 0 15,-3 1 0-15,0 0 0 16,0 0 0-16,0 0 0 0,-1 0 0 15,1 4 0-15,-1-1 0 16,-1 1 1-16,-1-1-2 16,-1 1 1-16,-1 2 0 15,-1-1 0-15,3 0 0 16,-3 2 0-16,0 0 0 0,0 2 0 16,0-1 0-16,-3 2 0 15,2-1 0-15,0 2 0 16,-1 0 0-16,-1 1 0 15,1-1 0-15,0 3 0 16,2-2 0-16,0 2 1 0,-1-1 0 16,6 2 1-16,-1 4-1 15,1-1 1-15,0 2-1 16,3 2 0-16,-1 0-1 16,4 1 1-16,-4-1-1 15,3 0 0-15,2-1 1 16,-4 1 0-16,4-1 1 0,-1-3 1 15,3 2-1-15,-1 0 0 16,2 0-1-16,3 0-1 16,0 1 1-16,0 1-1 15,2 0 0-15,4 1 1 16,-1-2-1-16,2-1 0 0,2 3 0 16,2-2 1-16,0 0-1 15,0 0 1-15,0 0-1 16,1 0 1-16,6-3-1 15,-2 1 2-15,3-2-2 16,1 1 0-16,0-1 1 0,0 0-1 16,1-1 0-16,1 1 0 15,2 0 0-15,0 0 0 16,1 0 1-16,2-1-1 16,-1-1 1-16,5 0-1 15,-3-1 0-15,1 0 1 0,3-3-1 16,-1 2 1-16,2-3 1 15,-1 2-1-15,3-1 1 16,-2-1-1-16,-1-2 1 16,1 2-2-16,-3 0 0 15,4 0 1-15,-4-1-1 0,2-1 0 16,0 2 0-16,3 0 1 16,-1-1-1-16,-2-2-1 15,4 2 2-15,-2-3-1 16,2 3 1-16,-2-2-1 15,3 0 0-15,0-1 0 0,1 1 0 16,2-1 1-16,-1 1-1 16,1 0 0-16,1 1 0 15,0-1 0-15,-1-1 0 16,-3 0 0-16,1-1 0 16,0 1 1-16,0-2-1 0,2 1 0 15,-2 0 0-15,2 2 0 16,2-1 0-16,-1 1 0 15,5 0 0-15,-2 0 0 16,1 0 0-16,2 2 0 16,-1-2 0-16,1 1 0 0,-2 0 1 15,-2 0-2-15,0 1 2 16,2-1-2-16,-2-1 2 16,3-2-1-16,-1-1 0 15,4-2 0-15,2 0-1 16,-2-2 1-16,-2 1 1 0,2 0-1 15,0 0 0-15,-2-1 2 16,1 0-2-16,1 0 0 16,0 0 0-16,3 0 0 15,-2 0 1-15,0 0 0 16,4 0 2-16,-2 0-1 0,1 0-1 16,2 0-1-16,0 0 1 15,0 0-1-15,-1 0 0 16,-2 0 0-16,0 0 0 15,-1 4 1-15,-1-4-1 16,0 2 0-16,3-1 0 16,0-1 0-16,3 1 1 0,-2 1-1 15,4-1 0-15,-3 1 0 16,-2 0-1-16,2 1 2 16,-2 0-1-16,3 0 1 15,1 0-1-15,-1 1 0 16,-2-1 0-16,0 3 1 0,0-2-1 15,-2 3 1-15,-1 0-1 16,1 0 1-16,1 0-1 16,1-2 2-16,3 1-2 15,-2-2 1-15,2 1 0 16,0-2 0-16,-1 0 0 0,0 1 0 16,2 2 0-16,-3-3 0 15,0 1 1-15,-1-1 0 16,-3 1 3-16,1-1-2 15,-3-1 1-15,-1 0 1 16,1 0-3-16,3-2-1 0,2 0 0 16,1 0-1-16,1 0 1 15,0 0-1-15,-2 2 0 16,3-2 0-16,-1 0 0 16,-1 2 1-16,1-1-1 15,0-1 0-15,0 2 0 0,-3-2 0 16,0 1 0-16,-1-1 0 15,1 0 0-15,-1 0 0 16,2 0 0-16,1 0 0 16,0 0 0-16,1 0 1 15,-2 0-1-15,2-1 0 0,-2-1 0 16,3 2 0-16,0 0 0 16,2 0 0-16,2 0 0 15,-2 0 0-15,0 0 0 16,-1 0 0-16,2 0 0 15,-3 0 0-15,3 2 0 16,3-1 0-16,-3 0 0 0,5 1 0 16,0-2 0-16,-1 0 1 15,3 0-1-15,0 0 0 16,2 0 0-16,-1 0 0 16,0 0 0-16,1 0 0 0,-1 0 0 15,0 0 0-15,1 0 0 16,4 0 0-16,-3 0 0 15,1 0 0-15,2 1 0 16,0 1 1-16,0-2-2 16,-1 0 2-16,0 0-1 0,-3 0 0 15,-2-3 2-15,-3-1 1 16,-1-1 7-16,-2-4-1 16,0 0 0-16,0-1-2 15,-4 0 0-15,1 1-2 16,1 0 0-16,-3-1-3 15,0 1-1-15,1-1 0 0,-3 3 0 16,-1-3-1-16,-4 2 0 16,0-4 1-16,-2 1-1 15,0-2 0-15,-2 0 0 16,-3-1 1-16,0-1-2 16,-2-1 2-16,0-1-1 0,-3-1 0 15,1-2 1-15,2 1-1 16,-2-2 0-16,3-2 0 15,-1-1 0-15,-2 0 0 16,1-2 0-16,-2-1 0 16,-3-2 0-16,0 1 1 0,-1 0-1 15,-5 1 0-15,1 0 1 16,-2 1-1-16,2 1 0 16,-2 0 0-16,-1 0 2 15,0 0-2-15,-1-1 1 16,-1-2 2-16,-2-2 3 0,-1-1 0 15,-5-1 0-15,1 0-3 16,-3 0 1-16,-3 2-2 16,0 2-2-16,0 2 1 15,-6 2-2-15,0 2 1 16,-3 2 2-16,1 1-2 16,-2 2 1-16,0 0-1 0,0 2-2 15,1 0 0-15,-3 1 4 16,0-3-1-16,-2 0-1 15,0 0 1-15,-2-1-1 16,2-1-2-16,-4 1 1 16,3 1 2-16,-3 1-1 0,0-1 1 15,0 0-2-15,-3 3-1 16,2-2-3-16,-8 2 1 16,2 0 1-16,-4 1 3 15,0 0-3-15,-3 2 3 16,0 0-1-16,0 0 0 0,-3 2 2 15,1-3 0-15,-2 2-3 16,2 0 2-16,-1 1-2 16,1-1 4-16,-2 0-2 15,-3 1 1-15,-1-1-1 16,0 2 0-16,-1-1 0 0,-1-1 0 16,2 3 0-16,1-3 1 15,1 3-2-15,-2-2 2 16,0 1-1-16,2-2 0 15,-2 2 0-15,1-1 0 16,1 0 0-16,-2 0 1 0,2 1-2 16,0 1 2-16,0 0-1 15,0 0 0-15,-3 0 0 16,1 4 0-16,0-2 0 16,-2 1 0-16,2 0 0 15,0-1 0-15,-3 2 0 0,1 0 0 16,-1 0 0-16,-5-3 0 15,2 4 0-15,-5-1 0 16,3 0 0-16,1 2 0 16,1-1-1-16,1 2 1 15,-2 0 0-15,0 0 0 0,-3 0 0 16,2 0 0-16,-6 0 0 16,1 0 0-16,-3 0 0 15,0 0 0-15,-2 0 0 16,-1 0 0-16,0 0 0 15,2 0 1-15,1 2-1 0,-2-1 0 16,5 2 1-16,-6-2-1 16,2 2-1-16,-1 0 1 15,0-2 0-15,1 4 0 16,-1-2 1-16,0-1-2 16,4 1 2-16,3-1-1 0,-1 0 0 15,3 0 0-15,2-2 0 16,-3 0 0-16,0 0 0 15,-1 0 0-15,0 0 0 16,-3 0 0-16,2 0 0 16,1-2 0-16,-5 2 0 0,0 0 0 15,0 0 1-15,0 0-2 16,-2 0 2-16,3 0-2 16,-1 2 1-16,-2 1 1 15,1 0-1-15,-1-1-1 16,-6 2 2-16,3-2-1 15,-4 2 0-15,0-2 0 0,0 1 0 16,1-1 0-16,2 1 0 16,-1 0 0-16,-1-2 0 15,1 2 0-15,-1-3 0 16,0 3 0-16,1-1 0 16,-2 0 0-16,2 0 0 0,1 0 0 15,-2 1 0-15,3 0 0 16,3 0 0-16,-3 1 0 15,4-2 0-15,1 1 1 16,0 0-2-16,0-1 1 16,0 2 0-16,2 0 0 0,3 0 0 15,-3-1 1-15,2 0-2 16,2-1 1-16,-1 1 1 16,-1 0-2-16,3-2 2 15,-1 2-2-15,4 0 2 16,-2 0-1-16,2 0 0 0,-1 0 0 15,2-1-1-15,0 1 2 16,1-1-1-16,-3-1 0 16,3 1 0-16,-2 0 0 15,-1-2 0-15,0 3 1 16,1-2-1-16,-2 1 0 16,4-1 0-16,-1 1-1 0,5 1 2 15,2 1-2-15,-3 0 2 16,1 2-2-16,-1 0 1 15,-1 1 0-15,0 0 0 16,-2 1 0-16,1 1 0 0,1 1 0 16,-3 0 0-16,2 1 0 15,2-1 0-15,0 4 0 16,2 0 0-16,4-1-1 16,-1 3 2-16,5 0-1 15,2 1-1-15,0 1 1 16,2 3 0-16,2-1 0 0,-2 3-1 15,2 1 0-15,2 0 1 16,0 0 0-16,-1 2 0 16,4-3 0-16,1-1-1 15,2 2 2-15,4-1-2 16,0 1 1-16,1 1 0 0,5 0 0 16,-1 2 0-16,2 1-1 15,0 2 0-15,3 1-1 16,1 1 0-16,2 2 2 15,0 1-2-15,0-2 1 0,0 1 0 16,0 0 1-16,1-1-1 16,5 2 0-16,2-2 0 15,2 2 1-15,1 1-1 16,5-3 0-16,1 1-1 16,3 0 2-16,4-3 0 0,4 0-1 15,4 2 1-15,4 0-1 16,8 2-5-16,7 1-18 15,6-8-65-15</inkml:trace>
  <inkml:trace contextRef="#ctx0" brushRef="#br0" timeOffset="12600.7">16361 7957 88 0,'0'0'3'0,"0"0"6"0,0 0-1 0,2-3-6 16,5 1 0-16,0-1-2 0,3 0 3 15,0-3 4-15,1 2 3 16,1-2-4-16,3 0 1 15,-2 1 0-15,3-2 0 16,-1 1-1-16,1 0-4 16,0 2-1-16,0 0-2 15,-2 1 2-15,0 3-1 0,-3 0-1 16,-5 0 0-16,-1 0 0 16,-5 0-32-16,0 6-2 15,-10-2-40-15</inkml:trace>
  <inkml:trace contextRef="#ctx0" brushRef="#br0" timeOffset="12800.3">16363 7988 106 0,'0'0'6'16,"0"0"7"-16,0 0 21 0,0 0-8 15,0 0-20-15,0 0-4 16,0 0 4-16,47-14-1 15,-25 7 0-15,4 3-4 16,5 0 0-16,2 2-1 16,-1 1 0-16,3-2-38 0,-4-5-71 15</inkml:trace>
  <inkml:trace contextRef="#ctx0" brushRef="#br0" timeOffset="14195.34">20031 6017 26 0,'0'0'7'0,"0"0"0"0,2 0 4 0,-2 0-3 0,0 0-5 16,0 0-2-16,1 0 2 15,0 0 0-15,1 0 0 16,-1 5 0-16,1 2-3 16,-1 0 1-16,2 1 0 15,-1 2 0-15,-1-3 3 16,2 3-4-16,1-1 1 0,1-3 0 15,3-1 2-15,1-1 1 16,3-2 5-16,2-2-2 16,1 0 0-16,3 0-1 15,1-6-1-15,0-4 0 16,4-4 1-16,-1-3 3 0,1 1 3 16,4-5 4-16,4-1-2 15,2-2-2-15,1 0-5 16,4 1 0-16,0-2-2 15,-2 1-2-15,0 0-1 0,-3 2-2 16,-4 4 1-16,-7 2-2 16,-7 4 1-16,-5 6-2 15,-10 6-16-15,0 0-60 16,-16 1 28-16</inkml:trace>
  <inkml:trace contextRef="#ctx0" brushRef="#br0" timeOffset="14842.64">20065 5976 57 0,'0'0'2'0,"0"0"0"0,0 0-2 0,0 0 0 15,0 0 1-15,0 0-1 0,0 0 1 16,0 0-1-16,0 40 3 16,3-35 3-16,2 1 3 15,-1-4 0-15,1 0 0 16,1 0 0-16,3-2-2 0,1 0 2 15,1 0-4-15,2-4 0 16,1-4-2-16,5 0-1 16,3-5-1-16,3-1 0 15,3-4 0-15,5-2 2 16,5-3 0-16,3-2 6 16,1 0 1-16,2-2 0 0,-1 0 3 15,-3-1-4-15,-2 1-4 16,-6 0 3-16,-3 1-3 15,-6 2 1-15,-2 6-2 16,-4 2-2-16,-5 5 0 16,-3 2-1-16,-2 6-1 0,-6 3 0 15,-1 0-8-15,-1 3-29 16,-13 11 13-16,-3 2-5 16,-6 1-4-16,-5 3-27 15</inkml:trace>
  <inkml:trace contextRef="#ctx0" brushRef="#br0" timeOffset="15262.79">20009 6020 95 0,'0'0'2'0,"0"0"3"0,0 0-4 0,0 0-1 16,0 0 0-16,0 0 0 15,0 0-1-15,0 0 3 16,0 0 4-16,0 0-1 0,37 2 2 15,-18-7-1-15,2-2 3 16,4-3 3-16,4-2 1 16,2-4 4-16,3 0-4 15,5-4 1-15,6 0 2 0,3-4-3 16,5-1 0-16,-1-1-2 16,2-4-1-16,-2 0-3 15,0-1-5-15,1 1-1 16,2-1-1-16,-2 7-1 15,-5-2-18-15,-6-1-65 0</inkml:trace>
  <inkml:trace contextRef="#ctx0" brushRef="#br0" timeOffset="18643.75">13089 15387 78 0,'-3'-3'5'0,"-1"1"16"0,-1-1-2 0,1-1-7 15,-1 1 1-15,1-1-4 16,0-1 4-16,3 0 3 16,-1 1 3-16,0-3-3 15,2 1-1-15,-2 2-8 0,2 0-2 16,0-1-3-16,0 3 0 16,0 0 1-16,0 1 1 15,0-1 2-15,0 1-3 16,0 1 0-16,0 0-2 15,0 0-2-15,0 0 0 0,0 1-1 16,0 8 1-16,0 0 0 16,0 6 2-16,0 1 0 15,0 5 0-15,0 0-1 16,0 3 1-16,0-1 0 16,-2 1 2-16,-1-2-1 15,0-3 2-15,0 0 0 0,1-2-3 16,2-2 2-16,0-2-2 15,0-2-1-15,0-2 1 16,4 1 0-16,1-3-1 16,3-1 2-16,-1-3-2 0,3-1 1 15,2 0-1-15,-1-2 3 16,3 0-2-16,-1 0 0 16,1-1-1-16,-1-4 2 15,1-2-2-15,-1 0 1 16,-4 0-2-16,1-3-10 0,-2 2-8 15,-4-1-28-15,-4-2-68 16</inkml:trace>
  <inkml:trace contextRef="#ctx0" brushRef="#br0" timeOffset="18992.04">12948 15443 120 0,'0'0'16'0,"0"0"34"0,0 0-12 0,0 0-13 16,0 0-6-16,0 0-6 16,0 0-8-16,0 0-3 15,0 0-1-15,0 0-1 16,0 0 1-16,43-21-1 0,-30 21 0 16,2-3 0-16,1 0-1 15,4-1-9-15,-1-3-47 16,0-3-106-16</inkml:trace>
  <inkml:trace contextRef="#ctx0" brushRef="#br0" timeOffset="19319.38">13336 15370 153 0,'0'0'27'15,"0"0"1"-15,0 0-5 16,0 0-11-16,0 0-7 15,0 0 3-15,0 0 0 16,0 0-5-16,0 0-2 0,34 0-1 16,-26 2 1-16,2 0-2 15,-3 1-29-15,0 2-47 16,-2-3 0-16</inkml:trace>
  <inkml:trace contextRef="#ctx0" brushRef="#br0" timeOffset="19484.84">13388 15493 76 0,'0'0'137'15,"0"0"-112"-15,0 0-9 0,0 0-18 16,0 0 5-16,0 0-3 16,0 0-20-16,0 0-10 15,45-11-29-15,-29 1-35 16</inkml:trace>
  <inkml:trace contextRef="#ctx0" brushRef="#br0" timeOffset="19938.62">13636 15372 111 0,'0'0'3'15,"0"0"5"-15,0 0 11 16,0 0 13-16,0 0-3 16,0 0-10-16,0 0-6 0,0 0-3 15,-4-10 0-15,4 3-3 16,2 2-4-16,1-4-3 16,-1 2 0-16,0-1 1 15,2 0 0-15,-4-2-1 16,2 1 0-16,-2 0 1 0,2 0 0 15,-2 1 0-15,0 1 1 16,1 0-1-16,-1 3 1 16,0 1-2-16,0 1 0 15,1 2 0-15,-1 0-2 16,1 0-1-16,-1 0-5 0,1 4 4 16,-1 4 5-16,1 3 2 15,2 0-3-15,-1 2 0 16,2 4 1-16,-3 0 1 15,3-1-2-15,0 1 0 16,0 1 0-16,-2-1 1 16,-1-1-1-16,0 0-3 0,-1-2-18 15,0-1-15-15,0-3-35 16</inkml:trace>
  <inkml:trace contextRef="#ctx0" brushRef="#br0" timeOffset="20138.56">13616 15483 171 0,'0'0'34'0,"0"0"8"0,0 0-19 0,0 0-7 16,0 0-5-16,0 0-3 0,0 0-5 16,0 0-1-16,0 0-1 15,21-15 0-15,-9 12-1 16,2 0 0-16,0-1-15 15,1-3-31-15,-1-2-58 0</inkml:trace>
  <inkml:trace contextRef="#ctx0" brushRef="#br0" timeOffset="21206.2">13672 15054 103 0,'0'0'3'15,"0"0"20"-15,-40-17-1 16,26 13-3-16,-1-2 1 16,-3 1-8-16,4-1-6 0,-1 2 1 15,1-1 9-15,-2 2-4 16,1-1-5-16,-3 1-3 15,1 1-1-15,-2 2-3 16,-7 0 0-16,1 0 0 16,-2 1 0-16,-3 5 0 15,0 1 0-15,-3 0 0 0,0 2 0 16,2 0 0-16,-2 0 0 16,1 0 0-16,1 1 0 15,0-1 0-15,0 1 0 16,2 0 0-16,0 3 0 0,2-2 0 15,1 2 0-15,1 0 0 16,0 0 0-16,3 1 0 16,2 0 0-16,-2 2 0 15,3-1 0-15,2 2-1 16,-1 0 1-16,3 2 1 16,1-1-2-16,0 2 1 0,0 1 1 15,2-1-2-15,1 1 2 16,3 1-1-16,-1 1 0 15,3-1-1-15,1 0 1 16,2-1-1-16,2 0 2 16,-1-2-1-16,-1 2 0 0,3-1 0 15,0 3 0-15,0-2 1 16,0 1-1-16,8 0 0 16,2 1 0-16,1 0 0 15,3 1 1-15,1 0-1 0,2 0 1 16,0-1 1-16,3 0-1 15,-2-2 1-15,0 0-2 16,4 0 0-16,1-2 2 16,0-1 0-16,7-1 0 15,-1 0 0-15,4-1 0 16,4-2 2-16,-1 2-2 0,4-1 0 16,0-3-1-16,5-1-1 15,1-1 0-15,2-4 0 16,3-5 0-16,-2-1 1 15,3 0-1-15,0-8 0 16,2-8 0-16,-2-2-5 0,2-4 4 16,0-3 0-16,-5-3-1 15,2 0 1-15,-7-4 1 16,-2-2 0-16,-5-1 1 16,-7-2-1-16,-2-1 0 15,-9-1 1-15,-2 0-1 0,-10 2 1 16,-1 1 4-16,-6-3-2 15,0 1 5-15,-11 2 0 16,-5-1-3-16,-2 3-1 16,-2 3 2-16,-2 5-1 15,2 2-3-15,0 7-2 16,3 6-3-16,1 2-18 0,5 4-44 16</inkml:trace>
  <inkml:trace contextRef="#ctx0" brushRef="#br0" timeOffset="21825.08">14834 15472 152 0,'-1'0'-1'0,"0"0"3"0,1-2 2 0,0 1-3 16,0-2 0-16,0 3 0 15,0-1 7-15,0 1 11 16,0 0 5-16,0-2-11 16,3 2-10-16,7-1-1 0,2 0 0 15,3-1-1-15,4 1 1 16,2 1 0-16,1-2 4 16,4 1 5-16,0 0-2 15,2-1 0-15,3 0 2 16,0 1-1-16,0 0-5 15,-2-2-1-15,2 2-3 16,-4 0 1-16,0 0-2 0,-1 0 1 16,-1-1-1-16,-5 1 0 15,-2 1-8-15,-2-2-13 16,-3 0-17-16,-6-3-51 0</inkml:trace>
  <inkml:trace contextRef="#ctx0" brushRef="#br0" timeOffset="22087.16">15326 15304 178 0,'0'0'4'0,"49"-3"23"0,-25 3-12 0,-1 3-11 16,-8 13-4-16,-1 3 0 15,-7 7-3-15,-7 3 1 16,0 5-5-16,-6 1-7 0,-11-2-34 16,-2-3-31-16</inkml:trace>
  <inkml:trace contextRef="#ctx0" brushRef="#br0" timeOffset="23411.5">16331 15245 138 0,'0'0'16'0,"0"0"20"0,0 0-21 0,0 0-9 16,0 0-2-16,0 0-2 0,0 0 3 16,0 0-1-16,0 0 5 15,0 0 3-15,0 0-2 16,0 0-1-16,14-39-5 16,-14 34-2-16,-2-1 2 15,0 2-3-15,-2-1 1 0,0 1 1 16,0 1-1-16,-2 2 0 15,-1-1 1-15,-2 2-4 16,-3 0 1-16,0 0 0 16,-4 0 0-16,2 3 0 15,-3 4 0-15,1 0 0 16,-4 1-3-16,5 0 1 0,1 2 1 16,0-1 0-16,2 0 1 15,4 1-1-15,-2 0-3 16,3-1 2-16,0 2 3 15,4-1-2-15,-2 0 2 0,4-3-1 16,1 3 0-16,0-3 0 16,0-1-1-16,4 0-1 15,1-1 1-15,4-2 0 16,0 3 3-16,2-3 0 16,3 1-1-16,-1-4 0 15,1 1-1-15,2 1 2 0,3-1 1 16,-2-1 2-16,0 3 0 15,-1-2-4-15,1 2 0 16,-2 0-1-16,-1 1 0 16,-4-1 0-16,-1 3 0 15,1 0 0-15,-6-1 0 0,0 2-1 16,-1 2 0-16,-1-1-2 16,0 1-5-16,-2-1 2 15,0 1 2-15,0-1 2 16,-4 0 3-16,-3-3-1 15,0 1 1-15,-2-2 1 0,-3 2 0 16,-1-2 1-16,-2 0-1 16,-2 1-1-16,-3-2 0 15,1-1 2-15,-2 0 1 16,2-1-1-16,-3-1 0 16,5 0 0-16,0 0 2 0,2 0 0 15,1 0-2-15,3 0-2 16,1 0-1-16,2 0 0 15,4 0-5-15,1 0-9 16,3 0-8-16,0 0-47 16,0-1-33-16</inkml:trace>
  <inkml:trace contextRef="#ctx0" brushRef="#br0" timeOffset="23911.46">16544 15414 168 0,'0'0'36'0,"0"0"-11"0,0 0-5 0,0 0-11 16,0 0 1-16,0 0-9 0,0 0-1 15,0 0-2-15,0 0 1 16,0 0 2-16,0 0-1 16,0 38 0-16,0-27 0 15,0 2 1-15,0 0-1 16,0 2 1-16,0-3 0 0,0 4 0 16,0-2 2-16,0 1-2 15,0-1 1-15,4 0-1 16,1 1 0-16,0-3-1 15,1 1 0-15,-2-1 0 16,3-2-24-16,-1-6-36 16,2-4-91-16</inkml:trace>
  <inkml:trace contextRef="#ctx0" brushRef="#br0" timeOffset="24251.84">16906 15323 203 0,'0'0'2'0,"0"0"5"0,0 0 4 16,0 0-5-16,0 0-1 16,42 0-4-16,-32 0 0 0,1 0-1 15,3 0-1-15,-3 0 1 16,1 0-37-16,0 0-65 15</inkml:trace>
  <inkml:trace contextRef="#ctx0" brushRef="#br0" timeOffset="24408.4">16995 15438 272 0,'0'0'-8'0,"0"0"15"15,0 0-7-15,53-2 0 16,-30-6-39-16,4-2-83 16</inkml:trace>
  <inkml:trace contextRef="#ctx0" brushRef="#br0" timeOffset="25416.99">17311 15226 209 0,'0'0'5'0,"0"0"-2"16,0 0 3-16,0 0-4 15,0 0 1-15,47-20 0 16,-32 19 2-16,3 1 6 0,1 0 3 16,4 0-3-16,0 0-2 15,1 0 0-15,4 4-6 16,-3 5-1-16,2 2-2 15,-1 1 2-15,-2 4-2 16,-5 1 0-16,-2 3-2 16,-2 2 1-16,-3-1 1 0,-4 2 0 15,-2-1 1-15,-2 0-1 16,-2 0 0-16,-2-3-1 16,0-2 0-16,-2-3 1 15,-5-3 0-15,2-3 1 0,-1-1 0 16,1-2 1-16,-1-3-2 15,-1-2 1-15,2 0 0 16,-2 0 2-16,1 0 0 16,0-9 0-16,1-2 0 15,2 0 1-15,1-4-1 0,-1-3-4 16,2-1 0-16,1 0 3 16,0-1-1-16,0-1 0 15,0 2 0-15,0 0-1 16,4 3 0-16,0-2 1 15,2 1-1-15,0 0 0 0,-3 0 1 16,0 0-1-16,-1 0 0 16,-1 1 0-16,-1-1 1 15,0 0 0-15,0 0 0 16,-2 2 0-16,-3-2-2 16,-3 1 2-16,0-1 2 15,-2 1-1-15,-1 0-2 0,0 1 0 16,1-2 0-16,-1 4 1 15,-3 1-1-15,2 0-1 16,-2 2 0-16,1 3 0 16,-2 3 1-16,0-1-5 15,-1 3 4-15,3 2-1 0,-3 0 1 16,5 0 1-16,-2 0 0 16,1 0 0-16,1 0 1 15,2 0-1-15,0 0 0 16,-1 0 0-16,3 0 1 15,-1 0-1-15,2 0 0 0,1 0 2 16,1 0 0-16,2 0 1 16,0 0 0-16,2 0-1 15,0 0 1-15,0 0-1 16,0 0 0-16,0 0-2 16,0 0-1-16,0 0 1 0,0 0 3 15,0 0-2-15,0 0 0 16,0 0-1-16,0 0-1 15,0 3 1-15,0 1-3 16,0 0-1-16,0 0-17 16,0-4-42-16,4 0-100 0</inkml:trace>
  <inkml:trace contextRef="#ctx0" brushRef="#br0" timeOffset="26769.55">18104 15152 99 0,'2'0'9'0,"1"-1"9"0,-1-2 1 0,0 0 2 0,0 0 4 16,0 1-6-16,-2-1 0 16,0-1-3-16,0-1-3 15,0 2-2-15,0-2-6 16,0 0-5-16,0 0 0 15,0 0-2-15,-4 1 1 0,0 0-1 16,-1-2-3-16,-3 3 6 16,-1-1-2-16,1 4 1 15,-4 0 0-15,-2 0 0 16,3 0-9-16,-4 2-6 16,1 3 4-16,1 4 8 0,-1 1 1 15,2 1 0-15,1 1 3 16,2 0-2-16,1 1 1 15,3-2-1-15,3-1 1 16,-1 0-2-16,3 0 1 16,0-3 1-16,0 0-1 0,0 0 1 15,5-1 0-15,-2 0 7 16,2-2 0-16,0-1 0 16,1 1 0-16,2 2 2 15,-2-3-2-15,3-1-4 16,0 2-1-16,-1-2 0 0,2 1 0 15,-1 0-1-15,1 1-1 16,0-1 1-16,-1 0-1 16,0 2 2-16,1 0-2 15,-2 0 0-15,0 1 0 16,2 1 0-16,-5-2 0 0,1 2 0 16,-1 2 0-16,-2-3 0 15,2 2 0-15,-3 0-4 16,-2 0 3-16,0 0 0 15,0 1 2-15,0-2 0 16,-2 1 0-16,-4-1-1 0,1 0 1 16,-3 1 1-16,3-2-1 15,-4 1-1-15,0-3 2 16,0 2-1-16,-1-2 0 16,2 1-1-16,-1-1 1 15,-1 0-1-15,4-2 1 0,-2-1-1 16,3 1 0-16,0-1 1 15,2-1 2-15,-1 0 4 16,0 0-2-16,2 0 1 16,-2 0 6-16,2 0 3 15,0 0-6-15,1-3-1 16,-1 1-3-16,2 1 0 0,-2-2 1 16,2 2-6-16,-3 1 2 15,2-1-3-15,0 0 0 16,0 1-3-16,0 0-7 15,0 0-7-15,0 0-28 0,1 0-64 16</inkml:trace>
  <inkml:trace contextRef="#ctx0" brushRef="#br0" timeOffset="27724.83">18310 15497 50 0,'-2'0'90'0,"0"0"-72"0,0 0 4 0,1 0-4 16,0 0-12-16,0 0-2 15,-1 0 0-15,1 0 6 16,-1 0 7-16,0 0-1 0,0 0-3 16,-1 0-6-16,0 0-5 15,0 0-2-15,-1 2 0 16,-3 3 0-16,1-2 0 15,0 3 1-15,0 1-1 16,-2 0 0-16,2 0 0 16,-1 0 0-16,3 3 1 0,-2-1-1 15,3 1 0-15,1 0 0 16,0 0 0-16,0 1 0 16,2 0-1-16,0-1-1 15,0 0 2-15,0-2-2 16,0 1-1-16,4-3 3 0,3 0 0 15,0-1 1-15,1-2-1 16,2 2 4-16,-1-3-3 16,1 1 0-16,2-3 0 15,-2 0-1-15,2 0 2 16,0 0-1-16,1-4 0 0,0-3 1 16,-2 0-1-16,-3-2 2 15,1-2 5-15,-3 1 6 16,0-3-1-16,-4 2-1 15,-1-5-2-15,-1 2-1 0,0 0 1 16,0-2-3-16,-7 2-1 16,-2 0 0-16,-5 0 0 15,-1 2-4-15,-1 3-2 16,-4 4-5-16,2 5-10 16,-2 0-17-16,4 0-36 15,2 0-85-15</inkml:trace>
  <inkml:trace contextRef="#ctx0" brushRef="#br0" timeOffset="28214.62">18643 15368 167 0,'0'0'4'0,"0"0"13"0,0 0-12 0,0 0 0 0,0 0-1 16,0 0 2-16,0 0 5 16,0 0 6-16,40 0 4 15,-29 0-6-15,2 0-5 16,3 0-3-16,1 0-1 0,3 0-2 15,2 0-1-15,-2-3 0 16,0 3-2-16,0-2 1 16,0 1-2-16,-5 0 0 15,0 0 1-15,-3 1-1 16,-1-2-2-16,-3 2-23 16,-2-1-33-16,-6-5-67 0</inkml:trace>
  <inkml:trace contextRef="#ctx0" brushRef="#br0" timeOffset="28521.61">18740 15260 255 0,'0'0'11'16,"0"0"20"-16,0 0-16 16,0 0-11-16,0 0-2 15,0 0-3-15,0 0 1 16,0 0 2-16,-6 47 2 0,4-27 0 16,0 4 0-16,0 2-2 15,2 1-1-15,0 0-1 16,0-2 0-16,2-2-2 15,8-3-20-15,0-7-51 16,5-9-98-16</inkml:trace>
  <inkml:trace contextRef="#ctx0" brushRef="#br0" timeOffset="28991.85">19614 14918 215 0,'0'0'-7'16,"-45"-5"9"-16,19 5 0 15,0 2-2-15,-3 8 1 16,2 6-1-16,-2 2 3 16,-1 6 4-16,3 5 2 0,0 2 1 15,2 3-3-15,2 4-2 16,3 4 0-16,4 1 0 15,2 0-3-15,7 3 0 16,4-2 4-16,3 0 0 16,0-3 3-16,8-4-3 15,3-3-3-15,1-3 0 0,3-2-2 16,1-5-1-16,-1-4 2 16,4-2-5-16,3-5-16 15,-2-5-6-15,2-6-1 16,0-2-101-16</inkml:trace>
  <inkml:trace contextRef="#ctx0" brushRef="#br0" timeOffset="29331.7">19606 15172 145 0,'0'0'9'0,"0"0"2"0,0 0 19 16,3 47-13-16,-1-27 2 0,-2 1-9 15,1 1-4-15,0 0-4 16,0-1 0-16,2-2-2 16,-1-1 1-16,0-2 0 15,2-3-1-15,4 0 0 16,-1-5-5-16,2-1-42 0,1-7-46 16</inkml:trace>
  <inkml:trace contextRef="#ctx0" brushRef="#br0" timeOffset="29538.69">19838 15289 75 0,'0'0'224'0,"0"0"-215"15,0 0 0-15,0 0-7 16,0 0 0-16,43-5-1 0,-25 4 0 15,4-1-1-15,1 0-4 16,4-1-17-16,0-3-16 16,6-1-59-16</inkml:trace>
  <inkml:trace contextRef="#ctx0" brushRef="#br0" timeOffset="30378.19">20102 15183 151 0,'0'0'2'16,"0"0"10"-16,0 0 5 16,0 0-7-16,38-8 3 15,-31 5-4-15,3 2 0 0,0-1-1 16,-2 2 1-16,4-3 4 16,1 2 0-16,0 1-7 15,2 0-2-15,1 0-2 16,3 0-1-16,-3 0-1 15,0 5 0-15,0 0 1 0,-3 2-1 16,-2-1 0-16,0 2-1 16,-2 1 1-16,-1 1 0 15,-2 0 1-15,0 1-2 16,-3-2 1-16,-1 2-1 0,-1-1 1 16,-1 3-1-16,0-2 0 15,0-1-1-15,-1-1 3 16,-2 0-4-16,-3-4 2 15,2-1 2-15,1 0 2 16,0-2-1-16,-1-2 0 0,1 0 1 16,0 0 1-1,2 0 2-15,-1 0-3 0,-2-6 0 16,2 0 1-16,1-1 0 16,0 0 0-16,1-3-4 15,0 0 3-15,0-1-1 16,0 0 2-16,2-2-3 15,4 0-1-15,-1 0 0 0,1-1 1 16,-1 1-1-16,-3 0 0 16,1-2 0-16,-3 1 2 15,0-1-1-15,0 1 0 16,-6 1 4-16,0-1-2 0,-1 0-1 16,0 0 0-16,-2 1-2 15,1 0-1-15,-3 3 0 16,1 0 2-16,-3-1-1 15,0 5 0-15,-1 1 0 16,-1 0 0-16,1 2 0 16,3 1 1-16,-2 0-1 0,3 2 1 15,1 0-2-15,1 0 2 16,-1 0-2-16,4 0 1 16,-3 5-1-16,4 1 0 15,1-1-3-15,1 1-8 16,2-1-17-16,0-2-21 0,0-3-60 15</inkml:trace>
  <inkml:trace contextRef="#ctx0" brushRef="#br0" timeOffset="31003.23">20435 14861 77 0,'0'0'8'0,"0"0"20"0,51 7-2 0,-33-5 2 0,-1 3 6 15,2 1-9-15,-3 1-11 0,0 2-4 16,0 2-2-16,-1 2-1 16,1 3-1-16,-2 2-2 15,3 3-2-15,-4 3-1 16,1 2 0-16,-1 0-2 16,0 3 0-16,-4-3 2 0,0 3 1 15,-4-3 1-15,1 4 0 16,-4-1 3-16,-1 2-1 15,-1 0-1-15,0 0-3 16,-1 0-1-16,-8-1 0 16,-1 0 0-16,0-2 1 0,-3-3 1 15,0-3 2-15,0-3-1 16,-1-3 2-16,0-4-2 16,-1 0 0-16,-1-4-2 15,-1 2 0-15,3-6-1 16,5 1 0-16,0-5-31 0,7 0-72 15</inkml:trace>
  <inkml:trace contextRef="#ctx0" brushRef="#br0" timeOffset="32647.31">21005 15060 70 0,'0'0'71'0,"0"-4"-23"0,-1-1-5 0,1 1-20 15,-1 1-8-15,1 2-8 0,0-2-4 16,0 2 1-16,0-1-2 16,0 2-2-16,0-1 3 15,0 1-1-15,0-2 1 16,0 2-2-16,1-1-1 15,7-1-1-15,4-2 1 16,2 0 0-16,5-3 1 0,3 3-1 16,-3-1 2-16,3 0 0 15,2-1 2-15,-2-1-2 16,2 4 0-16,-1 0 0 16,0 0-2-16,-2-1 1 0,-2 4-2 15,1 0 1-15,-5 0-2 16,-5 0-15-16,1 0-17 15,-5 3-24-15,-4 0-16 16,-2-2-50-16</inkml:trace>
  <inkml:trace contextRef="#ctx0" brushRef="#br0" timeOffset="33217.21">21045 15029 69 0,'0'0'2'0,"0"0"19"0,0 0 0 16,42 32-6-16,-26-19-7 16,1 0-5-16,0 0-2 15,0 1 1-15,0 0 2 16,-2 0 4-16,1-1 1 0,-5 2-2 15,0-3-3-15,0 0-2 16,-2-1-1-16,-2-3-1 16,1 2 1-16,-1-3 0 15,-1-1 0-15,-1-3 1 16,0 0-1-16,-2-2 1 0,1-1 3 16,0 0 18-16,1 0 7 15,0-4-6-15,1-5-9 16,0-2 1-16,4-3-4 15,-5-2-2-15,3-1 0 16,-1-1-7-16,1 0-1 0,-2-3-1 16,0 0-1-16,-1 3 0 15,-1-1 0-15,2 5-1 16,-3 2-9-16,2 1-8 16,-1 3-21-16,-1 3-92 15</inkml:trace>
  <inkml:trace contextRef="#ctx0" brushRef="#br0" timeOffset="33572.67">21528 15183 135 0,'0'0'25'0,"0"0"23"0,0 0-19 15,0 0-5-15,0 0-16 16,0 0-7-16,0 0 4 15,0 0-4-15,0 0-1 16,0 0 1-16,0 45-1 16,0-34 0-16,0 2 1 0,0-2-8 15,0-1-26-15,0-2-31 16,2-8-31-16</inkml:trace>
  <inkml:trace contextRef="#ctx0" brushRef="#br0" timeOffset="34020.81">21619 14868 165 0,'0'0'49'16,"0"0"-41"-16,0 0 14 0,50 0-11 15,-37 3-5-15,3 9-3 16,-2 0-3-16,0 7-5 16,-2 4 4-16,-1 5 5 15,0 2-2-15,-2 5-1 16,-2-1-1-16,0 6 0 0,-2-4 1 16,-1 0 0-16,-4-3 0 15,0 0-1-15,0-3-2 16,0-3 1-16,-10-1-16 15,0-4 1-15,-5-1-21 16,-4-5-29-16</inkml:trace>
  <inkml:trace contextRef="#ctx0" brushRef="#br0" timeOffset="34526.28">21024 14868 91 0,'0'0'8'0,"0"0"17"0,0 0-2 15,-39 44 0-15,29-22-4 16,2 3 5-16,-2 7-1 16,2 0-4-16,3 4 0 0,3 1-5 15,2-1-4-15,0-3-2 16,7 2-2-16,6-2 1 16,5 0 1-16,1-2-3 15,6-1-2-15,4-3-2 16,3-3-1-16,3-3 2 0,2-4 0 15,1-6-15-15,3-6-17 16,-3-5-56-16</inkml:trace>
  <inkml:trace contextRef="#ctx0" brushRef="#br0" timeOffset="35051.93">21920 14796 212 0,'0'0'29'0,"0"0"13"15,0 0-22-15,0 0-13 16,0 0-2-16,0 0-3 16,0 0-2-16,0 0 1 15,0 0-1-15,22-36 0 0,-15 33 0 16,3 2 0-16,-2 0-1 16,5 1 2-16,-2 0-2 15,0 0 1-15,-2 0-5 16,-3 8-1-16,-1 0-5 15,-1 2-1-15,-3 3 1 16,-1-1 0-16,0 0 5 0,0 1 3 16,-1-3 3-16,-5 0 2 15,2 0 1-15,2-3 1 16,1-2-1-16,1-1 0 16,0 0 1-16,0-3 0 15,5-1 5-15,5 0 4 0,5 0-3 16,6 0-2-16,3-5-4 15,4-1-2-15,7 0-1 16,0 2 0-16,5-2-2 16,1 2-8-16,-3-1-33 15,-1-3-102-15</inkml:trace>
  <inkml:trace contextRef="#ctx0" brushRef="#br0" timeOffset="36282.74">16239 16304 35 0,'0'0'77'0,"0"0"-75"0,0 0 1 16,0 0 1-16,0 0-1 0,0 0-2 16,0 0-1-16,0 0 1 15,0 0 7-15,0 0 11 16,0 0 10-16,0 0-5 16,0 0-11-16,0 0-3 15,-8-43-1-15,4 36-7 0,0 0 0 16,1 2 0-16,-4-1 2 15,0 0 2-15,-1 3 4 16,1 1-6-16,-5 2-3 16,1 0-1-16,0 0 0 15,-1 4-1-15,2 3 1 0,-1 1 1 16,0 0 0-16,6 0-1 16,-2 2 0-16,5 0 0 15,0 0-1-15,2 1 1 16,0 1 0-16,0 0 0 15,2-3 0-15,4 1-1 0,1 0 1 16,3-3-2-16,-1-1 2 16,0-1-1-16,4-2 2 15,-5 0 2-15,3-1-2 16,0 0 0-16,1 0 0 16,-3 0 1-16,3 0-1 0,-2 1-1 15,0 1 0-15,1 0 0 16,-2 3 0-16,-1 1 0 15,-1 0-1-15,0 0-1 16,-4 2-1-16,-1-1 5 16,-2 4-1-16,0-3-1 15,-2 0 0-15,-5 0 2 0,-5 0-1 16,0-1-1-16,-3-1 3 16,-2-1 0-16,-2 0 2 15,2-3 6-15,-1 0-2 16,2-1 0-16,5-3-6 15,0 0-2-15,7 0-1 0,4 0-3 16,0-4-42-16,4-9-71 16</inkml:trace>
  <inkml:trace contextRef="#ctx0" brushRef="#br0" timeOffset="37030.08">16444 16537 129 0,'0'0'9'0,"0"0"24"0,0 0-16 0,0 0-7 15,0 0-2-15,0 0 9 16,0 0 4-16,0 0-10 16,0 0 3-16,0 0-6 15,-23-38-5-15,30 32-2 16,-2-1-1-16,3 0 0 0,0 1 0 16,3 2 1-16,-1 0-1 15,1 1 0-15,-1 1 0 16,0 2-1-16,0 0 2 15,1 0-2-15,-5 3 0 16,1 4 1-16,-2 2-1 0,-1 2-7 16,0-1-4-16,-4 4 4 15,0-2 2-15,0 0 1 16,0 2 3-16,-6-1 1 16,1 0 2-16,-3-3 0 15,1 4 0-15,-3-4-1 0,4 0 0 16,-3-1 1-16,1-2-1 15,0-1 0-15,0 1 0 16,3-3 1-16,-3 0-1 16,4-1 0-16,0 1 0 15,0-2 0-15,1 2 0 16,2-4 0-16,0 1 0 0,1 0 0 16,0 0 0-16,0-1-8 15,0 0-2-15,0 0 7 16,0 0-1-16,0 0 5 15,0 0 3-15,1 0 0 0,1 0 1 16,0 0 0-16,2 1 2 16,0-1 1-16,2 0-3 15,0 0 3-15,1 0-1 16,2 0 2-16,2 0 1 16,-4 0-1-16,4 0 3 0,2 0-4 15,-2 0-2-15,0 0-5 16,3 0 0-16,-1 0-2 15,1 0 1-15,1-1-7 16,-1-1-48-16,-1-3-86 16</inkml:trace>
  <inkml:trace contextRef="#ctx0" brushRef="#br0" timeOffset="37364.53">16969 16384 252 0,'0'0'12'0,"0"0"-6"0,0 0-4 0,0 0 4 15,0 0 1-15,0 0-3 16,0 0-3-16,0 0-1 16,0 0 0-16,38 3 0 15,-27-2-19-15,-3-1-56 16,-1 0-110-16</inkml:trace>
  <inkml:trace contextRef="#ctx0" brushRef="#br0" timeOffset="37507.18">16998 16507 52 0,'0'0'212'15,"0"0"-225"-15,0 0 23 16,0 0-9-16,53 0-13 15,-28-10-80-15</inkml:trace>
  <inkml:trace contextRef="#ctx0" brushRef="#br0" timeOffset="38361.42">17525 16367 99 0,'0'0'34'0,"0"0"-28"15,0 0 20-15,0 0 4 16,0 0-3-16,46-20-5 16,-34 14-2-16,4 2-10 0,-2-2 1 15,4 3 3-15,1 1-3 16,1 1-1-16,1 1-9 15,-1 0-1-15,2 0 1 16,-5 5-1-16,2 3 0 16,-1 5 0-16,-5 1-1 15,1 1-1-15,-7 0-8 0,1 1 0 16,-5-2 2-16,-2 2 2 16,-1-2 6-16,0 0-3 15,0-3 1-15,-1-1 2 16,-4 1-1-16,-1-3-3 15,1-1 1-15,-2-4 5 0,3-2-1 16,3 1 0-16,-3-2 1 16,2 0-1-16,0-3 0 15,0-5-3-15,0-3 1 16,1-1 4-16,1-1-2 16,0-2 2-16,0-2-1 0,0-1 0 15,0-1 0-15,1 1-1 16,2-1 0-16,-1-1-1 15,1 1 0-15,-1 0-1 16,0 1-2-16,-2-2 0 16,0-1 3-16,0-1 0 0,0 1 1 15,0-2-1-15,0-1 4 16,0 3-2-16,0-1 1 16,-6 2 0-16,-1 1 0 15,-6 0-2-15,0 2-1 16,-4 3-3-16,-3 1 1 0,0 3-1 15,-2 3 8 1,3 4-1-16,-2 3-1 0,4 0-3 16,0 0 1-16,1 0-1 15,3 8 0-15,3 0 0 16,0 1 0-16,6 2 1 16,3-1-1-16,1-1-11 0,5 0-22 15,9-3-53-15,5-5-25 16</inkml:trace>
  <inkml:trace contextRef="#ctx0" brushRef="#br0" timeOffset="38993.47">18185 16172 113 0,'0'0'2'0,"0"0"8"0,0 0 4 0,0 0-1 16,0 0 15-16,0 0 8 15,0 0-2-15,0 0-6 16,0 0-15-16,0 0-9 15,0 0-2-15,13-38-2 16,-13 35 1-16,-6-1-2 0,-3 2-2 16,1 2 0-16,-3 0 4 15,0 0 1-15,0 4-2 16,0 5-8-16,1 4 0 16,-1 1-5-16,1 2-2 15,4-1 4-15,0 1 6 0,3-1 0 16,3-2 4-16,0-1-3 15,3 0-1-15,7-3 5 16,1-1-1-16,3 1 4 16,0-5-2-16,1 2 2 15,1-2 3-15,-1-1 3 0,-1 3 0 16,-2-2 0-16,0 1 1 16,-2-2-4-16,-3 3-4 15,0 0-1-15,-4 1-1 16,-1 0 0-16,-2-1 1 15,0 2-1-15,0-1-1 0,-1 0 2 16,-8 0 1-16,0 0 3 16,-4-1 0-16,-3 0-2 15,-2 1 1-15,1-3-2 16,2-1 4-16,0 1-2 16,5-2-3-16,2 1-1 15,4-2 0-15,2-1-16 0,2 0-59 16,0-3-83-16</inkml:trace>
  <inkml:trace contextRef="#ctx0" brushRef="#br0" timeOffset="39335.74">18410 16374 229 0,'0'0'11'0,"0"0"2"0,0 0-11 0,0 0 0 0,0 0-2 15,0 0 0-15,0 0-2 16,0 0 8-16,9 44 1 15,-7-28 1-15,-2 5 0 16,2-1-1-16,-1 2-4 16,1-1-2-16,1-1 1 0,1-2-2 15,-2-1 0-15,0-2 0 16,1-2-12-16,-1-5-37 16,2-5-43-16</inkml:trace>
  <inkml:trace contextRef="#ctx0" brushRef="#br0" timeOffset="39798.4">18759 16304 158 0,'0'0'33'0,"0"0"-5"0,0 0 5 0,0 0-11 16,0 0-12-16,38 0 0 16,-23-2-1-16,3 2-1 15,2 0 0-15,3-1-6 0,2 1 0 16,2 0-2-16,-1 0 1 16,2 0-1-16,1 0 0 15,1 0 0-15,-4 0 1 16,1-1-1-16,-1-1 0 15,-3 1 0-15,-5 0 0 0,-2-1-5 16,-5 2-10-16,-4-1-12 16,-5-2-19-16,-2-1-65 15</inkml:trace>
  <inkml:trace contextRef="#ctx0" brushRef="#br0" timeOffset="40057.01">19025 16156 101 0,'0'0'61'0,"0"0"-52"15,0 0 7-15,0 40 10 16,0-17-4-16,-2 3-6 0,-1 3-9 15,2 3-1-15,1 0-6 16,0-1 2-16,0 1-1 16,0-3-6-16,4-3-36 15,3-7-64-15</inkml:trace>
  <inkml:trace contextRef="#ctx0" brushRef="#br0" timeOffset="40423.41">19611 16083 253 0,'0'0'-3'15,"0"0"2"-15,0 0 3 16,2 49 2-16,2-26 0 0,-2 3 3 16,1 1-1-16,2-1 3 15,1-1 5-15,1-1-4 16,1-5-6-16,-2 1-2 15,4-4-1-15,1-2-1 16,0-1-2-16,-1-3-14 0,3-5-17 16,-2-4-44-16,1-1-73 15</inkml:trace>
  <inkml:trace contextRef="#ctx0" brushRef="#br0" timeOffset="40630.58">19834 16249 243 0,'0'0'-6'0,"0"0"27"0,0 0-7 16,0 0-10-16,0 0-3 16,48-24 0-16,-28 19-2 15,6 2 0-15,4-2-7 16,4 1-8-16,-1-2-37 15,1-1-64-15</inkml:trace>
  <inkml:trace contextRef="#ctx0" brushRef="#br0" timeOffset="41171.62">20201 16168 160 0,'0'0'57'0,"0"0"-47"16,0 0 3-16,0 0 1 16,0 0 4-16,0 0-6 0,49-28 2 15,-36 26 1-15,3 2-5 16,-1 0 1-16,0 0-7 16,-2 7-2-16,1 3-1 15,0 3-2-15,-3 2 0 16,1 0-7-16,-2 0-3 15,-2 1 6-15,1-3 1 0,-4-3 4 16,0-1 0-16,-2-3-1 16,-1-3 1-16,-2 1-1 15,0-2-1-15,0-1-1 16,0-1 0-16,0 0 1 16,-3 0 4-16,0 0 0 0,1-7 0 15,-1-2-1-15,1-3 2 16,2-3 7-16,-2-1-7 15,0-3-1-15,2-1-3 16,0-1 0-16,0 1-4 16,0 0 3-16,0 1 2 0,-1 0-2 15,-3 0 4-15,-1 1-1 16,-3-1 3-16,-2 2 1 16,-4 0 3-16,-1 2-1 15,-4 2 0-15,-1 2-3 16,0 3-5-16,-3 1 1 15,2 5 1-15,0 1-2 0,2 1 0 16,1 0-10-16,5 5-12 16,3 2-16-16,2-3-55 15</inkml:trace>
  <inkml:trace contextRef="#ctx0" brushRef="#br0" timeOffset="41534.37">20511 15860 243 0,'0'0'1'0,"38"2"19"0,-15 1-3 0,2 4-7 0,1 1-3 16,-4 6-3-16,1 3-4 15,-1 4 1-15,-1 3-1 0,-4 9 2 16,1 1 1-16,-3 7-2 16,-6 2-2-16,-3 2 1 15,-5-1 0-15,-1 0 1 16,-1-5-1-16,-11-5 0 15,-3-3-6-15,-5-3 0 16,-6-5-5-16,-5-2-20 0,-2-5-86 16</inkml:trace>
  <inkml:trace contextRef="#ctx0" brushRef="#br0" timeOffset="41955.15">19469 15881 146 0,'0'0'12'0,"-54"14"34"0,29 2-13 16,2 4-18-16,0 7-3 15,5 9 0-15,3 7-4 0,9 8-1 16,6 5-1-16,2 2 1 15,20-1-2-15,7-1-1 16,11-3-1-16,9-7 1 16,8-4 1-16,10-8 3 0,6-4-5 15,3-9-4-15,7-8-24 16,3-10-57-16,2-3-139 16</inkml:trace>
  <inkml:trace contextRef="#ctx0" brushRef="#br0" timeOffset="42310.97">21276 15739 301 0,'0'0'9'0,"-42"-9"4"15,21 9-9-15,-6 8-4 16,0 11 0-16,1 8 0 16,-2 7 0-16,3 6 0 15,1 9 3-15,4 3-3 0,5 6 1 16,6 0 0-16,6-2 0 15,3-6-1-15,7-6-2 16,11-8-4-16,6-10-9 16,6-7-7-16,3-8-4 15,5-10-27-15,0-1-80 16</inkml:trace>
  <inkml:trace contextRef="#ctx0" brushRef="#br0" timeOffset="42667.2">21213 15962 252 0,'0'0'-5'0,"0"0"13"16,0 0-4-16,0 0-2 16,0 0 2-16,50-16 6 15,-31 12 1-15,4 0 5 16,2 0-5-16,4-1-4 0,4 1-1 16,1 1 0-16,-2-1-5 15,1-2-1-15,-3 3 1 16,-2 0-1-16,-4 2-1 15,-8-2 1-15,-1 3-8 16,-6 0-8-16,-6 0-19 0,-3 0-53 16,-3 0-40-16</inkml:trace>
  <inkml:trace contextRef="#ctx0" brushRef="#br0" timeOffset="43072.51">21248 15965 162 0,'0'0'-5'0,"0"0"23"0,0 0-7 16,0 0-6-16,0 0 5 16,0 0-3-16,0 0 4 15,0 0 4-15,43 18-4 16,-28-6-2-16,-1 3-5 15,2 2-1-15,1 4 0 0,0-1-3 16,2 2 0-16,-1-2 0 16,-1-1 0-16,-1-4 0 15,0-4 0-15,0-4-2 16,0 0 1-16,-5-4 2 16,1-3-1-16,-2 0 2 0,-1 0 10 15,-5-10 17-15,-1-1 3 16,1-4-6-16,-3-2-2 15,-1-3-3-15,0-1-11 16,0-3-7-16,0 3-1 16,0-3-4-16,0 4-17 0,7 3-14 15,1 3-12-15,-1 2-34 16,4 4-137-16</inkml:trace>
  <inkml:trace contextRef="#ctx0" brushRef="#br0" timeOffset="43548.45">21687 16178 211 0,'0'0'20'0,"0"0"14"0,0 0-11 0,0 0-4 15,0 0-1-15,0 0-1 16,11-37 4-16,-10 32-10 16,3 1-5-16,2 1-4 0,-1 1-2 15,3 2-1-15,0 0 0 16,-2 0-2-16,0 0-4 16,-1 5 3-16,-1 5-7 15,0 0-2-15,-3 4-6 16,-1 2-9-16,0 0 3 0,0-2-6 15,-3 0 7-15,-1-3 9 16,-2-3 11-16,3-3 7 16,1-3 15-16,0 0 2 15,2-1-3-15,0-1-2 16,0 0-5-16,0 0-4 0,0 0 10 16,0 0-1-16,3 0-8 15,4 0 3-15,4-3-6 16,0 0-2-16,2-2-2 15,2 1 0-15,-1 0 0 16,0-2-14-16,-1 2-9 0,-1-3-31 16,-4-2-32-16,-1-1-56 15</inkml:trace>
  <inkml:trace contextRef="#ctx0" brushRef="#br0" timeOffset="44060.52">21704 15759 10 0,'0'0'137'0,"0"0"-113"0,45 0 26 0,-27 0-31 0,3 0-12 0,0 3 0 15,0 1 0-15,0 4-1 16,0 2 3-16,0 3 0 15,1 1-2-15,-3 2-2 16,2 5 0-16,0 1-4 16,-3 3 0-16,2 3 0 15,-5 1 0-15,-1 2-1 0,-2 3 0 16,-3 0 0-16,-4-1 0 16,-3-2 0-16,-2-1-1 15,0 1 2-15,-1-6 1 16,-6-3 2-16,-1-1 1 15,-3-4-2-15,1-2-2 0,-2-4 0 16,3-1 1-16,-2-5-1 16,1 0-6-16,2-5-10 15,-3 0-32-15,2 0-73 16</inkml:trace>
  <inkml:trace contextRef="#ctx0" brushRef="#br0" timeOffset="44866.66">22136 15593 115 0,'0'0'4'0,"0"0"-3"0,0 0 0 0,0 0 4 0,0 0 10 15,0 0 1-15,0 0 4 16,0 0 3-16,0 0-1 16,0 0-12-16,-29 5-3 0,22-5-4 15,3 0-2-15,-1 0-1 16,2-1 1-16,2-2 2 16,1 2-1-16,0-2-1 15,0 0 2-15,0 0 5 0,1 0-5 16,7 0-2-16,-3 1-1 15,4 0 0-15,-1 1 0 16,2 0-1-16,0 1 1 16,-4 0 0-16,1 0 0 15,-1 0 1-15,0 2-2 16,-4 5 1-16,-1-1-2 0,-1 4-1 16,0 0-1-1,0 3-1-15,0-1-1 0,-3 1 4 16,-6 1-1-16,4-1 1 15,-1 1 1-15,-1-2 1 16,2-2 0-16,1-2 0 0,-1 1 0 16,2-4 0-16,1-1-1 15,1 0-2-15,1-2 3 16,0-2-1-16,0 0-2 16,0 0 9-16,6 0 9 15,3 0-7-15,2 0-3 0,1-4-3 16,3 0-2-16,0 0 1 15,2-1-1-15,1 1 1 16,-2 0 2-16,1-2 0 16,-1 3 2-16,1 1-3 15,-1-1-1-15,0 1-1 0,-5-1 1 16,3 3-1-16,-3-1 0 16,-1 1 0-16,1 0 0 15,-3 0-2-15,-3 0-23 16,-1 0-64-16</inkml:trace>
  <inkml:trace contextRef="#ctx0" brushRef="#br0" timeOffset="53060.16">22870 14519 59 0,'0'0'8'0,"0"0"4"0,0 0-9 16,0 0-2-16,0 0 0 15,0 0 5-15,0 0 3 16,0 0 5-16,0 0-1 0,0 0 7 16,0 0-8-16,-25-16 0 15,24 16-9-15,0-2-1 16,0 1-2-16,0 1 0 15,1-2 1-15,0 2-1 16,0-2 2-16,0 1 3 0,0-1-1 16,5-1-4-16,2-1 3 15,1 4-1-15,3-3 1 16,0 0 0-16,1 2-1 16,1 1-1-16,-1-1 1 15,2 1 4-15,-1 0-3 0,1 0-1 16,-4 0 1-16,2 4-2 15,2 2 0-15,-3 2 1 16,0 4 0-16,0 1 2 16,-3 2 0-16,1 2 0 15,1 0 0-15,-3 3-2 0,2 1-1 16,0-1 0-16,-3 1 0 16,-1-1-1-16,-2 3 0 15,-2-2 3-15,-1 1 0 16,0 0 2-16,-1 4 4 15,-6-1-5-15,-1 4 2 16,-1 1-4-16,-1 4 0 0,1 1-1 16,1 2-1-16,-1 0 0 15,3 1 1-15,1-2-1 16,2-2 1-16,2-3 1 16,1-2 3-16,0-2-1 0,1-2 1 15,7-1 0-15,2 0-1 16,5-3-2-16,0-2 1 15,2-1 1-15,0-3-2 16,1-4 0-16,-1-1-1 16,0-3 2-16,-3-2-2 0,-1-1-1 15,-4-3 1-15,-2 1-2 16,-2-1 2-16,-4-1-1 16,-1 0 1-16,0 2 3 15,0 0-3-15,-5 1-5 16,-3 2 9-16,-2 2-6 0,-3 4 1 15,0 2 1-15,2 3-2 16,0 2 1-16,3 3-1 16,-1 2 1-16,2 2-3 15,1 2 2-15,2-1 2 16,3 2-2-16,1-1 0 0,0 1 0 16,2 0 1-16,8-1-2 15,0 1 1-15,2 1 2 16,1-2-1-16,0 2 0 15,-2-1 0-15,1 1 1 16,-3 1-1-16,0 0 1 0,0 1-1 16,-3 2 0-16,1-2 0 15,-5 5 1-15,-1 0-1 16,-1-3 1-16,0 3 0 16,0-4 2-16,-5-1-1 15,-4-1-1-15,-3-3 1 16,-1-2 0-16,-4-1-1 0,-4-3 2 15,-6 0-2-15,-5-1 2 16,-7 0-2-16,-7 1-2 16,-9 2-4-16,-14-4-16 15,-9-2-51-15,-13-3-112 16</inkml:trace>
  <inkml:trace contextRef="#ctx0" brushRef="#br0" timeOffset="60244.85">18925 7819 84 0,'0'0'-7'0,"0"0"9"0,35 39 2 0,-20-22-1 15,4 4 0-15,3 0-2 16,2 1 0-16,3 2-1 0,5-1 1 16,2 0 3-16,4 1 0 15,5-3 4-15,2 3-2 16,3-3 1-16,3 2-3 15,-4-2-1-15,5-1 3 16,-1 3 2-16,-2-2 2 0,3-1-2 16,-4 0-2-16,-2-2 0 15,-5-2-1-15,-3 0 1 16,-5 1-2-16,-7-4 0 16,0-1-2-16,-6 2 1 15,-2-1-1-15,-8 0-4 0,-4-3-28 16,-6-4-40-16</inkml:trace>
  <inkml:trace contextRef="#ctx0" brushRef="#br0" timeOffset="60414.87">19905 8312 185 0,'0'0'15'16,"0"0"-3"-16,0 0-2 15,46-8-4-15,-31 15-3 0,1 7-3 16,-5 7-3-16,-2 2-35 16,-9 0-55-16</inkml:trace>
  <inkml:trace contextRef="#ctx0" brushRef="#br0" timeOffset="60983.91">20225 8792 168 0,'0'0'-9'0,"0"0"27"16,0 0-2-16,0 0-6 16,0 0-2-16,0 0-3 0,19-49 3 15,-13 32-1-15,-3-2-1 16,-1 1-3-16,1-2 0 15,-1 0 1-15,1 0 0 16,1-1 0-16,-2 1-1 16,1 1 1-16,0 2-2 0,3 3-2 15,-5 3 0-15,1 4 0 16,0 1 0-16,0 3 0 16,2 3 0-16,-2 0 0 15,1 0 0-15,1 0 0 16,4 0 0-16,-2 7 0 15,1 1 0-15,3 1 0 0,0 3 0 16,0 2 1-16,1-1-1 16,1 1 0-16,-2 0 1 15,0-1-1-15,0-2 0 16,-3 1 0-16,1-1-1 0,-3 0 1 16,1-1-18-16,-5-4-38 15,1-2-19-15</inkml:trace>
  <inkml:trace contextRef="#ctx0" brushRef="#br0" timeOffset="61121">20335 8637 172 0,'0'0'14'16,"0"0"-2"-16,0 0-19 15,0 0 3-15,0 0-8 0,38-8-38 16,-19 5 1-16</inkml:trace>
  <inkml:trace contextRef="#ctx0" brushRef="#br0" timeOffset="62010.96">20596 8545 72 0,'0'0'1'0,"0"0"21"0,36-34 4 16,-29 24 0-16,-4 3 4 15,-3 1 2-15,0 1-10 16,0 1-6-16,-1 1-10 15,-6 1-5-15,-2 0-3 16,-3 2 8-16,1 0-5 0,0 2-2 16,0 5 2-16,0 4 1 15,0 1-2-15,2 1 0 16,3 1 0-16,3-2 0 16,3-1 0-16,0 0-3 15,0-4 2-15,0-4 0 0,7 0 0 16,3-3 1-16,2 0 0 15,-1-3 1-15,3-4 1 16,2-4-1-16,1-3 1 16,-3-1-1-16,0-2-1 15,-2 1 0-15,0-3 0 16,-7-1 0-16,1-3-3 16,-4 3-2-16,-2-4-8 0,0-1-4 15,0-1 2-15,-8 2 4 16,1 0 2-16,-4 2 8 15,3 5 2-15,2 4 6 16,-2 2 10-16,3 6-1 0,2 2 2 16,3 3-4-16,0 0-11 15,0 5-6-15,0 9 3 16,0 5 0-16,0 5 1 16,6 3 1-16,5 4-2 15,2 0 0-15,3-2 0 16,1-2 0-16,5-3 0 0,-2-3 0 15,2-3-5-15,1-3-15 16,0-4-14-16,0-4-14 16,-3-4 1-16,0-3 9 15,-3 0-10-15,-1-11 39 0,-4-3 18 16,-2-2 24-16,-3 1 0 16,-1-1-7-16,-3 0-3 15,-1 3-5-15,-2 2-3 16,0-2-5-16,0 5 4 15,0 2 1-15,-5 1 0 16,-1 2-7-16,-1 3-5 0,-3 0 2 16,0 0-4-16,1 5-2 15,-3 5 2-15,2 0-1 16,3 3 0-16,1-3 1 16,3 1-2-16,3-4 0 0,0-1 0 15,7 1 0-15,2-5 0 16,1-2 0-16,0 0 0 15,0 0 4-15,0-9-1 16,1 1 0-16,-4-1-1 16,0-2 3-16,-2 4 0 0,-2-1 2 15,-1 2 10-15,-2 4 4 16,0-1-5-16,0 3-9 16,0 0-5-16,2 0-5 15,1 2-1-15,1 3-6 16,1 5-14-16,1-3-18 0,1-1-24 15,2-3-19-15</inkml:trace>
  <inkml:trace contextRef="#ctx0" brushRef="#br0" timeOffset="62487.11">21247 7997 101 0,'0'0'1'0,"0"0"18"0,-41-4-6 0,24 7-5 0,1 9-5 16,-6 7-2-16,1 5 0 15,-3 4 1-15,4 4 1 16,1 3 3-16,5 4-2 0,4-2-1 15,6-2 0-15,4-2 0 16,0-4-2-16,4-6 2 16,8-4 4-16,-1-4-4 15,3-4 1-15,-1-5 0 16,0 0 2-16,3-4-3 0,-2-2 0 16,1 0 0-16,-3-1-2 15,1-7 1-15,-3-3-2 16,-5-4 1-16,1 0-1 15,0-1 0-15,-4 3 1 0,1-1 0 16,2 6 0-16,-3 3 10 16,1 2-1-16,1 3-8 15,2 0-3-15,1 0 1 16,2 2 1-16,0 5-1 16,-1 4-1-16,2-1-8 15,-2 2-27-15,0-4-18 0,1-4-5 16</inkml:trace>
  <inkml:trace contextRef="#ctx0" brushRef="#br0" timeOffset="62835.49">21351 8236 125 0,'0'0'20'0,"0"0"-2"0,0 0-4 0,0 0-6 15,43-22-4-15,-34 22-2 0,1 3 0 16,1 7 1-16,-1 2-1 16,-2 0 0-16,2 2-1 15,-1-2 0-15,-3-2-1 16,-1-3 0-16,-1-3 1 16,-2-2-1-16,-2-2 1 0,0 0 34 15,0 0 20-15,0-6-45 16,-4-5-7-16,-1-2-1 15,0-3 0-15,2-2-1 16,-1 2 0-16,4-2-1 16,0 2-1-16,0 4 0 15,6 1-7-15,1 5-10 0,5 5-13 16,1 1-24-16,1 0-8 16,1 0-1-16</inkml:trace>
  <inkml:trace contextRef="#ctx0" brushRef="#br0" timeOffset="63484.98">21673 8170 92 0,'0'0'16'16,"0"0"29"-16,0 0-2 15,0 0-17-15,0 0-5 16,9-37-3-16,-19 36-15 16,-2 1 2-16,-1 0-5 0,-2 7 0 15,-1 3 1-15,4 0 0 16,1 3-1-16,6-5 0 15,3 1 0-15,2-4-2 16,0 0 1-16,0-2 0 16,3-3 1-16,7 0-1 0,-2 0 3 15,2-3 5-15,1-6-4 16,1 2-2-16,-5 1 0 16,1 3-1-16,-5-1 1 15,2 4-1-15,1 0 0 0,-1 0 0 16,3 0-3-16,1 6-5 15,3-2-14-15,2-1-9 16,3 0 1-16,0 0 4 16,2-3 4-16,3 0 12 15,-1 0 8-15,0-6 2 16,-2-1 1-16,-4-4 1 16,1 0 14-16,-5 2 3 0,-3-3-4 15,-2 1-4-15,-3 2 0 16,-3 0 1-16,0 3-2 15,0 2-7-15,-6 2-3 16,-3 2-6-16,0 0 9 0,-3 0-3 16,2 9-2-16,2 1 1 15,3 1 1-15,2 0-2 16,3-1 2-16,0-2-2 16,0-2 1-16,7-1 0 15,2-4 0-15,3-1 1 16,2 0 2-16,0-7 11 0,0-4-2 15,-2-5 5-15,-2 0-1 16,-4-5-1-16,-3-3 4 16,-2-2-5-16,-1-5-6 15,0 3-4-15,-6-2 1 16,-3 5-4-16,0 6 1 0,-2 6-2 16,-5 12-10-16,-4 1-27 15,-5 14-43-15,-3 7-33 16</inkml:trace>
  <inkml:trace contextRef="#ctx0" brushRef="#br0" timeOffset="63868.24">20716 8733 192 0,'0'0'-42'0,"0"0"43"0,48-13 7 0,-10-1 3 0,4-5-2 15,8-3 3-15,5-4 2 16,6 0 5-16,5-2-4 15,4-1-1-15,2 0-5 0,1 3-2 16,3 2-2-16,-4 1-3 16,-2 2-1-16,-6 4 0 15,-7 0-1-15,-5 3 1 16,-8 3-1-16,-11 2 0 16,-6 5 0-16,-6 1-1 15,-9 3-18-15,-9 0-25 0,-3 5-27 16,-17 3 1-16</inkml:trace>
  <inkml:trace contextRef="#ctx0" brushRef="#br0" timeOffset="64089.53">21092 8653 128 0,'0'0'29'0,"0"0"-1"0,0 0-35 15,0 0 12-15,56-10 18 16,-15-3-4-16,14-4-8 16,10-4-4-16,6 1-2 15,4 2-2-15,5-1-1 16,4 4-7-16,4 2-31 0,1 0-22 16,-1 0-56-16</inkml:trace>
  <inkml:trace contextRef="#ctx0" brushRef="#br0" timeOffset="66506.59">16361 7374 26 0,'-16'-2'5'0,"-4"1"16"0,2 1-6 0,0-3-6 0,-3 3-2 16,5 0-2-16,-1 0 1 15,0 0-1-15,-1 0-2 16,3 0 1-16,-2 6-3 16,2 1 1-16,-3 1-1 15,-1 3-1-15,3 4 2 0,-1 2 0 16,0 2 0-16,0 4 1 16,2 0-2-16,1 4-1 15,2 1 0-15,3-2 0 16,0-2 0-16,6-1 0 15,3-2 0-15,0-1 0 0,0-3 1 16,7 1-2-16,2-2 1 16,0 1 1-16,-1 2 0 15,3-1 0-15,-1 4-1 16,-1 0 1-16,3 5-1 16,0-4 0-16,3 5 0 0,0-1-1 15,3 0 1-15,2 0 0 16,4-4 0-16,1 1 1 15,2-2-4-15,2-4 4 16,4 0 0-16,3-5-2 16,0-1 3-16,2-3 0 0,1-1 2 15,0-3 1-15,-1-4-3 16,-4-1 3-16,5 0-1 16,2-7 0-16,-1-5 6 15,0-4 1-15,1-4-3 16,-3-4-2-16,0-3-2 0,-3-4 0 15,-6-2 1-15,-4-4 0 16,-4-1 4-16,-6-2 4 16,-5-1 0-16,-4-1-3 15,-6 0-2-15,0-3 2 16,-5 1-4-16,-9-2 3 0,-1 0-5 16,-7 4 0-16,-4 4-2 15,-3 6-4-15,-6 7-4 16,-9 8-24-16,-10 6-47 15,-11 3-74-15</inkml:trace>
  <inkml:trace contextRef="#ctx0" brushRef="#br0" timeOffset="74644.84">14641 6357 41 0,'0'0'8'0,"0"0"-4"0,0 0 1 0,0 0-1 0,0 0 4 16,0 0 3-16,0 0 0 16,0 0 1-16,-40 0-2 15,36 0 0-15,2 0-4 16,-2 0 0-16,2 0-4 15,0 0-2-15,2 0 1 0,0 0 0 16,0 0 0-16,0 0-1 16,0 0 3-16,3 0-2 15,4 0 1-15,4 0 0 16,3 0-1-16,3 0 2 16,4 0-1-16,4 0 3 15,8 0-2-15,0-1 2 0,3-3-2 16,0 0-1-16,3 0 0 15,0-2-1-15,-4 2 1 16,0-2 0-16,0 2 1 16,-2-2-1-16,-3 3 0 15,-1-4 1-15,-2 2 3 0,-2-1-3 16,-1 2-1-16,-5 0 0 16,2 1-2-16,-5 0 0 15,-3 1 1-15,-2 1-1 16,-1 1 0-16,-6 0-1 15,-4 0-17-15,0 0-45 0,-6 0-21 16</inkml:trace>
  <inkml:trace contextRef="#ctx0" brushRef="#br0" timeOffset="74950.75">14707 6394 71 0,'0'0'2'0,"0"0"-2"0,0 0 1 16,0 0 0-16,0 0 1 15,0 0 3-15,0 0 7 16,0 0 10-16,38 14 3 0,-13-18-7 15,6-2-6-15,1-1-3 16,1 1-2-16,0 0-4 16,-1-1-3-16,-3 3 1 15,-4 4-1-15,-4 0 0 16,-7 0-29-16,-10-3-50 16</inkml:trace>
  <inkml:trace contextRef="#ctx0" brushRef="#br0" timeOffset="76387.64">14068 5662 52 0,'0'0'15'0,"0"0"8"0,0 0-11 0,0 0-6 16,0 0-4-16,0 0 1 16,-25-39-1-16,18 37 0 0,1-1-2 15,-1 0 0-15,4 3 0 16,-3-3 0-16,1 2 2 15,3 0-1-15,0-1 0 16,0-1 6-16,-1 2 1 16,1-1-2-16,1 0-1 0,0 0-3 15,-1 1-1-15,-1-1-1 16,-3 2 0-16,1 0 0 16,-4 0-1-16,-2 3-1 15,0 3 1-15,0 0 2 16,-2 1-1-16,3 0 1 15,2 1-1-15,-2-1 0 0,2 2 0 16,3-2 0-16,-1 0 0 16,2 3-1-16,-2 0 1 15,2 1 0-15,0 1 0 16,-1 1 0-16,1 1 0 0,-3 4 0 16,0-2 0-16,-1 0 1 15,0 2-1-15,2-2 0 16,-3-1 1-16,4-1-2 15,1 2 1-15,1-2 0 16,0 2 0-16,2-2 0 16,0 3 0-16,0 0 0 0,-1 0 0 15,2 0 0-15,-2 3 1 16,0-3-1-16,-3 2 0 16,3-1 0-16,2-1 0 15,-1 0 0-15,1-3 0 0,-2 0 0 16,2-2 0-16,0-1 0 15,0 1 0-15,0-2 0 16,0 1 0-16,0-1 0 16,2 0 0-16,1 0 0 15,2 0 1-15,-1 2 0 0,-2 0-1 16,1 1 1-16,-1 1-1 16,2 1 0-16,-2-2 0 15,0 3 0-15,-1-1 1 16,1-2-1-16,1 1 0 15,3-2 0-15,-2 1 0 16,3-2 0-16,-2-1 1 0,3-2-1 16,2 2 1-16,-1-3-2 15,1-2 2-15,2 3-1 16,-3-1 0-16,2-2 2 16,0 0-2-16,0 1 0 15,-2-2 0-15,1-1 1 0,0 1-1 16,1-1 0-16,-1-1-1 15,3-2 1-15,0 1 0 16,1-1 3-16,-1 0-3 16,1 0 2-16,-2 0-2 15,0 0 0-15,-5-4 3 16,1-1-2-16,-4 0 10 0,1-1 10 16,0 0-3-16,-4-1-3 15,0 1-4-15,0 0-3 16,-1 1-4-16,0 0-7 15,0-4-14-15,-1-5-88 16</inkml:trace>
  <inkml:trace contextRef="#ctx0" brushRef="#br0" timeOffset="77619.74">19123 6377 53 0,'3'0'4'0,"2"1"-2"0,3 0 0 0,-3-1 0 16,3 2-1-16,-2-1 4 16,2-1 3-16,3 0 0 15,-2 0 1-15,2 0 1 0,1 0 1 16,0 0-4-16,2 0-4 16,0 0-3-16,2 0 1 15,-1 0-1-15,2 0 0 16,1 0 1-16,1 0-1 15,3 0 1-15,-3 0 0 0,4 0 4 16,-2 0 2-16,3-1-1 16,0-1-4-16,-3 0-1 15,1 0-1-15,-4 1 1 16,-2-1-1-16,-3 2 0 16,-5 0 0-16,-2-1 0 0,-3 1 0 15,-3 0-4-15,0 0-37 16,-3 0-8-16</inkml:trace>
  <inkml:trace contextRef="#ctx0" brushRef="#br0" timeOffset="77888.33">19192 6472 86 0,'0'0'14'0,"0"0"-4"0,0 0 0 0,0 0 3 16,49-5-6-16,-24 1 0 15,2 0-3-15,2-2 0 16,0 3-1-16,2-1-3 15,-6 0-3-15,-1-2-40 16</inkml:trace>
  <inkml:trace contextRef="#ctx0" brushRef="#br0" timeOffset="80101.46">18082 5420 28 0,'0'0'5'0,"0"0"-3"0,0 0 8 0,-36-13-2 16,27 10-2-16,1 1 2 15,0 2-2-15,-1 0-2 16,3-2 3-16,0 1 1 0,0 1 7 16,0-1 0-1,1-2-5-15,-3 3-4 0,1-3-2 16,-3 2-1-16,0 1-2 15,-2-2 0-15,-2 1 0 16,0 1-1-16,-4-1 0 16,1-1 0-16,-4 2 1 15,0 0-1-15,-3-1 0 0,0 1 0 16,-2 0 1-16,-3 0-1 16,0 0-1-16,-1 0 2 15,0 1-1-15,-3 1 0 16,0 2 0-16,1 0-1 0,-2 0 1 15,-2 1-5-15,1 2 10 16,1 0-4-16,1 0 4 16,2 0-3-16,1 3-2 15,4-2 0-15,1 2 0 16,3 0 1-16,-1-1-1 16,1 2-1-16,2-1 1 0,0 3 1 15,-1-3-2-15,4 1 1 16,-3 3 0-16,2-1-2 15,-2 1 4-15,2 2-2 16,2 0 0-16,-2-1 0 0,0 1 0 16,0 1 0-16,3 1 0 15,-1-2 0-15,-2 4 0 16,2-2 0-16,-2 2 0 16,3-3 1-16,-3 0-2 15,1-1 2-15,1-2-1 16,1 2 0-16,0-2 0 0,3-1-1 15,0 1 1-15,3 2 0 16,0-1-3-16,5-1 3 16,-2 1 0-16,3-1-1 15,3-1 0-15,0 2 2 16,0 0-1-16,0 0 1 0,0 1-2 16,4 1 0-16,3-3 2 15,-1 4-1-15,3-2 1 16,1 0-1-16,-2-2 1 15,1 0 1-15,-2 0-2 16,3-1 0-16,-2-2 0 0,-1 1 1 16,1-1-1-16,0-1 0 15,1 0-1-15,1 0 1 16,4 0 0-16,-3-1 1 16,5-1 0-16,-3 2 0 15,1-3-1-15,-1 3 1 0,-2-3-1 16,3 0-1-16,0 0 1 15,3-1 1-15,0 3-1 16,4 0 1-16,1-3-1 16,3 3 0-16,1-1 0 15,-2-1 0-15,2 0 0 0,-1-2 0 16,0 2 0-16,-2-3 0 16,2 0-1-16,1 2 1 15,2-1 1-15,3 1 0 16,0-1-1-16,2 0-1 15,3-2 0-15,0 3 2 16,0-2 0-16,-2-1 1 0,0 0-2 16,-1-1 0-16,-2 0 0 15,1 2 0-15,0-1 0 16,0 0 1-16,2 0-1 16,-1 0 0-16,-1-2 0 0,-1 3 0 15,-4-2 1-15,0-1-1 16,-2 1 0-16,-2-1 0 15,-1 0 0-15,3 1 0 16,0-2 0-16,0 1 0 16,-1-1 0-16,1 0 0 0,1 0 1 15,0 0-1-15,0 0 0 16,1-1 2-16,-3-2-2 16,5-3 0-16,-5 2 0 15,2 0 1-15,-1-2-1 16,-1 2 2-16,-3-3 3 15,1 2 3-15,2-2-4 0,-6 0 1 16,2 0-2-16,0 0-1 16,-5 0 0-16,1-3 0 15,-2 3 3-15,-2-4 1 16,0 2 4-16,-1-1-1 16,1-1-1-16,-3-1-2 0,0 0-5 15,4 0 0-15,-4-1 0 16,0-1 0-16,0 0-1 15,-1 0 0-15,-1-2 0 16,-3 2 1-16,1 0-1 16,-1 1 1-16,-3-3 0 0,0 4 0 15,-1-1 2-15,0-3 3 16,0 1-1-16,0 1-1 16,0-2-3-16,-1-1 0 15,0 0 0-15,-1-2-1 16,0 2 1-16,2 0-1 15,-3 0 0-15,2 3 0 0,-1-2 0 16,0 2 1-16,1 1-2 16,-1 1 2-16,0 0-2 15,-2 1 1-15,1-1-1 16,-2 0 0-16,1 2 1 16,-2-5-1-16,1 1 1 0,-2 0 1 15,1-4-2-15,-4 2 1 16,4-1 1-16,-2-1 0 15,-2 2-1-15,3 0 1 16,-1-1-1-16,1 1 0 16,-4 1-1-16,-1-2-1 0,-3 3-1 15,1-1 1-15,-6-1 6 16,1 1-8-16,0 1 9 16,0 1-4-16,0 0-1 15,1 2 2-15,1 0-1 16,-1-1-1-16,2 4-3 0,-6 1 4 15,2 0 0-15,-2 2-4 16,-3-2 5-16,-4 3-4 16,-2 1 2-16,-3 1 1 15,-7 1-2-15,-4 1 0 16,-8 0-1-16,-12 2 4 0,-14 10-6 16,-18 3 3-16,-17 2-51 15,-21-3-65-15</inkml:trace>
  <inkml:trace contextRef="#ctx0" brushRef="#br0" timeOffset="91063.8">13388 9544 39 0,'0'0'3'15,"0"0"-1"-15,0 0-2 0,0 0 0 0,0 0 1 16,0 0 0-16,0 0-1 16,0 0 1-16,0 0 0 15,0 0 0-15,-6 28 0 16,4-25-1-16,2 1 1 16,-1-1-1-16,0 0 2 0,1-1 2 15,-3 0 0-15,2 1-2 16,-1 0-2-16,-4 0 1 15,2-2-1-15,1 2 2 16,-3-2-1-16,1 1 3 16,0-1 1-16,-1-1-3 0,3 0 2 15,-1 0-3-15,2 0 1 16,0 0 12-16,2 0-2 16,0 0 0-16,0 0-3 15,0 0-3-15,8 0 3 0,1 0 4 16,5-3 2-16,1-1-6 15,2 0-4-15,3-1-3 16,1 2 0-16,-1-1-2 16,3 0 2-16,1 1-1 15,-1-1-1-15,2 0 0 16,3 1 2-16,2-1-2 0,3-1 1 16,0 0 0-16,5-1 2 15,0 3-1-15,3-1 2 16,-3 0-2-16,0 1-1 15,-2 0-1-15,2 0 0 16,-5 2 1-16,1-2 0 16,-1 3-2-16,-3 0 2 0,3 0-1 15,-4 0 0-15,2 0 0 16,-1 0 0-16,0 0 0 16,2 0 0-16,-1 0 0 15,0 0 0-15,1 0 1 0,1 0-1 16,-2 0 0-16,1 0 2 15,-1 0 0-15,0 0-2 16,-2 1 2-16,0 1-2 16,-1-1 1-16,0 2-1 15,0-2 0-15,0 1 0 16,4-1 0-16,-1 2 0 0,0-3 0 16,5 3 1-16,-2-3-1 15,3 1 0-15,-5-1 1 16,3 0-1-16,-1 0 0 15,2 0 0-15,-4 0 0 0,3 0 0 16,-1 0 0-16,3 0 0 16,-1 0 1-16,-1 0-2 15,4 0 2-15,-4 0 0 16,1 0-1-16,-2 0 0 16,1 1 0-16,1 3 0 0,-3-1 0 15,1 1 0-15,2 0 0 16,0-1 0-16,-1 0 0 15,1-2 1-15,0 2-1 16,-1 0-1-16,4 0 1 16,-3-2 0-16,2-1 0 15,3 0 1-15,3 0-1 0,0 0 0 16,-1 0 0-16,-1 0 0 16,0 0 0-16,-1 0 0 15,-1 0 0-15,0 0 0 16,1 0 0-16,1 0 0 15,0 3 0-15,-1 0 0 0,2-2 0 16,0 1 0-16,1-1 0 16,0-1 0-16,3 1 0 15,-1-1 0-15,2 0 0 16,0 0 0-16,0 0 1 16,0 0-1-16,0 0-1 15,-1 0 2-15,-1 0-1 0,3 0 0 16,-3-1 0-16,1-2 1 15,-3 3-2-15,1-1 1 16,-1 1 1-16,2 0-1 16,-2 0 0-16,-1 0 0 0,4 0 0 15,-5 0 0-15,1 1 0 16,-6 3 0-16,0 0 0 16,-2-2 0-16,-1 1 2 15,2-2-4-15,-4-1 2 16,1 0 0-16,2 0 2 0,-3 0-4 15,1 0 4-15,-4 0-2 16,0 0 0-16,-4-3 0 16,-5 2 0-16,0-2 0 15,-1-1 0-15,-2 1 0 16,0-1 0-16,-1 0 1 16,2-1 1-16,-2 1-1 0,2 0-1 15,-1-2 0-15,1 1 0 16,-4-2 1-16,2-1-1 15,-3 1 0-15,-1-3 0 16,0-1 1-16,-5-3-1 16,3 2 2-16,-2-3 3 0,-1-1 3 15,1 2-3-15,0-2-3 16,0-1-2-16,-5 0 2 16,1 2-1-16,-2-3-1 15,0 0 0-15,-2 1 2 0,0-3-2 16,0 0 0-16,0-1-2 15,0 0 4-15,0-1-4 16,0 1 4-16,-4 1-2 16,-2-1 0-16,-2-2 1 15,-3 3 1-15,0-1 0 16,-2 0-1-16,-3 2-1 0,1 2 0 16,-3 0 1-16,0 4-1 15,2 2 0-15,-5-2-1 16,2 5 2-16,-4-1-2 15,1 2 0-15,-3 0 1 16,-2 1-1-16,-1 0 1 0,-3 0 0 16,-4 1 0-16,0 1 0 15,-1-2 1-15,-3 3-1 16,2-1-1-16,-1 1 1 16,2 0 1-16,-1 1-2 15,1 2 2-15,-4 0-1 0,-3 0 0 16,-3 0-1-16,0 0 2 15,-4 0-1-15,0 1 1 16,1 3-2-16,2-1 1 16,-5 1 0-16,1-1 0 15,4 0 1-15,-5 0-3 0,2 0 2 16,-2-2 1-16,-4 1-1 16,-1 0 2-16,-2 0-4 15,0-1 3-15,-3-1 0 16,3 0 0-16,-2 0-1 15,1 2 0-15,1-1 3 16,-4 0-3-16,1 1 0 0,-6 1 1 16,-1-2-1-16,0 2 0 15,-2-1 1-15,-3-1-1 16,2 0 1-16,1 1-1 16,1-1 0-16,-1 2 0 15,2 0 0-15,2 0 0 0,-3 1 0 16,1-1 1-16,4-2-2 15,-3 2 1-15,3-1 1 16,4 0-1-16,-3-2 0 16,3 0-1-16,-2 0 2 0,1 0-1 15,0 0 0-15,-2 0-1 16,1 1 2-16,-2 1-1 16,5 0 0-16,-3 1 0 15,3-1 0-15,2 1 0 16,1 0 0-16,-3-2 0 0,3 3 0 15,-1-2 0-15,-2 2 0 16,1-1 0-16,1 3 0 16,2 0 0-16,-1-1 0 15,3-1 0-15,0 1 0 16,0-1 0-16,3-1 0 16,0 0 0-16,3 0 0 0,0-1 0 15,1 3 0-15,0-2 0 16,2 1 0-16,-2-1 0 15,2 1 0-15,3-1 0 16,0 1 0-16,1-1 0 16,1 1 0-16,0-1 0 0,0 1 0 15,6-1 0-15,-1 0 0 16,5-2 0-16,1 2 0 16,4 0 0-16,0 1 0 15,4 2 0-15,-1-1 0 0,4 1 0 16,-2 0 0-16,3 2 0 15,4 0-1-15,0-1 1 16,2 1-1-16,4 2 1 16,-1-1 0-16,3 0-1 15,0 0 1-15,2 2 0 16,2 1 0-16,0 1 0 0,0 1 1 16,1-1 0-16,0 1-1 15,-1 0 1-15,1 0-1 16,-2-1 0-16,0 3 0 15,0-1 0-15,-1-1 0 16,2 2 0-16,0-2 1 0,0 2-1 16,1 1 0-16,0 0 0 15,0 0 0-15,0 1-1 16,2-1 1-16,2 1 1 16,-2-3-1-16,2-1 0 15,-1 1 0-15,-1-1 1 0,2-3-1 16,1 0 0-16,-2 1-2 15,3-1 2-15,0-2-1 16,3 1 1-16,-1-2 0 16,2 1 1-16,1-1-1 15,-1-1 0-15,2-1 0 16,1 0 0-16,4-1 0 0,1 0 1 16,0-3 0-16,7 0 0 15,6-2 2-15,6 0 1 16,5 0 0-16,8-4 0 15,6-3-2-15,7-2 0 16,13 2-1-16,4-2-1 0,10-1 0 16,14 2 0-16,13-2-8 15,12-3-44-15,12-8-76 16</inkml:trace>
  <inkml:trace contextRef="#ctx0" brushRef="#br0" timeOffset="92178.6">18525 9075 14 0,'0'0'22'0,"0"0"0"0,0 0-2 0,-1-3-6 0,0 0 3 16,-2 2-9-16,2-2 0 16,1 2 0-16,-4-1-3 15,2 1-1-15,0-2 1 0,0 3-3 16,0 0 0-16,1-1 4 15,1 1 2-15,0 0 2 16,0 0-5-16,0 0-3 16,0 0-2-16,-2 0-2 15,2 0 4-15,-2 0-4 0,2 4 4 16,0 0-2-16,0-1 1 16,0 1-1-16,0 2 0 15,0-2-1-15,2 0 3 16,2 2-1-16,3-3 1 15,-2 1-1-15,2-2-1 16,-1 0 1-16,0 1-1 0,1-3 2 16,1 0-2-16,1 0 1 15,-1 0 0-15,2 0 1 16,2 0 2-16,0-5-1 16,0-2 4-16,1-1-1 15,0-2 3-15,0-1-1 0,2 1-2 16,-1-3-2-16,0-2 1 15,1-1-1-15,1 1 1 16,4-1 1-16,-1-1-1 16,0 0-2-16,2 1 2 0,3-1-2 15,-4 3 0-15,2 0-2 16,-4 1 0-16,-2 2-1 16,0 2 1-16,-4 0-1 15,-2 4 1-15,-1-1-2 16,-4 1 1-16,0 2 1 15,-2 1-1-15,-1 1 0 0,-2 1 0 16,0 0-2-16,0 0-24 16,0 1-10-16,-8 4-9 15,-4 0-10-15</inkml:trace>
  <inkml:trace contextRef="#ctx0" brushRef="#br0" timeOffset="92527.4">18558 9088 47 0,'0'0'11'0,"0"0"25"0,0 0-11 0,0 0 0 15,0 0-3-15,0 0 0 16,0 0-2-16,27-41-2 0,-12 27 3 16,2-1-4-16,0-2-3 15,-1 3-3-15,1-2-2 16,-1 1-4-16,0-1-4 15,0 2-1-15,3-2 0 16,3 1-13-16,1-8-56 0</inkml:trace>
  <inkml:trace contextRef="#ctx0" brushRef="#br0" timeOffset="94341.2">17049 17285 244 0,'1'0'28'0,"-1"0"8"0,1 0-22 0,0 0-5 16,0 0 1-16,0 0-2 15,3-2-1-15,-4 2 3 16,4 0-5-16,-3-2-1 0,3 2-4 16,3 0 1-16,1-1-1 15,2 1-1-15,4 0-4 16,1 0-20-16,0 0-17 16,-1 0-49-16,-2 0-65 15</inkml:trace>
  <inkml:trace contextRef="#ctx0" brushRef="#br0" timeOffset="94491.88">17183 17413 283 0,'0'0'14'16,"0"0"-3"-16,0 0-12 0,0 0 4 16,0 0-2-16,0 0-2 15,0 0 1-15,40 19-32 16,-22-19-47-16</inkml:trace>
  <inkml:trace contextRef="#ctx0" brushRef="#br0" timeOffset="95362">17599 17227 243 0,'0'0'6'16,"0"0"9"-16,0 0-8 15,0 0 3-15,0 0 2 16,0 0-6-16,0 0 2 0,0 0 1 15,41-14-4-15,-29 14-2 16,0 0-2-16,3 0 0 16,-1 0-1-16,1 2 0 15,0 5 0-15,0 1 0 16,0 3-2-16,-3 0-3 16,-2 3-1-16,-1-3 4 0,-2 0 3 15,-3 0 0-15,1 0-3 16,-5-1 0-16,2-1 2 15,-2-1-3-15,0 0-2 16,0-2 1-16,0-2 0 0,-4 0 0 16,0-1 1-16,-1-3 6 15,1 0-2-15,-1 0 0 16,2-1 5-16,-1-8 3 16,1-1-4-16,2-1-4 15,1-3 2-15,0-2-7 16,0 0 1-16,0-2-3 15,4 1-2-15,1 0 5 0,0 1 0 16,1 1 3-16,-3 1 1 16,1 2-1-16,-3-1 0 15,2 2 0-15,-3 1 1 16,0-1 0-16,0-1 0 0,0 1 0 16,-7 1 0-16,-1 0 0 15,-2 1 1-15,-2 0 2 16,-2 0 1-16,1 2 2 15,2 1 1-15,-1 1 1 16,3 0-7-16,-2 2-2 16,2 1 1-16,4-1 0 0,-3 3-2 15,3-1 0-15,0 1 1 16,0 0-1-16,1 0 1 16,-1 0-4-16,1 0-1 15,0 1 0-15,0 2 3 16,-2-1 0-16,0 0 2 0,-2-1 0 15,3 2 0-15,-2-1 0 16,0 1 2-16,0-1 0 16,1 0 1-16,0-1-1 15,0 3 1-15,0-1-1 16,2 0 1-16,2 0-3 0,2 1 0 16,0 0-3-16,0-2-15 15,5-2-37-15,8 0-85 16</inkml:trace>
  <inkml:trace contextRef="#ctx0" brushRef="#br0" timeOffset="97145.99">18160 16970 78 0,'-2'0'39'0,"-2"0"-7"0,0 0 4 0,2 0-12 0,-2 0-2 16,0-1-12-16,0-1 0 16,1 2 1-16,-2-2-3 15,1 2 1-15,-1-2-7 16,-1 2-1-16,0 0-1 0,0 0 0 16,-1 0 0-16,-1 0-1 15,1 0 1-15,-1 0 1 16,3 0-1-16,-3 2 0 15,3-1 0-15,2 0 0 16,1-1-2-16,-1 2 0 16,1-1 0-16,1-1 2 0,-1 2-1 15,2-1 1-15,-1 1 0 16,1 0-1-16,0 1-1 16,0 0 0-16,0 1-1 15,0 2-2-15,-2-2 1 16,2 3 3-16,0 1 0 0,0 0 2 15,0-1-1-15,0 2 0 16,0-2 0-16,0 1 1 16,2 2-1-16,2-1 1 15,1 2-1-15,-1-1 2 16,-1 1-2-16,4-1 0 0,-5 2 0 16,3 0 0-16,1-2 1 15,-2 3-1-15,1-2 2 16,2 2 1-16,-2 1-1 15,0 1 0-15,1 3-1 16,-1-1 1-16,0 3-2 16,0-1 0-16,-1 0 0 0,1 0 0 15,-3-3 1-15,0-1-1 16,-1-2 1-16,1-2-1 16,0 0 1-16,0-2-1 15,2 0 0-15,-2-1 1 0,2 1-1 16,-1-1 0-16,2-1 0 15,-2 1 1-15,1-1-1 16,2 0 0-16,-3 0-2 16,1-2 4-16,1 3 4 15,-1-3 0-15,0 2 0 16,3 0 1-16,-3-2-1 0,2 2 0 16,2-3-1-16,1-1 0 15,0 1-1-15,3-1-1 16,1-3-4-16,3 0 2 15,3-1-11-15,0-12-38 0,5-6-86 16</inkml:trace>
  <inkml:trace contextRef="#ctx0" brushRef="#br0" timeOffset="97920.15">18544 17158 177 0,'0'0'25'0,"0"0"-9"0,0 0 6 0,0 0-10 15,0 0 0-15,0 0-9 16,0 0 0-16,0 0 3 15,0 0-1-15,50-17-1 16,-36 17 0-16,1 0-1 16,2 0 0-16,-3 0-1 0,-1 0 0 15,3 7 0-15,-5 0-1 16,-2 3 0-16,2 0 1 16,-2 1-1-16,-2-1-1 15,0 0 0-15,-3 1 0 16,-1-2-3-16,-1-1-2 0,-1-2 5 15,-1-3 1-15,0 1 1 16,0-2-1-16,0-1-1 16,0-1 0-16,0 0-1 15,0 0 3-15,0 0 0 16,-1-3-1-16,-2-4 1 0,1-3-2 16,0 0 0-16,0-4 1 15,2 0 1-15,-3-2-2 16,2-1 0-16,0 3 0 15,1-2 0-15,-2 2 1 16,0 0-1-16,-1 1 0 16,-2 0 1-16,0 0 2 0,0 1 1 15,-6-1-1-15,2-1-1 16,0 2-1-16,-5 0 0 16,-4 0 2-16,-1 0-3 15,0 3 1-15,-1 1 2 16,0 2 0-16,1 4-1 0,3 2-1 15,3 0-3-15,3 2-1 16,3 6-19-16,5 2-8 16,2 3-18-16,0-4-57 15</inkml:trace>
  <inkml:trace contextRef="#ctx0" brushRef="#br0" timeOffset="98504.21">19056 17027 166 0,'0'0'1'0,"0"0"0"0,0 0-8 16,0 0 0-16,0 0 10 16,0 0 20-16,0 0 9 15,0 0-10-15,-45-28-14 0,34 28-7 16,-2 5-1-16,1 5-1 16,0 0-5-16,3 1-3 15,1 1 6-15,4-1 2 16,0-2 1-16,3-1 0 15,1 2 0-15,0-3-2 16,1 1 2-16,7-3 3 0,2 2 0 16,0-1-1-16,1 0 1 15,2-1 2-15,-2 1-1 16,2-1-2-16,-4 0-2 16,-2-1 1-16,1 2 0 15,-3 0-1-15,0-1 0 0,-1 1 2 16,0-2-2-16,-3 1 2 15,-1 1-3-15,0 0 1 16,0 0 1-16,-6 0 1 16,-3 1 0-16,-2-2 2 0,0 1 4 15,-3-2 2-15,2-1 0 16,-1 1 2-16,3-2-5 16,0-1-4-16,3-1-1 15,2 0-3-15,2 0-1 16,3 0-16-16,0-3-32 0,2-8-106 15</inkml:trace>
  <inkml:trace contextRef="#ctx0" brushRef="#br0" timeOffset="99038.13">19235 17176 167 0,'0'0'11'0,"0"0"0"0,0 0-8 0,0 0-5 15,0 0-3-15,0 0 0 16,0 0 4-16,0 0 0 16,-26 44 2-16,23-34-1 15,3 0 0-15,0 1 0 16,0-1 1-16,0-1-1 0,0 1 0 16,2-2 0-16,2-2-1 15,5-1 5-15,0-3 1 16,2 1 5-16,3-3 0 15,1 0 3-15,1 0-3 16,0-3-4-16,-5-3-5 0,1-1 0 16,-3 0 4-16,-3-1 8 15,-2-2 7-15,-2 1-4 16,-2-2-1-16,0 2 1 16,-2-2-7-16,-6 0-6 15,-3 1 0-15,-3 1-2 0,1 2 0 16,-4 1-3-16,1 4-2 15,0 0-12-15,3 2-8 16,1 0-5-16,2 0-34 16,5 0-36-16</inkml:trace>
  <inkml:trace contextRef="#ctx0" brushRef="#br0" timeOffset="99413.89">19644 17091 108 0,'0'0'12'0,"0"0"13"0,0 0 0 0,45 0-5 0,-31 0-2 16,-1-3-4-16,2 2 0 16,-2-1 2-16,1 0-6 15,-3 0-3-15,2 0-2 16,1 0-4-16,-3-1-1 15,3 1 0-15,-3 0 0 0,1 0-7 16,-1 1-18-16,-1-4-31 16,-6 1-39-16</inkml:trace>
  <inkml:trace contextRef="#ctx0" brushRef="#br0" timeOffset="99713.47">19749 16966 99 0,'0'0'126'16,"0"0"-100"-16,0 0 0 16,0 0-18-16,0 0 1 15,0 0-6-15,0 0-3 16,0 0 1-16,-3 21 2 0,3-7 0 15,1 3-1-15,1 2-1 16,0-1 0-16,3 4 1 16,-3-1-2-16,1 0 1 15,0 0-1-15,4-2-1 16,-3 1-25-16,3-6-19 0,1-3-42 16,2-9-63-16</inkml:trace>
  <inkml:trace contextRef="#ctx0" brushRef="#br0" timeOffset="100005.63">20147 16933 294 0,'0'0'13'0,"0"0"-11"16,0 0-1-16,0 0 0 15,3 47 0-15,1-26 2 16,-2 1-2-16,-1 1-1 0,3-1 1 16,-2-2-1-16,4-3 0 15,-2 0-10-15,0-3-18 16,4-4-10-16,-2-4-16 15,4-4-11-15</inkml:trace>
  <inkml:trace contextRef="#ctx0" brushRef="#br0" timeOffset="100553.76">20342 17012 297 0,'0'0'-3'0,"0"0"4"16,0 0 7-16,43-35-2 0,-26 28 5 15,-1 2-4-15,2 2 1 16,0 0-2-16,4 3-3 16,0 0-3-16,-2 0 0 15,4 0 0-15,-3 6 0 16,1-1-2-16,-3 4 1 15,2-1-1-15,-7 2-1 0,2 1 0 16,-4-2 1-16,0 1 1 16,-3-1 1-16,-2-2-4 15,-3-2 2-15,2-2 2 16,-6 1-3-16,3-1 0 16,-3-3 3-16,0 0-1 0,0 0 1 15,0 0 3-15,0 0 1 16,0 0-2-16,0-7-1 15,0-1-1-15,-3-2 0 16,1-5 0-16,-2 1 3 16,1-3-3-16,0-3 1 0,0 2 1 15,0-2 2-15,1 0-1 16,0 1-2-16,-1-1 0 16,0 2-1-16,-4 0 0 15,0 2-1-15,-3 0-2 16,-3 5 1-16,-1 0-2 0,-3 5-3 15,0 2 1-15,-2 4-2 16,2 0-11-16,-2 4-9 16,2 5-4-16,4-1-34 15,4-1-33-15</inkml:trace>
  <inkml:trace contextRef="#ctx0" brushRef="#br0" timeOffset="100888.47">20809 16712 135 0,'0'0'80'0,"0"0"-76"0,51 8 33 0,-31-3-14 16,1 3-4-16,-2 3 0 16,2 2-6-16,0 3-9 15,-1 2-2-15,-5 6-2 16,-1 1 0-16,-2 3-1 0,-5 2 0 16,-3 2 2-16,-4 1 2 15,0 1-2-15,-4-1-3 16,-9-2-10-16,-4-1-16 15,-3-6-32-15,-5-2-62 16</inkml:trace>
  <inkml:trace contextRef="#ctx0" brushRef="#br0" timeOffset="101250.85">20361 17085 232 0,'0'0'26'0,"0"0"-20"0,0 0-1 0,0 0 3 16,46-5 3-16,-29 2-8 15,3 0-3-15,-1-1-1 16,2 1-30-16,-4-3-70 15</inkml:trace>
  <inkml:trace contextRef="#ctx0" brushRef="#br0" timeOffset="101791.44">20074 16749 211 0,'0'0'3'0,"0"0"4"0,-40 28-5 16,23-6-1-16,2 7 1 15,-5 8-1-15,5 7 3 0,4 3 6 16,5 1 0-16,6-1-3 16,0 0-1-16,13-1-3 15,6-2-1-15,6 0 3 16,7-2-1-16,5-4-1 15,5-5-5-15,9-6-1 0,6-8-5 16,9-11-4-16,3-8-13 16,4-3-125-16</inkml:trace>
  <inkml:trace contextRef="#ctx0" brushRef="#br0" timeOffset="102231.72">21250 16896 145 0,'0'0'15'0,"0"0"16"0,0 0-3 16,0 0-6-16,0 0-2 0,0 0-9 15,0 0-7-15,36-28-2 16,-16 25-1-16,4-1-1 16,3-2 0-16,2 2-25 15,2-2-36-15,-4 2-20 16</inkml:trace>
  <inkml:trace contextRef="#ctx0" brushRef="#br0" timeOffset="102616.22">21223 16936 84 0,'0'0'42'0,"0"0"-34"0,0 0 7 15,0 0 2-15,0 0 0 16,0 0-8-16,53 33-2 16,-31-27 0-16,-4 2 3 15,6-4 0-15,-3 3 1 16,2-2-1-16,1-3-5 0,-2 1-4 15,-1-3-1-15,-1 0 1 16,0 0-1-16,-2 0-1 16,-5 0-2-16,0-5 7 15,-2-2-2-15,-6-2 8 0,-2-2 7 16,-3-2-2-16,0-3-6 16,0-2-6-16,0-2-2 15,0 1-18-15,0 0-26 16,0 3-68-16</inkml:trace>
  <inkml:trace contextRef="#ctx0" brushRef="#br0" timeOffset="102929.63">21640 16975 251 0,'0'0'20'0,"0"0"-6"15,0 0-4-15,36-9-3 16,-26 5-4-16,0 0-2 16,-3 2-1-16,-1 2 1 15,-3 0-2-15,-1 4 1 0,-2 6-8 16,0 4-11-16,0-1 2 16,-2 2-9-16,-4-3 15 15,2 0 11-15,1-5 2 16,3-1 2-16,0-3 10 15,0 0 12-15,10-3-6 16,3 0-7-16,7 0-8 0,4 0-2 16,4-7-4-16,0-4-32 15,0-6-94-15</inkml:trace>
  <inkml:trace contextRef="#ctx0" brushRef="#br0" timeOffset="103156.56">21824 16800 188 0,'0'0'-2'0,"0"0"16"16,42 45 34-16,-20-25-26 15,0 3-7-15,-1-2-3 16,-1 5-4-16,-4-2-4 15,-3 0-2-15,-9-3-2 0,-4 1-19 16,-4-5-26-16,-16-2-56 16</inkml:trace>
  <inkml:trace contextRef="#ctx0" brushRef="#br0" timeOffset="103384.95">21236 16861 274 0,'0'0'1'0,"-28"45"0"16,22-15 1-16,6 4-1 15,0 0-1-15,9-1 0 0,12-3 0 16,7-6-3-16,10-7-33 15,2-6-72-15</inkml:trace>
  <inkml:trace contextRef="#ctx0" brushRef="#br0" timeOffset="103720.13">22094 16723 146 0,'0'0'0'16,"0"0"17"-16,0 0 20 16,0 0-10-16,0 0-2 15,0 0-21-15,0 0-15 0,0 0 15 16,0-3-4-16,7 12 1 15,1-1 0-15,-3 1 0 16,-2-3 0-16,0-1 2 16,-1-1 5-16,1-2-4 15,-1-1 2-15,3-1 0 0,4 0-2 16,4 0-8-16,9-2 8 16,1-8-12-16,5-2-88 15</inkml:trace>
  <inkml:trace contextRef="#ctx0" brushRef="#br0" timeOffset="107106.37">17473 17364 44 0,'0'-9'10'0,"2"3"5"0,6 0-7 0,2 1 10 0,4-1-4 16,1 3-4-16,6-1 1 16,-1 1 8-16,7-2 3 15,4 0-7-15,1 1-5 16,2-2-4-16,4 2-4 16,3-1-1-16,1 0 0 0,2 1 1 15,2-3 11-15,2-3 5 16,4 1-2-16,2-2-6 15,6-2-8-15,4-1 0 16,5 0-2-16,4 0 1 16,5 0-1-16,3-1 0 0,0 1 0 15,4 3 0-15,4-2 0 16,4 3 0-16,2 0 0 16,5 0 1-16,3 0-2 15,-2 0 2-15,2 0 0 16,0-1-1-16,1 0 0 0,-3-1 0 15,-1-2 5-15,3-2 7 16,0-1 3-16,-2 0-7 16,0 2-3-16,2 1-2 15,-1 1-3-15,0 1 1 16,-1 3-1-16,1 1 0 16,-4 0 0-16,-2 2 1 0,-1-1-1 15,-1 2-1-15,-3 0 2 16,-2-2-1-16,0 0 0 15,0 0 0-15,-5-2 1 16,-2-1-1-16,0 3 0 16,-6 0 0-16,-2 1 0 15,-7 1 0-15,-6 1-1 0,-7 2 0 16,-11-1-4-16,-7 3-10 16,-13 0-6-16,-10 0-18 15,-12 0-41-15,-3 0-36 0</inkml:trace>
  <inkml:trace contextRef="#ctx0" brushRef="#br0" timeOffset="107753.98">18262 17281 187 0,'0'0'-1'0,"0"0"3"0,0 0-1 0,0 0-5 0,0 0-24 0,0 0 17 15,0 0 12-15,0 0 5 16,0 0 13-16,0 0-6 15,0 0-13-15,0 0-13 16,-6 7 9-16,19-5-2 0,6-1 5 16,7-1 2-16,6 0 0 15,6 0 3-15,8 0 6 16,5 0 3-16,7 0 5 16,6-3 3-16,9-4 4 0,6-4-3 15,8-3-3-15,8 0-9 16,10-3-3-16,8-2-4 15,8 3-2-15,6-4-1 16,6 2 1-16,6-1-1 16,3 1 0-16,4 0 1 0,6 0-1 15,-2 0 1-15,5 1-1 16,-1 0 0-16,-2 1 0 16,-2 2 0-16,-3-1 0 15,-6 0-2-15,-4 3-7 16,-8-1-13-16,-8-3-45 15,-14-1-104-15</inkml:trace>
  <inkml:trace contextRef="#ctx0" brushRef="#br0" timeOffset="134813.29">13997 5624 1 0,'6'-1'12'0,"-2"-1"8"0,-1-1-4 0,1 0-6 15,0 0 0-15,-1 2-1 16,-1-1 2-16,1 1-4 16,1 0-1-16,-4-1 5 15,2 1-1-15,0 1-3 0,0-1 1 16,-1 0-4-16,1-1-2 15,4 0-1-15,-2 1 0 16,0-3-1-16,2 2 0 16,0-1 0-16,1 1 0 15,-2 0 0-15,3 0 1 16,-1 1-3-16,2 1 3 0,-2 0-1 16,1 0 0-16,2 0 0 15,-4 0 0-15,3 0 0 16,-1 0 0-16,0 0 0 15,-1 0 0-15,-1 3 0 0,-1-2 0 16,2 2 0-16,-3 0-1 16,1 1 1-16,1-1 0 15,-2 1 0-15,3-2 1 16,0 1-1-16,0 1 1 16,-1-1-1-16,-1 0 0 0,1 0 0 15,-2 0 0-15,0 2-1 16,0-1-3-16,0 2 2 15,-2-2 2-15,2 2 0 16,1-2 1-16,-1 2-1 16,4-2 1-16,-3 0 1 15,1 1-1-15,1-1 0 0,2 0-1 16,-3 2 0-16,1-2 0 16,-3 3 0-16,1-3 0 15,-1 1-2-15,1 0 2 16,-3 1-2-16,0-2-1 15,1 2 2-15,-1 0-2 0,2 2 4 16,-2-1 1-16,1-1-1 16,0 3-1-16,0-1-1 15,2-1 2-15,-4 0-1 16,1 0-1-16,1-1 2 16,2 3 0-16,-2-2-1 0,1 1 0 15,0 1 1-15,2 1-1 16,-1-1 0-16,0 2 0 15,-1 0 0-15,-1 0-1 16,-1-1-1-16,-1 2 0 16,-1-1-1-16,0-1 4 0,0 1 1 15,0 1-1-15,0-1 1 16,0 0 1-16,-1 4-1 16,-1-1-1-16,0 0-2 15,1 3-2-15,-3-1 8 16,2 1-3-16,-2 1-1 0,2-2-1 15,-2 2 0-15,0-1 2 16,-2 0-2-16,3 0 2 16,-1-1-1-16,-2-2 0 15,3-1 1-15,-2-2-2 16,0-4 0-16,1 1 0 0,0-1 0 16,0-2 0-16,0 1 0 15,-1 0 2-15,-3 0-1 16,2 0 0-16,-2 0 0 15,3-2 0-15,-4-1-1 16,4 1 2-16,-3-1-1 0,3 3 0 16,-3 0 0-16,-3 4-12 15,3-2-21-15,-2-2-46 16</inkml:trace>
  <inkml:trace contextRef="#ctx0" brushRef="#br0" timeOffset="136491.6">14553 6467 61 0,'-4'0'5'0,"2"0"1"0,1 0 1 0,0 0 1 16,0 0-1-16,1 0-1 15,-1 0 5-15,1 0 0 16,0-1-3-16,0-2 0 16,0 3-4-16,0-1 1 0,0-1-4 15,0 2-1-15,3 0 1 16,4 0-1-16,-3-1 0 16,1 1 0-16,3-3 1 15,-1 3-2-15,5-4 1 16,1 1 0-16,4 0 0 0,3 0 1 15,3-1-1-15,0 1 0 16,6 0 1-16,0-1-1 16,4 1 0-16,-3-1 0 15,1 0 1-15,0-1-1 16,-2 1 0-16,-4-2 0 16,-2 2 1-16,-2 1-1 0,-3 1-1 15,-5 2 1-15,-9-2 0 16,-4-1-48-16</inkml:trace>
  <inkml:trace contextRef="#ctx0" brushRef="#br0" timeOffset="136949.07">13860 6517 66 0,'0'0'18'0,"0"0"2"0,0 0-3 0,0 0-8 0,0 0 1 16,0 0 3-16,0 0-1 15,0 0-5-15,0 0-4 16,0 0 4-16,52-40-4 16,-28 33-2-16,0 0 0 15,7 0-1-15,5-1 1 0,-2-1-26 16,-2-1-52-16</inkml:trace>
  <inkml:trace contextRef="#ctx0" brushRef="#br0" timeOffset="137794.82">17293 6375 41 0,'0'0'8'0,"0"0"-3"0,37-10 11 0,-16 6 0 0,1 0-5 16,7-1-5-16,0 0-2 15,2-1-1-15,5 0 0 16,-1 2 0-16,5-2 1 0,-1-1-2 16,4 3-1-16,1-3 0 15,3 0 1-15,-1 2-2 16,0-1 1-16,-1-2 0 16,-1 3 1-16,-1-1 1 15,-3 0-2-15,-2-1-1 16,-2 3 0-16,-3 1 1 0,-6 0-1 15,-4 2 0-15,-6 1 0 16,-7 0 0-16,-10 0-9 16,0 0-44-16,-16 0-20 15</inkml:trace>
  <inkml:trace contextRef="#ctx0" brushRef="#br0" timeOffset="138207.01">17532 6391 54 0,'0'0'7'0,"0"0"14"16,0 0-3-16,0 0 1 15,0 0-12-15,0 0-3 16,0 0 3-16,0 0 2 16,0 0 0-16,52 1-2 0,-24-5-3 15,2 0-2-15,5-2 2 16,1 0-1-16,6-1 0 16,0 1-1-16,3-3 2 15,-2 1-1-15,0 1-1 16,0-1 0-16,-1-1-1 15,-2 2 0-15,3 0 2 0,-4 0-1 16,-1 1-1-16,-6 1 0 16,-4 0 0-16,-3 2-1 15,-8 1 1-15,-5 0-1 16,-5 1-1-16,-5 1-38 16,-2 0-15-16</inkml:trace>
  <inkml:trace contextRef="#ctx0" brushRef="#br0" timeOffset="138420.09">17954 6338 103 0,'0'0'-4'0,"0"0"11"16,0 0 2-16,47-3 4 15,-17-2-3-15,8-1-4 16,12 0-3-16,6-1-3 16,5-1 0-16,7-6-47 15</inkml:trace>
  <inkml:trace contextRef="#ctx0" brushRef="#br0" timeOffset="140322.23">17207 17305 172 0,'0'0'-15'0,"0"0"21"0,0 0-9 0,0 0 0 0,0 0 12 16,-39-20 14-16,30 20 6 16,2 5 1-16,-2 6-19 0,-1 8-8 15,0 4 1-15,1 3-51 16,-2 0-103-16</inkml:trace>
  <inkml:trace contextRef="#ctx0" brushRef="#br0" timeOffset="141118.95">17021 17903 112 0,'0'0'7'0,"0"0"14"0,0 0 10 0,-41 12-20 0,30-8-5 15,4 0 2-15,-1-1 7 16,2 0 3-16,0 0 2 15,2-2 3-15,3-1 7 0,-1 0-12 16,2 0-7-16,0 0-4 16,0 0-5-16,0 0 7 15,5 0-6-15,6 0 4 16,2 0 0-16,3-4-1 16,6-2-3-16,2 1-2 15,3-1-2-15,0 0-25 0,-4 2-44 16,-1 0-59-16</inkml:trace>
  <inkml:trace contextRef="#ctx0" brushRef="#br0" timeOffset="141290.18">17048 18104 353 0,'0'0'3'16,"0"0"-9"-16,0 0 9 15,0 0-2-15,0 0-3 0,60-1-8 16,-27-14-12-16,3-4-46 16,4-7-143-16</inkml:trace>
  <inkml:trace contextRef="#ctx0" brushRef="#br0" timeOffset="143104.56">17617 17831 201 0,'-1'0'2'0,"0"0"5"0,1 0 6 0,0 0 2 0,0 0 3 16,0 0-6-16,0 0-5 15,0 0-2-15,2 0 1 16,6 0 5-16,2 0-2 0,1 0-6 15,3 0-2-15,0 0 0 16,3 0-1-16,-2 4 0 16,1 3 0-16,0 2 1 15,-1 1-1-15,-1 3 0 0,-3 1 0 16,0 1 1-16,-4 2-1 16,-1 1-1-16,-3 2 0 15,-1-2 1-15,-1 0 1 16,0 1 2-16,-1-2-3 15,0-4 1-15,0-1-1 16,0-2 0-16,0-5-1 0,0-1 2 16,0-2-2-16,0-2 3 15,-2 0 0-15,2 0 0 16,-1-4-2-16,0-3 3 16,1-3-2-16,0-2-1 15,0-3 0-15,0 1 0 0,2-2-1 16,1 2 1-16,1-1-1 15,0 0 1-15,-2-1 0 16,1 1 0-16,-1 1 0 16,2-2 0-16,-4 1-1 0,0-1-3 15,0 1 1-15,0-2 0 16,0-2 2-16,-3 3 2 16,-4-2-1-16,2-1 1 15,-5 1 2-15,1 1 2 16,1 3 0-16,-4 0 3 15,2 2-1-15,-1 2-1 16,-1 3-4-16,1 0-3 0,-1 1 1 16,-1 1 0-16,0 1 0 15,-3 2 0-15,3 2-1 16,-5 0 1-16,5 0 1 16,1 7-2-16,-1 3-16 0,4-3-25 15,0 0-71-15</inkml:trace>
  <inkml:trace contextRef="#ctx0" brushRef="#br0" timeOffset="143865.76">18196 16666 112 0,'13'0'3'0,"3"-1"1"0,-1-7-4 0,1-1-102 0</inkml:trace>
  <inkml:trace contextRef="#ctx0" brushRef="#br0" timeOffset="144051.23">18242 16695 272 0,'0'0'5'16,"0"0"-4"-16,0 0 4 15,0 0-3-15,0 0 6 16,0 0 0-16,37 5-4 16,-12-5-1-16,4-2-18 0,3-8-82 15</inkml:trace>
  <inkml:trace contextRef="#ctx0" brushRef="#br0" timeOffset="145368.13">18111 17555 155 0,'0'0'2'0,"0"0"-2"0,0 0-6 0,0 0 0 15,0 0 6-15,0 0 4 0,0 0 12 16,0 0 10-16,0 0-1 16,-36 0-7-16,31 0-12 15,1 0-5-15,0 0 1 16,-2 0 2-16,2 0-2 15,0 0 0-15,-2 0-1 0,3 0 0 16,1 0-2-16,-3 0 2 16,2 0 0-16,0 0 2 15,1 0-2-15,1 3-1 16,-1-1 1-16,-1 0-1 16,1 1 2-16,1-1-1 0,1 1 1 15,0 4 1-15,0-2-3 16,0 4 3-16,0 1-1 15,0 0-2-15,0-1 2 16,3 3-1-16,2 0 2 16,-2 0 1-16,3 2-2 0,1-1 2 15,-2 3-3-15,3 1-1 16,-3 0 1-16,4 4-1 16,-3-1 0-16,1 1 0 15,-3-1 0-15,-1 3 1 16,-1-3-1-16,-2 0 1 15,0 1 0-15,0-1-1 0,0 1 1 16,0-2 0-16,0 1-1 16,0-1 2-16,0-2-4 15,0-1 4-15,0-2-1 16,0-1 2-16,0 1 0 16,0-2 0-16,0-1-1 0,5 0-1 15,-2-1-1-15,1 0 0 16,2-1 0-16,-3 1 1 15,1-2-1-15,2 2 0 16,-2 0 0-16,-1 0 0 0,-1 0 1 16,1 2-1-16,-1 0 0 15,-2-2 0-15,2 1 1 16,-2-1-1-16,1 0 0 16,1-3 0-16,-1 1 0 15,1-1 0-15,1-2 2 0,-3 1-2 16,2-2 0-16,0-1 0 15,0 1 2-15,2-1 0 16,0 0 3-16,1-1 4 16,2-1 2-16,2 1-4 15,2-2-3-15,2 0 0 16,4 0-2-16,0 0 0 0,5-3-2 16,0-3 1-16,1-1-8 15,2-3-17-15,0-5-52 16,0-6-140-16</inkml:trace>
  <inkml:trace contextRef="#ctx0" brushRef="#br0" timeOffset="146470.57">18498 17855 165 0,'4'0'58'0,"0"0"-52"0,0 0 5 15,3 0 4-15,3-2-5 16,1 2-4-16,1-1 9 0,2 0 2 15,0 1-7-15,2 0-2 16,-1 2-3-16,0 3-1 16,1 3-4-16,0 3 0 15,-5 2 0-15,5-1 0 16,-7 1-3-16,0-1-3 16,0 1 0-16,-4-1 1 0,-1-4 0 15,0 1 1-15,-2-5 6 16,-1 0-2-16,-1-1 1 15,0-3-4-15,0 0-1 16,0 0 10-16,0 0-5 0,-3-4-1 16,1-6 0-16,1-2 1 15,0-2-2-15,1 0 1 16,0-4 1-16,0-2-1 16,-1 1 0-16,0 1 0 15,-1-3 0-15,1-1-1 16,-1 2 2-16,-4-1-1 0,-1 2 3 15,0 1 1-15,-2 1 2 16,-5 3-1-16,-1 1-2 16,-2 3 6-16,2 3 2 15,-1 3-3-15,2 2-3 16,-1 2-7-16,5 0-3 0,1 3-27 16,1 3-35-16,4 0-80 15</inkml:trace>
  <inkml:trace contextRef="#ctx0" brushRef="#br0" timeOffset="147061.26">18994 17702 227 0,'0'0'7'0,"0"0"9"0,0 0-7 15,0 0-3-15,0 0-2 16,0 0-2-16,0 0 1 15,0 0 1-15,-38-19-1 0,24 26-1 16,1 5-1-16,-1 1-1 16,1 2 1-16,2 2-1 15,0 1 0-15,6-2-1 16,0 1 1-16,5-4-2 16,0 0-2-16,2-1 0 0,7-3 4 15,4-1 0-15,0-2 2 16,3 0 2-16,-1-2 0 15,1 3 5-15,-3-4 0 16,0 1-4-16,0 1-4 16,-3-1-1-16,1 0 0 0,-6 2 1 15,1 0-1-15,-4 1 0 16,0-2-1-16,-2 2 0 16,0 2 2-16,0-2-1 15,0-1-1-15,-7 1 2 16,1-3 0-16,-7 2 7 0,2-2 7 15,-3 0-5-15,1-1 0 16,-1 0-6-16,2-2-4 16,4 1 1-16,2-2-4 15,4 0-27-15,1 0-63 16</inkml:trace>
  <inkml:trace contextRef="#ctx0" brushRef="#br0" timeOffset="147502.72">19136 17940 251 0,'0'0'26'0,"0"0"-6"0,0 0-7 0,0 0-8 15,0 0-4-15,0 0-4 16,0 0 3-16,0 0 2 16,0 0-2-16,0 47 1 15,0-33-1-15,0-1 0 0,0 0 0 16,3-3 2-16,2-2-3 16,3-2-6-16,-2-2 7 15,5-4 2-15,0 0-1 16,1 0-1-16,0-7 2 15,1-1-1-15,-4-2 0 16,1-3 2-16,-3 2 3 0,-2-1 9 16,-4-1 1-16,-1 1 2 15,0-1-2-15,-3 3-3 16,-7 0-8-16,-2 1-3 16,0 5 5-16,-3 4-1 15,0 0-7-15,-2 3-20 16,-1 6-18-16,1-1-14 0,2-1-75 15</inkml:trace>
  <inkml:trace contextRef="#ctx0" brushRef="#br0" timeOffset="147843.25">19415 17826 209 0,'0'0'2'0,"0"0"13"0,0 0 18 0,47-7-12 0,-30 3 3 16,-2 0-8-16,2 1-2 16,2-1-2-16,1 0-3 0,0 1-4 15,2-1-4-15,-1 1-1 16,0-2-8-16,-4-2-15 16,-2-1-26-16,-5 1-91 15</inkml:trace>
  <inkml:trace contextRef="#ctx0" brushRef="#br0" timeOffset="148091.73">19534 17662 324 0,'0'0'22'16,"0"0"-19"-16,0 0 2 15,0 0 10-15,2 37 18 16,2-16-6-16,0 3 1 16,2 2-21-16,0 5-6 0,3-3-1 15,-3-1 0-15,2-4-8 16,0-1-49-16,0-5 2 16,3-8-21-16,0-4-117 15</inkml:trace>
  <inkml:trace contextRef="#ctx0" brushRef="#br0" timeOffset="148389.97">19901 17496 332 0,'0'0'1'0,"0"0"0"15,-3 47 1-15,3-18 0 16,0 4 2-16,1 4-1 16,8 4-1-16,-2-4 0 15,4 1-1-15,-1-5 0 16,2-5-1-16,1-3-14 0,-3-8-26 15,0-6-35-15,1-7-55 16</inkml:trace>
  <inkml:trace contextRef="#ctx0" brushRef="#br0" timeOffset="148604.32">20076 17734 302 0,'0'0'61'0,"0"0"-61"16,0 0 0-16,0 0 2 15,48-21-2-15,-29 16 2 16,3-1-3-16,3-1 0 16,2 0-23-16,-1 2-7 0,2-2-29 15,0-3-99-15</inkml:trace>
  <inkml:trace contextRef="#ctx0" brushRef="#br0" timeOffset="149045.68">20477 17652 276 0,'0'0'-1'16,"0"0"2"-16,0 0 0 15,0 0 3-15,36 0 8 0,-24 0 11 16,-2 0-7-16,2 0-7 16,0 4-4-16,1 5-4 15,-2-1-1-15,2 4-3 16,-6 1-9-16,1 0 1 16,0 0 1-16,-4-1 1 0,-1-1-7 15,-1-2 11-15,-2-4 3 16,0-2 1-16,0-2-2 15,0-1 3-15,0 0 9 16,0-4-5-16,0-3-4 16,-2-5 0-16,1-3 1 0,-1 1 0 15,0-2 0-15,-2-4 2 16,-1-1 9-16,2 0 3 16,-3-2 1-16,-1-1-2 15,-1 4-2-15,-3 0-6 0,-1 5-3 16,-2 1 2-16,0 5-3 15,2 3-3-15,-2 2-6 16,3 4-10-16,-1 0-6 16,5 3-26-16,2 0-65 15</inkml:trace>
  <inkml:trace contextRef="#ctx0" brushRef="#br0" timeOffset="149322.29">20762 17440 286 0,'0'0'4'0,"0"0"11"0,49 19 11 0,-29-6-11 16,-2 5-1-16,2 5-3 15,-2 4-5-15,-1 3-2 16,-4 3-3-16,-2 0 0 16,-6 4 0-16,-4 1-3 15,-1-1-13-15,-14 1-17 0,-8-5-27 16,-13-1-184-16</inkml:trace>
  <inkml:trace contextRef="#ctx0" brushRef="#br0" timeOffset="149729.93">19817 17456 278 0,'0'0'-22'16,"-41"11"23"-16,23 1 0 0,0 6 5 15,-2 9 1-15,5 10 3 16,3 10 0-16,5 4-4 16,7 3-1-16,2 3 0 15,16 3-3-15,10-4-1 16,9-5-2-16,8-4-9 0,9-7-27 16,6-9 12-16,7-9-80 15,9-12 37-15</inkml:trace>
  <inkml:trace contextRef="#ctx0" brushRef="#br0" timeOffset="150170.64">21072 17567 188 0,'0'0'24'0,"0"0"8"0,0 0-11 15,0 0-4-15,0 0 8 16,0 0-13-16,0 0 5 16,0 0-2-16,0 0 9 15,21 1-2-15,-5-1-9 0,7-3-8 16,-1-4-3-16,4-3-3 15,0 3 0-15,1 1-10 16,-2-1-16-16,-3-1-9 16,-1 4-23-16,-6-1-94 15</inkml:trace>
  <inkml:trace contextRef="#ctx0" brushRef="#br0" timeOffset="150547.82">21094 17651 179 0,'0'0'5'0,"0"0"29"16,0 0-8-16,52 46-11 15,-36-28-8-15,1 0-4 16,0-1-2-16,2-2 0 16,-5-2-1-16,2-1 1 15,-3-5 1-15,1-6-2 0,-2-1 2 16,2 0-1-16,-3-7 0 16,-4-3 1-16,2-4 9 15,-4-3 17-15,-1-3 0 16,2-2-12-16,-4-3-9 15,1 1-5-15,1 1-4 0,0 3-15 16,-2 3-11-16,0 6 1 16,-1 5-17-16,0 5-58 15</inkml:trace>
  <inkml:trace contextRef="#ctx0" brushRef="#br0" timeOffset="150725.5">21464 17770 333 0,'0'0'0'0,"0"0"3"15,0 0-1-15,28 41-1 16,-21-33-1-16,0 0-2 16,0-4-16-16,-3-3-25 15,-2-1-79-15</inkml:trace>
  <inkml:trace contextRef="#ctx0" brushRef="#br0" timeOffset="150974.78">21481 17474 290 0,'0'0'-10'15,"0"0"14"-15,41 12 9 16,-21 3-3-16,0 7 0 16,1 3-3-16,1 5 1 0,1 4-2 15,-2 2-2-15,-3-1-2 16,-8-1-2-16,-5-1-7 16,-5-5-20-16,-3-4-34 15,-13-7-84-15</inkml:trace>
  <inkml:trace contextRef="#ctx0" brushRef="#br0" timeOffset="151222.69">21002 17491 316 0,'0'0'21'15,"-35"26"-14"-15,19-2 6 0,5 14 7 16,5 5-1 0,6 5-14-16,0 2 0 0,17-1-2 15,8-3 6-15,8-5-4 16,8-7-3-16,3-8-25 16,6-9-37-16,-3-10-24 15,6-7-152-15</inkml:trace>
  <inkml:trace contextRef="#ctx0" brushRef="#br0" timeOffset="151529.26">21720 17398 323 0,'0'0'3'15,"0"0"11"-15,0 0-6 0,0 0-3 16,0 0 2-16,0 0-4 16,0 0-3-16,0 0 0 15,-6 10 1-15,7 5-1 16,-1 4 0-16,0-1 1 16,0-2-1-16,0-2 1 0,0-4 0 15,5-1-1-15,3-4 2 16,5-2-1-16,5-3-1 15,5 0 1-15,5-6-3 16,3-11-37-16,2-2-85 16</inkml:trace>
  <inkml:trace contextRef="#ctx0" brushRef="#br0" timeOffset="152091.45">21842 17227 48 0,'0'0'11'0,"0"0"-9"16,48-18 23-16,-37 13 3 16,0 0 7-16,-2 1 3 0,-2 1-4 15,-2 1-11-15,-2 2-5 16,1 0-11-16,-2 0-5 16,0 0-1-16,-1 7-1 15,1 4 2-15,0 4-1 16,2 2 0-16,0 2-1 0,2 5 0 15,4 1 1-15,1 2 1 16,2 0-1-16,3 2 0 16,0 2 0-16,2 0 0 15,2 2-1-15,-4-2 1 0,0 3-1 16,-4 0 0-16,-1-3 4 16,-2-1 3-16,-2 0 5 15,-2 0-2-15,-3-2-4 16,0 1-3-16,-2-2 1 15,0-2-3-15,-2 2 0 16,-5-4 0-16,-4 0-1 0,-2-1 1 16,-1-3-1-16,-3-5 0 15,-1 1 1-15,-5-4 0 16,-6-4 3-16,-4 0-4 16,-7-4-22-16,-7-3-109 15</inkml:trace>
  <inkml:trace contextRef="#ctx0" brushRef="#br0" timeOffset="153287.21">22322 17487 72 0,'18'-3'19'0,"-1"-4"14"0,0 2 8 0,1-1-3 16,3 2-10-16,-3 0-9 15,4-2 1-15,-3 1-2 0,3 1-7 16,-5 1-6-16,2-1-4 15,-4 1-1-15,-1 0-4 16,-3 1-26-16,-5-3-29 16,-4 2-50-16</inkml:trace>
  <inkml:trace contextRef="#ctx0" brushRef="#br0" timeOffset="153492.78">22475 17381 272 0,'0'0'5'15,"0"0"3"-15,-1 42 5 16,1-18-5-16,0 4-5 0,4 5-2 16,3-1 1-16,4 1-2 15,-4-4-15-15,1-7-58 16,1-8-116-16</inkml:trace>
  <inkml:trace contextRef="#ctx0" brushRef="#br0" timeOffset="153791.79">22853 17247 163 0,'0'0'141'0,"0"0"-136"16,0 0-5-16,9 55 1 15,-4-27-1-15,0 3 1 16,1-2-1-16,-1 1 0 15,1-3 0-15,0-4-1 16,0-1-5-16,1-4-16 0,-1-8-23 16,0-3-70-16</inkml:trace>
  <inkml:trace contextRef="#ctx0" brushRef="#br0" timeOffset="154012.51">23066 17369 304 0,'0'0'5'0,"0"0"-3"16,0 0 6-16,0 0-4 16,47-1-4-16,-32-1 0 15,2-2 1-15,2 0-1 16,3-2-5-16,1-1-24 15,-3-3-39-15,3-1-88 0</inkml:trace>
  <inkml:trace contextRef="#ctx0" brushRef="#br0" timeOffset="154418.96">23328 17258 297 0,'0'0'1'0,"0"0"2"16,0 0 0-16,46-7 0 16,-30 7 1-16,0 0 2 15,1 1 2-15,-2 8-3 0,0 4-4 16,-3 0-1-16,-2 0 0 16,1 1-1-16,-6-3-3 15,-1-2-1-15,0-3 5 16,-4-3 0-16,1-1-1 15,-1-2 0-15,0 0 2 0,0-7 5 16,0-2-2-16,-1-5 2 16,-3-3-2-16,0 0 1 15,-1-4-3-15,-1 1 0 16,-1-1-3-16,-2-1 2 16,-1 1-1-16,-1 1 0 0,-2 5 1 15,1 1-2-15,-2 3 0 16,2 4 2-16,-1 6-1 15,0 1-1-15,0 0-7 16,-1 7-10-16,1 6-9 16,-2 0-14-16,3-2-53 0</inkml:trace>
  <inkml:trace contextRef="#ctx0" brushRef="#br0" timeOffset="154759.37">23517 17058 306 0,'0'0'2'0,"38"0"3"0,-16 0 6 0,0 0-2 15,-2 10-4-15,-1 3-3 16,-4 7-1-16,0 6 0 16,-3 6-1-16,-1 6 2 15,-5 5-1-15,-2 5-2 16,-4 2-7-16,0 2-18 0,-5-5-23 15,-10-4-72-15</inkml:trace>
  <inkml:trace contextRef="#ctx0" brushRef="#br0" timeOffset="155114.47">22905 17172 262 0,'0'0'-4'15,"-43"8"10"-15,26 2 16 16,1 6-10-16,5 11-8 16,1 7-1-16,5 7 1 15,5 6 0-15,0 7 1 0,5 3-1 16,12-3-3-16,6-4 0 16,9-3-3-16,5-8-14 15,9-12-22-15,4-8-39 16,7-13-32-16</inkml:trace>
  <inkml:trace contextRef="#ctx0" brushRef="#br0" timeOffset="155527.85">23963 17112 124 0,'0'0'10'0,"0"0"7"16,0 0 7-16,0 0-1 16,0 0 10-16,0 0-2 15,0 0-7-15,0 0-4 16,0 0-7-16,19-4-10 0,-8 1-1 16,5 2-1-16,2-2 0 15,4 0-1-15,2-3 0 16,3 2 0-16,0 0-1 15,-1-1-5-15,0 0-15 16,-3-1-25-16,-5 0-72 16</inkml:trace>
  <inkml:trace contextRef="#ctx0" brushRef="#br0" timeOffset="155876.17">23985 17156 258 0,'0'0'-8'0,"0"0"19"0,0 0-5 16,42 30-2-16,-24-16-3 16,3 5 1-16,2-1-2 15,-5 1 1-15,0-1-1 16,0-1 0-16,-2-6 1 15,-3-1-1-15,-4-4 0 0,0-4 1 16,-4-2 13-16,1 0 4 16,-5-10 17-16,1-5 1 15,-2-2-3-15,0-3 1 16,1-4-23-16,0 0-5 16,2 1-5-16,3-2-3 15,3 1-16-15,2 2-45 0,2 4 7 16,1 5-28-16,-2 5-94 15</inkml:trace>
  <inkml:trace contextRef="#ctx0" brushRef="#br0" timeOffset="156182.41">24373 17251 240 0,'0'0'38'16,"0"0"-33"-16,0 0-8 15,0 0-2-15,0 0 6 0,0 0-3 16,0 0 2-16,0 0 1 16,0 0-1-16,23 7-1 15,-23-4 1-15,0 3-3 16,0 1 0-16,0-1 3 16,0 1 4-16,0 0 2 0,0-1-2 15,0-2 7-15,0 0 3 16,3-4 4-16,6 0 8 15,3 0-1-15,5 0-3 16,0 0-12-16,5-8-9 16,-1-1 0-16,1-4-22 0,-3-2-30 15,-5-5-50-15</inkml:trace>
  <inkml:trace contextRef="#ctx0" brushRef="#br0" timeOffset="156459.96">24518 16950 209 0,'0'0'38'0,"0"0"-35"15,54 4 24-15,-35 1-7 16,4 5-4-16,-4 5 1 15,-1 2-6-15,-1 5-3 16,-3 3-5-16,-6 2-1 16,-3 3-4-16,-5 1 2 0,0 1-1 15,-3 2 1-15,-10 1-9 16,-2-2-7-16,-7-2-20 16,-4-4-64-16</inkml:trace>
  <inkml:trace contextRef="#ctx0" brushRef="#br0" timeOffset="156765.13">23893 17051 221 0,'0'0'2'0,"0"0"12"15,-43 47-2-15,36-21 0 16,1 6-6-16,6 5-2 16,4 4 4-16,10 2-2 0,6-3-2 15,9-3-1-15,6-3-2 16,6-7-1-16,2-7-10 15,3-10-26-15,3-10-64 16</inkml:trace>
  <inkml:trace contextRef="#ctx0" brushRef="#br0" timeOffset="157093.18">24653 16805 316 0,'0'0'3'16,"0"0"-2"-16,0 0 1 16,0 0-1-16,38-24-1 0,-32 24 0 15,-4 9-1-15,-2 6-3 16,0 4-5-16,-4 5 9 15,-4-2-1-15,-2 1 1 16,4-7 1-16,3-3 1 16,3-6 3-16,0-3 1 0,7-4 2 15,13 0 7-15,7-4-7 16,5-10-6-16,10-5-2 16,4-7-36-16,1-6-155 15</inkml:trace>
  <inkml:trace contextRef="#ctx0" brushRef="#br0" timeOffset="158267.97">17804 18331 127 0,'0'0'17'0,"0"0"-3"0,5 0-10 0,4-2 0 15,-1-3 0-15,0 2-3 16,3-1-1-16,-3 1-1 16,2 0 2-16,4 1-1 0,1-1 0 15,7 1 7-15,3-1 2 16,6-3-5-16,7-1 1 15,4-3 0-15,8-1 2 16,4-2-3-16,1-3-2 0,3 1 0 16,0-2 1-16,0-1 2 15,-1 3-3-15,-4-2 0 16,0 4 1-16,-1 1 5 16,-7 0 3-16,2 2 3 15,-7 0-8-15,-1-1 2 16,-7 4-6-16,-6-2-2 0,-3 4-2 15,-11-1-32-15,-9 3-59 16</inkml:trace>
  <inkml:trace contextRef="#ctx0" brushRef="#br0" timeOffset="158544.75">18111 18304 49 0,'0'0'215'0,"0"0"-226"0,37-3 13 0,-8-5 0 15,5-1 5-15,5-2 1 0,3-2 3 16,7 0 3-16,-1-3-3 15,6-1-8-15,3 0-1 16,-1 0-3-16,-1 2-30 16,-3-1-71-16,-5 5-77 15</inkml:trace>
  <inkml:trace contextRef="#ctx0" brushRef="#br0" timeOffset="158914.51">18453 18635 208 0,'0'0'3'0,"0"0"4"16,0 0 22-16,54-17-15 15,-33 8-8-15,1 1-4 0,1-1-1 16,2 1-2-16,-6-2-45 16,-4 1-69-16</inkml:trace>
  <inkml:trace contextRef="#ctx0" brushRef="#br0" timeOffset="159050.31">18643 18641 283 0,'0'0'6'0,"0"0"-11"16,0 0 11-16,0 0-5 16,51-1-16-16,-29-11-57 0,2-5-121 15</inkml:trace>
  <inkml:trace contextRef="#ctx0" brushRef="#br0" timeOffset="159429.22">18958 18504 165 0,'0'0'101'0,"0"0"-93"16,0 0-10-16,0 0 5 15,0 0-2-15,40 26 1 16,-27-15-1-16,-2 4 0 0,1 3 0 16,2 0-1-16,-1 2 2 15,-1-1-1-15,0-1 0 16,0-2-1-16,-4-3 0 15,0-3 0-15,-4-1 0 16,0-5 1-16,-2-1-1 0,-2-3 0 16,0 0 6-16,0-1 23 15,0-7-24-15,-4-4-1 16,0-2-4-16,-1-3 1 16,-1-6-2-16,1 0 1 15,0-4 0-15,-3 0-4 16,3-3 3-16,-6 2 2 0,2 1-1 15,-2 4 0-15,-1 2 0 16,-1 7 0-16,-1 1-1 16,1 3-14-16,-4 3-51 15,5 0-176-15</inkml:trace>
  <inkml:trace contextRef="#ctx0" brushRef="#br0" timeOffset="159747.12">19085 18329 279 0,'0'0'-10'0,"0"0"12"0,0 0 5 16,51-38-4-16,-37 34-1 0,1 2 0 15,-1 2 2-15,-1 0-4 16,-1 6 0-16,-5 5-5 15,1 4-7-15,-6 0-20 16,-2 2 5-16,0 0 12 16,0-2 10-16,-6-2 5 15,0-4 13-15,3-2 18 0,-1-2-4 16,4-4-9-16,0-1-3 16,4 0-6-16,9 0-4 15,3-7 0-15,4-5-5 16,5-1-10-16,0-3-72 15</inkml:trace>
  <inkml:trace contextRef="#ctx0" brushRef="#br0" timeOffset="160154.01">19571 18324 135 0,'0'0'-11'0,"0"0"-6"16,0 0-52-16,-48 11 64 16,35-5 56-16,-1 2-10 0,4-1 4 15,3 3-5-15,-1 0-24 16,6-1-11-16,2 1-2 16,0 0-5-16,0 0 4 15,4-2-2-15,6 2 3 16,-3-1 3-16,3 0 7 0,2 0-3 15,0-2-5-15,0 3-2 16,-2-3 0-16,0 3-1 16,-1-3-1-16,-3 2 0 15,-3-2-1-15,0 0 0 16,-3 0 2-16,0 2-1 0,-6-1 3 16,-4 2-3-16,-1-3 1 15,-5 2-1-15,0-2 2 16,-1-1-1-16,3-1-2 15,1 1 0-15,6-3 0 16,-1-3-17-16,6 0-71 0</inkml:trace>
  <inkml:trace contextRef="#ctx0" brushRef="#br0" timeOffset="160509.21">19665 18531 203 0,'0'0'2'0,"0"0"2"0,0 0-1 0,-13 46 0 16,13-35-2-16,0 2 1 15,10-3 4-15,-1-2 4 16,2-1 4-16,3-4-1 15,0-3-6-15,3 0 0 16,-4 0 1-16,-2 0 1 16,-1-6-2-16,0-1 0 0,-6-1-2 15,-2-1 4-15,-2-2 7 16,0 1-2-16,-6 0-1 16,-6 0-8-16,-3 0-4 15,-4 4-1-15,0 4-4 0,1 2-12 16,-2 0-3-16,3 0-28 15,5 0-87-15</inkml:trace>
  <inkml:trace contextRef="#ctx0" brushRef="#br0" timeOffset="160772.48">19916 18450 319 0,'0'0'6'0,"0"0"-1"16,0 0 2-16,0 0 6 16,47-10-7-16,-31 6-2 0,1 0-1 15,4-2-5-15,-2 0-2 16,2-1-7-16,-3 0-8 15,0 0-10-15,-5-2-40 16,-4-1-69-16</inkml:trace>
  <inkml:trace contextRef="#ctx0" brushRef="#br0" timeOffset="160957.54">19977 18288 336 0,'0'0'3'16,"0"0"-5"-16,0 0 6 16,0 53-1-16,5-30-2 15,5-1-1-15,0 1 0 16,-1-5-8-16,0-5-31 16,4-4-79-16</inkml:trace>
  <inkml:trace contextRef="#ctx0" brushRef="#br0" timeOffset="161405.18">20322 18341 235 0,'0'0'2'15,"0"0"18"-15,0 0 2 16,47 11-10-16,-31-5-1 16,1 1-2-16,-1 0 0 15,0 0-2-15,-1 0-1 0,0 1-3 16,-3-1-2-16,-2 0-1 16,-2-2 1-16,-2 0-1 15,-1-3-1-15,-3 0-1 16,-1-1 0-16,0-1 0 15,-1 0 3-15,0 0 2 16,0-7 1-16,0-4-2 0,-4-2 2 16,-1-3-2-16,-6-1-2 15,1-4 0-15,-2 0 0 16,-2-3 0-16,-1-1 1 16,-1 0 0-16,0 3 4 15,-2 0 2-15,0 8-4 0,-2 5-2 16,0 5-3-16,1 4-13 15,2 1-15-15,2 12-12 16,3 1-18-16,4-2-61 16</inkml:trace>
  <inkml:trace contextRef="#ctx0" brushRef="#br0" timeOffset="161718.99">20775 18116 279 0,'0'0'16'0,"0"0"-7"0,-48 0 10 0,33 13-10 16,-1 7-6-16,2 4-3 15,2 7 2-15,5 5-1 16,1 0 3-16,5 3 1 16,1-3-2-16,1-1-4 0,10-3 0 15,2-5 0-15,2-3-9 16,3-6-8-16,0-7-17 16,1-5-24-16,-2-6-67 15</inkml:trace>
  <inkml:trace contextRef="#ctx0" brushRef="#br0" timeOffset="161918.29">20828 18329 276 0,'0'0'2'0,"0"0"-2"16,0 0 3-16,0 0-1 15,11 43 0-15,-5-32-2 16,1-3 0-16,-1-1 0 16,1-2-21-16,0-5-73 0</inkml:trace>
  <inkml:trace contextRef="#ctx0" brushRef="#br0" timeOffset="162138.01">20943 18319 331 0,'0'0'3'16,"0"0"5"-16,0 0-3 0,0 0-3 16,54-14-1-16,-34 11 0 15,1-1-1-15,4 1 0 16,0-1-3-16,1 0-8 15,0-5-36-15,-3 2-120 16</inkml:trace>
  <inkml:trace contextRef="#ctx0" brushRef="#br0" timeOffset="162409.12">21311 18224 345 0,'0'0'4'15,"0"0"-4"-15,0 0 1 16,0 0 1-16,0 0-1 16,0 0 0-16,0 0 0 15,0 0 0-15,44 9 0 0,-36-2-1 16,0-3-1-16,-1 2-9 16,-2-2-2-16,-1-3 2 15,-3-1 6-15,-1 0 3 16,0 0 3-16,0-5-1 15,0-5 0-15,0-4 1 0,0-4-2 16,0-3-15-16,4-4-80 16</inkml:trace>
  <inkml:trace contextRef="#ctx0" brushRef="#br0" timeOffset="162636.23">21602 18088 229 0,'0'0'51'0,"0"0"-51"16,0 0 1-16,41-3 0 16,-26-1 1-16,2 0 0 15,0-1 3-15,3 2-3 16,0-1-2-16,-1 0-7 15,-2-2-56-15,-4-2-160 0</inkml:trace>
  <inkml:trace contextRef="#ctx0" brushRef="#br0" timeOffset="162950.37">21655 18048 308 0,'0'0'10'16,"0"0"-9"-16,0 0-4 16,0 0 7-16,0 0 2 0,25 43 5 15,-9-26-1-15,2 1-2 16,6 1 0-16,-3-1-8 16,0-1 2-16,-2-4-2 15,1-2 0-15,-5-5 1 16,-1-2-1-16,-6-1 0 0,0-3 1 15,-4 0 0-15,-1-5 8 16,-2-4 17-16,-1-6-14 16,0-1-11-16,0-4-6 15,2-1-23-15,0-4-9 16,1 1-20-16,2 0-99 0</inkml:trace>
  <inkml:trace contextRef="#ctx0" brushRef="#br0" timeOffset="163091.51">21980 18129 265 0,'0'0'4'0,"0"0"-1"15,19 43 0-15,-11-33-3 16,-1-4 0-16,-1-1-24 16,0-5-68-16,-3 0-40 15</inkml:trace>
  <inkml:trace contextRef="#ctx0" brushRef="#br0" timeOffset="163255.99">22136 18024 289 0,'0'0'-14'0,"0"0"14"16,50 50-18-16,-31-33-64 15,-2-3-91-15</inkml:trace>
  <inkml:trace contextRef="#ctx0" brushRef="#br0" timeOffset="163604.2">22896 18009 281 0,'0'0'41'0,"0"0"-29"16,0 0-13-16,0 0-9 0,0 0-29 15,0 0-92-15</inkml:trace>
  <inkml:trace contextRef="#ctx0" brushRef="#br0" timeOffset="165269.16">23119 17712 198 0,'0'0'27'0,"0"0"-15"0,2 0 8 0,7-1 8 16,4-4-9-16,2 1-11 15,5-2-3-15,2-2-2 16,3 3-2-16,4-2-1 15,1 1-2-15,-2-1-36 16,-4-1-72-16</inkml:trace>
  <inkml:trace contextRef="#ctx0" brushRef="#br0" timeOffset="165454.24">23185 17769 39 0,'0'0'246'16,"0"0"-249"-16,0 0-2 16,0 0 5-16,53-6 3 0,-25-1-3 15,4-2-2-15,4-1-12 16,-2 0-38-16,1-1-75 16</inkml:trace>
  <inkml:trace contextRef="#ctx0" brushRef="#br0" timeOffset="165689.96">23266 17767 310 0,'0'0'13'0,"0"0"3"15,0 0-10-15,0 0 1 16,0 0-7-16,41-13 0 16,-14 6 0-16,1 1-27 0,3-1-17 15,0-1-32-15,-3-1-104 16</inkml:trace>
  <inkml:trace contextRef="#ctx0" brushRef="#br0" timeOffset="172736.09">11484 5928 85 0,'0'0'4'0,"0"0"-1"0,0 0 1 0,0 0-3 16,0 0-1-16,0 0 2 16,0 0-2-16,0 0 0 0,-27 22 0 15,19-15-2-15,-1-1-17 16</inkml:trace>
  <inkml:trace contextRef="#ctx0" brushRef="#br0" timeOffset="173120.26">11385 5983 59 0,'0'0'0'16,"0"0"1"-16,0 0-1 0,0 0 1 15,0 0-1-15,0 0-3 16,0 0 16-16,0 0-3 16,27-11-3-16,-22 18-1 15,0 0-1-15,1 0-5 16,0 3 1-16,0-2 0 0,0 1-1 16,-2-2 1-16,1 0 1 15,1-5 9-15,-1 0 9 16,4-2 7-16,0 0 4 15,4-9-3-15,3-6-6 16,3-3 1-16,4-8-7 0,6-5-4 16,1-5-4-16,5-2 0 15,-1-4 0-15,4 0-5 16,0-1-2-16,-2 3 0 16,-1 1 0-16,-6 7-2 15,-4 9-10-15,-7 7-33 16,-9 9-48-16,-9 7-18 0</inkml:trace>
  <inkml:trace contextRef="#ctx0" brushRef="#br0" timeOffset="173419.21">11419 6085 170 0,'0'0'13'0,"0"0"17"0,0 0-16 0,0 0 6 0,0 0 18 16,21-39-19-16,10 6-7 15,11-10-3-15,16-11-1 16,14-9-5-16,14-9-2 16,7-10-33-16,2-5-128 15</inkml:trace>
  <inkml:trace contextRef="#ctx0" brushRef="#br0" timeOffset="174762.66">21199 5742 129 0,'0'0'31'0,"0"0"-9"0,0 0 4 0,0 0-10 15,0 0-8-15,0 0-2 16,0 0-6-16,41-29-1 15,-36 38-4-15,0 5 4 0,3 3 1 16,-1 6 0-16,1 1 0 16,1 3 3-16,-2 0-2 15,3 0-1-15,-3-4 2 16,1-2-2-16,0-3 1 16,-1-4-1-16,-2-4 0 15,-1-4 1-15,-2 0-1 0,-1-3 1 16,0-3 1-16,0 0 3 15,2 0 9-15,2-9-7 16,3 2-4-16,1-4-2 16,3 1 1-16,3 0-1 15,1 1-2-15,1 3 1 16,3 1-2-16,-4 1 2 0,0 2 0 16,-1 1 0-16,-4 1-1 15,2 0 1-15,-4 0 0 16,-2 1-1-16,-2 2-24 15,-1-2-49-15,-4-1-39 0</inkml:trace>
  <inkml:trace contextRef="#ctx0" brushRef="#br0" timeOffset="174978.2">21388 5828 210 0,'0'0'7'0,"0"0"0"0,46-14-2 0,-24 4 1 0,3 3-4 16,-1-2-1-16,-1 0 0 16,-4 0-12-16,-7 3-38 15,-6-1-33-15</inkml:trace>
  <inkml:trace contextRef="#ctx0" brushRef="#br0" timeOffset="175126.45">21382 5747 109 0,'0'0'27'0,"0"0"2"0,0 0 8 16,0 0-15-16,0 0-10 15,6-44-12-15,16 33 3 16,5-3-3-16,4-2-63 15</inkml:trace>
  <inkml:trace contextRef="#ctx0" brushRef="#br0" timeOffset="175373.34">21752 5740 155 0,'0'0'6'16,"0"0"5"-16,0 0 7 16,0 0-2-16,46 17-7 15,-30-10-1-15,4 0 0 0,-1 2-4 16,2 0-1-16,2-1-1 16,-1-1 0-16,-4 0 0 15,-1 0-3-15,-5-1-13 16,-2-2-39-16,-7-2-26 15</inkml:trace>
  <inkml:trace contextRef="#ctx0" brushRef="#br0" timeOffset="175572.63">21895 5736 186 0,'0'0'9'16,"0"0"22"-16,0 0-16 15,0 0-20-15,0 0 0 16,-42 43 3-16,28-18 2 16,0 5 2-16,-2 1-1 0,1 1 2 15,1 0-1-15,0-1-20 16,4-6-67-16</inkml:trace>
  <inkml:trace contextRef="#ctx0" brushRef="#br0" timeOffset="175877.76">22006 5670 224 0,'0'0'-28'0,"0"0"51"16,0 0-28-16,0 0 0 0,0 0 1 16,7 50 8-16,-1-27-1 15,1 1-1-15,2 3 0 16,0 0-1-16,0 1 1 16,-4-2 2-16,1 1 0 15,-3-3-2-15,-3-1-9 16,0-2-27-16,0-5-33 0,-6-5-21 15</inkml:trace>
  <inkml:trace contextRef="#ctx0" brushRef="#br0" timeOffset="176170.42">22059 5702 122 0,'0'0'0'16,"40"-16"2"-16,-17 9 2 0,0 3-2 15,0 2 2-15,1 1 2 16,-8 1 3-16,2 0 2 16,-6 1 3-16,-1 7-10 15,-7 3-5-15,-4 2-1 0,0 2 4 16,-8 1-3-16,-9 0 12 15,-5-1-6-15,-1-1-1 16,1-2-9-16,2-2 7 16,4-3-41-16,3-4-18 15</inkml:trace>
  <inkml:trace contextRef="#ctx0" brushRef="#br0" timeOffset="176576.16">22307 5703 97 0,'0'0'85'15,"0"0"-78"-15,0 0-9 16,0 0 1-16,0 0 2 16,0 0 0-16,44 13 1 15,-31-13 0-15,1 0 1 0,0-1 0 16,3-8-2-16,-2 1 1 15,-1-4 1-15,1 0 5 16,-6-1-3-16,0 1 1 16,-4-2-3-16,-4 4 2 15,-1 0-2-15,-1 3-2 0,-8 3-1 16,-4 4-1-16,-1 0-2 16,-6 3 1-16,2 8 4 15,0 2-1-15,0 2 3 16,4 1-2-16,6-2 0 15,-1-1 0-15,6 0-2 0,3-4 1 16,0 0 1-16,5-2 1 16,7-2 0-16,3-2 3 15,3-2 2-15,3-1-16 16,0 0-48-16,-2-4-61 16</inkml:trace>
  <inkml:trace contextRef="#ctx0" brushRef="#br0" timeOffset="177329.1">22570 5594 145 0,'0'0'12'0,"0"0"20"0,0 0-15 0,0 0-5 0,0 0-5 16,46 4-5-16,-37 5-2 15,1 2 0-15,0 0 1 16,-2 2 0-16,-2-1-1 15,-1-1 2-15,-2-4-4 16,-1-1 2-16,-1-2 0 0,-1-4-3 16,0 0 3-16,0 0 8 15,0 0-5-15,0-7 0 16,-1-3-1-16,1-1 0 16,0-4 1-16,1 1-2 0,6 1 0 15,4 1 0 1,0 0 0-16,-2 2 0 0,3 3-1 15,-1 2 0-15,3 3 1 16,-1 2 0-16,1 0-2 16,-1 0 1-16,0 7-1 15,0 2 1-15,-5 2 0 0,-1 1-5 16,-2-4-51-16,-2-1-50 16</inkml:trace>
  <inkml:trace contextRef="#ctx0" brushRef="#br0" timeOffset="177656.71">22846 5578 201 0,'0'0'-14'0,"0"0"23"16,0 0-10-16,0 0 2 0,0 0 2 15,0 0-2-15,49-21 0 16,-30 14 0-16,3-2 0 15,-6 0-1-15,0 1 0 16,-5 0 1-16,-5 1-1 16,-3 0 1-16,-3 2 11 15,-4 1-4-15,-8 4-5 0,-3 0-3 16,-4 2 3-16,1 6-3 16,-1 2 8-16,5 2-4 15,7 1-3-15,1-3 0 16,6 2-1-16,0-2 2 0,4 1 0 15,9-4-3-15,4 2-20 16,4-6-53-16,1-3-39 16</inkml:trace>
  <inkml:trace contextRef="#ctx0" brushRef="#br0" timeOffset="178049.92">23099 5529 110 0,'0'0'6'0,"0"0"23"15,0 0 1-15,0 0-9 16,0 0-2-16,0 0-9 16,0 0-12-16,0 0-5 0,11-16 5 15,-5 23 2-15,-1 2 0 16,2 1 1-16,-2 1 1 16,-1-3-1-16,1 0 0 15,-4-3-2-15,1-1-3 16,-2-1 0-16,0-3 0 0,0 0 7 15,0 0 2-15,0-4-2 16,0-5-1-16,0-3 0 16,0-2-2-16,2-1-2 15,4-2 1-15,-1 2-1 16,1 0 2-16,0 4 0 16,1 1 3-16,0 4 9 0,0 5-1 15,2 1-5-15,2 0-6 16,-2 3-1-16,1 6-1 15,2 2 4-15,-3-1-2 16,-1 4 1-16,1-3-1 16,-3-1-17-16,-2-1-24 0,-1-6-38 15</inkml:trace>
  <inkml:trace contextRef="#ctx0" brushRef="#br0" timeOffset="178306.19">23284 5284 192 0,'0'0'0'0,"0"0"14"0,0 0-18 0,0 0 5 16,0 0 2-16,11 48 1 15,-5-26-1-15,1 2 0 16,-1-2-1-16,0 2-1 15,2-3 1-15,-1-1-1 16,0-3 0-16,0-2 1 0,-1 1 2 16,0-3-1-16,-3-5-37 15,-3-2-49-15</inkml:trace>
  <inkml:trace contextRef="#ctx0" brushRef="#br0" timeOffset="178520.4">23347 5420 146 0,'0'0'0'16,"0"0"17"-16,46-28 9 15,-23 23-10-15,0 0-4 16,0 4-6-16,1 1-4 0,-6 0-2 16,-1 6 0-16,-6 5-2 15,0 2 0-15,-3 2 0 16,-3 1 4-16,-1-2-7 15,-3 0-41-15,0-7-13 0,-1-2-49 16</inkml:trace>
  <inkml:trace contextRef="#ctx0" brushRef="#br0" timeOffset="179195.73">23670 5245 184 0,'0'0'4'0,"0"0"8"16,0 0-3-16,0 0-6 16,36 0 1-16,-24 0-1 15,2 0 0-15,-1 7-2 16,1 3-1-16,-3 2 0 16,-1 1 0-16,-2 3-1 0,-5-2 1 15,-3 0-1-15,0-2-1 16,-3-1 4-16,-11-2-1 15,1-4 1-15,-3 1 0 16,-1-5 3-16,3-1-4 16,3 0 2-16,2 0-7 0,6-4-5 15,3-6-7-15,0 2-2 16,6 0-11-16,5 0 9 16,2 5 16-16,1 0 4 15,0 3 0-15,1 0 4 16,-1 0 6-16,3 4 6 15,2 2-5-15,2-2 0 0,1-1-2 16,-2-3-2-16,2 0-4 16,-3 0 1-16,-4-6-6 15,-2-5-21-15,-5-3-16 16,-4-5 9-16,-4 0 0 16,0-3 21-16,0-3 9 0,0 3 0 15,-4 0 7-15,1 4 6 16,-1 0 11-16,1 5 22 15,2 6 1-15,-2 5-13 16,2 2-14-16,1 5-26 0,0 12 1 16,3 10 4-16,8 7 2 15,2 6-2-15,4 5-40 16,0 0-63-16</inkml:trace>
  <inkml:trace contextRef="#ctx0" brushRef="#br0" timeOffset="179629.73">23470 6041 158 0,'0'0'-10'0,"0"0"12"0,0 0-2 0,0 0-2 15,0 0-2-15,-44-14 0 16,29 14 5-16,-1 11 9 16,1 1 0-16,4 3-5 15,4 4-3-15,3-1 2 16,4 1-3-16,0-4 1 16,8-2-1-16,5-3 2 0,3-3 4 15,5-5-3-15,-1-2 4 16,3 0-8-16,-1-5-38 15,-3-9-23-15</inkml:trace>
  <inkml:trace contextRef="#ctx0" brushRef="#br0" timeOffset="179851.11">23475 5828 210 0,'0'0'0'16,"0"0"-7"-16,0 0 7 16,11 47 2-16,-4-27 1 15,2 5-1-15,0 1-1 0,0 4 1 16,0 1-1-16,1 0 2 16,-5-1-10-16,-1-3-57 15,-1-6-40-15</inkml:trace>
  <inkml:trace contextRef="#ctx0" brushRef="#br0" timeOffset="180248.92">23645 6023 229 0,'0'0'-8'0,"0"0"10"16,0 0-1-16,0 0 1 15,47-17 0-15,-29 11-1 16,0 2-1-16,-1-3 2 16,-1 1-2-16,-2-4 0 0,-5 3 1 15,-2-2-1-15,-4 1 2 16,-2-2-1-16,-1 3 0 16,0 0-1-16,-3 2-4 15,-6 1-5-15,-2 4 3 16,0 0 1-16,-3 2 2 0,1 8 0 15,-2 3 7-15,3 1 3 16,3 3 1-16,0 0-2 16,4-2 0-16,2 1-3 15,3-2-1-15,0-1 1 16,3-3 0-16,6 0 1 0,4-2 0 16,5-2 2-16,5-6 0 15,4 0-21-15,1 0-24 16,1-10-33-16,2-4-31 15</inkml:trace>
  <inkml:trace contextRef="#ctx0" brushRef="#br0" timeOffset="180477.93">23977 5857 10 0,'0'0'185'0,"0"0"-171"0,0 0 6 16,-44 0-13-16,35 7-6 15,-2 4-2-15,0 2 1 16,4 1 2-16,1 2 0 16,4-2 0-16,1 0-1 15,1-3 1-15,0 0 1 16,7-2-2-16,6-3 2 0,7 0 2 16,5-3 2-16,5-3-37 15,3 0-64-15</inkml:trace>
  <inkml:trace contextRef="#ctx0" brushRef="#br0" timeOffset="180874.67">24268 5838 101 0,'0'0'24'0,"0"0"13"15,-40-11-11-15,22 11-21 0,3 0-2 16,-3 0-1-16,0 8-4 15,0 2 4-15,2 3 2 16,5 1 2-16,3 2-2 16,2-5 0-16,4 2 1 15,2-3-3-15,0 0 0 0,5-4 1 16,3-2 0-16,6-4 3 16,4 0-1-16,2-3 4 15,2-7-3-15,2-1-2 16,-2-4-3-16,-3 0-6 15,-1-1 2-15,-9 4 1 0,-1 1 3 16,-4 3-1-16,-2 3 0 16,-2 4 4-16,0 1 3 15,0 0-10-15,0 3-2 16,0 4 2-16,0 2 2 0,0 2 1 16,2-2 1-16,5 2 0 15,5-4 0-15,0-2-19 16,2-3-59-16,2-2-32 15</inkml:trace>
  <inkml:trace contextRef="#ctx0" brushRef="#br0" timeOffset="181309.24">24443 5767 124 0,'0'0'21'0,"0"0"23"16,0 0-41-16,0 0-5 0,0 0 4 15,0 0 2-15,0 0 2 16,10 46 1-16,1-38-2 16,2-4-1-16,1-1 3 15,3-3-1-15,0 0 0 16,3 0-2-16,-3-7-1 0,-2-3 1 16,0-1-2-16,-3-5-1 15,-2 2 0-15,-3-4 0 16,-2 1 0-16,-2 2-1 15,1 5 1-15,-3 2-2 16,0 5 0-16,-1 3-1 16,0 0-4-16,0 9 1 0,0 3 0 15,0 8 2-15,-2 0 2 16,2 4 1-16,0-1 1 16,0-2 2-16,0 1-2 15,1-4 1-15,4-1 0 0,-3-2 0 16,-1 0-1-16,-1-4 1 15,-1 4 2-15,-12-1-1 16,-9 3 1-16,-8 3 2 16,-6 2-3-16,-7 5-19 15,-5-3-35-15,-7 3-41 16</inkml:trace>
  <inkml:trace contextRef="#ctx0" brushRef="#br0" timeOffset="181501.25">23867 6391 253 0,'0'0'1'0,"0"0"-1"0,55-16-1 0,-19 2 5 0,11-2 0 16,4-2-3-16,6-1 1 15,4 5-1-15,-2 1 1 0,-1 2-2 16,-6 1-22-16,-12 4-116 15</inkml:trace>
  <inkml:trace contextRef="#ctx0" brushRef="#br0" timeOffset="181643.55">24074 6507 198 0,'0'0'-6'15,"0"0"31"-15,0 0-20 16,40 2 0-16,23-17 7 0,22-3-10 15,21-8-53-15,18-4-95 16</inkml:trace>
  <inkml:trace contextRef="#ctx0" brushRef="#br0" timeOffset="195545.51">11174 5459 145 0,'0'0'-30'0,"0"0"39"0,0 0-5 0,0 0-3 16,0 0-4-16,0 0 2 15,0 0-1-15,0 0 2 16,0 0 0-16,0 0 0 16,-5 57 1-16,3-30-2 0,2 8 0 15,-3 12 2-15,2 9 4 16,-1 8 1-16,2 9 2 16,0 8 4-16,0 8-3 15,0 3-1-15,2 6-2 16,8 4 0-16,1-4 0 0,3-4 1 15,1-6-2-15,2-9 2 16,-2-4-3-16,-1-10-11 16,-6-6-33-16,-6-12-19 15</inkml:trace>
  <inkml:trace contextRef="#ctx0" brushRef="#br0" timeOffset="196691.78">11017 5422 48 0,'0'0'1'0,"46"-10"3"0,-17 3 9 0,5 0-5 0,7-2 0 16,1-2-2-16,8 1 2 0,7-4-4 16,8 1-1-16,4-1 0 15,9 0-2-15,7 0 0 16,7 1-1-16,4 3 1 16,3-2-1-16,6 1 0 15,2 1 0-15,7-1 0 0,5-1 1 16,4-3-2-16,8-1 3 15,2-2 7-15,9-1 1 16,4-2-4-16,3-2 4 16,4-1 4-16,5 0 3 15,1-2-3-15,4 2 0 16,2 0-5-16,2 4-6 0,6 3 1 16,-1 7-4-16,2 3 2 15,1 6-2-15,0 1 1 16,1 1-1-16,0 9-1 15,0 2-1-15,5 0-14 16,4-3-14-16,1-5 5 0,2-4 14 16,3-4 10-16,1-12 1 15,-4-8 0-15,-4-4 2 16,0-2 7-16,-2 0 4 16,-1 0-3-16,-6 3-3 0,-1 1-2 15,-3 5-2-15,-6 1-1 16,-10 5 0-16,-5 0-1 15,-3 4 2-15,-11 1 1 16,-5 5 1-16,-7 0-1 16,-6 4-1-16,-10 1-2 15,-7 0 1-15,-8 3-1 0,-8 4 3 16,-13 3-1-16,-4 1 1 16,-5 2 2-16,-7 0 1 15,-8 1-1-15,-3 3-1 16,-3 1-3-16,-4 2-1 15,-5 3-1-15,-2 3-2 0,-6 2-2 16,-5 2 2-16,0 0 4 16,-5 1 0-16,-1 2 3 15,-4-1-2-15,1 2 4 16,-3 2-7-16,-3 2 4 0,-2 2 3 16,-3 2 0-16,0 5 4 15,0 0-3-15,-3 3 6 16,1 1-6-16,2 0 1 15,0 0-1-15,0-1-1 16,8 3-1-16,-1-1 1 16,4 2-4-16,-2 0-1 0,-2 0 0 15,-3 1-1-15,-4 2-1 16,0 2 1-16,-5 0 0 16,-9-1 0-16,-5 1 0 15,-11-3 1-15,-7-2-1 16,-15-4 0-16,-15-6 3 0,-22-1 60 15,-29 2 17-15,-37 2-12 16,-44 16-20-16,-52 23-23 16,-54 31-15-16,-62 39-8 15,-59 41-3-15,-61 42-32 16,-59 29-97-16</inkml:trace>
  <inkml:trace contextRef="#ctx0" brushRef="#br0" timeOffset="205533.73">12242 5527 60 0,'0'-2'11'0,"0"0"1"0,0-1-7 0,0 0-1 16,0 3-1-16,0-3-2 15,0 2 3-15,0 0-3 0,-3-1-1 16,-2 1 3-16,1-1-3 16,0 1 6-16,0-1-4 15,1 1 2-15,-1 0 0 16,-2-1-2-16,2 1-1 15,-2-1-1-15,1 2 0 0,1 0 2 16,-3 0 0-16,3 0 3 16,-3 0-3-16,0 0 0 15,1 0 1-15,-2 0-2 16,-1 0 0-16,1 3-1 16,-1 0 0-16,1 1 0 0,0-1 1 15,-1 0-1-15,3 1 3 16,-3 0 0-16,2 2-1 15,-3 1-1-15,0 0-1 16,-3 5 0-16,2-1 1 16,-3 2-1-16,1 2 0 0,-5 3 1 15,3 0-1-15,-1 2 0 16,2-2 0-16,-2 2 0 16,1-1 0-16,-1-2 0 15,3 1 0-15,0-3 0 16,1 0-1-16,2-3 1 0,3 1 0 15,-1-1-1-15,2-1 1 16,0 1-1-16,3-1 0 16,1 0 0-16,-2 1 0 15,0-1 1-15,1 2-1 0,2-1 0 16,-1 4 1-16,2 0 0 16,0 1 1-16,0 4-1 15,0-1 1-15,0 3-1 16,0 0-1-16,0-2 1 15,0 0-1-15,2-1 1 16,1-3-3-16,1 0 2 16,1-3 0-16,-1-1 1 0,-1 0 0 15,3 0 0-15,-1-2 0 16,2 0 0-16,-3 0 1 16,1 0 0-16,3-1 1 15,-2-2-2-15,4 2 0 16,-1 0 0-16,4 0 2 0,-1 1 1 15,3-2-1-15,-1 5-1 16,1-2-1-16,1 0 1 16,-1 3-1-16,2 0 1 15,-2 1-1-15,3-2 0 16,-1 0 0-16,1-1-1 0,3-2 1 16,-2-3 0-16,0 0 1 15,4-1 2-15,3-3 1 16,0 1-2-16,1-2 0 15,4-1-1-15,-1-2 3 16,3 0-3-16,0-2-22 0,1-10-30 16</inkml:trace>
  <inkml:trace contextRef="#ctx0" brushRef="#br0" timeOffset="207566.86">12299 5465 41 0,'0'0'3'0,"4"0"0"0,2-2 6 0,0-1 1 0,-1 2-2 15,3 1 0-15,-2-1-3 16,3-1-3-16,1 2 0 16,2 0 1-16,-1 0-3 15,4 0 1-15,1 0 0 16,-1 0-1-16,3 0 0 0,-1 0 0 15,2 0 1-15,-1 0-1 16,0 0 0-16,2 0 2 16,-1 0-2-16,2-1 3 15,0-5 4-15,3 2-2 16,-1 0-2-16,1-1 0 0,2 1-2 16,1 3-1-16,3-1 0 15,1 1 1-15,2 1-1 16,3 0 0-16,0 0 1 15,4 0-1-15,-1 0 0 16,2 0 0-16,0-3 0 0,1 0 0 16,-2-1 1-16,1-2 0 15,2-1 4-15,3 1-2 16,1-2 0-16,2-1-1 16,0 1-1-16,1-1 1 0,-1-2 2 15,4 2-1 1,1 0-1-16,2 0 0 0,6-1-1 15,3 0 0-15,5 3 0 16,6-1-1-16,-2 0 0 16,4 4 2-16,-1 0-2 15,3 2 0-15,0 1 0 0,2 1-2 16,-1 0 4-16,1-2-4 16,1 1 2-16,0-2 2 15,-1-2-1-15,1-1 2 16,3 0-1-16,3-1 0 15,-3 0-1-15,6 0 0 0,2 1 0 16,3-4 1-16,-1 2-2 16,-3 0 0-16,1-1 1 15,-2-1-2-15,-2 0 1 16,-1 0 0-16,1 0 1 16,3-1-1-16,-1 2 0 0,-5-1 1 15,4 1 0-15,-3 4 0 16,1-1 1-16,-2 3-1 15,2-1 0-15,3 1 1 16,-2 2 1-16,0-2 1 16,1 0 0-16,1 0-2 15,-1-1 0-15,-4 4-1 0,2-3 1 16,-1 2-2-16,1 1 0 16,-4 0 1-16,-1 0-1 15,-1-2 0-15,0 2-1 16,-1-1 1-16,-3 1-2 15,0-1 2-15,-1-1 0 0,0-2 0 16,-4 1 0-16,-3 0 0 16,1 2 2-16,-1-2-2 15,-5 2 0-15,0 1 0 16,1 0 0-16,-1 0 0 0,-2 3 0 16,-1 4 0-1,-1 1 0-15,-4 4 0 0,-3-1-2 16,-3-1 2-16,-4 0 0 15,-3 1 2-15,-6-1 6 16,0 0 8-16,-2-1-7 16,-4 2-1-16,1 3-3 0,-3-2-1 15,-1 3-1-15,-1-4 1 16,-3 5-1-16,0-2 3 16,0 2-5-16,-6 1 0 15,3 0 0-15,-3 1-1 16,0 0-1-16,-1 0 2 15,-1 0 3-15,-2 1 1 0,-1-1-3 16,0 1 0-16,-2-1 1 16,1 1 0-16,0 0 3 15,-2 0-1-15,1 1-3 16,1-2 2-16,-3 2-1 16,1 3 1-16,2 0-2 0,-1-2 1 15,2 3-3-15,-1-1 1 16,-1 1-1-16,-2-3 1 15,-2-2-1-15,-2 2 1 16,-1-4 2-16,-3 3 0 16,-1-3 0-16,0 3 1 0,-2 0-3 15,0 1 0-15,0 0 0 16,0 1 0-16,0-1 0 16,0 2-2-16,0 0 1 15,0-1 1-15,0 1 2 0,-2 1 4 16,0-1 1-16,-1 0 1 15,-3-1-6-15,0 2-2 16,-2-2 0-16,-1 2 0 16,-5-4 0-16,-3 2 0 15,-3-2 0-15,-3 0-1 0,-3 1 3 16,-4-3-2-16,0 3 0 16,-3-1 0-16,0 1-1 15,0 0 0-15,-3 3 0 16,0-2 0-16,-6 0 0 15,-5 0 0-15,-5-4 0 16,-7-1 0-16,-7-2 0 0,-10-3 0 16,-16-3-2-16,-17 1-11 15,-16-3-29-15,-23-6-67 16</inkml:trace>
  <inkml:trace contextRef="#ctx0" brushRef="#br0" timeOffset="208373.76">10847 6117 117 0,'0'5'2'0,"0"0"-5"0,0 0 0 0,0 2 1 15,0-1 4-15,0-2 0 16,4 0 2-16,3-3-4 0,6-1-5 16,8-12 35-16,15-15 24 15,20-15-35-15,21-18-13 16,21-21-6-16,18-20-120 15</inkml:trace>
  <inkml:trace contextRef="#ctx0" brushRef="#br0" timeOffset="210975.03">16645 7396 46 0,'0'0'37'0,"0"0"-14"0,0 0-5 0,0 0-4 16,0 0-6-16,0 0-6 15,0 0-1-15,0 0 0 0,0 0 0 16,0 0 0-16,0 0 1 15,-14-31 2-15,11 28-1 16,0 2-2-16,0-1 0 16,-1 1-1-16,0 1 0 15,-1-1 2-15,2 0-2 0,-3 1 0 16,2-2 1-16,-1 0-1 16,-3 1 1-16,0-1 3 15,-1-1 0-15,-1 2 1 16,-2-2-1-16,3 2 0 15,-4 1 0-15,-1-1 2 0,-1 1-2 16,-2-1 2-16,1 1-2 16,-1 0-3-16,-1 0 0 15,0 0 1-15,0 0 0 16,1 0 1-16,-2 0-1 16,3 0-1-16,0 0-1 15,1 0 1-15,0 2-1 0,2 2 1 16,0 0-1-16,1-1 1 15,-2 1-2-15,2 2 2 16,3 0-1-16,-5 0 0 16,3 2 0-16,1-1 0 15,0 3-1-15,3 0 1 0,-2-1 0 16,3 2-1-16,-1-1 0 16,2 1 1-16,1-1-1 15,-3 2-1-15,3-1 0 16,-4 2 1-16,4-2 0 0,-2 2 0 15,0 0 1-15,3-1 0 16,-3 1 0-16,1 0-1 16,2 1 1-16,-3 0 0 15,1-1 0-15,1 0 0 16,-4 1-1-16,2-1 1 16,0-2 0-16,1 0-1 0,1 0 1 15,0 3-1-15,2-3 1 16,0 3 1-16,2 0-1 15,0 1 0-15,0-1 1 16,0 0-1-16,0 0 0 0,0-2 0 16,2 0 0-16,0 0 0 15,2-1 0-15,-2-1 0 16,0 0-1-16,3 0 1 16,-1 3 1-16,0-3-1 15,2-1 0-15,0 0 0 0,-1 2 0 16,0-2 1-16,2 1-1 15,-3-2 1-15,2 0-1 16,-2 0 0-16,1-1 0 16,1 0 1-16,-1 1-1 15,4 0 1-15,2 1 0 16,-4-1-1-16,4 2 2 0,0 0-2 16,-2-2 1-16,2 1-1 15,0-2 0-15,-2 0 0 16,2-1 0-16,-1 1 0 15,1-1 1-15,0-1-1 16,2 1 0-16,-4-2 1 0,3 1-1 16,-1-1 1-16,2-1 0 15,-4 0-2-15,1-2 1 16,2 2 2-16,0-2-1 16,0-1 2-16,2 1-3 15,0 0 3-15,0 0-2 16,-2-1 0-16,-1 0 0 0,-1 2-1 15,1-2 1-15,-1 0-1 16,2 0 1-16,-1 0 0 16,1 0-2-16,1 0 1 15,1 0 1-15,3-2 0 16,1 0 0-16,-1-2-1 0,4 2 0 16,-5-1 0-16,1 1 1 15,-1-1-1-15,-1-1 1 16,-3 1-1-16,0 0 0 15,0-1 0-15,2 0 1 0,-1-2-1 16,1-1 0-16,1 1 2 16,-1-2-2-16,-1 1 1 15,-1-2-1-15,-1 0 1 16,-4-1 0-16,1-2-1 16,-3 1 2-16,-1-2 0 0,0 0 6 15,-1-1-2 1,-2 0-3-16,1-2 0 0,-2 0-1 15,1-2-1-15,0 1 0 16,-1 0 0-16,0-1 0 16,0 0-1-16,0 1 1 15,-2 0-1-15,-1 2 2 0,-2-1 0 16,0-1-1-16,2 1 1 16,0 0-2-16,1 0 1 15,0-1-1-15,1 0 1 16,-1 0-1-16,1-3 0 15,-1 1 0-15,-1-1 1 0,-3 1-1 16,1 1 0-16,-2-1-2 16,-1 4 3-16,-2 1-1 15,3 1 0-15,-3 5 1 16,1-1-1-16,1 3 0 0,-3 2-1 16,1-1 0-16,2 2 1 15,-2-2-1-15,2 3 1 16,2-1 0-16,-3-1 0 15,2 1 0-15,-1 0 1 16,3-1 0-16,-4 1 1 16,2 0 0-16,1 1 1 15,1 0-2-15,-1 2 2 0,1 0-2 16,0 0-1-16,-1 4 0 16,2 6-5-16,-1-1-45 15,-3-4-73-15</inkml:trace>
  <inkml:trace contextRef="#ctx0" brushRef="#br0" timeOffset="211672.47">11830 7639 33 0,'-6'-6'-4'0,"4"-1"13"0,-1 0 1 0,1 0 2 0,0 1-3 15,-3-1-7-15,1 2 1 16,1 0-1-16,1 1 0 15,-3 1 2-15,2-1 0 0,2 1-2 16,1 0 0-16,-2 1-7 16,2 0-27-16,0-1-21 15</inkml:trace>
  <inkml:trace contextRef="#ctx0" brushRef="#br0" timeOffset="212041.97">11785 7562 1 0,'0'0'40'16,"0"0"-19"-16,0 0-9 0,0 0-10 15,0 0-1-15,0 0 0 16,0 0-2-16,-8-4 1 15,8 4 0-15,0 0 5 16,0-1 12-16,-3 0-8 16,3-1 2-16,-2 2-1 0,2-2 1 15,0 2-3-15,0 0-6 16,0 0-3-16,0 0 0 16,7 0 0-16,2 0 3 15,2 0-1-15,5 0 0 16,1 0-1-16,2 0 1 0,3 0 1 15,2 0-1-15,-1-1 1 16,4-5 0-16,4 1 1 16,2-1 0-16,1 0-2 15,4-2 1-15,0 1 1 16,0 0-2-16,-2 0-1 16,-1 1 1-16,-4-1-1 0,-1 3 0 15,-3-1 1-15,-2 2-1 16,-3-1 0-16,-5 2 1 15,0 1 0-15,-5 1-2 16,-3 0-3-16,-3 0-20 16,-5 0-9-16,-1 0-31 0</inkml:trace>
  <inkml:trace contextRef="#ctx0" brushRef="#br0" timeOffset="212476">11897 7629 22 0,'0'0'9'0,"35"0"7"0,-12 0-4 16,2 0-2-16,4-3 0 15,2-2 2-15,2-2 0 0,5-1-3 16,4 0-1-16,1-2 1 15,3 0-1-15,0 1-4 16,-3-2 0-16,-2 4-3 16,-2-3 1-16,-6 4-1 15,-3-1 0-15,-5 3 0 0,-3 0 0 16,-9 2 0-16,-4 2 3 16,-4 0-7-16,-5 0-36 15,-9 0-47-15</inkml:trace>
  <inkml:trace contextRef="#ctx0" brushRef="#br0" timeOffset="213346.22">10121 7621 13 0,'0'0'3'0,"0"0"2"0,0 0-1 0,0 0 4 16,0 0 0-16,0 0 2 0,0 0 5 16,0-37-5-16,0 34 0 15,0 0-2-15,0 2-3 16,0-1-2-16,0 2-1 15,0 0 2-15,0 0-2 16,0 0-2-16,0 0-2 16,0 0 1-16,0 0-2 0,0 0 2 15,2 4 1-15,0 2 0 16,0 0 3-16,0 2-5 16,0-1 4-16,1-1 0 15,1 1-1-15,-2 0 1 16,1-1-1-16,4 0 0 0,-1-3 0 15,3-2 4-15,3-1 3 16,5 0 11-16,8-13 10 16,6-8-1-16,11-12-10 15,12-8-7-15,11-11-2 16,20-10-6-16,16-9 0 0,19-7-1 16,12-8 0-16,14-11-80 15</inkml:trace>
  <inkml:trace contextRef="#ctx0" brushRef="#br0" timeOffset="-187159.01">3308 12107 53 0,'0'0'-15'0,"0"0"12"0,0 0-32 0</inkml:trace>
  <inkml:trace contextRef="#ctx0" brushRef="#br0" timeOffset="-185514.87">3395 11941 72 0,'0'0'3'16,"0"0"0"-16,0 0 0 0,0 0 0 15,0 0 3-15,0 0 11 16,0 0-4-16,0 0 1 16,14-37-3-16,-14 37-4 15,0 0-4-15,0 0-5 16,0 0-2-16,0 0-1 0,0 0 3 16,0 0 5-16,0 0 0 15,0 0 0-15,-2-1 0 16,-1-1 4-16,2-1 4 15,-2 1-4-15,0-1 0 16,-1 1-3-16,-1 0 1 16,1 0-2-16,-2 1-3 0,-1 1 2 15,0 0-3-15,0 0 1 16,-2 0 2-16,1 0-3 16,-2 0 2-16,0 0-1 15,3 3 1-15,-3-1-1 16,0 1 0-16,3 2 1 0,-2 0-1 15,2-1 0-15,0 2 0 16,1-3 0-16,0 4 1 16,3-1-2-16,-2 0 2 15,0-1-2-15,3 4 1 0,-4-1 0 16,2 1 0-16,-1 3 0 16,1 0 0-16,-1 2 0 15,0 0 0-15,-1 2 1 16,1-2-1-16,-1 1 0 15,-1 0 0-15,2-4 0 16,1 3 0-16,-1-2 0 0,3 1 0 16,-2-1 0-16,2 1 0 15,0-1-1-15,2 2 1 16,-3-3 0-16,3 3 0 16,0-2 0-16,0 0 0 15,0 0 0-15,0-1 0 0,0-1-1 16,0 1 1-16,0 1 0 15,1-3-1-15,1 2 1 16,0 0-1-16,2-1 0 16,-1 0 0-16,1 0 1 15,2 1-2-15,2-1-1 0,-2 1 2 16,1 0 0-16,1 0 2 16,2 1 0-16,-3 1-1 15,1 0 2-15,3 1-1 16,-3 2-1-16,4-2 0 15,-1 2 2-15,-1 0-4 0,1-1 2 16,0-1 0-16,0 3 2 16,-2-1-4-16,-2 0 2 15,0 1 0-15,-3 0 2 16,-2 0-2-16,-2 1 1 16,0-1 0-16,0 2 0 15,-6-1 1-15,-2 1 0 0,-4 1-2 16,0-1 3-16,-3 1-1 15,-1-1-1-15,0-1-1 16,-2 2 1-16,-1-6 0 16,2 2 0-16,0-1 0 0,1-2-1 15,1 0 1-15,1 0-1 16,3-2 0-16,2-2 0 16,0-1 0-16,4-3 0 15,1 0-2-15,2-3 1 16,2 0-6-16,0-2 0 0,0 0-1 15,0 0-1-15,0 0 2 16,0 0 7-16,0 0-4 16,4 0 1-16,0 0 6 15,3 0-4-15,2 0 5 16,0 0-3-16,2 0-2 16,1 0 2-16,-1 0 0 0,0 3-1 15,0 3-1-15,0 1 1 16,1 2 1-16,-1 2-1 15,0 3 0-15,3 1 0 16,-2 2 2-16,2 2-2 16,-1 1 1-16,-2 1-3 0,3-1 1 15,-5 3 1-15,-3 0-1 16,2 1-1-16,-4 0 3 16,-2-1 1-16,-2 1-1 15,0 0 1-15,0 0-1 0,0-1-1 16,-6 1 3-16,-2 2-2 15,0-1 0-15,-1 1 1 16,0-1 0-16,2 1 0 16,0-2-1-16,3 2-1 15,0-5 0-15,2 1 1 16,2-1-1-16,0-3-1 0,0 3 1 16,0-1-1-16,4 2 1 15,0-1 0-15,1 3 1 16,1-1-2-16,1 2 2 15,0-1-2-15,2-1 1 16,-1 1-1-16,0-1 2 0,3-3-3 16,-2-2 0-16,4-3 3 15,2-4-2-15,4-3 0 16,3-2-1-16,9-6 9 16,9 0-2-16,11-8-3 15,10-12 2-15,4-14-77 0</inkml:trace>
  <inkml:trace contextRef="#ctx0" brushRef="#br0" timeOffset="-182979.02">4772 12648 54 0,'0'0'4'0,"-2"0"4"0,0 0-5 0,-2 0-1 16,1 0-2-16,1 0 1 0,0 2 0 15,2-2-1-15,-2 0 1 16,2 0 3-16,0 0 10 16,0 0 3-16,0 0-5 15,0 0-5-15,0 0-1 0,0 0-2 16,0 0-8-16,0 0 0 16,0 0 2-16,0 0 2 15,0 0 0-15,0 0 0 16,2 0-1-16,2 0 1 15,1 0 0-15,1 0 1 0,1 0 1 16,4 0 1-16,0 0-1 16,0 0 2-16,3 0-1 15,-1 0-1-15,5 0 0 16,-2 0-2-16,4-2 0 16,2 1-1-16,0-2 3 15,7 2 0-15,0-1-1 0,5-1-1 16,2 2 0-16,4-2 2 15,2 1-1-15,-1 0 1 16,2-1 0-16,-1 0-1 16,5 0-1-16,-3-1 1 15,2 1-1-15,2-1 1 0,1 1-1 16,1-1 0-16,-2 1 0 16,2-1 0-16,-1 1 1 15,1 0 1-15,1-1 0 16,0 1 3-16,-2 0-3 15,0 2-1-15,-1-1 2 0,-1-2 3 16,1 3-2-16,0-1-2 16,-2 1 1-16,0 1-2 15,-3-3 0-15,0 3 2 16,-2-2-1-16,1 0-2 16,-6 0 2-16,2 1 0 0,-2-1-1 15,-3 1 0-15,-1 0 0 16,-1-1 0-16,-4 2-2 15,-1 0 2-15,-2-1 2 16,-1 0 0-16,-2 0-2 16,-4 1 0-16,-1-2 1 0,-3 1-2 15,-1 0 0-15,-3-1 1 16,-1 1 3-16,-2 0-1 16,2-1 0-16,-3 1 1 15,-1-2-3-15,0 2 2 16,0 1-1-16,-2-2-2 0,0-1-14 15,1 1-32-15,-3-3-23 16</inkml:trace>
  <inkml:trace contextRef="#ctx0" brushRef="#br0" timeOffset="-182180.41">4917 12590 82 0,'-8'0'2'0,"-2"0"1"0,0 0 5 0,5 0 1 15,1 0-1-15,-1-1 4 16,3-2 2-16,1 1 2 16,1 1-5-16,0 0-1 15,0-1-11-15,0 2-5 0,0 0 4 16,3 0 4-16,6 0-2 15,-2 0 2-15,4 0-6 16,4 0 1-16,5 0 1 16,2 0 0-16,5 0 2 15,7 0-4-15,6 0 8 16,5 0-4-16,7-1 1 0,1-3 0 16,5-2-1-16,3-1 1 15,6 2-1-15,3-2 0 16,3 0 0-16,2 0 0 15,2 1-1-15,0 3-1 0,0 1 4 16,-1 0 2-16,2 2-1 16,-2 0 2-16,2 0-3 15,-2 0 0-15,0 0 0 16,0 2-1-16,1-2 1 16,-2 0 0-16,-5 0 2 15,-3 0 0-15,-3 0 2 16,-3 0-1-16,-8-6 0 0,1 2 0 15,-7-2 1-15,-4 0 0 16,-4 0-2-16,-7 1-1 16,-3 2 0-16,-5 3-1 15,-5 0-2-15,-7 0-42 16,-2-1-51-16</inkml:trace>
  <inkml:trace contextRef="#ctx0" brushRef="#br0" timeOffset="-179891.56">4582 13334 62 0,'0'0'7'0,"0"0"-5"0,0 0 0 0,0 0-1 16,-2 0-1-16,0 0 0 15,2 0 2-15,-2 0 0 16,0 0 6-16,1 0 3 15,1 0 0-15,-1 0-4 0,1 0-1 16,0 0-6-16,0 0-1 16,0 0-3-16,0 0 2 15,0 0 1-15,0 0 1 16,1 0 0-16,2 0 2 16,-1 0 0-16,0 0 1 0,-2 0 0 15,0 0-1-15,2 0 6 16,-2 0-2-16,0 0-3 15,0 0 0-15,0 0-1 16,0 0-2-16,0 0 1 16,0 0 0-16,0 0-2 0,0 0 4 15,0 0 3-15,0 0 2 16,0 0-1-16,0 0-2 16,0 0-2-16,0 0 1 15,0 0-3-15,0 0-1 16,0 0-1-16,0 0-4 0,0 0 0 15,0 0-1-15,0 0 6 16,2 0-1-16,-1 0 0 16,0 0 0-16,2 0-1 15,-3 0 0-15,2 0-4 16,0 0 1-16,0 0-6 0,0 0-6 16,2 0 4-16,-2 0-1 15,0 0-11-15,0 0 3 16,-2 0 5-16,0 0 8 15,0 0 13-15,0 0-2 16,0 0 5-16,0 0 5 16,0 0 8-16,0 0-4 0,0-1-2 15,-2 1-4-15,2-1-4 16,-2-1 5-16,2 2-8 16,0 0-5-16,0 0-7 15,0 0 6-15,0 0 2 0,0 0 0 16,4 0-6-16,-2-1 10 15,2-1-1-15,1 1-4 16,1-2 5-16,-2 2-2 16,4-1 0-16,-3 0 0 15,1 0 0-15,0 0 0 0,-1 0-1 16,2-1 1-16,-2 1 2 16,1 0-2-16,-1 0 0 15,1 2-1-15,1-3 1 16,2 3 0-16,-2 0-1 15,3-3 1-15,0 2-1 0,-1-2 0 16,2 1 0-16,2 0 0 16,0-2 1-16,3 1-2 15,-3 0 1-15,2 1 1 16,-2-2-1-16,3 1 0 16,-3 2 1-16,0-2-1 15,0 3 0-15,0-1-1 0,1 1 1 16,-1 0 0-16,1 0 0 15,0 0 0-15,1 0 0 16,-1 0 0-16,4 0 0 16,-3 0 0-16,3 0 0 15,-2 0-1-15,4 0 2 0,2 0 1 16,-2 0 1-16,3 0 0 16,1 0-2-16,1 0 0 15,-1 0 0-15,1 0-1 16,2 0 0-16,2 0 0 15,0-6 0-15,2 3 1 0,0 0 2 16,0-2 1-16,3 2 0 16,2-1-1-16,1 1-1 15,2 0-1-15,1 0 0 16,0 0 1-16,1 2-1 0,1-2 0 16,-2 0 0-16,3 2 0 15,-1-2 1-15,0-1 1 16,1 1 1-16,-3-1 0 15,0 1-2-15,-1-1-1 16,-4 1 0-16,1 1 1 16,2-2 1-16,-4 2 0 0,3-2 1 15,2 3-1-15,-4-1 2 16,1 0-2-16,-2 0 0 16,1 2-1-16,-1 0 0 15,4 0-1-15,-4 0 0 16,-1 0 1-16,3 0-2 0,-3 0 1 15,-1 0 0-15,-1 0-1 16,0 1 2-16,0 2-3 16,1-1 2-16,-1 1-1 15,4-1 0-15,-1 0 0 16,2-1 1-16,2 1-2 0,0-2 1 16,-2 0 1-16,1 0 1 15,0 0 1-15,-4 0-2 16,1 0 1-16,-3 0 0 15,-2 0 0-15,0-3 0 16,-3 0 1-16,-1 0-1 16,-5 0-1-16,-1 0 1 0,-4 2-1 15,-4 0 1-15,-2 1-1 16,-4 0 1-16,-3 0-12 16,-2 0-22-16,0 0-12 15,-14 0 7-15,-5 3-24 0</inkml:trace>
  <inkml:trace contextRef="#ctx0" brushRef="#br0" timeOffset="-179263.77">4882 13211 67 0,'-18'0'-1'0,"0"-2"7"0,5-3 11 0,4 1-7 16,-1 0-6-16,3 0 1 16,3 3 1-16,2-1 3 15,2 1 5-15,0 0-5 16,0 1-10-16,0 0-8 15,7 0 3-15,4 1 8 16,3 3-1-16,4 0-5 0,4 0 0 16,7-2 4-16,9 0 0 15,4-2 1-15,8 0-1 16,5 0-6-16,7 0 1 16,3 0-1-16,7 0 1 15,6-4 3-15,5 1 1 0,4 1 2 16,9-2 4-16,5 3-1 15,-1 0 1-15,3 1 4 16,2 0 3-16,1 0 0 16,-1 0 1-16,4 0-4 15,-2 2-3-15,1-1-1 0,-5 1-2 16,-1-1-1-16,-4-1 2 16,-8 0-2-16,-5 3 0 15,-14 1-26-15,-13 2-44 16</inkml:trace>
  <inkml:trace contextRef="#ctx0" brushRef="#br0" timeOffset="-178316.95">4745 13990 2 0,'0'0'52'0,"0"0"-50"0,0 0-1 0,0 0 0 0,0 0 1 16,0 0-1-16,0 0 1 16,0 0 1-16,36 0 1 15,-20-1-2-15,-1 0 0 16,3-1-1-16,5-1-1 15,-1-1 0-15,5 1 2 0,4-1 5 16,2 1-3-16,0-1-1 16,6 2 2-16,1-2-1 15,2 3 2-15,4-2-3 16,2 0-1-16,2 3 1 16,2-1-2-16,1 1 0 15,7 0 0-15,2 0 5 0,1 0-2 16,5 0 1-16,1 4-4 15,4-1-4-15,1 0 9 16,2-1-4-16,5-2-1 16,-1 0-1-16,1 0 1 0,1-1-1 15,-1-6 0-15,2 0 0 16,-1 1 1-16,-4-2-1 16,-3 1 3-16,-4 1-3 15,-2 0 1-15,-7-1 0 16,-8 1 0-16,-4 1 0 15,-6-1 0-15,-9 2-1 0,-5 1 1 16,-7-1-1-16,-7 4-11 16,-6 0-11-16,-10 0-3 15,0 8-31-15</inkml:trace>
  <inkml:trace contextRef="#ctx0" brushRef="#br0" timeOffset="-177705.44">5063 14072 58 0,'0'0'-18'0,"-47"-28"19"0,28 17 2 0,4 1 0 0,1 3 6 15,3 0 5-15,3 3-1 16,1 0 0-16,5 1 0 15,-1 3 3-15,3 0-7 16,0 0-18-16,8 0 3 0,7 0 9 16,5 2 0-16,5 3-3 15,4-1 0-15,9 0-1 16,4-1 1-16,5 0 1 16,4-3 3-16,7 0 1 15,7 0-2-15,3 0-1 0,3 0 1 16,3-3 5-16,6-4 0 15,3 1 1-15,-1-1-2 16,1 2-2-16,2 0-2 16,-2-1 0-16,2 2-1 15,-2 1-1-15,0 1 0 0,-3 0 0 16,0-1 0-16,-6 2-1 16,-5-1 1-16,-5-2-1 15,-7 0 3-15,-6-3 2 16,-8 4 3-16,-5-3-5 15,-7 1 1-15,-9-1 0 0,-4 2 2 16,-7-2-14-16,-11-1-44 16,-4-7-47-16</inkml:trace>
  <inkml:trace contextRef="#ctx0" brushRef="#br0" timeOffset="-31260.52">2204 16622 142 0,'0'0'12'0,"0"0"25"0,0 0-7 0,-40-31-9 15,31 23 1-15,0 2-3 16,3 1-5-16,2 5-4 15,4 0-7-15,0 5-5 0,0 10 1 16,8 10 0-16,3 4 0 16,5 7 2-16,1 2 0 15,1 1-1-15,0 0 0 16,-2 1-1-16,-3-1-11 16,-3-1-5-16,-2-3-13 15,-4-5-9-15,-1-9-19 0,-3-8-2 16</inkml:trace>
  <inkml:trace contextRef="#ctx0" brushRef="#br0" timeOffset="-30769.66">2115 16690 82 0,'0'0'5'0,"0"-47"7"16,0 29 2-16,2 5-2 15,3 3 3-15,3 6-2 0,4 4-6 16,-1 3 5-16,7 11-8 16,-3 6-1-16,5 4 0 15,2 5 1-15,1 0 3 16,-1 1-2-16,-1 0-2 16,0-3-2-16,2-6 1 0,-5-1 0 15,0-4 1-15,-2-5 0 16,-3-4-1-16,-1-5-1 15,-4-2 1-15,-1 0 0 16,-3-6 1-16,-2-8 2 16,-2-6 0-16,0-6-1 0,0-6-2 15,0-1-2-15,0-4 0 16,0 4 0-16,0 2 1 16,0 4-1-16,0 3 4 15,0 6 3-15,0 5 4 16,3 1-1-16,4 7-5 0,-1 2-4 15,1 3-3-15,4 0-1 16,3 9 1-16,5 8 2 16,-1 4-3-16,3 7 1 15,-1 1 4-15,2 3-1 16,-1 2 0-16,-2 0 1 0,1 1-6 16,-5-3-42-16,0-3-33 15,-3-9-15-15</inkml:trace>
  <inkml:trace contextRef="#ctx0" brushRef="#br0" timeOffset="-30456.24">2698 16683 235 0,'0'0'14'0,"0"0"13"0,0 0-14 15,0 0-13-15,0 0 0 0,-39 39 1 16,39-19-1-16,0 0 1 15,2-1-1-15,6-2 1 16,1-4 0-16,1-4-2 16,2-5 1-16,1-3-2 15,-1-1 2-15,-1 0 0 0,0-8 3 16,-2-8 1-16,-2 0 0 16,-3-2 0-16,-2-4 1 15,-2 0 2-15,-2 1-4 16,-6 4-2-16,-4 4-1 15,1 2-1-15,-2 6-2 16,1 5-17-16,1 3-6 0,3 7-42 16,0 0-57-16</inkml:trace>
  <inkml:trace contextRef="#ctx0" brushRef="#br0" timeOffset="-29850.81">2824 16619 267 0,'0'0'-25'0,"0"0"28"15,0 0-1-15,0 0-4 0,0 0-4 16,0 0-4-16,0 0 3 16,0 0 9-16,26 39-1 15,-19-23 2-15,1 0-2 16,-1-1-1-16,0-3 2 15,0 1-2-15,-1-1 0 0,-1-3 1 16,1-1-1-16,-4-3-1 16,1-2-4-16,0-3-5 15,-3 0-2-15,0-4 20 16,0-8 1-16,0-5-8 16,0 0 2-16,0-3 0 0,0-1-3 15,0 4 1-15,2 2 1 16,0 2 2-16,2 2 3 15,1 2-1-15,3 3-4 16,2 2-2-16,1 4-1 16,2 0 0-16,1 0-2 0,-1 6 1 15,1 5 3-15,-3 0-2 16,-1 1 1-16,-2-1-1 16,-2 2 0-16,-1-3 2 15,-1 0-1-15,-2-3-3 16,0-2 4-16,-2-3-1 15,0-2 2-15,0 0 4 16,0-9-2-16,0-6-3 0,0-4 0 16,-2-2 1-16,0-2-1 15,0-1 0-15,2 4-3 16,0 3 5-16,0 3 0 16,0 4 3-16,6 3-3 0,4 3-2 15,1 4-2-15,0 0 0 16,5 2 0-16,-1 10-4 15,1 1-30-15,-1-1-34 16,-1 1 4-16</inkml:trace>
  <inkml:trace contextRef="#ctx0" brushRef="#br0" timeOffset="-29538.64">3278 16565 149 0,'0'0'115'0,"0"0"-112"0,0 0-5 0,0 0 1 16,0 0 3-16,0 0-1 15,0 0-10-15,4-47-2 0,0 26-2 16,0 3 3 0,-1-2-1-16,1 1 2 0,-2 4 7 15,-2 2 3-15,0 3 0 16,0 7 0-16,-4 3 9 15,-1 0 4-15,-1 6-3 16,0 8-9-16,2 3-1 0,4 3 0 16,0 1-1-16,0-1 1 15,10 0 1-15,0-4-1 16,2-1-7-16,2-4-54 16,-4-3-21-16</inkml:trace>
  <inkml:trace contextRef="#ctx0" brushRef="#br0" timeOffset="-29132.72">3457 16390 264 0,'0'0'1'0,"0"0"-2"15,0 0-4-15,0 0 0 16,0 0-1-16,0 0-4 15,0 0-3-15,19 44 0 0,-17-29 6 16,-2 1 4-16,2-4 3 16,-2-1 0-16,0-4 0 15,0-3 1-15,0-1 0 16,0-3 1-16,0 0 7 16,0-7 10-16,0-6-17 0,0-4 3 15,0-5-3-15,0-2 0 16,0-2 2-16,0 2-3 15,0 2-1-15,4 3 1 16,-1 6 3-16,4 2 5 16,-3 5-5-16,3 2-3 0,2 4-2 15,2 0 1-15,0 7-1 16,2 5 1-16,1 3 0 16,-1 2 1-16,3 3-5 15,-3-4-28-15,-1-2-32 16,-3-5-29-16</inkml:trace>
  <inkml:trace contextRef="#ctx0" brushRef="#br0" timeOffset="-28877.86">3626 15954 275 0,'0'0'-8'0,"0"0"2"0,0 50 6 0,4-18 0 0,2 4 0 16,3 4 0-16,1 2 1 16,1 0-1-16,2-1 2 15,0-3-2-15,-2-2-3 16,-1-3-34-16,-6-5-51 0</inkml:trace>
  <inkml:trace contextRef="#ctx0" brushRef="#br0" timeOffset="-28358.27">3588 16304 301 0,'0'0'-20'0,"0"0"10"16,0 0 9-16,0 0 3 0,0 0-2 16,0 0 0-16,48-14 0 15,-29 4 2-15,0-3-7 16,2-2 2-16,1-1-2 16,-4-2-2-16,2 0 2 15,-4 0-5-15,-3 4-7 0,-4 2 1 16,-1 5 8-16,-4 3 2 15,0 4 0-15,-2 0 2 16,-2 7 4-16,4 6 0 16,-1 1 6-16,3 3-2 15,-1-1-1-15,4-1 0 0,0-2-1 16,2-1 0-16,0-4 0 16,0-2-1-16,0-4 0 15,-1-2 1-15,0 0-1 16,-3 0 0-16,2-9 0 15,-2-3-2-15,-2-5 4 0,1-1-6 16,-4-1-4-16,0-1-6 16,-2 3-2-16,0 5 18 15,0 2 5-15,0 6 28 16,0 3 6-16,0 1-37 16,2 0-9-16,4 7 0 0,-2 2 1 15,3 4 4-15,1 2-12 16,2-2-26-16,0 1-4 15,-1-5 1-15,0-5 5 16</inkml:trace>
  <inkml:trace contextRef="#ctx0" brushRef="#br0" timeOffset="-27809.46">4095 16068 213 0,'0'0'12'0,"0"0"-3"0,0 0-6 0,0 0-4 16,0 0-4-16,0 0 3 16,0 0 2-16,0 0 2 15,20 43 1-15,-13-29-2 16,-3-2 0-16,0 0 0 0,1-5-1 16,-3 1 0-16,1-3 0 15,-1-2 0-15,0-2-3 16,-2-1-3-16,0 0 6 15,0 0 3-15,0-9 2 16,0-3-2-16,0-2-3 16,0-2 1-16,0 1-1 0,0 2 0 15,0 0 0-15,0 4 0 16,0 1 0-16,5 1-1 16,-1 6 1-16,3-1 0 15,1 2-1-15,4 0-1 16,-5 0 0-16,3 5-1 0,0 3 3 15,-3 0 0-15,1 1-2 16,-4-2 1-16,-2-1 1 16,2-2-2-16,-4-1 1 15,0-3 3-15,0 0 5 16,0 0 21-16,0-5 0 0,0-6-19 16,0-3-3-16,0-4-4 15,0-1 0-15,-3 1-2 16,3 4 1-16,0 3 1 15,0 3 3-15,0 4-3 0,9 4-2 16,0 0-2-16,1 4 0 16,7 7-12-16,0 5-21 15,1-2-14-15,-3-1-69 16</inkml:trace>
  <inkml:trace contextRef="#ctx0" brushRef="#br0" timeOffset="-27401.93">4780 15132 125 0,'0'0'40'0,"0"0"-4"0,-30-38-6 0,23 30-6 16,-2 3-5-16,3 4-11 15,-2 1 8-15,0 13-12 16,1 17-4-16,-4 19 2 16,2 25-2-16,0 27 0 15,-2 31-2-15,1 31 2 16,2 29 1-16,-1 25 1 0,-1 25-2 16,2 13-41-16,-3 1-47 15</inkml:trace>
  <inkml:trace contextRef="#ctx0" brushRef="#br0" timeOffset="-26330.16">5080 15926 112 0,'0'0'4'0,"0"0"15"0,0 0 12 0,0 0-4 0,0 0-4 16,0 0-3-16,0 0-3 16,0 0-6-16,0 0-9 15,0 0 0-15,0 0-1 16,-10-38-8-16,8 15-1 15,1-3-1-15,-1-6 5 0,-3-2 1 16,-1-2 3-16,3 1 0 16,-1 2 1-16,0 4-1 15,1 4 1-15,2 8 1 16,1 5 4-16,0 6 2 16,0 6-5-16,10 0-4 0,1 9-4 15,5 10 8-15,4 5 0 16,4 5 2-16,3 1-5 15,-2 2 1-15,0 2 0 16,-3 0-1-16,-4-2-21 16,-4-1-18-16,-8-6-38 0</inkml:trace>
  <inkml:trace contextRef="#ctx0" brushRef="#br0" timeOffset="-26151.23">5116 15858 14 0,'0'0'285'16,"0"0"-279"-16,0 0 0 15,0 0-14-15,0 0-7 16,0 0 9-16,0 0-6 0,0 0-21 16,45-42-28-16,-23 27-19 15</inkml:trace>
  <inkml:trace contextRef="#ctx0" brushRef="#br0" timeOffset="-25758.56">5384 15620 196 0,'0'0'-7'0,"0"0"9"15,-41 45 0-15,26-21 0 16,3 7-1-16,2 1-1 0,3-4 0 15,1-4 2-15,4-6-2 16,2-6 0-16,0-6 0 16,0-6 0-16,4 0-9 15,5-12 21-15,0-9-4 16,2-6-4-16,0-6-1 0,1-5 9 16,-4-2-9-16,-3-2-2 15,-3 2-1-15,-2-1 2 16,0 2-2-16,0 5 0 15,-6 6 1-15,3 8-2 16,-3 6 3-16,2 7 17 16,3 7-10-16,1 8-11 0,0 9 4 15,0 10-2-15,5 3 0 16,3 4 0-16,5 0 2 16,6 0-2-16,1 0 0 15,2-4-26-15,1-1-28 0,1-5-17 16</inkml:trace>
  <inkml:trace contextRef="#ctx0" brushRef="#br0" timeOffset="-25437.95">5637 15570 249 0,'0'0'0'15,"0"0"27"-15,0 0-12 16,-42 2-11-16,28 10-2 15,1 5-4-15,-1 0 4 16,1 2-2-16,4-1 0 0,3-1 0 16,2-7 0-16,4-3-2 15,0-1-7-15,4-6-7 16,5 0 0-16,4-9 18 16,1-5-1-16,2-3 0 15,1-1 2-15,-2 1-3 0,1 4 1 16,-3 4 1-1,-1 5-2-15,1 4-2 0,-3 0 1 16,3 1-1-16,2 8 0 16,3 0-21-16,-5 0-35 15,3-2 5-15,-1-2 9 16</inkml:trace>
  <inkml:trace contextRef="#ctx0" brushRef="#br0" timeOffset="-25111.22">5883 15527 100 0,'0'0'3'0,"0"0"18"0,6-48 12 16,-6 35 8-16,0 6-13 16,-4 2-7-16,-3 2-9 15,-1 3-10-15,-4 0 5 16,1 8-3-16,1 3-5 16,0 2 2-16,3 3-3 0,1-3 1 15,2-3-2-15,4-1 2 16,0-3 0-16,4-2-5 15,5-1-1-15,4 0 11 16,0 4-3-16,3-4 1 16,-2 6-1-16,4 2 1 15,-1 2 2-15,-3 4-2 0,-3 0 0 16,-5 1-1-16,-3 2 1 16,-3 1 1-16,0 0-2 15,-3-3-1-15,-8-4 1 16,-1-3-14-16,2-8-17 15,-1-3-49-15,-1-14-56 0</inkml:trace>
  <inkml:trace contextRef="#ctx0" brushRef="#br0" timeOffset="-24186.59">5872 15495 223 0,'0'0'-1'0,"0"0"0"16,0 0 6-16,0 0 3 15,54-6-4-15,-39 6-2 16,3 4-1-16,-3 3-1 16,-1 0 0-16,-3 2 1 0,-2-2 0 15,-5-1 1-15,-1-1-2 16,0-2 3-16,-3-1-3 16,0-2 7-16,0 0 13 15,-3 0-1-15,0-3-3 16,-3-7-9-16,2-3-5 0,3-5 3 15,1-1-4-15,0 1-1 16,0 1-2-16,5 2-17 16,3 5-13-16,4 5-2 15,-1 2-14-15,3 3-5 16,1 0 28-16,-1 3 0 0,1 4 4 16,-2 1 7-16,-1-1 9 15,-1-1 7-15,-3-1 3 16,-2-3 8-16,-2-2 14 15,-2 0-5-15,0 0 0 16,-2-3 5-16,0-6-5 16,0 1-5-16,-6 0-5 0,-4 1 4 15,0 4 14-15,3 2-11 16,-5 1-11-16,3 5-8 16,1 7-1-16,1 2 4 15,3 2-2-15,1-2-1 0,3-2 1 16,0-3-1-16,5-2-1 15,4-4-6-15,1-3-4 16,3 0 7-16,1-4 4 16,3-8-2-16,-2-2-2 15,1-3-9-15,-3-1 3 16,1 0 4-16,-3 1 3 0,-2 5 3 16,-1 2 0-16,2 3-1 15,-4 5 1-15,-1 2-2 16,1 0-1-16,1 0 1 15,0 5 0-15,-1 3 3 16,1-2-3-16,-2 1 4 0,4 0 0 16,-3-3-1-16,3 0 0 15,-4-2-1-15,4-2-1 16,0 0 1-16,-1-4-1 16,-1-8 0-16,1-1 3 15,0-1-2-15,-4-4 1 0,-3 2 0 16,-1 2 0-16,0 4 1 15,0 4 2-15,-3 4 8 16,-6 2-7-16,0 6 2 16,0 7-8-16,3 2 4 15,-1 0-2-15,3-1-1 0,1-1 0 16,3-7 0-16,0 0 2 16,0-6-5-16,3 0 0 15,3-8 9-15,1-6 2 16,-1-7 8-16,-1-3-1 0,-3-5 1 15,-2-2-1-15,-2-2 1 16,-9 2-1-16,-9-3-9 16,-2 3-5-16,-7 4-5 15,-3 6-32-15,-8 8-53 16</inkml:trace>
  <inkml:trace contextRef="#ctx0" brushRef="#br0" timeOffset="-23638.17">6547 14604 223 0,'-7'-3'13'0,"2"3"6"0,3 7-2 16,0 22-15-16,2 16-2 15,0 18 2-15,6 19 1 0,8 16 0 16,7 14-1-16,2 12-1 16,5 9 0-16,-2 6-10 15,-3 1-50-15,-6-4-64 16</inkml:trace>
  <inkml:trace contextRef="#ctx0" brushRef="#br0" timeOffset="-22882.27">5862 15977 89 0,'0'0'6'0,"0"0"10"0,0 0-3 0,0 0-2 16,0 0-1-16,0 0 2 16,0 0-3-16,0 0 1 15,0 0 0-15,0 0 4 16,-15-34-5-16,15 34-4 15,0 0-4-15,0 0-2 0,0 6-11 16,0 8 8-16,0 9 4 16,9 4 4-16,1 8-2 15,7 7 0-15,5 4 0 16,3 1-1-16,4 0 1 0,5 2-1 16,1-1-1-16,3 0 1 15,2-1-2-15,5-3 3 16,-2-4-2-16,4-6 1 15,-5-6-1-15,-2-8 1 16,-3-3 7-16,-2-8 6 0,-6-4-3 16,-4-2-4-16,-4-3-2 15,0 0-1-15,-8 0-4 16,-1 0 2-16,-4-4 0 16,-1 1 0-16,-3 0-1 15,-2 0-7-15,-2-2-73 16,0-1-41-16</inkml:trace>
  <inkml:trace contextRef="#ctx0" brushRef="#br0" timeOffset="-22640.5">6470 16422 275 0,'0'0'-10'0,"0"0"15"0,0 0-3 0,0 0 0 0,0 0-4 0,0 0-1 16,0 0 6-16,46 27-4 15,-33 1-1-15,3 8 0 16,-3 8 1-16,-3 6 2 16,0 8-1-16,-8 6-30 15,-2 5-19-15,-4 0-43 0</inkml:trace>
  <inkml:trace contextRef="#ctx0" brushRef="#br0" timeOffset="-21262.1">6723 16862 35 0,'-9'-1'143'0,"2"-3"-133"0,3 2 14 0,0 2-12 16,4 0-4-16,0 0-9 15,2 10 1-15,7 7 0 16,2 5 0-16,7 7 0 15,-3 1 0-15,4 6 0 0,1 1 0 16,-3-1 0-16,0 0 1 16,-3-4-1-16,-2-7 2 15,-5-4-2-15,-1-8 0 16,-4-6 0-16,-2-3-3 16,0-4-1-16,0 0 6 15,-8-10-45-15,-1-7-29 0,-3-7-5 16</inkml:trace>
  <inkml:trace contextRef="#ctx0" brushRef="#br0" timeOffset="-20934.27">6779 16963 67 0,'0'0'37'0,"-11"-55"-28"0,7 33 22 15,4 0-1-15,0 2-13 16,4-1-10-16,7-1-4 16,5 1-3-16,2 0 0 15,6 5 1-15,-1 3-2 16,0 8 0-16,2 5-7 0,-2 5-25 15,-3 14 2-15,-4 7 18 16,-3 6-13-16,-6 3-1 16,-5 1 2-16,-2 1 17 15,-2-3 8-15,-7-6 4 16,-5-3 16-16,2-7 9 0,0-4-9 16,3-7-1-16,3-4-3 15,3 0 22-15,1-3 4 16,2 0-28-16,2 0-14 15,9-7 7-15,5 1-6 16,3-1 0-16,7 0 0 0,2 4-2 16,2 3-8-16,-1 0-35 15,-2 0-2-15,-3 3-3 16</inkml:trace>
  <inkml:trace contextRef="#ctx0" brushRef="#br0" timeOffset="-20427.89">7296 17024 153 0,'0'0'85'0,"0"0"-80"16,-26-41 0-16,18 18-6 16,-3-1 2-16,0-3-2 15,-1-1-7-15,-1-2 7 16,0-1-2-16,2 2 4 15,-1 2 0-15,1 5 1 16,4 3 1-16,4 5-2 0,3 4 3 16,0 6-4-16,2 4-4 15,9 0-4-15,4 4-4 16,3 7 6-16,0 2 5 16,-1 1 1-16,-1 0 0 15,-1-2 1-15,-1-1-1 0,-2-2 0 16,0-2 0-16,-2-3 1 15,-3-4-1-15,1 0 1 16,-5-3-3-16,0-7 2 16,-3-5 4-16,0-4-2 15,0-2-1-15,-1-3 0 0,-4 1 2 16,-1-1 3-16,1 0 0 16,1 5-3-16,2 2 3 15,0 6-1-15,2 3 5 16,0 5-8-16,8 3-4 0,6 4-5 15,6 10 8-15,0 4 0 16,2 4 1-16,1 2-2 16,2 1-5-16,-1 0-15 15,-2-3-11-15,0-5-21 16,-1-7-2-16</inkml:trace>
  <inkml:trace contextRef="#ctx0" brushRef="#br0" timeOffset="-20101.56">7684 16416 210 0,'0'0'4'0,"0"0"9"0,0 0-6 16,-42-28 0-16,31 28-8 16,0 5-3-16,1 8-1 15,0 6 2-15,5 3 4 16,3 4 1-16,2-2-2 0,0-1 0 15,2 0 0-15,7-5 0 16,4-5 0-16,1-3 0 16,3 0 0-16,2-3 0 15,1-3-2-15,-1 0 5 16,-2 0 0-16,-2 2-2 16,1 0 0-16,-8 5-1 0,-3 1 0 15,-3 2 0-15,-2 3 0 16,0 1 0-16,-9 2 1 15,-1 3 0-15,-3-3-14 16,1-7-62-16</inkml:trace>
  <inkml:trace contextRef="#ctx0" brushRef="#br0" timeOffset="-19823.07">7856 16364 271 0,'0'0'-5'0,"0"0"9"15,0 0-7-15,0 0-12 16,0 0 15-16,14 54 1 0,-5-25-1 16,1 6 0-16,5 1 1 15,2 0-1-15,1-2 1 16,-1 2-1-16,2-4 1 15,-3-2-2-15,-3 0-12 16,-2-4-1-16,-2-6-6 0,-5-5-30 16,-1-4 15-16,-3-8-7 15</inkml:trace>
  <inkml:trace contextRef="#ctx0" brushRef="#br0" timeOffset="-19552.15">7888 16384 38 0,'0'0'133'0,"0"0"-131"15,14-51 0-15,-4 40 1 16,3 4-2-16,1 3-1 16,-1 4 0-16,1 0-3 15,-1 11-1-15,-1 4 9 16,-1 5-4-16,-5 3-1 15,-4 2 2-15,-2 0-2 0,0-3 3 16,-8 3-3-16,-1-5 2 16,-2 0 1-16,4-7-1 15,0-3-1-15,1-6-24 16,-1-4-44-16</inkml:trace>
  <inkml:trace contextRef="#ctx0" brushRef="#br0" timeOffset="-19224.47">8060 16281 191 0,'0'0'12'15,"0"0"-12"-15,0 0 0 16,0 0 1-16,49-6-1 16,-31 6-5-16,-2 8 6 15,-1 2 0-15,3 1-1 16,-5 0 1-16,-4-1-1 15,0-1 0-15,-2-2 0 0,-4-1 0 16,-1-2 0-16,-2-3 0 16,0-1 1-16,0 0 12 15,-1 0 12-15,-3-9-12 16,0-4-9-16,-1-4 2 16,2-5-5-16,1-2 0 0,2-5-2 15,0 0-5-15,0 1-16 16,10 2-5-16,0 3-4 15,2 6-1-15,2 7-9 16,0 7-23-16</inkml:trace>
  <inkml:trace contextRef="#ctx0" brushRef="#br0" timeOffset="-18777.3">8328 16183 4 0,'0'0'35'0,"9"36"-2"16,-7-22-6-16,-1-2-9 15,1-3-1-15,0-2-1 16,0-2-4-16,2-4-6 0,0 0-1 15,2-1 1-15,0 0 6 16,-1-5 6-16,3-6-3 16,-3-1-7-16,2-6-4 15,-3-2-3-15,-3 1 0 16,-1-2-1-16,0 3 1 0,-5-1-1 16,-7 2-4-16,2 3-14 15,-2 1-6-15,1 5 8 16,2 0 16-16,2 4 0 15,3 0 0-15,4-1 0 16,0 1-4-16,3-4-12 0,7-2 8 16,5-3 8-16,0-2 1 15,2 0 0-15,1 3 0 16,1 4-1-16,0 6 0 16,-3 2-1-16,-3 5 3 15,3 14 10-15,-1 5-4 0,1 7-1 16,-3 3 0-16,3 5-3 15,-3 0 0-15,1 3-1 16,-3-3 1-16,-2 0-2 16,0-4 0-16,2-2 2 15,-2-5-3-15,-3-3 1 0,-3-6-1 16,2-2-3-16,-5-7-35 16,0-6-8-16,0-4-36 15</inkml:trace>
  <inkml:trace contextRef="#ctx0" brushRef="#br0" timeOffset="-18534.91">8415 16119 140 0,'0'0'7'0,"-11"-55"6"0,11 28 0 0,0 1 4 15,4 3 1-15,8 2-9 0,1 4 2 16,2 5-3-16,1 7-5 15,0 5-2-15,4 1-3 16,-2 17-1-16,-2 6 6 16,-2 6-2-16,-4 7 0 15,-6 4-2-15,-4 6 0 0,0 0-11 16,-8-2-30-16,-8 0-15 16,-6-6-20-16</inkml:trace>
  <inkml:trace contextRef="#ctx0" brushRef="#br0" timeOffset="-18193.07">7488 17246 135 0,'0'0'-15'16,"-45"41"21"-16,29-30 3 15,8-3-4-15,7-6 2 16,1-2 3-16,13-4-7 16,10-13 2-16,8-9 18 0,9-5-7 15,10-7-9-15,6-5-3 16,6-5-2-16,3-4-1 16,2-3 0-16,5-3 3 15,-1-3-3-15,-1 1 0 16,1 2 3-16,1 6-2 0,-7 5-2 15,-1 7-2-15,-8 5-4 16,-7 9-11-16,-6 6-2 16,-10 10-3-16,-10 7-6 15,-15 3-13-15</inkml:trace>
  <inkml:trace contextRef="#ctx0" brushRef="#br0" timeOffset="-17924.25">7709 17295 186 0,'0'0'-27'0,"0"0"43"16,0 0-16-16,0 0 4 15,57-52 20-15,-16 19-9 0,8-4-4 16,5-7-2-16,8-6-3 15,5-5 1-15,8-2-4 16,5-5-1-16,7-3 0 16,7-5-2-16,6 2 1 15,6-3-1-15,5 1-10 0,-1-3-44 16,-7 0-102-16</inkml:trace>
  <inkml:trace contextRef="#ctx0" brushRef="#br0" timeOffset="-112656.13">16417 8162 72 0,'0'0'14'0,"0"0"3"0,0 0-3 0,0 0 2 16,0 0 1-16,0 0-2 16,0 0-7-16,0 0-2 15,0 0 0-15,0 0-1 0,0 0-3 16,-10-35-1-16,20 32 1 15,3-2-1-15,1 0 1 16,4 0-4-16,1-2 4 16,-2 2-2-16,2 0 0 0,3-2 0 15,-2 1-6 1,2 2-11-16,-2-2-22 16,1 5 2-16,-8-2-16 0</inkml:trace>
  <inkml:trace contextRef="#ctx0" brushRef="#br0" timeOffset="-112497.15">16558 8129 13 0,'0'0'24'0,"-44"20"0"16,29-16 1-16,3 0-2 15,8-3 10-15,4-1 16 16,0 0-19-16,17-2-26 16,14-5 0-16,19-6-1 15,14-2-4-15,13-4-25 0,13-1-26 16,6-5-5-1</inkml:trace>
  <inkml:trace contextRef="#ctx0" brushRef="#br0" timeOffset="-75625.67">18671 8051 51 0,'0'0'40'0,"0"0"-29"0,0 0 12 0,0 0 0 0,0 0-10 16,0 0-6-16,0 0 3 15,0 0 4-15,0 0-6 16,0 0-2-16,0-20-3 15,0 19-2-15,0-2 0 0,0 3 1 16,0 0-2-16,0 0-2 16,0 0-4-16,0 4 3 15,0 5 2-15,0 3 1 16,5 5 3-16,0 6-2 16,-1 0 0-16,2 7-1 15,2 1 2-15,3 7-2 0,0 4 1 16,5 2-1-16,-1 2 0 15,6 1 0-15,3 2 0 16,5-1 1-16,7 0 0 16,1 2-1-16,6-1 0 0,-3 1 1 15,5-3-1-15,-3 0 0 16,-1-3 0-16,1-1 1 16,-2-1-1-16,1-2 0 15,-1 3 0-15,-2-1 1 16,0-2 0-16,0-2 0 0,-6 1-1 15,-1-4 1-15,-2-1 0 16,-5-1 0-16,2-2-1 16,-3-1 2-16,-3-1-1 15,-2-1-1-15,-2-1 2 16,-5-4-2-16,-2-1 0 0,-1-2 1 16,-3-1-1-16,-3-4 0 15,-2 1-1-15,0-2-31 16,-1-7-41-16</inkml:trace>
  <inkml:trace contextRef="#ctx0" brushRef="#br0" timeOffset="-75263.97">19459 9471 96 0,'0'0'0'0,"0"0"3"0,0 0-3 0,0 0 2 0,37-11-2 16,-28 11 2-16,2 0 3 15,0 7 1-15,1 0 0 16,1 0 1-16,0 2-1 15,2-2-2-15,0 0 0 16,2-6 4-16,-1-1 6 0,2 0 7 16,-1-7 0-16,1-7-1 15,1-3-5-15,-4-6 1 16,-1-2-6-16,-3-2-6 16,-2-2-3-16,0-2-1 15,-6-2-17-15,-3-8-108 16</inkml:trace>
  <inkml:trace contextRef="#ctx0" brushRef="#br0" timeOffset="-71150.54">19900 11085 85 0,'0'0'6'0,"0"0"6"0,0 0 4 15,0 0-7-15,0-2-2 0,0 1-5 16,0 0-2-16,0 0 0 15,0 0-3-15,0 1-7 16,0 0 1-16,0 0 2 16,0 0 5-16,0 0 3 15,0 0 2-15,0 0 3 0,1 0-3 16,1 0-3-16,3 0-2 16,-2 0-4-16,0 0-38 15</inkml:trace>
  <inkml:trace contextRef="#ctx0" brushRef="#br0" timeOffset="-66680.37">23261 10542 14 0,'5'-3'24'0,"-3"0"-4"0,-1-1 1 0,2 1-3 16,-2-1-3-16,2 2-11 15,-1 0-1-15,0-1-2 0,1 0-1 16,0 3 0-16,0-1 0 15,-1 0 0-15,2 1-1 16,-2 0-2-16,-1 0 0 16,0 0-2-16,-1 0-4 15,0 0-1-15,0 0-7 0,0 0-17 16</inkml:trace>
  <inkml:trace contextRef="#ctx0" brushRef="#br0" timeOffset="-65831.54">23493 10511 87 0,'0'0'10'0,"0"0"-1"0,0 0-3 0,0 0-4 16,0 0 1-16,0 0 6 16,0 0 1-16,0 0-4 15,0 0 1-15,0 0 1 16,-7-26 0-16,1 24-7 16,-2 2-1-16,-1 0 1 0,-1 0 0 15,-3 0-1-15,1 0 2 16,-2 2-1-16,-3 5-1 15,1 0 0-15,-1 2 0 16,0 2 0-16,2 0 0 16,-3 1 0-16,4 0 1 0,1-1-1 15,4 0 0-15,1-2 0 16,4-1 0-16,3 2 0 16,1-3 1-16,0 2 0 15,0-2-1-15,1 0 1 16,7-1 0-16,0 1 0 0,3-3-1 15,1 1 0-15,-2 0 5 16,5-2-2-16,-2 1-1 16,1 0 1-16,0-1-2 15,-1 1-1-15,0-1 0 16,-2 2 0-16,-1 0 0 0,-2-2 0 16,-1 3 1-16,-2-1-1 15,0 1-1-15,-2 0 1 16,2 1-2-16,-3-1 1 15,-1 1 1-15,0 2 1 16,-1-1 0-16,0-1 0 0,0-1-1 16,0 0 0-16,0-1 1 15,-2-2-1-15,-5 1 1 16,-1-2 6-16,-2 0 5 16,-2 1-3-16,-1-1-3 15,0 0-4-15,-3 1 0 0,3-1-2 16,0 0 0-16,4 1 0 15,2-1 0-15,1 2-5 16,2-1-30-16,3-3-31 16,1 0-59-16</inkml:trace>
  <inkml:trace contextRef="#ctx0" brushRef="#br0" timeOffset="-65253.57">23737 10742 114 0,'0'0'3'0,"0"0"9"0,0 0-6 0,0 0-3 16,0 0-3-16,0 0 0 16,0 0 1-16,0 0-1 0,0 0 0 15,0 0 0-15,-41 16 0 16,32-6 0-16,0 0 0 16,1 0 1-16,-3 0-1 15,3 0 0-15,-1 1 0 16,-2-1 0-16,3 3 1 15,0-2-1-15,-1-2 0 0,1-1 0 16,5 1 1-16,-3-2-2 16,4-3 2-16,0-1-2 15,2 0 2-15,0-2-1 16,0-1 2-16,0 0-2 16,3 0 3-16,4 0 8 0,-2 0 6 15,5 0 0-15,0 0-4 16,1 0-5-16,3 0-5 15,0-3-1-15,3 0-1 16,-2-1 3-16,0 1-3 16,0-1 0-16,-1 3 0 0,-1-2 0 15,1 1-1-15,-2 1 0 16,-3-2 1-16,1 2-2 16,-1-1 2-16,-1 2-2 15,2-2-12-15,-2-1-29 16,-5-3-38-16</inkml:trace>
  <inkml:trace contextRef="#ctx0" brushRef="#br0" timeOffset="-64862.14">23752 10720 103 0,'0'0'14'0,"0"0"-10"0,0 0-5 0,0 0 2 0,0 0 0 15,0 0 3-15,0 0 9 16,0 0 8-16,0 43-2 16,0-28 0-16,0 3-8 15,0 1-4-15,2 2-1 16,3-2-1-16,-3 2 0 0,-1 2-2 16,1-1-2-16,-1 1 0 15,0 0 0-15,-1-3 0 16,0-3-8-16,0-6-43 15,2-3-48-15</inkml:trace>
  <inkml:trace contextRef="#ctx0" brushRef="#br0" timeOffset="-63496.87">23685 10281 50 0,'0'0'12'0,"0"0"12"0,0 0-9 16,0 0-2-16,-44-31 0 0,34 25 1 15,2-1 3-15,-1 1-2 16,0 1-2-16,0 0-1 16,0-1-1-16,-2 2-6 15,1 0-4-15,-1 2 0 16,1 0-1-16,-3 0 1 0,1 2-1 16,-2 0 0-16,0 0 1 15,-1 0-2-15,-1 3 2 16,-1 1-2-16,-1 2 1 15,-2 1 0-15,2 0 1 16,-4-2-1-16,3 2 0 0,-4 1 0 16,4 1 1-16,-3-1-2 15,-1 2 1-15,2-1 0 16,-2-1 1-16,2 2-1 16,-2 0 0-16,1 1 0 15,0 1 0-15,-2-1 0 16,2 3 0-16,-1 2 0 15,-1 1 0-15,0 1 0 0,3 1 2 16,-1 1-4-16,1 1 4 16,3 0-2-16,1 0 0 15,3 1 0-15,1-1 0 0,3 2 1 16,3 0-2-16,-1 0 2 16,4-1-1-16,1 2 1 15,-2 1-1-15,3 0 0 16,1 1 0-16,0 0 0 15,1 0 0-15,0 0 0 0,0-1 0 16,1 1 1-16,5 2 0 16,0-1-1-16,4 0-1 15,-3-2 1-15,4-1 1 16,2-2-2-16,1 0 2 16,1-2 0-16,0 1 1 0,2-3-2 15,0 2 1-15,0 1 1 16,2 1-1-16,2-1-1 15,3 0 3-15,-4 1-2 16,4-1 1-16,3-1 1 16,-2-2 0-16,0 0 2 15,2-3-3-15,4-2-1 0,-1-2 1 16,1 0-1-16,4-4 0 16,-1-2 0-16,1 2 0 15,1-4 0-15,-1-2 2 16,1-1 0-16,3 0 2 15,-1 0-4-15,2-1 2 0,2-5-3 16,1-1 1-16,2-2-1 16,1-2 0-16,-2-2 1 15,0-1-1-15,-2-4 0 16,-3-1 0-16,0-2 1 16,-7-3-1-16,-1 1 1 0,0-4 2 15,-2 2 1-15,-5-1 2 16,2-3 0-16,0-2-2 15,-3-1-1-15,1-4-1 16,-4-3-2-16,0 0 0 16,-8-1 1-16,-2 0 0 0,-5 1-2 15,-5 2 1-15,0 3 0 16,-10 0-2-16,-7 4-1 16,-3 4 7-16,-7-1-5 15,-5 7-1-15,-5 3-11 16,-5 3-34-16,-4 0-57 0</inkml:trace>
  <inkml:trace contextRef="#ctx0" brushRef="#br0" timeOffset="-62558.33">22779 10937 64 0,'5'0'7'0,"-4"0"-6"0,1 0 1 0,0 0 8 0,-2 0 15 16,0 0-8-16,0-1-3 16,0-2 13-16,0 1-2 15,0-1-6-15,0 1-11 16,0 2-3-16,0 0-5 15,-1-2 0-15,-1 2 2 0,0 0-4 16,-3 0 3-16,2 0-1 16,-3-3 1-16,0 3-1 15,0-2 0-15,-1 1 1 16,-1 0-1-16,-2 1-1 16,-1 0 0-16,-3 0 1 0,-1 0-1 15,-4 0 1-15,-2 1-1 16,-4 2 1-16,0 2 0 15,-2-1 0-15,-2 1 0 16,-1 0 0-16,1-1 0 16,-1 2-1-16,3-1 2 15,0 1-1-15,-1 0 0 0,1-2 1 16,0 0-1-16,0 2 0 16,2-2 1-16,3 0-2 15,1-1 2-15,4-1-1 16,4 1 1-16,6-3 1 0,-2 1-3 15,6 0 2-15,1-1 0 16,2 0-1-16,0 2-1 16,0-1-9-16,3-1-6 15,4 0-24-15,1 0-23 16</inkml:trace>
  <inkml:trace contextRef="#ctx0" brushRef="#br0" timeOffset="-62309.43">22180 10931 94 0,'0'0'8'0,"0"0"13"0,0 0-7 0,-39 16-2 16,31-6 4-16,3 4 1 15,3 2-3-15,2 2-9 16,10 2-2-16,13 1-1 16,10-1 0-16,7-3-9 15,4-7-43-15,4-4-40 16</inkml:trace>
  <inkml:trace contextRef="#ctx0" brushRef="#br0" timeOffset="-61290.58">21099 10968 115 0,'0'0'4'0,"0"0"-1"0,0 0-2 0,0 0-1 15,0 0 0-15,0 0 0 16,0 0 0-16,0 0 0 15,0 0 2-15,0 0 2 16,-40-7-1-16,34 7-2 16,1 0-2-16,-6 0 2 0,2 7-2 15,2 0-1-15,-4 2 1 16,2-1 1-16,2 2 1 16,1 0-2-16,1 1 2 15,4 0-2-15,1-1 1 16,0 0 1-16,0-2-2 0,1 3 1 15,6-4-1-15,1-1 1 16,3 1 0-16,1-1 0 16,-2-1 4-16,4 1 3 15,0 0 0-15,0 1-3 16,1-1-2-16,-2 1 0 16,0 1 1-16,-1-1-1 0,-3 0-1 15,0-1-1-15,-5 1 1 16,-3-3 0-16,-1 0 7 15,0 0 9-15,-3-1 4 16,-8 1-11-16,-2 0-4 16,-2 0-4-16,1 2-1 0,0 1-1 15,0-1-2-15,5-2-15 16,4-4-32-16,4 0-21 16</inkml:trace>
  <inkml:trace contextRef="#ctx0" brushRef="#br0" timeOffset="-60679.04">21318 11133 79 0,'0'0'4'0,"0"0"12"0,0 0-7 0,0 0-6 16,0 0-2-16,0 0 0 15,0 0 0-15,0 0 2 16,0 0 5-16,0 0 3 16,-5-16 5-16,17 13-3 15,-3-1 4-15,2 1-8 0,3 1-2 16,-2 2-6-16,0 0-1 15,0 0 0-15,-4 0 0 16,-3 5-1-16,-3 2-8 16,-2 2 3-16,0 2 6 0,-3 1 1 15,-8 0 0-15,-2 0 0 16,0-2 0-16,0-1 1 16,1-1 0-16,5-3 0 15,-1 0 1-15,5-4-1 16,1 2-2-16,2-3 0 15,0 0-2-15,3 0-1 0,4 0 8 16,1 0-1-16,2-2-2 16,0 1 0-16,-1-2 1 15,0 3-1-15,-2 0 0 16,2 0 0-16,-1 0-2 16,-3 4 1-16,2 5-1 0,-1-2-1 15,-5 4 0-15,0 0 3 16,-1 1 1-16,0 1 0 15,-10-2-1-15,-3 2 0 16,-3 0 1-16,-5-2-1 16,-4 2-1-16,0-3 1 15,-2-1-2-15,2-4-46 0,-2-5-45 16</inkml:trace>
  <inkml:trace contextRef="#ctx0" brushRef="#br0" timeOffset="-58843.18">21325 10737 79 0,'-11'-2'7'0,"2"1"6"0,-3 0-8 15,1-1-1-15,1 2-2 0,1 0-1 16,-1 0 0-16,2-1 2 16,1 1 5-16,-2-2 3 15,3 2-1-15,-1-2-4 16,-1 2-2-16,2 0-3 15,-5 0 1-15,2 0-2 0,-5 0 0 16,2 0 0-16,-2 0 0 16,-2 2 0-16,-1 1 0 15,-2 1 0-15,0-1 0 16,1 1 0-16,-1 0 0 16,-2-1 1-16,4 0-1 0,-3 3 0 15,3-1 1-15,0 3 1 16,2 0 0-16,-1 2 0 15,1 3-2-15,1 1 0 16,-3 3 1-16,0 3-1 16,1 1 0-16,1 1 1 0,0 2-1 15,-3 0 1-15,2 0-1 16,3-1 0-16,2-2 2 16,1 2-2-16,0-4 0 15,5 2 1-15,0-3-1 16,2 3 0-16,1-2 1 0,2 1-1 15,0-2 0-15,0 2 0 16,0-3 0-16,5 4 1 16,2-2 0-16,-1 2-1 15,1-1 0-15,2 0 0 16,-1-1 1-16,2-1-1 16,-3-4 0-16,5-1-1 0,2 1 2 15,1-4 0-15,0 3 0 16,3-2 0-16,0-2 1 15,1 2 0-15,0-2-1 16,-3 2 1-16,2-1-1 16,-2-2 0-16,3 1 0 0,-3-1 1 15,1 1 0-15,1-2 4 16,0-1-4-16,1-2 1 16,-1 2 0-16,3-5 3 15,0 2-4-15,0-3 1 16,2 0 3-16,-2 0 2 0,1 0-2 15,-1 0-1-15,1-6 0 16,0 1-1-16,-1-1-1 16,3 0-1-16,-2-4-1 15,1 2 0-15,1-2-1 0,2 1 0 16,-3-2 0-16,0-2 0 16,2 2 1-16,-5-3-2 15,1 1 2-15,-3-4-1 16,2-2 0-16,-3-1 2 15,-2-1-2-15,1-2 0 16,-1-1 0-16,1 0 0 0,-1 0 0 16,-1 1-2-16,-1 0 2 15,-2 2-3-15,1 0-2 16,-2 1 3-16,-4-2 2 16,2 3 1-16,-4-4-1 15,-1 1 0-15,-2-1 1 0,0-1-1 16,-1 1 0-16,0-2 0 15,0 2 0-15,0 0 0 16,-2 0 0-16,-2 3-1 16,-2 0 2-16,-2-1 1 15,-1 5 3-15,2 0 3 0,-6 1-3 16,2 1-1-16,-4 3-4 16,-1 1 1-16,-5 1-1 15,-2 3 0-15,-2 2-1 16,-5 1 1-16,-4 3 0 15,-4 0-1-15,-3 2-3 0,-6 6-21 16,-7 0-57-16</inkml:trace>
  <inkml:trace contextRef="#ctx0" brushRef="#br0" timeOffset="-54040.61">20695 11315 75 0,'2'0'7'0,"0"0"2"0,2-1-1 0,-2-3-3 15,-2-1 6-15,3 2 6 16,-2-1-1-16,-1 0-4 16,0 1-1-16,0 0-5 15,0 0 1-15,0 0-4 0,0 0-1 16,-1 2 5-16,-8-2-7 16,2 2 2-16,-3-1-1 15,-1 2 2-15,-1 0 1 16,-3 0 1-16,1 0-3 15,-4 2-2-15,2 3 0 0,-5 1 0 16,2 1 1-16,-5-1-1 16,-1 1 0-16,2-1 0 15,-4-1 0-15,-4-1-1 16,2 2 2-16,1-2-1 16,-2 1 0-16,1 0 0 0,1-2 0 15,1 2 0-15,2 0-1 16,4-2 2-16,1 0-1 15,4 0 2-15,2-1-2 16,3-1 1-16,3 1-1 16,0-2 2-16,5 2 0 15,-2-1-2-15,4 1-3 0,1-1-16 16,0-1-33-16,0 0-12 16</inkml:trace>
  <inkml:trace contextRef="#ctx0" brushRef="#br0" timeOffset="-53808.85">20086 11359 88 0,'0'0'3'0,"0"0"0"0,0 0-2 0,0 0 1 16,-40 15 0-16,32-6-1 15,3-2 1-15,3 0-1 16,2 0 0-16,0 1-1 16,6-2 6-16,8-1-4 0,4-4-10 15,1-1-82-15</inkml:trace>
  <inkml:trace contextRef="#ctx0" brushRef="#br0" timeOffset="-53093.01">19566 11312 75 0,'0'0'3'0,"0"0"1"15,0 0-2-15,0 0 0 0,0 0 0 16,0 0 7-16,0 0-3 16,0 0 2-16,-40-13-3 15,35 13-2-15,-4 0-2 16,0 0-1-16,0 4 0 15,-2 3 0-15,-3 2 0 0,2 0 0 16,1 0 0-16,-1 2 1 16,3 0-2-16,3-1 2 15,2 0-1-15,2-2 0 16,2 1 1-16,0-1-1 16,2 2 1-16,6 0 0 0,3-1 2 15,2-1 0-15,0 1 1 16,3 1-2-16,-2-2 2 15,0-1-3-15,1 0 2 16,-4 2-1-16,1-2-1 16,-4 4-1-16,-2-4 0 15,-1 2 1-15,-1-1 0 0,-4 0 1 16,0-1 1-16,0 0 4 16,-2-2 5-16,-8 2 2 15,0-1 0-15,-3 1-7 16,0 0-6-16,-3 3 0 15,2-1-1-15,1-1-5 0,4-2-35 16,2-3-8-16</inkml:trace>
  <inkml:trace contextRef="#ctx0" brushRef="#br0" timeOffset="-52573.31">19694 11538 63 0,'0'0'28'0,"0"0"-6"0,0 0-14 0,0 0-6 0,0 0 0 16,0 0 0-16,41-16-1 15,-31 15 1-15,3 1 1 16,-6 0 0-16,2 0-2 0,-3 0-2 16,0 1 1-16,-3 6-1 15,-2 0-2-15,-1 3 3 16,0 0 0-16,0 1 0 15,-8-2 0-15,0 1 2 16,-1 1-1-16,0-1 0 16,0-2 1-16,2-1 1 0,-1-3 1 15,5 0-1-15,-2-1 3 16,2-2 1-16,2-1-2 16,1 0 1-16,0 0-4 15,0 0 3-15,9 0 12 16,-1 0-1-16,4-4-5 0,3-2-6 15,1 1-2-15,2 0-2 16,-1 0-1-16,0 0 0 16,-3-2-20-16,1-1-55 15</inkml:trace>
  <inkml:trace contextRef="#ctx0" brushRef="#br0" timeOffset="-51940.62">19588 11078 67 0,'0'0'6'0,"0"0"18"0,-47-13-11 0,30 10-7 0,-2 3-3 16,0 0-2-16,0 0 1 16,-4 6-1-16,0 4 1 15,-2 1 0-15,0 3 0 16,-4 2-1-16,-1 4 1 15,1 2 1-15,0 4 0 0,3 5-2 16,2 1 0-16,0 3 0 16,3 2 0-16,4 3 1 15,3-1 0-15,4 1-1 16,5-1 0-16,5 0-1 16,0 2 1-16,10-4-1 0,7 0 0 15,3-2 1-15,8-3-1 16,3-1 3-16,3-4 1 15,6-1-3-15,-1-6 1 16,3-3-2-16,1-6 0 16,-1-3 6-16,-2-6 10 0,1-2 0 15,1 0-1-15,-1-11-2 16,1-5 0-16,-3-1 0 16,-1-3-3-16,-5-4-4 15,-4-2-2-15,-5-3 0 16,-6-3-2-16,-5-2 0 15,-7 2-1-15,-6-1-1 0,0 5-1 16,-13 2-7-16,-10 5-27 16,-7 5-16-16,-6 3-12 15,-6 5-59-15</inkml:trace>
  <inkml:trace contextRef="#ctx0" brushRef="#br0" timeOffset="-51576.79">18929 11606 139 0,'0'0'5'0,"0"0"8"0,0 0-5 16,0 0 3-16,0 0-4 16,0 0-5-16,-47-8 0 15,31 8-1-15,-4 1 0 16,-5 7 0-16,-2-1-1 0,-2 2 1 16,-3 1 0-16,0 0 2 15,-2 0 0-15,1-2 1 16,1 2-1-16,-1-1 1 15,4-1-4-15,4 2 1 16,4-3-1-16,4 0-6 0,5-4-40 16,2-3-40-16</inkml:trace>
  <inkml:trace contextRef="#ctx0" brushRef="#br0" timeOffset="-51335.25">18396 11666 102 0,'0'0'1'0,"-37"10"9"15,17 0 6-15,-2 2-10 0,1 4 0 16,1-2 6-16,3 2 2 16,3-1-6-16,1-2-3 15,8-2 0-15,3-1-4 16,2-1 0-16,4-2-1 15,9-2 2-15,5-3 0 0,5 1-1 16,-2-3-16-16,2 0-48 16</inkml:trace>
  <inkml:trace contextRef="#ctx0" brushRef="#br0" timeOffset="-50802.35">17921 11639 121 0,'0'0'9'0,"0"0"13"0,0 0-9 16,-38 7-11-16,28-2-1 16,0 2-1-16,0 1 0 15,2 1 2-15,-1 1-2 16,2 2 0-16,-1 1 0 16,3 1 1-16,-3-1-1 0,4 1 0 15,2-1 0-15,0-2 0 16,2-1-1-16,0-1 1 15,2 0 0-15,10-2 3 16,-2-1 0-16,4 0 0 16,4-2 2-16,-1 0-2 0,0-1 0 15,2 0-2-15,-1 0 1 16,-3-1-2-16,-1 1 2 16,0 1-1-16,-5 1 1 15,-1-1-2-15,-1 0 0 16,-3 2-2-16,-4 0-1 0,0 1 5 15,0 0 3-15,-6 3 1 16,-5 1-1-16,0 1-3 16,-3 1-1-16,-1-2 0 15,1 4-4-15,2-6-33 16,3-3-31-16</inkml:trace>
  <inkml:trace contextRef="#ctx0" brushRef="#br0" timeOffset="-50580.25">18173 11874 119 0,'0'0'0'0,"0"0"0"0,0 0 0 15,0 0-2-15,0 0 6 16,27 49 11-16,-27-31-7 0,0 0-6 15,0 1-1-15,0-1-1 16,0-3 0-16,0-4-13 16,-5-4-45-16</inkml:trace>
  <inkml:trace contextRef="#ctx0" brushRef="#br0" timeOffset="-49755.32">18084 11447 33 0,'0'0'3'15,"0"0"11"-15,0 0-1 0,-36-35 0 16,25 26-2-16,-3 0-1 16,1 2-1-16,-3 0 0 15,1 0 1-15,-3 3 0 16,0 2-8-16,0 1-1 15,-6 1-1-15,3 0 1 16,-3 0-1-16,-1 4 0 0,-2 2 1 16,1 2-1-16,2 2 1 15,-2 0 2-15,2 3-1 16,-3-2 0-16,2 5-1 16,-2 1 0-16,1 0-1 0,-1 3 1 15,1 4-1-15,2 0 1 16,2-1-1-16,1 4 1 15,2-1 3-15,4 3 1 16,1 0-1-16,3 3 1 16,2 2-3-16,5 2-1 0,3 1 0 15,1 1 0-15,0 4-1 16,4 2-1-16,7-1-1 16,1 0-3-16,4-6 2 15,4-3 1-15,1-4 1 16,3-7 0-16,3-3 1 0,2-5 1 15,1-1 2-15,3-1 2 16,3-1 0-16,3-3 3 16,1-3-3-16,1 0-2 15,1-3-1-15,-4-3 1 16,1 0-1-16,-2-3 0 16,-1-9 7-16,-2-2-1 0,1-3-1 15,0-3 0-15,1-4 1 16,-3-1-2-16,0-4-1 15,-4-3-3-15,-5-4 0 16,-5-1-1-16,-6-1-1 16,-6-1 1-16,-6 1-1 0,-1 3-1 15,-9 1 0-15,-8 4-2 16,-6 1 0-16,-6 6 0 16,-2 4 0-16,-3 6-8 15,1 3-22-15,-4 9-26 0,3 1-33 16</inkml:trace>
  <inkml:trace contextRef="#ctx0" brushRef="#br0" timeOffset="-48560.38">17673 12391 94 0,'0'0'6'0,"0"0"-5"0,0 0 0 0,0 0 4 15,0 0-1-15,0 0 2 0,0 0 2 16,0 0-1-16,0 0-3 16,42 37-3-16,-29-26 0 15,3 1-1-15,2-1 0 16,0 2 1-16,2-3-1 15,4 2 0-15,0-3 1 0,-1 1 0 16,2-3 0-16,2-1 2 16,-1 0-1-16,1-3 1 15,1-2 2-15,3-1 1 16,1 0 0-16,5 0-3 16,-1-4 7-16,3-5-7 15,3-2-1-15,0-3 2 0,1-2-3 16,0-4-1-16,0-1 1 15,2 2-1-15,-3-5-1 16,1 1-1-16,-2-2 0 16,-1-1 0-16,-1-1 2 15,0 2 0-15,-3-1 0 0,3 5 1 16,0-2 0-16,5 5-1 16,0 2 0-16,4-1 0 15,-5 6-1-15,2 0 2 16,-3 2-1-16,-2 2 0 15,-1 5 0-15,0-1 1 0,-1 3 1 16,1 0 1-16,2 0 0 16,-2 6 0-16,-1 3-2 15,-1-2 0-15,-4 0-1 16,-3 0 1-16,-1-3-1 16,-2-1 2-16,-1 0-2 0,-2-3 1 15,2 0 1-15,-1-3 11 16,-4-4-6-16,4-3-5 15,1 0-1-15,0-3-1 16,-1-2 0-16,0-1 2 16,3-2-2-16,-1 1 0 0,2 2 0 15,2 0 0-15,-1 2 0 16,2 4 0-16,2 2 0 16,-2 3 0-16,3 1 0 15,-4 3 0-15,1 0 1 16,2 0-1-16,-3 0 0 0,2 3 0 15,1-2 2-15,3 1 0 16,3-2-2-16,6 0 1 16,-1 0-1-16,6 0 0 15,-2-2 0-15,3-2 0 16,2-4 0-16,-1-1 1 0,0 3-1 16,-3-2 1-16,0 1-1 15,-3 4 4-15,-1 3 6 16,-1 0-4-16,-2 0-1 15,3 0-5-15,0 0 1 16,0 2 0-16,0-1-1 0,1 2 0 16,-4-3 0-16,2 0 1 15,-2-3-1-15,3-4 1 16,-1-4 0-16,1-1 0 16,1-1 3-16,-3-1-3 15,2-2 3-15,-1-1 2 16,-1-1 0-16,-7 0 0 0,0-2 1 15,-4-2-2-15,-6 1-2 16,-5-2 0-16,-7-1-3 16,-9-1 0-16,-6 2-9 15,-14-4-56-15,-13 1-150 16</inkml:trace>
  <inkml:trace contextRef="#ctx0" brushRef="#br0" timeOffset="-46361.56">23685 10373 66 0,'0'0'16'0,"0"0"11"0,0 0-7 0,0 0-7 0,0 0-6 16,0 0-6-16,0 0 0 15,52-18 2-15,-27 18 0 16,2 1-1-16,1 12-1 16,1 8 0-16,-1 12-1 0,-3 9 0 15,-2 11 0-15,-5 11 1 16,-3 11-3-16,-8 9-29 15,-6 4-32-15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26:22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15692 14877 95 0,'0'-6'17'0,"0"-1"17"0,0 1-4 0,0-1-5 0,0 4-11 16,0-1-7-16,0 1-5 15,0 0 0-15,0 2 3 16,0 0-1-16,0-1 0 16,0 2-2-16,0-1-1 0,0 1 0 15,-1 0-1-15,1 0-5 16,-2 0 1-16,-1 0 2 15,0 0 4-15,1 0-1 16,-4 1-1-16,3 2 2 16,1-1-1-16,-2 2 1 15,3 0-2-15,1 0-1 0,0 3 2 16,0 0-2-16,3 2 1 16,2 1-1-16,3 0 1 15,0 1 0-15,2 0 1 16,3 4-1-16,1-2 2 15,-1 1-1-15,1-1 0 0,-1 2-1 16,-2-3 0-16,-1-1 1 16,-1-1-1-16,-3 0 0 15,-2-3 0-15,-2 0 0 16,-2 0-1-16,0 0 2 16,0-1 5-16,-10 4 1 0,-2 0 0 15,-5 1-2-15,1 2-4 16,-5 1 0-16,1 1-1 15,-1-4 0-15,5-1-9 16,4-5-21-16,5-5-41 16,2-1-74-16</inkml:trace>
  <inkml:trace contextRef="#ctx0" brushRef="#br0" timeOffset="249.04">15978 14841 232 0,'0'0'-15'0,"0"0"25"0,0 0-11 15,0 0-7-15,0 0 11 16,0 0-1-16,3 54 1 0,-3-29 0 16,4 3 0-16,-2 3 1 15,-1-1-2-15,-1 0-1 16,1 0 1-16,0 1-1 15,-1-4-1-15,0-3 0 16,0-3-6-16,0-5-40 0,0-8-37 16</inkml:trace>
  <inkml:trace contextRef="#ctx0" brushRef="#br0" timeOffset="526.86">15987 14884 130 0,'0'0'107'16,"0"0"-99"-16,0-53 14 16,2 38-8-16,6 1-5 15,1 1-4-15,2 3-3 0,2 2 0 16,-2 3 0-16,0 5-4 16,-1 0 2-16,-2 6-4 15,-3 8 1-15,-3 4-4 16,-2 4 1-16,0 3 4 15,-9 4 3-15,-5-2 3 0,-1 0-2 16,1-5-2 0,3-2-1-16,2-3-13 0,7-6-20 15,2-8-50-15,0-3-41 16</inkml:trace>
  <inkml:trace contextRef="#ctx0" brushRef="#br0" timeOffset="1152.05">16265 14827 183 0,'0'0'6'0,"0"0"29"16,0 0-1-16,24-43-11 15,-24 38-3-15,0-1-5 0,-9 2-6 16,0 1-7-16,0 1 4 16,-1 2 0-16,1 0-5 15,-1 2-2-15,2 8 1 16,1 3 2-16,1 2-2 15,2 2 0-15,4 2 0 0,0-1 1 16,0-1-2-16,4-2-3 16,6-3-8-16,-1-3-4 15,1-5 4-15,1-4 3 16,1 0 5-16,-2 0 0 16,-1-10 6-16,0-1 2 0,4-5-1 15,-4-1-1-15,-2 0 0 16,1 4 0-16,-2 1 0 15,0 4-2-15,-2 4 2 16,1 4 0-16,-1 0-4 16,2 0 0-16,1 11-1 0,1 2-1 15,2 2 6-15,-3 0 1 16,3-2-1-16,-2 0-1 16,-1-5-1-16,-1-1 0 15,2-4-1-15,-2-3 1 16,1 0-3-16,1-3 3 15,1-8 4-15,1-3-1 0,0-3 2 16,2-2 0-16,-3 2 1 16,1 4-2-16,0 2-1 15,-2 4 3-15,1 4-3 16,-3 3-2-16,5 0-2 0,-1 4 0 16,3 3 2-16,1 1 1 15,-1-1-1-15,1-2 0 16,1 0 0-16,-1-2 0 15,-5-2-1-15,0-1 0 16,0 0 1-16,-4 0 0 16,3-6 0-16,-1-4 1 0,3-2-7 15,2-6-35-15,1-6-106 16</inkml:trace>
  <inkml:trace contextRef="#ctx0" brushRef="#br0" timeOffset="1530.57">17147 14675 247 0,'0'0'18'0,"0"0"-1"0,0 0-10 15,0 0 2-15,40-13 0 16,-21 5-4-16,6-1-1 16,3-3-1-16,6 0 0 15,2 0-1-15,6-1 0 0,3 0-2 16,0-2 1-16,6 0-2 15,-4 2 1-15,2-1 1 16,-4-2-1-16,2 3 0 16,-1 2-1-16,-3 0-12 15,-7 1-16-15,-5 0-40 0,-11-2-87 16</inkml:trace>
  <inkml:trace contextRef="#ctx0" brushRef="#br0" timeOffset="1716.53">17869 14343 297 0,'0'0'-12'0,"0"0"19"16,0 0 4-16,47-14-7 16,-33 16-3-16,0 11-1 0,-2 11-2 15,-7 6-5-15,-5 11-25 16,-5 2-43-16,-15-3-117 15</inkml:trace>
  <inkml:trace contextRef="#ctx0" brushRef="#br0" timeOffset="2206">18379 14130 206 0,'0'0'-13'0,"0"0"20"16,0 0-2-16,-37 0-2 0,28 0-2 15,1 2 1-15,1 4-1 16,1 3 0-16,2 1 0 16,2 2 0-16,2 3 2 15,0-1 0-15,4 1-1 16,5 1 0-16,5-2 2 0,3 2 3 15,2-2 1-15,-1 0 0 16,1-1-5-16,-2 0 0 16,-3-2-2-16,-3-1 1 15,-7 0-2-15,-4 2-2 0,0 0 7 16,-9 1-4-16,-8 0 0 16,-6 3 1-16,-1-1-1 15,-3 1-4-15,-2-5-37 16,4-4-48-16</inkml:trace>
  <inkml:trace contextRef="#ctx0" brushRef="#br0" timeOffset="2512.05">18605 13968 196 0,'0'0'7'0,"0"0"-5"15,0 0-5-15,0 38 9 0,0-12 3 16,-3 3-3-16,1 4-1 16,2 1 1-16,0 0 0 15,0-1 4-15,0-3-4 16,4-3 0-16,6-2-3 15,-3-5 0-15,4-3-3 16,0-1 0-16,4-5-2 0,-1-4-3 16,1-5-40-16,-2-2-41 15</inkml:trace>
  <inkml:trace contextRef="#ctx0" brushRef="#br0" timeOffset="2810.72">18811 14168 100 0,'0'0'108'15,"0"0"-110"-15,0 0 2 0,-14 44 0 16,11-27 0-16,1 2 0 16,2-3 0-16,0-3 2 15,0-1-2-15,2-4 0 16,4-3-3-16,2-4 0 15,1-1 17-15,0 0-4 0,2-3-2 16,0-7 2-16,-4-1 3 16,0-4 4-16,-4-1-10 15,-1-2-3-15,-2 1-3 16,0-1-1-16,-3 3-9 16,-9 3-33-16,0 4-28 15,-2 3-31-15</inkml:trace>
  <inkml:trace contextRef="#ctx0" brushRef="#br0" timeOffset="3239.82">18960 14126 256 0,'0'0'32'15,"0"0"-32"-15,0 0-3 16,0 0 0-16,13 38 2 15,-12-22 0-15,1 1 3 0,1-1-1 16,0-3-4-16,2 0-8 16,-2-6-3-16,2-1 1 15,0-5-6-15,1-1-12 16,4 0 12-16,-1-7 12 0,-2-3 15 16,1-3-5-16,2-1 8 15,-2 3-1-15,-1 4 1 16,0 2-4-16,4 1 4 15,-3 4-2-15,4 0-7 16,2 0 2-16,1 4 1 16,3 2 0-16,-2 0-3 0,1-3 0 15,-4-2 3-15,0-1 0 16,-3 0 7-16,-4 0 2 16,0-4 2-16,-2-3 6 15,-1-2-2-15,-3-3-7 16,0-3-12-16,0 0 0 15,0-1-3-15,0-4-19 0,0 2-22 16,-1-4-80-16</inkml:trace>
  <inkml:trace contextRef="#ctx0" brushRef="#br0" timeOffset="3708.53">19759 13898 236 0,'0'0'4'0,"0"0"14"0,0-38 1 0,-5 29 1 15,-5 4-14-15,-2 4 3 0,-4 1 1 16,0 2-6-16,-3 11 0 16,2 4-4-16,1 4 0 15,4 2 1-15,2 1-1 16,7-3 1-16,3-1 0 16,1-1-3-16,11-5-21 15,5-1-1-15,6-6 1 16,4-6-22-16,2-1-60 0</inkml:trace>
  <inkml:trace contextRef="#ctx0" brushRef="#br0" timeOffset="4220.54">19997 13837 284 0,'0'0'6'0,"0"0"-6"16,0 0-1-16,0 0 0 15,-41 38-1-15,31-22 2 0,0 1 0 16,3-2 0-16,4-2 0 16,1-1 0-16,2-4 2 15,0 0-6-15,2-3-6 16,4-3-8-16,4-2 7 16,-1 0 8-16,1-2 4 0,-1-6 0 15,0-5 3-15,2 2 2 16,-3-3 4-16,2-1 0 15,1 2-3-15,1 2-3 16,-3 0 0-16,3 3-3 16,1 4-1-16,0 4 0 0,1 0 0 15,-1 0-1-15,0 7 0 16,-1 3-1-16,-2 3 1 16,-3-1 1-16,2 0-2 15,-6-2-10-15,0 1-1 16,-1-6 3-16,1 0 4 0,-3-4 4 15,0-1 4-15,0 0 9 16,2-2 11-16,0-7-13 16,1-5 0-16,3 0-3 15,2 1 1-15,2-2-2 16,-1 4-1-16,2 2 0 0,0 3 1 16,1 3 1-16,3 3-5 15,-1 0-1-15,4 0-1 16,-1 7-2-16,-3-1-30 15,-5-2-59-15</inkml:trace>
  <inkml:trace contextRef="#ctx0" brushRef="#br0" timeOffset="4512.01">20404 13800 281 0,'0'0'7'0,"0"0"-6"0,0 0 1 0,36-2 0 16,-23 7-2-16,-1 2 0 16,-2 2 0-16,-1-1-1 15,-2-1-3-15,0-1-1 0,-4-2 0 16,0-2 3-16,-1-2 2 16,0 0 0-16,1-2 8 15,0-8 17-15,1-3-8 16,3-3-6-16,-2-2-3 15,3-3-3-15,1 1-5 16,4-2 0-16,0 3-16 0,1 3-24 16,-1 4-16-16,-1 3-55 15</inkml:trace>
  <inkml:trace contextRef="#ctx0" brushRef="#br0" timeOffset="4789.51">20764 13755 226 0,'0'0'-13'16,"0"0"28"-16,0 0-2 15,38-47-11-15,-33 31 2 0,-3 2-3 16,-2 1 0-16,0 5 5 16,0-1 15-16,-4 6-5 15,-2 3-5-15,1 0-11 16,0 2-1-16,4 6-2 15,-3 2-5-15,4 2-4 0,0 0-6 16,6-1-3-16,8-4 10 16,3-3 5-16,6-3 5 15,-1-1-3-15,5 0 3 16,-2-10-51-16,0-3-64 16</inkml:trace>
  <inkml:trace contextRef="#ctx0" brushRef="#br0" timeOffset="5893.07">17838 14865 99 0,'0'0'1'0,"0"0"13"0,0 0 8 0,0 0-3 16,0 0 1-16,0 0-9 15,0 0-5-15,0 0-5 16,0 0-3-16,0 0 1 0,0 0 1 16,0 0 0-16,0 0 0 15,10 17 1-15,-2-7-1 16,0 3 1-16,3 0 0 16,2 1 1-16,1 2-1 0,3-1-1 15,1 1 2-15,1-2-2 16,4 0 0-16,2-1 1 15,4 1-1-15,4-1 1 16,5-3 0-16,0-1 1 16,5-2 1-16,-1 0-1 15,0-3-1-15,-1 0 2 0,-4-1-2 16,0-3 2-16,-2 0 2 16,-3 0-1-16,-1 0 2 15,-2 0 0-15,-1 0-1 16,-3-3-2-16,0-1 0 15,-4 1-3-15,-2-2 0 0,-2 2 0 16,-5 0 0-16,-3 3-10 16,-2 0-30-16,-3 0-17 15,-4 0 0-15</inkml:trace>
  <inkml:trace contextRef="#ctx0" brushRef="#br0" timeOffset="6505.1">18667 14922 11 0,'0'0'35'16,"0"0"-17"-16,0 0-4 0,0 0-13 0,0 0-1 15,0 0 0-15,0 0-1 16,0 0 1-16,0 0 4 15,0 0 0-15,0 0 4 16,0-8 0-16,0 7 7 16,0 0 4-16,0 1-8 0,0-1-7 15,0 1-4-15,0-2 0 16,0 2 0-16,0 0-1 16,0-1 1-16,0 1 1 15,0 0-1-15,0 0 2 16,0 0 4-16,0-1-3 0,0 1-2 15,0 0 1-15,4 0-1 16,1 0 0-16,2 0-1 16,-1 1 0-16,1 3 1 15,0 0 1-15,2 1-2 0,-2 1 2 16,1-1 1-16,-1 1 2 16,1-1 5-16,-2 0 1 15,0 5 2-15,-1-2-4 16,-1 8-5-16,-4 2 0 15,0 11-4-15,-4 6 5 0,-13 17-4 16,-12 16 2-16,-13 11-9 16,-15 8-105-16</inkml:trace>
  <inkml:trace contextRef="#ctx0" brushRef="#br0" timeOffset="8880.83">18619 14986 57 0,'1'3'54'0,"0"-3"-41"0,0 0-13 0,1 4 1 15,1-1-1-15,-1 1 1 16,1 1-1-16,0 2 0 16,0-3-1-16,-1 0-17 0</inkml:trace>
  <inkml:trace contextRef="#ctx0" brushRef="#br0" timeOffset="9777.9">19474 14908 97 0,'0'0'2'0,"0"0"-2"0,0 0 1 0,0 0 0 0,0 0 0 16,0 0 3-16,0 0 0 15,-36 8-1-15,31-5 3 16,0 3 0-16,2 0-1 15,-4 2-3-15,0 1-2 0,-1 2 0 16,0 5 1-16,0-2-1 16,-2 3 0-16,2 0 1 15,0-1-1-15,3 1 1 16,-2-2 3-16,5-2 5 16,0 1 0-16,2-4 0 0,0 0-3 15,1-1-1-15,7-2 2 16,0 0-2-16,3-3 4 15,1 0-1-15,-1-4 2 16,0 0 5-16,4 0-3 16,1 0-3-16,0-1-7 0,1-7-2 15,1-5-46-15,-2-6-113 16</inkml:trace>
  <inkml:trace contextRef="#ctx0" brushRef="#br0" timeOffset="10098.35">19649 14963 130 0,'0'0'10'0,"0"0"3"0,0 0-14 0,0 0 2 0,0 0-1 16,0 0 0-16,0 0 2 15,10 46 0-15,-6-35 0 16,0 2-2-16,0-2 1 16,0-1 1-16,-3 0-2 15,-1-1 1-15,0-1-1 0,0-2-1 16,0 0-16-16,-1-1-11 15,-7-2-10-15</inkml:trace>
  <inkml:trace contextRef="#ctx0" brushRef="#br0" timeOffset="10461.54">19639 15088 66 0,'0'0'23'16,"0"0"3"-16,-2-44-2 0,2 26-10 16,3 1-5-16,3 1-4 15,0 3-1-15,1 2-3 16,1 4-1-16,1 1 1 15,-2 2-1-15,3 2 0 16,-1 2 0-16,2 0 0 0,-3 0 0 16,3 5-1-16,1 3 0 15,2 0 2-15,-1 3 0 16,-2-4-1-16,3 2 0 16,-1-2 1-16,-1-2 0 0,-1-2-1 15,0-1 2-15,0-1 5 16,-3-1-3-16,0 0 0 15,-3 0 4-15,-1-4 17 16,-2-4 9-16,-2-3-2 16,0 0-17-16,0-5-6 15,0-2-2-15,0 2-4 0,-6-1-2 16,3 0 0-16,1 3-2 16,2 1-1-16,-1 5-10 15,1 3-9-15,0 2-16 16,0 3-57-16,3 0-9 15</inkml:trace>
  <inkml:trace contextRef="#ctx0" brushRef="#br0" timeOffset="11043.15">20044 14902 117 0,'0'0'37'0,"0"0"-25"0,0 0 7 0,0 0-12 16,0 0 4-16,0 0 5 16,0 0 4-16,0 0-4 0,0 0-4 15,0-18-11-15,0 18-2 16,0 8-1-16,0 2 1 16,0 3 1-16,0 1-5 15,0 0-1-15,2-2 1 16,-1-2-1-16,0-2-1 0,-1-1-2 15,0-1-6-15,0-4-5 16,-2-1 3-16,-5-1 8 16,1 0 4-16,-3-3 6 15,2-8 0-15,0-1-1 16,1-3 1-16,0 1 3 0,3-1 4 16,1 3 3-16,2 0 2 15,0 4-7-15,0 2-3 16,2 3-3-16,7 2 0 15,-2 1 0-15,2 0-2 16,4 1 0-16,-2 8 2 0,2-2 0 16,3 1 0-16,-1-1 0 15,2 0 0-15,2-2 1 16,-1 0-1-16,1-3 0 16,-2-2 1-16,1 0 1 15,-3 0-2-15,-1-2 0 0,-3-5 6 16,-1-3 12-16,-4-1 4 15,-3 0 6-15,-2-5-7 16,-1 0-11-16,0-1-5 16,0-2-3-16,-4 2-2 15,-5 1-2-15,2 3-7 16,1 4-9-16,1 1-19 0,-2-1-22 16</inkml:trace>
  <inkml:trace contextRef="#ctx0" brushRef="#br0" timeOffset="11429.11">20721 14368 119 0,'0'0'5'0,"0"0"22"0,0 0-13 15,0 0-14-15,0 0 0 16,0 0 3-16,5 50 6 15,-4-25 3-15,1 11-2 0,1 4-5 16,-1 5-1-16,-2 6-2 16,0-1 0-16,0 3-1 15,0-5 1-15,0 0-1 16,-7-4-1-16,2-5-12 16,0-4-29-16,0-8-13 15</inkml:trace>
  <inkml:trace contextRef="#ctx0" brushRef="#br0" timeOffset="12032.48">20951 14594 173 0,'0'0'36'0,"0"0"-32"15,0 0-5-15,0 0-1 16,0 0 2-16,0 0 0 16,2 54 0-16,-2-32 0 15,0 1 0-15,0-1 0 16,0-4-1-16,0-1-8 0,-5-7-15 16,1-1 2-16,0-5 3 15,-1-4 6-15,1 0 3 16,0-2 2-16,-1-9 8 15,1-3-1-15,0-6-1 16,3-1 0-16,-1-5 2 16,2 1 1-16,0-2 5 0,0 4 3 15,2 0-1-15,5 6 7 16,3 1-4-16,2 5 0 16,4 3-5-16,0 0 1 15,4 3 0-15,-4 1 3 0,1 2-2 16,-1 2-6-16,-2 0-1 15,-4 0-1-15,-1 6 0 16,-5 4-14-16,-3-2-15 16,-1 2 15-16,-5 3 14 15,-6-2 0-15,-3 2 0 16,-1-3 0-16,-2 3 0 0,1-2 0 16,3 0 0-16,3-1 1 15,1 1 0-15,5-3 3 16,2 2 3-16,2 0 1 15,0-1-1-15,7 0 6 16,6-1 3-16,2-1-4 0,6-2-2 16,0-3-7-16,4 1-2 15,1-3 0-15,0 0-40 16,-1-3-33-16</inkml:trace>
  <inkml:trace contextRef="#ctx0" brushRef="#br0" timeOffset="12539.59">21334 14568 171 0,'0'0'31'0,"0"0"-1"0,0 0-20 0,0 0-11 16,0 0-6-16,0 0 11 16,0 0-3-16,4 39 1 15,-4-25-1-15,0 2-1 16,0-2 0-16,0-3 0 15,0-3-7-15,0-2 0 0,0-3 4 16,-6-1 3-16,1-2 2 16,-2 0 0-16,1-9 1 15,1-1 0-15,0-4 3 16,2 0 3-16,3-2-2 16,0-1 5-16,0 2-5 0,0 1-4 15,3 3-1-15,4 2-2 16,0 3 1-16,3 4-2 15,2 2 2-15,1 0-2 16,2 3 0-16,5 7 1 16,-1-1 0-16,2 2 0 0,1-4 0 15,0 2 1-15,-2-2-2 16,-3-6 2-16,-3 2-1 16,-4-3 0-16,1 0 1 15,-6-3 0-15,-2-5 7 16,-2-4 17-16,-1-3-8 0,0-1-5 15,0-2-7-15,-3-1-4 16,-1-1-1-16,-2 3-1 16,1 0-3-16,2 5-8 15,3 3-9-15,0 3-11 16,0 1-51-16,1 2-114 16</inkml:trace>
  <inkml:trace contextRef="#ctx0" brushRef="#br0" timeOffset="13029.7">21722 14456 202 0,'0'0'-1'0,"0"0"2"0,0 0 1 0,0 0-1 0,0 0 2 16,0 0 5-16,19 41-6 15,-19-29 1-15,0-2-3 16,0 1 0-16,0-1 1 0,0 0-1 15,-3-1 0-15,-5-4-10 16,0 0-20-16,0-4 3 16,1-1 9-16,0 0 11 15,3-6 7-15,-3-5 5 16,5-3 11-16,1 0 11 0,1-1-6 16,0 1-6-16,0 2-3 15,3 3-2-15,4 2-4 16,-1 2-3-16,3 3-3 15,0 2 0-15,2 0 0 16,1 0 0-16,5 3 0 0,1 2 0 16,1 2 2-16,3-1-2 15,-2-2 0-15,2 1 0 16,-7-3 0-16,1-2-2 16,-5 0 2-16,-1 0 0 15,-5-3 2-15,-1-8 9 16,-2 0 21-16,-2-6-7 0,0 0-7 15,0-2-9-15,0-2-5 16,-2 0-3-16,-2-1-2 16,1 4-9-16,-2-1-9 15,-1 3-8-15,3 4-11 16,-5-4-38-16</inkml:trace>
  <inkml:trace contextRef="#ctx0" brushRef="#br0" timeOffset="13301.48">22122 14059 141 0,'0'0'5'0,"0"0"21"0,41-6 3 0,-32 13-15 0,-2 10 5 15,0 7-6-15,-1 7-6 16,-1 8-2-16,0 8 2 16,2 4-5-16,3 4 0 15,-4 4 0-15,1 3 0 0,-4 5-2 16,-1-2-24-16,-2-3-39 16,0-6-27-16</inkml:trace>
  <inkml:trace contextRef="#ctx0" brushRef="#br0" timeOffset="13906.07">22587 14188 217 0,'0'0'-3'0,"0"0"16"0,0 0-4 0,0 0-4 16,0 0-4-16,0 0 0 0,-5 37 0 15,5-22 0-15,0 2 1 16,1-1-1-16,6 1 0 16,-4-4-1-16,1 2 1 15,2-4-1-15,-3-3 1 16,0 1-1-16,1-4 1 0,2 1-1 15,-1-2 1-15,4-4 1 16,4 2 1-16,5-2 1 16,6 0 1-16,3 0-4 15,3-5-2-15,1-5-60 16,-1-2-42-16</inkml:trace>
  <inkml:trace contextRef="#ctx0" brushRef="#br0" timeOffset="14275.87">23024 14121 219 0,'0'0'13'15,"0"0"12"-15,0 0-14 16,0 0-8-16,0 0-2 16,0 0-2-16,0 0-2 15,-41-18 1-15,26 24 3 0,-1 3-1 16,3 3 0-16,1-1 1 15,2 0-1-15,6 2 0 16,3-1 0-16,1-2-1 16,0-2 1-16,10 2 0 15,4-3-2-15,0-1 1 16,2-1 5-16,0 1-2 0,2-2 0 16,-4 2 0-16,0 0-1 15,-3 1-1-15,-3-1 0 16,-2 0-1-16,-5 0 1 15,-1 0 0-15,0-2 1 16,-8 3 0-16,-5 0 0 0,-4 1-1 16,-1 0 1-16,-3 0-8 15,5-3-37-15,-1-4-68 16</inkml:trace>
  <inkml:trace contextRef="#ctx0" brushRef="#br0" timeOffset="14489.38">23197 14124 247 0,'0'0'9'0,"0"0"-1"16,0 0-6-16,0 0-3 16,0 0 2-16,0 0 4 15,0 0-2-15,0 0-2 16,18 46-1-16,-15-30 1 15,3 0-1-15,-3 0 0 0,-2-5-38 16,-1-4-45-16</inkml:trace>
  <inkml:trace contextRef="#ctx0" brushRef="#br0" timeOffset="14645.77">23099 14114 276 0,'0'0'6'0,"0"0"11"16,0 0-8-16,8-37-9 16,9 32-15-16,5-1-23 0,2-1-40 15,3 1-33-15</inkml:trace>
  <inkml:trace contextRef="#ctx0" brushRef="#br0" timeOffset="15108.2">23420 14192 202 0,'0'0'7'0,"0"0"19"16,0 0 19-16,0 0-20 0,0 0-21 16,0 0-3-16,0 0 1 15,0-30-1-15,0 20 1 16,0-2-1-16,0-2-1 15,1-1 1-15,3 1-2 16,2 0 2-16,-1 2-3 16,2 2-4-16,-3 4-6 0,2 1 3 15,-2 5 0-15,-1 0 2 16,0 0 3-16,0 3 0 16,-1 5 1-16,2 0 4 15,-2 0-2-15,2 1 1 16,4-4 1-16,-4 1 1 0,5-3-2 15,-5-3 0-15,2 0-2 16,2 0 9-16,-1-2 10 16,-1-5 4-16,1-1-7 15,2 1-4-15,-2-1-5 16,-2 1-1-16,-2 3-2 16,-1 2 0-16,1 2 3 0,-3 0-7 15,0 2 0-15,0 9 1 16,0 4-2-16,0 0-12 15,2 2-19-15,0-2-16 16,3-5-60-16</inkml:trace>
  <inkml:trace contextRef="#ctx0" brushRef="#br0" timeOffset="15350.9">23953 13790 200 0,'0'0'5'0,"0"0"-5"0,-16 67 5 0,5-26 0 15,-4 9-2-15,1 8 0 16,-3 5-2-16,-2 5 1 15,-5 1-9-15,-4-2-66 0</inkml:trace>
  <inkml:trace contextRef="#ctx0" brushRef="#br0" timeOffset="16283.38">19955 15429 76 0,'0'0'3'0,"0"0"8"0,58-7 3 16,-31 0-6-16,1 0-5 15,4-2-3-15,0-2 1 16,3 2-1-16,2-2 1 0,3-2-1 16,8 1 0-16,0 0 0 15,7-3-1-15,3-1-9 16,4 0-9-16,6 1 1 15,3-4 12-15,3 2 7 16,5 2 1-16,5-3-1 0,8 1 1 16,4-1-2-16,1 2 0 15,5-2 1-15,6-3-2 16,-1 0-4-16</inkml:trace>
  <inkml:trace contextRef="#ctx0" brushRef="#br0" timeOffset="17243.77">22272 14922 0 0,'112'-21'26'15,"0"-2"-2"-15,-2 3-7 16,-1 0-9-16,2 0-2 16,-1 0-2-16,-6-1 0 15,1-1 3-15,-2-1-3 0,-3-1-2 16,-3-2 0-16,1-1 1 16,-5-1 0-16,-6-1 0 15,-3-3 3-15,-6 0-1 16,-6-2 5-16,-5 0-2 15,-6-1-1-15,-5-2-2 0,-6 0 0 16,-8 0-1-16,-5 3-2 16,-10-4 4-16,-9 3 6 15,-4 0 10-15,-6-2-8 16,-7 3-2-16,-1-2 5 16,-1-2-12-16,-11 1-4 0,-3-3 2 15,-5 2-4-15,-5 0 0 16,-5 2-4-16,-1 1 3 15,-7 5 3-15,0 1 0 16,-6 3 0-16,3 3 0 16,-2 2 2-16,1 2-2 15,-3 2 0-15,-3 3-2 0,-3 2-1 16,-4 2 1-16,-5 3 2 16,-7 3-3-16,-3 4 2 15,-3 0-1-15,-2 0 0 16,-4 4 1-16,-2 3-2 15,-1 1 3-15,-3 1-2 0,1 0 3 16,-6 4-2-16,-3-2 0 16,-3 3 1-16,0 1 0 15,-5 0-1-15,-5 2 0 16,0-1-1-16,-6 2 2 16,-2 2-1-16,-1 0 0 0,-3 1 0 15,1 1 1-15,-2 0-1 16,4 3 0-16,0 0 0 15,-3 1-8-15,5-1 10 16,2 2-1-16,-4-4 0 16,4 4 1-16,4-4-3 0,1 2 3 15,0 0 0-15,5 0-2 16,2 3 1-16,1 2 2 16,6 1-2-16,-1 2 1 15,7 1-1-15,0 2-1 16,4-1 0-16,5-1 0 15,5 3-1-15,5 0 1 16,0 4 0-16,1 0 0 0,7 2-2 16,-1 4 2-16,3-2 0 15,6 2 0-15,4-1-1 16,6 1 1-16,8 0-3 16,4 2 1-16,6 2-2 0,6 2-5 15,5 0 0-15,9-1 1 16,3-4 6-16,7-2-2 15,12-5 4-15,6-6-2 16,6-2 0-16,5-3-1 16,6-6 4-16,7-1-2 15,6-5 2-15,5-4 1 0,7-3 0 16,6-6 4-16,7-2-1 16,5-3 3-16,5 0-3 15,7-6-1-15,5-5 3 16,2-2-1-16,4-4-1 0,5-1-4 15,1-1-1-15,1-1-13 16,-2-4-44-16,-3 1-100 16</inkml:trace>
  <inkml:trace contextRef="#ctx0" brushRef="#br0" timeOffset="18090.68">21134 15237 145 0,'0'-5'0'0,"2"-1"2"0,8-1 0 0,-1 1-1 0,3 1-1 15,3-1 0-15,2 0 4 16,1 2 5-16,3-1 1 15,1 0-5-15,3 2-4 16,4-1-1-16,-2 1-1 16,2 1-2-16,1 1-1 15,-1 1 1-15,0 0 5 0,3 0-2 16,-3 0 1-16,1 3 1 16,0 3 3-16,1 2 0 15,-1 0-2-15,-1 2-2 16,-2 1-1-16,-5 2 1 0,0 1 1 15,-3 1 6-15,-3 1 5 16,1 4-3-16,-4 1 0 16,-1 2-1-16,-1 4-2 15,0 3-3-15,-1 1-1 0,-3 2-2 16,0-1 0-16,-2 2 2 16,1-2 0-16,-4-4 0 15,1 2 2-15,-2-2 2 16,0-1 0-16,-1 2 1 15,0-4-3-15,0 1-1 16,0-2-1-16,0 0 0 0,0 1 0 16,0-2-1-16,0 1-1 15,-1-1 1-15,1-1-2 16,0-2 1-16,0-3-2 16,0-1 2-16,0-3 0 15,0 0-2-15,0-2-4 0,0-2-21 16,0-2-27-16,0-3-39 15</inkml:trace>
  <inkml:trace contextRef="#ctx0" brushRef="#br0" timeOffset="18484.84">21679 15999 126 0,'0'0'2'0,"0"0"2"0,0 0 3 0,0 0 4 16,0 0 1-16,0 0-6 15,0 0 3-15,0 0 6 16,0 0-4-16,46-12-2 16,-35 18-4-16,0 1 0 15,3-1-2-15,0 1 1 0,3 0 4 16,1 2-4-16,-1-2-2 16,4 0-1-16,-3 0-1 15,4-3 0-15,-4-1 0 16,2 1-10-16,-1-4-21 15,-3 0-26-15,0 0-35 16,-2 0 59-16</inkml:trace>
  <inkml:trace contextRef="#ctx0" brushRef="#br0" timeOffset="18668.25">22085 15925 187 0,'0'0'29'15,"0"0"-2"-15,0 0 4 16,0 0-20-16,0 0-6 16,0 0-9-16,0 0 7 0,-51 40-6 15,31-5 1-15,-7 8-7 16,-6 5-27-16,-3 3-65 16</inkml:trace>
  <inkml:trace contextRef="#ctx0" brushRef="#br0" timeOffset="20510.63">20145 16919 110 0,'0'4'19'0,"0"-1"-18"0,0 1 8 0,0 1 10 0,0 0-4 16,0-3-6-16,0 1-4 16,0-2-1-16,0 0 0 15,0-1-3-15,0 0-1 16,0 0-16-16,0 0 2 15,0-2 13-15,0-3-20 0,0-6 5 16,0 1 8-16,0-3 4 16,0-2-8-16,0-2-26 15</inkml:trace>
  <inkml:trace contextRef="#ctx0" brushRef="#br0" timeOffset="21593.04">20240 16751 205 0,'0'0'-1'0,"0"0"3"0,-41 55-2 0,30-30-1 0,5 1 0 15,2 1-5-15,4-3 0 16,0-4 2-16,4-3 2 16,10-6 3-16,-1-4 1 0,4-5 0 15,3-2 3-15,1 0 2 16,4-11-4-16,-2-3 0 15,-2-4-2-15,-2-2 2 16,-2-1 9-16,-7-1 12 16,-4 1 3-16,-4 0-1 0,-2-2-8 15,-5 4-7-15,-5 1-6 16,-9 4-3-16,2 1-4 16,-5 8-3-16,-1 5 4 15,-3 0-13-15,2 12-9 16,3 5-16-16,1-1-27 0,6 2-21 15</inkml:trace>
  <inkml:trace contextRef="#ctx0" brushRef="#br0" timeOffset="21856.02">20481 16744 172 0,'0'0'70'16,"0"0"-62"-16,0 0 12 16,0 0 12-16,0 0-18 0,0 0-13 15,0 0-7-15,0 0 15 16,15 53-7-16,-11-20-1 16,1 5 1-16,3 3-2 15,-4-1 0-15,4 1 1 16,-4-7-1-16,-1 0-27 0,-3-2-32 15,0-7-23-15,0-7-37 16</inkml:trace>
  <inkml:trace contextRef="#ctx0" brushRef="#br0" timeOffset="22161.9">20465 16777 195 0,'0'0'1'0,"0"0"5"16,14-37 3-16,-2 26-1 15,4-1 2-15,0 3-1 16,-1 1 1-16,1 5-4 16,-1 2-3-16,-2 1-3 15,-1 1 1-15,-2 10 2 0,-2 3-5 16,1 4-1-16,-7 1-6 15,-2 2 11-15,0 1-1 16,-11 0-1-16,-2-2-1 16,-1-2-4-16,-2-5-4 15,1 0-1-15,-4-6-5 16,3-6-44-16,4-1-88 0</inkml:trace>
  <inkml:trace contextRef="#ctx0" brushRef="#br0" timeOffset="22410.84">20666 16502 285 0,'0'0'8'0,"0"0"-7"16,0 0 0-16,0 0-3 0,0 0-1 15,0 0-3-15,32 45 13 16,-25-22-3-16,0 4-2 15,0 0 0-15,-1 1 0 16,3 1-1-16,-3-1-1 16,2-3 0-16,-3 0-7 15,1-4-24-15,-4-3-7 0,-2-5-29 16,0-4-30-16</inkml:trace>
  <inkml:trace contextRef="#ctx0" brushRef="#br0" timeOffset="22659.71">20652 16699 277 0,'0'0'-6'0,"0"0"6"16,46-42 0-16,-21 28 1 16,2 0-1-16,0 4 2 0,0 3-1 15,-3 4 1-15,-2 3 2 16,-1 0 1-16,-6 6-1 15,0 8-2-15,-3 0-3 16,-5 2 1-16,0 1 0 16,-4 0 4-16,-1-4-4 0,-1 1-3 15,-1-5-17-15,0-4-27 16,0-5-63-16</inkml:trace>
  <inkml:trace contextRef="#ctx0" brushRef="#br0" timeOffset="22802.03">20895 16487 335 0,'0'0'-22'16,"0"0"22"-16,0 0-33 0,0 0-24 16,0 0-22-16</inkml:trace>
  <inkml:trace contextRef="#ctx0" brushRef="#br0" timeOffset="23435.92">20969 16676 266 0,'0'0'4'0,"0"0"-4"0,0 0 0 16,0 0 1-16,0 0-1 15,0 0 1-15,0 0-1 16,32-21-1-16,-22 21 1 16,2 0 0-16,-1 2-1 15,3 6 0-15,-4 1-1 16,-2 0-6-16,-2 0-22 0,1-1 1 16,-6 0-5-16,-1-3 19 15,0-1 6-15,0-4 8 16,0 0 2-16,-1 0 6 15,-2 0 12-15,3-9-4 0,0-3-8 16,0-2-7-16,0 0 2 16,5-2-2-16,4 4 1 15,0-1 4-15,2 4 0 16,1 0 8-16,1 2 5 16,3 3-5-16,-2 1-6 15,2 3-3-15,-1 0-1 0,2 2-3 16,-4 8 0-16,-5 2-4 15,0 3-21-15,-6 0-7 16,-2-2 14-16,0-2-9 16,0-1 19-16,-5-3 8 0,0-4 6 15,-1-3 25-15,0 0-4 16,2 0-9-16,2-10-12 16,1 0-7-16,1-5-4 15,0-3 5-15,0 0 2 16,5 1 4-16,3 4 7 15,-1 2 5-15,2 3-1 0,2 3-3 16,-1 4-4-16,2 1-3 16,2 0-3-16,4 0-2 15,-2 1-2-15,-1 5 1 16,0 4 0-16,-3 1 0 16,1 1-7-16,-5-4-31 0,-2-4-47 15</inkml:trace>
  <inkml:trace contextRef="#ctx0" brushRef="#br0" timeOffset="23626.97">21482 16531 331 0,'0'0'-1'0,"0"0"-4"0,0 0 6 16,0 0-1-16,29 41-5 0,-23-25 7 15,-3 1-3-15,0 0-6 16,-1-1-17-16,-2-3-14 16,0-7-61-16</inkml:trace>
  <inkml:trace contextRef="#ctx0" brushRef="#br0" timeOffset="23791.47">21469 16426 311 0,'0'0'2'16,"0"0"6"-16,0 0-7 15,0 0-3-15,-6-40-24 16,13 33-41-16,1 0-74 16</inkml:trace>
  <inkml:trace contextRef="#ctx0" brushRef="#br0" timeOffset="24695.48">21671 16472 330 0,'0'0'-3'16,"0"0"6"-16,0 0-1 15,45-25 0-15,-30 18-1 16,-3 0-1-16,1 4 1 15,-3 2-1-15,-3 1-1 16,0 2 0-16,-5 12-6 0,-1 4-4 16,-1 6-10-16,-3 5-2 15,-11 1-25-15,-3 1 8 16,-4-1 9-16,-2-3 26 16,2-4 6-16,4-5 7 0,1-3 14 15,5-5 8-15,4-4-12 16,3-3-4-16,4-2-3 15,0-1-8-15,8 0 3 16,4 0 16-16,6 0-3 16,-1 2-12-16,3 1-3 15,2 4-2-15,-2 1-1 16,0 5-1-16,0 1 0 0,-5 3-4 16,-2 3-11-16,-5-1-7 15,-7-1 5-15,-1 2 0 16,-6-2 13-16,-12-1 3 15,-3-2 0-15,-5-1 1 16,0-3 1-16,-2-1-1 0,0-3 1 16,2-5-2-16,3-2 3 15,4 0-3-15,4-9 3 16,7-8 2-16,5-1-5 16,3-4-2-16,6-2 0 0,8-3-1 15,6 0 6-15,4 1-4 16,5 0-1-16,0 0-8 15,3 0-1-15,3 1 7 16,-3-2 5-16,5 4 0 16,-5-2 1-16,-1 0-1 0,0 1 2 15,-7 0 4-15,-2 0 6 16,-5 1 3-16,-5 2 1 16,-4 1 1-16,-6 3 1 15,-2 3 2-15,0 3-7 16,-4 3 0-16,-3 3-7 0,-2 2 4 15,2 3-6-15,0 0-3 16,1 4-3-16,-2 8 0 16,3 5-3-16,2 1-1 15,-1 2 1-15,4 3-7 16,0-3-4-16,0-3-12 0,6-3-2 16,3-4-7-16,3-3-1 15,0-6 12-15,2-1 11 16,-2 0 9-16,2-8 8 15,-1-3 9-15,0-2 8 16,1-3 15-16,-2-1 0 0,2 0-7 16,-1 1-6-16,2 2-6 15,-2 4-3-15,2 3-7 16,-1 7-3-16,-3 0-2 16,0 10-1-16,-6 6-3 15,-3 4-29-15,-2-1-40 16</inkml:trace>
  <inkml:trace contextRef="#ctx0" brushRef="#br0" timeOffset="26958.62">15178 14711 196 0,'0'0'-18'0,"0"0"24"0,0 0 8 0,0 0-8 15,-16-39-5-15,14 32 3 16,-3 0 1-16,2 3-1 16,0 0-3-16,1 1 1 15,0 1-2-15,2 2 0 0,-4 0-2 16,2 0 1-16,-1 0-1 15,-5 7-1-15,2 2 0 16,-3 1-6-16,1 3 3 16,-4 1 2-16,-1-1 3 0,0 2 0 15,1 0 1-15,0 1 0 16,-2 0 1-16,2 1-1 16,1 3 0-16,2 3 0 15,-1 2 1-15,0 4 0 16,3 2-1-16,3 3 1 0,-1 2 1 15,4-1-1-15,1-1 1 16,0 0-2-16,2-2 0 16,7-3 1-16,4 0 0 15,1-1-1-15,4 0 2 16,3 1 0-16,-2-1 0 16,5 1 0-16,-1-1 0 0,0 3-2 15,1-1 1-15,0-1-1 16,-6-2 1-16,2 0-1 15,-4-2 0-15,-7-1 0 16,-1 2-1-16,-7-2 2 16,-1 2-1-16,-1 3 1 0,-11 0 1 15,-2 2 0-15,-2 3-1 16,-4 0 0-16,0 4-2 16,-1-2 2-16,1 1 1 15,-2 0-2-15,5-3 0 16,1-3-3-16,5-2 6 0,6-2-3 15,3-5 1-15,2 1-1 16,0-3 0-16,0 3 1 16,7 0-1-16,4 4 1 15,3 2 2-15,-1 4-3 16,3 2 0-16,-1 6 0 16,0 2 0-16,-3 7 0 0,-1 7-4 15,0 8-2-15,-5 10 1 16,1 8 1-16,-2 7 2 15,4 3 2-15,2 1 0 16,5-1 2-16,1-3-1 0,6-5 4 16,6-5 7-16,2-5 1 15,3-4 12-15,7-6-1 16,7-5-1-16,9-7-9 16,9-7-5-16,6-9-7 15,13-8 0-15,6-15-14 0,-1-14-39 16,1-5-117-16</inkml:trace>
  <inkml:trace contextRef="#ctx0" brushRef="#br0" timeOffset="28694.94">10663 15708 120 0,'-4'-6'2'0,"-2"-1"8"0,3 0 0 0,-1 0-3 0,0 1-1 15,0 0 1-15,0 2 6 16,0 0 4-16,-2 1 0 15,1 3-9-15,-1 0-4 16,1 0-3-16,-2 4-1 16,2 9 0-16,-1 1 0 0,-1 6 0 15,3 4 1-15,2 2-1 16,-2 2 0-16,4-1 0 16,0 0 0-16,0-3 0 15,8-1 1-15,1 0-1 16,-2-3 0-16,4-5 0 0,0-1 1 15,2-2-1-15,-1-3 0 16,-4-4 0-16,3-4-2 16,1-1 0-16,-3 0 3 15,0-3 0-15,0-6-1 16,-4-1 1-16,1-3-1 0,-2 0 1 16,-1-1 2-16,-1-2 3 15,0-1 0-15,0 0 1 16,3 0-2-16,-3 3-1 15,1 0 1-15,3 4-2 16,0 3 1-16,1 1-2 16,0 6-2-16,2 0-1 0,0 0 0 15,1 8-2-15,3 3 2 16,-1 1 1-16,0-1 2 16,1 1-7-16,-2-4-17 15,1-2-15-15,-1-6-43 16</inkml:trace>
  <inkml:trace contextRef="#ctx0" brushRef="#br0" timeOffset="28860.86">10982 15725 212 0,'0'0'10'0,"0"0"17"0,0 0-10 15,0 0-13-15,0 0-4 16,0 0 1-16,0 0-17 15,0 0-40-15,0 0-31 16,0 0 9-16</inkml:trace>
  <inkml:trace contextRef="#ctx0" brushRef="#br0" timeOffset="29365.46">11051 15629 227 0,'0'0'-4'0,"0"0"23"15,0 0-16-15,0 0-6 16,0 0 0-16,0 0 1 16,0 0 4-16,26 48-1 15,-20-29 0-15,1 0 0 16,3-1-2-16,-4 1 2 0,1-5-1 16,-3 0-7-16,1 0-9 15,-1-4 6-15,-2-5-11 16,1-1-4-16,-3-2 11 15,0-2 9-15,0 0 6 0,-3 0 1 16,-5-8-1-16,1-2 0 16,0-7-2-16,1 0 1 15,-2-2-1-15,4-2 2 16,-1-2 6-16,3-1 3 16,1 2-1-16,1 0-1 15,0 1 0-15,0 1 0 0,4 4-3 16,5 2 6-16,2 0-6 15,0 6 1-15,2 2-3 16,3 3 0-16,-1 3-3 16,2 0 0-16,1 6-2 15,-1 5 1-15,-1 6-2 16,-3 0-9-16,-2 3-3 0,-5 1 8 16,-3-3 6-16,-3 1 0 15,0 0 4-15,-4-1 1 16,-8-1 2-16,1 0 1 15,-2 2-5-15,2-5-1 0,0-1-2 16,-1-5-83-16</inkml:trace>
  <inkml:trace contextRef="#ctx0" brushRef="#br0" timeOffset="29699.11">11321 16166 6 0</inkml:trace>
  <inkml:trace contextRef="#ctx0" brushRef="#br0" timeOffset="30441.5">11486 15449 52 0,'0'0'47'16,"0"0"-35"-16,0 0 3 16,0 0-7-16,0 0-7 15,0 0-1-15,0 0 1 0,0 0-1 16,0 0 1-16,5-34 4 16,-5 33 6-16,1-1 6 15,0 2-9-15,3 0-2 16,-1 0-4-16,2 0-1 15,3 2-1-15,-1 6 0 0,4 6-2 16,0 1 4-16,0 3 1 16,5 0 0-16,-3 1-1 15,1-3-1-15,1-1 1 16,1-1-1-16,-3-4 1 16,1 1-2-16,-3-3 1 0,-2-2-1 15,-1-2 0-15,-3-3-1 16,0 1 1-16,-3-2 11 15,-2 0 8-15,0-5 22 16,0-5-18-16,0-4-13 16,0-4-6-16,-2-4-3 15,-3-2 0-15,1-3-1 0,1 0 0 16,1 3-2-16,2-1-13 16,0 5-20-16,0 4-37 15,0 2-105-15</inkml:trace>
  <inkml:trace contextRef="#ctx0" brushRef="#br0" timeOffset="31336.96">11780 15537 166 0,'0'0'2'0,"0"0"1"0,0 0-2 0,0 0 0 15,0 0 0-15,0 0 0 16,0 0 3-16,0 0 22 15,0 0-4-15,28 10-9 16,-23-18-4-16,-1-4-3 16,0-2 4-16,-1 0-6 0,1-2-3 15,-4 2-1-15,0-1 0 16,0 0 0-16,0 5 0 16,-3 3-1-16,-3 4-2 15,2 2 1-15,-5 1 6 16,4 4-3-16,-1 7-1 0,3 2 0 15,1 6 0-15,2-1 1 16,0-1-2-16,0-1 2 16,2 1-1-16,3-6 0 15,4 2 0-15,2-4 1 16,0-1-2-16,-2-2 1 16,3-2-1-16,0-4-1 0,-2 0-1 15,1 0 0-15,-2 0 0 16,2-1 3-16,-2-7 0 15,-2-3 1-15,1-2-1 16,-3-2 3-16,0-2-1 16,-1-2-2-16,0 3 2 0,0 2 1 15,1 2 0-15,-1 3 1 16,-1 3-2-16,4 4-1 16,-2 2 0-16,3 0-1 15,-1 2-1-15,4 7-2 16,-2 1 3-16,1 1 1 0,3-1 0 15,0 0-2-15,0 1-6 16,1-6-9-16,-1-2-21 16,2-3-20-16,-2 0 18 15,2-2 13-15,-2-8 13 16,0-3 13-16,-2-4 6 0,-2-1 14 16,-2-3 5-16,0-2 0 15,-3-1-1-15,-2 1-3 16,-2-1-7-16,0 5 1 15,0 2 1-15,0 6-6 16,-4 4-1-16,-2 6-7 16,-2 1 6-16,0 2-7 0,1 10-1 15,-2 4 0-15,1-1 1 16,4 5 0-16,3-2-1 16,1-1 0-16,1-4 0 15,9 3 2-15,1-5-2 0,2 0 0 16,1-3 1-16,-1 0-2 15,-1-1 2-15,-1-1-1 16,-1 1 2-16,0-3-2 16,-6 3 0-16,-3 0 0 15,-1-1-1-15,0 1 1 16,-3 2 0-16,-9-2 0 0,2 1 1 16,1 0-1-16,-3-3-8 15,4-3-18-15,5-2-23 16,1 0-16-16,2-6-39 15</inkml:trace>
  <inkml:trace contextRef="#ctx0" brushRef="#br0" timeOffset="31493.24">12288 15375 129 0,'0'0'33'0,"0"0"19"0,0 0-26 16,0 0-15-16,0 0-11 15,0 0-4-15,0 0 1 0,0 0 10 16,36 33-4-16,-32-12-2 15,0 0-6-15,-2-2-31 16,-2-5-34-16,0-4-50 16</inkml:trace>
  <inkml:trace contextRef="#ctx0" brushRef="#br0" timeOffset="31643.96">12324 15361 208 0,'0'0'-6'15,"-15"-53"31"-15,9 32-8 0,0 3-10 16,1 3-6-16,2 6-2 16,2 3-19-16,-1 6-45 15,2 0-89-15</inkml:trace>
  <inkml:trace contextRef="#ctx0" brushRef="#br0" timeOffset="31963.09">12407 15354 193 0,'0'0'15'0,"0"0"-19"0,0 0 1 15,0 0 4-15,5 45 2 16,-5-32 0-16,0 2-2 16,-3-3 0-16,3-1-1 15,0-3 1-15,0-3 0 16,0-3 0-16,6-1-2 0,4-1-1 15,-1 0 7-15,-1-7-4 16,1-3 1-16,-3-1-1 16,0-2 11-16,-4 0 5 15,-2-2 2-15,0 0-1 16,-4 3-5-16,-4 0-7 0,-1 2-8 16,1 6-7-16,-2 3-15 15,0 1 4-15,3 2-26 16,-2 4-24-16,5 0-46 15</inkml:trace>
  <inkml:trace contextRef="#ctx0" brushRef="#br0" timeOffset="32354.43">12524 15345 232 0,'0'0'4'0,"0"0"2"16,0 0-1-16,0 0-4 15,0 0-1-15,0 0-5 16,37 2-3-16,-35 12 11 16,-2 2-1-16,0-1-2 15,0 4 0-15,0-5-3 16,0-3-6-16,0-2 7 0,0-4 3 16,-2-3-2-16,2-2 2 15,0 0 3-15,0 0 6 16,0-9-3-16,0-3-1 15,0-4-2-15,3-4 2 0,3 2-6 16,4-2 1-16,0 0 0 16,-1 3-2-16,3 1 2 15,-1 6 0-15,2 3-2 16,0 4 1-16,0 3 0 16,2 0-1-16,-2 6 0 0,0 5-5 15,0 2-12 1,-2 0-10-16,-1 1-16 0,-1-4 10 15,1-1 0-15,0-6-25 16</inkml:trace>
  <inkml:trace contextRef="#ctx0" brushRef="#br0" timeOffset="32645.28">12845 15284 72 0,'0'0'85'0,"0"0"-60"15,2-41 6-15,-2 34-16 16,-5 0-4-16,-1 4-8 15,-1 3 7-15,0 0-9 0,-1 4 0 16,3 5 0-16,1 2-1 16,2 4 0-16,2-1 0 15,0-2 1-15,0-1-1 16,8 0-1-16,-1-1 2 16,3-2-3-16,-2-1 3 0,-1 0 2 15,-1-1-2-15,-3 3-1 16,0-1-2-16,-3 1 0 15,0 1 2-15,-8 2 1 16,-1 1-2-16,-3 0 2 16,0-2-12-16,3-1-17 15,2-5-42-15,3-5 0 0</inkml:trace>
  <inkml:trace contextRef="#ctx0" brushRef="#br0" timeOffset="33329.39">12924 15060 182 0,'-1'-40'0'15,"-14"3"27"-15,-3-2 3 16,-9 2-16-16,-8 1-3 0,-10 8-1 16,-9 1-6-16,-11 8-4 15,-8 3 0-15,-11 5-1 16,-11 7 1-16,-4 3 1 15,-4 1-1-15,-2 0 0 16,0 8 0-16,-4 2 0 16,6 4-2-16,-5 3 4 0,1 6 0 15,-3 1-2-15,2 7 1 16,0 3-1-16,3 6 0 16,-1 6 0-16,6 3 0 15,0 4-3-15,8 4 0 16,7 5 3-16,9 4 4 0,8 3-4 15,12 2 1-15,12 3 0 16,10 7-1-16,10 1 1 16,13 5-1-16,9 5 1 15,4 7 0-15,21-2-2 16,12-3-3-16,8-5-3 0,15-5 2 16,9-9 3-16,9-8 1 15,9-7-2-15,9-7 1 16,8-8 0-16,9-9 6 15,6-9-1-15,11-9-2 0,6-9-1 16,6-9 1-16,6-3 1 16,6-19 0-16,4-9 0 15,3-10 1-15,3-15-2 16,2-9-1-16,2-16 1 16,2-10 1-16,-7-10 0 15,-7-9-2-15,-9-3 0 0,-16-4 1 16,-18 3-1-16,-21 2 0 15,-22 4 0-15,-26 7 3 16,-19 7 21-16,-23 6 3 16,-23 6-4-16,-23 5 5 15,-30 12-9-15,-23 5-12 16,-30 15-9-16,-29 14-3 0,-32 19 5 16,-33 18-34-16,-35 32 3 15,-29 25-11-15,-24 23-20 16,-29 21-72-16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22:27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22307 5700 71 0,'0'0'2'0,"0"0"4"0,0 0 2 0,0 0-8 15,0 0-4-15,-9-35 3 16,9 29 1-16,3 4 2 16,0-1 0-16,-1 1-1 0,3 2-1 15,-3-2-2-15,0 2-30 16</inkml:trace>
  <inkml:trace contextRef="#ctx0" brushRef="#br0" timeOffset="1005.23">22308 5638 81 0,'0'0'21'0,"0"0"0"15,0 0-2-15,0 0-4 16,0 0-7-16,0 0 0 16,0 0-1-16,-9-23-1 15,9 19 6-15,0 1-2 16,2-1-3-16,0 2 2 0,-1-2-2 16,3 1-3-16,3 1-2 15,-3 1-7-15,3 1 4 16,2 0 1-16,3 0 0 15,0 0-2-15,2 3-1 16,1 4-1-16,2 2-3 16,-2 2 2-16,3 5 0 0,-3-2 1 15,2 5 2-15,-1 2-1 16,0 0 5-16,-2 2-4 16,2 1 2-16,-3 2 0 15,2-1-3-15,-3 4 2 0,0-1-2 16,-1 3-1-16,-3 1-1 15,-2 3 0-15,-3 2 3 16,-3 3 5-16,0 1 1 16,0 0 2-16,-6 2-2 15,-4 1-1-15,-1 1 2 16,-1 5 0-16,0 3 1 0,0 2-1 16,1 2-1-16,1 0 0 15,2 2-2-15,0 3 1 16,5-2-1-16,1 1 0 15,2-2 1-15,0-1-2 16,0-6 0-16,7-2 0 0,5-4 0 16,3-2 0-16,3-6 0 15,2 0 1-15,4-8-2 16,1 0 2-16,1-7 3 16,-1-3-3-16,-2-4 0 15,-3-3-1-15,0-3 1 0,-7-4-2 16,-5 1 1-16,-1-3 0 15,-3-1-2-15,-2-1 2 16,-2-1-4-16,0 3 0 16,-6 2 2-16,-6 1 2 0,-4 1-1 15,-7 5-1-15,-2 2 0 16,-1 0 1-16,-1 5-2 16,2 0 2-16,2 3 0 15,2 2 0-15,2 2 0 16,5 4 0-16,2 1-1 15,1 0 1-15,4 1 1 0,-1 4-1 16,3 1 0-16,-2 1 0 16,4 3 1-16,1 2-1 15,1 3 0-15,1 1 0 16,0 1 0-16,0 0 1 16,2 1-2-16,2 1 2 0,4-1-1 15,0 3 0-15,1 0 0 16,0 0 0-16,2 1 0 15,-1 0 0-15,2 1 0 16,0 1 0-16,-1 1 1 16,0 1-1-16,-2-1 1 0,0-1-1 15,-1 1 0-15,-2 0 0 16,-4-3 0-16,-2 0 1 16,0-3-1-16,-2-3 0 15,-10-2 0-15,-2-5 1 16,-4-2 0-16,-6-3 2 15,-2-2 3-15,-5-1-1 0,-8-2 2 16,-6-2-5-16,-11 0 1 16,-12 1-2-16,-13 0 1 15,-17 0-1-15,-17-3-8 16,-23-9-89-16</inkml:trace>
  <inkml:trace contextRef="#ctx0" brushRef="#br0" timeOffset="2727.64">1232 2225 54 0,'0'0'8'0,"0"0"9"0,0 0-8 0,0 0-2 0,0 0-2 16,0 0 1-16,0 0-1 16,-38-27 3-16,29 23-1 15,2-2-3-15,-2 1 3 16,5 2-4-16,-1 0-2 0,1 0 0 16,0 0-2-16,1 0 1 15,1 2 0-15,1-2 0 16,-1 3 0-16,2-2 1 15,0 2 1-15,0 0 0 16,0 0-4-16,0 5-1 0,0 6 1 16,0 5 1-16,3 0 1 15,4 5 2-15,-1 0-1 16,1-1 2-16,2-3-3 16,0-3 2-16,4-2 0 15,0-7 2-15,8-5 1 0,8-18 15 16,16-25 16-16,14-25-11 15,24-27-15-15,23-23-6 16,19-24-2-16,13-20-13 16,6-15-130-16</inkml:trace>
  <inkml:trace contextRef="#ctx0" brushRef="#br0" timeOffset="21837.78">525 562 104 0,'0'0'9'0,"0"0"-1"0,0 0 8 0,0 0 2 16,0 0-7-16,0 0-4 16,0 0-1-16,-37-18-1 15,30 18 3-15,1 0-2 16,0 0-4-16,0 0-1 0,1 0 0 16,1 0-1-16,-2 0-1 15,-2 0-10-15,0 5-2 16,-3 4 2-16,-1-1 10 15,-3 4 3-15,-1-1-1 16,0-1-1-16,0 3 2 0,1 1-1 16,-1 0-1-16,-1 6 1 15,3 1-2-15,1 3 1 16,-1-1-1-16,3 4-2 16,3 1 3-16,3 1-2 15,-2 1 2-15,4 2 0 16,-1 1 0-16,2 4 0 0,2-3 0 15,-2 3-2-15,2-1 2 16,0-1 2-16,0 2-1 16,4-3-2-16,3 1 2 15,0 1 4-15,2-2-5 16,-3 3 4-16,3-2-3 0,0 1 2 16,0-2 2-16,0 0-2 15,3 0 2-15,-2-1-2 16,5-2 0-16,-2 2-2 15,1-2 1-15,0-1 0 16,2-2-1-16,0-1-1 0,-3 0 0 16,3-2 1-16,1 0 2 15,-1 2-1-15,5-3 0 16,-4 2 0-16,3-2-1 16,0 1 1-16,3-3-2 0,1-1 1 15,-1-1 0 1,2-2 1-16,-1 1-1 0,1 2-1 15,3 0 0-15,0 1 1 16,-1-1-1-16,4 0 1 16,0-1-1-16,0-1 1 15,3-1 1-15,-1-4 0 0,3 2 0 16,2-3 1-16,2-2-1 16,-4-2-1-16,2-1 0 15,-1-2 0-15,0-2 0 16,-1 0-1-16,1-1 1 15,-1-1-1-15,4-1 1 0,1 1-1 16,-1-2 0-16,0 1 1 16,3-1-1-16,-1 1 1 15,0 1-2-15,3-1 1 16,2 1 0-16,2-1 1 16,-1-1-1-16,-2 0 1 0,1 0 1 15,-2 0 0-15,-1-3 0 16,-1-4 0-16,-3-3 0 15,3-1 0-15,-1-3-1 16,0-1 0-16,-1-2 2 16,-1-1-3-16,-2-2 2 15,0-4-2-15,-2 0 1 0,0-2-1 16,0-1 1-16,1-2 0 16,-1 0 0-16,-3-4 0 15,-2 2 0-15,-1 0 1 16,-5-2 0-16,-3 3-1 0,-7-1 1 15,-3 4 1-15,-6-3 2 16,-1 0 7-16,-3-2-3 16,-2-4-2-16,0-2-1 15,0-3-4-15,0-2 1 16,-2-2-3-16,-3 1 1 16,1 1 0-16,-4 2 0 0,-2 3-1 15,1 1 3-15,-2 1-3 16,-5 2 0-16,1-1 0 15,-5 3 0-15,-3 1 0 16,-4 0-3-16,-2 2 3 16,-5 1 0-16,1 1 0 15,-3 0 3-15,1 0-3 0,1 3-3 16,1 0 3-16,0 4 0 16,1 1 3-16,3 2-3 15,-2 1-3-15,2 1 3 16,-3 4-1-16,3-1 1 0,-2-1 0 15,0 2-1-15,2 0 3 16,-3-2 1-16,1 0-3 16,-2 1 0-16,-1-3 1 15,-4 3-1-15,0 0 1 16,0-1-1-16,0 2 0 0,-2 1 0 16,4 0-1-16,0 0 1 15,0 1 1-15,3 0-1 16,0 0 0-16,1 1 0 15,-1-1 0-15,2 2 0 16,-2 0-2-16,2 1-2 0,0 2 5 16,3 3-2-16,-1-1 2 15,-3 2-5-15,1 0 2 16,-3 0 4-16,-2 0-4 16,-4 3 3-16,0 2 1 15,-3-1-1-15,1 0-4 0,2-1 7 16,-3-1-4-16,5 1 1 15,-1-1 2-15,5-1-3 16,-1 2 0-16,7 0 0 16,-1 1 0-16,2 1 0 15,0 4 0-15,2 2 0 0,1 4-3 16,2 3 1-16,-1 8 1 16,1 4 0-16,1 5 0 15,0 5 0-15,1 1 1 16,1 2-2-16,2 2 2 15,1-5 0-15,3 2-1 0,4-2 0 16,-1 3 1-16,6-3-1 16,0 2 0-16,2 1-3 15,1 1 4-15,1 0-1 16,0-2 0-16,0 1 1 16,3-2-1-16,5 1 0 15,2 0 0-15,3 0-1 0,1 0 1 16,1-1 1-16,4-1-1 15,0 0 1-15,1-3 0 16,5-2-1-16,-3-1 1 16,5-4 0-16,2 0-2 15,0-2 2-15,2-1 0 0,3-4 0 16,1 1 0-16,0-2 0 16,0 0 0-16,1-2 0 15,2 1 0-15,-3 2 0 16,6-2 2-16,-3 1-2 0,2-1 0 15,0 0 1-15,1 0-1 16,1 0 0-16,1-1 1 16,-3-1-1-16,4-2 1 15,-1-1-1-15,3-2 0 16,0-1 1-16,2-3-1 0,0-3 0 16,0 0 1-16,0 0-1 15,-2-4-1-15,4 1 2 16,-1-4-1-16,0 0-1 15,0 0 2-15,0-1-1 16,-1-8 0-16,0-2 0 16,0 0 0-16,-1-4 0 0,-1 0 0 15,0-2 0-15,-2 0 1 16,-2-3-1-16,-1 1 1 16,-6-2-1-16,1 1 0 15,-5 0 0-15,0-1 0 16,-2-2 0-16,1-1 1 0,-5-2 1 15,1-2 2-15,-2-3-2 16,-1 1 0-16,-3-1 0 16,0-2-1-16,-2 2 1 15,-5-2-1-15,1 2 1 16,-3-2 1-16,-1-2-3 0,0 1 1 16,-3-6 0-16,1-1-1 15,-2-5 1-15,0-1-1 16,-3-1 0-16,1 2 0 15,-2 1-1-15,-2 0 1 16,0 3 0-16,-4 0 0 0,-5 1 0 16,-3 1 1-16,-3 3 1 15,-6 2 1-15,-1-1 5 16,-5 4-4-16,-4 0 0 16,-3 2-3-16,-3-1 1 15,-1 1-2-15,0-1 2 16,-3 1-2-16,3 0 0 0,-2 1 0 15,1 2-2-15,2-1 0 16,-1 3-1-16,0-2-1 16,1 0 1-16,-2 3 0 15,1 0 3-15,-2-2-1 0,-9 1 2 16,-2 0-1-16,-7 0-1 16,-5 1 2-16,-7 1 3 15,-3 2-3-15,1 4 3 16,-2 7-6-16,-2 10 2 15,-6 4-4-15,-12 30-7 0,-20 23-12 16,-16 25-62-16</inkml:trace>
  <inkml:trace contextRef="#ctx0" brushRef="#br0" timeOffset="29511.5">6374 4280 50 0,'0'0'2'0,"0"0"-1"0,0 0 0 0,0 0-1 16,0 0 2-16,0 0-4 16,-37 0 4-16,30 0-2 15,3 0 0-15,-3 0 2 16,4 0 1-16,-1 0 6 0,2 0-1 15,-2-3-1-15,3 2-2 16,-1-2 0-16,2-1 0 16,-2 3-2-16,2-1 1 15,0-1-1-15,0 1-1 16,0 0-1-16,0-1 0 0,2 3-2 16,1-3 2-16,3 3-1 15,-2-1 0-15,3 1 0 16,0 0 0-16,0 0 0 15,1 0 0-15,4-2 0 0,1 2 0 16,0-1 0-16,3 1-1 16,0 0 1-16,2 0-1 15,0 0 1-15,-1 0 0 16,1 0 0-16,0 0 0 16,-2 0 0-16,1 0 0 15,1 1 0-15,3 2 1 0,-1-3-1 16,4 0 0-16,1 0-3 15,4 0 3-15,0-4 0 16,2-3 3-16,3 0-1 16,-2 0 0-16,5-2 0 15,-4 4-1-15,5 0-1 0,-1 2 0 16,-1 2 0-16,1 1 0 16,1 0 0-16,0 0 1 15,3 0-1-15,-1 0 0 16,2 0 0-16,1-3 0 0,-1-1 1 15,3-2-1-15,-1-1 1 16,-4 3 0-16,1-2-1 16,-1 2 0-16,-2 1 0 15,-3 1 1-15,4 0 0 16,-3 2 0-16,2 0-1 0,0 0 1 16,0 2-1-16,0 4 0 15,0 3 0-15,-1-2 0 16,4 0 0-16,-3 1 0 15,4-2 1-15,1 1-1 16,-1-4 0-16,1 0 1 16,2-2 2-16,-1-1-2 0,-1 0 0 15,-3 0 0-15,2 2 0 16,3 1 0-16,-1 0-1 16,4 1 1-16,-2 0-1 15,4 0 1-15,-3 2-1 16,4-2 1-16,-3 2-1 0,2-2 0 15,0-3 1-15,-1 1 2 16,2-1-1-16,-1 1 3 16,-2-1 1-16,2 2-3 15,1 1-2-15,0 1 2 16,3 0-3-16,0 1 3 0,-1 0 0 16,1-1-2-16,0 2 0 15,0-1 1-15,-1 0-2 16,1 1 1-16,1 0-1 15,1 0 1-15,0 2-2 16,2-1 2-16,2 1-1 0,3-2 0 16,-1-3 1-16,4-1-1 15,1-3 2-15,0 0 1 16,-3 0 1-16,2-4 2 16,0-2 4-16,-1 0 0 15,-4 2-2-15,3 3-2 0,-3 1 1 16,6 0-4-16,-4 0 0 15,4 0-2-15,4 4 1 16,0-1-1-16,2-2-1 16,2 2 1-16,1-3 1 15,-4 0-1-15,4 0 0 0,-5 0 0 16,-2-4-1-16,0 1 1 16,-1 0 0-16,-3-1 1 15,0 0 0-15,-1 0 1 16,1 0 0-16,-4 0-1 15,3 0 0-15,-2 0 0 16,1 2-1-16,0-2 1 0,1 2-1 16,1 1 1-16,0 1-1 15,-4 0 0-15,3 0 1 16,-3 0-1-16,1-1 1 16,-2-2 1-16,3-3 2 15,-2 0 0-15,6-2 2 0,-4-1-3 16,3 0-2-16,0-1 0 15,-2 1-1-15,-1-1 0 16,-1 3-1-16,-3 0 0 16,-4 1 1-16,-1 0 0 15,-3 2 2-15,-2-1 1 0,0 0-1 16,1 0-1-16,2 0 0 16,-2 1 1-16,0-3-1 15,-1 3-1-15,-4-2 3 16,-1 0 0-16,-1 2 5 15,-3-3-3-15,-4 3 1 16,1-1-4-16,-7 1-1 0,-1 1 0 16,-1 1-2-16,-2 0 1 15,0 2-2-15,-3 0-6 16,-6 0-36-16,-3-3-64 16</inkml:trace>
  <inkml:trace contextRef="#ctx0" brushRef="#br0" timeOffset="31996.13">16526 4223 59 0,'0'0'8'0,"0"0"2"0,0 0 7 15,0 0-4-15,0 0 0 16,0 0-8-16,0 0-1 0,0 0-4 16,-37-16 1-16,34 15-2 15,1-2 2-15,1 2-4 16,1 1 0-16,-2 0 1 16,2 0 2-16,0-3-1 15,0 3 0-15,0 0-4 0,0 0-1 16,2 0 9-16,4 0-2 15,2 0-2-15,-1 6 2 16,1 0-1-16,4 2 0 16,-3 2 0-16,1-3 0 15,4 3 0-15,0-3 1 0,4 0 0 16,0-1 5-16,3 0-3 16,5-1-1-16,1-2 2 15,3 1 0-15,4-4 0 16,0 1 2-16,5-1 0 15,2 0-1-15,2 0-1 0,3 0-1 16,2 0 0-16,3 0-2 16,-4 0 0-16,3 0 0 15,0 0-1-15,0 2 2 16,1 3-2-16,0-1 0 16,-1 2 1-16,4-1-1 0,-1 1 1 15,0-2 2-15,3-1 5 16,1-2-1-16,1 1 1 15,2-2-4-15,1 0 0 16,3 0-1-16,-3-4 0 16,3 1-3-16,-3 0 1 0,3-1-1 15,-3 1 1-15,2 1-1 16,-1 1 0-16,0 1 0 16,0 0 0-16,0 0 0 15,-2 0 1-15,2 0-2 16,-2 0 1-16,3 0 1 0,-2 0-1 15,3 0 1-15,1 0-1 16,2 0 1-16,0 0 1 16,1 0 1-16,0 0 0 15,-3 0-1-15,-4 0-1 16,-1 0-1-16,-2 0 0 0,-1 3 1 16,-2 0-2-16,5 1 2 15,2 0-1-15,3-2 0 16,0 2 2-16,3-3-2 15,1 2 0-15,-2 0 0 16,0-2 0-16,1-1 0 0,-1 0 0 16,-1 0 0-16,0 0 9 15,2-4 5-15,-1-3-4 16,3 1-4-16,-2-1-1 16,0 2-3-16,-3-1-1 15,1 3 1-15,-2-1-2 16,4 1 1-16,0 1-1 0,0 0 1 15,2 0-1-15,4 2 0 16,-2 0 0-16,-1 0 1 16,0-1-2-16,-1-1 2 15,-3 2-1-15,2-3 0 16,2 2 0-16,-1-3 0 0,1 3 1 16,1 0-1-16,0 0 0 15,-1 1 0-15,0 0 0 16,-3 0 0-16,-3 0 0 15,-1 0 0-15,-4 0 0 16,-1 0 0-16,1 0 0 0,-3 0 0 16,2 2 1-16,-2-1-2 15,-1 3 2-15,-1-3-1 16,-5 2 0-16,-5-1 0 16,-5-1 0-16,-3 1 0 15,-7-2 0-15,-5 0 0 0,-5 0 0 16,-3 0 0-16,-5 0 1 15,-1 0-1-15,-2 0 0 16,-2 0 0-16,-1 0 0 16,-2 0 0-16,-4 0-3 15,-4 0-49-15,-16-10-78 16</inkml:trace>
  <inkml:trace contextRef="#ctx0" brushRef="#br0" timeOffset="32969.62">19566 3306 48 0,'5'5'-8'0,"-3"-2"12"0,4 0 3 0,-5-1 2 15,2-1 6-15,-1 0-2 0,0-1-1 16,3 0 5-16,-1-1 12 16,8-8-1-16,4-6-13 15,11-3 1-15,11-8-6 16,15-8-6-16,20-10-2 15,14-7-1-15,19-9-2 0,15-4-2 16,4-7-53-16,3-7-45 16</inkml:trace>
  <inkml:trace contextRef="#ctx0" brushRef="#br0" timeOffset="47102.34">9595 7629 56 0,'0'0'17'0,"0"0"-2"15,0 0-4-15,0 0-3 0,0 0-3 16,0 0-3-16,0 0-1 0,0 0 0 16,0 0 2-16,0 0-3 15,-38-4 1-15,33 7 0 16,1 0-1-16,2 1 0 16,-2 0 1-16,1 2-1 15,1-1-1-15,0 3 1 0,0 0 0 16,0 3 1-16,-2 1-1 15,4 2 0-15,-1 0 0 16,1 3 0-16,0 3 1 16,0 0-1-16,0 1-1 15,0-1 2-15,5 3-1 16,1-3 1-16,3 0 0 0,2 0 0 16,-2-1-1-16,2 0 0 15,-2 1 0-15,-1-2 0 16,2-2 0-16,-3 1 0 15,1 0 0-15,0-3 0 16,-1-1 0-16,1 0 0 0,0 0 0 16,2-1 1-16,1 0-1 15,1 0 0-15,-3 1 1 16,2 0-1-16,2-1 1 16,-2 0 0-16,0 1 1 15,1-3-2-15,-3 3 1 0,3-3-1 16,0-2-1-16,1 1 3 15,-1-4-1-15,1 2 0 16,0-3 0-16,1-2-1 16,-1 0 1-16,1-1 3 15,1-1-2-15,1 0 0 0,-1 0-1 16,0 0-1-16,1 0 1 16,3 0-1-16,-4 0 0 15,3 0 1-15,1 0-1 16,0 0 0-16,1 0 0 15,3 0 1-15,-1 0-1 0,5 0 0 16,2 0 1-16,2 0-1 16,1-3 0-16,5 1 0 15,2-1 0-15,-3 0 1 16,3-2-1-16,-1 1 0 16,-2 1 0-16,1-1 0 0,-2 0 0 15,-3-1 0-15,1 3 0 16,0 0 0-16,-1 2 0 15,1 0 0-15,0 0 0 16,-1 0 0-16,1 0 0 16,-2 0 0-16,-2 4 0 0,-2 4 0 15,1 0 0-15,-2 1 0 16,-3 2 0-16,1 3 0 16,-1 0-1-16,1 1 1 15,1-1 0-15,-2 4 0 16,3-2 0-16,0-1 0 15,1 4 0-15,-2-2 0 0,0 3 0 16,-5 2 0-16,2 3 0 16,-3 0 2-16,-1 2 2 15,1 0-2-15,-4 3 1 16,1 0 0-16,-5 0-2 16,-3 1 3-16,0 0-3 0,-8 0 2 15,0 2 2-15,-6-2 2 16,-8 2-2-16,-7 3 2 15,-2 0-4-15,-4-1 0 16,-2 0 2-16,-5 2-2 16,-5 2 1-16,-1-3 1 0,-4 1-1 15,-5-1-2-15,2-2 0 16,-5 0 1-16,-3-4 0 16,-1 5-3-16,-1-3 1 15,-2 0 0-15,-3-1-1 16,1 1 1-16,-5-1 1 0,-1-1 0 15,-2-3 0-15,-2 1-2 16,-1-2 3-16,-3-2-2 16,3-5 0-16,2 0 0 15,1-6 1-15,6 0 2 16,3-5 4-16,0 1-1 0,4-5 1 16,-1 0-1-16,1-4-2 15,-1 3-3-15,1-3 0 16,0 0 0-16,0 0-2 15,1 0 1-15,1-6 0 16,1-1-1-16,2-4 2 16,5-3-2-16,4-2 1 0,2-2-1 15,3-4-1-15,2-2 1 16,2-3 3-16,2-1-3 16,2-5-1-16,1-2 3 15,-1-1 0-15,4 2-1 0,1-1 1 16,2-1-3-16,2 2 2 15,3 0-2-15,2-4 0 16,2-1 1-16,1 0 0 16,6-3 1-16,0-2-1 15,3 0 0-15,1 2 0 16,2-1 1-16,0 2-1 0,0 0 0 16,0-2 0-16,0 3 0 15,0-2 1-15,2-1-1 16,5 2 0-16,0 0-1 15,4 0 1-15,-2-1 0 16,1 3 0-16,1 0 0 0,-1 0 0 16,1 3 0-16,-1-1 0 15,-2 3 0-15,1 1 0 16,-2 5 0-16,2-1 0 16,-2 1 0-16,1 4 1 15,-4-2-1-15,3 1 0 0,0-1 0 16,-2 1 0-16,3-1 0 15,1 1 0-15,3-1 0 16,1 0 0-16,3 1-1 16,-1-1 1-16,4 1 0 15,0 0 0-15,-1 1 0 0,2 2-1 16,-2 0 1-16,2 2 0 16,-5 2-1-16,4 2 1 15,-1 2-1-15,-3 3 0 16,1-2 1-16,-2 3 0 15,2 1 0-15,1 2 0 0,1 0 0 16,-3 3 0-16,2-1-1 16,0 3 0-16,1 0 1 15,-1 1-1-15,1 1 0 16,3 0 1-16,-1 0-1 16,4-1 1-16,-1-1 0 0,0 2 0 15,1 0 0-15,-2 0 0 16,-2 0 1-16,-3 0-2 15,0 0 1-15,-4 0 0 16,-1 0-2-16,-3 3 1 16,-1 1 0-16,0-2-1 15,-2 4 0-15,-2-1-3 0,-1 1-3 16,0 0 5-16,0 1 0 16,-1 0 1-16,0 1-1 15,-2 5 1-15,0 0 0 16,0 2 1-16,0 4 2 15,0 2 1-15,0 2 0 0,0 7 0 16,0 4-2-16,0 2-34 16,0-1-56-16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23:35.8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20132 9221 114 0,'-1'3'7'0,"0"-2"-7"0,1 3 1 16,0 0 3-16,0 1 4 16,0 1 4-16,0 1 2 15,0 0 0-15,0 2-3 0,0-2-4 16,0-3 0-16,0 2-2 16,0-2 0-16,0-2-1 15,0 0-1-15,0-2-1 16,0 0 5-16,0 0 21 15,-1 0-2-15,-1-3-20 0,0-7-3 16,-2-1-2-16,2-6 0 16,0 1 0-16,1-2-1 15,1-4 2-15,0 2-1 16,0-2-1-16,0 2 0 16,4 2 0-16,3-1-2 0,-1 5 1 15,1 0 2-15,0 2-2 16,3 3-1-16,0 0 2 15,-1 4-1-15,3 0-1 16,-1 2 5-16,-1 3-3 16,0 0 1-16,-1 2-1 0,1 9 1 15,-2 3 1-15,-1 5-1 16,-1 2-1-16,0 0 1 16,-1 1-1-16,-1-2 2 15,1-1-2-15,-2-3 0 16,0 0 0-16,-1-1 0 0,-1-1 0 15,-1-2-2-15,0 1-9 16,-3-1-34-16,-5-5-29 16,-1-2-2-16</inkml:trace>
  <inkml:trace contextRef="#ctx0" brushRef="#br0" timeOffset="285.89">20227 9197 82 0,'0'0'10'0,"0"0"4"0,0 0-11 0,0 0-2 16,0 0-1-16,0 0-1 15,0 0-4-15,0 0 1 16,0 0 5-16,0 0-1 16,0 0 0-16,-1-13 0 15,0 13 0-15,-1 0-4 16,2 0-16-16,-3 0-23 0</inkml:trace>
  <inkml:trace contextRef="#ctx0" brushRef="#br0" timeOffset="789.83">20272 9116 95 0,'0'0'4'0,"0"0"6"16,0 0 6-16,0 0-2 16,0 0-7-16,0 0-2 15,-47-15 3-15,31 24 0 0,3 3 2 16,-5 6 1-16,3 5 0 16,0 2-4-16,2 4 1 15,5 1 0-15,-1 1-1 16,7-4-1-16,2-1-2 15,0-5-1-15,4-4 0 0,7-3 1 16,2-5 1-16,2-6 0 16,2-3 4-16,5 0-1 15,1-6-3-15,-1-8-2 16,2-5-3-16,-1-1 1 16,-4-3 2-16,-5-2-3 0,-3-5 1 15,-3 3 1-15,-4-1 0 16,-4 0-1-16,0 0-1 15,-9 3 1-15,-3 6-1 16,-4 5 2-16,-1 6-2 16,-5 6 1-16,2 2-2 15,-1 9-3-15,3 8-5 0,3 3-11 16,1-2-33-16,5 2-28 16</inkml:trace>
  <inkml:trace contextRef="#ctx0" brushRef="#br0" timeOffset="1353.7">20503 9102 152 0,'0'0'-3'0,"0"0"37"0,0 0-11 16,0 0-23-16,0 0 5 15,0 0 7-15,-5 53 4 16,1-27-6-16,1 3-5 0,2 1-2 16,0 2-1-16,0 1-2 15,0 0 2-15,0-2-2 16,-1-4 0-16,-2-3 0 16,3-5 0-16,0-5-2 15,-1-6-6-15,-1-6-19 16,1-2-4-16,-1-6 26 0,0-12-42 15,3-8 3-15,0-4 16 16,0-7 5-16,0-1-8 16,6-2 20-16,-1-1 14 15,3 4 12-15,2 4 12 16,0 2 5-16,0 4-5 0,3 3 2 16,2 4 0-16,1 0-4 15,2 6-7-15,2 4-10 16,-2 4-3-16,4 6-4 15,-5 0-1-15,-4 5 1 16,-2 12 0-16,-5 5 1 0,-3 1-1 16,-3 4 2-16,0-1-2 15,-4-2 2-15,-10-3-1 16,-2-2 0-16,-5-3 2 16,-3-2 1-16,-3-3-1 15,3-3-2-15,-2-4 0 0,7-3-3 16,3-1 1-16,5 0-1 15,6-9-28-15,5-7-48 16</inkml:trace>
  <inkml:trace contextRef="#ctx0" brushRef="#br0" timeOffset="1629.68">20797 8875 203 0,'0'0'2'0,"0"0"5"0,0 0-2 0,0 0-3 0,0 0 2 16,0 0 1-16,26 50 3 15,-31-21 3-15,-3 4-4 16,0-2-2-16,-2 2 0 16,1-5-1-16,2-1 2 15,1-7-3-15,0-1-2 0,3-4 0 16,-1-3-1-16,1-2 0 15,2-2 0-15,0-3-5 16,1-3-32-16,0-2-23 16,0 0 9-16,0-11-37 15</inkml:trace>
  <inkml:trace contextRef="#ctx0" brushRef="#br0" timeOffset="1892.94">20737 9081 114 0,'0'0'1'0,"0"0"42"16,0 0 1-16,0 0-17 0,0 0-13 15,11-39-8-15,5 32 4 16,6 0-2-16,1 0-3 16,2 3-1-16,-1 1-1 15,0 3-2-15,-3 0 0 16,-4 0-1-16,-1 6 1 16,-5 4 0-16,0-1 0 0,-4 3 0 15,-2 0 0-15,-1 0 2 16,-2 1-3-16,-2-2 2 15,0-2-1-15,0-1-1 16,0 1 1-16,0-2 0 16,0-3-3-16,0-1-34 0,4-3-28 15,3-1-18-15</inkml:trace>
  <inkml:trace contextRef="#ctx0" brushRef="#br0" timeOffset="2028.93">21016 8922 139 0,'0'0'8'0,"0"0"25"16,-17-40 8-16,15 30-26 16,2 7-9-16,0 0-5 15,0 2-12-15,4 1-68 16,2 0-38-16</inkml:trace>
  <inkml:trace contextRef="#ctx0" brushRef="#br0" timeOffset="2746.98">21103 9086 268 0,'0'0'-6'0,"0"0"13"16,0 0-10-16,0 0 4 16,0 0-1-16,0 0 0 15,0 0-1-15,0 0-1 0,2 31-7 16,-4-23 8-16,0-3 0 15,0 0 1-15,1-3 0 16,1 0 0-16,0-2 0 16,0 0 0-16,0 0 3 15,0-6 2-15,0-5-7 16,7-1 4-16,-1-3-2 0,2 1 0 16,0-2 0-16,2 6-3 15,1 0 3-15,2 4-4 16,1 4 6-16,-1 0-1 15,1 2 0-15,0 0-1 16,-2 2 1-16,-2 5-1 0,-1 0 0 16,-5 0-1-16,0 2-1 15,-2-1 0-15,-2-4 1 16,0-1-1-16,0 1-2 16,0-4 1-16,0 0 3 15,0 0 3-15,0-2-1 0,0-7 0 16,0-1-2-16,8 1-1 15,-1-2 0-15,1 4 1 16,1 1 0-16,1 2-4 16,0 3 8-16,-4 1-3 0,4 0 1 15,-2 0 0-15,0 4 0 16,2 0 0-16,-2-1 1 16,0 1-3-16,-3-2 3 15,1-1-3-15,-1-1 0 16,4 0 2-16,-3 0 6 15,4-1-4-15,3-5-2 16,-4-2-1-16,2-1-1 0,-1 1 1 16,-4 0-1-16,-2 1 1 15,-2 2 0-15,-2 0 3 16,0 2 0-16,0 2 1 16,0 1 2-16,-2 0-5 15,0 6-1-15,0 4-1 0,2 1 0 16,0 5-1-16,4-1 0 15,7 3-1-15,2-1-6 16,0-2-20-16,1-2-44 16,-2-5-39-16</inkml:trace>
  <inkml:trace contextRef="#ctx0" brushRef="#br0" timeOffset="3116.89">20175 9645 166 0,'0'0'6'0,"0"0"-5"0,50-20 10 0,-10 7 7 0,14-4 6 16,9 0-3-16,12-3-4 16,6 0-6-16,7-1-4 15,1-1 0-15,1 5-5 16,1 2 0-16,-1 1-1 0,-4 5 0 15,-5 5-3-15,-5 2-16 16,-6 2-28-16,-16 2-41 16</inkml:trace>
  <inkml:trace contextRef="#ctx0" brushRef="#br0" timeOffset="5873.77">20299 10056 90 0,'0'0'12'0,"0"0"21"0,0 0-14 0,0-4-1 0,0 1-4 16,0-2-7-16,0 1 1 15,0 0-1-15,0 0-1 16,-2 1-3-16,0 2-1 0,-1-2 0 16,-4 3-5-16,-1 0-1 15,-2 3 4-15,-2 4 1 16,-2 2 2-16,1 2-3 16,-1-1 1-16,3 4 2 15,1-1-3-15,2 1 0 0,0-1 0 16,5 0-1-16,3-2-2 15,0 0-3-15,0-3 4 16,6 0 0-16,3-2-1 16,2-1 4-16,0-2 6 15,3 0-3-15,-1 0 1 16,1 0-3-16,-1 1 1 0,-1 0 1 16,0 3-4-16,-3 0 0 15,1 2 1-15,-5 0-2 16,1 1 2-16,-3-1 1 15,-1 1-1-15,-2 0 0 16,0-1-1-16,0-1 0 0,-3 2 1 16,-5-1 1-16,0 2 4 15,-3-1-3-15,-1-1-1 16,-2-1 1-16,0-1-1 16,1 0-1-16,0-2 5 15,2-3-2-15,0 0-2 0,3-1 0 16,1-1-1-16,2 0 0 15,4 0 1-15,-2 0-5 16,1-2-15-16,2-4-32 16,0-1-50-16</inkml:trace>
  <inkml:trace contextRef="#ctx0" brushRef="#br0" timeOffset="7170.62">20423 9973 94 0,'-8'-2'1'0,"-3"1"6"0,-2 1 13 0,0 0-13 15,-2 4 0-15,0 5-3 16,-5 3-2-16,3 5 1 16,-2 3-2-16,0 0 1 15,3 6 2-15,2 2 4 16,2 1 4-16,4 3 0 0,-1-1-5 16,6 2-2-16,3-3-3 15,0-2 0-15,1-1 0 16,7-4 1-16,0-2 3 15,3-2-5-15,2-5 0 16,-2-2 2-16,0-4 7 0,3-4 8 16,-3-4-3-16,2 0 1 15,-1 0-10-15,-2-10-1 16,-2 0-1-16,0-1-1 16,-3-3-1-16,1-3 0 15,-4 1-1-15,1 0 0 0,1-4 1 16,1 2-2-16,0 1 0 15,3 0 0-15,-1 3-2 16,3 2 0-16,2 4 2 16,-1 1-3-16,3 3 2 15,-1 2-1-15,3 2 2 16,-3 0 0-16,1 0 0 0,-3 1 1 16,-1 5-2-16,3 4 1 15,-3 0-1-15,-4 1 0 16,2 1 1-16,-3-1 0 15,-1 2 1-15,0-5-1 16,-3 2 1-16,1-4 0 0,-2 0-1 16,1 2 2-16,-1-2-1 15,1-2-1-15,-1-1-6 16,2-3-15-16,4 0-45 16,0-4-35-16</inkml:trace>
  <inkml:trace contextRef="#ctx0" brushRef="#br0" timeOffset="7346.85">20748 10106 242 0,'0'0'-8'0,"0"0"26"0,0 0 2 16,0 0-13-16,0 0-4 15,0 0-2-15,0 0 0 16,0 0-19-16,0 0-45 0,0 0-1 15,-11-4-23-15</inkml:trace>
  <inkml:trace contextRef="#ctx0" brushRef="#br0" timeOffset="7966.99">20913 9939 144 0,'0'0'3'15,"0"0"8"-15,0 0-11 16,0 0 5-16,0 0 16 16,0 48-4-16,0-25-7 15,0 3-3-15,0 3-3 16,0 0-2-16,1 0-2 0,1-2 1 15,-1-1-1-15,0-5 1 16,-1 0 0-16,0-4-1 16,0-3 1-16,0-3-4 15,0-3 5-15,-2-3-1 16,0-3-2-16,1-2 1 0,-1 0 2 16,2-10 0-16,-2-4-5 15,0-6-2-15,2-4 11 16,-1-4-8-16,0-2-2 15,1-2-5-15,0 1 3 16,0 1 2-16,0 3 2 0,1-1 1 16,6 7 1-16,-1 1 4 15,5 0 3-15,0 8-6 16,3-1-1-16,1 4 0 16,3 2 3-16,1 1 0 15,-2 3 3-15,2 3-3 0,1 0 0 16,-4 3 0-16,-2 11-3 15,2 2-2-15,-5 5 5 16,1 2-1-16,0 0-1 16,-7 2 0-16,-3-1-1 15,-2-1 2-15,0-2-3 16,-3-1 9-16,-12 0-3 0,-1-4-1 16,-2-1 0-16,0-2-3 15,0 1 1-15,3-5-1 16,-1-3-4-16,7-5-38 15,0-1-35-15</inkml:trace>
  <inkml:trace contextRef="#ctx0" brushRef="#br0" timeOffset="8565.23">21490 9880 142 0,'0'0'7'0,"0"0"23"0,0 0-14 0,0 0-13 16,0 0-2-16,0 0 0 0,40-22 8 15,-18 13-5-15,3-4 1 16,3-1 5-16,4-3-1 16,3-3 1-16,4 0-1 15,3-1-1-15,4 1-3 16,4-1 0-16,2-1 0 0,-1 1 2 15,2 1 1-15,0 2-1 16,-2 4-4-16,-2-2 0 16,-5 2-2-16,-1 2 0 15,-5 4 0-15,-4-1-1 16,-7 2 2-16,-6 4-3 16,-2 1-13-16,-4-1-14 0,-6-3-43 15,-3-4-127-15</inkml:trace>
  <inkml:trace contextRef="#ctx0" brushRef="#br0" timeOffset="9546.85">22715 9170 165 0,'0'0'21'0,"0"-1"24"0,0-1-15 0,0 2-11 15,0 0-14-15,0 0-7 16,0 9 2-16,0 4-1 15,0 2 3-15,0 3 2 16,0 0-3-16,1 2 0 16,1-2-1-16,-1-1 0 0,0-1-2 15,-1-2-14-15,0-1-16 16,0-6-16-16,0-3-21 16,0-4-44-16</inkml:trace>
  <inkml:trace contextRef="#ctx0" brushRef="#br0" timeOffset="10136.37">22734 9125 147 0,'0'0'2'0,"0"0"12"15,44-46 8-15,-22 30 2 16,4 2-8-16,1 2-6 16,-2 2-5-16,-2 4-3 15,-1 6-1-15,-4 0-1 16,-6 6-1-16,-2 9-6 0,-5 3-12 15,-4 1 15-15,-1 1 1 16,0 0-3-16,-8 0 2 16,-4-6 3-16,-3 0 8 15,-1-2-4-15,1-3 1 0,1-1 0 16,5-4 2-16,1 0-3 16,4-2 0-16,4-1 0 15,0-1-8-15,1 0-3 16,8 0 4-16,1 0 8 15,5 0-3-15,0 0-1 0,3 0 2 16,-5 0-1-16,1 0 0 16,-3 6-1-16,-5 2 0 15,-1 4-5-15,-2-1 9 16,-3 0-3-16,0 2-2 16,-10-3 3-16,-3 1 6 15,-3-3-3-15,-5 0 5 0,1-2-2 16,-3-2 2-16,3 0-3 15,0-2-3-15,4-1-2 16,5-1-1-16,4 0-2 16,3 0 1-16,4-6-30 15,0-6-81-15</inkml:trace>
  <inkml:trace contextRef="#ctx0" brushRef="#br0" timeOffset="10301.15">23100 9146 231 0,'0'0'45'0,"0"0"-38"0,0 0-1 0,0 0-5 16,0 0-3-16,0 0-21 16,0 0-62-16,0 0-95 0</inkml:trace>
  <inkml:trace contextRef="#ctx0" brushRef="#br0" timeOffset="10876.82">23401 8920 175 0,'0'0'-28'0,"0"0"36"0,0 0-1 15,-51 0-4-15,36 0 2 16,-2 5-1-16,4 3 2 16,-3 1 1-16,5 2-4 15,-2 3-1-15,2 3 2 16,2 0-2-16,2 4 0 16,0 1 1-16,5-1 0 0,2 0 0 15,0-2-1-15,0-2-1 16,7-2 2-16,0-2 0 15,3-3 3-15,2-3-2 16,-3 0 2-16,1-5-4 0,1-1 0 16,1-1-2-16,-3 0 2 15,3 0 1-15,-3-5-1 16,1-2 1-16,0-1-2 16,0 0 0-16,-1-2-1 15,-2 0 1-15,2 0 0 0,-3 1-1 16,-1 2 1-16,-2 2-1 15,1 0 0-15,0 4 0 16,-2 1-1-16,2 0-1 16,0 0 2-16,2 0 0 15,-1 0 2-15,1 2 1 0,-1 2 1 16,0 1 1-16,1 0-4 16,-3 0 2-16,-1-1-2 15,0 1 0-15,-1 1 0 16,0-2-2-16,-1-3 1 15,0 3-1-15,0-1 0 16,0-1-5-16,1-2-24 0,2 0-23 16,1 0-36-16</inkml:trace>
  <inkml:trace contextRef="#ctx0" brushRef="#br0" timeOffset="11047.59">23596 8970 232 0,'0'0'17'0,"0"0"0"0,0 0 3 0,0 0-13 15,0 0-8-15,0 0-1 0,0 0-9 16,0 0-7-16,0 0-37 16,0 0-36-16</inkml:trace>
  <inkml:trace contextRef="#ctx0" brushRef="#br0" timeOffset="11516.43">23794 8872 212 0,'0'0'-21'15,"0"0"31"-15,0 0-6 16,0 0-8-16,0 0 2 15,0 0 2-15,0 0 5 16,0 0 0-16,-1 50-1 16,-1-32-2-16,1-2-1 0,1-2 0 15,-1-3 0-15,1 0 0 16,0-6-1-16,0-1 2 16,-1-1-1-16,-4-3-6 15,3 0 9-15,-1 0 4 16,1-6-6-16,0-4-2 0,-2-2 5 15,2-3-4-15,2 0 0 16,0-2-1-16,0 0 0 16,0 0 3-16,7 1-2 15,2 3-1-15,4 1 0 0,4 2 2 16,3 4 3 0,1-1-2-16,-3 3-1 15,2 3 6-15,1 1-2 0,-2 0 0 16,-2 9-4-16,-3 5 0 15,-5 3-1-15,-4 9-2 16,-5 2 0-16,-11 9-9 0,-13 7-9 16,-15 3-14-16,-8 1-32 15,-13 3-25-15</inkml:trace>
  <inkml:trace contextRef="#ctx0" brushRef="#br0" timeOffset="11872.65">21751 9832 172 0,'0'0'8'0,"0"0"5"0,0 0-20 0,0 0 27 16,52 4 11-16,-14-4-17 16,11 0-1-16,5-4-9 15,7-2 0-15,3 2-1 0,0-3-2 16,2 4 0-16,-3 1-2 15,-2 2-9-15,-3 0-21 16,1 0-22-16,-5 0-9 16,-7 0-58-16</inkml:trace>
  <inkml:trace contextRef="#ctx0" brushRef="#br0" timeOffset="12485.8">22956 9747 137 0,'0'0'1'16,"0"0"3"-16,-12 45 3 16,11-29-2-16,0-1 0 0,1-2 1 15,0-3-4-15,0-1 6 16,0-4-4-16,1-2 0 15,1-1-4-15,-2-2-1 16,0 0 5-16,0 0 13 0,0-8 1 16,0-3-22-16,-2-6 5 15,0 0-3-15,-2-5 3 16,3 0-1-16,-1-2-1 16,2 4 2-16,-2 1-1 15,2 4 2-15,0 4 10 16,0 2 5-16,0 6-8 0,0 2-5 15,0 1-8-15,0 0 6 16,2 0-3-16,3 6 1 16,1 3-1-16,1-1 2 15,2 0 0-15,-1-1-2 16,2-4 1-16,3 0-4 16,0-3 1-16,2 0 3 0,1-6 1 15,2-8 1-15,0 0 0 16,-1-5 0-16,-2-3-1 15,1 0 2-15,-3 1-1 16,-3 4-2-16,-2 3 3 16,-3 5 9-16,-3 5 8 0,-1 4-2 15,-1 1-18-15,0 12-7 16,0 7 12-16,0 8-3 16,-2-1 1-16,0 6 1 15,2 1-4-15,0-3 0 16,0-2 0-16,0-1-6 0,0-5-15 15,5-2-12-15,0-9-40 16,4-8-26-16</inkml:trace>
  <inkml:trace contextRef="#ctx0" brushRef="#br0" timeOffset="13070.78">23358 9616 255 0,'0'0'2'0,"0"0"18"0,0 0-20 16,0 0-3-16,0 0 0 0,0 0 6 15,-11 41 1-15,8-24-3 16,0-1 0-16,3 0-1 16,-2-2 0-16,1-3 1 15,-1-2-4-15,1-5-4 0,0-3-5 16,-1-1-4-16,2 0 21 15,-3-8-4-15,2-5-6 16,1-1-2-16,0-6 13 16,0 0-5-16,2 0 2 15,5 0-3-15,3 2 0 16,2 4 2-16,-1 1 1 0,7 3 2 16,-3 3 2-16,3 1-1 15,-1 5-2-15,2 1-3 16,-6 0 0-16,-2 3-1 15,-3 5-1-15,-2 3-8 16,-6 1-3-16,0 3 15 0,-2-5-1 16,-3 2-3-16,-2-2 0 15,0-2 2-15,3-1 7 16,4-2-7-16,-2-2 1 16,2-1-4-16,0 1-1 15,0 1-4-15,7 0 14 0,4 0 1 16,0 1-2-16,-1 2-3 15,1 2-2-15,-2-2 0 16,-4 1 0-16,0 0 0 16,-5 0-3-16,0 0 3 15,-6-2 1-15,-4 3 1 16,-6-4 3-16,-3 1-3 0,-2-2-2 16,3-1-2-16,3-3-13 15,2 0-19-15,5-14-53 16</inkml:trace>
  <inkml:trace contextRef="#ctx0" brushRef="#br0" timeOffset="13532.94">23754 9472 99 0,'0'0'109'0,"0"0"-98"0,0 0 7 0,0 0-15 0,0 0 1 16,0 0-8-16,-36-5 7 16,20 16 4-16,0 4-6 15,2 3 0-15,0 3-1 0,3 2-1 16,2 1 2-16,1-1-1 16,4 0 0-16,3-3 1 15,1-2-1-15,0-2 0 16,4-2-1-16,5-6 1 15,-1-2-4-15,4-2 3 0,2-4 3 16,3 0 0-16,2-1 1 16,1-9-1-16,1-3-3 15,0-3 4-15,0-1-3 16,-4 0 1-16,0 2 2 16,-1 3-1-16,-6 1 3 0,-2 4 7 15,-2 2 1-15,0 4-3 16,-3 1-7-16,1 0-2 15,0 2 1-15,1 6-2 16,-2 6 0-16,2-2 1 16,0 3 4-16,1 0-3 0,1-2-19 15,0-2-25-15,0-5-41 16,1-5-43-16</inkml:trace>
  <inkml:trace contextRef="#ctx0" brushRef="#br0" timeOffset="13945.97">24066 9501 200 0,'0'0'31'0,"0"0"0"0,0 0-29 0,0 0-9 0,0 0 7 16,0 0 1-16,0 44 2 15,0-25-2-15,0-2-1 16,0 0 2-16,0-5-5 15,-3-2-10-15,2-1 3 16,-1-6 3-16,-2-2 4 0,2-1 4 16,-2-3 8-16,-1-7-4 15,1-4 8-15,0-3-4 16,4-4-6-16,0-5 3 16,0 2-4-16,5-4 0 15,5 6-1-15,3-2-3 0,3 4 1 16,4 3-1-16,2 3 0 15,5 3 4-15,2 4 1 16,-1 4 5-16,-2 3 0 16,-1 3-2-16,-7 12-3 15,-4 8-1-15,-6 4-1 16,-7 7-2-16,-1 3 5 0,-17 1-3 16,-14 2-9-16,-12 4-25 15,-13 1-30-15,-12-2-66 16</inkml:trace>
  <inkml:trace contextRef="#ctx0" brushRef="#br0" timeOffset="14424.25">21819 9998 185 0,'0'0'-8'0,"0"0"15"0,0 0 7 0,55 0-3 16,-26 0 1-16,5 7-7 15,6 6-2-15,4 4-1 16,7 3-2-16,5 4 1 16,8 3 3-16,0 0-1 0,4 3-3 15,0 0 0-15,2-2 0 16,0-2 0-16,-3-2 0 15,0-3 4-15,-3 1 8 16,1-5-3-16,-6 0-5 16,-3-2 0-16,-5-2-1 15,-6-2-2-15,-6-1 0 0,-6 0 0 16,-7-1-2-16,-2-2-28 16,-8-4-75-16</inkml:trace>
  <inkml:trace contextRef="#ctx0" brushRef="#br0" timeOffset="14914.96">23499 10240 132 0,'0'0'3'0,"0"0"7"16,0 0-1-16,0 0 0 16,-6-40 3-16,-3 37-11 0,-5 3 3 15,-2 0-8-15,-1 0 13 16,0 0-5-16,-2 8-2 16,-1 4 0-16,4 1-2 15,1 1 3-15,3 3-1 16,6 3-2-16,0-2 0 0,6 2 2 15,0-4-3-15,2-1 0 16,7 0 2-16,4-5 11 16,3-2 1-16,-1-1 1 15,5 0-4-15,-1 0-4 16,-2-1-3-16,0 1-2 0,-4 0 2 16,0-1-2-16,-4 4-1 15,-1-3 2-15,-5 4-2 16,-2-2 0-16,-1 0 0 15,0 2 0-15,-11-1 7 16,-4-2-3-16,-1 2-5 16,-4-1-2-16,1-2 10 0,0-3-8 15,6-2-6-15,1-2-23 16,3 0-45-16,6-11-84 16</inkml:trace>
  <inkml:trace contextRef="#ctx0" brushRef="#br0" timeOffset="15391.76">23747 10265 147 0,'0'0'18'0,"0"0"-8"0,0 0 16 0,0 0-8 16,-4-40-6-16,-7 38-8 15,-3 2 0-15,-3 0 1 16,-2 3-8-16,-1 8-1 0,3 3 11 16,-1 3-3-16,4 0-3 15,4 3 0-15,3-2-1 16,4 1 1-16,3-3-1 16,0 0-2-16,2-4 0 15,3-2-1-15,6-2 8 0,0-2-4 16,-2-4 3-16,5-1-1 15,0-1-3-15,3 0 7 16,-2-2-5-16,3-6-1 16,0-2 1-16,0 0-2 15,0 0 1-15,-3 0-2 0,-1 2 1 16,-4 2 0-16,-2 3 1 16,-1 0 0-16,-1 3-1 15,-1 0 1-15,-2 0 4 16,3 7-3-16,0 3-1 15,-3-1 0-15,4 2-1 0,-2 2 0 16,0-2-6-16,2 1-22 16,-2-4-21-16,2-2-26 15,0-3-36-15</inkml:trace>
  <inkml:trace contextRef="#ctx0" brushRef="#br0" timeOffset="15809.54">24093 10248 170 0,'0'0'48'0,"0"0"-30"0,0 0-15 0,0 0-11 0,0 0 1 16,0 0 14-16,-4 37-1 15,-2-21-2-15,3 2-4 16,0-2 1-16,2-2-1 0,-3-3-2 15,2-2-1-15,0-3 1 16,1-3 2-16,0-3 1 16,-2 0 3-16,2-2 1 15,-3-5 0-15,1-5-8 16,1-3 7-16,2-2-2 0,0-6-1 16,0 0 0-16,6-5 1 15,6 2-1-15,2 1-3 16,4 1 1-16,0 4 1 15,3 4-2-15,1 5 4 16,2 5 4-16,-4 6 0 0,0 0 2 16,-6 6 0-16,-1 11-3 15,-6 6-4-15,-5 5 1 16,-2 6-5-16,-9 0 7 16,-14 4-8-16,-10-2-30 15,-13-1-53-15</inkml:trace>
  <inkml:trace contextRef="#ctx0" brushRef="#br0" timeOffset="18345.07">20322 12070 112 0,'0'-1'10'0,"0"1"13"0,0 0-8 0,0 0-14 16,0 4-1-16,0 6 2 15,0 4 2-15,1 1 4 16,2 3-3-16,0 1-1 16,2 2-3-16,0-3-1 0,2 3 0 15,-3-3-1-15,1-3-3 16,1-2-17-16,-1-3-17 15,0-6-37-15</inkml:trace>
  <inkml:trace contextRef="#ctx0" brushRef="#br0" timeOffset="18813.88">20369 12044 153 0,'0'0'-32'0,"0"0"39"0,0 0 6 16,-2-40-6-16,4 34-1 16,4 2 0-16,1 1-3 15,2 3-1-15,4 0 1 16,-2 3 0-16,2 8 0 16,3 5-2-16,0 2 1 0,0 3 7 15,-3-1-7-15,3-1-1 16,-3-2 0-16,-1-3-1 15,0-4 0-15,-5-3 0 16,2-3-1-16,-4-1 0 16,1-3 1-16,-3 0-1 0,1-3 7 15,0-7 5-15,-2-3-7 16,-1-5-3-16,3-2 0 16,-2-1 0-16,1 0 0 15,-1 1-1-15,1 0-1 16,0 3 1-16,0 5 0 15,3 4 0-15,-1 2 1 0,4 6 0 16,-2 0-1-16,2 3 0 16,4 11-2-16,-4 5 0 15,2-1 7-15,0 5-4 16,-1-1 0-16,0-1-2 0,0-3-1 16,1-2-29-16,-1-3-12 15,-2-5-20-15</inkml:trace>
  <inkml:trace contextRef="#ctx0" brushRef="#br0" timeOffset="19119.91">20804 12039 154 0,'0'0'0'0,"0"0"-1"0,0 0 1 0,0 0 0 0,0 0 1 16,4 36-1-16,3-28 1 15,-2-1-1-15,6-1 4 16,0-5 0-16,-2-1 4 16,5 0 4-16,-1-3 3 15,-3-5-1-15,2-5-4 16,-7 0-1-16,1-3 1 0,-4 0 4 16,-2-3-3-16,0 2-1 15,0 3-4-15,-6 0-2 16,-3 5-2-16,-5 5-7 15,-1 4 0-15,-4 0-14 16,3 11-19-16,0 2-12 0,5-2-20 16</inkml:trace>
  <inkml:trace contextRef="#ctx0" brushRef="#br0" timeOffset="19697.81">20940 11969 206 0,'0'0'17'16,"0"0"-16"-16,0 0 3 16,0 0-4-16,40-18 1 15,-35 18-1-15,0 9-5 0,1 0 7 16,-1 4 3-16,1-1-4 16,-1 3 1-16,2-2-1 15,-2 0-1-15,-1-4 0 16,-2-1 0-16,2-3-6 15,-4 0 4-15,0-5-2 0,0 0 4 16,0 0 6-16,0 0-3 16,-2-9 0-16,-1-1-4 15,0-1-2-15,2-6 6 16,1 3-2-16,0-1-2 16,0 1 1-16,3 1 0 0,6 1 2 15,2 3-2-15,1 1 3 16,2 3-3-16,2 1 2 15,-1 4-1-15,-1 0 0 16,0 4-1-16,-1 6 0 16,-3-1-1-16,-1 4 1 15,-1-3 1-15,-5 2 0 0,-3-1-2 16,0-2 3-16,0 0 0 16,-5-5-4-16,-4 0 6 15,0-3-2-15,2-1 0 16,1 0 4-16,1-6 3 0,5-4-3 15,0-3-3-15,0-2 1 16,1 1-2-16,7-1 5 16,1 6 0-16,1-2 2 15,3 2-4-15,2 4-3 16,1 2-2-16,1 3 2 0,1 0-2 16,-5 0-8-16,-1 8-16 15,-3 2-32-15,-3-1-50 16</inkml:trace>
  <inkml:trace contextRef="#ctx0" brushRef="#br0" timeOffset="19995.66">21373 11899 215 0,'0'0'-15'0,"0"0"16"0,0 0 2 0,35-45-2 0,-24 34 0 15,-4 0-2-15,1-1 2 16,-6 4 1-16,-2 1-1 16,0 1 6-16,0 3 8 15,-6 1-6-15,-1 2 7 0,-3 0-14 16,0 2-1-16,1 7 1 16,-1 1-1-16,4 1-1 15,2 0 0-15,4 1 0 16,0-1-1-16,0-2-2 15,9-2 0-15,2 3-8 16,-2-5-29-16,1-3-31 0,1-2-58 16</inkml:trace>
  <inkml:trace contextRef="#ctx0" brushRef="#br0" timeOffset="20386.77">21532 11826 139 0,'0'0'15'0,"0"0"9"15,0 0 8-15,0 0-15 16,42-30-4-16,-34 30-8 16,1 0-3-16,2 0-2 15,-6 3 0-15,3 7-2 0,-5-1 0 16,1 2 10-16,0-1-11 16,-4 0-1-16,0-2 4 15,0 0-7-15,0-4-4 16,0-1 9-16,0-3 5 15,-2 0-1-15,2 0 4 0,0-8-7 16,0-6 6-16,2 0-4 16,5-3-2-16,2-3 6 15,-2 0-4-15,4 2-2 16,1-1 4-16,0 2-1 16,2 4 5-16,-1 2 3 15,1 4-1-15,-1 6-3 0,-2 1-4 16,1 1 0-16,-3 10-3 15,-1 5 0-15,0-2-1 16,-2 3-12-16,-3-1-14 16,1-2-15-16,-2-4-36 0,2-6-26 15</inkml:trace>
  <inkml:trace contextRef="#ctx0" brushRef="#br0" timeOffset="20634.99">21881 11512 204 0,'0'0'-11'0,"0"0"34"0,0 0-22 0,0 0-1 15,0 0 2-15,0 0 2 16,24 55-2-16,-14-35-1 15,-3 5-1-15,1-3 0 16,-3 1 0-16,2-2-2 16,-4-1-21-16,-3-3-34 0,0-4-64 15</inkml:trace>
  <inkml:trace contextRef="#ctx0" brushRef="#br0" timeOffset="21219.7">21845 11671 247 0,'0'0'7'15,"0"0"-3"-15,0 0 0 16,45-24-2-16,-26 17-2 0,2 0-9 16,-1 0-25-16,1 2-4 15,-4-2 14-15,0-1 4 16,-4-1 13-16,-1-1 8 15,0 2 0-15,-7-1 10 16,1 4 7-16,-3 0 3 0,-3 3 6 16,0 0 9-16,0 2-19 15,0 0-6-15,0 9-9 16,0 1-1-16,-1 4-1 16,1 0 0-16,0 0 0 15,0-1 0-15,0 0 0 16,3-2 0-16,2-4-1 0,1 0 1 15,-2-4-2-15,1-1-3 16,0-2 2-16,0 0 1 16,3-6 3-16,-3-7 0 15,1-2 1-15,1-2-2 16,1-1 1-16,0 0-1 0,0 4 0 16,-3 1 0-16,1 3 0 15,-3 4 0-15,1 5 2 16,-1 1 0-16,1 0-1 15,-1 0-1-15,2 6-1 16,0 2 2-16,0 0 0 0,0-3 1 16,-1 1-2-16,1-3 0 15,1-3-1-15,3 0-1 16,3-2 2-16,3-6 2 16,3-4 0-16,1-2 2 15,0 1-2-15,1 3-1 0,-3 3-1 16,-3 4 0-16,-7 3-27 15,-5 0-92-15</inkml:trace>
  <inkml:trace contextRef="#ctx0" brushRef="#br0" timeOffset="21937.57">21374 12117 58 0,'0'0'66'0,"0"0"-49"0,0 0 13 0,0 0-9 0,0 0-4 15,0 0-7-15,0 0-10 16,0 0-2-16,0 0 7 16,0 0 1-16,20 44 2 15,-9-20-5-15,3 3 0 16,1 3-2-16,1 3 0 0,2-1-1 15,0 1 1-15,-1 0-1 16,-1-2 0-16,-2-2 0 16,0-3 0-16,-2-3 0 15,0-4 2-15,-1-2-2 16,-2-3 0-16,-1 0 1 0,-2 0-2 16,-4-2-14-16,-2-1-38 15,0-4-48-15</inkml:trace>
  <inkml:trace contextRef="#ctx0" brushRef="#br0" timeOffset="22130.76">21461 12569 177 0,'0'0'5'0,"0"0"-20"16,0 0 18-16,0 0-6 15,35 14 2-15,-16-13 0 16,2-1 3-16,3 0-3 16,-1-1-26-16,-1-7-37 15</inkml:trace>
  <inkml:trace contextRef="#ctx0" brushRef="#br0" timeOffset="22230.12">21698 12494 160 0,'0'0'22'0,"0"0"-18"15,0 0-5-15,-14 59-19 16,7-29-59-16</inkml:trace>
  <inkml:trace contextRef="#ctx0" brushRef="#br0" timeOffset="23049.19">21380 13083 70 0,'0'0'79'0,"0"0"-55"0,0 0-9 0,0 0-5 16,0 0-3-16,0 0 1 15,-6 45-4-15,6-32 0 16,0-1-2-16,0-1-1 16,0 0-1-16,0-4 0 0,2-1 0 15,2-3-1-15,-4-3-9 16,0 0 6-16,1-2 9 15,-1-9-2-15,1-6-4 16,-1-3 2-16,1-3 1 0,2-5 0 16,-1 0-1-16,2-1-1 15,-1-3 1-15,2 0-1 16,2 2 1-16,0 1-1 16,3 3-1-16,-2 6 1 15,0 6 0-15,2 3-1 16,-3 5-2-16,4 6 3 0,-1 2 2 15,3 10 0-15,1 5 3 16,2 5 2-16,0 2-2 16,4 1-2-16,-4 1-1 15,-3-2-3-15,0-1 1 16,-3-1-4-16,-4-2-18 0,-3-4-19 16,-3-2-27-16</inkml:trace>
  <inkml:trace contextRef="#ctx0" brushRef="#br0" timeOffset="23234.87">21486 13062 178 0,'0'0'17'0,"0"0"0"0,0 0-18 15,0 0 4-15,0 0-2 0,47-35 0 16,-26 27-4-16,1 4-14 15,1-2-6-15,0-1-20 16,2-2-31-16</inkml:trace>
  <inkml:trace contextRef="#ctx0" brushRef="#br0" timeOffset="23644.41">21786 12895 188 0,'0'0'5'16,"0"0"14"-16,0 0-6 15,-48 13-10-15,32 1-2 0,3 3-1 16,2-1 0-16,2 1 2 16,4 0-2-16,3-4-2 15,2-3 1-15,0-3-4 16,2-4-17-16,5-3-4 16,4 0 4-16,1-10 2 0,2-2-4 15,0-6 14-15,1-3 2 16,-4-3 7-16,1-2 2 15,-2-3 15-15,-2-2-7 16,-1 0 1-16,-5 1 6 16,-2 1 0-16,0 3 3 15,0 6 2-15,-2 6-1 0,-4 4 6 16,1 4-6-16,3 6-17 16,-3 0-3-16,1 6 8 15,2 11-8-15,1 7 0 16,1 3 0-16,0 3 0 15,2 1 0-15,10 0-1 0,-1-2 1 16,5-2-6-16,-1-6-25 16,3-1-22-16,-1-7-16 15,2-7-36-15</inkml:trace>
  <inkml:trace contextRef="#ctx0" brushRef="#br0" timeOffset="23977.45">22029 12846 129 0,'0'0'22'0,"0"0"22"16,0 0-16-16,0 0-3 16,0 0-19-16,-40-32 7 0,24 37-9 15,-2 6 0-15,1 3-3 16,3 1 1-16,5 0-1 16,0-2-1-16,6 0-1 15,3-3 1-15,0-3-6 16,0-3-13-16,10-4-3 15,1 0 10-15,2-3 3 0,2-5 15 16,-1-4-5-16,4 1 7 16,-8-2-1-16,1 5 4 15,-2 1 2-15,-3 4-2 16,0 1-6-16,0 2 0 16,-2 0-5-16,2 0 0 15,-1 0 3-15,1 0-2 0,2 3-3 16,3 0-18-16,1-1-22 15,1 0-10-15,0-2-14 16</inkml:trace>
  <inkml:trace contextRef="#ctx0" brushRef="#br0" timeOffset="24359.55">22240 12793 85 0,'0'0'19'16,"0"0"23"-16,23-49-2 15,-22 35-12-15,-1 3-13 16,0 3-4-16,-2 4 2 0,-7 2 0 15,-3 2-12-15,-1 3 11 16,-2 8-9-16,1 4-3 16,1 4 1-16,3 0-1 15,0 1 0-15,7-2 0 16,1-2 0-16,2-3-3 16,0-5-2-16,9-4-6 0,2-2 1 15,3-2 3-15,1 0-1 16,2-7 14-16,1 0 0 15,-4-2 4-15,-1 5 1 16,-3 1-1-16,-2 3-2 0,-1 0-6 16,-1 4 3-16,-3 8-4 15,-1 2-1-15,0 2 4 16,-2 2-4-16,0 2 4 16,-7-2-1-16,-2 2-1 15,-1-3-2-15,-2 0 1 0,-1-1-1 16,-1-5-2-16,1-2-10 15,2-5-15-15,2-4-27 16,3 0-33-16</inkml:trace>
  <inkml:trace contextRef="#ctx0" brushRef="#br0" timeOffset="24709.68">22381 12684 88 0,'0'0'52'0,"0"0"-48"0,0 0 1 0,39 1 0 15,-29 8-1-15,1 1-3 16,-3 1 1-16,-2 3-2 16,-2-1 0-16,-1 0 0 15,-1-2-2-15,-2-2-4 0,0-5 2 16,0-1 3-16,-4-3 8 15,-1 0 20-15,1-5 6 16,0-6-4-16,0-3-8 16,2-4-7-16,2-1-4 0,0-2-7 15,0 1 3-15,0 0-6 16,4 3-1-16,4 3-2 16,-3 3-9-16,5 6-12 15,-3 2-26-15,1 3-8 16,0 0 9-16,0 6-25 15</inkml:trace>
  <inkml:trace contextRef="#ctx0" brushRef="#br0" timeOffset="25270.87">22595 12654 114 0,'0'0'24'0,"0"0"21"15,0 0-2-15,0 0-10 16,5-40-13-16,-6 38-5 15,-4 2-5-15,-4 0-10 16,2 4 9-16,0 7-7 16,0 2-1-16,0 1-1 0,3 2 1 15,3-3-2-15,1-2 0 16,0 0-3-16,2-5-8 16,7-3-9-16,1-3 2 15,2 0-9-15,1-5 16 16,0-6 12-16,1 0 0 15,-2-1 3-15,0 1 2 0,-2 1 7 16,-5 2 0-16,1 0-6 16,-2 4-2-16,-1 4-1 15,2 0-3-15,1 0-3 16,-3 0-3-16,1 0 2 0,2 2 1 16,-1 2 2-16,4-1 1 15,-4-2-2-15,3-1 1 16,1 0-2-16,2 0-3 15,0-1 2-15,0-6 2 16,3-2 4-16,-3-2-2 16,-3 1 0-16,0-2 3 0,-5 4 1 15,-1 2 7-15,-2 1 8 16,0 3 3-16,-2 2-10 16,-5 0-12-16,-2 0 8 15,2 7-7-15,0 2-1 16,1-2 0-16,3 1-1 0,2-3-2 15,1 0-5-15,0-3 3 16,0-1-4-16,3-1 5 16,4 0-9-16,-1-1-21 15,1-8-24-15,-4-1-61 16</inkml:trace>
  <inkml:trace contextRef="#ctx0" brushRef="#br0" timeOffset="28571.06">22096 13165 60 0,'0'-3'6'0,"-2"1"16"0,2-1-8 15,0 0-6-15,0 0-2 16,0 2 0-16,0-1-2 15,0 1 2-15,0 1 6 16,0 0-5-16,0 0-7 0,0 7 2 16,4 7 0-16,3 6 3 15,1 1-2-15,4 5 0 16,1 1 1-16,0 0-2 16,2 0 0-16,0-3 2 15,-1 0 5-15,0 0 4 0,-1-1 1 16,0-2-2-16,0-1-3 15,-2 0-4-15,0-1-3 16,-1-2 0-16,-1-2-1 16,-2-2 1-16,1-2-1 15,-1-1 0-15,-1-1 0 16,-3-2 0-16,1-1-2 0,-2-1 1 16,-2-2-6-16,0 1-34 15,0-1-26-15,-9-3-24 16</inkml:trace>
  <inkml:trace contextRef="#ctx0" brushRef="#br0" timeOffset="28790.44">22166 13570 87 0,'0'0'19'0,"0"0"5"0,0 0 18 16,0 0-16-16,0 0-24 15,0 0-2-15,0 0 3 16,0 0 12-16,0 0-1 16,33 9-5-16,-15-6-6 0,2-1-2 15,4-2 1-15,3 0-6 16,-3 0-39-16,-1-8-46 16</inkml:trace>
  <inkml:trace contextRef="#ctx0" brushRef="#br0" timeOffset="28932.71">22429 13438 209 0,'0'0'17'16,"0"0"11"-16,0 0-23 15,0 0-6-15,0 0 2 16,-22 62-3-16,21-33-11 16,1 2-16-16,-1 3-16 0,1 0-18 15</inkml:trace>
  <inkml:trace contextRef="#ctx0" brushRef="#br0" timeOffset="29259.56">22259 13864 191 0,'0'0'7'16,"0"0"7"-16,0 0-13 0,0 0-2 16,0 0 3-16,0 0-1 15,11 51 0-15,-1-27 0 16,-1 0 0-16,-1-1-1 15,0 1 0-15,-1 2 0 16,-2-5 0-16,-2-2-14 0,-3-2-16 16,0-6-25-16,0-4-17 15</inkml:trace>
  <inkml:trace contextRef="#ctx0" brushRef="#br0" timeOffset="29690.28">22245 13925 44 0,'0'0'52'16,"0"0"-40"-16,-3-45 10 15,6 34-8-15,7-1-13 16,4 0 3-16,3 0-4 0,1 1 1 16,3 3-1-16,-1 0 4 15,-1 2 4-15,1 2 2 16,-1 1-2-16,-3 3-4 15,1 0-2-15,-2 4-2 16,-4 6-1-16,1 3-8 0,-4 3 6 16,-6-1-5-16,-2 2-4 15,0-1 1-15,-8 0 5 16,-3-2 0-16,-3-3 9 16,1 0 1-16,-1-2 8 15,3-6 6-15,0 1-2 16,3-1-1-16,3-2 0 0,3 1-1 15,1-2-4-15,1 1-7 16,0 1-7-16,0 0 0 16,6 1 4-16,5 0 4 15,2 4-4-15,1 0 3 0,3-1-2 16,3 0 1-16,-2-1-3 16,1 0-18-16,-1-3-37 15,-1-1-8-15</inkml:trace>
  <inkml:trace contextRef="#ctx0" brushRef="#br0" timeOffset="30227.05">22613 13998 182 0,'0'0'28'0,"0"0"-4"0,0 0-2 0,0 0-14 0,-7-46-5 15,6 35-3-15,-1-3 1 16,0-1 0-16,0 1 0 15,0-4-1-15,0 4 0 16,0-1 1-16,1 1-1 16,1 0 0-16,0 4 0 0,0 0-4 15,0 4 4-15,0 2-2 16,1 4 3-16,4 0-1 16,2 0-2-16,-2 7-1 15,4 3 1-15,-2 3 2 16,0 0 0-16,1-2 2 15,2 0-4-15,0-1 2 0,-3-3-1 16,2-4-2-16,2-1 0 16,-6-2-2-16,3 0 1 15,-2 0-2-15,2-5 7 16,-5-6 1-16,1-1 6 16,0-3-3-16,-1-1 4 0,-2-2-3 15,2-2-2-15,-1 3 0 16,0 1-2-16,0 2-2 15,1 4 1-15,-2 3-1 16,2 3 0-16,-1 4 2 16,1 0-3-16,3 0 1 0,-3 11 1 15,5 5 2-15,-2 1 1 16,2 3-1-16,-1 1-2 16,1-1 0-16,-1-1-1 15,1-4-1-15,-1 1 1 16,-1-3-9-16,2-2-22 0,-1-7-26 15,-1-2-16-15,1-2-35 16</inkml:trace>
  <inkml:trace contextRef="#ctx0" brushRef="#br0" timeOffset="30548.54">22951 13653 2 0,'0'0'82'0,"0"0"-74"0,0 0-3 0,0 0-3 0,-48 17-2 0,32-3 0 16,2 2 3-16,1-2 8 15,6 1 8-15,0-1-4 16,6-4-4-16,1 0-6 16,2-1-2-16,9-2 3 15,4-3 4-15,3 2 6 0,3-3-8 16,3 1-2-16,-4-2-3 15,0 3-1-15,-1-1-1 16,-6 2 0-16,-1-1 1 16,-6-1-1-16,-2 1-5 15,-4 1 8-15,0 2 0 0,-8 1-3 16,-6 1-10-16,-1-1-38 16,-2-3-28-16</inkml:trace>
  <inkml:trace contextRef="#ctx0" brushRef="#br0" timeOffset="30855.39">23185 13602 104 0,'0'0'-1'0,"0"0"10"16,10 49 17-16,-8-25-7 0,2 2-6 15,4 0-8-15,-4 0-2 16,0-3-2-16,1-1 0 16,-1-2-1-16,-1-5 2 15,-2-1-1-15,0-4-1 16,-1-3-1-16,0-3-23 15,0-4-13-15,0 0 22 0,0-7-21 16</inkml:trace>
  <inkml:trace contextRef="#ctx0" brushRef="#br0" timeOffset="31167.2">23182 13580 89 0,'0'0'0'0,"0"0"5"16,0 0 3-16,42-40 4 16,-28 33 4-16,-1 3-5 0,1 3-6 15,-1 1-4-15,-3 0 0 16,1 4-1-16,-3 6-2 16,-1 4 1-16,-3-1 9 15,-1 1-7-15,-1-1 2 16,-2 0-2-16,0-2 0 0,0-3 0 15,-1 2 0-15,-3-1 3 16,-4-3 4-16,0 1-1 16,1-2-1-16,-3 1-3 15,3-3-3-15,-1 0 0 16,3-1-13-16,-3-2-40 0,3 0-29 16</inkml:trace>
  <inkml:trace contextRef="#ctx0" brushRef="#br0" timeOffset="32156.5">23434 13526 87 0,'0'0'3'0,"0"0"14"15,0 0-5-15,41-28 2 16,-28 23 3-16,-1 3-8 16,-1 0-5-16,-2 2-2 15,0 0 0-15,-2 4-2 0,1 5 0 16,-3 4 1-16,1 0 6 16,-3 1-7-16,0-1 1 15,-2-2 0-15,-1-1-2 16,0-4 2-16,0-3 0 15,0-1 1-15,0-2 5 16,0 0 11-16,-3 0-1 0,-1 0-7 16,-2-1 2-16,2-5 0 15,-2-3-4-15,2-2-6 16,3-2-3-16,1-1 5 16,0-1-4-16,0-1 1 15,1 2-3-15,7 1 2 0,2 3-2 16,-3 0 3-16,3 3-1 15,2 4 1-15,-3 3-1 16,0 0-1-16,0 0 0 16,-1 3 0-16,-1 7-3 15,-2 1-2-15,2 2 7 0,-3 0 0 16,-1-2 0-16,-1-2 0 16,2-4 1-16,-2-2-2 15,-2 0-2-15,0-3 2 16,1 0 0-16,-1 0-2 15,1 0 3-15,0-4 3 0,-1-6-5 16,1 0 4-16,-1-3-3 16,0-1 1-16,0 1-1 15,0-2 0-15,0 2-1 16,0 1-2-16,0 2-1 16,0 1 2-16,0 3-1 0,0 0 0 15,1 3-9-15,3 2-1 16,2-2 4-16,0 3 5 15,0 0 3-15,0 0 1 16,2 0 1-16,0 6 0 16,1 4 5-16,0 4 10 0,0-1-7 15,0 2-1-15,-2 1-2 16,0-2 1-16,-3-1-2 16,1 0 1-16,-2-2-3 15,-3-4-1-15,0 3-1 16,0-4-1-16,0-1 1 15,-5-2-1-15,-3-1 2 0,0-2-1 16,1 0 0-16,-1-3 1 16,0-8-2-16,3-2-3 15,0-4-12-15,3-4-1 16,2-1-7-16,0-3-10 0,0 0 5 16,4 3 15-16,4 0 14 15,2 4 2-15,0 2 11 16,3 4 10-16,1 2-2 15,1 5-7-15,2 2-6 16,2 3-1-16,-3 0-4 0,0 6-2 16,-3 11 0-16,-4 3-5 15,-7 2-10-15,-2 2-34 16,-12-3-48-16</inkml:trace>
  <inkml:trace contextRef="#ctx0" brushRef="#br0" timeOffset="37111.11">22738 14197 175 0,'-1'1'-13'0,"0"-1"19"0,1 0 1 0,0 0-11 16,0 3-2-16,0 0 8 0,6 2-1 16,-2 1 2-16,1 2-1 15,1 2 4-15,1 0 5 16,1 2 1-16,0 3-1 15,-1 1-2-15,1 0-2 16,1 2 5-16,0 1 0 16,3 2-1-16,1 0-1 0,-2 0-2 15,5 3-4-15,-3 1 0 16,0 0-3-16,0-1 0 16,-2 2 2-16,0-2 0 15,-3-2-2-15,-1-1 1 16,-1-3-1-16,-2 1-1 0,-1-2-9 15,-3-2-14-15,0-2-19 16,-1-4-32-16</inkml:trace>
  <inkml:trace contextRef="#ctx0" brushRef="#br0" timeOffset="37445.23">22813 14611 75 0,'0'0'-19'0,"0"0"22"15,0 0 10-15,40 9 6 16,-25-8 6-16,0 1 4 16,3-2-9-16,1 0-9 15,0 0-7-15,-1-5-2 16,-1-4-31-16,-1-2-3 0,-8 0 22 15,-2-2 11-15,-2 0 28 16,-4 0 28-16,0 4-6 16,0 2-14-16,0 2-14 15,0 4-10-15,0 1-10 0,-4 8-5 16,0 11 1-16,-1 5-6 16,3 7-11-16,0 0-14 15,2 2-35-15,0-1-20 16</inkml:trace>
  <inkml:trace contextRef="#ctx0" brushRef="#br0" timeOffset="38155.67">22974 15411 102 0,'0'0'12'0,"0"0"14"0,0 0 0 0,0 0-3 0,0 0 1 15,0 0-5-15,0 0-8 16,0 0-7-16,0 0-2 16,0 0-2-16,-4 28-2 0,4-28-2 15,0 0 8-15,0 0-4 16,0 0 4-16,0-7 2 16,0-3-6-16,0-3 1 15,0-4 5-15,0-2-3 16,0-4-1-16,1-2-1 0,0-3-1 15,1 1 0-15,1-1 0 16,-1 2 0-16,0 4 0 16,0 4 0-16,5 4 0 15,-5 4 0-15,2 3 0 16,0 3 0-16,2 1-3 0,0 3 2 16,3 0 1-16,0 3-2 15,0 7 2-15,5 1 4 16,-1 6-1-16,3 3 2 15,-2 0-3-15,1 2-1 16,0-1 0-16,-4 1-1 16,0-2 1-16,-1 2-3 0,0-3-13 15,-4-2-26-15,-2-4-58 16,-3-6 17-16</inkml:trace>
  <inkml:trace contextRef="#ctx0" brushRef="#br0" timeOffset="38326.66">23050 15314 264 0,'0'0'-20'16,"0"0"24"-16,0 0-25 0,0 0 0 0,0 0-11 15,50-15-15-15,-30 9 12 16,2-3-35-16</inkml:trace>
  <inkml:trace contextRef="#ctx0" brushRef="#br0" timeOffset="38817.99">23347 15171 255 0,'0'0'-1'0,"0"0"-2"16,0 0 9-16,-42 3-18 15,28 6-2-15,1 3 8 16,2 1 9-16,0 2-2 16,6-1 1-16,0 1-1 0,4-1 2 15,1-3-3-15,0-1-3 16,7-1-4-16,3-4 6 16,1-5-2-16,1 0-2 15,2-1 0-15,1-9-4 16,3-3 7-16,-5-4-5 0,3 0 7 15,-3-5 0-15,1-1 2 16,-5-3-1-16,0-1 1 16,-3-3-2-16,-2-1 0 15,-4 1 0-15,0-2 0 16,0 3 0-16,-6 4 1 16,-1 3 2-16,-3 8 3 0,0 2 5 15,3 7 9-15,-1 3-12 16,2 2-8-16,1 6 8 15,0 11-10-15,3 5 2 16,2 3 0-16,0 4 0 16,0 2 1-16,11-4-2 0,-1 0-2 15,7-3 1-15,-1-3 2 16,2-2-9-16,-2-2-14 16,1-4-11-16,-2-2-10 15,-1-4 5-15,1-3-47 16</inkml:trace>
  <inkml:trace contextRef="#ctx0" brushRef="#br0" timeOffset="39202.78">23606 15158 102 0,'0'0'14'0,"0"0"32"0,17-38 1 16,-16 26-19-16,-1 4-3 0,0-1-4 16,-1 2 0-16,-6 4-12 15,0-1 1-15,-3 4-7 16,1 0-5-16,1 2 8 15,-4 7-5-15,4 4 1 16,1 1 0-16,1 2-2 16,4-2-1-16,2 0-3 0,0-2-6 15,0-1-7-15,8-4-4 16,-1-3 1-16,3-2-10 16,1-2-13-16,1 0 36 15,0-7 3-15,-1-3 4 0,0-3 2 16,-1-1 10-16,0 1 4 15,-5 2 1-15,1 0 7 16,-1 3 2-16,-4 4 0 16,1 1-7-16,-2 3-4 15,0-1-9-15,0 1-8 0,0 0-5 16,0 1-3-16,0 5 3 16,4 0-5-16,2 2-11 15,-3-2-25-15,2-2-37 16,1-3-59-16</inkml:trace>
  <inkml:trace contextRef="#ctx0" brushRef="#br0" timeOffset="39842.16">23741 15054 121 0,'0'0'126'0,"0"0"-112"15,0 0 1-15,0 0-10 0,0 0-3 16,0 0-1-16,0 0-1 15,0 0 0-15,0 0-4 16,14-31-5-16,-8 42 12 16,-3 0-3-16,2 2-7 0,0 0-4 15,-2 2 2-15,0-4-2 16,0 0 3-16,-2-4-2 16,0-1 2-16,2-2-1 15,-3-2 8-15,0-2 0 16,0 0 5-16,0 0 24 15,0-2-15-15,0-7-12 0,1 0 8 16,1-4-5-16,1 0-1 16,0-2 0-16,1 0-3 15,-1 1 0-15,2 0 0 16,0 3 1-16,0 1 2 16,1 1 3-16,1 4-3 0,2 3-2 15,-2-1-1-15,3 3 0 16,-2 0 0-16,-1 6-2 15,0 3 1-15,-2 2 2 16,-1 2 0-16,0 1-1 16,0-2-1-16,0 1 2 0,-2-3 0 15,0 0-3-15,-1-4-3 16,1-2 4-16,-2-2 1 16,0-2 0-16,3 0 4 15,-3 0 0-15,2-9 1 16,-1-2 0-16,2-5-1 0,2-1 1 15,0-1 0-15,1 0 0 16,4 2-2-16,-2 0 3 16,0 3-1-16,2 6 4 15,1 1-1-15,2 4 0 16,1 2-7-16,-1 0-1 16,1 4-1-16,-2 7 0 0,0 3 2 15,-1 2-5-15,-4 4-18 16,-1 0-9-16,-3-3-32 15,1-3-49-15</inkml:trace>
  <inkml:trace contextRef="#ctx0" brushRef="#br0" timeOffset="40568.72">24067 14505 123 0,'0'0'9'0,"-51"-42"22"0,20 23-18 0,-3 2 7 0,-4 2-8 15,-7 0-2-15,-4 2-1 16,-2-1 0-16,-5 3-1 15,-2 2 4-15,-1 0-3 16,-3 5-2-16,-1 3-3 0,-1 1-2 16,0 4 0-16,0 9-1 15,-1 7 0-15,-2 5-1 16,1 11 0-16,-3 6 0 16,1 12-1-16,1 7 2 15,3 9 1-15,7 5 0 0,3 9 1 16,9 4 0-16,8 1-1 15,10 4-1-15,8 3-2 16,12 1 1-16,7-3 1 16,3-5-2-16,18-1 1 15,8-8-1-15,4-5-1 0,7-11 0 16,5-6-5-16,7-8 7 16,4-8 0-16,7-6 11 15,3-9 1-15,6-7 0 16,8-7-9-16,5-8 9 15,5-5-6-15,5-11-3 0,6-13 1 16,0-9 3-16,1-5-4 16,-3-8-1-16,-5-4-2 15,-3-6 3-15,-7-5-3 16,-9-6 1-16,-7-3-1 16,-9-5 0-16,-14-3 0 0,-12-1 0 15,-12-1 2-15,-10 0-1 16,-11 1 4-16,-4 2 13 15,-17 2 5-15,-9 0-2 16,-11 2-4-16,-10 5-8 16,-10 5 1-16,-8 8-8 0,-12 7-5 15,-12 12-5-15,-6 16-12 16,-8 19-9-16,-2 13-17 16,-2 31 3-16,4 19 1 15,6 17-38-15,7 12-96 16</inkml:trace>
  <inkml:trace contextRef="#ctx0" brushRef="#br0" timeOffset="40946.12">23148 16325 320 0,'0'0'3'0,"0"0"-10"0,0 0-2 16,0 0 21-16,57-14 1 0,-31 0-5 15,11-6 1-15,5-3 2 16,9-4-6-16,2-2-3 16,7-3-1-16,5-2-3 15,5 1-10-15,0-1-5 0,0 2 4 16,2-1 0-16,-2 3-7 16,0 2-9-16,-4 2-19 15,-4 4-22-15,-10 3-39 16</inkml:trace>
  <inkml:trace contextRef="#ctx0" brushRef="#br0" timeOffset="41160.01">23662 16347 318 0,'0'0'4'0,"0"0"-2"15,0 0-1-15,0 0-32 16,0 0 35-16,83-43-7 16,-6 3 7-16,22-14 0 15,17-9 0-15,19-9-4 16,11-10-6-16,10-6-115 0</inkml:trace>
  <inkml:trace contextRef="#ctx0" brushRef="#br0" timeOffset="51713.41">1190 927 79 0,'0'0'6'0,"0"0"6"0,0 0-6 0,0 0-3 16,0 0-2-16,-12-42 1 15,7 34-1-15,-1 3-1 0,-1-1-1 16,-1 0 2-16,-4 2 0 16,1 0-1-16,-5-2 3 15,3 2 2-15,-3 1 3 16,-1-1-1-16,-1-2-2 0,2 4 4 16,0-2-3-16,-3 3-2 15,2-1-2-15,-5 1-1 16,2 1 0-16,-4 0 0 15,1 0-1-15,-4 0 2 16,0 0-2-16,3 1 3 16,-1 2 0-16,3-3 1 0,-3 3 3 15,0 0-3-15,1 3 0 16,0-1-1-16,-3 4 0 16,0 2-1-16,2 2-1 15,0 4 1-15,1 1-2 16,0 1 0-16,-1 2 0 0,4 2 0 15,0 3 0-15,-2-1 0 16,1 5 0-16,0 3 0 16,-1 2 0-16,-2 4 0 15,3 2 0-15,2 1 0 16,-2 2-1-16,2 3 1 0,4 0 0 16,0 0 0-16,3 1 0 15,1 0 0-15,6 2 0 16,1-2-1-16,3 1 1 15,2-1-1-15,0 0 1 16,0 1 0-16,7-1 0 0,2 3 0 16,4-3 0-16,0-1 0 15,4-1 0-15,3-2-2 16,-1-2 1-16,8 2 1 16,-2-1-2-16,4-2 1 15,1 2 0-15,3-2 0 0,0-3 0 16,3-1 0-16,0-1 0 15,7-2-1-15,-1-4 1 16,2 1 0-16,3-1 1 16,1 0-1-16,0-1-1 15,2-2 1-15,1 2 1 16,1-2 0-16,3-2-1 0,1 2 1 16,3-1 0-16,1 0-1 15,-1-1 2-15,5 2 0 16,-2-2-1-16,5 1-1 15,0-2-1-15,0-1 2 16,4 1-1-16,-1-3 1 0,2-2 0 16,-1-1-1-16,1-1 2 15,-1-1-1-15,-2-3-1 16,0-2 0-16,1-4-1 16,-1-1 3-16,0-5 0 15,4-1 1-15,-7 0 0 0,4 0-2 16,1-4 2-16,3-4-1 15,-3-4 3-15,-2-2 1 16,2-2-3-16,-2-2 2 16,1-3-1-16,-2-2-3 15,-1-1 3-15,-2-5 0 0,-2 1-1 16,-1-3 2-16,-4-1-3 16,-2 0 3-16,-3-2-3 15,-1-2 1-15,-3-1-4 16,-2-1 7-16,-5 0-2 0,-4-1-1 15,-1-2 0-15,-4 1 1 16,-4-1-2-16,0-3 3 16,-5-1-2-16,-1-2 0 15,-1-3 1-15,-7 0-1 16,-1 1 2-16,-3 0 0 16,-5-2 2-16,-1 3 4 0,-5-2-2 15,0 0-1-15,0-1 2 16,0 0 1-16,-7 3-4 15,-4 0-2-15,1 1-2 16,-6 1-1-16,-3 1 0 16,-2 1-1-16,-4 1 0 0,-4-1-1 15,-3 1 0-15,1 0 2 16,-4-2 0-16,1 0-1 16,-1 0 2-16,-4 2 0 15,3-1 0-15,-3 1 10 16,0 4-7-16,-1 3-3 0,-2 1 1 15,-3 3-2-15,-2 1 4 16,-7 4-3-16,-2 2 2 16,-5 0-2-16,1 4 2 15,-2 1-4-15,4 2 0 16,-2-1 0-16,2 5 1 0,2 0-1 16,-3 0 0-16,-3 1 2 15,-5 0-3-15,-5 3 1 16,-4-1 2-16,-6 0-1 15,-1 0 0-15,1 3-1 16,-1-2 2-16,2 3-1 0,-8 1-1 16,-7 2 3-16,-12 1-2 15,-1 3-1-15,-9 0 1 16,-3 13 0-16,-8 4-1 16,-4 7 0-16,-1 10 0 15,-2 13-1-15,-3 13-2 0,-4 18-25 16,-2 17-24-16,2 13-60 15</inkml:trace>
  <inkml:trace contextRef="#ctx0" brushRef="#br0" timeOffset="56276.98">8437 14531 95 0,'0'0'4'0,"0"0"3"0,0 0 11 0,0 0-2 0,0 0-10 15,0 0-5-15,0 0-1 16,0 0 4-16,0 0-5 15,0 0 0-15,0 0 3 16,0 0-1-16,0 0-1 0,36-17 0 16,-24 17 0-16,-1 0-1 15,4 1 1-15,-1 4 1 16,1 0-1-16,1-1 0 16,2 0 0-16,-2-1 0 15,4-2-1-15,-1 1 1 16,2-2 0-16,0 0 2 0,2 0 0 15,0-2 1-15,0-2-1 16,3 2-2-16,1-3 1 16,-3 2 0-16,3 0-1 15,2 2 1-15,-2-2 1 16,0 0-2-16,2-1 0 0,0 0 0 16,-2-1 1-16,0 1-1 15,-1 1-1-15,3 0 2 16,-2 1-2-16,2 0 1 15,0-1 1-15,1 0-1 0,1 2-1 16,0-2 1 0,0 0 1-16,1-1-1 0,1 1 0 15,1 0-1-15,4-1 1 16,0 0 0-16,-2 1 1 16,4 3-1-16,1 0 1 15,-1 0-1-15,-1 0 0 0,-1 0 0 16,-1 6 0-16,0-3 0 15,1 1 0-15,-2 0 0 16,5-1-1-16,1 1 1 16,2-1 0-16,-1 0 0 15,4-2-1-15,2 2 1 0,0-3 0 16,4 3 0-16,0 1 0 16,2-1 1-16,-2 1 0 15,1 1-1-15,0-2-1 16,-2 2 2-16,-1-3-1 15,2 1-2-15,-1-1 2 16,1 0 1-16,-1-1-2 0,-2 2 1 16,2-2 0-16,-2 1 0 15,3-1 0-15,-1 0 0 16,2-1 1-16,1 0 0 16,0 0 2-16,1 0-1 15,4 0-2-15,2 0 5 0,1 0-3 16,0 0 1-16,3 2-1 15,1 2-1-15,0 1 0 16,-4 0-1-16,3 1 1 16,-1 1 0-16,1-1-1 15,-3-2 0-15,3-1 0 0,-1-2 0 16,0-1-2-16,1 0-4 16,0 0 6-16,2-4-1 15,-2-2 8-15,1 2-2 16,-5 0-10-16,3 0 17 15,0 2-12-15,0-1 1 0,-1 3 1 16,1-1-1-16,3-1-1 16,-3 2 1-16,-1 0-1 15,1-1 1-15,-2 1-1 16,-1-3 1-16,-4 0-1 16,-3-2 1-16,-1-4-1 0,-4 0 0 15,0-5 0-15,-2 0 0 16,-2-4 2-16,-3-2-2 15,-2 4 0-15,-1-4 1 16,-4 1-2-16,-4-1 2 16,0-2 1-16,-3 2-1 0,-3-2-1 15,-5 0 1-15,-3-1 1 16,-5 0-1-16,-1 0 0 16,-7-1 1-16,-1-1 2 15,-2 1-2-15,-2-1 0 16,0 1-1-16,0 0 2 0,-2 2-2 15,-4-2 2 1,-1 0-1-16,-3 1-1 0,0-4 0 16,1 0 0-16,-3 0 2 15,-1-1 3-15,-1 1-3 16,1-1 1-16,-3 2-3 16,1-1 3-16,-2 0-4 0,-1 3 1 15,1 0 1-15,-4 1-4 16,0 0 2-16,-6 2-3 15,-2 1 2-15,-4-3-2 16,-3 3 10-16,-2 2-3 0,-3-1-2 16,1 2 1-16,1 3-2 15,1 1 2-15,1 1-2 16,-1 1-2-16,-2 4-3 16,-3 0 5-16,-1 3-2 15,-4 1-2-15,2 3-1 0,-4 0 8 16,2 0-6-16,-3 0 4 15,1 0-2-15,3 0 0 16,0 0 1-16,-1 0-2 16,4 0 3-16,2 0-3 15,0 0 1-15,1-2 1 0,-3 1-2 16,2-1 1-16,-5 0 0 16,2 0 0-16,-4 1 0 15,-1 0 1-15,2 0-1 16,-2-1 0-16,-2 2-1 15,2-3 1-15,0 2 1 16,1-2-1-16,0 0 1 0,3-1-2 16,2 1 3-16,-3-1-2 15,2 1 2-15,1-1-2 16,-3 0 1-16,1-2 0 16,2 3 0-16,0-1-1 15,1 0 1-15,1-1-2 0,2 2 1 16,-5-1 1-16,2 0-1 15,-2 1 0-15,3 0 0 16,-2 2-1-16,1-2 2 16,-1 0-1-16,1 2 0 0,-2-1 0 15,-2 1-1 1,-1-1-1-16,-2 2-2 0,-3 0 1 16,-3 0-1-16,0 0-10 15,-4 2-2-15,3 2 8 16,-1 2-1-16,2-2-10 15,1 0 5-15,3 1-2 16,1 0-3-16,2 0-1 0,-2 1 3 16,1-1 12-16,1 1 2 15,-2-1 3-15,2 1 2 16,1-2 0-16,2-1 3 16,-1 1 5-16,2-2 3 0,2-1-2 15,3-1-1-15,1 0 3 16,2 0-8-16,3 0 3 15,1 0-1-15,1 0 1 16,1-3 0-16,0-2-1 16,0 2-3-16,-3 0 1 0,-1-1-3 15,1 1 1-15,-1 0-1 16,1 0 0-16,-4 2 1 16,6-2-1-16,-4 3 0 15,1 0 0-15,-1 0 1 16,1 0-1-16,-2 0 2 0,2 0-1 15,3 0 0-15,1 0-1 16,0 0 0-16,2 0 0 16,-1 0-1-16,0 0 1 15,3 0-2-15,-5 0 0 16,1-3 0-16,-3 1 0 16,1-2 0-16,-2-1 1 0,3 1-1 15,-3-1 0-15,3-1 0 16,-5 1 1-16,3-1-2 15,-5 0 2-15,0 1-1 16,0-1 1-16,-1 2 1 0,2-1-1 16,0 1 0-16,1 1-1 15,3-1 1-15,-1 4-1 16,5-1 0-16,-3 1 2 16,1 0-2-16,1 0 0 15,0 0 0-15,0 0 0 0,0 1 0 16,4 8 0-16,2-2-2 15,2 3 2-15,-1 1 0 16,6 2 0-16,0 2 0 16,1 1-1-16,3 1 1 15,2 3-1-15,3 0 0 0,0 1 1 16,3 2 0-16,2 1-1 16,1-1 1-16,-1 2-1 15,4-2 1-15,-2 0-1 16,2-1 0-16,-3 0 1 15,3-1-1-15,0 2 1 16,-1 0 0-16,1 1 0 0,0 1 0 16,0 2 0-16,0 1 0 15,0 1 0-15,0 0 0 16,0 3 1-16,-1 1-1 16,-2 1 0-16,1 0-1 0,-2 1 1 15,1 1 0-15,1 2 0 16,2 1 0-16,0 2 0 15,2 4 0-15,10 1 0 16,8 1 0-16,7 3-2 16,10 3 2-16,15 1-3 0,13 4-18 15,9-2-52-15,13-8-14 16</inkml:trace>
  <inkml:trace contextRef="#ctx0" brushRef="#br0" timeOffset="57465.16">14120 14026 97 0,'-4'0'12'0,"0"0"25"0,0 0-10 0,1-3-5 15,1 0-7-15,0 2 1 16,2-2-5-16,-2 3-5 16,2-1 0-16,0 1-4 0,0 0-6 15,0 0-2-15,0 0 7 16,0 0-2-16,4 1-3 15,0 4 2-15,3 1 4 16,-1 0 1-16,0 1-2 16,1-3-1-16,1-1-2 15,3-3-6-15,1-1 1 0,6-16 11 16,6-16 18-16,15-15-7 16,16-17-8-16,21-21 1 15,20-16-3-15,23-16 1 16,21-9-11-16,12-11-42 0,4-6-108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30:21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7942 3637 25 0,'0'0'6'0,"0"0"11"0,0 0-2 0,0 0 0 16,0 0-1-16,0 0-3 16,0 0-1-16,0 0-1 15,0 0-1-15,0 0-3 16,0 0-2-16,0 0-1 15,0 0-1-15,-32-34 0 0,32 31 2 16,0-1-2-16,0 1 0 16,0 1 0-16,0-2-1 15,2 1-1-15,3-1 2 16,1 1 0-16,-1 0-2 16,2-2 1-16,-1-1-1 0,1 2 2 15,3-2-1-15,0 2 0 16,-1-2 2-16,-1 0-1 15,4 3-1-15,-3-1 0 16,2 2 0-16,-1 2 1 16,1 0-1-16,2 0 0 0,-2 0 0 15,2 0 0-15,-1 2-1 16,-1 5 1-16,-2 1 0 16,2 0-1-16,-5 3 0 15,1 2 1-15,-3 0 0 16,1 2 1-16,0 1-1 0,-5 4-1 15,2 0 1-15,-2 0 1 16,1 1-1-16,-1 1 1 16,0 0-1-16,0 1 0 15,0 1 0-15,0 0 1 16,-1 2-1-16,-1-2 0 0,-3 0 1 16,1-1-1-16,1 2 0 15,-3-2 1-15,0 3 0 16,1-1 1-16,-3 1 1 15,2 2-2-15,-3 1 3 16,3 4-1-16,-2 0 2 0,2 3-2 16,0 1 0-16,3-2 2 15,1 1-3-15,2 1 2 16,0-2-2-16,0 1 2 16,0-1-1-16,6 0 0 15,1-2 0-15,3-3 0 16,0-6-2-16,1-2 0 0,1-5 1 15,-1-3 0-15,0-4 5 16,1-5-5-16,-2 1 1 16,2-2-1-16,-3-1 1 15,-2-1-3-15,1-1 1 0,-4-1 1 16,0 1-1-16,0 0-1 16,-4-1 1-16,0 1 0 15,0-1 0-15,0 1 1 16,0 0 0-16,0 1 0 15,0 0-5-15,-5 6 3 16,-4 1-4-16,-2 3 3 0,0 4 3 16,-5 2-3-16,5 4 2 15,-3-1 1-15,4 7-2 16,3 1 0-16,-2 5 0 16,4 3 0-16,1 3 1 15,2 1-1-15,1 3 1 0,1-3-1 16,0 0 1-16,0 2-1 15,5-4 1-15,1 2 0 16,-2 1-1-16,4-1 2 16,-1 1-2-16,-1 0 0 15,0 0 1-15,0 1-1 0,-2 4 0 16,-3 0 0-16,-1 7 1 16,0 0-1-16,0 2 0 15,-3 0 0-15,-6-2-1 16,4-3 2-16,-5-5-1 0,3-5 1 15,-1-1-1-15,0-5 0 16,-1-1 1-16,-1-2-2 16,-2-1 2-16,3 0 0 15,-5 3 0-15,-1 0 1 16,-1 2-1-16,0 1 1 16,-4-1-1-16,1-2 2 0,0 1-1 15,-4-4 4-15,4-4 1 16,-5-3 0-16,0-2 2 15,0-3-4-15,-3-3 0 16,0-2-1-16,-4-2 0 16,-3-1-2-16,-1-4 1 0,-3-3-3 15,-2-1 1-15,-5-1-7 16,-4-2-17-16,-7 0-18 16,-6-2-77-16</inkml:trace>
  <inkml:trace contextRef="#ctx0" brushRef="#br0" timeOffset="2018.95">22019 4388 52 0,'0'0'4'0,"0"0"-3"15,0 0-1-15,0 0 2 16,0 0-1-16,0 0-1 0,0 0 1 16,0 0-1-16,0 0 0 15,0 0 0-15,0 0 0 16,11 26 2-16,-9-19 4 15,-2 0 1-15,1 0-2 0,0 0-1 16,1 0 0-16,0 0 1 16,0 0 0-16,0-2-5 15,-1 0 2-15,1 1-1 16,0-3 0-16,0 0 2 16,2-2-1-16,-2 2 1 0,0-2-1 15,1 2 0-15,1-3-1 16,1 2 2-16,-1-2 0 15,3 0 5-15,-1 0 9 16,5-2 1-16,1-5-3 16,4-3-2-16,1-2-5 15,4 0-3-15,-1-5 1 0,4 0 0 16,3-1 4-16,-2-1 2 16,4-2 2-16,0-2-3 15,-2 0 0-15,1-1-7 16,-1 0-1-16,1 0 2 15,-1 1 0-15,-1 2-1 0,-1 2-4 16,-2 1 1-16,-2 2 0 16,-2 5 1-16,-3 0-2 15,-1 1 1-15,-3 4 0 16,-1 1-1-16,-1 1 0 16,-2 0-1-16,-3 1-19 15,-5-2-41-15,-7-7-137 0</inkml:trace>
  <inkml:trace contextRef="#ctx0" brushRef="#br0" timeOffset="5212.93">13540 12383 61 0,'0'0'11'0,"0"0"-4"0,0 0 0 15,0 0-2-15,0 0 0 0,0 0-1 16,0 0 3-16,0 0-1 15,0 0 0-15,0 0 0 16,0 0-1-16,0 0 3 16,0 0-1-16,0 0-7 0,-7-14 2 15,14 11-1-15,-1 1-3 16,2-2 3-16,3 1-1 16,-2 0 0-16,1 2 0 15,2-2 1-15,-1 0-1 16,0 3 1-16,3-1-1 15,-1-1 1-15,1 1-1 16,3 1 1-16,-1 0-1 0,0 0 0 16,1 0 1-16,1 0-1 15,-1 0 0-15,0 0 0 16,1 0 0-16,0 0 1 16,-2 0 0-16,3 0 0 0,-1 0 3 15,0 0 0-15,-2 0-1 16,4 0 1-16,-2 0-2 15,-2 1-1-15,2-1 0 16,1 0-2-16,-1 0 3 16,3 0 0-16,-2 0 0 0,1 0 4 15,2 0-4-15,-1 0 0 16,0 0-1-16,-1 0 0 16,-1 0 0-16,0 0-1 15,-2 0 1-15,1 0-1 16,-1 0 2-16,0 0-1 15,3 0-1-15,-2 0 0 0,-1 0 2 16,2 0-2-16,-2-1 3 16,-1 0 5-16,-1-1-2 15,2-1 2-15,-2 1-3 16,1 0-1-16,1-1 0 16,0 0-1-16,-1 3-1 0,3-4-1 15,-2 4 0-15,2 0-1 16,1 0 1-16,-2 0-1 15,2 0 0-15,1 0 0 16,0 4 0-16,0-1 0 16,3 3 0-16,1-2 0 0,-1-1 0 15,3 0 1-15,4-2 1 16,-2 2-1-16,3-3 1 16,-1 2 1-16,0-1-1 15,0-1 0-15,-2 0-1 16,1 1 0-16,-1 0 1 0,4 1-1 15,-2 1-1-15,3-1 0 16,4 3 2-16,0-1-2 16,0-1 0-16,-2 3 0 15,2-3 0-15,2 1 0 16,-4-2 0-16,1 0 0 0,2 0 0 16,2-1 0-16,0-1 1 15,-1 0-1-15,2 2 0 16,-1-1 0-16,-1-1 0 15,1 1 0-15,-1-1 0 16,2 2 1-16,4-2-1 0,-1 0 0 16,4 0 0-16,-2 0 1 15,2 1 0-15,0-1-1 16,-2 0 1-16,-1 2 1 16,-1-2 1-16,2 0-2 15,-7 0 0-15,0 0 0 0,0 0 1 16,-3 0-1-16,1-2 0 15,-1 1 0-15,1-2 1 16,1 0-2-16,-2 0 1 16,1 1-1-16,-5 0 0 15,-1 1 1-15,-3 0 1 0,-2 0-2 16,-6 0 0-16,-2 1 2 16,-3 0 0-16,-3 0 3 15,-2 0-4-15,-3 0 2 16,0 0-3-16,-4 0 1 15,-1 0-1-15,1 0 0 0,1 0 0 16,-2 0-1-16,-2 0-10 16,-1 0-25-16,-6-12-101 15</inkml:trace>
  <inkml:trace contextRef="#ctx0" brushRef="#br0" timeOffset="7425.62">10862 8772 4 0,'0'0'4'0,"0"0"2"0,0 0 1 16,37-2 1-16,-27 0 3 0,0 1 1 15,-1 1 0-15,1-2 0 16,2 2-2-16,-1-1-4 15,-1 1-1-15,3 0-3 16,-2 0-2-16,2 1 1 16,-2 4 0-16,0 1-1 0,-1 0 0 15,1 2 0-15,-1 0 1 16,0-2 0-16,-2 5 0 16,1-2-1-16,-3 2 2 15,2 0 0-15,-1 3 1 16,-1 1-2-16,-4 2 2 0,0 1-1 15,-1 1 2-15,-1 2 0 16,0 0-1-16,0 2-1 16,0 1 1-16,-3 0-2 15,-1-1 0-15,0 1 0 16,-1 0 0-16,1 0 0 16,-3-1 0-16,4 0 0 0,-3 1 1 15,2 2 1-15,1-1-2 16,1 1 1-16,0-2-1 15,0 0 1-15,2 0 0 16,0-1 0-16,0 0 1 16,0-1-2-16,4-2 2 0,3 2-2 15,2-4 1-15,4-1 0 16,-2-1 1-16,2-5-2 16,3 0 2-16,-1-5 0 15,-1 1 2-15,1-4 1 16,0-2-1-16,1-1 3 0,-1 0 0 15,-4 0-3-15,2 0-3 16,-2-1 0-16,-4-2-1 16,-1 3 1-16,-2 0-1 15,-1 0-2-15,-3 0-2 16,0 4-3-16,0 2 6 0,-4 4 3 16,-5 4-3-16,0 3 1 15,-2 2-1-15,-3 4-1 16,1 3 1-16,-1 4 0 15,-1 4 1-15,-1 3-1 16,1 3 0-16,-1 1 0 16,-1 3 1-16,1-1-1 0,3 5 0 15,1 0 0-15,3 5 0 16,0 1 0-16,3 0 0 16,-1 0 0-16,4 1 0 15,1-1 0-15,0-1 1 16,-1 2-1-16,2 0 0 15,1 1 0-15,0-2 0 0,0 6 0 16,0-2 0-16,4 2 1 16,2 3-1-16,-2-1 0 15,2-1 2-15,-2 0-4 16,-3-3 4-16,1 0-2 0,0-1 1 16,-2 1-1-16,0 0 0 15,0 2 0-15,0 3 0 16,0-1 0-16,0 4 0 15,0 0 1-15,-4 0-2 16,-3 2 2-16,-1 0-1 0,-4 2 0 16,1-2 0-16,-1 0 0 15,-1 1 0-15,1-1 0 16,-1-5 0-16,2-5 1 16,-1-4-1-16,0-8 0 15,1-5 0-15,1-8 1 0,1-4-1 16,-4-3 1-16,2-6 0 15,-1 1-1-15,1-5 0 16,-2-2 1-16,-1-3-1 16,1-1 3-16,-2-4 0 15,-1-1 7-15,-2-2 0 0,0 0 0 16,-4 0-5-16,-1-3-2 16,-1 2 0-16,-1 0-2 15,-1 0-1-15,1-1 0 16,4-1-1-16,0 0 0 0,2 0-20 15,2-4-42-15</inkml:trace>
  <inkml:trace contextRef="#ctx0" brushRef="#br0" timeOffset="10895.89">19692 6375 50 0,'-6'-4'3'0,"-2"-1"0"16,3 1-1-16,-3 1 0 0,0 0-1 15,-1-1 2-15,-1 2 0 16,3-1 1-16,-4 1 0 16,2-1 0-16,2 1 2 15,-5 0 0-15,2-1 0 16,-1 0-4-16,-1 2 0 0,1 1 0 16,-3 0 2-16,1 0-2 15,-5 0 0-15,3 0-1 16,-1 1-1-16,1 2 0 15,-1 0 1-15,0-3-1 16,-4 0 0-16,2 0 0 0,-2 0 1 16,-3 0-1-16,-1 0 0 15,4 0 1-15,-4 0-1 16,1 0 1-16,3 0-1 16,-4 0 0-16,2 0 1 15,0 0-2-15,-1 0 2 0,0 0-1 16,1 0 0-16,1 0 0 15,1 0 2-15,2 0 0 16,0 0 1-16,1 0-2 16,2 0 0-16,1 0 1 0,0 0 0 15,0 0 0 1,1 0-1-16,-2 0 0 0,3 3-1 16,0-1 0-16,-1 2 1 15,1 1-1-15,-2 2 0 16,1 1 0-16,-2 0 0 15,2 2 0-15,0 0 0 0,0-1 0 16,2 3 0-16,-1-2 0 16,2 0-2-16,-1 3 3 15,0-2-1-15,1 2 1 16,0 0-1-16,-2 1 0 16,2 1 0-16,2-2 0 0,-3 2 0 15,2-1 0-15,0-1 0 16,1 1 0-16,-2-1 0 15,4 1 0-15,-1 0 0 16,1-1 0-16,3 1 0 16,-4 0 0-16,4-1 0 0,1 3 0 15,-2-1 0-15,2-2 0 16,0 4 1-16,0-1-1 16,2-1 0-16,-1 2 0 15,1-3 0-15,0 2 0 16,0-2 0-16,0 1 1 15,0-1-1-15,0 0 0 0,1 0 0 16,1 0 0-16,-1-1 1 16,2 0-1-16,-3 1 0 15,2-1 0-15,-2 1 0 16,2 2 0-16,-2 1 0 16,0 0 1-16,0 1-1 0,0 0 0 15,0 0 0-15,0-1 0 16,0-2 0-16,0 0 1 15,3-3-1-15,1-2 2 16,3 0 2-16,-4-2-2 0,5 1 2 16,-1-2 1-16,1 1-2 15,-2 0-1-15,0-1-1 16,0 2 1-16,1 0-2 16,-2 2 0-16,1-4 0 15,1 4 0-15,0-1 0 16,1-1 0-16,2-1 0 0,-1-1 0 15,2 0 0-15,2-1 1 16,0-2 0-16,1 0 0 16,-1 0 2-16,0-2-1 15,2 1 0-15,-2 0 0 16,3 0 0-16,-1-2 1 0,1 2-2 16,1 1 0-16,0-1-1 15,5 1 1-15,-2-1-1 16,4 0 0-16,1 0 0 15,4-2 0-15,-3 2 0 16,2-3 1-16,1 1 0 16,-5 1 0-16,2-1-1 0,-1 1 0 15,0-1 1-15,-5 3-1 16,5-4 0-16,0 2 0 16,-1-1 1-16,3 1 1 15,0-2 5-15,-1 0 4 0,1 0-2 16,4 0-1-16,-1 0-4 15,2-3-1-15,2 2-2 16,0 0 0-16,2 1-1 16,-3 0 0-16,-1 0 1 15,0 0-1-15,-2 2 0 16,0 1 0-16,0-2 0 0,0 2 1 16,2 0-1-16,1 0 0 15,2 0 0-15,0 1 0 16,1-3 0-16,3 3 0 15,-3-1 0-15,0 0 1 0,1-1-1 16,-1-1 0-16,3 2 1 16,-1-2-1-16,3 1 1 15,2-1-1-15,0 2 1 16,1-2-1-16,1 0 1 16,-5 1 1-16,3 0 1 15,-3-1 0-15,-2-1-2 0,2 3 1 16,1-2 0-16,-2 1-1 15,1-2 0-15,-1 1 2 16,-7-1 0-16,-1 0-1 16,-4 0 2-16,-4 0 1 15,-2 0-1-15,-4 0 0 0,0 0-1 16,-2-1 1-16,1-2-1 16,2-3 1-16,-3 2-4 15,2-3 1-15,1-2-1 16,1-2 1-16,-3 0-1 15,1-4 2-15,-3-2-2 16,0-1 1-16,-1-6-1 0,-2 0 0 16,-3-3 0-16,-2-2 0 15,-2 2 0-15,-4-3 1 16,0 2-1-16,0-2 0 16,0 2 1-16,-5-1-1 15,1 1 1-15,0 1-1 0,2-3 1 16,2 3-1-16,0-1 0 15,0-2 0-15,0 3 0 16,0 0 0-16,-3 1 0 16,-4-2-1-16,0 4-2 0,-3 1 4 15,-1 2 1-15,3 1 1 16,-3 4-1-16,2-1 0 16,0 3 1-16,1 3-2 15,0-1-1-15,0 1 0 16,-1 2 0-16,2 0 3 15,-3 1-3-15,0 0 0 0,0-2 1 16,0 1-1-16,-2-2 1 16,1 1-2-16,-3-3 2 15,1 1-1-15,-1-1 0 16,-2 0 0-16,-1 0 0 0,2-1-1 16,-1 1 2-16,-1 2-1 15,-1-2-1-15,0 0 2 16,-6-1-3-16,-1 1 2 15,-1 0 0-15,-5-1 0 16,-2 2-1-16,-5 0 1 0,-4-2-1 16,-9 5 1-16,-5-1-1 15,-7 3 0-15,-6 3-1 16,-7 4 0-16,-9 0 2 16,-15 6-3-16,-6 14-13 15,-15 1-36-15,-3-1-62 16</inkml:trace>
  <inkml:trace contextRef="#ctx0" brushRef="#br0" timeOffset="12127.15">21359 6928 12 0,'6'1'22'0,"1"0"-8"15,2-1-3-15,0 0 1 0,1 0 4 0,2 0-1 16,5-4-2-16,2-2 0 15,3-2 0-15,3-2-3 16,4-1 4-16,4-2 0 16,-1-1-2-16,5-1-5 15,4-2-4-15,3 2-1 0,6-4-2 16,3 0-3-16,3-4-42 16,4-6-94-16</inkml:trace>
  <inkml:trace contextRef="#ctx0" brushRef="#br0" timeOffset="15137.18">8237 11849 19 0,'-8'-7'6'0,"-1"-2"25"0,1 2-10 0,-2 1-1 16,2 0-5-16,1-2 1 15,-3 1 0-15,2 1-8 16,0-1-2-16,1 3-4 0,0-2-2 15,-3 2 0-15,2 0 0 16,0-2 1-16,1 3-1 16,-3-2 1-16,0-1 2 15,1 2 3-15,1 1-4 16,-2-3 2-16,1 3 1 0,-1-1-2 16,-1 1-1-16,-2-1-1 15,-1 1 0-15,1 0 0 16,-3 0 0-16,1 0 0 15,-1 2-1-15,-1 0 1 16,-1-1 1-16,2 2-1 0,0 0-1 16,-1 0 0-16,-3 5 0 15,1 0 0-15,0 5 0 16,0-3 0-16,-1 5 0 16,2-3 0-16,0 0 0 0,1 4 0 15,-1-2 0-15,1 1-1 16,2 2 1-16,-3 0-5 15,5 2-2-15,-2-1-2 16,-1 2-6-16,3 2 13 16,-1-1 2-16,1 3 0 0,1-1 0 15,1 3 0-15,0 4 0 16,2 0 0-16,-2-1 0 16,3 1 1-16,3-2-2 15,-4-2 2-15,6-2-1 16,1-1 0-16,2-1 0 0,0-2 0 15,0 1-1-15,0-2 1 16,0 1 0-16,0 0 0 16,0-2-2-16,2 2 2 15,0-1 2-15,-1 1-2 16,1-1 0-16,0 1 0 16,0 0 0-16,1 1 0 0,-1 1 0 15,0-2 0-15,-1 4 0 16,1-4 0-16,2 2 0 15,-2-3 0-15,-2 2 0 16,2-2 0-16,0-1 0 16,-1 2 1-16,1 0-2 0,2 0 1 15,-2 0 0-15,3 2 1 16,-2-2-2-16,3 0 2 16,-1 0-1-16,1-2 0 15,2 1 0-15,0-1 0 16,1-3 0-16,1 2 0 0,2-1 1 15,-1-2-1-15,0-2 0 16,3-2 0-16,1 4 2 16,1-3-1-16,1 1 0 15,0 0-1-15,3-1 2 16,-3 2-2-16,2-2 0 0,-2 0 0 16,1-2 0-16,-1-1-2 15,-2 0 4-15,3-3-2 16,-3 1 2-16,3 0 1 15,-3 1-2-15,3-1 0 16,2 1-1-16,-2-1 1 0,3 2-1 16,-2-1 0-16,4 1 1 15,-3 0-1-15,2-1 0 16,-3 0 0-16,5 2 0 16,-6-2 0-16,4 1 0 15,-1 0 0-15,0-1-2 16,-1-1 3-16,1 0 1 0,-2 0 1 15,2-3-1-15,2 4 1 16,1-4-2-16,-2 2 1 16,5-1-2-16,-2 0 2 15,2 1 0-15,0 1-2 0,2 0 0 16,0 1 1-16,0 0-1 16,-3 3 0-16,3-1 1 15,0-1-1-15,-2-3 0 16,0-1 1-16,0-1-1 15,2 0-3-15,0-1 6 16,0-6 2-16,2 1-1 0,1-2-1 16,1 2 0-16,0 0-3 15,1-1 1-15,0 2-1 16,1 0 0-16,-2-2 1 16,1 4-1-16,1-2 1 0,2 2-1 15,-1-3 0-15,2 3 0 16,0-1 0-16,2 1 0 15,0-1 1-15,0 1-2 16,3 0 2-16,-3 2-1 16,0 1-1-16,3 0 1 15,-3 0 0-15,0 0 1 0,-3 3-1 16,0 1 0-16,3 0 0 16,-2 2 0-16,3-2 0 15,1 3 0-15,2-4 0 16,2 1 1-16,-2-1-1 15,-1 0 0-15,-3-3-1 0,-5 0 1 16,1 0 1-16,-5-7 0 16,3-2 0-16,0-3 2 15,-1-1 1-15,3-1-3 16,-2-2 0-16,-1-2-1 16,-2-4 0-16,-4 2 1 0,0-4 1 15,-9 1 8-15,2-1 2 16,-7 2-2-16,-1 0 5 15,-2 1-6-15,-1 0-3 16,-3-1-3-16,-2 1-2 16,0 1 0-16,-4-1-1 0,0 1 1 15,0-1-1-15,0-1 0 16,-4 0 2-16,-6-3-2 16,0-1 0-16,1-2 0 15,-3-1 1-15,-1-2-1 16,-1-1 3-16,-3 1 4 15,-1 0 3-15,0 0-2 0,-4 2 2 16,1-2-5-16,0 4 0 16,0 0-4-16,1-1 0 15,4 2-1-15,-2-1 0 16,3 0 0-16,-4 0 0 16,3 4 1-16,-1-2-2 0,0 2-2 15,-3 3-2-15,1 0 2 16,2 2 1-16,-4 2 3 15,-1-1 0-15,2 3-1 16,0-1 2-16,-1 0-2 16,0 2 0-16,0-1 1 0,-1 0-1 15,2 0-2-15,-3-1 0 16,1 1 1-16,-1 3-1 16,0-2 2-16,-2 0-1 15,0 3 1-15,0 0-1 0,0 1 1 16,0 0 0-16,-1-1 1 15,2 3 0-15,-3 0-2 16,-2-2 1-16,0 2 0 16,-1 0-1-16,-1 3 0 15,0-3 1-15,2 1-4 0,-3 2 4 16,2-2-1-16,0 2 1 16,1-2 0-16,0 3 0 15,-2-1-1-15,0 1 0 16,1 3 1-16,-3-2-1 15,-3 2 0-15,3 0 0 16,-5 0 0-16,0 0 0 0,-3 0-1 16,-1 0-4-16,-7 0 1 15,-4 0 2-15,-7 2 0 16,-3 5 1-16,-9 4-5 16,-6 1-11-16,-7 5-18 15,-7 0-41-15</inkml:trace>
  <inkml:trace contextRef="#ctx0" brushRef="#br0" timeOffset="17575.9">9973 14243 20 0,'0'0'15'0,"0"0"0"0,0 0-4 15,0 0-6-15,0 0-1 0,0 0-3 16,0 0 0-16,0 0-1 15,0 0 1-15,0 0-1 16,38 14 1-16,-34-11-1 16,1 2 1-16,2-2-1 15,-2 0 1-15,0-1 0 16,0 1-1-16,0-2 1 0,4-1 0 16,-4 0 2-16,3 0 7 15,-1-4 9-15,4-6-2 16,2-5-3-16,1-4-1 15,2-2 0-15,4-5-3 16,0-1-3-16,4-2 0 0,1-2 0 16,2-3-1-16,2-1 1 15,2-5 3-15,-1 2 0 16,0 1 1-16,-2-1-3 16,-3 6-2-16,-2 5 2 15,-6 6-4-15,-3 3-1 0,0 6-1 16,-5 4-1-16,0 1-1 15,1 5 0-15,0 2 0 16,-1 0-6-16,-7 2-42 16,-2-2-72-16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30:50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8610 3901 1 0,'0'0'20'0,"0"0"-8"0,0 0-1 0,0 0 2 15,0 0 2-15,0 0-3 16,0 0 0-16,0 0-2 16,0 0-2-16,0 0-1 15,0 0-3-15,0 0-2 16,-16-9 0-16,16 8 1 0,0 1-2 15,0 0 0-15,0-3 1 16,0 3 1-16,2-1-1 16,3-1 1-16,2 1-1 15,-1-2-1-15,1 2 0 16,-1 1-1-16,-1 0 0 0,2 0 0 16,-2 0 0-16,1 0 0 15,-2 0 0-15,-1 0-1 16,0 4 1-16,0-3 0 15,2 2-1-15,-3 0 1 16,-1 1-1-16,0 0 1 16,2 2 0-16,1 0 0 0,0-3 0 15,-3 5 0-15,3-1 0 16,0 2 0-16,-2-2 0 16,-2 1 0-16,0 2-1 15,0 2 1-15,0 1 0 0,0 1 0 16,0 1 0-1,-4 3 0-15,-2 0 1 16,1 2-1-16,-2-2 1 0,3 2-1 16,-5-2-1-16,4-2 1 15,1 1 0-15,-1-1 1 0,3-2-1 16,0-1 0-16,2 0 1 16,-2 1-1-16,2 0 0 15,0 3 0-15,-2 0 1 16,-3 2-2-16,2-1 1 15,-1 2 0-15,0 0 1 16,-1 1-2-16,1-1 2 0,0 0-1 16,-4 1 0-16,2-1 0 15,0 0 0-15,1-1 0 16,0 0 0-16,2 0 1 16,-1-1-1-16,2 1 0 15,2-2 0-15,-2 1 0 0,2-1 0 16,-2 0 0-16,2 0 1 15,0-2-1-15,0-1 0 16,0 0 0-16,2 0 1 16,2-1-1-16,3 1 1 15,0-1 0-15,2-2 0 0,-2 2 0 16,4-2 1-16,-4-2-1 16,3 1-1-16,0-3 1 15,-2 0 0-15,1-1-1 16,0-4 2-16,-1 3 1 15,2-3-2-15,-3 0 0 0,0 0 2 16,-4-1-2-16,1 2-1 16,0-2 0-16,-4 1 0 15,2 1-1-15,0 2-1 16,-2 0 2-16,0 3 0 16,0 1-1-16,0 2 1 0,0 3 1 15,0-1-1-15,-4 4 0 16,-2 2 2-16,1 0-2 15,0 3 0-15,-1-1 1 16,1 2-1-16,1-2 1 16,-2 0-1-16,5 1 0 15,-1 0 0-15,-1 0 1 0,1 1-1 16,2-1 0-16,0 6 0 16,-3-2 0-16,2 2 0 15,-1 2 0-15,1 1 0 16,-1 1 0-16,2 0 1 15,-2 1-2-15,2 1 2 0,0-3-2 16,0 1 2-16,0-1-1 16,0 0 0-16,0 0 0 15,0 2 0-15,4-2 0 16,-3 0 0-16,0 1 0 16,0-4 0-16,-1 1 0 0,0-3 1 15,0 1-1-15,0-1 0 16,0 0 0-16,0 1 0 15,-3 0 0-15,-1 1 0 16,2-1 1-16,-3 0-1 0,1-1 0 16,0-2 0-16,-1-4 1 15,0-2-1-15,1-1 1 16,-3-1-7-16,-1 1 13 16,-2 0-1-16,-3 1 0 15,-1 1-1-15,-1-1-3 16,-1-1-1-16,1-1 1 0,-3-3-1 15,2-1 1-15,0-4 0 16,1 0 1-16,-1-1 3 16,3-3 0-16,-5-1-1 15,4 0 1-15,0 1 0 16,2-2-3-16,1 0-1 0,-1-1 0 16,-1 1 0-16,2 0-1 15,2-1-1-15,0 2 1 16,0-2-1-16,2 1 0 15,0 1-1-15,-1-2 1 16,3 1 0-16,-1-1 0 0,-2 2-3 16,4-2 1-16,-2 2-6 15,1 0-19-15,-1 1-22 16,-2-2-25-16</inkml:trace>
  <inkml:trace contextRef="#ctx0" brushRef="#br0" timeOffset="2833.77">7954 5026 31 0,'0'0'13'0,"0"0"-9"0,0 0-1 0,0 0 3 16,0 0 1-16,0 0-1 16,0 0-3-16,0 0-1 15,0 0-1-15,0 0 1 0,0 0 4 16,0 0 9-16,50-27-6 15,-21 7-6-15,5-7-3 16,8-7 0-16,3 0-27 16</inkml:trace>
  <inkml:trace contextRef="#ctx0" brushRef="#br0" timeOffset="3290.11">8270 5797 78 0,'0'0'13'0,"0"0"-1"0,0 0 5 16,43-48-13-16,-19 28-1 16,1-4-1-16,6-2-1 0,5 1 1 15,0-4-2-15,1-2-48 16</inkml:trace>
  <inkml:trace contextRef="#ctx0" brushRef="#br0" timeOffset="5442.31">23858 4530 180 0,'-1'0'8'0,"-1"-7"8"0,2 1 3 0,0-1 0 15,0 0-13-15,7-4 0 0,5-1-6 16,7-4 1-16,6-2 0 16,4-1 2-16,5 0-1 15,1-1-1-15,1 3-1 16,1 3-12-16,-6 3-30 15,-5 2-32-15,-5 6-54 16</inkml:trace>
  <inkml:trace contextRef="#ctx0" brushRef="#br0" timeOffset="5847.27">23871 5445 198 0,'0'0'-21'15,"0"0"23"-15,0 0-1 0,36-33-1 0,-19 21-5 16,3-1-3-16,2 0-13 16,-3 0-3-16,0 2-39 0</inkml:trace>
  <inkml:trace contextRef="#ctx0" brushRef="#br0" timeOffset="7479.23">23267 6909 3 0,'0'0'73'0,"-38"0"-62"0,23 0-2 16,-1 0 7-16,3-3-1 16,1-1 5-16,1 0 0 0,0-2 0 15,2 0-2-15,-3-1 4 16,2 0-9-16,-2 2-3 16,1 0-7-16,0 1-1 15,-5 0-1-15,-1 2 0 16,-1 1-1-16,-1-1 0 0,-2 2 0 15,-4 0 0-15,2 0 0 16,-4 0 1-16,0 0-1 16,1 0 1-16,-3 0 2 15,-4 0-1-15,1 0-1 0,-4 0 1 16,-2 0 1-16,-2 0 2 16,-6 0 1-16,2 0-3 15,-2 2-1-15,3 1 0 16,-3 1 0-16,-1 0 0 15,2 2-1-15,-3 1 1 16,2 1-2-16,-2-2 2 0,5 1-2 16,0 1 0-16,3 1 1 15,1 0-1-15,1 2 1 16,0 2-1-16,3 0-1 16,1 2 1-16,-1 1 0 15,3 1 0-15,3 4 0 0,2 1 0 16,2 2 0-16,5 3 0 15,1 1 0-15,3 2 0 16,5 1 0-16,4 3 0 16,3-4 0-16,3 4 0 15,1-1 0-15,0-2 0 0,3 3 0 16,2 0 0-16,3-1 0 16,1 0 1-16,3 5-2 15,0-4 1-15,2 2-1 16,0-2 1-16,2 1-2 15,1-2-1-15,1-2 1 0,1-1 0 16,2-1 0-16,0-1 2 16,2-3-1-16,0-3 2 15,1-1-1-15,1 0 0 16,1-4 2-16,-1-1-2 16,2 1 0-16,0-3 0 0,0 0 1 15,0-2-1-15,2-2-1 16,1-2 1-16,1-1-2 15,2-1 2-15,1 0 0 16,1-3 0-16,0 0-1 16,2-1 1-16,-1 0 1 0,-1-2 1 15,0 2-4-15,2-2 1 16,0 0 1 0,4 0 0-16,-1 0 3 0,-3 0-2 15,2 0 0-15,1 0 0 16,0 0 0-16,0 0 0 15,3 0 1-15,2 0 0 0,4-4-2 16,0-1 1-16,0-1-1 16,3 0 1-16,-5 0 1 15,3-1-4-15,-2 0 4 16,3-1-2-16,1-1 0 16,-1 1 0-16,-2-1 0 0,1-1 0 15,-2 2 0-15,0-2 0 16,-1-2 0-16,2 0 0 15,0 0 0-15,-1-2-2 16,-3 1 1-16,1-2 1 16,-2 0-1-16,-1 1 1 0,-3 0 0 15,-2 0 0-15,1 2 0 16,-3-2 0-16,-5 3 0 16,-2-2 0-16,-2 2 0 15,-5-2 0-15,1-1 0 0,-2-1 0 16,-3-3 0-16,2 0-2 15,-2-4 0-15,-1-2 2 16,0-4 0-16,-3 1 4 16,0-4-2-16,-2 1 3 15,-1-3 0-15,-2-1 3 16,-4 1 2-16,-1 1 1 0,-2-3-3 16,-2 1-4-16,0-1-3 15,-6 1 0-15,-6-4 0 16,-2-1-1-16,-3-2 0 15,-3 1 1-15,-7-4-1 16,-8-3-3-16,-6 1-13 0,-9-3-7 16,-13 1-12-16,-13 0-88 15</inkml:trace>
  <inkml:trace contextRef="#ctx0" brushRef="#br0" timeOffset="9320.64">18361 9025 2 0,'0'0'24'0,"0"0"-6"0,0 0-2 15,0 0-4-15,0 0-2 16,0 0-2-16,0 0-1 0,0 0-2 16,0 0 4-16,0 0-1 15,4-37-1-15,-4 34 1 16,-3 2-2-16,2 0 4 16,-1-1-6-16,2 2-1 0,-1 0-3 15,0 0 0-15,1 0-3 16,0 2 3-16,-1 5 0 15,0 1 0-15,1 1 0 16,-1 1 0-16,1 0 0 16,0 0 0-16,0-2 0 0,0-1 0 15,0-1 0-15,0 1 1 16,3-3-1-16,0 1 2 16,2-3-2-16,-1 1 0 15,0-1 1-15,2-2-2 16,0 0 1-16,3 0 1 0,3-2 0 15,1-6 0-15,3-2 0 16,0-2 0-16,4-2-1 16,2-3 1-16,2-1-3 15,3-1 6-15,2-2-3 16,0-2 4-16,0-1 0 16,1 0-1-16,1-2-1 0,-2 5 0 15,0-4 1-15,2 2 2 16,-1-1-1-16,1 1-2 15,0 0-1-15,-2 2 0 16,0 1-1-16,-4 1 0 16,-5 2 1-16,-1 2 0 0,0 1 2 15,-4 0 3-15,-4 2 2 16,1 1-4-16,-3 1-1 16,-1 3-2-16,0 0 1 15,-1 1-3-15,3 4 1 16,-3 2-3-16,4 0 0 0,-4 0-5 15,-1 2-59-15,-3 1-20 16</inkml:trace>
  <inkml:trace contextRef="#ctx0" brushRef="#br0" timeOffset="12766.06">15289 11005 66 0,'-8'-9'3'0,"-1"-2"11"16,1 2 3-16,3 4 2 0,-4-1-12 0,4 2 0 15,1 1-4-15,-1 2-2 16,2-2 0-16,2 2-1 15,-1-1 0-15,0 2 0 16,2 0 0-16,0-1 1 16,0 0 0-16,0 0 3 0,0 1-2 15,0 0 1-15,0 0-3 16,5 0 1-16,3 0-1 16,0 0 1-16,3 2-1 15,1 1 0-15,4 1-1 16,-2-3 1-16,4 2 0 0,3 0 1 15,2-3 0-15,2 0 0 16,4 0 3-16,4 0-3 16,3 0 0-16,1-4 0 15,5 1 0-15,-2 0-1 16,1 3 0-16,1 0 0 0,-1 0 0 16,0 0 1-16,1 0-2 15,1 0 1-15,3 0 1 16,0 0-1-16,0 0 0 15,1 1 0-15,-2 2 0 16,1 0 0-16,-1 0 0 16,4 0 0-16,1-2 1 0,1-1-1 15,-3 0 0-15,2 0 0 16,-2 0 2-16,-1 0-4 16,-1 0 1-16,-3 0 2 15,4 0-1-15,-1 0-1 0,-3-3 0 16,0 2 5-16,0-2-3 15,-4 3 4-15,2-1-1 16,-1 1 0-16,0 0-1 16,0 0 1-16,3 0-1 15,-3 0 3-15,0 0-3 0,0 0-1 16,3 0-1-16,-1 0-1 16,1 0 0-16,-3 1 1 15,3 2-2-15,1-3 2 16,-3 0-1-16,-1 0 0 15,1-3 1-15,0-3-1 16,-3-1 5-16,3 0 1 0,1 2-3 16,0 0 1-16,1 0-3 15,-1 3 0-15,-4 1 1 16,3 1-1-16,-6 0 0 16,1 0 0-16,-2 0-2 15,2 1 2-15,1 3-1 0,0 1 0 16,2-2 1-16,0-2-2 15,4 0 2-15,-2 2-1 16,1-3 0-16,0 0 0 16,0 3 0-16,0-1 0 15,1-1 2-15,-1 1-2 0,-1-1 0 16,1 0 0-16,0-1 0 16,1 0 0-16,-1 0 0 15,0-1 0-15,4-2 0 16,-2 0 0-16,3 2 0 15,-5 1 0-15,0 0 0 0,0 0 0 16,-1 0 0-16,-1 1 0 16,3 2 0-16,-2-1 0 15,4-1 0-15,-3-1 0 16,2 0 0-16,1 0 0 16,0 0 0-16,2 0 1 0,-1 0-1 15,2 0 0-15,0 0 0 16,-2 1 0-16,0 2 0 15,2 1 2-15,-4 2-2 16,1-2 1-16,-1 3-1 16,2-1 0-16,-3 1 0 0,1-1 1 15,0 1-1-15,-2-3 1 16,3 3-1-16,-2-1 1 16,1-1-1-16,-1 1 0 15,3-3 0-15,-1 0 0 16,0-1 0-16,-1-1 1 15,4-1 0-15,-5 0-1 0,3 0 0 16,1 0 1-16,-2-4-1 16,3-2 0-16,0-1 0 15,-3-2 0-15,-1-1 0 16,1-1 0-16,-6 0 0 0,0-2 1 16,0 0 0-16,-2 0 4 15,-3 0 1-15,-1-1-1 16,-2 0-2-16,-3 0-1 15,-1-2-2-15,-1-1 1 16,-8-3-1-16,-2-3 1 16,-3-2-1-16,-3-5 1 0,-4-3 0 15,-2-4 0-15,-1-2 0 16,-2-6 4-16,0-1 1 16,1 2 3-16,1 0-2 15,2 1-3-15,-4 2-3 16,1 4-1-16,-2-1 0 0,0 2 0 15,0 1 0-15,-9 1 0 16,-4 0-4-16,-4 1 5 16,-2 3 8-16,-3 5-6 15,-1 0 1-15,0 4-2 16,-1 1-3-16,-1 3 1 0,0 3 0 16,1 0-1-16,-3 2-1 15,0 0 1-15,-2 2-1 16,-3 0 1-16,-1 1 0 15,-2-1 2-15,-1 3-2 16,-2 1 1-16,-2 2-2 0,-2 0 2 16,-2 3-1-16,0 1 1 15,-4 0 0-15,0 0 0 16,-2 0 0-16,0 1 0 16,0 3 0-16,-2-1-1 15,0 1 1-15,2-1 0 0,-1 0 1 16,0 0-1-16,1-1 0 15,-1 3 0-15,-1-1 1 16,0 0-2-16,2 1 1 16,-4 0 0-16,3 1 0 15,0 0 0-15,1 1 0 16,-1-2 0-16,1 0 1 0,1 0-2 16,-3 0 2-16,6-1-1 15,-3 0 0-15,2-1 0 16,-4-1 0-16,2 0 0 15,-1 0 0-15,-2-1 0 0,2 1 0 16,2 1 0 0,-3-1 0-16,4 0 0 0,-4-1 0 15,4 1 0-15,-2-1 0 16,4-1-1-16,-2 0 1 16,3 0 0-16,0 0 0 15,0 0 1-15,-3 0-2 0,1 0 2 16,0 0-1-16,-2 0 0 15,0 0 0-15,1 0 0 16,0 0 1-16,0 0-1 16,-1 0 0-16,3 0 0 15,-5 4-1-15,6-2 2 0,-1-1-2 16,1-1 1-16,-1 2 0 16,2-2 1-16,-2 0-1 15,0 0-1-15,-2 0 2 16,1 0-1-16,-1 0 0 15,2 0 0-15,0 0 0 0,1 0 0 16,-2 0 0-16,1 0 0 16,2 0 0-16,-5 2-1 15,5 1 2-15,-2 3-1 16,2-2-1-16,-2-1 2 16,-3 0-1-16,0-2 0 0,0-1 0 15,0 0 0-15,-2 0 0 16,2 0 0-16,-1 0 0 15,4 0 0-15,-4 2 1 16,4-1-2-16,-2 3 1 16,1-1 0-16,0 4 0 0,1-1 0 15,2 0 0-15,-2-1 0 16,2 2-1-16,-2-2 0 16,5-2 1-16,-2-1 0 15,1 0 0-15,3-2 0 16,3 0 0-16,1 0 0 15,-2 0 1-15,0 0-1 0,-2 0-1 16,0 0 1-16,-2 0 0 16,0 0 0-16,4-2 0 15,-2 1 0-15,2 1 0 16,4 0 1-16,0 0-1 0,-3 0 0 16,2 0 0-16,-2 0 0 15,-1 3 0-15,-2 1 0 16,1 3 0-16,-2-2 0 15,3 1 0-15,-1 0 0 16,1-1-1-16,2 0 2 16,-1-2-2-16,2 1 2 0,1 1-1 15,0-1 0-15,3 0 0 16,2 2 0-16,1-1 0 16,1 1 0-16,3 0 0 15,2 2 0-15,0-1 0 0,1 2 0 16,4-2 0-16,-4 4 0 15,3 1 0-15,-1-1 0 16,0 4 0-16,-3-1 0 16,4 1 0-16,-2 2 0 15,-2-1 0-15,5 2-1 16,-1-1 2-16,3 2-1 0,2-1 0 16,3 2 0-16,-1-1 0 15,2 2 0-15,2 0 0 16,1 3-1-16,2 1 1 15,2 0 0-15,-2-2 0 16,2 2 0-16,0-1 0 0,0-2 1 16,0-1-1-16,4 2 1 15,0-2-2-15,1 2 2 16,2 1-1-16,-1-2 1 16,2 2-1-16,1-1 1 15,0 0-1-15,1 0 1 0,2 0 0 16,1-1-1-16,1 1 1 15,1 0 0-15,2-2-1 16,2 3 0-16,3-5 0 16,6 1 0-16,7-2-1 15,7-1 0-15,12 0 1 0,11-1-2 16,13-1-18-16,9-6-40 16,9-9-125-16</inkml:trace>
  <inkml:trace contextRef="#ctx0" brushRef="#br0" timeOffset="13976.65">21617 10267 66 0,'1'-5'18'0,"0"1"-3"0,-1 0-1 16,1-2 2-16,-1 4 0 15,1-2 2-15,0 0-5 0,0 3-4 16,2-1-5-16,-3 0-3 15,2 0-1-15,-1 2 0 16,2 0 1-16,-1 0-2 16,0 0 0-16,2 4-1 15,-4 3 5-15,2-1-2 0,-1 1-1 16,1 0 1-16,-1-1 0 16,0 0-2-16,1-2 4 15,0 0-3-15,0-1 1 16,0 1-1-16,-1-1 0 15,2-1 0-15,1-2 2 0,2 0-2 16,-1 0 0-16,5 0 1 16,2-6 0-16,1-3 0 15,5-3 1-15,4-4-2 16,0-4 1-16,4 0-1 16,1-1 1-16,2 0-1 15,0-2 1-15,0 2-1 0,0-1 0 16,2 2 0-16,-2-1 2 15,3 1-2-15,0 0 0 16,1 0 1-16,-2 3-1 16,0 0 0-16,-3 4 0 15,-4 1 1-15,-1 2-1 0,-7 1 0 16,-2 4 0-16,-4-1 2 16,0 1 9-16,-3 3 2 15,-1-1-4-15,0 0-3 16,-4 2-2-16,3-1-1 15,0 2-3-15,-3 0 1 0,1 0 1 16,5 0-2-16,-3 0-3 16,4 0-32-16,-6-4-80 15</inkml:trace>
  <inkml:trace contextRef="#ctx0" brushRef="#br0" timeOffset="19426.59">1406 13469 58 0,'-4'0'3'0,"2"0"2"0,2 0 6 0,0 3-6 16,0 0-5-16,0 0 0 15,0 1 1-15,4-1-1 16,3 3 0-16,1-2 1 0,-1-1-1 16,5-1 2-16,-2 1-2 15,5 0 3-15,-2-1-2 16,5-1-1-16,-3 2 0 15,1 0 1-15,-1-2-1 16,3 2-1-16,0 0 2 16,2 0 0-16,3 1 1 0,-4-1-1 15,6 1-1-15,2 0 0 16,0-1-1-16,4-1-1 16,0-1 1-16,1-1 0 15,1 0 3-15,-1 0-2 16,1 0 2-16,-4 0-4 0,0 0 4 15,2 4-1-15,-3-2 1 16,3 3 0-16,-2 0-2 16,2-1 0-16,-2 1 1 15,2 0-1-15,1-1 0 0,-3 0 1 16,0-1-2-16,0 0 1 16,2 0 0-16,-1-2 1 15,1-1-1-15,2 2 0 16,-2-1 1-16,1 2-1 15,1-2 0-15,-2 1 1 0,-2 2-2 16,-1-2 2-16,0 2-1 16,2-1 0-16,-6 1 0 15,3 0 0-15,0-1 0 16,1 0 0-16,0 1 0 16,1 0 1-16,0-1-1 0,2 1 0 15,-2-2 0-15,2-1 0 16,-1-1 0-16,3 0-1 15,0 0 0-15,-2 0 0 16,3 0 4-16,-1-1 0 16,1 1-2-16,1 0 0 15,-1 0-1-15,2 0 0 0,0 0 1 16,0 0-1-16,-3 0 0 16,3 0 0-16,-1 1 1 15,1 4-1-15,3-1 0 16,-2 1 0-16,3 1 1 15,1-2-1-15,-3 2 0 0,2-2 0 16,-2 2 0-16,5-2 0 16,-3 0 1-16,2 0-1 15,3-2 0-15,1 0 1 16,4-1-1-16,-6 1 0 0,6-1 0 16,-3 0 0-16,-2-1 0 15,2 3 0-15,-1-1 1 16,2 0-1-16,0 1 0 15,-2 0-1-15,0 0 2 16,1 0 0-16,-2 1-2 16,2-2 1-16,0 2 0 0,2 1 1 15,-2-2-1-15,2 1 0 16,-2 1 0-16,2-2 0 16,-1 0 0-16,2-1 0 15,2 0 0-15,0-1 0 16,-2-1 1-16,4 0-1 0,-2 0 0 15,1 0-1-15,-1 0 2 16,1-3 1-16,1 1 0 16,-1-1 0-16,1 0 1 15,-2 0 0-15,1 1 0 16,-1 0-1-16,2 0-1 0,-1-1 0 16,0 2 0-16,-1-2 1 15,0 2-2-15,-3-1 1 16,2 2-1-16,1-1 0 15,-1 1 1-15,1 0-3 16,3-2 4-16,-4 1-1 0,5-2 1 16,-2 0 0-16,2-1-1 15,0 1 0-15,1 0-1 16,-2 2 2-16,1 0-2 16,0 0 0-16,0 1 0 15,2 0 0-15,-3 0 0 16,3 0 0-16,0 0 0 0,1 0 1 15,3 0-1-15,-2-2 1 16,1-2-1-16,1-1 1 16,-1-1 1-16,1 0 1 15,-3 0-1-15,1 1 0 0,0 1 1 16,-2 2-3-16,1 1 0 16,-4 0 0-16,3-2 0 15,0 3 1-15,0 0-1 16,3 0 0-16,-1 0 1 15,-1 0-1-15,3 0 1 0,-2 0-1 16,3 0 0-16,-1 0 0 16,3-4 0-16,0 1 0 15,-2 0 2-15,1-1-2 16,1 1 0-16,-3-1 1 16,1 0-1-16,-2 1 1 0,3 0 0 15,-1 0 0-15,0 2 0 16,-2-2 0-16,1 3 0 15,-3-3 0-15,-2 1 0 16,-1-2 0-16,-4-3 3 16,-4 1 1-16,-1-2 4 15,-7-5 1-15,-2 2-2 0,-4-2 0 16,-4-3 2-16,-2 1-2 16,-3-2 1-16,0-2-3 15,-3 1 1-15,-3-1-3 16,-2 1 2-16,-3-1-4 15,0 1 0-15,-2 0 0 0,-1 0-1 16,-5 0 0-16,-1-2 0 16,-3 2 0-16,-2-1 0 15,0-4 2-15,0-1-2 16,-4 0-1-16,-5-3 1 16,0-3-1-16,0-1 1 0,-2 1-1 15,-1 3 0-15,-1 0 0 16,-3 0 0-16,-1 5 1 15,-3 0-1-15,2 4-1 16,-5-2 3-16,3 3 0 16,-2 1 2-16,2-2-1 15,-1 1 0-15,1 0-2 0,-2 0-1 16,0-3 1-16,-3 1-1 16,-2-1-1-16,-4 2-2 15,0 2 3-15,-1-2 1 16,-1 2-1-16,-3 2-1 0,0 1 2 15,1 3 0-15,-4 1 0 16,-1 3 0-16,-2 3-1 16,-1 1-1-16,1 2 0 15,-2 0-1-15,-1 0 1 16,2 5 1-16,-2 0-1 0,-1 1-1 16,-4 1 2-16,0-1 0 15,0 2 0-15,-4 0 0 16,6-3 2-16,0 4-2 15,1-4 1-15,0 2-2 16,0 1-1-16,0 0 2 16,0 1-1-16,1-2 2 0,1-3-1 15,4 3 2-15,-1-1-2 16,-1-2 0-16,1 0 0 16,0-2 0-16,-1-1 0 15,1-1 1-15,2 0-1 16,-1 0 0-16,3 0 0 0,-2-1 0 15,-3-2 0-15,3-2 0 16,-2 0 1-16,-1-1-1 16,-1-1 0-16,4 2 0 15,-1-1 0-15,1-1 0 0,-2 1 0 16,-1 0 1-16,-1 2-1 16,-2-2 0-16,0 2-1 15,-1-3 1-15,2 1 1 16,0 1-2-16,-1-4 1 15,-2 3 0-15,2-2 0 16,-4 0 0-16,-1 2 0 0,2 0 0 16,0-1 0-16,0 1 0 15,-3 2 0-15,0 0 1 16,-3 0-1-16,1 1-1 16,-1-1 2-16,0 1-2 15,1 0 2-15,1-1-2 0,0 2 1 16,-1-1 1-16,-2 1-2 15,3 0 1-15,-3-1 0 16,0 3 0-16,0 0 0 16,-1-3 1-16,1 3-2 15,-1 0 1-15,-1 0 0 0,0 0 0 16,0 0 0-16,0 3 0 16,1-3-1-16,2 3 1 15,-1-2 0-15,0 0 0 16,3 0 0-16,-2 0 0 15,1 1 0-15,0-1 1 0,-1 0-2 16,0 0 1-16,2-1-1 16,-1 2 2-16,-4-2-1 15,1 3 0-15,-1-1 0 16,2 1 0-16,-1 1 0 16,1-1 0-16,0 1-1 0,0 0 2 15,0 0-1-15,-3 2 0 16,4-2-1-16,0-1 1 15,0 0 0-15,1 0 1 16,2-2-1-16,0-1 0 16,0 0 0-16,1 0 0 15,2 0 0-15,-1 0 0 0,4 0 1 16,-2 0-1-16,2 0 1 16,-1 0-1-16,0 0 0 15,2-3-1-15,1-1 1 16,1 1 1-16,-1 2-1 0,1-1 0 15,-2 0 1-15,1-1-1 16,-1 1 1-16,2 1-1 16,1-1 1-16,1 1-1 15,0-2 1-15,3 2-1 16,-1-2 0-16,-1 1 0 16,0 0-1-16,-3-1 2 0,1 1-1 15,0 0 0-15,1 0-1 16,-1 1 1-16,2-1 0 15,-1 2 1-15,1-2-2 16,-2 1 2-16,1 0-1 16,1 0 0-16,0 1 0 0,1-2 0 15,1 2 0-15,1-1-1 16,1 0 1-16,-2 0 1 16,0 1-2-16,-2-1 2 15,2 1-1-15,0-2-1 16,-1 1 1-16,4 1 0 0,-1 0 0 15,3 0 1-15,-1 0-2 16,-1 0 1-16,-1 0 0 16,0 0 0-16,0 0 0 15,-2 0-1-15,3 3 0 16,1 0 1-16,1 0-1 0,0 0 0 16,3 2 0-16,1 1 0 15,-2 0-1-15,2 1 0 16,0 1 0-16,2 1-2 15,-3 0-2-15,6 1 1 16,-1 2 1-16,3 1 2 16,2-2 0-16,2 3 1 0,2-2 2 15,0 2-1-15,5 0 0 16,1-1 2-16,2 1-4 16,2-1 2-16,1 1 0 15,3-1 0-15,2 2-1 0,0 1 1 16,0 1-1-16,0 2 2 15,0 1-2-15,0 3 2 16,2 0-1-16,0 4 0 16,3 0 1-16,2 4-1 15,0-1 0-15,4 3 0 0,3 1 2 16,1 0-2-16,7-1-2 16,5 1 2-16,7-3-1 15,8-4-2-15,7-3-34 16,4-7-46-16,5-9-13 15</inkml:trace>
  <inkml:trace contextRef="#ctx0" brushRef="#br0" timeOffset="23901.03">2728 14594 56 0,'0'0'4'0,"0"0"13"0,-1-3-3 0,-1 2-6 15,-3-1-4-15,5 1 2 16,-2 1-4-16,2 0-1 16,0 0-1-16,0 0-6 0,7 0-10 15</inkml:trace>
  <inkml:trace contextRef="#ctx0" brushRef="#br0" timeOffset="35188.71">1462 15233 4 0,'-2'-3'10'0,"-1"-1"-2"0,1 3-2 0,0-5 3 15,-2 3 0-15,1 0 2 16,1-1-6-16,0 1-1 0,-2 2-1 16,1-2-1-16,-1 3 0 15,2-2-1-15,-3 2 0 16,-2 0-2-16,1 0 5 16,-1 0-3-16,-2 0-1 15,2 0 3-15,-4 0-2 0,2 2 2 16,0 0-2-16,0 2 0 15,1-1 1-15,-2 1-2 16,1 1 0-16,1 1 0 16,-4 1 0-16,3-1 1 15,-1 1-2-15,3 1 2 0,-3-2-1 16,2 0 0-16,-1 2 0 16,1 1 1-16,0-2-1 15,-1 2 0-15,3 0 0 16,-4 3 0-16,1-1 0 15,1-1 0-15,1 4-2 16,-2-1 2-16,0 1-1 0,2-2 2 16,1 1-1-16,1-1 1 15,-2-2-1-15,3 2 0 16,-1-1 0-16,3 0 0 16,-2-1 1-16,2 0-1 15,-2-1-1-15,1-1 0 0,0 1 3 16,1-2-2-16,2 1 0 15,-2 2 2-15,2-1-2 16,0 0 0-16,-2 0 0 16,2 0 0-16,0-2 1 15,0 0-1-15,0 0 0 0,2 2-1 16,2-2 1-16,0-2 0 16,4 1 0-16,-4 0 0 15,3-1-2-15,-1 0 2 16,2 2 2-16,-2-1-2 15,1-1 0-15,-1 0 0 0,1 0 0 16,0 1 0-16,0-2 0 16,1 0-2-16,-1-1 1 15,2 1 2-15,0-1-2 16,0 0 2-16,-1 3 1 16,4-2-2-16,-5-1 0 15,1 0 0-15,2-2 0 0,1-1-2 16,-2 3 1-16,2-3 0 15,2 3 1-15,1-3 0 16,-1 1 1-16,0-1 0 16,3 0-2-16,-2 0 1 15,4 0 0-15,-3 0 1 0,-1 0-3 16,1 0 2-16,-3 0 0 16,1 0-1-16,-1 0 1 15,0 0 0-15,-1 0 0 16,1 0 1-16,-1 0-2 15,3 0 1-15,-1 0 0 0,2 0 0 16,1 0-1-16,-1-1-1 16,4-2 0-16,-1 0 1 15,-1-1 2-15,1 1-2 16,2 0 2-16,-4 2-1 16,3-1 0-16,-2 0 0 0,1 0 0 15,-3 2 0-15,1-1 1 16,0-1-1-16,0 2 0 15,-1-2 0-15,-1 1 0 16,1-1 0-16,1 0 0 0,-1 1-1 16,1-1-1-1,-1 1 3-15,1 1-1 0,-3 0 0 16,2 0 0-16,0 0 0 16,-1 0 0-16,-1 0 0 15,-1 0 0-15,2 0 0 16,-1 0 0-16,2 0 0 0,-1 0 0 15,3 0-2-15,-2 0 0 16,1 0 2-16,1-3 0 16,-1 0 0-16,-2 2-1 15,4-1 1-15,-5 0-1 16,1 0 2-16,-3 2-1 0,1-1 0 16,-2-1 0-16,1 0-1 15,1 0 1-15,-2-1-2 16,-1 0 0-16,3 2 3 15,-1-2-2-15,-2 0 3 16,2 2-1-16,-2 1 0 16,2 0-1-16,-3 0 1 0,2 0-1 15,1 0 1-15,-3 0-1 16,4 0 0-16,-1 0 0 16,1 0 0-16,-3 0 0 15,2-3-1-15,2 2 2 16,0-2 3-16,0 3-2 0,-1-2-2 15,1 2 2-15,1 0-2 16,-1 0 1-16,1 0-1 16,-1 2 2-16,0 2-2 15,1 0 2-15,-1 3-2 0,1-2 2 16,-1-1-1-16,1 0-2 16,3 0 2-16,-3-1-2 15,1 0 1-15,2 1 0 16,0-1 0-16,1-1 0 15,-1 1 0-15,-1 1 0 0,3 1 0 16,-4-2 1-16,5 3-1 16,-3-2 0-16,2 3 0 15,0-1 1-15,2-2-1 16,-1 2 0-16,-2-2 0 16,2 0 0-16,-2-1 0 15,0 0 0-15,0-1 3 0,-3 0 0 16,1 0-1-16,-3-1 0 15,3 1 0-15,-1 0 0 16,-1 0-1-16,0 1-1 16,2 0 0-16,-1 1 1 15,3 2 0-15,-3-1 0 0,1 2 0 16,-1 2 1-16,0-2 0 16,2 0-1-16,-1 0-1 15,-1-1 1-15,-1-1-1 16,1 0 0-16,3-4 0 15,-5 4 0-15,3-3 0 0,-2 1 0 16,1 0 0-16,1 1 0 16,0-1 0-16,1 1 0 15,-1 1 0-15,0-1 1 16,4 1-1-16,0-1 0 16,0 0 0-16,-2 0 0 0,1-1 0 15,4 1 0-15,-4-1 0 16,2 0 0-16,0 1 0 15,3-1 0-15,-3-2 0 16,-2 2 0-16,4-2 0 16,-3 1-1-16,-2-2 1 0,2 0 0 15,0 0 1-15,0 0-2 16,1-1 2-16,1-2-1 16,-4-2-1-16,2 1 1 15,0 1 0-15,0-1 0 16,0 2 0-16,-4-2 1 15,4 2-1-15,-5 1 1 0,1-1-1 16,0 2 1-16,0-2 0 16,2 2 2-16,-1-1-2 15,1 1 0-15,-3-1 1 16,4 0-1-16,-2 1-1 16,1-2 1-16,-2 1 0 0,4 0-1 15,-2 0 1-15,2-1 0 16,-2 2 0-16,3 0-1 15,0-1 2-15,-2 0-2 16,3 0 1-16,-4 1-1 16,4-1 0-16,-2 0 0 0,-2-1 0 15,-2 1 0-15,-1-1 0 16,1-1-1-16,-3 2 2 16,3-1-2-16,-3 0 2 15,-2 0 0-15,3-2 2 16,-1 2 0-16,1-1 0 0,-1-2 0 15,1 4 0-15,-1-2-1 16,3 2-2-16,-1 0 1 16,3-1-1-16,0 1 1 15,2 1 0-15,-3 0-1 16,4 0 1-16,-3 0-1 0,0 0-1 16,0 0-1-16,-1 0 1 15,-1 0 2-15,0 1-2 16,0 1 1-16,2-1 0 15,-1 0-1-15,1 2 2 16,2-2-2-16,0 1 1 16,-4-1 0-16,2-1 0 0,-2 2 0 15,1-2-1-15,0 0 1 16,2 0 0-16,1 0 0 16,1 1 0-16,0 1 1 15,2 0-1-15,0 2 0 0,0 0-7 16,-2-2 3-16,1 1 2 15,-1-3-2-15,-1 0 2 16,0 0 1-16,-5 0 1 16,-1-4-1-16,-1-5 2 15,1-4 6-15,-1-1-4 16,1-3-1-16,-1-1 1 0,3-2-3 16,-3-2 1-16,2 1-1 15,-1 3-3-15,-3-3 2 16,1 1 1-16,-4 1-1 15,-1-1 1-15,-1 2 0 16,-3-1 0-16,0-1 0 0,-3 3 0 16,0 0-1-16,0 2 2 15,-4 0-1-15,-2 1 1 16,-5 3-1-16,-2 1 2 16,0 0-2-16,0 1 9 15,-2 2-3-15,0 0-2 0,-1 2-1 16,3-1 0-16,-3 0-3 15,-1 1 3-15,3-1 1 16,-2-1-2-16,1 0 0 16,1-2-1-16,1 1 1 15,-1-1-1-15,1-1 0 16,0 2 1-16,0-1-1 0,-4 2 1 16,2 0 1-16,-7 0 4 15,1 1 0-15,-1-1 4 16,0-2 0-16,0 2-1 15,1 0-5-15,2 0-3 0,2-1-1 16,0 2-1-16,-1 0 1 16,-1-1-1-16,2 1 0 15,-3-1 1-15,0 0-1 16,0 0 0-16,-3 0 0 16,-1 2 0-16,2 0-1 0,-3 1-4 15,0 0 4-15,-2 0 0 16,2 0 2-16,-1 2-1 15,0-2 0-15,1 2 1 16,0-1-2-16,-2 2 1 16,0-1 0-16,2-1 0 15,1 2 0-15,-4 1 0 0,2 0 0 16,-1 0 0-16,-1 0 0 16,-1 0 0-16,1 0 0 15,-3 0 0-15,2 0 0 16,0 0 0-16,0 0 1 15,3 0-1-15,-3 0 0 0,2 0 0 16,0 3-1-16,-2 1 1 16,0 3 0-16,0-2-1 15,-1 0 1-15,-1 2 1 16,0-1-1-16,2-2-1 16,2 2 1-16,0 0 0 0,3-1-1 15,-1 1 2-15,3-2-1 16,-1 2-4-16,2-2-3 15,-2 2 5-15,0-1 1 16,-1-2 1-16,0-1 0 16,1 1 1-16,0-2-1 0,1 1 0 15,0-2 0-15,4 0 0 16,0 0 1-16,0 0-1 16,0 0 0-16,-2 0 0 15,2 0 0-15,-4-2 1 16,4 1 0-16,-4 1-1 0,4-2-1 15,0 2 1-15,0 0 0 16,1-1 0-16,0 1 0 16,0-2 1-16,-3 1-1 15,1-1 0-15,0 0-1 16,-4 0 2-16,2 2-1 0,2-1 0 16,-5 1 1-16,3-2-1 15,1 2 1-15,0 0-1 16,-1 0 1-16,4 0-1 15,-3 0 1-15,2-1 0 16,-2 0 0-16,-3-1 1 0,-1-2 0 16,2 2 1-16,-5-2-1 15,0 1 1-15,-2-1-2 16,0-1 0-16,0 0 2 16,-1 1-1-16,0 1-2 15,2 3 0-15,-3 0 0 0,0 2-5 16,-3 12-16-16,-6 2-41 15,-5 0-80-15</inkml:trace>
  <inkml:trace contextRef="#ctx0" brushRef="#br0" timeOffset="38949.69">5997 15375 51 0,'0'0'-3'0,"0"0"12"0,0 0 4 16,0 0-4-16,0 0-1 15,0 0-3-15,-43-5 0 0,34 3-2 16,-1-1-1-16,1 1-1 16,-1 1 2-16,-1 1-2 15,-2 0 0-15,2 0 0 16,0 2-1-16,-1 4 0 15,1 1 2-15,-2 3-1 16,1-2 0-16,-1 5 0 0,0-2-1 16,1 1 0-16,2 0 0 15,-2 1 1-15,-1 0 1 16,3 0 0-16,0-2-1 16,3 1 0-16,-2-1 0 15,4 0-1-15,1 1 1 0,0 3-1 16,3-3-1-16,1 5 2 15,0 1-2-15,0-1 1 16,0-1-1-16,0 5 1 16,5-2 0-16,2-2 0 15,-2 1-2-15,1 1-1 0,1-2 4 16,1 0 1-16,0-2-2 16,0 2 0-16,1 0 1 15,3-3-2-15,-4 2 2 16,3-3-1-16,1 0-1 15,-1-1 1-15,0-1 0 0,1-2-2 16,0 1 2-16,2-1 2 16,-1-2-1-16,-2 1 0 15,3-2 0-15,-1 0 0 16,1 0-1-16,1-1 0 16,-1-2 1-16,-1 1 0 0,-2 0-1 15,1-1 1-15,1 0 0 16,-2 3 0-16,1-4-2 15,2 1 0-15,3 1 2 16,-4 0-1-16,5-1 1 16,-3 2 0-16,1-1-1 0,1-1 0 15,0 0 0-15,1 0 0 16,-1-2-4-16,1-1 2 16,2 0 3-16,-1 0 3 15,1 0 0-15,-1 3-1 16,-2-3-2-16,3 2 0 15,-3-1 0-15,0 3 0 0,0-1-1 16,3-3 1-16,-2 2-1 16,4-2 0-16,-2 0-2 15,5 0 2-15,-3 0-1 16,5 0 4-16,-3-2-3 16,6-1 0-16,-3-1 0 0,2 1 1 15,0-1-1-15,-2 0-1 16,2-1 1-16,-3 0 1 15,1 0-2-15,0 0 1 16,2 2 0-16,0-1 1 16,2 1 0-16,0 0-1 0,3 2 2 15,0 1-2-15,1 0 0 16,-1 0 1-16,2 0-1 16,0 4 1-16,-1-1-1 15,-1 1 0-15,2-2 1 16,1-1-1-16,0 0 0 0,0-1 0 15,1 0 0-15,-2 0 0 16,-1 0 0-16,2 0 1 16,-2 0-1-16,-1-1 1 15,2 1 0-15,-1 0-1 16,3 0 1-16,1 0-1 0,-3 0 1 16,1 0-1-16,-1 0 0 15,-1 0 0-15,-1 0 0 16,2 0 1-16,-2 0-1 15,-1 0 1-15,1 0-1 16,-1 0 0-16,0 0 0 0,1 5 0 16,-3-2 0-16,1 4 0 15,-3-2 1-15,2 0-2 16,-2 1 1-16,0 0 0 16,0-1 0-16,1 0 0 15,0-2 0-15,4 1 0 0,-3-1 0 16,3-1-1-16,-1 1 1 15,-1-3 1-15,3 1-1 16,-3-1 0-16,1 0 0 16,1 0 0-16,-2 0 0 15,1 0 1-15,0 0 1 16,1 0 6-16,-1 0-1 0,-1 0-2 16,1 0-2-16,-1 0 0 15,0 0-2-15,2 0 1 16,-5-1-1-16,3 0 2 15,1-1-1-15,0 1 2 16,-2 1-2-16,3 0-1 0,-2 0 0 16,2 0-1-16,-6 0 1 15,1 0-1-15,-2 1 0 16,-2 2 1-16,2-3-1 16,-3 3 0-16,1-3 2 15,-1 2 0-15,1-2 5 0,-2 0 1 16,1 0-2-16,0 0-2 15,1 0 1-15,-3-2-3 16,3-1 0-16,0 0-1 16,-4 1 0-16,2-1 0 15,0-1 0-15,0 1-1 0,0-2 1 16,0 0-1-16,-1-2 0 16,3-1 0-16,-3 1 2 15,1-4-2-15,0 0 1 16,1-2-1-16,-3-1 1 0,2 0-2 15,0-1 2-15,-4 0 0 16,-2-1-1-16,-2-1 3 16,1 1 2-16,-7-1 4 15,3 0 0-15,-2 0-3 16,-2 0-2-16,1-1-2 16,-1 1 0-16,-2-2-1 0,-3 1 0 15,1 1-1-15,-2-2 1 16,-2 2 0-16,0 0 0 15,0-1 1-15,-2 2 0 16,-5-3-2-16,1 0 0 16,-4-4-2-16,1 0-1 15,1-2 0-15,-1-2-4 0,0 0 2 16,0-2-2-16,0 2 2 16,-3 3 3-16,0 0 2 15,-1 4 0-15,-1 2 2 16,-2 2 3-16,2 2 4 15,0 1-4-15,-1 2 1 0,2 1-3 16,-1 0-1-16,-1 3-1 16,2-2 2-16,1 1-3 15,0 1-2-15,-2-1 0 16,1 2-2-16,-4 0 5 16,2 0-1-16,-3 2 0 0,-3-2 1 15,4 2-1-15,-3-2 0 16,1 3 2-16,0-1-2 15,-1 3 2-15,0-2-3 16,-3 1 0-16,1 2-3 0,-1-2 5 16,-3 2 2-1,0 0-3-15,1 0-3 0,-1 0 2 16,0 0 5-16,1 0-6 16,-1 0 4-16,-3 0-8 15,2 0 8-15,0 0-10 16,0 4 9-16,0 0-1 0,-2 2 3 15,2-2-3-15,-2 3 1 16,-2 0-2-16,2 0 1 16,0-1 1-16,-1 1-2 15,2-1 1-15,-3 0 0 16,0-1-11-16,0 2 16 0,1-2-4 16,-6 0-1-16,2 0 0 15,1 0 0-15,-3 1 0 16,3-3 1-16,-3 2-1 15,3-3 0-15,-1 1 0 16,3-2 1-16,-5-1-1 0,4 0 2 16,-3 0-1-16,1 0 0 15,-1 0 0-15,1 0 0 16,-2 0 1-16,3 0-1 16,2 0 1-16,-2 0-1 15,5 0-1-15,-1 0 1 16,0 0-1-16,2 0-1 0,-2 3 0 15,0 1 1-15,0 2 0 16,0-3-2-16,2 1 2 16,-2-1 0-16,0 0 2 15,3 1-2-15,1 0 0 0,-2 1 0 16,2 1 0-16,-2 0 0 16,0 1 0-16,0-1 0 15,-1 1 0-15,-3-2 0 16,-2 0 0-16,2-1 1 15,0 2 2-15,3-5-2 0,-1 2-1 16,0 0 1-16,4-2-1 16,2-1-1-16,-4 0 1 15,2 0 0-15,-1 0 0 16,-2 0 1-16,-2 0-1 16,1-2 0-16,-2-1 2 0,2 1 0 15,4 1-1-15,-2-2-1 16,5 2 1-16,4-1-1 15,-2-1 0-15,1 1 0 16,0-1-1-16,-2 0 2 16,2-1 0-16,-3 1-1 15,-1-1 1-15,3 1 0 0,-2-1 2 16,1 1-1-16,4 0 0 16,-1-1-1-16,0 2-1 15,4-1 0-15,-2 3 0 16,1-3 1-16,-1 2-1 15,-1 1 0-15,-1-1 0 0,2-1 0 16,-4 2 0-16,-1-1 2 16,2-1 0-16,-4 1 0 15,-2-1 2-15,-3 0-1 16,0 0-1-16,-7 1 2 0,-1 1-2 16,-4-2 2-16,-5 2-1 15,-4 0-2-15,-4 0 1 16,-6 10-1-16,-5 5-1 15,-5 7-5-15,-10 4-23 16,-19-1-36-16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32:26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19141 5279 124 0,'0'0'79'0,"59"-22"-77"0,-24 11-1 15,3 1 2-15,1 3 2 0,5 1-2 16,1 5 1 0,3 0 0-16,0 1-1 0,5 0-2 15,1 7 1-15,-1 4-1 16,3 3 1-16,-3 6-2 15,2 4 1-15,-2 6-1 16,-1 4 0-16,2 7 1 0,-1 9-1 16,-4 8 0-16,1 7-1 15,-5 9 0-15,1 6 1 16,-6 11-2-16,-1 4 1 16,-2 6 2-16,-3 5 2 15,-3 8-1-15,-4 4 0 0,-5 7-1 16,-4 3 0-16,-5 7 2 15,-8 7 3-15,-5 2-3 16,0 8 1-16,-11 7 0 16,-10 9-1-16,-4 7-2 15,-5 6 0-15,-6 10 0 16,-2 9 1-16,4 7 1 0,-3 6 4 16,6 6 3-16,6 4 6 15,6 5 5-15,6 7-16 16,9 5-1-16,4 5 10 15,6-1 1-15,14-5-4 16,9-11-1-16,10-15-6 0,11-18-6 16,7-18 6-16,10-22-3 15,5-16 3-15,5-15 0 16,0-13-1-16,-1-13-2 16,-1-12 1-16,-3-6-2 15,-9-8-2-15,-4-9 1 0,-8-9 0 16,-8-6-4-16,-6-8-7 15,-10-5-9-15,-7-4 12 16,-10-1 3-16,-8 4-4 16,-2 6 4-16,-16 7 5 15,-10 10 1-15,-7 12 1 0,-5 12 3 16,-3 13 7-16,0 13 4 16,1 10-4-16,1 11 4 15,5 7-6-15,3 10-7 16,4 4-1-16,4 2-1 15,6 6 7-15,5 1 0 16,3-2 20-16,5 1-15 0,2-3 1 16,-2-2-8-16,-3-3-1 15,-6-4 2-15,-5-3-4 16,-14 3-1-16,-11 1-3 16,-19 7-13-16,-22 5-33 0,-31 7-5 15,-34 4-36-15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38:26.4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18678 15192 116 0,'0'-3'5'0,"0"0"10"0,0-1-1 16,0 1 6-16,0-1 8 16,0-1 2-16,0 0-4 15,0 1-1-15,0 1-6 16,0 0-7-16,0 2-7 15,0-1-3-15,0 2-1 0,0 0-2 16,0 3-1-16,0 7 2 16,0 4-2-16,0 5 2 15,1 3 2-15,5 5 0 16,-1 5-1-16,3 3-1 0,0 2 0 16,1 4 0-16,1-1 0 15,-4-3 0-15,3-4-6 16,-3-5-1-16,0-6 0 15,-1-6-7-15,1-4-1 16,-1-5-6-16,-2-7-25 0,-1 0-41 16</inkml:trace>
  <inkml:trace contextRef="#ctx0" brushRef="#br0" timeOffset="384.8">18704 15159 106 0,'0'0'28'0,"0"0"-16"0,0 0-4 15,0 0 0-15,0 0 2 0,0 0 2 16,0 0 8-16,0 0 5 16,0 0-2-16,6-5-5 15,1 1 0-15,2-1-7 16,4-2-3-16,0 1-6 16,3-3 0-16,-1-1 0 0,2 1-2 15,2-1 2-15,-1 0-1 16,-1 1 0-16,1 2-1 15,1 0 0-15,-3 3 0 16,2 4-1-16,-5 0-21 16,-4 0-41-16,-5 6-55 0</inkml:trace>
  <inkml:trace contextRef="#ctx0" brushRef="#br0" timeOffset="848.39">18765 15409 107 0,'0'0'65'0,"0"0"-31"0,0 0 3 16,0 0-16-16,0 0-14 15,0 0 4-15,0 0-3 16,0 0-1-16,0 0-1 15,37-37 0-15,-22 27-2 16,3 2-1-16,-1-2-3 16,1 3 0-16,0 1 0 0,-2 2-3 15,-3 0-8-15,3 0 4 16,-3 1 3-16,-1 1 1 16,-3 1-1-16,-1 0-1 15,-2 1-4-15,0 0-2 0,-4 0-3 16,-2 2 7-16,0 7 6 15,0 1 2-15,0 2 1 16,-1 3 7-16,-2 0-1 16,3 1-1-16,-4 1-3 15,4-1 0-15,0-1 0 16,0 0-2-16,6-3 1 0,-3-2-3 16,5-2 1-16,-1-3-1 15,5-1 0-15,-2-2 0 16,3-2-10-16,1 0-17 15,-3-12-50-15</inkml:trace>
  <inkml:trace contextRef="#ctx0" brushRef="#br0" timeOffset="1046.33">19038 15206 268 0,'0'0'2'0,"0"0"9"0,-40-18 13 16,34 13-16-16,1 1-2 15,3 3-6-15,2-1-2 0,0 1-6 16,0 0-35-16,4-3-61 16</inkml:trace>
  <inkml:trace contextRef="#ctx0" brushRef="#br0" timeOffset="1361.69">19113 15276 286 0,'0'0'11'0,"0"0"-4"16,0 0-5-16,0 0-2 0,0 0 6 15,0 0 1-15,37 13-4 16,-22-8-1-16,4 3 0 16,-1 0 2-16,1 2-4 15,-3-2 0-15,0 2 0 16,0 0 0-16,-3 2-3 15,1-2-16-15,-6-1-27 16,-3-1-63-16</inkml:trace>
  <inkml:trace contextRef="#ctx0" brushRef="#br0" timeOffset="1602.76">19259 15256 279 0,'0'0'27'0,"0"0"-20"16,0 0 14-16,0 0 1 16,0 0-4-16,0 0-9 0,0 0-1 15,0 0-6-15,-26-17-6 16,20 34-3-16,4 4 3 16,0 8 5-16,1 5 0 15,1 3-7-15,0 1-14 16,0-3-11-16,2-3-20 0,2-7-47 15,4-9-76-15</inkml:trace>
  <inkml:trace contextRef="#ctx0" brushRef="#br0" timeOffset="2013.56">19452 15295 255 0,'0'0'0'15,"0"0"2"-15,0 0-2 16,0 0-3-16,0 0 4 16,0 0 0-16,0 0 7 15,0 0-6-15,33-8 0 0,-24 1-2 16,-4-1 1-16,4-1 0 15,-6 0 0-15,3-2 0 16,-2 1-1-16,-4 2 2 16,0-1-2-16,0 5 1 15,0 0-2-15,-5 4-1 16,-1 0 9-16,-4 4-1 0,2 9 4 16,0 3-4-16,1 5-2 15,0 1 1-15,6 1-2 16,1 0 0-16,0-3-1 15,3-2-1-15,9-5-2 16,3-3-5-16,7-6-16 0,-1-4-16 16,4 0-51-16,2-11-74 15</inkml:trace>
  <inkml:trace contextRef="#ctx0" brushRef="#br0" timeOffset="2454.83">19815 15196 208 0,'0'0'35'0,"0"0"-6"16,0 0-4-16,0 0-19 16,0 0-10-16,-46-8 6 0,28 19-6 15,1 1 6-15,1 3 3 16,1 2-3-16,4 3 0 16,5 0-2-16,0-3 1 15,6-1-1-15,0-5 0 16,2-1-7-16,8-4 0 15,0-4 0-15,3-2 1 0,-1 0 4 16,-1-1 3-16,1-9-1 16,0-3 1-16,-1-4 1 15,-2-3-2-15,-3-2 0 16,-2-4-2-16,-4-2-9 16,0-4-17-16,0 0 2 0,-4-2 15 15,-5 1 5-15,-1 0 7 16,-1 2 1-16,-2 6 11 15,1 2 12-15,0 6-2 16,4 5-6-16,-1 2-3 16,2 9 0-16,2 1-11 0,2 7-4 15,2 13 7-15,1 8-4 16,1 5-2-16,12 8 1 16,3 2 0-16,6 1-1 15,1-4-3-15,2-6-50 16,0-7-163-16</inkml:trace>
  <inkml:trace contextRef="#ctx0" brushRef="#br0" timeOffset="2973.93">20108 14616 184 0,'0'0'90'0,"0"0"-93"0,0 0 12 16,0 0-4-16,0 0-1 16,0 0-3-16,0 0-1 15,0 0 1-15,0 0 5 0,0 0-2 16,40 66-2-16,-28-32-1 16,-1 4 0-16,0 0 0 15,3-3 0-15,-1-1 0 16,-3-4-1-16,0-3 0 15,0-2 1-15,1-5 1 16,-4-1 4-16,3-5-1 0,-2-1 3 16,4-3-5-16,-1-2 3 15,2-2-4-15,1-2 2 16,1-2-1-16,0-2 1 16,5 0-2-16,-5 0 0 15,1 0-2-15,0-6 0 0,4-2-1 16,-3-4-33-16,-3-1-19 15,-1-1-101-15</inkml:trace>
  <inkml:trace contextRef="#ctx0" brushRef="#br0" timeOffset="3343.87">20561 14911 192 0,'0'0'75'15,"0"0"-87"-15,0 0 15 0,0 0-3 16,0 0 4-16,0 0 0 16,0 0 0-16,0 0 1 15,41-19-3-15,-34 11 0 16,1-1-1-16,-2-1 0 16,-3 2-1-16,-1-1 0 0,-2 1-2 15,0 1 1-15,-2 1-1 16,-7 3 1-16,-1 2 1 15,-3 1-1-15,-1 0 2 16,1 1 6-16,0 8 0 16,1 2-4-16,0 2 0 15,2 1-1-15,5 2-1 0,4-1 2 16,1 1-1-16,0-2-1 16,6-1 0-16,7-3 0 15,1-2-2-15,4-2-9 16,2-4-16-16,2-2-29 0,-1-2-63 15</inkml:trace>
  <inkml:trace contextRef="#ctx0" brushRef="#br0" timeOffset="4063.95">20879 14807 232 0,'0'0'4'0,"0"0"12"16,0 0 7-16,0 0-9 15,-10-38-5-15,1 33 1 16,-2 1-5-16,1 3-5 16,-3 1 3-16,2 0-1 0,0 0-1 15,-3 5 0-15,4 3 0 16,1 3 0-16,1 3 0 16,6 0 0-16,0 1-1 15,2 0 1-15,0-1-1 16,2-3 0-16,7 1 0 0,0-2 1 15,3-3 0-15,1-2 2 16,-2-3-6-16,2 0 2 16,1-2 0-16,-4 0 2 15,2-9-4-15,-2 0 1 16,0-4 2-16,-3-2 0 0,0 1 0 16,-5 1 1-16,-1 1-1 15,-1 2 0-15,0 3 1 16,0 2 0-16,0 3-1 15,0 2 2-15,0 0-3 0,-1 1 0 16,-1 7 2-16,2 4-1 16,0-1 1-16,0 3 0 15,0-1-1-15,2-3 0 16,2-1 3-16,3 0-3 16,-2-3 0-16,4 0 0 15,-1-3 0-15,0-2-3 0,2-1 2 16,1 0 0-16,-1-3 1 15,0-5-2-15,-2-4 1 16,1 2-2-16,-3-4-1 16,-1 0-2-16,-2-2 3 15,-2 2 1-15,2-1-4 0,-3-1 2 16,0 0 4-16,0 3 1 16,0-1 1-16,0 0 5 15,0 4-1-15,0 2 1 16,1 0-2-16,2 1-2 15,0 3-1-15,0 1 1 0,1 3 0 16,2 0-2-16,1 0 0 16,3 0 1-16,1 5 1 15,0 5-1-15,0 1-2 16,1 0 2-16,0 2-2 16,-1-1-14-16,-1-3-17 15,-1-2-52-15</inkml:trace>
  <inkml:trace contextRef="#ctx0" brushRef="#br0" timeOffset="4497.22">21255 14658 193 0,'0'0'89'0,"0"0"-87"0,0 0 4 0,0 0-4 0,0 0 0 15,0 0-2-15,0 0-1 16,0 0-1-16,0 0 3 16,0 0 2-16,0 0-1 15,36 28-1-15,-29-13 0 16,-6-3 1-16,1-2-4 0,0-1-3 16,-2-3-5-16,0-2 2 15,0-3 1-15,0-1 4 16,0 0 11-16,-3 0-2 15,-1-7-2-15,-3-4 0 16,3-5-2-16,3 1 0 16,-1-3 1-16,2 0-1 0,0 1 2 15,0 3 0-15,5 1 4 16,6 3-4-16,-2 0 0 16,2 6-3-16,2 1-1 15,0 3 1-15,1 0-1 16,0 4 0-16,0 9-3 0,-3-1-8 15,0 3-3-15,-2-1-16 16,-1-4-49-16,-2-3-82 16</inkml:trace>
  <inkml:trace contextRef="#ctx0" brushRef="#br0" timeOffset="4696.33">21534 14574 297 0,'0'0'19'0,"0"0"-10"0,0 0-7 0,0 0-3 15,0 0 1-15,0 0-1 16,0 0 1-16,0 0 1 16,18 39 0-16,-13-28-10 15,0-4-31-15,-1-4-49 0</inkml:trace>
  <inkml:trace contextRef="#ctx0" brushRef="#br0" timeOffset="4840.2">21503 14442 323 0,'0'0'1'15,"0"0"-3"-15,0 0 4 16,0 0-47-16,-10-40-137 15</inkml:trace>
  <inkml:trace contextRef="#ctx0" brushRef="#br0" timeOffset="5344.41">21667 14533 238 0,'0'0'57'0,"0"0"-55"0,0 0 6 16,0 0-5-16,0 0-2 15,0 0-1-15,0 0 3 16,0 0 6-16,-4 0-4 16,4-1 0-16,0 1-6 15,0 0 1-15,0 0-7 16,0 1 6-16,1 6 0 15,2 0-7-15,-1 2-2 0,-1-2 4 16,-1-2 3-16,1 0 2 16,-1-2 0-16,0-2-1 15,0-1 3-15,0 0 2 16,0 0 6-16,0 0-2 16,-1-5-2-16,0-3-4 0,-1-3 3 15,2-2-2-15,0-1 2 16,0-2 1-16,3 1-1 15,5 2-3-15,1 0 0 16,4 3-1-16,-1 2 0 0,2 5 0 16,-1 0 0-16,0 3 0 15,0 0 0-15,0 7-1 16,-2 5 0-16,0 0 0 16,-1 2-3-16,-1 1-18 15,-2-2-5-15,1-2-10 16,-3-3-18-16,4-2-17 0,-4-6-17 15</inkml:trace>
  <inkml:trace contextRef="#ctx0" brushRef="#br0" timeOffset="5934.54">21952 14439 258 0,'0'0'7'0,"0"0"9"0,0 0-9 0,0 0-4 15,0 0-6-15,0 0 3 16,0 0-2-16,0 0-2 0,0 0 5 16,-46-32 1-16,35 32-1 15,-1 1-2-15,3 6 4 16,1 2-2-16,3-1-2 16,1-1-1-16,4-1-8 15,0 0-13-15,0-1 7 0,6-2 5 16,1 0-2-16,3-2-1 15,0-1-2-15,-3 0 6 16,0 0 7-16,0-1 3 16,-1-3 0-16,-4-2 12 15,1 1 15-15,-2-1-8 16,0 1-2-16,-1 0-4 0,0-1-3 16,0 0-1-16,0 1-2 15,0 2 1-15,0-1-2 16,0 2-2-16,0 0-3 15,0 2 1-15,0 0-2 16,1 0-6-16,2 4 2 0,0 4 7 16,1 4 0-16,5 3-2 15,-2 4 0-15,4 2 1 16,3 4-1-16,0 1 0 16,1 5-1-16,0-1 1 15,-1 2-1-15,-2-1 1 0,-1-2 0 16,-1-3-1-16,-6-2 2 15,-3-5 3-15,-1-2-3 16,0-3-1-16,-12 0 3 16,-5-1 3-16,-9-2-1 15,-5-1-3-15,-7-3-3 16,-1-2-2-16,-2-5-19 0,5 0-15 16,4-17-42-16,10-8-79 15</inkml:trace>
  <inkml:trace contextRef="#ctx0" brushRef="#br0" timeOffset="6362.42">22405 14218 97 0,'0'0'169'0,"0"0"-163"0,0 0 35 15,0 0-30-15,0 0-4 16,0 0-6-16,0 0 0 16,0 0-1-16,36-3 1 15,-23 14-1-15,2 5 0 16,-1 1 0-16,-1 1 0 0,-2-1 1 15,-2-2-1-15,-3-1 0 16,-3-4 0-16,-2-3-1 16,-1-1-2-16,-1-2 3 15,-9-3 4-15,2 1-1 16,-5-2-1-16,1 0-1 16,0-2 4-16,1-6 0 0,3-4 0 15,2-1-2-15,4-5-7 16,2 1 4-16,0-3-16 15,11 0-15-15,6 2-38 16,2 1-56-16</inkml:trace>
  <inkml:trace contextRef="#ctx0" brushRef="#br0" timeOffset="6711.66">22785 14145 54 0,'0'0'175'0,"0"0"-140"15,0 0-19-15,0 0-14 16,0 0-1-16,-48 5 1 16,29 0 3-16,2 5 2 15,-2 0-1-15,3 1 0 16,3-2-3-16,3 2-3 16,3 1 3-16,4-4-2 0,3 2-1 15,0-5 1-15,0 0-3 16,3 0 2-16,4-3 3 15,4 0-4-15,0-2 2 16,1 0 3-16,2 0-2 0,-1-2 0 16,1 0 2-16,-3-1 1 15,2 0 5-15,-4-1-1 16,0 1-7-16,1 1-1 16,-2-4-1-16,0 2 2 15,1-3-8-15,-4-3-26 16,0-1-40-16,-2-1-91 0</inkml:trace>
  <inkml:trace contextRef="#ctx0" brushRef="#br0" timeOffset="6974.7">22762 13793 238 0,'0'0'5'0,"0"0"-4"0,0 0 2 16,0 0 1-16,16 39 7 16,-9-17 1-16,-1 4-2 15,1 2 0-15,2 2 2 16,-1 0-6-16,1-2-2 16,-2 2-2-16,2-4-2 0,-1-1 0 15,-1-2 0 1,0 0-2-16,1-5-28 0,-2-5-32 15,-1-5-78-15</inkml:trace>
  <inkml:trace contextRef="#ctx0" brushRef="#br0" timeOffset="7323.42">22979 14128 231 0,'0'0'77'16,"0"0"-76"-16,0 0-1 15,0 0 1-15,0 0 1 0,0 0 1 16,0 0-3-16,0 0 0 16,40-28 1-16,-34 18-2 15,1 0 2-15,-2-1-1 16,1 1 0-16,-4 1 0 16,-2 2 1-16,0 3-1 0,0 1-4 15,-5 0-2-15,-2 3 10 16,-1 0-3-16,2 7 0 15,-3 5-1-15,3 0 0 16,2 4 2-16,3-2-1 16,1-1 1-16,0-2-2 0,1 1 2 15,7-2-1-15,0-3 1 16,2-2 0-16,1-2-1 16,3-3 0-16,-1 0-15 15,0 0-32-15,0-11-51 16</inkml:trace>
  <inkml:trace contextRef="#ctx0" brushRef="#br0" timeOffset="7480.06">23033 13936 297 0,'0'0'11'0,"0"0"13"0,0 0-9 15,0 0-10-15,12-36-4 16,8 30 1-16,4-1-3 15,3 0-22-15,-4-2-68 16</inkml:trace>
  <inkml:trace contextRef="#ctx0" brushRef="#br0" timeOffset="8413.62">18980 15801 123 0,'0'0'9'0,"0"0"24"0,0 0-2 0,-38 10-25 16,32-10-5-16,3 2 0 0,1-2 0 15,2 0 4-15,0 0-5 16,0 1-1-16,0 0 1 15,2 0-3-15,7-1 3 16,0 2 0-16,5-2-1 16,3 0-1-16,4 0 3 15,8-7 3-15,2-4 1 0,7-3-4 16,7-3 4-16,6-2 1 16,7-5 0-16,5 0-2 15,6-3 2-15,4 0 1 16,7-5-4-16,3 0-1 15,9-5 1-15,10-1 0 0,6-5 2 16,11-4-4-16,6 0-1 16,7-5 1-16,11 1-1 15,1 0 0-15,7-3 1 16,4 0-1-16,4-2 0 16,3 0 12-16,-3 1 11 0,3 0-4 15,0 1 1-15,-5 3-6 16,-5 2 7-16,-10 4-8 15,-9 3-9-15,-9 3-1 16,-10 4-3-16,-13 5 0 16,-9 3 0-16,-12 4-2 0,-8 5-12 15,-15 1-22-15,-15 0-26 16,-15 1-96-16</inkml:trace>
  <inkml:trace contextRef="#ctx0" brushRef="#br0" timeOffset="10235.9">18365 15247 100 0,'0'0'39'0,"0"0"-26"0,0 0 7 0,0 0-17 16,0 0-4-16,0 0 2 0,0 0 0 15,0 0 0-15,31 44 1 16,-17-22-1-16,0 4 1 16,1 7-2-16,0 4 1 15,2 3 1-15,3 1 0 16,-2 5-2-16,4-1 2 0,-3-4 1 16,4 1 1-16,-2-2-2 15,1-4 0-15,-4-3-1 16,2-2 0-16,-5-7 0 15,1-2 0-15,-5-7-3 16,-5-10-54-16</inkml:trace>
  <inkml:trace contextRef="#ctx0" brushRef="#br0" timeOffset="11138.75">18276 15084 126 0,'0'0'25'0,"0"0"-23"0,0 0 12 0,0 0 4 15,0 0-3-15,0 0-9 16,0 0 1-16,-22-38-4 16,26 32-2-16,4 2-1 0,6-2 1 15,4-2-1-15,3-1 0 16,4 0 1-16,4-2-1 15,6 0 0-15,5-5 0 16,5-2-2-16,4-1 6 16,7-1-2-16,4-2 0 0,5-1 0 15,6-2 0 1,6 0 0-16,8-3-2 0,4-2 0 16,8-4 1-16,3-2-1 15,2-2 0-15,8-1 0 16,-1-2 0-16,1 0 0 0,3 0 0 15,2-1 0-15,1 0 0 16,1 0 0-16,2 0 0 16,1-3 0-16,-2 2 0 15,3 1 0-15,1 1 2 16,-5 1-2-16,2-1 0 16,-2 1 0-16,-2 0 0 0,-2 1 1 15,-1-1 1-15,-3 1 6 16,-1 1-3-16,-3 5-2 15,-4 1-3-15,-6 2 1 16,-2 6-1-16,-5-2 0 16,-8 6 0-16,-6 0 1 0,-8 2-1 15,-5 0 0-15,-6 0 0 16,-2 3 1-16,-4-1 0 16,-3 2-1-16,-1 1 1 15,-5 3-1-15,-6 2 1 16,-3 1-1-16,-6 1 0 0,-5 4 0 15,-1 2 0-15,-5 0-1 16,-1 0 2-16,-4 0-2 16,3 0 1-16,-3 2 0 15,1 5-1-15,-2 2 1 16,2 3 0-16,-2 3-1 0,1 4 1 16,-1 3 0-16,-4 5 0 15,1 5 0-15,-1 3 0 16,-4 6 0-16,0 4 0 15,0 8 0-15,-3 3 0 16,-7 5-1-16,-8 3-10 16,-7 6-15-16,-6 3-25 0,-9 2-14 15</inkml:trace>
  <inkml:trace contextRef="#ctx0" brushRef="#br0" timeOffset="11645.22">20408 15372 41 0,'-4'0'19'0,"0"0"-8"0,0 0 0 16,1 0-6-16,1 1-4 15,-1 1-1-15,0-2 0 0,2 3 2 16,-2-2 2-16,2 2-2 16,-1-1-1-16,1 2-9 15,-4-2-47-15</inkml:trace>
  <inkml:trace contextRef="#ctx0" brushRef="#br0" timeOffset="11978.83">20342 15402 112 0,'0'0'14'0,"0"0"10"15,0 0-6-15,0 0-8 16,0 0-6-16,0 0 1 0,0 0 6 16,-7-38 4-16,7 35 7 15,0 2 2-15,0 1-7 16,0 0-16-16,0 4 0 16,1 9-1-16,7 4 1 15,2 4-1-15,2 2 1 16,2 1-1-16,1 0 0 0,1-1 1 15,1 0-1-15,-1-1 0 16,0 0 1-16,1 2-1 16,-4 0 0-16,1 1 0 15,-2 2 0-15,-1-1 0 16,-2 1 0-16,-1-1 0 0,-1-1 0 16,0-3-1-16,-2-2 1 15,1-2-2-15,-5-3-9 16,0-2-7-16,-1-1-13 15,0-1-29-15,-2-5-14 16</inkml:trace>
  <inkml:trace contextRef="#ctx0" brushRef="#br0" timeOffset="12363.61">20402 15806 64 0,'0'0'2'0,"0"0"-1"0,0 0 3 16,0 0 1-16,0 0 7 0,44 12 2 16,-33-8 5-16,0-2-1 15,1 1-4-15,2 0 0 16,-1-2-5-16,5 5-6 16,-3-3 0-16,1 0-3 15,-2-1 1-15,2 1-1 0,-1 0 0 16,2-3 0-16,-2 3-3 15,0-3-12-15,-2 0-31 16,-2 0-64-16</inkml:trace>
  <inkml:trace contextRef="#ctx0" brushRef="#br0" timeOffset="12563.32">20741 15730 140 0,'0'0'1'0,"0"0"3"0,0 0 12 16,0 0-5-16,0 0-12 15,0 0-2-15,0 0 8 16,0 0-3-16,0 59-1 16,0-32-1-16,-4 6-11 0,-1 0-31 15</inkml:trace>
  <inkml:trace contextRef="#ctx0" brushRef="#br0" timeOffset="16136.63">20713 16229 72 0,'1'0'11'0,"-1"1"10"0,0-1-4 0,0 0-3 15,0 3-1-15,0 0-3 16,0 1-8-16,-1-2-1 15,-2 0-1-15,1 1 0 16,-1-3 1-16,1 0-1 16,2 0 3-16,-2 0-1 15,2-3-2-15,0-4 1 0,0-3 2 16,0 0-1-16,2-5 0 16,4 3 0-16,0 1-1 15,1 0 1-15,1 0 3 16,2 3-2-16,-2 3 2 15,1 2 4-15,0 0-2 0,3 3-3 16,1 0-1-16,1 6-2 16,-1 5 0-16,0 3 0 15,0 3 1-15,-2 2-4 16,-4-1 1-16,0-1-1 16,-2-3 2-16,-1-1 0 0,0-4 0 15,-4-1 0 1,2-2 1-16,0-2 0 0,-2-1 0 15,0 0-1-15,0-3 2 16,0 0 1-16,0 0 4 16,0 0 11-16,0-7-12 0,0-2-4 15,0-2-1-15,0-3 3 16,0-2-2-16,1-4-2 16,3-1 0-16,3 1 0 15,-4-3 0-15,4 2 0 16,1 0 0-16,1 3-3 15,0 2-4-15,0 1 4 0,1 6 2 16,-3 1 0-16,0 4 1 16,-1 1 0-16,-1 2 0 15,0 1 0-15,0 0-1 16,1 0-3-16,-1 5 2 0,0 4 0 16,1 6-2-16,-2 1-3 15,3 3 0-15,-4 3 2 16,1 1 2-16,-2 3 3 15,2-2-1-15,-1 0 3 16,1-3-1-16,3-1-1 16,-2-3 2-16,1 0 2 0,1-3-3 15,3-2 2-15,-2-1-2 16,1-2-1-16,1-4 0 16,-1-2 2-16,1-1 6 15,1-2 4-15,2 0 1 16,-4 0-4-16,2-5 1 0,0-2-3 15,-2-1-4-15,-3-2-1 16,-1 1-2-16,0-2-15 16,-5 4-38-16,0 0-61 15</inkml:trace>
  <inkml:trace contextRef="#ctx0" brushRef="#br0" timeOffset="21044.22">20542 16737 130 0,'1'0'7'0,"0"0"-5"0,0 0-1 16,0 0-1-16,0 0 1 16,1 0-1-16,-2 0 0 15,2 0 1-15,1 0 1 0,0 0-1 16,0 0 0-16,4 0 0 16,0 0 0-16,2 0 1 15,4 0 1-15,0 0-1 16,4 0 0-16,2-1-1 15,4-2 0-15,2 0-1 0,4-2 0 16,0 0 1-16,4 1-1 16,1-3 0-16,1-2 0 15,1 0 5-15,3-2 6 16,2-1 6-16,-1-2 1 16,6-2-5-16,2 0-3 0,0 1 3 15,0-1 2-15,0 2-8 16,-4 0-6-16,-1 1-1 15,-5 1 1-15,-2 1 0 16,-3 2-1-16,0 0 2 0,-4 1-4 16,-5 1 4-1,0 3-2-15,-4 0-5 0,-5 0-25 16,-7 1-34-16,-3-3-45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39:12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5472 4395 35 0,'0'0'16'0,"0"0"-6"0,0 0 0 16,0 0-6-16,0 0 2 16,-47-8 0-16,38 5-1 15,-2-2 2-15,1 0-5 16,2 1-1-16,-1 1 0 0,-3-1-1 16,-1 2 1-16,0 1-1 15,-5 1 0-15,-2 0 0 16,-2 0 0-16,-5 0 3 15,-2 1-1-15,-5 6 1 16,1-1 1-16,-6 2 1 0,3 2 0 16,1 0 1-16,-1 2-2 15,1-1 0-15,-1 5 0 16,-1 1-3-16,-2 1 0 16,1 3-1-16,-7 1 0 15,2 3 1-15,-1 4 0 0,1-2-1 16,1 0 1-16,-1 1-1 15,1-2 1-15,2 1-1 16,-1-3 1-16,1 3-1 16,0 0 0-16,-1 0 0 15,2 3 1-15,3 1-1 0,2 0 0 16,1 2 1-16,2-1-1 16,2-2 0-16,4-1 0 15,2-1 0-15,2-1 0 16,2 0 0-16,1 3 0 15,5 0 0-15,0 1-1 16,3-1 2-16,2 1-1 0,3-1 0 16,1 1 0-16,0-2 1 15,4 0-1-15,0 1 0 16,0-1 0-16,0 0 1 16,0-2-1-16,6 1 0 0,1-3 0 15,1 2 0-15,4-2 0 16,-1-2 0-16,5 1 0 15,1 0 0-15,0 1 0 16,2-3 0-16,1 1-1 16,5-2 1-16,-3-1 0 0,5-4 3 15,0 1-3-15,2-4 1 16,0 0 0-16,2 1-1 16,-2 0 0-16,1 3 1 15,1-2-1-15,0 3-1 16,0 0 1-16,0-1 1 15,1 0-1-15,-1-1 0 0,1-2 1 16,1-1 0-16,2-2-1 16,-1-2 5-16,2-1-1 15,0 1-2-15,0-2 0 16,-3-2-2-16,0 3 1 16,1-3 0-16,-3 2 0 0,-1-1-1 15,3 0 2-15,-4-1 0 16,4 0-1-16,-1-1 0 15,1 3 0-15,4-1 0 16,-4 1-1-16,3-2 1 16,-3 1-1-16,3 1 0 0,-1-1 1 15,-1 0-1-15,1-1 1 16,4 1-1-16,3-2 1 16,0-1 0-16,2 0-1 15,4-2 1-15,-1 1-1 16,3-2 1-16,-3 1-1 0,4-1 0 15,2 0 2-15,-1 0-1 16,-1 0-1-16,0 0 0 16,1 0 0-16,0-1 2 15,0-2-2-15,0-3 0 16,5 2 0-16,-1-2 0 0,4 1 0 16,2-1 0-16,-1 0 1 15,1 1-1-15,1-1 0 16,-3 0 0-16,-1 2 0 15,-3-2 1-15,-2 0-2 16,-1 1 2-16,2 1 0 0,-3 0 2 16,3-1 4-16,1 2-4 15,3-1-2-15,3-1 0 16,1 0 0-16,1 1-1 16,1-2 1-16,-3 2-1 15,3 1 0-15,-2-1 0 0,-1-2 1 16,-1 2-1-16,3-2 0 15,0 0 3-15,-3-1 0 16,3-2 0-16,-3 3 0 16,3 0 0-16,1 2-2 15,0 1-1-15,1 3 1 16,2 0-1-16,2 0 0 0,3 0 1 16,0 0-1-16,0 0 0 15,2 0 0-15,-1 1 1 16,-1-1-1-16,1 0 1 15,1-1 1-15,0-7 1 0,1-1 3 16,-3 0-2-16,3-1 0 16,1 2-3-16,-2-2 2 15,-2 3-1-15,-2 0-1 16,-2-2 0-16,-1-1 1 16,0-1 0-16,-1 0 2 0,1-5 1 15,0-1-1-15,1-1-2 16,1-4 1-16,-2 1-2 15,-2-3-1-15,-4 0 0 16,-3-2 1-16,-5 0-1 16,-5-1 1-16,-2 2-1 0,-3-3 1 15,-3 0 0-15,-3 1 1 16,-3-2 0-16,-4-1-1 16,-1-1 2-16,-6-3-2 15,-3-2-1-15,-6 1 1 16,-2-4 0-16,-5 2 0 15,-4-2 0-15,-2 2 2 0,-2 0 3 16,0 1 0-16,-4-2-1 16,-3 1 0-16,-6 1-2 15,0-1-2-15,-1 1-2 16,-2 0 0-16,-2 5 2 16,-3-2 2-16,0 3 0 0,-2 2-2 15,-4-1-1-15,0 2 1 16,-2 0 1-16,-2 2-2 15,-2-2 1-15,3 1-2 16,-3 2 2-16,2-1-2 16,-2 2 3-16,1 0-3 0,-3 1 1 15,-1 0-1-15,0 1 2 16,-4 2-2-16,0-2 3 16,1 1-2-16,-2 0 0 15,0 0 0-15,-1 2 1 16,0-1-1-16,-1 1 0 0,0 2 0 15,-2 1 0-15,0-1-1 16,-2 2-3-16,-6 1 3 16,4 2 1-16,-5-2 0 15,-2 2 0-15,0-1 1 16,-1 1-1-16,0 0 2 0,-1-1-2 16,-2 2 1-16,-1 0-1 15,1-1 0-15,-4 0 0 16,3-1 0-16,-3 2 0 15,1 1-1-15,0 0 1 16,-3 1-2-16,-1 0 2 16,1 3-2-16,-1 0 0 0,-2 2 0 15,2 2 0-15,2-2 2 16,-2 3 0-16,4 0 0 16,-2 0-1-16,-1 0 1 15,-1 0 0-15,0 0-1 0,-2 0 1 16,-1 0 0-16,0 3-1 15,2-2 1-15,1 2 0 16,1-1 0-16,1-1-1 16,1-1 1-16,3 0 0 15,-3 0 0-15,3 0 0 0,1 0 0 16,-1 0 0-16,1 2 0 16,-1 2 0-16,4-1 0 15,-3 2 0-15,2 1 0 16,1 0 0-16,1 3 0 15,0-3 0-15,0 3 0 0,-1-1-3 16,-1 1 3-16,2-2 0 16,-3 2 0-16,2 0 0 15,2 0 0-15,-3 2-1 16,5 1 2-16,-3-1-1 16,3-1-1-16,-1 3 1 15,5 0 0-15,-3-2 0 0,0 3 0 16,0 0-1-16,2-2 1 15,0-1 0-15,2 2 0 16,-2-2 0-16,1 1 0 16,0 0 0-16,1 0 0 15,-2-1 0-15,1 2-1 0,4-2 1 16,0 1-1-16,-2-1 0 16,0-1 2-16,3 0-1 15,-4 0 0-15,0 1 0 16,0-1 0-16,2 3 0 15,-3-2 1-15,4 3-2 0,-2-2 1 16,4 4 1-16,-1-1-4 16,3-2-39-16,-3-7-63 15</inkml:trace>
  <inkml:trace contextRef="#ctx0" brushRef="#br0" timeOffset="6094.08">5024 5885 28 0,'0'0'6'0,"0"0"2"0,0 0 8 0,0 0-3 16,0 0 2-16,0 0-2 15,0 0-3-15,0 0 2 16,0 0-5-16,0 0-2 16,0 0-4-16,0 0-1 0,0 0-1 15,0 0 0-15,-17-3 1 16,22 0 0-16,5 1-2 16,0-2 2-16,3-1 0 15,2 1-2-15,3-2 3 16,-1 0-2-16,2 1-2 0,2-1-7 15,-2 1-16-15,-1-1-10 16</inkml:trace>
  <inkml:trace contextRef="#ctx0" brushRef="#br0" timeOffset="6322.7">5065 5920 103 0,'0'0'11'0,"0"0"8"16,0 0-11-16,0 0-3 16,0 0-6-16,0 0 2 15,0 0 0-15,42-4-1 0,-15-3 3 16,3-6-33-16</inkml:trace>
  <inkml:trace contextRef="#ctx0" brushRef="#br0" timeOffset="6934.29">6289 5926 145 0,'0'0'0'0,"0"0"5"0,0 0-1 0,0 0-5 0,0 0-16 16,0 0 3-16,0 0 2 15,0 0-10-15,0 0-46 16</inkml:trace>
  <inkml:trace contextRef="#ctx0" brushRef="#br0" timeOffset="7340.29">7283 5855 87 0,'0'0'1'0,"0"0"-28"0,0 0-8 0</inkml:trace>
  <inkml:trace contextRef="#ctx0" brushRef="#br0" timeOffset="7780.83">7792 5658 94 0,'0'0'18'0,"0"0"-7"16,0 0 1-16,0 0-9 0,0 0-2 15,0 0 0-15,0 0-5 16,0 0-19-16,0 0-5 16</inkml:trace>
  <inkml:trace contextRef="#ctx0" brushRef="#br0" timeOffset="8286.49">8337 5513 11 0,'0'0'6'0,"0"0"-2"0,0 0 2 0,0 0 1 0,0 0-4 16,0 0 0-16,0 0 2 15,0 0 1-15,40 0-1 16,-28 0-4-16,1 0-1 16,2-3-45-16</inkml:trace>
  <inkml:trace contextRef="#ctx0" brushRef="#br0" timeOffset="8600.2">8771 5484 59 0,'0'0'2'16,"0"0"1"-16,0 0 3 0,0 0-1 16,0 0 2-16,0 0 0 15,0 0-4-15,0 0 4 16,2 21 11-16,18-21-8 16,7-6-3-16,7-4-2 15,3-3 0-15,3 0-1 16,3-2-1-16,0 2-2 0,1 0-1 15,-5 2-1-15,-2 0-26 16,-8 2-77-16</inkml:trace>
  <inkml:trace contextRef="#ctx0" brushRef="#br0" timeOffset="8792.37">8934 5526 53 0,'0'0'43'0,"0"0"-39"16,0 0-4-16,0 0 2 15,0 0 15-15,40 3-7 16,-4-12-3-16,9-6-5 16,11-4-1-16,6-2-43 0</inkml:trace>
  <inkml:trace contextRef="#ctx0" brushRef="#br0" timeOffset="18824.65">17514 13368 12 0,'0'0'2'0,"0"0"6"0,0 0 9 16,0 1 4-16,-2 0 3 15,2 0-17-15,0-1-7 16,0 0-6-16,0 0-40 15</inkml:trace>
  <inkml:trace contextRef="#ctx0" brushRef="#br0" timeOffset="20398.59">17456 13384 72 0,'0'0'27'0,"0"0"-2"0,0 0-4 0,0 0-5 16,0 0-11-16,0 0-1 16,0 0-1-16,0 0 1 15,0 0 3-15,0 0-1 16,0 0 2-16,0 0-4 16,-17-34 0-16,23 24 0 0,-1 3 0 15,3-3-2-15,-3 1 1 16,3-2-1-16,0 4 0 15,1-3 0-15,-1 3 2 16,2 0 1-16,0 1-2 0,1 2-1 16,-1 1-1-16,1 3 0 15,0 0-2-15,2 0 1 16,-1 7-2-16,0 3 1 16,0 0-4-16,-2 4 1 15,1 2 2-15,-1 0 2 0,-3-1 0 16,0 2 0-16,-1-1 1 15,-1-1-1-15,-2 0-1 16,-1-3 2-16,0-4-1 16,0-1-1-16,-2-3 2 15,1 0-1-15,0-4 1 0,1 0 0 16,0 0 6-16,0-6 6 16,1-4-12-16,1-4 6 15,3-3-6-15,-3-1 0 16,3-3 1-16,-1-1 1 15,4 1-1-15,-1-2 0 16,0 2-1-16,1-1 1 0,2 2 2 16,-1 1-3-16,3 3-1 15,-3 0 1-15,2 3-1 16,1 4-1-16,-1 2 2 16,0 2-2-16,-1 1 1 15,0 4-1-15,-2 0 0 0,-4 2-2 16,1 6 1-16,-1 5-2 15,2 2 3-15,-4 3 2 16,0 3 0-16,1-1-1 16,-3 1 1-16,1 2-1 15,-1 0 1-15,0 1-1 0,3 0-1 16,-3 0 1-16,1 2 0 16,-1 1 1-16,2 1 0 15,0-2-2-15,-2 2 2 16,-1 0-1-16,1 1 1 15,0-1-1-15,-2-1 0 0,0-3 0 16,0 0 1-16,2-2-1 16,0-4 0-16,1-2 1 15,0-1-1-15,1-3 0 16,2-1 0-16,-2-2 2 16,3-2-1-16,0-2-1 0,2-2 1 15,-2 0-1-15,3-3 0 16,2 0 4-16,-1 0-2 15,1 0-1-15,-1 0 0 16,2-4 0-16,-1-3 0 16,1 3-1-16,0-1 0 0,0 4 0 15,-4-2-16-15,-1 0-48 16,-2 2-72-16</inkml:trace>
  <inkml:trace contextRef="#ctx0" brushRef="#br0" timeOffset="30893.56">10673 4830 51 0,'0'0'16'0,"0"0"2"0,0 0 1 0,0 0-8 16,0 0 4-16,0 0-1 15,0 0-6-15,0 0-3 0,0 0-4 16,0 0-1-16,0 0 0 16,0 0-1-16,0 0-1 15,2-13-8-15,-2 13 9 16,2 0 1-16,-2 3 1 16,2 0-1-16,-2-2 0 0,2-1 0 15,0 0 1-15,1 0 1 16,3-3 10-16,6-11 15 15,6-6-6-15,9-8-7 16,10-11 0-16,12-13-6 16,17-10-2-16,17-10-4 15,15-14-1-15,14-18-22 0,13-11-178 16</inkml:trace>
  <inkml:trace contextRef="#ctx0" brushRef="#br0" timeOffset="37326.9">6082 12932 2 0,'0'0'36'0,"0"-2"-26"0,0 0-1 0,0 1-3 0,0-1 2 16,0 2-4-16,0-2-2 15,-2 0 0-15,-1 1 2 16,3-1-3-16,-2 1 2 15,2 1-1-15,0-1 1 0,0 0 2 16,0 1-1-16,0 0-1 16,0 0 0-16,0 0-2 15,0 0 0-15,0 0 0 16,0 0-1-16,0 0 1 16,0 0 0-16,0 0-1 0,0 0 0 15,0 0 0-15,0 0 1 16,0 0-1-16,2 0 0 15,5 0 0-15,-2 0 0 16,1 0 0-16,0 0 0 16,4 0 0-16,-3 0 0 0,1-1 1 15,1 1 0-15,1-2 0 16,-2 2 0-16,1-1-1 16,1 1 0-16,-2 0 0 15,3 0 2-15,-4 0-2 16,3-1 1-16,0-1-1 0,-1 2 0 15,0 0 1-15,0-1-1 16,0 1 0-16,2-2 0 16,1 2 1-16,1-1-1 15,3-2 0-15,-2 3 0 16,1-1 1-16,0-1-1 16,-3 1 0-16,0 0 1 0,-1 0-1 15,3 1 0-15,-5-1 0 16,3 0 0-16,-4 1 0 15,3-2 0-15,-1 1 1 16,1-1-2-16,0 1 2 16,2 1-1-16,0 0 0 0,2 0 0 15,2-1 0-15,-1-1 0 16,3 2 0-16,2-2 0 16,-1 0 0-16,0 0 0 15,3-2 1-15,-1 1-1 0,0-1 0 16,0 1 0-16,1 0-10 15,-1-1 20-15,0 1-8 16,0 2-1-16,2-2 0 16,2 0 1-16,-4 2-2 15,5-1 0-15,-4 0 1 16,3 0-1-16,-1 1 0 0,-1-1 0 16,3 2 0-16,-2-1 1 15,-2 0-1-15,3 1 0 16,1-2 0-16,-3 2 1 15,3-3-1-15,0 2 0 16,2-1 1-16,0-2-1 0,-2 1 0 16,0-1 1-16,2 2-1 15,-2-2 1-15,-1 0-1 16,3 0 1-16,0 0-1 16,0-1 0-16,0 2 1 15,3-2-1-15,-1 2 1 16,0-1 0-16,3 1-1 0,-1 0 2 15,-1 0-2-15,4 2 0 16,-4-1 1-16,3 1-2 16,-2-2 2-16,-3 3 0 15,1 0-1-15,0 0 0 0,-2 0 0 16,2 0 1-16,-1 0-1 16,1 0 0-16,2 0 0 15,-3 0 1-15,1 0-1 16,0 3 1-16,0-3 0 15,0 1-1-15,1-1 1 0,1 2 0 16,3-1-1-16,-1 1 0 16,1 0 0-16,3 0 1 15,-2 0-1-15,3 0-1 16,-4-1 2-16,3 1-1 16,-1-2 1-16,0 0 0 15,-1 0 1-15,-1 0 1 0,3 0 2 16,-2 0 0-16,1 0-3 15,-4 0 1-15,1 0-1 16,-1 1-1-16,0 1-1 16,-1-2 0-16,-1 3 1 15,5-2-1-15,-1 0 1 16,-1 1 1-16,3-1-1 0,1 2 0 16,-1-1 0-16,-2 0-1 15,1 1 2-15,0-3-2 16,-4 3 3-16,1-2 3 15,-1 0-1-15,-1 0 0 0,-1 0 1 16,-3-1-2-16,0 2-2 16,-3-2 2-16,-1 0-2 15,0 0-1-15,-5 0-1 16,0 0 1-16,-3 0 0 16,-1-2-1-16,-3-1 0 0,-3 1 0 15,-1 0 0-15,-5-1-4 16,-2 0-41-16,-1-4-31 15</inkml:trace>
  <inkml:trace contextRef="#ctx0" brushRef="#br0" timeOffset="38181.76">8869 11914 23 0,'0'0'3'0,"0"0"-3"0,0 0 2 0,0 0 8 15,0 0 4-15,0 0-4 0,0 0-3 16,0 0-6-16,2 0-1 15,-2 0 1-15,2 0-1 16,0 0 1-16,-1 0 0 16,1 3-1-16,3 1 1 15,-3 0-1-15,0 3 2 16,0-3-1-16,1 1-1 0,-1 2 1 16,2-1 0-16,0-1 2 15,-1 0-2-15,3-2 1 16,-1 1 1-16,0-3 1 15,3 0 4-15,1-1 4 0,1 0 1 16,3-1-2-16,5-7-3 16,1-4-3-16,6-2 0 15,4-3-1-15,5-3-2 16,11-3-1-16,6-2 0 16,11-6 0-16,10-6-1 0,10-6-2 15,5-8-26-15</inkml:trace>
  <inkml:trace contextRef="#ctx0" brushRef="#br0" timeOffset="47401.36">16783 6213 6 0,'0'0'7'0,"0"0"-5"0,0 0 3 0,0 0 3 0,0 3 2 16,0-2 0-16,2 0 0 15,0 1-4-15,1 1 0 16,-1 1-3-16,3-1 0 16,-1 2 2-16,-1 0-3 15,3 2-1-15,-2 0 1 0,-1 3 1 16,-1-1 0-16,2 2 2 16,-4 1-1-16,2 0 2 15,-2 1-2-15,0 1-1 16,0-1 0-16,0 0 0 15,0 0-2-15,0-1 0 16,0 1 0-16,0-1 0 0,0-1-1 16,0 2 1-16,0-2 0 15,0-1 0-15,0 1 0 16,-2-1 0-16,2-1 0 16,0-2 2-16,-2 0-1 15,1-1 0-15,1-2-1 0,0-3 1 16,0 1 0-16,-1-1 3 15,1-1 5-15,0 0 8 16,0 0 3-16,0 0 6 16,0 0 0-16,-1 0-16 0,0 0-6 15,1-1-3-15,0-2 0 16,-1 0-1-16,0 0 0 16,1 2 1-16,0 0-2 15,0-1 1-15,0 2-2 16,0 0-4-16,0 0 0 15,0 0 6-15,0 0-1 0,0 3 0 16,0 1 0-16,1 3 0 16,0-1-1-16,0 1 1 15,0-1 0-15,-1 0 1 16,1-1-1-16,-1 1 0 16,0-4 0-16,1 0 0 0,-1 0 0 15,0-2 0-15,0 0 2 16,0 0 1-16,0 0-1 15,0-4-2-15,-3-4 2 16,0-2-2-16,2-1 0 16,-1-2-2-16,0-4 1 0,-1 0 1 15,1-3 0-15,0 0 0 16,0-1-1-16,0-3 0 16,2 1-2-16,-2 0-5 15,2 3 0-15,0-1-5 16,0 5 2-16,0-2 3 0,0 4 3 15,0-1 1-15,0 3 3 16,0 1-2-16,0 2 3 16,0 2 0-16,0 1-1 15,0 3 0-15,4 2-9 16,-3 1-23-16,0 0-30 0</inkml:trace>
  <inkml:trace contextRef="#ctx0" brushRef="#br0" timeOffset="51753.43">15152 6427 13 0,'0'0'7'0,"0"0"-2"0,0 0 1 0,0 0-2 16,0 0 0-16,0 0-1 15,0 0 2-15,0 0 12 16,0 0 4-16,0 0-10 16,0 0-6-16,0 0 4 0,0 0-2 15,-2-5-3-15,8 5-2 16,4 0 0-16,1 0-2 15,4 0-1-15,3 0 2 16,4 0 0-16,0 0 1 16,1 0-2-16,5 0 0 15,2 0 1-15,3 0-1 0,2 0 0 16,5 0 0-16,3 0 0 16,2 0 1-16,2 0-1 15,0-1 0-15,0-2 0 16,-2 3 0-16,2-2 0 15,-3 1-1-15,2-2 1 0,2 0 1 16,0 0-1-16,3 1 0 16,-3 0 4-16,2-1-3 15,-4 3 1-15,0-2-2 16,-1 0 0-16,0-1 1 16,-4 0 0-16,-3 2 0 0,1-3-1 15,-8 1 2-15,-1-3 1 16,-3 3 0-16,-1-1-1 15,0 3 1-15,-1-1-2 16,-2-1 0-16,-3 2 1 0,-1 0-2 16,0 0 0-16,-4-1 0 15,-1 2 1-15,-1-1-1 16,-2 1 1-16,1 0-2 16,-2 0 2-16,1 0-1 15,-4 0 0-15,1 0 0 16,0 0 0-16,-2 0 0 0,2 0 0 15,-1 0 0-15,1 0 0 16,-1 0-1-16,4 0 0 16,-4 0-12-16,0 0-18 15,1-2-18-15</inkml:trace>
  <inkml:trace contextRef="#ctx0" brushRef="#br0" timeOffset="52124.53">16846 6247 47 0,'0'0'7'0,"0"0"10"0,0 0-6 0,0 0-3 16,0 0 1-16,0 0 2 15,0 0 1-15,0 0-8 0,0 0-3 16,0 0 2-16,0 0 3 16,0 0-2-16,0 0-2 15,0 7 1-15,0 3 0 16,0 3 1-16,0 1 2 15,0 2-2-15,-1 5-1 0,-2 1-3 16,2 9 0-16,-1 1 1 16,0-2-2-16,-1-5-69 15</inkml:trace>
  <inkml:trace contextRef="#ctx0" brushRef="#br0" timeOffset="57990.34">16975 7861 11 0,'0'0'2'15,"0"0"-1"-15,0 0-1 0,0 0-4 0,0 0 8 16,0 0-1-16,41 0 4 15,-34 0 2-15,3 0-6 0,-3 0-1 16,5 0 0-16,-1 0 0 16,2-2 0-16,0 2-2 15,1 0 1-15,3-1-8 16,4 1 15-16,-1-2-6 16,4 0-2-16,1 1 2 0,4 0-1 15,0-2 1-15,4 2 4 16,4-2-1-16,2 0 2 15,4-1-3-15,-1 1 0 16,3 0 1-16,0-1-2 16,2 3 0-16,-4-1 1 0,3 1-3 15,1-2 1-15,0 1 0 16,0 0 1-16,-3 0-2 16,1-1 2-16,-2 2-2 15,1-2 0-15,-1 3 0 16,0-1 2-16,-1-2 0 15,-2 3 2-15,-2-2 0 0,-1 1-2 16,-4-2-1-16,-4 2 1 16,-2-1-2-16,-5 2 0 15,0-2 0-15,-3 1-1 16,0 1 0-16,-3 0 0 16,0 0 1-16,0 0-1 0,1 0 0 15,1 0 0-15,-1 0 0 16,-1 0 1-16,1 0-1 15,-2 0 0-15,1 0 0 16,-1 0 0-16,-2 0 0 16,1 0 0-16,-4 0 1 0,1 0 0 15,-1 0 0-15,-4 0 2 16,3-2-2-16,1 2 0 16,-3-2 0-16,1 0 0 15,-1 0 1-15,0 1 0 16,-3-1 4-16,-1 2 1 0,0 0-1 15,0 0-3-15,-3 0-2 16,2 0-1-16,-2 0-4 16,0 0-47-16</inkml:trace>
  <inkml:trace contextRef="#ctx0" brushRef="#br0" timeOffset="60210.83">18851 9231 13 0,'0'0'20'0,"-1"0"1"0,-1 0-9 0,2 0-7 15,0 0-3-15,-2 0-2 16,2 0 1-16,-2 0-1 16,1 0 2-16,0 0 6 0,-1 0 0 15,0 0 0-15,1 0 0 16,-1-2-4-16,0 2-1 16,2-2-1-16,-2 2-2 15,-1 0 0-15,3 0-1 16,-2 0 1-16,1 0 0 0,-1 0 0 15,1 0 0-15,1 0 0 16,-1 0 1-16,1 0 1 16,0 0-2-16,0 0 0 15,0 0 0-15,0 0 0 16,0 0 0-16,0 0 0 0,0 0-2 16,0 0 2-16,0 0 2 15,0 0-2-15,0 0 0 16,0 0 0-16,0 0 0 15,0 0 1-15,0 0-1 16,0 0 0-16,0 0 0 0,0 0-1 16,0 0 1-16,0 0 0 15,0 0 1-15,0 0-1 16,0 3 0-16,0-2 0 16,0 1-1-16,0 0 1 15,0 0-2-15,0-1-3 0,0-1-6 16,0 2-6-16,2 0-16 15,0-2-18-15</inkml:trace>
  <inkml:trace contextRef="#ctx0" brushRef="#br0" timeOffset="60323.7">18851 9231 4 0</inkml:trace>
  <inkml:trace contextRef="#ctx0" brushRef="#br0" timeOffset="61754.53">18851 9231 4 0,'13'11'8'0,"-13"-11"2"0,0 0 2 16,0 0-7-16,0 0-6 0,0 0 4 16,0 0-3-16,0 0 1 15,0 0 1-15,-2 0-2 16,2 0 0-16,-2 0 1 16,2 0 2-16,-3 0 7 0,2 0 3 15,1 0-1-15,0 0-3 16,0 0 0-16,0 0-3 15,0-2-4-15,0 2-1 16,0 0-1-16,0-2 0 16,0 2 1-16,0-1-1 15,0 1 1-15,0-2 2 0,0 2-1 16,0-1 2-16,0 1-1 16,0-1 0-16,0 1-1 15,0 0-2-15,0 0 1 16,1 0-1-16,2 0-1 15,-1 0 1-15,-2-2 1 0,0 2-1 16,2 0 0-16,-2 0 0 16,0 0 0-16,0 0 2 15,1 0-2-15,-1 0 0 16,0 0 1-16,0 0 0 16,0 0-1-16,0 0 1 0,0 0-1 15,0 0 1-15,0-1-1 16,0 1 0-16,0 0-1 15,0 0 0-15,0 0-1 16,0 0-1-16,0 0 0 16,0 0 0-16,0 0 1 0,0 0 2 15,0 0-1 1,0 0 2-16,0 0 0 0,0 0 1 16,0 0-2-16,0 0 0 15,0 0-4-15,0 0 4 16,0 0 0-16,0 0-1 0,0 0-3 15,0 0 0-15,0 0 3 16,0 0 1-16,0 0 0 16,0 0 1-16,0 0-1 15,0 0 1-15,0 0-1 16,0 0 0-16,0 0 1 0,0 0-1 16,0 0 0-16,0 0 0 15,0 0 0-15,0 0 0 16,0 0 1-16,0 0-1 15,0 0 3-15,0 0 5 16,0 0-5-16,1 0-2 16,0-3 0-16,2 3-1 0,2-1 0 15,-3 0 0-15,2 0 0 16,1 1 0-16,1 0 0 16,0 0 0-16,1 0 2 15,0 0-2-15,1 0-2 16,3 0 2-16,0 0 0 0,-2 0 2 15,4 0-4-15,-1 0 2 16,2 0 0-16,-1 0 0 16,3 0 0-16,-1 0 0 15,1 0 2-15,1 0-2 16,1-3 1-16,1 3 0 0,2 0-1 16,-2-1 0-16,3 0 0 15,4 0 0-15,-4 0 0 16,4 0 0-16,1-1 0 15,2 1 0-15,0-1 0 16,2 1 0-16,-2-2 0 0,-1 3 1 16,0-1 0-16,0 0 0 15,0 1-1-15,2-1 0 16,0 1 1-16,-1-1-1 16,4 1 1-16,-2-3-1 15,1 3 1-15,1 0-1 0,-3-1 1 16,1-1-1-16,-1 2 0 15,-2 0 0-15,1 0 1 16,-3-1-1-16,0-1 0 16,0 2 0-16,-3-1 0 15,3 0 0-15,-4-1 0 0,2 2 0 16,-1 0-1-16,-1 0 2 16,2 0-1-16,-2 0-1 15,-1 0 1-15,2 0 0 16,0 0 0-16,0 0-1 15,-1 0 2-15,2 0-2 0,-3 0 2 16,-2 0-1-16,0 0 0 16,-2 0 1-16,-2 0-1 15,0 0 2-15,-1 0-2 16,-2 0 1-16,2 0-1 16,-1 0 0-16,0 0 0 0,1 0 1 15,-1 0-1-15,-1 0 0 16,0 0-1-16,0 2 2 15,-2-1-1-15,-2-1 0 16,3 0 0-16,-4 0 1 16,1 0 1-16,-3 0 1 0,4 0 0 15,-5 0 0-15,3 0 0 16,-4 0-1-16,1 0 3 16,2 0 1-16,-4 0-2 15,2 0 0-15,-2-1-3 16,0 1 0-16,0-2 0 15,0 2-1-15,-2 0 0 0,0 0 0 16,0 0-1-16,2 0-8 16,-1 0-16-16,1 0-10 15,-1 0-32-15</inkml:trace>
  <inkml:trace contextRef="#ctx0" brushRef="#br0" timeOffset="65290.51">1976 3087 116 0,'0'0'-17'0,"-38"0"25"0,16 2-1 0,0 2-4 16,-5 2-1-16,-2 2-1 15,-3 2-1-15,-3 3 0 16,-2-2 1-16,0-1-1 15,1 2 1-15,0 0-1 16,1 1 0-16,-1 1 1 16,-3 3-2-16,0 3 1 0,1 0 0 15,-5 5-1-15,0 0 1 16,1 4-1-16,-1 4 0 16,-1 4 1-16,-1 4 0 15,1 2 0-15,2 2 1 16,-1 2-1-16,5 3 0 0,4 1 0 15,3 5 0-15,4-1-1 16,4 2 1-16,6 1 0 16,3-1-2-16,3 1 2 15,5 0 0-15,2-1 0 16,4 1 0-16,0-1 0 0,10-2-1 16,6-5 1-16,6 0-1 15,3-3 1-15,6-3-1 16,3-3-1-16,5-2 1 15,7-3-1-15,2-2 1 16,6-7-1-16,5-4-1 0,3-3 0 16,5-3 2-16,2-3 1 15,5-4 0-15,2-1 0 16,2-4 0-16,0-1 0 16,5-1 0-16,4-3 2 15,3 0-1-15,-3 0-1 0,3 0 1 16,0 0-1-16,7-2 3 15,-1 0-3-15,1-3 0 16,7 0 0-16,4-1 2 16,-3-1-1-16,4 0 0 15,0-3-2-15,1 0 2 0,-5-2-1 16,1 0 0-16,0-5 1 16,-3 0-2-16,-4-3 2 15,1-3-1-15,-2-2 0 16,-4-3 2-16,2-2-1 15,-2 0 0-15,-4-2 0 0,-5 0-1 16,-7 1 1-16,-8-3-1 16,-6-3 0-16,-6-2 4 15,-9-4 5-15,-2-3 9 16,-9-4 1-16,-5 1 1 16,-5-1-2-16,-6 0 0 0,-6 0-5 15,-3 1-6-15,-6-1-3 16,-5-1-2-16,-2 1-1 15,0 1 0-15,-13 2 0 16,-9 0-2-16,-3 1-2 16,-5-1-1-16,-7 3 0 0,-5-1-2 15,-4 2-1-15,0 2-2 16,-8 4 3-16,-2-1 3 16,-2 5-4-16,-9-1 7 15,-2 0 6-15,-8-1-4 16,-5-1 1-16,-5 1 2 15,-7-1 11-15,-7-1 2 0,-8 3-2 16,-8 7-2-16,-8 1-1 16,-10 12-6-16,-13 13-4 15,-11 7-2-15,-18 32-1 16,-14 20-3-16,-13 20-21 16,-20 20-39-16,-15 13-57 0</inkml:trace>
  <inkml:trace contextRef="#ctx0" brushRef="#br0" timeOffset="87709.71">18426 13207 46 0,'0'0'14'0,"-1"0"9"0,1 0 5 16,0 0-1-16,-1 0 0 15,1 0-1-15,0 0 8 0,0-2-6 16,0-1-7-16,0 2-10 16,0-2-6-16,0 2-5 15,2 0 1-15,5 1 0 16,0 0-1-16,3 0 1 0,-2 0-3 16,5 0 2-16,0 0 0 15,7 0 1-15,-4 0-3 16,4 0-31-16,0 0-32 15,-2 0-20-15</inkml:trace>
  <inkml:trace contextRef="#ctx0" brushRef="#br0" timeOffset="87894.62">18580 13341 159 0,'0'0'11'0,"0"0"-20"15,0 0 8-15,0 0 2 16,47 6-36-16</inkml:trace>
  <inkml:trace contextRef="#ctx0" brushRef="#br0" timeOffset="89717.61">19129 14665 111 0,'-2'-7'11'0,"1"1"16"0,0-1-5 16,1-1-11-16,0-2-2 15,0 1 6-15,0 0 0 0,0 1 6 16,0 0 2-16,0 2-7 16,-2 3-2-16,2 3-7 15,-2 0-5-15,0 10-8 16,0 7 5-16,0 6 3 15,2 7 0-15,0 1 0 0,0 3-3 16,3-1 1-16,4-3 0 16,0-4 0-16,3-3-1 15,-2-3 1-15,-1-4 1 16,1-2-2-16,-2-4-1 16,2-2 2-16,-1-3-1 0,2-3-2 15,2-2 1-15,2 0-3 16,3 0-4-16,0-8-21 15,2-5-46-15,-1 0-3 16</inkml:trace>
  <inkml:trace contextRef="#ctx0" brushRef="#br0" timeOffset="89929.99">19282 14789 174 0,'0'0'40'16,"0"0"7"-16,0 0-27 16,0 0-7-16,0 0-14 15,0 0 1-15,0 0 4 16,0 0-4-16,0 0 0 16,42-37-26-16,-24 28-18 0,1-1-30 15,-4-2-64-15</inkml:trace>
  <inkml:trace contextRef="#ctx0" brushRef="#br0" timeOffset="90088.03">19228 14596 265 0,'0'0'-1'16,"0"0"6"-16,0 0 7 15,0 0-14-15,-7-39 1 0,26 33-13 16,9-1-31-16,4 0-39 15,1 0-45-15</inkml:trace>
  <inkml:trace contextRef="#ctx0" brushRef="#br0" timeOffset="90300.31">19565 14675 184 0,'0'0'8'16,"0"0"12"-16,0 51-3 15,0-25-3-15,1 5-4 16,2 4-4-16,1 2-1 0,0 3-5 16,-2 4 1-16,0 0 0 15,-1-1 0-15,0-1 0 16,-1-5-2-16,0-4-7 16,0-5-17-16,0-6-23 15,0-10-30-15</inkml:trace>
  <inkml:trace contextRef="#ctx0" brushRef="#br0" timeOffset="90569.89">19563 14752 222 0,'0'0'4'16,"0"0"5"-16,43-46-4 15,-23 34 0-15,4 4-2 0,2 3-2 16,0 5-2-16,-5 0 2 16,-4 5-3-16,-5 11-4 15,-3 1-16-15,-6 3 12 16,-3 1-12-16,-2 1 9 16,-11 0 9-16,-2-5-1 15,-3 1-5-15,2-3-8 0,-6-4-20 16,7-5-57-16</inkml:trace>
  <inkml:trace contextRef="#ctx0" brushRef="#br0" timeOffset="90912.28">19836 14743 191 0,'0'0'-4'16,"0"0"8"-16,0 0 0 0,0 0-4 15,0 0-2-15,0 0 8 16,0 0-4-16,10 38-2 16,-8-24 7-16,2-2-2 15,1 0-8-15,5-4 2 16,-3-1-2-16,5-4 3 0,-1-3 10 16,3 0-3-16,-1 0 7 15,-1-6 4-15,2-2-5 16,-3-2-2-16,-2-2 0 15,-2-2-3-15,-2-1-1 16,-1-1-1-16,-2-1-4 16,-2 1 1-16,0 2-3 0,-2 6-5 15,-6 2 2-15,-5 6-14 16,-1 1-16-16,-3 12-33 16,2 0-17-16</inkml:trace>
  <inkml:trace contextRef="#ctx0" brushRef="#br0" timeOffset="91866.7">20154 14752 186 0,'0'0'4'0,"0"0"-2"15,0 0 4-15,0 0 11 16,0 0 3-16,0 0-16 15,0 0-2-15,0 0 4 0,0 0-8 16,-20 3 9-16,13 11-5 16,0 0-3-16,6 0-2 15,1 2-4-15,4-5-5 16,7-2-2-16,2-3-3 16,5-4 2-16,2-2 20 15,0 0-12-15,3-8-22 0,1-4 1 16,-3-2 11-16,1-4-3 15,-2-5 15-15,-3 0 7 16,-3-5 0-16,-6-3 10 16,-1-1 15-16,-4-2 11 15,-3 2-12-15,0 3-7 0,-1 4 3 16,-7 5-5-16,-1 3-1 16,-1 6-7-16,1 5-6 15,3 3 5-15,-4 3-2 16,4 0-4-16,-2 8-1 15,3 7-1-15,0 8 0 0,2 3-2 16,1 6 2-16,1 2-1 16,1 0 0-16,0 0 1 15,0-4 0-15,0-3-1 16,3-2 1-16,0-6 0 16,2-3-1-16,-2-3-2 0,1-3 2 15,0-4-1-15,1 0-1 16,-3-5-1-16,1-1 1 15,0 0-1-15,2-3 19 16,-2-7-8-16,3-2-2 16,1-3-3-16,2 2-1 0,-2-2 0 15,3 6-1-15,-2 0 0 16,-1 4 0-16,-1 1 0 16,1 4-1-16,0 0 0 15,2 2-3-15,-1 5 3 16,2 3 1-16,1-2 1 15,2 2 0-15,-2-2-1 0,3 1 0 16,-2-5-1-16,2-3 0 16,0-1 2-16,1 0 1 15,0 0 0-15,0-8-1 16,-1 0 2-16,-4-3-2 16,1-1 1-16,-4-2 0 0,-1-2 1 15,-3 0 1-15,-1 1-1 16,0 1-2-16,1 4 1 15,-3 2 0-15,0 6 1 16,0 0 3-16,4 2-6 16,-2 0-4-16,4 7 0 0,3 5 3 15,5 1 1-15,-1 2 0 16,3 1-1-16,0-2 1 16,0 1 0-16,-4-3-1 15,-2 1 1-15,-1-2-2 16,-4 1 1-16,-4-1 1 0,-1-3-3 15,0 2-8-15,-1-2-19 16,-2-3 0-16,-1-5-32 16,4 0-30-16</inkml:trace>
  <inkml:trace contextRef="#ctx0" brushRef="#br0" timeOffset="92007.26">20965 14633 309 0,'0'0'1'0,"0"0"10"0,0 0-7 0,0 0-4 16,0 0-20-16,0 0-54 15,40-29-87-15</inkml:trace>
  <inkml:trace contextRef="#ctx0" brushRef="#br0" timeOffset="92136.29">20965 14758 208 0,'0'0'24'15,"0"0"24"-15,0 0-34 16,0 0-11-16,0 0-8 16,0 0 5-16,0 0-2 15,33 24-13-15,-8-24-99 16</inkml:trace>
  <inkml:trace contextRef="#ctx0" brushRef="#br0" timeOffset="92422.08">21714 14420 208 0,'0'0'5'0,"0"0"25"0,0 0 1 15,0 0-17-15,0 0-10 16,0 0 1-16,0 0 0 15,0 0-6-15,-36 52-1 16,27-22 1-16,0 2 1 16,4 2 0-16,1-2-1 15,3-4-1-15,1-1 1 0,0-3-4 16,3-5-15-16,4-2-25 16,4-6-24-16,2-7-16 15</inkml:trace>
  <inkml:trace contextRef="#ctx0" brushRef="#br0" timeOffset="92770.53">21901 14520 268 0,'0'0'11'0,"0"0"14"16,0 0-17-16,0 0-3 0,0 0-1 15,0 0-3-15,-44 31-1 16,39-14-1-16,3-1-2 15,2-2-5-15,0-1 1 16,8-4 1-16,5-4 1 16,6-3 10-16,0-2-5 0,2 0 2 15,0-6 0-15,2-4 0 16,-5-4-1-16,-1-3 1 16,-4-3 2-16,-3-1 6 15,-5-3 0-15,-4 1-2 16,-1 2-1-16,-1 2-5 0,-12 6 1 15,-4 5-3-15,-6 5-3 16,-6 3 3-16,0 4-3 16,1 9-7-16,4 6-7 15,8-3-11-15,7 0-50 16,8-3-39-16</inkml:trace>
  <inkml:trace contextRef="#ctx0" brushRef="#br0" timeOffset="93126.26">22221 14451 174 0,'0'0'-8'0,"0"0"28"16,0 0 25-16,0 0-33 16,0 0-5-16,0 0-6 15,-28 38-1-15,15-17 4 16,4-1-4-16,4-3-1 0,5 0-5 15,0-4 1-15,5-2 2 16,6-3 0-16,4-4-3 16,2-4 14-16,4 0-6 15,-1-6 0-15,2-5 3 16,2-4 2-16,-3-3 7 0,-1-2-4 16,-5-2 1-16,-4-2 1 15,-3 2-2-15,-6-1-5 16,-2 4-3-16,0 3-4 15,-7 6 3-15,-9 6-4 16,-5 4-6-16,-1 1 0 0,-2 10-7 16,0 2-28-16,8 0-46 15</inkml:trace>
  <inkml:trace contextRef="#ctx0" brushRef="#br0" timeOffset="93467.98">22554 14398 271 0,'0'0'-7'0,"0"0"8"15,0 0 1-15,0 0 0 16,0 0-12-16,0 0 3 0,0 0 11 16,0 0 1-16,0 0-2 15,-12 49-2-15,7-33-2 16,5-3-5-16,0-3-3 15,6-1 3-15,5-6-1 16,5-1 11-16,4-2 1 0,-1 0 2 16,2-7-2-16,0-2 2 15,-2-3 0-15,-1-2 8 16,-7-3 2-16,-3-2-1 16,-2 0-5-16,-6 2-6 15,0-1-3-15,-9 3 0 0,-6 6-3 16,-8 6-16-16,-6 3-14 15,-3 0-33-15,-5 3-68 16</inkml:trace>
  <inkml:trace contextRef="#ctx0" brushRef="#br0" timeOffset="94770.22">21609 14918 88 0,'0'0'4'0,"0"0"4"0,2 0-4 0,2 0 2 16,-3 0 3-16,2 0-1 15,0 0 3-15,3 0-3 0,1 0-4 16,2 0-1-16,3 0 2 15,6 0-2-15,6-3-1 16,3 0-2-16,5-4 2 16,6 0-2-16,6-1 7 15,7-1 4-15,-1-2 5 0,5 1 0 16,3-2 0-16,1 2 1 16,2-1-6-16,1 0-2 15,-1 4-2-15,0-1-4 16,0 1 0-16,-4 2-2 15,-2 0 0-15,-2 2 0 16,-3 1-1-16,-4 0 1 0,-7 1 0 16,-4 1-3-16,-9 0-7 15,-8 0-22-15,-8 0-22 16,-8 0-27-16</inkml:trace>
  <inkml:trace contextRef="#ctx0" brushRef="#br0" timeOffset="95169.12">21786 14952 100 0,'0'0'4'0,"62"0"0"0,-22 0 20 0,5-4-10 15,10-3-9-15,6-2-2 16,4-1 0-16,4 0-2 16,1 2 6-16,-2-2 1 0,-2 3-4 15,-2 0-3-15,-1 2 0 16,-1 1-1-16,-5 1-11 16,0 1-29-16,-4 0-18 15</inkml:trace>
  <inkml:trace contextRef="#ctx0" brushRef="#br0" timeOffset="102179.97">18232 15850 15 0,'-3'1'11'0,"-1"2"-4"0,2-2 12 15,-2 0 1-15,3 0-1 16,-3-1 4-16,0 0-1 16,3 0-3-16,-1 0-1 15,2 0-5-15,-1 0-3 0,1 0-4 16,0-2-7-16,0-2-1 15,1 0 3-15,6-2-1 16,-2-1 1-16,3 1-2 16,-1 0-1-16,4 0 2 15,-2 1 0-15,-1 1 2 0,1 1-2 16,1 0 1-16,-2 3 0 16,1 0 0-16,-3 0-1 15,2 3 0-15,-2 4-1 16,-1 4 1-16,-1 0 1 15,0 3 0-15,2 0-1 0,-6-1 0 16,2-1-1-16,-2-3 0 16,0-2 0-16,0-2 2 15,0-1 0-15,0-3-1 16,0-1 0-16,0 0 2 16,0 0 1-16,0 0-1 15,0 0-3-15,0-1 2 0,2-5-3 16,-2-1-2-16,2-3 4 15,1 0 0-15,1-1 0 16,0-2-1-16,1 0 1 16,1-1 3-16,-1 0-1 15,0 1 0-15,1 0-1 0,-3 2-1 16,2 1 0-16,0 1 0 16,0 2 0-16,0 1 0 15,1 1 0-15,-1 0-1 16,1 2-1-16,2 1 3 15,0-1 0-15,-1 0-1 0,0 3 0 16,0 0 1-16,1 0-1 16,-3 0 0-16,1 2 0 15,-2 4 0-15,-1 2-2 16,1 2 4-16,1 1 0 16,-4 2 1-16,3 1-2 0,0 3 0 15,-2 1 0-15,0 1 1 16,-2 2-1-16,0 5 0 15,0 2-1-15,0 5 1 16,0 4-1-16,0 3 1 16,-4 2-1-16,0 2 1 15,0 0 0-15,3 0 0 0,1-4 2 16,-2-5-3-16,2-3 3 16,0-5-1-16,0-3 0 15,0-4 0-15,2-5 2 16,0-3 2-16,5-2 2 0,-2-3 1 15,1-5-4-15,1 0 1 16,4-2 0-16,-3 0 3 16,2 0 2-16,2-4 1 15,0-6-6-15,2-1-3 16,-3 0-2-16,0-4 0 0,1 2-1 16,-1-4-9-16,-1 0-23 15,-2-2-54-15</inkml:trace>
  <inkml:trace contextRef="#ctx0" brushRef="#br0" timeOffset="102479.13">18786 15857 210 0,'0'0'6'0,"0"0"27"0,2 0-18 16,2 0-14-16,-1-2 1 15,5-1-2-15,0 2 2 16,2-1-28-16,-5-2-78 0</inkml:trace>
  <inkml:trace contextRef="#ctx0" brushRef="#br0" timeOffset="102628.21">18843 15969 244 0,'0'0'5'15,"0"0"-7"-15,0 0-3 16,0 0 5-16,0 0-2 16,0 0-11-16,37 7-56 15,-20-16-89-15</inkml:trace>
  <inkml:trace contextRef="#ctx0" brushRef="#br0" timeOffset="102999.46">19074 15809 191 0,'0'0'2'0,"0"0"13"16,0 0-9-16,0 0-5 15,0 0-2-15,-36 46 2 16,28-27 0-16,3 1 0 16,2-2 5-16,3-1-3 15,0-3 0-15,3-3-3 0,5-2-1 16,2-3-1-16,4-3-1 15,-1-3 5-15,3 0 5 16,-1-2 4-16,1-6-6 16,-1-3 4-16,0-1 1 15,-3-1-2-15,-2-1-2 0,-2-1 3 16,-5-3 0-16,-3 2 3 16,0 0 1-16,0-1-5 15,-7 3-3-15,-1 2-2 16,-2 5-1-16,1 3 4 15,-3 2-5-15,3 2-3 16,-2 0-10-16,0 9-15 0,4 2-10 16,-3-2-30-16,7-1-34 15</inkml:trace>
  <inkml:trace contextRef="#ctx0" brushRef="#br0" timeOffset="103199.57">19282 15841 190 0,'0'0'41'0,"0"0"-22"0,0 0 0 16,0 0-8-16,0 0-6 16,0 0-2-16,0 0-3 15,0 0-3-15,0 0-13 16,0 14-28-16,0-14-39 15</inkml:trace>
  <inkml:trace contextRef="#ctx0" brushRef="#br0" timeOffset="103712.11">19423 15789 149 0,'0'0'3'15,"0"0"30"-15,0 0-9 16,0 0-11-16,0 0-11 0,0 0-2 16,0 0 1-16,11-39-2 15,-5 34 1-15,1-1 1 16,1 0 1-16,4 2 0 16,2 0 4-16,-1-1-4 15,3 4-1-15,-2 0-1 16,1 1 1-16,-2 0-1 15,-2 0 0-15,-3 5 0 0,-2 5 0 16,-3 0-4-16,-3 3-3 16,0 1 10-16,0 3-5 15,-9 0-2-15,-4-1 0 16,-1 1 4-16,-1-3-2 16,-1 0 4-16,0-4-2 0,3-1 2 15,2-2-1-15,3-3 0 16,3 0 3-16,2-4 1 15,3 0-1-15,0 0-4 16,0 0-7-16,1 0 11 0,8 0 2 16,1-4 8-16,2-3-3 15,2 0-2-15,6 1-3 16,-1-2 2-16,2-1-4 16,-1 2 0-16,3 1-3 15,-1-1-1-15,1 0 1 16,1 4-3-16,-1 1-14 0,-4-1-38 15,-2 0-65-15</inkml:trace>
  <inkml:trace contextRef="#ctx0" brushRef="#br0" timeOffset="104423.61">19222 16122 66 0,'0'0'1'0,"0"0"2"0,54-22 4 15,-32 15 11-15,2-2 1 16,1 2 3-16,1-2 3 0,1 2-2 15,0-3-7-15,1 3-5 16,0 0-5-16,-3 3-5 16,-1-2 0-16,-2 2-2 15,-3 1 1-15,-6 3-5 16,-2 0-8-16,-2 0-9 16,-7 0-21-16,-2 4 8 0,-1 3-64 15</inkml:trace>
  <inkml:trace contextRef="#ctx0" brushRef="#br0" timeOffset="104643.99">19317 16188 120 0,'0'0'50'15,"0"0"-53"-15,0 0 7 0,0 0-2 16,0 0 7-16,50-4-1 15,-29 1 3-15,4 0-1 16,2 0-2-16,3-3-2 16,2 2-5-16,4 0 0 15,0-1-4-15,1 0-35 16,-2-2-41-16</inkml:trace>
  <inkml:trace contextRef="#ctx0" brushRef="#br0" timeOffset="105277.27">19369 16283 113 0,'0'0'-9'0,"0"0"17"0,0 0 14 0,0 0-3 16,0 0 4-16,0 0-10 0,0 0-4 15,0 0-1-15,0 0-2 16,-27 41-4-16,27-24-1 15,0 4 0-15,0 1-1 16,5 1 1-16,4 1 4 16,0 1-2-16,2-2 0 0,3-1 1 15,1-1 0-15,0-3-2 16,3-3 1-16,0-2 4 16,3-1-1-16,-1-4 2 15,4-2-3-15,-1 0-2 16,-1-4 2-16,-1 0-4 0,-1-2 0 15,-3 0 0-15,-1 0 1 16,-2 0 0-16,-3 0-1 16,-3 0 1-16,-1 0-3 15,-5 0-9-15,-1 0-16 16,-1-2-9-16,-1 1-17 16</inkml:trace>
  <inkml:trace contextRef="#ctx0" brushRef="#br0" timeOffset="105462.25">19580 16531 20 0,'0'0'196'0,"0"0"-189"16,0 0-1-16,0 0 6 16,0 0 8-16,43 0-5 15,-26 9-10-15,0 2-2 16,-1 6-4-16,-3 2 0 0,-3-1-31 15,-6-1-81-15</inkml:trace>
  <inkml:trace contextRef="#ctx0" brushRef="#br0" timeOffset="105946.08">19108 17058 251 0,'0'0'-4'0,"0"0"28"0,0 0-3 0,0 0-11 16,0 0-10-16,0 0-9 15,0 0 13-15,0 0-6 16,-9 51 5-16,9-23 0 16,4 2-1-16,3 2-3 0,1-1 3 15,-1 0-14-15,-1-2-43 16,2-6-54-16</inkml:trace>
  <inkml:trace contextRef="#ctx0" brushRef="#br0" timeOffset="106302.54">19253 17176 242 0,'0'0'24'0,"0"0"-10"15,0 0-15-15,0 0 1 16,0 0 0-16,0 0 0 16,-5 50 0-16,5-33 0 15,3-2-1-15,5-3-2 16,3-4-3-16,-2-1-4 16,2-4 7-16,-1-3 1 0,-1 0 1 15,0 0-1-15,-1-8 5 16,-1-2-1-16,-2-2 0 15,-1-1 4-15,-4-2-1 16,0 0 4-16,0 0-3 16,-4 1-4-16,-2 1 3 0,-2 1-4 15,-1 3 0-15,-2 6-8 16,1 2-13-16,-2 1-15 16,3 3-9-16,-2 5-9 15,0 2-42-15</inkml:trace>
  <inkml:trace contextRef="#ctx0" brushRef="#br0" timeOffset="106693.2">19500 17109 235 0,'0'0'-26'15,"0"0"40"-15,0 0 3 16,0 0-5-16,0 0-16 0,0 0 3 16,0 0-1-16,0 0 10 15,-19 39-8-15,19-25-1 16,0-1-1-16,3-1 0 16,7-3-9-16,-2-3-11 15,4-3 6-15,0-3 15 16,1 0-4-16,0-3 8 0,-2-4-1 15,-2-5 2-15,-1 2 10 16,-2-4 5-16,-2 1 1 16,-2 0-6-16,-2-2-3 15,0 2-1-15,-2 1-2 16,-6 4-3-16,0 1-6 0,-1 3 2 16,-4 4-15-16,1 0-9 15,-1 3-22-15,-1 5-28 16,1 1-23-16</inkml:trace>
  <inkml:trace contextRef="#ctx0" brushRef="#br0" timeOffset="107503.46">19356 17432 91 0,'0'0'95'0,"0"0"-90"0,0 0-19 0,0 0 22 0,0 0-6 16,0 0 2-16,0 0 3 15,46-21 1-15,-27 9 8 0,3-1-3 16,4-1-8-16,-1-3-7 15,5 3 7-15,-2 0-4 16,-1 2-23-16,0 1-9 16,-2 1-1-16,-6 3 2 15,-2 0-15-15</inkml:trace>
  <inkml:trace contextRef="#ctx0" brushRef="#br0" timeOffset="108621.25">19457 17463 74 0,'0'0'28'15,"0"0"-26"-15,40-3 5 16,-21-5-2-16,1-2-4 16,2 0-2-16,1-2 2 15,0 1-2-15,-1-3 8 0,1 0 2 16,-1 0-5-16,-1-2-2 16,-3 0-2-16,-1-1 1 15,-2 0-2-15,-1-1 1 16,-5-1 0-16,0 0 0 15,-4 0 1-15,-2-1-1 0,0 2 12 16,-3 0 0-16,0-1 4 16,-9 0-7-16,-2-1-1 15,0 2-3-15,-3-2 4 16,-3 0-5-16,-2-1 3 16,-3-1-4-16,2 1 11 0,-4-2-2 15,-1 1-7-15,-1-1 4 16,0 3-6-16,1-1-2 15,-1 2-4-15,-1 2 2 16,2 3 1-16,1 1 6 16,1 2-2-16,1 2-3 15,0 4-1-15,-1 2 0 0,-2 1-1 16,3 2-2-16,-2 0-2 16,-1 10-3-16,-1 0 3 15,0 6 0-15,1 2-1 16,-2 2 2-16,2 3 2 0,2 1 2 15,-2 3 0-15,4 2 0 16,2 0 0-16,4-3 1 16,1 5-1-16,4-3 1 15,5-2 0-15,-1 4 0 16,6-3-1-16,0 3 0 0,1 1-1 16,9 0 2-16,3 2-1 15,5-3 2-15,1-3-2 16,6-2-3-16,2-2 3 15,2-3 0-15,3-4-1 16,5-4-2-16,-1 0-1 0,5-5-4 16,-1-3-1-16,-2-4 3 15,2 0 0-15,-5 0 7 16,0-10-1-16,0-1 6 16,-2-2 4-16,-1-1 2 15,-4-2-8-15,-2 3-2 0,-4 1-2 16,-7 0 1-16,-6 4 0 15,-3 2 4-15,-4 1 9 16,-2 3 13-16,0-1-8 16,-3 3-14-16,-4-1-5 15,2 1-1-15,1 0 6 0,2 0-5 16,-2 0-4-16,1 1-7 16,2 2-3-16,0-2 7 15,1-1 4-15,0 2-2 16,0-1 4-16,0-1 0 15,0 0 1-15,-1 0 1 0,1 0 0 16,0 0 0-16,0 0 0 16,0 0 3-16,0 0-2 15,0 0 0-15,0 2-2 16,0-1-3-16,0-1 4 16,-1 1-1-16,1-1-2 15,0 0-1-15,-2 2 2 0,2-2 0 16,0 1 0-16,0-1-2 15,0 0-9-15,0 2-6 16,0-2-3-16,0 1-9 16,0-1-13-16,0 0 0 15</inkml:trace>
  <inkml:trace contextRef="#ctx0" brushRef="#br0" timeOffset="109917.8">20038 15765 11 0,'6'-4'25'0,"-2"2"-23"0,0 0-1 15,-1 1 1-15,-1 0-3 16,0 1 1-16,-2 0 0 15,0 0 21-15,0 0 2 16,0 0-5-16,0 0-16 0,0 0-2 16,0-1-2-16,0 1-3 15,-2-2 5-15,2 0 3 16,0 1 8-16,0-1 7 16,0 0 8-16,-2 0-7 15,2 1-10-15,0-2 0 0,0 1 2 16,0-1-11-16,0 2 2 15,4-2-2-15,-3 2-1 16,3-2 2-16,-1 0-2 16,3 0-1-16,-4-1 0 15,3 0 1-15,1-2 1 0,0 2 1 16,2-3-3-16,1-2 2 16,1 2 0-16,3 0-8 15,-1-1 6-15,1-1 5 16,1-1-2-16,0 3 0 15,0 0 1-15,0 1-1 16,0-1 4-16,0 4 2 0,2 0-1 16,-2 1-3-16,2 0-1 15,-2 2 1-15,4 0-2 16,-3 0 0-16,1 0 0 16,3 4-1-16,-2 2 1 0,1 1-2 15,-1 0 2-15,2 2-1 16,-2 2-1-16,0-1 3 15,-1 3-3-15,0-2 2 16,-2 3 0-16,1-1-3 16,-4-1 3-16,-1-1-2 15,-5 0 2-15,-1-2 3 0,0-2-3 16,-3 3 4-16,0-3 2 16,0 2 0-16,1-1-1 15,-2-1-2-15,1-2 1 16,0 1-1-16,-1-1 1 15,2-1-1-15,0 0-1 0,-2-1 0 16,2 3 0-16,-2-3-2 16,1 0 0-16,2-1 0 15,-1 0-1-15,0 0 0 16,0 0 1-16,0 1-14 16,-2-2-25-16,0-1-58 0</inkml:trace>
  <inkml:trace contextRef="#ctx0" brushRef="#br0" timeOffset="110287.05">20451 15939 82 0,'0'0'9'0,"0"0"17"0,0 0 4 0,0 0-6 0,0 0-3 16,0 0 4-16,0 0-3 15,0 0-5-15,0 0-4 16,42 11-7-16,-33-7-5 16,2 0 0-16,1 0-1 0,-1 0 0 15,0-1-7-15,4-2-13 16,-1 1-12-16,0-2-16 16,-1 0-16-16</inkml:trace>
  <inkml:trace contextRef="#ctx0" brushRef="#br0" timeOffset="110451.09">20650 15860 198 0,'0'0'4'0,"0"0"26"0,0 0-10 16,0 0-19-16,0 0-3 15,-41 48 1-15,29-20-5 16,1 3-34-16,-3-2-58 15</inkml:trace>
  <inkml:trace contextRef="#ctx0" brushRef="#br0" timeOffset="112656.96">20603 16111 11 0,'0'1'66'0,"0"-1"-31"0,0 0 3 0,-2 0-1 15,2 0-3-15,0 0-24 16,0 0-3-16,0-1-7 15,0-3 0-15,0 1-2 16,0 0 2-16,0-1-5 16,2 0-1-16,2-1 3 15,1 1 2-15,4 3-2 0,-2-1 2 16,1 2 2-16,-1 0-1 16,2 0-1-16,-2 7 0 15,0 4-3-15,-1 1-2 16,1 2 0-16,-2 2-2 15,1-1-4-15,-2 1 10 0,-1-4-2 16,-1-3 2-16,2-1 2 16,-4-3 0-16,0-2 1 15,2-2-1-15,-2-1 1 16,0 0 5-16,0 0 18 0,0 0-6 16,0-5-16-16,0-2 1 15,0-3-1-15,0-2 1 16,0-2 3-16,0 0 0 15,3-3-1-15,0-1-2 16,5-1 0-16,-3 0-2 0,5-2 0 16,2 4-2-1,-3-1 2-15,2 3-1 0,0 1 0 16,0 5 0-16,-2 1 0 16,0 2-1-16,0 2 2 15,-4 0-2-15,3 4 1 16,0 0 0-16,0 0-1 0,-1 0 0 15,1 0 0-15,0 4-3 16,-1 6-3-16,-3 3-3 16,2 1 1-16,-3 3-2 15,0 3 12-15,1 0 0 16,0 4 0-16,-2 0 0 0,0 1-1 16,1-1 1-16,0 0-3 15,2-2 4-15,-2-2-2 16,1-2 0-16,3-1 0 15,-2 0 0-15,3-2-1 16,-4-1 2-16,3 3-1 0,-1-2 0 16,-1 1 0-16,0 0-1 15,-2 0 2-15,1-2-1 16,0 0 0-16,0-4 0 16,-1 0 0-16,0-3 2 15,-1-2 6-15,2-3 2 0,1 0 0 16,0-2 2-16,2 0 3 15,3 0-1-15,0-5-7 16,2-5-1-16,0-1-5 16,-1-1 1-16,-1-2 0 15,0-1-1-15,-2-2-2 0,1 0-10 16,-6-1-20-16,1-1-91 16</inkml:trace>
  <inkml:trace contextRef="#ctx0" brushRef="#br0" timeOffset="113105.82">21180 16004 165 0,'0'0'23'0,"0"0"3"0,2 0-21 0,2 0 2 15,-1 0 5-15,2 0-3 16,3 0-5-16,-2 0 2 16,3-4 1-16,0 1 1 15,3-1 0-15,-1-1-4 0,1 0-2 16,1 1 0-16,-1-2-2 15,0 3-12-15,-3 0-21 16,-3-1-45-16,-4 3-36 16</inkml:trace>
  <inkml:trace contextRef="#ctx0" brushRef="#br0" timeOffset="113262.44">21205 16112 225 0,'0'0'15'0,"0"0"-16"16,39 0 10-16,-19-7-3 15,2-1-4-15,1-2-81 16</inkml:trace>
  <inkml:trace contextRef="#ctx0" brushRef="#br0" timeOffset="114457.97">19874 16885 25 0,'-17'13'-11'0,"-2"-2"13"0</inkml:trace>
  <inkml:trace contextRef="#ctx0" brushRef="#br0" timeOffset="116700.24">19346 17386 96 0,'-2'0'4'0,"2"0"6"0,-2 0 2 0,2 0-2 15,0 0-3-15,0 0 2 0,-3 0 1 16,2 0-1-16,-1 0-1 16,0 0 1-16,0 0-3 15,2 0-3-15,-1 0 3 16,1 0-4-16,0 0-2 16,0 0-3-16,0 0-2 15,1 0 2-15,5 0 0 0,4 0 12 16,2 0 6-16,2-3 5 15,4-3-2-15,3-2-6 16,1 0-7-16,4-4-1 16,1 1-3-16,2 2 2 15,0-2-2-15,-2 1 0 0,0 1-1 16,-4 1 0-16,-2 3-1 16,-6 2-5-16,-3 1-6 15,-5 2-21-15,-5 0-17 16,-2 2-15-16,-4 5-10 15</inkml:trace>
  <inkml:trace contextRef="#ctx0" brushRef="#br0" timeOffset="116876.99">19423 17467 213 0,'0'0'-3'0,"0"0"1"16,0 0-17-16,0 0 28 15,0 0-7-15,0 0 4 16,47 6 10-16,-23-13-9 16,0-4-5-16,2-4-32 0,-1-5-79 15</inkml:trace>
  <inkml:trace contextRef="#ctx0" brushRef="#br0" timeOffset="119147.49">18319 16480 28 0,'0'0'76'0,"0"0"-66"0,0 0 8 0,0 0-12 15,0 0-4-15,0 0-2 16,0 0 2-16,0 0 4 15,0 0 5-15,0 0-4 16,0 0-6-16,0 0-8 16,0 0 8-16,-7 0-1 0,10 0-1 15,2 0 1-15,2 0-1 16,0 0 0-16,3 0 1 16,1 0 3-16,4-3 4 15,1 1 1-15,6 0-4 16,0-1-2-16,3 1-1 0,4-3 0 15,4 2-1-15,4-2 1 16,0-1-1-16,2-2 0 16,2-1-1-16,2-1 0 15,1-1 0-15,1-1 2 16,3-1-1-16,-1 1-1 16,1 0 3-16,-1 0-2 0,-2 0 2 15,0 2 0-15,-5 2 0 16,2-1 0-16,-1-1 2 15,-3 3-1-15,2 0 0 16,-1 0 0-16,-1 0-2 16,-1 0 1-16,-1-3 0 0,-1 1 1 15,-3 0 1-15,1-2 1 16,-2 1-2-16,-1-1 0 16,1 1-2-16,-3 0 1 15,-2 0-1-15,-1 3 1 16,-3 0 0-16,-4 0 0 0,0 1 1 15,-3 1-1-15,-1-1-1 16,-3 0 0-16,1 1 1 16,-2-3-1-16,-3 1-1 15,1 0 0-15,-2 0-1 0,-2-2-3 16,1 0 4-16,-2-1 0 16,-1-3 1-16,0 3-1 15,1-3 0-15,-1-1 0 16,1-1 0-16,-1-1 1 15,5-3-1-15,-4 1-1 16,3-3 0-16,1-1 0 0,-1 1 0 16,1-2 0-16,-2 1 2 15,-2-2-1-15,0 2 1 16,-3-1 0-16,0 3 1 16,0-1 1-16,-2 4-1 15,-5 0 0-15,-4-1 0 0,2 2-2 16,-2 0 1-16,-1-1-4 15,-1 3 2-15,-1 0 0 16,1-2 3-16,-1 2-1 16,2 1 0-16,-1-1-2 15,-1 0 1-15,1 1 1 0,-1 2 2 16,-1-1 1-16,0 1-3 16,1-2 1-16,0 3-2 15,0 1 0-15,-2-1 2 16,3 2-1-16,0 0 0 15,-1-1-1-15,1 2 1 0,-3 0-1 16,3 1 1-16,-3-1 0 16,-1-1 0-16,0 5 2 15,-2-3-3-15,-3 1-1 16,1 0 1-16,-4 1 0 16,-2-2 2-16,-4 5-3 0,-3-3 1 15,-3 4 0-15,-1 0 1 16,-7 0-2-16,2 0 1 15,0 0-1-15,-2 1 1 16,2 5 0-16,0-1 0 16,-1 1 1-16,2 1 0 0,1-1 0 15,5 0 1-15,-1-1-2 16,5 2 1-16,-1-1-1 16,6 0 1-16,-1-1-1 15,0 1 0-15,0-1 0 16,0 1 1-16,-1 0-1 0,-2 0 0 15,1 1 0-15,1 0 0 16,1 0 0-16,1 0 0 16,0 0 0-16,0 2 0 15,0 1 0-15,0-2 0 16,1 1 0-16,-1 2 0 16,2-2-1-16,-2-1 1 0,1 2 0 15,1-1 0-15,0 1 0 16,0-2 1-16,2 2-2 15,0 0 2-15,2-1-1 16,1-1 0-16,2 3 0 0,2-2-1 16,1 1 1-16,2-1 1 15,-1 0-2-15,4 1 2 16,0 0-1-16,1 3-1 16,-1-1 1-16,1 0 0 15,-1 2-1-15,2 3 1 0,1-2-1 16,-3 2 1-16,3 1 0 15,2 1 0-15,2 2 0 16,-2 0-1-16,2 2 1 16,3 5 0-16,-1 2-1 15,1 4 1-15,0 3 0 16,0 5 0-16,0 3 0 0,0-1 0 16,0-1 0-16,3-1-1 15,3-5 1-15,-2-3 0 16,3-4 0-16,1 0 0 15,0-4-1-15,-2-4 1 16,3-1 0-16,0-3-1 0,1-2-2 16,1-3-1-16,6-3-2 15,4-7 4-15,5-3-6 16,3-7-88-16</inkml:trace>
  <inkml:trace contextRef="#ctx0" brushRef="#br0" timeOffset="120478.06">20715 16885 133 0,'-4'-7'55'0,"1"-1"-12"0,-2 0-4 0,1 3-7 0,2 0-10 16,0 1 4-16,0 3-1 16,1-1-7-16,1 2-14 15,0 0-5-15,-2 6-6 0,2 8 0 16,0 7 7-16,0 4 0 16,0 5 2-16,0-1 0 15,0 2-3-15,0-2-7 16,0-5-5-16,2-3-7 15,3-1-9-15,1-3-1 0,-1-4-23 16,-1-3-56-16</inkml:trace>
  <inkml:trace contextRef="#ctx0" brushRef="#br0" timeOffset="121033">20894 16908 91 0,'0'0'151'16,"0"0"-137"-16,0 0 0 0,0 0-10 15,0 0-4-15,0 0 0 16,0 0-9-16,0 0 8 16,0 0 9-16,0 22-11 15,-1-12 5-15,-1-2 1 16,2 0-2-16,0 3-1 16,0-3 0-16,0 3 0 0,0-4 0 15,0 1 0-15,0 0 0 16,0 0-1-16,0-1-1 15,4 0 1-15,1 0 0 16,-3-2 0-16,3 0-1 0,1-2 0 16,-3 1-4-16,2-4 2 15,2 0 4-15,-2 0 1 16,2 0 2-16,-4-4 2 16,1-6 5-16,2 0-6 15,-3-3 3-15,-1-1 5 0,-2 0-4 16,0-3-1-16,0 0 1 15,-2 3-3-15,-5-2 1 16,0 3-3-16,-1 4-3 16,1 1-2-16,-4 6-10 15,2 2-11-15,0 1-17 0,-3 10-30 16,3 2 4-16,3 0-34 16</inkml:trace>
  <inkml:trace contextRef="#ctx0" brushRef="#br0" timeOffset="121309.59">21061 16838 254 0,'0'0'20'0,"0"0"-12"0,0 0-8 0,0 0 2 0,0 44-4 15,0-20 2-15,0 3 1 16,0 2 0-16,0-1-1 16,4-4 0-16,0 0-8 15,3-4-46-15,-3-6-51 16</inkml:trace>
  <inkml:trace contextRef="#ctx0" brushRef="#br0" timeOffset="121531.27">21229 16990 75 0,'0'0'51'15,"0"0"-50"-15,0 0 4 16,40-20 2-16,-25 13-4 16,4 0 0-16,0 1 3 15,3-1 1-15,2-1-4 0,5-4-1 16,0 0 0-16,1-4-25 16</inkml:trace>
  <inkml:trace contextRef="#ctx0" brushRef="#br0" timeOffset="122021.45">21667 16811 59 0,'0'0'3'16,"0"0"23"-16,0 0 2 15,0 0 7-15,0 0 2 16,0 0-10-16,0 0-8 0,0 0-9 16,-18-23-10-16,22 15 0 15,1-2 1-15,4 3 1 16,0-2-1-16,0 1-1 16,2-1 0-16,-2 2 1 15,0 2 0-15,3 2 0 16,-2 3 0-16,-3 0 0 0,1 0 0 15,-1 5-1-15,-4 10-3 16,-2 2-10-16,-1 3 14 16,0 2-8-16,-2 1 7 15,-6-2 2-15,1-1-1 0,0-4-1 16,0-1-3-16,2-5 14 16,1-1-6-16,0-5 0 15,4 0 1-15,0-2-1 16,0-2-5-16,0 0 1 15,4 0 4-15,4 0 6 16,2 0-4-16,1-5-4 0,3 0-1 16,-1-1-1-16,3 1 0 15,0-3-1-15,0 0-20 16,-2-2-83-16</inkml:trace>
  <inkml:trace contextRef="#ctx0" brushRef="#br0" timeOffset="122428">21922 16759 264 0,'0'0'12'0,"0"0"-2"0,0 0-3 0,0 0-7 15,0 0-5-15,0 0 3 16,0 0 4-16,-26 37 0 15,23-25-3-15,1 2 1 0,1 1 0 16,1-4-1-16,0 0-1 16,0-2 0-16,5-3-6 15,3-1-4-15,-1 0-8 16,2-4 7-16,2-1 8 16,-3 0 1-16,3-1-1 0,-1-8 5 15,2 1 1-15,-5-2 3 16,1-2 5-16,-3 2 3 15,1-1 2-15,-4 0-1 16,-2 2-3-16,0-1-2 16,0 1-3-16,0 1-1 0,-2 1-3 15,-3 4-2-15,-1-1-2 16,0 3-7-16,-1 1 4 16,-2 0-17-16,2 0-33 15,-1 1-26-15</inkml:trace>
  <inkml:trace contextRef="#ctx0" brushRef="#br0" timeOffset="124164.12">21677 16722 130 0,'1'-5'22'0,"0"-2"4"0,2-1-8 16,-1 3-12-16,0-4-5 15,0 1 1-15,-1 2-1 16,-1 0 12-16,0 1 7 0,0 1-5 15,0 1-4-15,0 2-5 16,0 1-2-16,-1-1-5 16,0 1 3-16,-1 0 2 15,1 0-3-15,-1 5 3 0,0 2-8 16,-1 3 8-16,0 4 1 16,1 2-5-16,2 1 1 15,0 0 0-15,0 0-1 16,0 0 0-16,0-1-1 15,4-4 2-15,2 0-2 16,-1-2 1-16,4-3-2 0,-1 2-1 16,1-4 6-16,3 2-3 15,-1-1 6-15,-4 0-4 16,3 0-2-16,-1 3 0 16,-1 3 0-16,0 1 0 15,-3 2 0-15,-1 4-2 0,-3-1 1 16,-1 2 0-16,0 1 0 15,-5-4 2-15,-4 0-2 16,0-2 2-16,-5-3-1 16,1-2 4-16,0 0-2 15,-1-3 1-15,1-1-4 0,-1-2-6 16,4-4-18-16,3 0-29 16,0-4-47-16</inkml:trace>
  <inkml:trace contextRef="#ctx0" brushRef="#br0" timeOffset="124341.64">21763 16672 201 0,'0'0'24'0,"0"0"-24"0,51-43 1 0,-24 28 0 16,3-1-1-16,3-1-1 15,-2 1-25-15,-2-1-50 16</inkml:trace>
  <inkml:trace contextRef="#ctx0" brushRef="#br0" timeOffset="124831.44">22226 16643 135 0,'0'0'40'0,"0"0"-3"15,0 0-13-15,0 0-11 16,0 0-1-16,0 0-4 15,0 0-2-15,-36 30-3 16,27-15-2-16,0-1-1 0,2 6 1 16,1-2-1-16,1-1 0 15,3-1 0-15,1-2-1 16,1-3 0-16,0-1 0 16,0-1-1-16,2-6 1 15,4 1-3-15,1-3 0 0,0-1 9 16,1 0-2-16,3 0-2 15,-3-5 2-15,1-2-2 16,1-2 2-16,-2-1 0 16,-1-1 4-16,-2-2 3 15,-1-1-2-15,-2 0 1 0,1-3-2 16,-3 1-2-16,0-3-1 16,-6 2-1-16,-1 1-2 15,-3 1-1-15,-5 4-2 16,0 2-14-16,-4 4-22 15,-5 1-87-15</inkml:trace>
  <inkml:trace contextRef="#ctx0" brushRef="#br0" timeOffset="125736.44">21562 15794 70 0,'0'0'119'0,"0"0"-99"0,0 0 5 0,0 0-15 16,0 0 3-16,0 0 0 0,0 0-2 15,0 0 2-15,0 0-9 16,0 0-5-16,0 0 2 15,0 0 2-15,2 10-2 16,-5 4-2-16,1 6 4 0,0 0-2 16,0 3 0-16,2-2-1 15,0-1 0-15,0-1-1 16,0-2 0-16,4-2 1 16,1-2 0-16,2-3-2 15,0-2 1-15,1-1-2 16,0-4-1-16,1 0-4 0,1-3 7 15,-3 0 6-15,1 0-3 16,-1-6-1-16,0-1 1 16,-3-4 5-16,-1-1 4 15,-1-2-1-15,0-3-3 16,-2 1-1-16,0-3 2 0,0-1-2 16,-4 2 1-16,-1-1 1 15,-2 2-3-15,-2 1-3 16,1 4-2-16,1 3-3 15,-3 2-14-15,-1 7-3 16,1 0-14-16,2 3-37 0,-1 3-37 16</inkml:trace>
  <inkml:trace contextRef="#ctx0" brushRef="#br0" timeOffset="125943.08">21717 15899 247 0,'0'0'22'16,"0"0"1"-16,0 0-13 0,0 0-8 0,0 0-4 15,0 0-22-15,0 0-33 16,0 0-56-16</inkml:trace>
  <inkml:trace contextRef="#ctx0" brushRef="#br0" timeOffset="126498.96">21865 15733 206 0,'0'0'7'0,"0"0"11"16,0 0-12-16,0 0-5 0,0 0-1 15,0 0-12-15,0 0 14 16,0 0-2-16,-2 44 3 15,0-27-2-15,-1 0-2 16,2 2 4-16,-1-2 0 16,2-1-3-16,0-2 0 15,0-3 2-15,0 0 1 0,2-5 0 16,2 0 4-16,0-2 0 16,1-1 2-16,3-2-2 15,2 2-5-15,-1-3 4 16,3 0 1-16,1 0-5 15,2 0-1-15,1-6 0 0,2 1-7 16,-2-4-15-16,-1 2-14 16,-3-2-23-16,0-2-29 15</inkml:trace>
  <inkml:trace contextRef="#ctx0" brushRef="#br0" timeOffset="126699.48">22028 15794 101 0,'0'0'114'16,"0"0"-73"-16,0 0-25 0,0 0-14 15,0 0 0-15,0 0 5 16,-10 42 2-16,9-22-3 16,0 3-3-16,1 4-2 15,0 3-1-15,0 0 1 16,0-3-37-16,0-3-107 15</inkml:trace>
  <inkml:trace contextRef="#ctx0" brushRef="#br0" timeOffset="127553.61">22406 15752 69 0,'0'0'-11'0,"0"0"11"0,0 0 0 0,0 0-1 16,10-46 2-16,-9 35 7 16,-1 0 15-16,2-1 1 15,1 2 1-15,1-3-3 0,3-2-11 16,2 3-7-16,3-3-1 15,2-3-3-15,3 2 1 16,2 0-1-16,0 2 0 16,3-2 0-16,1 5 0 15,1-1 0-15,-2 1 0 0,2 1 1 16,3 0 2-16,0 2 2 16,0-1 3-16,2 2-3 15,-1 1-2-15,1-1 3 16,0 4 1-16,-2 2 4 15,3 0-1-15,0 1-4 0,-1 0-2 16,0 1-3-16,0 5 0 16,0 2-1-16,-3 2 1 15,-2 0-1-15,-1 0 1 16,-2 1 1-16,1 2 3 16,-3-1 3-16,-1-2-5 0,1 1 1 15,-3-3-2-15,2 2 0 16,-4-2-2-16,-1-1 1 15,0 0-1-15,-3-2 1 16,2 1-1-16,-7-2 0 16,1 1 0-16,-1 0-1 15,-2-2-1-15,1 0 0 0,-3 0 2 16,0 0 0-16,-1 0-10 16,0-1-19-16,-3 1-28 15,-4-3-70-15</inkml:trace>
  <inkml:trace contextRef="#ctx0" brushRef="#br0" timeOffset="127837.11">23132 15672 99 0,'0'0'7'0,"0"0"29"0,0 0 2 0,0 0-10 15,0 0-8-15,45 19-1 16,-33-14-4-16,0 1-9 16,1-3-5-16,0 1 1 15,4-2-1-15,-3-1-2 16,0-1-22-16,-3 0-29 0,2-3-23 15,-4-5-22-15</inkml:trace>
  <inkml:trace contextRef="#ctx0" brushRef="#br0" timeOffset="127966.29">23299 15631 160 0,'0'0'17'0,"0"0"-2"16,0 0-12-16,-48 52-3 15,29-26-19-15,1 1-54 16</inkml:trace>
  <inkml:trace contextRef="#ctx0" brushRef="#br0" timeOffset="129475.77">23105 15997 103 0,'0'0'39'0,"0"0"-34"0,0 0 0 0,0 0-4 15,0 0 0-15,0 0-3 16,0 0 12-16,0 0 4 16,-14-41-3-16,17 35-3 15,5-1-2-15,1-2-4 16,1 3-2-16,0 0 1 0,2 2 1 15,-2 2 0-15,-1 1-1 16,3 1-1-16,-3 0-1 16,-1 4-1-16,0 5 2 15,-1 1-1-15,-1 2 0 16,-3 0 2-16,0-1 3 0,-3-1-4 16,0 0 0-16,0-3 0 15,0-1 0-15,0-2-4 16,-4-3 13-16,1-1 0 15,-2 0-1-15,0 0-3 16,2 0 1-16,2-2 0 0,-1-3-4 16,2-3-4-16,0-1-5 15,0-1 7-15,0-1-3 16,2-1 1-16,4-1 3 16,2 3 2-16,-1-2-3 15,2 4 0-15,2-1 1 0,-2 6 0 16,0-1 0-16,1 1-1 15,-2 3 0-15,-1 0-2 16,1 3 0-16,-4 6 1 16,2 5-2-16,-3 4 0 15,0 5 5-15,-3 4 3 16,2 3-5-16,-1 1 2 0,0 2-1 16,3-3-1-16,1-2 1 15,0-4-1-15,4-3-1 16,-2-4-1-16,1-5-1 15,-2-1 1-15,4-4-1 16,-3-3 5-16,2 0 4 0,0-2 1 16,-2-2 2-16,2 0 3 15,-3 0-2-15,2 0 4 16,-1-2-3-16,-1-4-4 16,-1-1 0-16,2-1 0 15,-1-3 0-15,-2 0-4 0,0-2-2 16,-1-1 0-16,1-3-1 15,-2 0-6-15,2-5-35 16,-4-1-59-16</inkml:trace>
  <inkml:trace contextRef="#ctx0" brushRef="#br0" timeOffset="129680.93">23559 15875 125 0,'0'0'97'0,"0"0"-65"0,0 0-2 15,0 0-8-15,0 0-13 16,0 0-6-16,0 0-2 16,0 0-1-16,37-21-2 0,-23 15-34 15,1-1-66-15</inkml:trace>
  <inkml:trace contextRef="#ctx0" brushRef="#br0" timeOffset="129817.84">23620 15959 265 0,'0'0'-16'0,"0"0"8"15,0 0 1-15,0 0-25 16,0 0-51-16</inkml:trace>
  <inkml:trace contextRef="#ctx0" brushRef="#br0" timeOffset="130186.25">23767 15769 171 0,'0'0'-4'16,"0"0"8"-16,0 0-2 15,-41 51 0-15,33-33-2 16,0-1 0-16,4 0 0 16,3-1-1-16,1-5 2 0,1 1-2 15,7-4 0-15,5-1-6 16,0-2 11-16,2-4-4 16,4-1 3-16,-4 0-2 15,0-3-1-15,1-4 0 16,-3-3 6-16,-1 0 13 0,-2 0 0 15,-5-3 4-15,-2 1 3 16,-3-1-9-16,0-1-4 16,-2 1-5-16,-6 1-2 15,-4 3-1-15,-1 0-3 16,1 6-3-16,-2 2-1 16,2 1-1-16,1 0-8 0,3 1-11 15,2 3-18-15,3-1-54 16</inkml:trace>
  <inkml:trace contextRef="#ctx0" brushRef="#br0" timeOffset="130351.39">23906 15801 318 0,'0'0'-7'0,"0"0"4"0,0 0 3 15,0 0-30-15,0 0-50 16,0 0-79-16</inkml:trace>
  <inkml:trace contextRef="#ctx0" brushRef="#br0" timeOffset="130835.14">24170 15557 38 0,'0'0'37'16,"0"0"-8"-16,0 0 2 15,0 0 0-15,0 0-4 0,0 0-10 16,0 0-11-16,0 0-5 15,-23 17 0-15,15-3 0 16,-1 6-1-16,0 1 0 16,-1 4 4-16,2 0 1 15,-1 2 2-15,6 0-1 0,-3-1 0 16,4-5-3-16,2 3-4 16,0-8 2-16,0-2-3 15,3-1 3-15,4-5-2 16,0-1 0-16,0-4-3 15,2-3 14-15,-2 0-1 0,5 0 3 16,-2-3-2-16,0-5-1 16,1-2-1-16,-2-3 0 15,-3 0 0-15,-2-1-1 16,-4-1 3-16,0 0-2 16,0 4-1-16,-8 2-5 0,-3 2-4 15,-3 6-12-15,-3 1-22 16,-6 4-21-16,0 9-36 15,-4 1-56-15</inkml:trace>
  <inkml:trace contextRef="#ctx0" brushRef="#br0" timeOffset="131162.03">23777 16112 108 0,'0'0'18'0,"0"0"-19"0,0 0 0 15,44-10-2-15,-29 5 2 16,0-1 1-16,1 2 3 16,2-2 9-16,-2 0 7 0,3-1-7 15,0 0-7-15,2 0-5 16,0-1-9-16,-2-1-24 16,1 2-10-16</inkml:trace>
  <inkml:trace contextRef="#ctx0" brushRef="#br0" timeOffset="131354.6">23881 16136 217 0,'0'0'-7'15,"0"0"-2"-15,0 0 21 16,48-5-1-16,-21-4-6 15,7 0-3-15,5-2-10 16,1 0-47-16,-1-2-75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41:37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7161 4246 111 0,'0'0'6'0,"-38"0"3"0,18-3 3 0,0 0-8 0,-3 2 0 16,-3 1-2-16,-2 0-1 15,0 0 0-15,-5 0-1 16,0 0 1-16,-2 0-1 15,0 0 1-15,-1 1-1 16,-2 4 0-16,-2-1 0 16,-3 2 1-16,-4 2-2 0,-2-2 1 15,-5 5 0-15,3-2-1 16,-5-2 1-16,-2 3 0 16,0-2 0-16,0 1 0 15,0-2 0-15,3-1 1 16,-1 1-1-16,1 0 0 0,2 3 0 15,-3-2 1-15,2 3-1 16,-3 1 0-16,1 2 0 16,-1 0 0-16,1 2 1 15,0 4 0-15,3-2 1 0,0 4 0 16,5 2-1-16,4 0 0 16,1 3 1-16,5 1 0 15,4 1-2-15,1-1 0 16,2 2 1-16,0 1-1 15,5 0 0-15,3 1 0 0,0 2 1 16,3 0-1-16,3 0 0 16,1 1 0-16,3 2 0 15,-1-1 0-15,5 1 1 16,0-3-1-16,-1 1 0 16,4-2 2-16,1-2-2 15,3 2 0-15,0 1 1 0,0-1-1 16,2 2 1-16,0 0-1 15,0 0 0-15,0-3 1 16,0 1-1-16,4 0 0 16,3-5 1-16,0 2 0 15,4 0 0-15,0-3-1 0,3 0 1 16,1 1 0-16,3-1 0 16,0 0 0-16,4-2 1 15,1 0-1-15,-1-1 0 16,3-3 1-16,1-2 0 15,1 2-3-15,0-4 3 0,2 0-1 16,-1-1 0-16,3 1-2 16,2-3 3-16,1 0-1 15,3-2 5-15,1 1-6 16,1-2 3-16,1 0-1 16,-1-1 2-16,5 2-3 0,-2-1 1 15,0-2 0-15,5 0-1 16,2-2 1-16,1 1 0 15,1-3 1-15,2 1-1 16,-1-3-1-16,0 0 1 16,3 1-2-16,0-4 1 0,4 4-1 15,-1-4 1-15,1 3-1 16,3-3 1-16,-2 3-1 16,-2-2 0-16,3 3 2 15,-3-1-2-15,1 2 0 16,1 0 0-16,2 1 0 0,1 0 0 15,1-1 1-15,6 0-1 16,3 0 0-16,4-2 0 16,5-1 2-16,-2-2-2 15,3 0 1-15,2 0-1 16,5 0 1-16,-4-1 0 0,1-1 1 16,5-1 0-16,-2-1 0 15,0 2-1-15,1 1 2 16,0-1-2-16,2 0-1 15,0 0 0-15,1 1 1 16,2-1-6-16,2-4 11 0,-2 2-5 16,1-3 0-16,-1 0-1 15,0-1 0-15,0-2 0 16,-2-2 0-16,2-1 1 16,0-1-1-16,-2 0 0 15,-2-4 0-15,1 0 1 16,-5-1-1-16,1-3 0 0,-6 0 3 15,-1-2 4-15,-1-1 0 16,-5-3-2-16,-4-1-3 16,-3-3-1-16,-3-2 0 15,-3-3-1-15,-5 0 1 0,-2-3-1 16,-4-1 0-16,-5 1 1 16,-2-5-1-16,-5 2 0 15,-3-1 1-15,-7-1 0 16,-3-1-1-16,-3 1 1 15,-7 2-1-15,-2 0 1 16,-5 2 1-16,-5-1-2 0,-3-1 2 16,-2 1-1-16,0-1 1 15,-2-1-1-15,-5 3-1 16,-4 1 0-16,0 2 1 16,-2 1-1-16,-1 0 2 15,1 0-2-15,-2 1 0 0,-2-2-2 16,-3 0 4-16,0-2-2 15,-6 3 2-15,-1 1 5 16,-2 2-3-16,-1 0-1 16,-1 3-1-16,-5 1-2 15,3 2 0-15,-3-1-2 0,-2 2 0 16,2 0 2-16,-2 2 1 16,-1 1-2-16,-2 0 1 15,1 2 0-15,-2 1 0 16,-1 1-1-16,0 0 2 15,1 2-2-15,-1 1 1 0,-1 1 0 16,-1 3 0-16,2 1 0 16,1 2 0-16,-3 0-1 15,3 1 1-15,-1 4-1 16,3 0 1-16,-2-2 1 16,-1 3-2-16,3 1 1 0,-2 0 0 15,-4 0-1-15,2 3 1 16,-1 0-1-16,-1 0 1 15,0 0 1-15,2 0-2 16,-5 3 1-16,5 0 1 16,-2 0-1-16,0 1 0 0,0-1-1 15,2 1 1-15,-1 0 0 16,3 1 1-16,-2-2-3 16,-1 2 2-16,2 0 0 15,-4 0 0-15,1 1 1 16,0 0-1-16,2-1 0 0,-5 2-1 15,4 0 1-15,-6-1 1 16,4 1-1-16,-3 0 0 16,-2-1 0-16,4 0 0 15,-3-2 1-15,4 3-1 16,-5 1 0-16,-1-2 0 16,-1 4 0-16,-2-3-1 0,-6 3 2 15,-2 2-1-15,-5 0 0 16,-4 1 1-16,-6 4-2 15,-5-1 1-15,-11 7 1 16,-9 2-2-16,-13 5 1 0,-12 5 0 16,-12 5-1-16,-18 7-11 15,-10 6-24-15,-11 3-24 16,-9-2-31-16</inkml:trace>
  <inkml:trace contextRef="#ctx0" brushRef="#br0" timeOffset="1344.76">11030 4895 7 0,'0'0'17'0,"0"0"-1"0,0 0-4 16,0 0-4-16,0 0-1 16,0 0 0-16,0 0 4 15,0 0-1-15,0 0-2 0,0 0 2 16,0 0 0-16,43 12-3 15,-35-12 4-15,2-2 1 16,3-5 3-16,2-3-1 16,2-3-3-16,4-2 2 15,4-4 0-15,2-5 0 16,6-3-1-16,3-3-2 0,7-5 0 16,1-2-2-16,6-3 0 15,-2-3-3-15,2-1 0 16,-2 2-2-16,-2 3-1 15,1 3 0-15,-4 4-2 16,1 7 0-16,-1 6-3 0,-6 1-23 16,-14-4-105-16</inkml:trace>
  <inkml:trace contextRef="#ctx0" brushRef="#br0" timeOffset="26110.39">10940 4780 71 0,'0'-3'3'0,"0"3"1"0,0-1-1 16,0 0-1-16,0 1-1 15,0 0-1-15,0 0-1 0,0 0-3 16,0 0 4-16,0 0 0 16,2 0 2-16,0 0-2 15,2 0 0-15,-2 0 0 16,2 2-5-16,-3 3 3 15,3 3 11-15,0-1-5 0,0 2 0 16,0-1 4-16,2 1-4 16,-1-1 2-16,1-2-3 15,0 1-1-15,0-1 1 16,2-1 1-16,1-2-2 16,0-1 0-16,1-2 6 0,5 0-1 15,5-5 2-15,1-9 5 16,9-7 2-16,10-7 0 15,9-11-3-15,14-8 0 16,15-11-6-16,14-9-1 0,11-8-4 16,17-10-1-16,5-9 1 15,2-5-43-15</inkml:trace>
  <inkml:trace contextRef="#ctx0" brushRef="#br0" timeOffset="39749.37">22138 11479 79 0,'0'0'9'0,"0"0"10"0,0 0-16 15,0 0-4-15,0 0 2 16,0 0 0-16,0 0-1 15,0 0 0-15,0 0 0 16,33 37 1-16,-21-27-1 0,3 0 1 16,6 2 0-16,1 0 2 15,5 1 0-15,6 0-1 16,1 0 1-16,5 2 0 16,0-3 1-16,4 1-1 15,2 1 1-15,3 0 1 0,6-3-3 16,2 2 0-16,1-3 0 15,5-2-1-15,1-3 0 16,3-4-1-16,-3-1 2 16,3-4-2-16,-1-10 1 15,-2-3-1-15,-2-5 2 0,1-3 0 16,-1-3 5-16,0-4 10 16,2-2-5-16,-2-4-4 15,1-2-2-15,-6-3-3 16,-1-2-2-16,-7-2 0 15,-5 0 0-15,-7 1 1 16,-9 0 0-16,-7 5 2 0,-6 0 0 16,-5 2 1-16,-5 2 0 15,-4 0-1-15,0-2 0 16,0 0-1-16,-9-1 1 16,-4 2 0-16,-2 1-1 15,-7-1 0-15,-2 2-1 0,-4 2-1 16,-2 0-1-16,-2 2 2 15,-5 0-3-15,-2 4-1 16,3 1 4-16,-4 3-3 16,-3 2 0-16,1 1 1 0,-2 7 0 15,-1 0 0-15,0 4 3 16,0 3-5-16,-3 4 1 16,2 3 2-16,-2 0-1 15,-2 0 0-15,0 5 3 16,0 2-7-16,-2 4 6 0,-1 1-1 15,1 1-2-15,1 3 3 16,-2 1-2-16,3 1 0 16,-1 2-1-16,3 2 2 15,0 0 0-15,2 4 0 16,-2-1-1-16,2 4 1 0,0 2-1 16,0 2 0-1,4 2 1-15,3 4-2 0,3 0 1 16,7 4 0-16,5-3 0 15,5 2 1-15,8-2 1 16,3-2-1-16,7 1 0 16,1-3-1-16,11 0-5 0,10 4-15 15,4 0-15-15,6-2-35 16,4-2-16-16</inkml:trace>
  <inkml:trace contextRef="#ctx0" brushRef="#br0" timeOffset="40376.29">22580 12229 39 0,'0'-1'13'0,"0"1"8"0,0-1-9 0,0 1-5 16,0 0-5-16,0 0 0 16,0 0 2-16,0 0 0 0,0 0 8 15,-1 1 2-15,1-1-3 16,0 1 1-16,0 0 0 15,2-1-5-15,9 0 1 16,5 0 5-16,13-8-2 16,16-10 1-16,19-11-4 15,24-10-5-15,17-15-3 0,19-13-13 16,13-15-201-16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43:22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15806 15647 60 0,'-2'-3'6'0,"2"1"13"0,-3 1 2 16,3 1 3-16,-1 0-1 15,1 0-8-15,0 0-11 16,0 1-1-16,0 6 6 15,0 5-2-15,0 1-3 0,4 2-3 16,0 4-1-16,3-1 2 16,2 1-2-16,4-1 1 15,2-2 1-15,2-1 0 16,6-5 4-16,1-1 7 16,3-2 1-16,0-3-2 0,0-2-1 15,1-1-4-15,1-1-3 16,-2 0 0-16,2 0-3 15,0-2 1-15,-2-1-3 16,2-3 1-16,-2 3-1 16,-2-3-25-16,-5 0-45 0,-4-4-55 15</inkml:trace>
  <inkml:trace contextRef="#ctx0" brushRef="#br0" timeOffset="213.91">16310 15699 239 0,'0'0'3'0,"0"0"4"15,0 0-7-15,0 0 0 16,0 0-1-16,0 0 2 16,0 0-1-16,17 43 0 0,-13-26 1 15,-2 4-1-15,0 3-1 16,-2-1 0-16,0 4-25 15,-4-3-45-15,-5-1-14 16</inkml:trace>
  <inkml:trace contextRef="#ctx0" brushRef="#br0" timeOffset="768.68">16874 15615 165 0,'0'0'0'16,"0"0"11"-16,0 0 3 0,0 0-12 16,0 0-1-16,0 0 1 15,-41 0-1-15,33 10 1 16,-1 3-1-16,3 1 1 16,0 3-1-16,3 0 0 15,3 1-2-15,0-3 2 0,0-1 1 16,1-2-3-16,7-1 2 15,-1-4 0-15,4 0 1 16,-2-3 0-16,4-2-2 16,-2-2 2-16,2 0 0 0,0 0-1 15,2-3 0-15,-2-7-1 16,0 1 3-16,-3-2 10 16,-3-3 5-16,0 0 1 15,-4-1-6-15,-2-2-3 16,-1 2-4-16,0 1-1 15,-2-2-2-15,-4 7-2 0,-2 0-1 16,1 4 3-16,-2 3-5 16,-1 2-9-16,2 0-14 15,1 7-10-15,3 2-32 16,-2-2-25-16</inkml:trace>
  <inkml:trace contextRef="#ctx0" brushRef="#br0" timeOffset="1196.49">17121 15601 152 0,'0'0'2'0,"0"0"10"0,0 0 2 0,0 0-6 0,0 0-5 15,0 0-2-15,0 0-2 16,0 0-1-16,0 0 4 16,-15 41-2-16,23-26 1 15,-3 0 0-15,3-3-1 16,-1 3 2-16,2-2-1 0,-2-2 1 16,-1 2-2-16,-1-2 0 15,2-2 0-15,-2-2 0 16,-1 0 1-16,2-4-1 15,-2 0 1-15,3-3 5 16,-2 0 12-16,-1-2 6 0,0-6 2 16,1-3-6-1,-2-4-7-15,1-2-7 0,0 0-1 16,-2-3-3-16,2 2-2 16,0 1 0-16,0 0-4 15,0 5-13-15,0 0-14 16,1 2-34-16,-1 1-62 0</inkml:trace>
  <inkml:trace contextRef="#ctx0" brushRef="#br0" timeOffset="1807.35">17373 15700 96 0,'0'0'3'15,"0"0"0"-15,0 0 2 16,0 0 2-16,0 0 8 0,0 0-5 16,0 0 9-16,0 0 11 15,41 4-3-15,-35-13-11 16,0-3-5-16,1 1-5 16,-4 1-4-16,0-1 0 15,0 1 0-15,0 1 1 0,-3 2 8 16,0 0 2-16,0 4-6 15,-3 0 3-15,-2 2-9 16,1 1-2-16,2 0-3 16,-3 1 0-16,2 7-2 15,0 3 2-15,1 2 0 16,2 2 0-16,0 0 1 0,0-1 0 16,0 2 1-16,0-4 3 15,5 1-2-15,3-2 1 16,0-1 0-16,2-3-2 15,1-1-3-15,0-3-4 16,1 0 3-16,1-3 3 0,0 0 2 16,0-3 2-16,-1-6 0 15,0 1 1-15,-2-5-1 16,-3 0 5-16,1-1 3 16,-3 0 0-16,0 0-5 15,-3 1-1-15,1 2-1 0,-1 3 3 16,2 0-1-16,0 3-1 15,0 3-3-15,2 2 0 16,1 0-3-16,1 0-1 16,2 7-2-16,3 3 3 15,0 0 3-15,2 1-1 16,-1 0-1-16,1 1-2 0,-1-1-13 16,-1-1-9-16,-1-3-19 15,0-2-4-15</inkml:trace>
  <inkml:trace contextRef="#ctx0" brushRef="#br0" timeOffset="2450.59">17856 15432 262 0,'0'0'-7'0,"0"0"16"0,4-38-6 0,-1 31-1 15,0 2-1-15,2 5-2 16,0 0 0-16,2 6-2 16,0 15-12-16,1 6 19 15,0 7-3-15,1 8 1 0,-3 6-1 16,0 4 0-16,-2 4 1 16,-1 2-1-16,-3 2 1 15,0-2-2-15,0-4 0 16,0-7 0-16,0-6 1 15,5-8 0-15,-3-8 0 0,3-5-1 16,3-6 1-16,-1-8 0 16,2-2-1-16,0-4-1 15,0-5 2-15,2-11 4 16,-2-8-3-16,-1-6 0 16,-1-7-1-16,-1-3-1 0,-3-2-11 15,-3-1 0-15,0 3 7 16,-3 6 4-16,-10 4 0 15,-1 6-1-15,-3 5 10 16,2 3-2-16,-1 4-1 16,3 4-1-16,2 2 0 15,3 1-3-15,5 3 1 0,1-1-1 16,2 2-1-16,2-1-14 16,7-2 12-16,7 1 0 15,1-1 1-15,5 0 1 16,3 2-1-16,-3-1-1 15,1 2 0-15,-1 1 0 0,-3 0 1 16,-2 0-1-16,-3 3 1 16,-3 3-2-16,-3 2-2 15,-2 1 5-15,-1-1 0 16,0 2-1-16,-3 0 1 16,1 1 0-16,0-3-1 0,4-1 0 15,-2-2 0-15,5-2-4 16,0-3-40-16,1-1-47 15</inkml:trace>
  <inkml:trace contextRef="#ctx0" brushRef="#br0" timeOffset="2606.91">18208 15475 271 0,'0'0'-3'0,"0"0"7"0,0 0 0 0,-39-16-3 15,35 16-7-15,1 2-36 16,1 3-42-16,2-1-12 16</inkml:trace>
  <inkml:trace contextRef="#ctx0" brushRef="#br0" timeOffset="2870.7">18310 15372 277 0,'0'0'9'0,"0"0"2"15,0 0-4-15,0 0-6 16,0 0-1-16,0 0-2 16,0 0-6-16,0 0 10 15,35 54-1-15,-28-22-1 0,-2 0 3 16,-1 2-3-16,3-2 1 15,-3-5-1-15,1-2-11 16,-1-2-12-16,-1-5-13 16,-1-5-17-16,1-6-30 15</inkml:trace>
  <inkml:trace contextRef="#ctx0" brushRef="#br0" timeOffset="3097.42">18458 15338 261 0,'0'0'10'15,"0"0"0"-15,0 0-7 16,0 0-6-16,0 0 3 16,7 46-1-16,-4-15 1 0,0 0 1 15,-1 3-1-15,0-1 0 16,0-3 1-16,-1-4-1 15,-1-4-1-15,0-1-35 16,0-6-54-16</inkml:trace>
  <inkml:trace contextRef="#ctx0" brushRef="#br0" timeOffset="3404.07">18277 15575 280 0,'0'0'2'0,"0"0"5"16,0 0-8-16,0 0 7 16,33-39-6-16,-10 26 0 15,6 2 1-15,3-1-1 16,0 1 2-16,-1 4-2 16,0 1 0-16,-2 5 0 0,-2 1 0 15,-8 0-2-15,-1 7 0 16,-1 1-1-16,-8 4 3 15,0-1 0-15,-4 2 1 16,1 0-1-16,-2-1 1 16,0 0 0-16,1 0-1 0,1-3 2 15,-2 1-2-15,2-3-16 16,-4-4-49-16,1-3-62 16</inkml:trace>
  <inkml:trace contextRef="#ctx0" brushRef="#br0" timeOffset="3538.8">18621 15469 302 0,'0'0'-5'16,"0"0"10"-16,0 0-8 0,0 0-54 16,6-40-73-16</inkml:trace>
  <inkml:trace contextRef="#ctx0" brushRef="#br0" timeOffset="4167.1">18690 15604 124 0,'0'0'3'0,"0"0"2"0,0 0 2 15,0 0-10-15,-4-38 3 16,8 26 2-16,4 1 10 16,-3 1 9-16,5 3-1 15,2 1 0-15,-3 2-8 16,3 3-8-16,1 1-3 0,1 0 0 16,-3 4-2-16,0 3-2 15,2 3 4-15,-5-2 4 16,0 4-5-16,-1-4 1 15,-1 2 2-15,0-2-2 16,1-1 0-16,-4-1-1 0,1 0 1 16,3-3-1-16,-2-2 1 15,1-1-1-15,0 0-2 16,1-1 7-16,0-9-3 16,0-1 2-16,-2-2-2 15,1 0 5-15,-2 0 0 16,-1 2-4-16,2 1-2 0,-5 3 2 15,1 3 9-15,-1 1 0 16,3 3-9-16,-1 0-6 16,0 0-11-16,4 4 3 15,2 3 15-15,3 3-3 0,0-1-1 16,2 1 0-16,1-2-1 16,1-1 1-16,-1-1-3 15,-1-3 3-15,1-2 0 16,-1-1-1-16,0 0 3 15,-1 0 2-15,-1-5 3 16,1-3 9-16,-4 1-3 0,-3 0-2 16,-2 1-3-16,-1 1-4 15,-2 3-2-15,0 2-4 16,-8 2-3-16,-11 9-33 16,-8 6-44-16,-8 2-91 15</inkml:trace>
  <inkml:trace contextRef="#ctx0" brushRef="#br0" timeOffset="4976.6">15793 15856 117 0,'0'0'2'0,"0"0"0"0,0 0-2 15,0 0 0-15,0 0 0 16,0 0 0-16,0 0 2 0,-2 39 0 16,4-27 1-16,0 4-2 15,0 4 0-15,1 0-1 16,3 4 2-16,1 3-1 16,2 3-1-16,4 3 2 15,1 1 3-15,4 4 2 16,6-1-2-16,5 0 0 0,0-1-2 15,7-2-2-15,-2-2 1 16,5-3 0-16,0-2-2 16,-1-3 3-16,1-1 8 15,3-2 9-15,-2-3-3 16,4-2-1-16,-3-2-3 0,-3 0-4 16,0-3-1-16,-3-3-4 15,-4-1-1-15,-4-1-2 16,-2-2 0-16,-2-3-1 15,-2-1 0-15,-4 0-14 0,-3-4-27 16,-4-6-61-16</inkml:trace>
  <inkml:trace contextRef="#ctx0" brushRef="#br0" timeOffset="5140.5">16589 16411 275 0,'0'0'-26'0,"0"0"16"16,36 11 12-16,-14-2-2 16,-2 3-2-16,4 8-10 15,-1 3-9-15,-6 4-20 0,-2 1-29 16</inkml:trace>
  <inkml:trace contextRef="#ctx0" brushRef="#br0" timeOffset="5440.29">16999 16405 264 0,'0'0'4'0,"0"0"8"16,0 0-10-16,0 0-5 15,0 0 2-15,5 41 2 0,1-17-1 16,2 1 1-16,-2 3-2 16,1-1-10-16,-2-3-8 15,-2 0-13-15,-2-4-19 16,-1-6-4-16</inkml:trace>
  <inkml:trace contextRef="#ctx0" brushRef="#br0" timeOffset="5816.66">16991 16394 165 0,'0'0'1'0,"0"0"3"15,20-39-3-15,-8 29 1 16,1-1-1-16,1 4 2 16,1 0 6-16,-1 4-2 0,1 3 0 15,0 0-4-15,-3 0-2 16,1 8-2-16,-1 4-1 16,-2 3 3-16,-5 3 1 15,-3 2-4-15,-2-1-2 16,0 1-1-16,-5-2 0 0,-7-2 0 15,0-4 2-15,0-3 3 16,4-3 2-16,0-2 3 16,2-1 4-16,4-3 1 15,2 0 6-15,0 0-7 16,0 0-13-16,12 0 4 0,2 0 4 16,7 0 1-16,6 0-4 15,2-2-1-15,4-11-50 16,2-6-95-16</inkml:trace>
  <inkml:trace contextRef="#ctx0" brushRef="#br0" timeOffset="6279.93">19349 15529 45 0,'0'0'128'0,"0"0"-131"0,0 0 5 0,0 0 2 0,0 0 15 15,38 10 1-15,-19-10 0 16,3 0-4-16,5 0-8 16,1 0-3-16,2 0-5 0,3 0 0 15,0-3-12-15,1-2-22 16,-3-2-36-16,0-1-14 16</inkml:trace>
  <inkml:trace contextRef="#ctx0" brushRef="#br0" timeOffset="6500.41">19668 15416 243 0,'0'0'10'0,"0"0"-20"0,0 0 10 15,0 0 1-15,43 25 0 16,-27-12 1-16,-3 2-1 15,-3 3-1-15,-1 2 1 16,-5 0-1-16,-2 0-1 16,-2-1-28-16,0-2-36 0,-6-5-11 15</inkml:trace>
  <inkml:trace contextRef="#ctx0" brushRef="#br0" timeOffset="6770.94">19955 15345 254 0,'0'0'-11'0,"0"0"12"16,0 0-4-16,15 43 5 0,-13-22-1 15,1 1 0-15,-3 1 1 16,0-4-1-16,0 1-1 15,0-3 0-15,-2-4-1 16,-4-3-5-16,0-3-10 0,0-3-1 16,-1-4-6-16,-1 0 8 15,0 0 2-15,1-11-25 16,1-6-24-16</inkml:trace>
  <inkml:trace contextRef="#ctx0" brushRef="#br0" timeOffset="7070.67">19912 15422 1 0,'0'0'33'0,"9"-50"-5"16,1 28-16-16,3 5 6 15,4 2 1-15,-1 1 2 16,2 6-9-16,4-1-4 16,1 6 1-16,0 1-3 15,-2 2-3-15,-2 0-2 16,-4 8-1-16,-4 6-4 16,-6 3-3-16,-5 3-3 0,0 4-2 15,-14-2-12-15,-3 0-7 16,-5-2-4-16,0 0 7 15,1-3 21-15,0-4 29 16,6-3 7-16,5-2-4 0,2-1-4 16,6-2-3-16,2-1 0 15,4-1-1-15,10 1 5 16,3 2-2-16,6-5-9 16,2 2-5-16,2-2-3 15,1-1-2-15,0 0-1 0,0 0-22 16,-1-1-47-16</inkml:trace>
  <inkml:trace contextRef="#ctx0" brushRef="#br0" timeOffset="7732.47">20348 15473 144 0,'0'0'47'0,"0"0"-43"16,0 0-4-16,0 0-2 15,0 0 4-15,0 0 1 0,0 0 8 16,0 0-3-16,36-10-6 16,-26 2-2-16,1-4-1 15,-3 1 1-15,-2-2 0 16,-2 2 1-16,-3-2 6 16,-1 2 11-16,0 2-7 0,-1 4 0 15,-5 0-5-15,-4 4-6 16,-1 1-2-16,-1 0 1 15,3 9 3-15,-3 5-2 16,3 1 0-16,5 2 0 16,2 0 0-16,2 2 1 15,2-5-1-15,9 0 0 0,3-4-6 16,4-1-11-16,4-4 4 16,5-3-6-16,-2-2-7 15,4 0-11-15,0-4 19 16,0-6 16-16,-3-2 3 15,-1-2 0-15,-1-3 2 0,-3 1 19 16,-6-2 3-16,-1-1-10 16,-7 4-7-16,-3 1-1 15,-4 2 8-15,0 2 8 16,-5 3 2-16,-3 3-16 16,-6 4-4-16,3 0-1 0,-3 0 1 15,1 8-4-15,0 5 0 16,5 3 0-16,3 1 0 15,3 3 0-15,2-2 0 16,0 3-1-16,2-1 1 16,8-2 0-16,-2 1 0 0,2-3 0 15,-1 0-1-15,-1 1 1 16,0-3 1-16,-4 0-2 16,-2-1 0-16,-2-2 0 15,0-1 0-15,-6 1 0 16,-10-2-2-16,1 1 1 0,-5-3 1 15,1 0-11-15,-2-4-18 16,2-2-14-16,4-1-37 16</inkml:trace>
  <inkml:trace contextRef="#ctx0" brushRef="#br0" timeOffset="8117.18">20775 15372 208 0,'0'0'6'0,"0"0"2"0,0 0-1 0,0 0-1 0,36 25 7 16,-29-10-8-16,-1 1-3 16,1-1 0-16,-1-2-1 15,1-1-1-15,0-4 1 16,2-2 1-16,2-5-6 0,0-1 1 15,-2 0 2-15,4-5 1 16,-1-7 0-16,0 0 3 16,1-3 3-16,-1 3 3 15,0 1 0-15,-3 3 0 0,0 1 6 16,-2 4-3-16,0 3-7 16,-1 0-3-16,0 0-1 15,2 4-1-15,1 5 0 16,-1-2 1-16,1 1 0 15,3-1-1-15,-1-4-3 16,3 0-12-16,0-3-14 0,1 0-25 16,2-10-46-16</inkml:trace>
  <inkml:trace contextRef="#ctx0" brushRef="#br0" timeOffset="8352.04">21265 15094 244 0,'0'0'32'0,"0"0"-4"16,0 0-17-16,0 0-10 0,0 0-4 15,0 0 3-15,0 0 0 16,-2 61 0-16,2-32 2 16,0 2-2-16,3 1 1 15,4 0-1-15,2-3 1 16,-2 1-2-16,3-3-17 15,0-1-16-15,-2-5-21 0,3-6-4 16,-1-4 0-16</inkml:trace>
  <inkml:trace contextRef="#ctx0" brushRef="#br0" timeOffset="8565.67">21428 15392 99 0,'0'0'18'0,"0"0"26"0,10-51-3 15,-10 40-11-15,0 1 2 16,-6 2-4-16,-3 3-21 15,-1 4-4-15,2 1-3 16,-2 0 0-16,3 6 1 16,2 3-1-16,2 4 0 0,3 0 1 15,0 1-1-15,3-1 0 16,9-3-1-16,1 1-7 16,5-2-9-16,6-2 4 15,0-6-13-15,-1-1-35 16,3 0-39-16</inkml:trace>
  <inkml:trace contextRef="#ctx0" brushRef="#br0" timeOffset="9411.12">21532 14986 198 0,'0'0'25'0,"0"0"-12"16,0 0 15-16,0 0-18 0,0 0-9 15,0 0-6-15,0 0 4 16,0 0 1-16,0 58 0 16,6-25 1-16,3 5 0 15,1-1 0-15,-2 0-1 16,2-1 2-16,1-2-1 0,-3-3-1 15,3-2 0-15,-1-5 1 16,-3-4-1-16,5-5 0 16,-2-5-6-16,1-4 0 15,1-6-2-15,0 0 0 16,1-3 3-16,4-9 5 0,-4-3 1 16,3-4 0-16,-3 1 1 15,1 2-2-15,-6 2 0 16,0 4 1-16,-2 6 4 15,-1 2 10-15,-2 2-11 16,1 0-6-16,2 8 3 0,0 4 5 16,4 0-5-16,-4 1 1 15,2-2-1-15,2-1 0 16,0-2 0-16,2-2 1 16,2-3-1-16,2-2-2 15,4-1 4-15,-2 0-2 16,6-8 1-16,-3-2-2 0,2 0 0 15,-2 0 0-15,-2 1 0 16,-4 4 2-16,-1 2-2 16,-4 3 4-16,-3 0-3 15,1 8 2-15,-2 1 2 0,1 3-1 16,0 0-2-16,1-1-1 16,0-1 1-16,2-3-2 15,-1-2 2-15,4-1-2 16,3-4 0-16,4 0 0 15,4 0 2-15,3-6-1 0,5-1 0 16,3-4-1-16,1 1 0 16,1 0 0-16,2 3 1 15,1 3-1-15,1 1 0 16,0 3 0-16,3 0 0 16,0 0 1-16,3 3 0 15,-2 3-1-15,1 0 0 0,0 0 0 16,2-3 0-16,0-2 0 15,2-1 0-15,3 0 0 16,3 0 0-16,-1-5 1 16,7-5-1-16,-1 0 0 0,2-2 0 15,4-2-1-15,-3 0-8 16,-1 1-28-16,-6-2-42 16,-10 2-62-16</inkml:trace>
  <inkml:trace contextRef="#ctx0" brushRef="#br0" timeOffset="11347.94">16931 15892 97 0,'-9'0'24'0,"0"0"22"0,4 0-4 0,-1 0-19 0,2 0-4 15,1-1-6-15,1-2-8 16,-1 3 0-16,2 0-3 16,1 0-2-16,0 0-2 15,0 0-2-15,0 3 2 16,8 1 1-16,3 0-1 15,5-1 3-15,2 1-1 0,11-1 0 16,7-3-1-16,7 2 0 16,9-2 3-16,4 0-3 15,6 0-5-15,9-3 3 16,2-3 3-16,8-1-3 16,3-2 1-16,10-2 8 15,2 1 1-15,4-1-4 0,6-2-1 16,4 2-1-16,1 1-1 15,1-3 1-15,1 3-1 16,-1-1 0-16,-2-1 0 16,-4 1 0-16,-3 2 0 0,-3-2 1 15,-7-2-1-15,1 3 8 16,-1-1-3-16,-2 1 0 16,-5-3-4-16,-2 3 0 15,1 0-1-15,-3 1 0 16,-3-1 1-16,3-1-1 0,2 0 1 15,2 0-1-15,1-2 3 16,5 1-3-16,5 0 0 16,2-1 1-16,3 1-1 15,5 1 0-15,0 1 0 16,1 1 1-16,-1 0-2 0,2 3 2 16,0 1-2-16,-1-1 2 15,-1 0-1-15,3 0 0 16,-3 1 0-16,-1-4 0 15,0 2 0-15,-2-1 0 16,0-2 0-16,-5 1 0 16,1 0 0-16,-3 0 0 0,-3-1 0 15,-1 0 0-15,-3-1 2 16,-2-1-2-16,-4-1 1 16,1-1 1-16,-3-1-1 15,-1 0-1-15,-6-2 1 16,-1-1-1-16,-3-2 1 0,-2 0-1 15,-1-1 0-15,-3-2 0 16,-5 0-1-16,-2-2 1 16,-6-1-7-16,-4-1-1 15,-5-1-2-15,-9 1-1 16,-5-1-4-16,-5-1-1 0,-10 2 0 16,-7 0 9-16,-7 2 5 15,-2 0 1-15,-16 1 1 16,-8 2 4-16,-5 0 4 15,-6 5 1-15,-7 1-1 16,-8 1 0-16,-5 5-5 0,-7 1-1 16,-5 4-1-16,-8 1-1 15,-8 2 1-15,-4 2-1 16,-9 0 1-16,-6 2-1 16,-8 5-1-16,-4 0 1 15,-7 1 1-15,-6 1-1 0,-7-1-1 16,-6 1 2-16,-3-1-10 15,-6 0 24-15,-6-1-14 16,-6 2 0-16,-2 0 1 16,-9 2 0-16,0 1 0 0,-6-1-2 15,1-1 0 1,0 5 0-16,-1-6 0 0,3 4 6 16,-1-2-2-16,1 2-1 15,0 1 1-15,1 2-2 16,0 1 0-16,5 2-2 15,0 2 0-15,2 3 1 0,2 1-1 16,4 3-1-16,0 1 1 16,6 1 0-16,3 2 0 15,9 1 1-15,7 4-1 16,12 2 0-16,8 3 0 16,11 2 0-16,11 3 0 0,13 0 0 15,14 0-1-15,11 2 0 16,18-1-6-16,21 1-13 15,17-3-21-15,9-4-15 16,32-6-13-16</inkml:trace>
  <inkml:trace contextRef="#ctx0" brushRef="#br0" timeOffset="12065.72">21658 14770 69 0,'0'0'1'0,"0"0"6"0,0 1 10 0,0-1-3 0,0 1 1 16,0-1 4-16,0 0 14 15,1 0-3-15,0 0-12 16,0 0-3-16,3 0-1 0,1 0-7 15,4 0 2-15,4-2-2 16,8-4-2-16,8-6-2 16,9-4 0-16,11-5-1 15,12-7-1-15,11-7 0 0,13-6-1 16,11-6 0-16,10-3 0 16,6-1-2-16,9-4-12 15,2 4-29-15,-4 0-36 16,0 3-37-16</inkml:trace>
  <inkml:trace contextRef="#ctx0" brushRef="#br0" timeOffset="13609.67">17187 16301 210 0,'0'0'7'0,"0"0"18"0,0 3-24 16,0 8-1-16,0 5 1 0,0 4 4 16,1 4-3-16,2 2 0 15,5 3 0-15,-3 3-1 16,1-2 0-16,0 1-1 15,1-2 0-15,-4 0-16 16,0-3-30-16,-3-4-11 16,0-3-18-16</inkml:trace>
  <inkml:trace contextRef="#ctx0" brushRef="#br0" timeOffset="13843.9">17096 16780 255 0,'0'0'-1'16,"0"0"0"-16,0 0 3 15,0 0 0-15,47-10 5 16,-29 4-4-16,4-1-1 0,-1 1 0 16,1-1-1-16,2 0 1 15,-2 0-1-15,1-1-1 16,-2-1 1-16,0 2-9 15,-6 0-38-15,-2 0-35 16,-5-2-25-16</inkml:trace>
  <inkml:trace contextRef="#ctx0" brushRef="#br0" timeOffset="14051.69">16994 16517 226 0,'0'0'-21'15,"0"0"25"-15,0 0-5 0,54-35-4 16,-23 22-10-16,4 0 11 16,1 0-6-16,0-1-24 15,1 1-35-15</inkml:trace>
  <inkml:trace contextRef="#ctx0" brushRef="#br0" timeOffset="14494.05">17373 16574 141 0,'0'0'78'16,"0"0"-88"-16,0 0 13 15,0 0-2-15,0 0 1 16,31 41-1-16,-24-31 0 16,3 1 1-16,-2-1 1 15,-2 0 1-15,1 0-1 0,-2-1 0 16,-4-2-1-16,1-1-2 16,-2-1-2-16,0-1-2 15,0-1-3-15,0-1-3 16,-3-2-3-16,-2 0 13 0,1 0 1 15,3-4 2-15,1-6 6 16,0-3-8-16,3-3 0 16,7 0 0-16,3-3 1 15,2 3-2-15,2 0 2 16,2 5-1-16,-4 4 4 0,2 3 3 16,-1 2-2-16,1 2-3 15,-2 0-3-15,-3 8 1 16,-2 3-1-16,-1 2 0 15,-2 0-6-15,-2 1-7 16,-2 0-6-16,-1-3-10 0,-1-1-11 16,0-4-39-16</inkml:trace>
  <inkml:trace contextRef="#ctx0" brushRef="#br0" timeOffset="14691.91">17746 16578 212 0,'0'0'28'0,"0"0"-32"0,0 0 5 0,0 0-1 16,0 0-1-16,0 0 0 0,0 0 3 16,21 47-1-16,-18-37-1 15,2-2-13-15,-3-2-36 16,-1-4-32-16</inkml:trace>
  <inkml:trace contextRef="#ctx0" brushRef="#br0" timeOffset="14841.91">17760 16441 167 0,'0'0'47'0,"0"0"-44"0,0 0-4 15,0 0-55-15,0 0-92 16</inkml:trace>
  <inkml:trace contextRef="#ctx0" brushRef="#br0" timeOffset="15089.93">17956 16381 271 0,'0'0'6'16,"0"0"-5"-16,0 0-1 15,0 0 1-15,0 0-6 16,6 45 5-16,-5-22 6 16,1 3-2-16,-2 4-2 0,3-1 0 15,-1 2-1-15,1-2 0 16,-1-1-1-16,-2-1-22 15,0-7-75-15,0-3-60 16</inkml:trace>
  <inkml:trace contextRef="#ctx0" brushRef="#br0" timeOffset="15338.96">17933 16588 190 0,'0'0'-19'0,"0"0"20"16,0 0 1-16,50-40-2 16,-33 35 1-16,-2 0 0 15,1 4 1-15,1 1 8 16,-1 1 0-16,-1 9-2 16,-1 3 4-16,-1 3-7 0,-2 1-3 15,-3 1 1-15,-2 1-2 16,-2 1 1-16,-1-5-10 15,-2-1-29-15,-1-4-30 16</inkml:trace>
  <inkml:trace contextRef="#ctx0" brushRef="#br0" timeOffset="15475.25">18113 16445 262 0,'0'0'-8'15,"0"0"10"-15,0 0-5 16,-9-40-72-16</inkml:trace>
  <inkml:trace contextRef="#ctx0" brushRef="#br0" timeOffset="15823.58">18307 16574 222 0,'0'0'18'0,"0"0"9"16,0 0-6-16,0 0-5 15,0 0-8-15,0 0-3 16,0 0-3-16,-35-7 1 16,22 7 1-16,-1 7-3 15,0 3 3-15,1 6-4 16,3-2 1-16,4-1-2 0,4-2-5 15,2-1-2-15,0-4-8 16,5-4-6-16,8-2 15 16,1 0 5-16,2 0 3 15,0-5-1-15,1-2 1 16,0 3 2-16,-3 0-2 0,-1 2 1 16,1 0-1-16,-1 2-1 15,-4 0 1-15,3 0-2 16,-3-3-39-16,-3-2-71 15</inkml:trace>
  <inkml:trace contextRef="#ctx0" brushRef="#br0" timeOffset="16243.31">18450 16257 147 0,'0'0'-2'0,"0"0"5"15,7 58 0-15,-2-29 1 0,-3 4 2 16,1 2 0-16,2 0 3 16,1-2 7-16,1-1 0 15,2-4-8-15,1-4-5 16,-3-4 0-16,4-4-3 15,0-5 0-15,0-3-6 0,0-5-5 16,5-3-2-16,0 0 12 16,1-7-2-16,2-6 1 15,-2-2-2-15,-1 0 0 16,-3 0 3-16,-1 2 8 16,-7 6 8-16,-1 3 12 0,-2 2 3 15,0 2-17-15,0 0-7 16,-2 3 1-16,2 4-1 15,1 0-3-15,0 2-1 16,1-1-2-16,0-3-1 16,0-3-25-16,1-2-62 15</inkml:trace>
  <inkml:trace contextRef="#ctx0" brushRef="#br0" timeOffset="16385.09">18769 16347 315 0,'0'0'-21'0,"0"0"15"15,0 0-26-15,0 0-120 16</inkml:trace>
  <inkml:trace contextRef="#ctx0" brushRef="#br0" timeOffset="16863.24">18824 16436 208 0,'0'0'20'0,"0"0"-20"16,0 0 4-16,0 0 13 15,38-7-2-15,-28 2-9 0,2 3 1 16,3-1 0-16,1 3 3 15,2 0-5-15,-2 0-2 16,0 10-2-16,-3 3-2 16,-3 5-2-16,-7 4-7 15,-3 3-2-15,-1 1 4 16,-10 2-12-16,-1-5 19 0,1 1 4 16,-3-5-5-16,5-2 7 15,2-3 5-15,4-3-6 16,3-1-2-16,0-1 0 15,3 0 2-15,6-4 0 0,2 5 5 16,3-3-1-16,-1 1-4 16,-1 2-1-16,-2 0-1 15,-2-1-1-15,-3 2 1 16,-2-1-1-16,-3 1 2 16,-2 2 1-16,-9 0 2 15,-7 1-2-15,-2 2 0 16,-6-2-8-16,1 0 9 0,0-1-3 15,5-4-3-15,2-4-2 16,7-5-23-16,4-3-26 16,7-15-86-16</inkml:trace>
  <inkml:trace contextRef="#ctx0" brushRef="#br0" timeOffset="17231.65">19282 16452 249 0,'0'0'29'0,"0"0"-8"0,0 0-12 0,0 0-11 16,-39-5 1-16,22 7 1 16,0 8 3-16,2 0-2 0,1 1-1 15,3 2 1-15,3-2 0 16,4-1-2-16,4-1-12 15,0-2-7-15,0-3-3 16,2 0 12-16,5-2 10 16,4-1 0-16,-1-1 2 0,3 2 2 15,0-1 4-15,1-1-3 16,1 4 4-16,2-2-4 16,-1-1 2-16,-1-1-2 15,0 0-1-15,-2 0 0 16,1-3-2-16,-2-4 0 0,2-1 1 15,-3-5-6-15,-2 0-25 16,1-4-39-16,-4 0-9 16</inkml:trace>
  <inkml:trace contextRef="#ctx0" brushRef="#br0" timeOffset="17424.81">19404 16233 124 0,'0'0'26'0,"0"0"24"16,0 0-11-16,0 0-13 15,0 0-27-15,0 0 1 16,0 0 4-16,7 37 2 0,-2-3 2 16,0 0 2-16,1 0-7 15,3-1 1-15,-1-2 0 16,2-4-2-16,-1-3-2 16,-2-2-15-16,2-6-27 15,-5-4-60-15</inkml:trace>
  <inkml:trace contextRef="#ctx0" brushRef="#br0" timeOffset="17703.09">19401 16347 306 0,'0'0'-3'0,"0"0"6"16,0 0 0-16,53-40 0 15,-30 34 2-15,-2 2-3 16,4 4 0-16,-3 0-1 0,-1 10 1 16,-2 8 4-16,0 2-3 15,-4 3-1-15,-3 0-1 16,-7-2 0-16,-3 1-1 16,-2-1 0-16,0-3 2 15,0-1-2-15,0-2 2 0,-2-4-24 16,0-7-42-16,2-4-103 15</inkml:trace>
  <inkml:trace contextRef="#ctx0" brushRef="#br0" timeOffset="18329.38">19813 16333 315 0,'0'0'-11'0,"0"0"15"0,0 0-3 15,0 0-2-15,0 0-10 16,0 0 2-16,-37-31 5 16,24 31 10-16,-1 0-3 15,2 2 1-15,2 9-4 16,-1 2 0-16,3 4 1 16,2 2-1-16,4 1 0 0,2 0 0 15,0-1-7-15,2-2-6 16,5-5-6-16,3-2 5 15,2-4-5-15,-1-4 4 16,1-2 9-16,1 0 4 16,2-3 1-16,-1-6 1 0,-1-4 1 15,3-2 2-15,-3 0-1 16,3-1 0-16,-2-1 1 16,-1 3 2-16,0 0 9 15,-4 4-4-15,0 4 3 16,0 2-2-16,-4 4-3 0,0 0-5 15,0 0-5-15,1 14 4 16,-3 2 1-16,0 2-2 16,0 2 2-16,-2 1-3 15,0-1 2-15,0-3 0 16,-1-2-4-16,0-3 5 16,0-3-4-16,0-4 2 0,1-4-4 15,3-1-2-15,1 0 5 16,4-12 11-16,4-2 0 15,7-6 2-15,0 0-8 16,7 0-3-16,2 3-1 16,2 2-1-16,-2 6 0 0,-2 6 0 15,-2 3 1-15,-2 0-1 16,-2 12 0-16,-5 3 0 16,-3 8 0-16,-5 1 0 15,-4 5-6-15,-4 6-7 16,-16 1-5-16,-9-1-52 0,-9 2-8 15</inkml:trace>
  <inkml:trace contextRef="#ctx0" brushRef="#br0" timeOffset="18768.55">17918 17068 255 0,'-39'4'-34'0,"11"-2"35"0,8-1 0 15,10 2-1-15,8-2 2 0,2 0 0 16,18 0-7-16,8-1 8 15,11 0 11-15,9 0 0 16,11 0-3-16,7-2-6 16,9-5 3-16,10 0 0 15,9-2 6-15,8-3-1 0,7-1 1 16,7-4-1-16,8-2-4 16,6-4-2-16,7-2-2 15,1-3-1-15,3 0-3 16,-1 1-1-16,-3 1 0 15,-4 3 1-15,-11 4-2 16,-6 3 1-16,-10 6-2 0,-12 3-2 16,-10 3-3-16,-12 4-1 15,-15 0-13-15,-9 0-26 16,-14 1-66-16</inkml:trace>
  <inkml:trace contextRef="#ctx0" brushRef="#br0" timeOffset="18896.5">20390 16810 355 0,'0'0'-15'0,"0"0"-77"16,0 0-111-16</inkml:trace>
  <inkml:trace contextRef="#ctx0" brushRef="#br0" timeOffset="27593.8">20434 16447 48 0,'-2'2'3'0,"1"-2"8"0,1 3 0 0,0 3-6 16,0-2 8-16,0 0-1 16,0 0 0-16,4-1 8 15,3-1 3-15,-1-2-1 0,5 0 4 16,1 0 2-16,6-8-7 16,11-10-6-16,14-6-3 15,14-8 1-15,17-10-6 16,20-12-4-16,18-10-3 15,13-7 1-15,6-10-29 0,4-3-235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9T06:44:53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16823 9345 41 0,'0'0'19'0,"0"0"2"0,-2 0-6 0,0 0-1 15,1-1-3-15,0 0 1 16,-1 0 0-16,1-1 3 0,1 1-3 16,0 1 2-16,-2-1 0 15,2-1-1-15,-2 1-2 16,2-2-3-16,-2 2 0 15,0-2 0-15,2-1 1 16,0-1 0-16,0-1-1 0,0 0-3 16,0 0-2-16,1-1-1 15,6 1-1-15,0-1-1 16,3 1 0-16,0 3 1 16,1-1-1-16,-1 1 0 15,-1 2-1-15,1 1 1 16,2 0-1-16,-3 0-1 0,0 0 0 15,2 1 1-15,-4 5-1 16,2-2 1-16,-2 5 0 16,1-1-2-16,-1 0 2 15,-2 0-1-15,-2 3 0 16,0-2 0-16,-2 1-1 0,-1 1-1 16,0 2 1-16,0 1 0 15,-5 2 4-15,-2 2-1 16,-2 1-1-16,-2-1 2 15,1 2 0-15,2-2 0 16,-3 0-1-16,2-3 0 0,2-2 0 16,-3-2 1-16,4-1 0 15,-2-1-1-15,3-2 0 16,1-3 0-16,-1 0 0 16,3-1 0-16,2-1 1 15,0-1-2-15,0 0 2 0,0 1 2 16,0-1-3-16,0 0 3 15,2 0-3-15,4 0 1 16,1-1 1-16,2 0 0 16,-2 0-1-16,5 0 0 15,-2 0 0-15,4 0 1 0,-3-4 0 16,2-2-1-16,3 2 1 16,-1 0-1-16,1-2 0 15,-1 2 1-15,2-1 0 16,-1 0-1-16,3-2-11 15,-2-2-29-15,-1-1-59 0</inkml:trace>
  <inkml:trace contextRef="#ctx0" brushRef="#br0" timeOffset="590.67">17210 9270 125 0,'0'0'9'0,"0"0"27"0,0 0-10 0,0 0-9 0,0 0-4 16,0 0-2-16,0 0-4 16,-3-39-1-16,9 35-5 15,2-1-1-15,2 3 0 16,1-1-1-16,1 0 1 15,0 3-1-15,1 0 0 0,-1 0 0 16,-4 3-1-16,1 4 0 16,-2 3 1-16,-3 0-1 15,-4 4 1-15,0 0 0 16,0-1 1-16,-6 1 1 0,-1-2-2 16,-1-1 2-16,1-1-1 15,0-3 0-15,5-1 1 16,1 1-1-16,1-3 0 15,0 0 0-15,3-1 1 16,8-3 0-16,2 0 0 16,1 0 0-16,2 0-2 0,2 0 2 15,1 0-1-15,-2 0 0 16,0 2 0-16,1 1-1 16,-3 1 1-16,-4 3-1 15,-1-1 0-15,-2 1 0 16,-4 1 0-16,-4-1-1 0,0 2-1 15,-2-1 1-15,-11 1 8 16,-2 1 0-16,-7 2-1 16,-3-3-2-16,0 2-1 15,0-1-1-15,2-2 0 0,4-1 1 16,4-2-1-16,1-2-1 16,6-3-17-16,7 0-33 15,1-7-22-15</inkml:trace>
  <inkml:trace contextRef="#ctx0" brushRef="#br0" timeOffset="1054.53">17557 9037 91 0,'0'0'11'0,"0"0"-6"0,47-29 8 0,-30 25 0 15,-1 0-5-15,-1 2 2 16,-1 2-1-16,-1 0-4 0,1 0-2 16,-3 9-4-16,-2 2 0 15,1 6 0-15,-2-1 1 16,-1 1 0-16,-2 1 1 15,0-5 0-15,-4 0-2 16,0-3 2-16,-1-3 2 0,0-3 6 16,0 1 4-16,-1-3 10 15,-2-2 3-15,-3 0-2 16,1 0-11-16,-1 0-1 16,0-4 1-16,2-3-3 15,-2-5-1-15,4 0-4 0,1-5 0 16,1-3-2-16,0-1-1 15,3-1 0-15,7 0-1 16,2 2 0-16,2 1-2 16,4 4-1-16,2 3-13 15,0 2-7-15,5 3-30 0,-1 2-48 16</inkml:trace>
  <inkml:trace contextRef="#ctx0" brushRef="#br0" timeOffset="1560.11">18146 8903 151 0,'0'0'11'0,"0"0"1"15,0 0 6-15,0 0-11 16,0 0-1-16,0 0-9 16,0 0 9-16,-51 22-4 0,31-10-1 15,1 1-1-15,3 1 1 16,2 2 0-16,3 0-1 15,4-1 1-15,0 1-1 16,5-4-1-16,2-2 1 16,0-4-1-16,0-3 2 15,9-3 3-15,2 0 1 0,5 0 1 16,1-9-2-16,3-3-1 16,3-4-1-16,1-2 0 15,-2-1-2-15,1-2 1 16,-2-2 0-16,-3-1 0 0,-3 0-1 15,-4-3-1-15,-3 1-4 16,-3-1-6-16,-2-1 3 16,-3 1-1-16,0-1-1 15,0 2 1-15,0 3 4 16,-3 5 3-16,-1 2 2 0,1 7 4 16,1 4 8-16,0 2 3 15,2 3-11-15,-2 4-8 16,2 9-5-16,-2 6 11 15,-1 5 6-15,3 4 1 16,0 5 2-16,0 0-5 16,1 5-3-16,5 1 3 0,3 4 2 15,3 4-6-15,-1-1-37 16,3 0-69-16</inkml:trace>
  <inkml:trace contextRef="#ctx0" brushRef="#br0" timeOffset="1807.98">18719 9197 231 0,'0'0'-6'0,"0"0"12"0,0 0-11 16,0 0 1-16,0 0 3 15,-1 41 5-15,-3-21 0 16,0 7-2-16,0 1 1 0,0 3-2 16,1 3 2-16,0 1-2 15,-2-1-19-15,0-3-52 16,2-6-7-16</inkml:trace>
  <inkml:trace contextRef="#ctx0" brushRef="#br0" timeOffset="2370.38">19074 8869 232 0,'0'0'-1'0,"0"0"8"16,49-41-3-16,-30 32 1 15,-2 4-3-15,3 1-2 16,-7 2 0-16,1 2-2 16,-1 0-1-16,-4 11 2 0,1 1-2 15,-5 5 2-15,-2 3 0 16,-3 1 2-16,-6 0-2 15,-10 1 1-15,0-4 2 16,-4-1-1-16,1-5 0 16,2-3-1-16,4-4-1 0,3-1 5 15,6-4 1-15,4 0 0 16,0 0-3-16,2 0-1 16,10 0 5-16,2-3-6 15,4-1 1-15,1 1-1 16,0 0 0-16,-1 3 0 0,1 0 0 15,-2 0 0-15,-2 4 0 16,-1 2 0-16,-4 3 0 16,-2-1-1-16,-1-1 1 15,-6 2-2-15,-1-1 1 16,0 2 1-16,-6 0 0 0,-4 0 3 16,-6 2-2-16,3 0 1 15,-3-3 0-15,7-1-7 16,7-4-21-16,2-3-53 15,2-1-2-15</inkml:trace>
  <inkml:trace contextRef="#ctx0" brushRef="#br0" timeOffset="2733.41">19607 8885 150 0,'0'0'0'0,"0"0"-4"0,0 0 7 0,0 0 2 16,0 0 3-16,0 0 2 16,2 44-4-16,-2-34 0 15,8-3 0-15,1 0 2 16,7-4-1-16,1-2 2 0,4-1 1 16,4 0 1-16,1-4-3 15,-1-6 0-15,-2-2-2 16,0-3 3-16,-4-1 2 15,-4 1 2-15,-3-1 3 16,-5-1-1-16,-5 3-2 0,-2 0-7 16,0 2-2-16,-7 4-3 15,-5 4-2-15,-5 4-4 16,-4 0 5-16,-1 1 3 16,2 9-1-16,2 0-4 15,1 1-15-15,7 1-25 0,6-5-36 16,4-4-28-16</inkml:trace>
  <inkml:trace contextRef="#ctx0" brushRef="#br0" timeOffset="3002.95">20096 8460 208 0,'0'0'-10'0,"0"0"2"0,0 0 1 16,0 0 10-16,0 0 0 16,19 46 3-16,-14-30-1 15,4 5-2-15,-4 1 2 0,1 2-1 16,-3 0 0-16,-2 0-5 15,-1-4-51-15,0-7-49 16</inkml:trace>
  <inkml:trace contextRef="#ctx0" brushRef="#br0" timeOffset="3481.99">20025 8565 187 0,'0'0'-2'16,"38"0"6"-16,-13 0 8 16,2 0-1-16,0-4-7 15,-2-3-2-15,-2 0 1 16,0-2-1-16,-2-2 0 16,-2-2-1-16,-2-1-2 0,-2-1-9 15,-3 0 1-15,-4-1 4 16,-2 1 3-16,-4 0 1 15,-1 4 1-15,-1 1 0 16,0 5 1-16,0 3 4 16,0 2 1-16,0 0-7 0,-3 7-2 15,0 7 1-15,3 2 4 16,0 0 2-16,0 1-2 16,0-2 0-16,0-1-1 15,5-2 2-15,1-5 0 16,-2-2 1-16,2-3 6 15,1-2 6-15,3 0 5 0,-1-2 0 16,7-7-9-16,-2-4-4 16,5-1-2-16,-3 1-3 15,2 0 0-15,-2 3-2 16,1 3-1-16,-4 6 0 0,1 1-1 16,-5 0 0-16,2 11-1 15,1 6-4-15,0 0-33 16,2-1-61-16</inkml:trace>
  <inkml:trace contextRef="#ctx0" brushRef="#br0" timeOffset="3850.72">20901 8689 249 0,'0'0'6'0,"0"0"9"0,0 0 3 0,0 0-9 0,33-39-3 16,-27 22-4-16,-3-1 0 16,-1-2-1-16,0-3-1 15,2-2 1-15,-2-1 0 16,3-1 1-16,2 0 2 0,-1-1-2 16,5-2-1-16,1 2 0 15,3 3-1-15,-1 1 0 16,1 7 1-16,0 6-2 15,-1 5 1-15,0 6-2 16,-2 0-1-16,0 13-6 0,2 5-2 16,-1 2 7-16,-1 7 3 15,-1 0 4-15,0 0-1 16,-1 2 0-16,-2-3 0 16,-4 2 2-16,-4-3-18 15,0-1-33-15,0-4-42 16,-8-5 3-16</inkml:trace>
  <inkml:trace contextRef="#ctx0" brushRef="#br0" timeOffset="4022.36">21005 8474 195 0,'0'0'11'0,"0"0"12"16,0 0-8-16,0 0-15 15,0 0 4-15,0 0-3 0,43-14-19 16,-20 11-48-16,5-2-27 16</inkml:trace>
  <inkml:trace contextRef="#ctx0" brushRef="#br0" timeOffset="4535.25">21357 8356 75 0,'0'0'130'0,"0"0"-122"16,0 0-8-16,0 0 0 16,0 0 1-16,-4 42-1 15,4-31 0-15,0 0 0 0,2-4 2 16,4-1-1-16,3-2-1 16,3-1 2-16,1-3 2 15,3 0-2-15,3-5 0 16,3-4-1-16,2-2 0 15,-1-4 1-15,1 1-5 0,-1-1-6 16,-6 0-1-16,-3 4-1 16,-5 2 11-16,-4 4 0 15,-4 2 13-15,-1 3 1 16,0 0-17-16,0 1 3 0,-3 5-3 16,2 1 3-1,0-2 0-15,1 1 0 0,0-1 0 16,5-1 3-16,5-3 3 15,1-1 4-15,2 0 0 16,1 0-5-16,-1-7-1 16,1-3 1-16,1-2 1 0,-1-1 0 15,-1-1-1-15,0 0 1 16,-3 2 1-16,-2 2-2 16,-2 0-4-16,-1 6 0 15,-4 4 1-15,-1 0-4 16,0 10-11-16,-1 8 4 15,-9 8 10-15,-2 5 2 0,-4 9-1 16,-1 4 0-16,-7 4 4 16,-5-2-19-16,-5-4-142 15</inkml:trace>
  <inkml:trace contextRef="#ctx0" brushRef="#br0" timeOffset="6265.76">20207 9176 103 0,'0'0'4'0,"0"0"9"0,0 0 2 15,0 0 0-15,0 0-6 16,0 0 0-16,0 0 3 16,0 0-3-16,0 0-3 0,-5-36-2 15,5 36-1-15,0 0-4 16,0 0-5-16,0 6 1 16,0 5 2-16,5 3 2 15,2 2 3-15,4 4-2 16,0 0 0-16,1 3 1 0,1 1 0 15,0-3 1-15,1 3-1 16,-1-3 2-16,-1 1-1 16,-2-2 3-16,-1-3 2 15,-1 0-2-15,0-2-1 16,-4-1-1-16,1-1 0 0,1 0-1 16,-4-3-1-16,2-1 2 15,0 1-3-15,0-2 3 16,-3-1 0-16,1-1 0 15,-1 1-2-15,-1 0-18 16,0 0-25-16,-1-4-23 0</inkml:trace>
  <inkml:trace contextRef="#ctx0" brushRef="#br0" timeOffset="6665.07">20268 9544 114 0,'0'0'18'0,"0"0"15"0,0 0-18 0,0 0-13 0,0 0 4 16,0 0 6-16,0 0-3 15,40 0-4-15,-29 0-3 0,2 0 0 16,1 0 1-16,1 0-1 16,2 0-1-16,-2 0-22 15,1-5-32-15,-1-2 12 16,-2-3-1-16,-3-1 15 16,-3-3 27-16,-4 1 13 15,-1 0 24-15,-2 3-7 0,0 2-3 16,-2 4 17-16,-5 4-20 15,-3 2-25-15,-2 15 2 16,-1 5 0-16,0 6-1 16,-5 6-10-16,-1 0-48 15,2 2-55-15</inkml:trace>
  <inkml:trace contextRef="#ctx0" brushRef="#br0" timeOffset="7405.56">19744 10107 47 0,'0'0'91'0,"0"0"-76"0,0 0 24 0,0 0-16 16,0 0-12-16,0 0-12 15,0 0-1-15,0 0-2 0,0 0 3 16,0 0-1-16,17 18 3 16,-12-6 0-16,1 1-1 15,-1 1 0-15,0 2 1 16,-2-2-1-16,0-1 3 0,-1 1-2 16,1-4 0-1,0-1 1-15,-1-1-1 0,1-1 1 16,0-4 0-16,0 2-1 15,1-3 2-15,0-2 0 16,1 0 2-16,2 0 0 16,-1-4 0-16,1-3-2 0,3-1-1 15,0-1-1-15,0 3 1 16,1 3-4-16,-2 0 2 16,2 3-1-16,0 0-1 15,0 0 1-15,2 3 1 16,-1 4 0-16,1-2 1 0,-2-2-1 15,0 0 1-15,-1-3 0 16,1 0 2-16,-4-4 2 16,2-7 8-16,-2-2 1 15,0-5-4-15,-3-3-4 16,-2-2 2-16,-2-1-1 0,0-2 0 16,0 2-2-16,-6 0-3 15,-2 3 0-15,-1 5-1 16,1 3-2-16,1 9 0 15,-2 4-3-15,2 0-15 16,1 6-21-16,1 6-10 16,1-2-30-16,0 0-29 0</inkml:trace>
  <inkml:trace contextRef="#ctx0" brushRef="#br0" timeOffset="7683.98">20158 9968 16 0,'0'0'70'0,"0"0"-41"0,0 0 23 0,0 0-3 16,0 0-34-16,0 0-19 15,0 0-4-15,0 0 8 16,0 0 5-16,22 47-1 15,-16-27-1-15,0 0-2 16,1-2 1-16,0-2-1 0,0-2 1 16,1 0 0-16,0-2-1 15,1-2-14-15,-4-6-38 16,4-4-31-16</inkml:trace>
  <inkml:trace contextRef="#ctx0" brushRef="#br0" timeOffset="8032.33">20372 9907 128 0,'0'0'4'0,"0"0"-6"15,0 0 5-15,0 0-4 16,12 41 4-16,-8-24 2 15,-4 3 4-15,2 0-3 0,0-3 4 16,1-1-2-16,2-3 1 16,-1-2-1-16,1-4 0 15,1 0 2-15,-1-4 1 16,3-1 1-16,1-2 0 16,2 0 1-16,0 0-1 0,5-5-1 15,0-2-5-15,4 0-2 16,-1 0-3-16,5-1 1 15,-6 0-1-15,6 0-3 16,-6-2-20-16,4 0-24 16,-5 0-29-16,-1-3-51 0</inkml:trace>
  <inkml:trace contextRef="#ctx0" brushRef="#br0" timeOffset="8502.2">20753 9856 162 0,'0'0'15'16,"0"0"25"-16,0 0-21 16,0 0-15-16,0 0-5 15,0 0-3-15,0 0 4 16,0 0 2-16,0 0 0 0,36 50 0 16,-30-33-1-16,3-3 0 15,-3 0 0-15,1-4 0 16,-3 0-1-16,-1-3 2 15,-1-1-2-15,0-3 1 16,-2-2 0-16,0-1 0 16,-3 0 4-16,-5-4-2 0,-2-6 1 15,-2-6-2-15,-1-2-1 16,4-3-1-16,-2-5 1 16,6-2 0-16,3-1 0 15,2 0-1-15,0 3 0 16,6 3 1-16,6 5-1 0,-2 3 0 15,5 3 0-15,2 4 0 16,2 0 0-16,2 1 0 16,-3 4 0-16,0 3-1 15,-2 0 0-15,-4 3 1 16,-4 11-2-16,-5 3 1 16,-3 4-2-16,-2 2 3 0,-10 2 0 15,-4-3-8-15,-8 1-8 16,3-5-6-16,-2-6-14 15,1-4-10-15,5-5-21 16</inkml:trace>
  <inkml:trace contextRef="#ctx0" brushRef="#br0" timeOffset="8878.68">21609 9508 127 0,'0'0'0'0,"0"0"18"0,0 0 22 15,0 0-29-15,0 0-9 16,0 0-2-16,-54 13 2 0,31 4 4 16,0 3 5-16,2 1 1 15,3 1-2-15,5-1-5 16,7 0 0-16,3-2-3 16,3-2-1-16,2-2 1 15,7-4 0-15,6-3 1 0,4-2 2 16,5-4-8-16,5-2-20 15,-1 0-33-15,0-11-20 16</inkml:trace>
  <inkml:trace contextRef="#ctx0" brushRef="#br0" timeOffset="9192.29">21742 9581 146 0,'0'0'-4'16,"0"0"16"-16,-38 22 10 15,28-10-18-15,1 1-1 0,2-1-1 16,3 0 0-16,4-2 0 16,0-2 0-16,0-2 0 15,8-3 5-15,1-3 3 16,7 0 4-16,2 0-3 16,1-10-5-16,3-2 0 0,-1 0-4 15,-1-4 0 1,-5 2 0-16,-5-2 3 0,-5 2 9 15,-4 0 0-15,-1 4-8 16,-4 1-4-16,-9 4-3 16,-7 5 0-16,-1 0-6 15,0 5-3-15,0 5-8 0,3 0-7 16,3-1-37-16,6-4-37 16</inkml:trace>
  <inkml:trace contextRef="#ctx0" brushRef="#br0" timeOffset="9585.78">21896 9525 126 0,'0'0'-1'0,"0"0"16"0,38-8 11 16,-27 8-20-16,-3 0-4 15,-1 7 1-15,-1 1 5 16,1 0-2-16,-3 3-4 15,-1-2 1-15,1-1-1 16,-4-1-1-16,0-1 1 16,0-2-1-16,0 0-1 0,0-4 0 15,0 0 0-15,-5 0 2 16,3 0-1-16,1-7 0 16,1-3 4-16,0-2-3 15,0-3 1-15,8-1 0 16,-1 2 0-16,6 0 0 0,1 1 7 15,3 3 0-15,1 6 1 16,2 0-1-16,3 3-6 16,-3 1 3-16,2 0-4 15,-2 9-2-15,-4 1 0 16,-3 0 0-16,-4 2-3 0,-4-2-21 16,-5-2-25-16,0-4-43 15</inkml:trace>
  <inkml:trace contextRef="#ctx0" brushRef="#br0" timeOffset="9890.98">22168 9426 171 0,'0'0'-4'16,"0"0"37"-16,0 0-17 15,0 0-8-15,44-13-4 0,-29 17-3 16,-1 7 1-16,2 0-4 15,-1 1 4-15,-2 3-2 16,-1-3 0-16,-1-2 1 16,-1-4-1-16,-3 0 0 15,-1-3 2-15,-1-3 9 16,1 0 19-16,-3-10 1 0,0-2-14 16,0-5-7-16,1-2-4 15,-1-2-4-15,0 0 1 16,1 1-2-16,3 2-5 15,-1 1-22-15,1 4-28 16,1 2-17-16,2 3-25 0</inkml:trace>
  <inkml:trace contextRef="#ctx0" brushRef="#br0" timeOffset="10204.09">22488 9329 114 0,'0'0'6'0,"0"0"22"16,0 0 1-16,0 0-13 15,2 43-8-15,2-29-5 16,-4-4-1-16,3 0 0 16,-1-3 1-16,1-3-2 15,2-2 0-15,-2-2 1 0,3 0 8 16,1 0 9-16,2-9-2 16,0-2-4-16,-1-5-2 15,0-1-2-15,-2-4-4 16,-3 2 0-16,-2 0-3 15,-1 2-1-15,0 2 0 0,-4 5-2 16,-6 3-1-16,0 6 2 16,-3 1-2-16,-3 1 2 15,2 9 0-15,1 3-4 16,2 0-13-16,5 0-10 16,5-1-14-16,1-3-41 15</inkml:trace>
  <inkml:trace contextRef="#ctx0" brushRef="#br0" timeOffset="10465.89">22820 9219 146 0,'0'0'16'0,"0"0"35"15,0 0-29-15,0 0-12 16,0 0-6-16,0 0-3 15,-41-19 0-15,23 29-3 0,1 5 4 16,-1 2-1-16,5 2 0 16,1-1-1-16,6 2 1 15,6-4-1-15,0 0 1 16,6-4 1-16,6 0 0 0,4-4-6 16,4-5-15-16,3-1-31 15,0-2-25-15</inkml:trace>
  <inkml:trace contextRef="#ctx0" brushRef="#br0" timeOffset="10772.33">22993 9235 110 0,'0'0'15'0,"0"0"25"16,0 0-6-16,-48-5-19 15,31 8-3-15,1 4-2 0,2 4-6 16,2-1-2-16,4 3-1 15,3-3-1-15,3 0 1 16,2-3-1-16,0 0-1 16,3-2-3-16,6-3 2 15,3-2 3-15,3 0 1 16,2 0 0-16,-1-7 0 0,0 3-2 16,-1-1 0-16,-4 0 3 15,1 3 0-15,-3-1 3 16,1 3-5-16,0-1-1 15,-1 1 1-15,1 0-6 16,2-3-36-16,-3 2-25 0,-1-2 2 16</inkml:trace>
  <inkml:trace contextRef="#ctx0" brushRef="#br0" timeOffset="11028.98">23108 8993 175 0,'0'0'-5'0,"0"0"50"15,0 0-22-15,0 0-24 0,0 0-5 16,0 0 4-16,12 42 4 16,-8-17 3-16,0 4-2 15,0-1-1-15,1 1 0 16,0-3 0-16,-2-1 1 15,-3-2 0-15,0-3-1 0,0 1-6 16,0-4-18-16,-6-3-54 16,-4-5-14-16</inkml:trace>
  <inkml:trace contextRef="#ctx0" brushRef="#br0" timeOffset="11314.02">23099 9122 110 0,'0'0'9'0,"40"-27"2"16,-18 20 5-16,0 1-1 15,-4 3 8-15,0 3-3 16,-1 3-6-16,-2 7-5 16,-1 3-2-16,-1 1-3 15,-4 0-2-15,1 0 0 16,-4-1-1-16,-2-3 0 15,-2-1 0-15,-2-5 2 0,0 0-6 16,0-4 3-16,0 0 4 16,-4-3-2-16,0-5-4 15,0-4-13-15,0-2-20 16,2-4-25-16,-1-4-5 16</inkml:trace>
  <inkml:trace contextRef="#ctx0" brushRef="#br0" timeOffset="12011.1">23497 8981 133 0,'0'0'3'0,"0"0"16"15,0 0-4-15,0 0-12 16,0 0-2-16,-43-7 0 16,32 10 1-16,-2 7 0 15,2 1 1-15,0 2-3 16,4 3 0-16,2 1 1 0,2-1-1 16,3-1 1-16,0-1 0 15,0-2 0-15,4-2 0 16,2-2 0-16,2-2 0 15,-1-2-1-15,-1-4-2 0,0 0-2 16,1 0 3-16,0 0-4 16,-1-3 3-16,1-5-7 15,0-2 5-15,1-3 4 16,-3-1 0-16,4-2 0 16,2 0 0-16,-5 1 0 15,4 1 0-15,-2 2 0 0,2 2 0 16,1 4 1-16,0 1 1 15,2 1-2-15,1 2 0 16,-3 2 0-16,1 0 0 16,-3 3 0-16,-2 6 0 15,-3 3 0-15,0 1 0 0,-4 4 0 16,0 3 2-16,0-3-1 16,0 0 1-16,-5-1-1 15,-2-5 0-15,1-1-1 16,-4-4-1-16,4-3 1 15,0-3-1-15,2 0 2 0,3-2 1 16,1-9-2-16,1-1 0 16,9-3-2-16,6-2 1 15,0-1 1-15,4 0 0 16,2 4 0-16,-2 4 5 16,0 3 10-16,-1 7-2 15,-4 0-1-15,3 9-6 0,-3 10-4 16,-5 6 0-16,-3 6 0 15,-7 9 0-15,-1 1-9 16,-21 1-66-16</inkml:trace>
  <inkml:trace contextRef="#ctx0" brushRef="#br0" timeOffset="13170.98">19747 8839 54 0,'-3'0'15'0,"1"0"5"0,-3 0-6 0,2-1-1 15,0-1-3-15,-1-2 1 16,-3 4-6-16,2 0-3 16,-3 0 0-16,-3 4-8 0,-5 4-23 15,-5 1-82-15</inkml:trace>
  <inkml:trace contextRef="#ctx0" brushRef="#br0" timeOffset="21156.93">20424 10815 104 0,'0'0'21'16,"0"0"14"-16,0 0-7 0,0 0-8 0,0 0-9 15,0 0-2-15,0 0-1 16,0 0-4-16,0 0 0 16,-1-42 1-16,0 33-2 0,0 0-2 15,-2 2 0-15,0 0-1 16,-4 1 1-16,-3 2-4 15,0 3-2-15,-6 1-8 16,-1 0 7-16,-1 7 5 16,2 7-2-16,-4 0 6 15,4 5-7-15,2 0 5 0,4 1-1 16,3-1-1-16,5-4 0 16,2-2 1-16,0-4 0 15,0-2 0-15,7-6 1 16,5-1 0-16,3-1 3 15,2-9-1-15,3-2-3 16,0-3 0-16,1-1 1 0,-2 1-1 16,0 2 0-16,-6 2 0 15,-2 4 0-15,-1 2 0 16,0 5 0-16,-4 0 0 16,1 7-1-16,-1 7-1 0,0 2 1 15,-1 4 2-15,-1-1-1 16,2 2 2-16,-2-1-2 15,4-2 1-15,-5-1 1 16,2-2-2-16,2 0-8 16,-2-4-35-16,4-2-23 15</inkml:trace>
  <inkml:trace contextRef="#ctx0" brushRef="#br0" timeOffset="21448.67">20726 10836 117 0,'0'0'34'0,"0"0"-23"0,0 0-7 0,0 0-2 0,37-7 4 16,-20 1-3-16,7-1 0 15,-2-1-1-15,3-1-1 16,1-2-8-16,-2-2-37 16,0 0-71-16</inkml:trace>
  <inkml:trace contextRef="#ctx0" brushRef="#br0" timeOffset="21725.84">21105 10580 174 0,'0'0'3'15,"0"0"25"-15,0 0 6 16,0 0-33-16,0 0-10 0,0 0 6 16,0 0 6-16,4 59 2 15,-1-37-3-15,2 1 0 16,0 0 1-16,3-4-1 16,-1 2 2-16,4-3-4 15,-5-1-14-15,2-1-35 0,1-9-35 16</inkml:trace>
  <inkml:trace contextRef="#ctx0" brushRef="#br0" timeOffset="21896.32">21284 10701 255 0,'0'0'-2'0,"0"0"21"15,0 0 15-15,0 0-21 16,0 0-9-16,0 0-2 15,0 0-6-15,0 0-29 0,-8-20-12 16,11 20-43-16,0 0-67 16</inkml:trace>
  <inkml:trace contextRef="#ctx0" brushRef="#br0" timeOffset="22366.01">21382 10568 229 0,'0'0'-34'0,"0"0"55"16,0 0 2-16,0 0-13 0,23-46-3 15,-13 35 1-15,6-1-2 16,1 1-1-16,-1 3-2 16,0 3-1-16,-2 2-2 15,-2 3 0-15,-4 0-2 16,-3 9-1-16,-4 6-7 15,-1 1 2-15,-1 3 4 0,-9 1 2 16,-2-2 2-16,-1-1 0 16,1 0-1-16,1-3 2 15,2-2 0-15,1-4-1 16,4 2 0-16,3-4 0 0,1-2 0 16,0 0 0-16,2-2-1 15,8 2 1-15,0 0 0 16,-1-1 1-16,1 2-1 15,0 0 0-15,-3-1-1 16,1 2 2-16,-7 0-1 16,3-2 0-16,-3 0 0 0,-1-1-2 15,0 1 1-15,-1-1 0 16,-8 3 2-16,-1-2 0 16,-2 3 1-16,-3 0-1 15,1 0-2-15,0-1-25 16,1 0-28-16,0-4 1 0,4-2-12 15</inkml:trace>
  <inkml:trace contextRef="#ctx0" brushRef="#br0" timeOffset="22744.34">21626 10554 88 0,'0'0'2'0,"0"0"0"0,0 0 1 0,0 0 1 15,0 0 4-15,0 0-1 16,4 45 1-16,0-34-2 16,-1-2-4-16,3-2 3 15,0-4 0-15,2-2 4 16,4-1 9-16,-2 0 5 0,2-4-3 15,2-4-5-15,0-3-2 16,0-3-1-16,-4-3 2 16,-1 3 0-16,-4-2 1 15,-3-2-1-15,-2 2-5 0,0 3-5 16,-8 2-3-16,-5 4-1 16,-5 4-5-16,-2 3-14 15,-3 0-7-15,-1 9-5 16,0 3-9-16,4-3-16 15,2-2-12-15</inkml:trace>
  <inkml:trace contextRef="#ctx0" brushRef="#br0" timeOffset="23485.06">21730 10298 59 0,'0'0'16'0,"14"-40"-1"16,-11 22 8-16,-3 3-1 16,0 1-2-16,-4 1-3 15,-6 2-10-15,-5 3-1 0,-3 0-4 16,-4 0-2-16,-1 2 5 16,-9-1-1-16,-1 3 1 15,-3 0-1-15,-5 1-1 16,-2 0-1-16,-4 3-2 15,-2 0 1-15,0 0 0 16,-9 0-1-16,-2 0-4 0,-1 4 8 16,-3 5-5-16,-4 2 0 15,-2 7 2-15,0 1 1 16,-2 5-2-16,-6 2-3 16,-2 2-1-16,-1 2-7 0,-2 3-5 15,3 3 8-15,-1 3 0 16,0 6 7-16,0 4-1 15,2 2 2-15,3 8-1 16,2 2 14-16,4 5-12 16,8 2 8-16,8 0-4 0,14 0-4 15,7-4 0-15,14-1-1 16,13-8-2-16,6-2 5 16,9-6-1-16,13-2 4 15,8-6 5-15,7-4-1 16,8-4 5-16,8-4-4 0,6-3 5 15,11-1-5-15,5-2-4 16,8-2-3-16,4 1 1 16,10-2-3-16,5-6 1 15,8-3-3-15,5-9-4 16,2 0 0-16,6-18 3 0,2-8 1 16,2-8 1-16,-2-8-1 15,-2-7-3-15,-6-5 9 16,-7-4-3-16,-6-7 7 15,-8-6 4-15,-8-5 1 16,-7-4 3-16,-8-4-2 16,-8 0 0-16,-11-2-9 0,-15 4 0 15,-16 6-5-15,-16 7 0 16,-8 5-2-16,-27 8 0 16,-13 6-1-16,-21 6-6 15,-15 8-26-15,-17 8-15 16,-15 1-40-16,-15 4-71 0</inkml:trace>
  <inkml:trace contextRef="#ctx0" brushRef="#br0" timeOffset="24190.15">18946 8236 115 0,'0'0'17'0,"0"0"-3"0,0 0 3 0,-2-43-3 16,2 39-3-16,2 1-6 16,1 0-2-16,4 3-3 15,-2 0-3-15,1 7 0 0,0 9-1 16,-1 5 1-16,4 10 0 15,-5 8 3-15,-1 8 2 16,-1 9-1-16,0 13 0 16,-2 12 0-16,0 11 1 15,0 16-1-15,0 14-1 0,0 14 0 16,0 14 0-16,10 7 1 16,9 13 0-16,5 7 0 15,11 7 1-15,9 5 3 16,8 2-4-16,8 4 0 15,4-4-1-15,3-4 0 0,0-6 1 16,1-7-1-16,-3-2 1 16,-2-13 0-16,-2-8 1 15,-4-9-6-15,-6-12-18 16,-4-16-12-16,-7-22-4 16</inkml:trace>
  <inkml:trace contextRef="#ctx0" brushRef="#br0" timeOffset="25299.45">19255 8040 147 0,'0'0'39'0,"0"0"-8"0,0 0-10 0,-5-44-7 16,14 36-10-16,7 1-3 15,5-2-1-15,7 1 0 0,6-2 0 16,2-1 0-16,10 0 1 15,8-4-1-15,7-2 0 16,8-4-1-16,11-2-4 16,8-5-2-16,12-2 2 15,3-5 1-15,8-4 2 16,11-5 0-16,5-4 1 0,7-3 1 16,5-3 0-16,3-2 0 15,4-2 0-15,3 1 1 16,1 2-1-16,-6-2 2 15,2 3 0-15,-2 3-1 16,-6 2 0-16,-5 4 0 0,-8 4 0 16,-4 4 0-16,-8 3 0 15,-7 4 0-15,-3 2 0 16,-6 5-1-16,-7 6 0 16,-5 3 1-16,-3 8-1 15,-8 6 0-15,-9 0-4 0,-3 13-1 16,-6 8-3-16,-6 5-4 15,-1 9-3-15,0 7 2 16,1 9 7-16,0 7-1 16,4 10 4-16,-1 6-2 15,0 6-2-15,2 9-6 0,-1 3-1 16,-4 5 2-16,-5 5 2 16,-2 9 6-16,-2 1 3 15,-6 3 1-15,-1 6 2 16,-1 0 3-16,0 2 2 15,-2 3-2-15,1 2 2 16,0 2-2-16,-3-1 0 0,0 3-1 16,-2-1-1-16,-3-2 2 15,-3-5 1-15,-2-1-1 16,-5-4-2-16,-6-1 3 16,-3-4-2-16,-5 0 0 0,0-1-2 15,-7-6 0-15,-8-2-1 16,-5 0 0-16,-7-6 1 15,-9-3-2-15,-7-3 2 16,-8 0-1-16,-7-8-2 16,-9-6-4-16,-6-6 3 15,-5-8 1-15,-10-8 2 0,-10-6-1 16,-7-1 1-16,-12-3-2 16,-14 1-4-16,-11-1-14 15,-16 1 4-15,-7 0 7 16,-13 2 7-16,-6 1 1 15,-6 0 0-15,-6 3 1 0,-6 1-1 16,-4 2 1-16,-5 2 0 16,0 2-2-16,-8 1-2 15,2 2-17-15,0-1-26 16</inkml:trace>
  <inkml:trace contextRef="#ctx0" brushRef="#br0" timeOffset="29527.9">14885 12866 75 0,'0'0'9'0,"0"0"19"0,0 0-11 0,0 0-1 0,0 0-2 16,0 0-3-16,0 0 3 15,0 0-6-15,0 0-4 16,0 0-2-16,0 0-7 16,0 0 4-16,-13 14 2 15,13 6 4-15,0 2-4 0,0 4 1 16,2 1-1-16,-1 3 0 16,3 0-3-16,0 1 5 15,-2 3-3-15,1-4 1 16,-2-2-1-16,1 1 1 15,2-7-1-15,2-1 2 0,-1-5-2 16,3-3-5-16,-1-3-27 16,0-7-20-16</inkml:trace>
  <inkml:trace contextRef="#ctx0" brushRef="#br0" timeOffset="30040.8">15057 12833 106 0,'0'0'3'0,"0"0"8"0,0 0-3 15,0 0-4-15,0 0-3 16,0 0 0-16,-24 43 0 16,20-26 1-16,1 1 0 15,-1 3-1-15,4-1 1 16,-2 3 0-16,2 0 0 0,0 1-1 16,0 1-1-16,0-1 1 15,0 1 0-15,2-3-1 16,3-4 1-16,3-3-1 15,0-2 1-15,0-4 0 16,3-4-1-16,-1-3-1 0,2-2 3 16,-2 0 3-16,3-5-2 15,-2-6 2-15,-4-3 2 16,2-2 3-16,-4 0-2 16,-2 1 2-16,0-2 0 15,-3 1-2-15,0 4 1 16,0 4-5-16,-8 1-2 0,-2 7-4 15,1 0-1-15,-2 11-2 16,-3 5-9-16,2 4-1 16,0 1-8-16,3-2-7 15,3-2-15-15</inkml:trace>
  <inkml:trace contextRef="#ctx0" brushRef="#br0" timeOffset="30354.27">15210 12628 167 0,'0'0'5'0,"0"0"-3"0,0 0-2 0,-4 50 1 16,4-27-1-16,0 0 1 15,0 3-1-15,4-3 1 0,2 1-1 16,-3-4 1-16,1 0-1 16,1-3 0-16,-1-4 0 15,-2-2-5-15,-1-5-34 16,-1-6-49-16</inkml:trace>
  <inkml:trace contextRef="#ctx0" brushRef="#br0" timeOffset="30887.35">15150 12780 182 0,'0'0'-14'0,"0"0"44"15,0 0-9-15,0 0-23 16,0 0-2-16,0 0 7 15,0 0-2-15,0 0 0 16,35-14 0-16,-19 10-1 16,-3 0 2-16,3-3-2 15,-3-2 1-15,1-1 0 0,-1-1-1 16,-2-2 1-16,1-1-1 16,-4 2 0-16,1-3 1 15,-5 1-1-15,-2-2 0 16,-1 3 0-16,-1 1 1 0,0 3-1 15,0 2 1-15,0 1 0 16,0 5 0-16,0 1 1 16,0 0-5-16,0 11 2 15,0 3 0-15,0 5 3 16,0 2-2-16,0 2 0 16,5-2 0-16,1 0 0 0,-3-1 1 15,3 0-1-15,-2-2 0 16,-1-2 0-16,0-4 0 15,1-2 0-15,-2-3 0 16,1-3 2-16,-1-3-6 16,2-1 3-16,0-4 3 0,1-7 1 15,-1-3 2-15,3-2-2 16,-2-1 3-16,1 2 7 16,-1 0-12-16,1 5 1 15,2 4-2-15,0 4 0 16,0 2 0-16,2 1-2 0,4 10-4 15,0 2-15-15,-2 3-27 16,1 1-20-16</inkml:trace>
  <inkml:trace contextRef="#ctx0" brushRef="#br0" timeOffset="31325.76">15683 12950 139 0,'0'0'3'0,"0"0"-3"0,0 0 0 0,0 0 2 15,0 0-2-15,0 0 5 16,0 0 8-16,0 0 1 16,0 0 8-16,0 0-3 15,8-20-9-15,-8 10-5 0,0-3-3 16,0-3-1-16,0-1-1 15,4-3 0-15,-2-2 1 16,0-1 0-16,-1-3 0 16,1-1 4-16,4 0-1 15,-2 2-3-15,0 1 0 0,4 2-1 16,-3 5 0-16,3 4 0 16,-3 4 0-16,4 4 0 15,-4 3-1-15,3 2 1 16,-3 0-1-16,3 10-1 15,0 5 2-15,0 5 0 16,0 3 2-16,0 2-2 16,-1 0 1-16,1 0 0 0,-3-1-1 15,1 0-1-15,-4-1-19 16,-1-2-23-16,-1-2-19 16,0-5-61-16</inkml:trace>
  <inkml:trace contextRef="#ctx0" brushRef="#br0" timeOffset="31541.96">15699 12836 198 0,'0'0'14'0,"0"0"19"0,0 0-21 0,0 0-7 15,0 0-3-15,0 0-2 0,0 0 0 16,30-39 1-16,-15 31-1 16,2-2-7-16,1 0-40 15,-1-1-55-15</inkml:trace>
  <inkml:trace contextRef="#ctx0" brushRef="#br0" timeOffset="32233.1">15949 12637 67 0,'0'0'65'0,"0"0"-62"16,0 0 1-16,0 0-1 16,0 0 6-16,-16 41 1 15,16-31-5-15,0 0 0 16,0 0-3-16,0 0-1 15,2-3 0-15,4 0-2 0,1-4-1 16,3 0 1-16,2-3 1 16,-3 0 2-16,3 0 0 15,1-8-1-15,-1-1-1 16,0-4-1-16,-5 2 1 16,1-3 0-16,-2 2 0 15,-1 2 1-15,-1 3-1 0,-2 3 0 16,-1 1 1-16,-1 3 2 15,1 0-3-15,1 0-1 16,2 1 0-16,-1 5 2 16,1 1-1-16,4-1 1 15,-2-2-1-15,2 0 0 0,0-2 2 16,1-2-2-16,3 0 1 16,-1 0 1-16,0-9 0 15,1-1 1-15,-1-2-1 16,2-2 2-16,-2-2 0 15,-2 0-2-15,-1 0 0 16,-2 2-1-16,-2 1 0 0,-4 2 1 16,0 1-1-16,0 4-1 15,-2 4 1-15,-6 2 1 16,0 0-2-16,-1 2-2 16,1 8 1-16,0 3-2 0,0 0 3 15,3 1 0-15,3 2 0 16,2-2-1-16,0 0 1 15,0-1 1-15,5 1-1 16,5-1 0-16,-2-2 3 0,1 1 0 16,1-1 0-1,-1 2 0-15,-2 0 0 0,-2-2-3 16,-1 5 1-16,-4-1 1 16,0 2 0-16,-6 2-2 15,-10 1 2-15,-4 5-8 16,-7-1-38-16,-6 3-26 0</inkml:trace>
  <inkml:trace contextRef="#ctx0" brushRef="#br0" timeOffset="32610.55">15425 13319 113 0,'0'0'3'0,"0"0"11"0,0 0 1 0,0 0-18 0,0 0 12 16,0 0 1-16,0 0 1 15,60-13-3-15,-27 0 2 0,3-4 3 16,4-3 3-16,3-2-6 15,3-3-3-15,0 1-5 16,2 0 0-16,2 1-1 16,2 1-1-16,0 0 1 15,-2 3-1-15,1 0 0 0,-2 2 0 16,-2 1 1-16,-3 2-2 16,-2 3 2-16,-3 1-2 15,-3 2-6-15,-7 3-15 16,-6 1-37-16,-8 0-41 15</inkml:trace>
  <inkml:trace contextRef="#ctx0" brushRef="#br0" timeOffset="32882.04">15710 13343 120 0,'0'0'24'0,"0"0"-30"16,0 0 16-16,54-6 1 16,-23-7 0-16,5-2-1 15,7-2 0-15,1 0-1 16,2-3-3-16,2 4-3 0,-2 2-3 15,-2 0-10-15,-5 1-58 16</inkml:trace>
  <inkml:trace contextRef="#ctx0" brushRef="#br0" timeOffset="42546.95">15040 12417 10 0,'7'-7'13'0,"-1"-3"-10"0,1 0 2 0,0 0-2 15,2 0-2-15,-2 0-1 16,1 0 0-16,-4 2 0 16,0 1 1-16,0 1 0 15,-2 0 7-15,-2 3 0 16,2 1-4-16,-2 0-3 0,0-2 2 16,0 4 2-16,0-3 4 15,0-1 2-15,0 2-2 16,-2-1-1-16,0-1 1 15,-4-1 0-15,3 2 0 16,0 0 0-16,-2 0-4 0,1-1-3 16,0 2-1-16,-4-1-1 15,2 2 0-15,-3-2 0 16,0 2 1-16,0-1 0 16,-4 1 3-16,3 0 3 15,-2 1 0-15,0 0 0 0,2 0-4 16,-4 0 0-16,1 3 0 15,-5 3-1-15,2 3-2 16,-2 0 2-16,0 2 0 16,-3 1 0-16,0 1 2 15,1 3-1-15,0 2-3 16,0 0 1-16,1 1-1 0,-1 4 0 16,1 0 0-16,1 1 1 15,-4 0-1-15,3 0 0 16,-2 1 0-16,2 0 2 15,-3 1-2-15,6-1 1 0,-2 2-1 16,3 2 1-16,-1 3-1 16,3 4 1-16,-2 1-1 15,5 4 1-15,1 1-2 16,0 1 4-16,5-2-3 16,2-1 0-16,2-2 1 15,1 1 0-15,8 0-1 0,3 1 1 16,3 1-1-16,3 1 1 15,-2 0-1-15,4-1 1 16,1 2 0-16,3-2-1 16,0 0 1-16,5 2 0 15,2-2-1-15,5 0 0 0,3-2 1 16,7-1-1-16,0-4 1 16,2 0 0-16,3-7-2 15,2 0 1-15,2-4 3 16,2-5-3-16,2-5 1 0,1-4 0 15,-3-5 2-15,0-4 3 16,0 0 5-16,-2-8 0 16,1-5-1-16,2-4 2 15,0-2-4-15,-1-2-3 16,2-3-2-16,2-1-2 16,0-3 0-16,-1 0-2 0,0-4 1 15,-1-3 1-15,-5 1-2 16,-2-5 1-16,-4 1 0 15,-2-2-2-15,-4-2 2 16,-3-2 0-16,-5-5 0 16,-3-1-1-16,-2-5 1 0,-5-3 0 15,-2-1 0-15,-5-2 0 16,-2-2 0-16,-2-1 0 16,-4-1-1-16,-5 3 1 15,-4-1 0-15,0 4 0 16,-4 4 0-16,-7 4 0 15,-7 3 1-15,-4 2-1 0,-3 1 0 16,-5 2 0-16,-7 3 0 16,-3 2-1-16,-2 4-2 15,-6-1 5-15,-1 2 0 16,0 1 1-16,-3 0-2 16,1 2-2-16,-3 4 2 0,0 4-1 15,0 5 0-15,2 5 0 16,1 5 1-16,-1 4-2 15,3 3 1-15,0 0 0 16,0 6 1-16,1 5-2 16,-3 1 2-16,6 1-1 0,0 2 0 15,3 1 0-15,0 0 0 16,1-1 2-16,3 1-4 16,1-1 2-16,3-3 2 15,2-1-2-15,4 1 0 0,5 0 0 16,1 0 0-16,4 0 0 15,4 1-2-15,-1 0 4 16,5 1-4-16,1-1-2 16,4 0-20-16,2 0-7 15,3-4-21-15,0-3-6 0</inkml:trace>
  <inkml:trace contextRef="#ctx0" brushRef="#br0" timeOffset="43607.94">15491 11864 115 0,'0'1'6'0,"0"-1"2"0,0 0-9 0,0 0 3 0,4-5 0 16,1-5 0-16,2-1-1 0,2-6 1 16,0-4 2-16,5-4 3 15,1-3 3-15,3-6 0 16,-1-4 0-16,2-2-1 15,3-3 0-15,-3-2-4 16,2-1-1-16,-1-3 0 16,2-3-1-16,-3-2 1 0,5-1 2 15,0-2-1-15,3-4 2 16,4-1-1-16,6-1-4 16,0 1 0-16,2-1-3 15,0 4 2-15,0 2-1 0,-5 3 0 16,-1 4 0-16,-2 2 0 15,-4 2 0-15,-1 0 0 16,-1 1 1-16,-2 4-1 16,0 0 0-16,1 4 2 15,-2 0 2-15,2-1 17 0,1-1-21 16,0-1 2-16,-3-2-2 16,0-1-3-16,-4 4 6 15,-2 0-2-15,-2 5 0 16,-1 3 0-16,-3 5-1 15,2 4 1-15,-5 3 0 16,-1 2-1-16,-1 4 1 0,2 2 0 16,-5 3 0-16,1 1-1 15,-2 2 1-15,0 4 0 16,-1-2-3-16,1 3 2 16,0 0-7-16,-1 0-25 15,0 0 7-15,0 7-14 0,0-1-4 16,0 1-10-16</inkml:trace>
  <inkml:trace contextRef="#ctx0" brushRef="#br0" timeOffset="44049.36">16332 9894 15 0,'0'0'69'0,"0"0"-62"0,0 0 6 16,0 0-4-16,0 0-3 16,0 0-1-16,38-22 4 0,-21 15-3 15,0-2 0-15,1 2-1 16,3-2 2-16,-4 1-3 15,2-1 1-15,-1 1 0 16,-2 0-1-16,0 2-2 16,-2 0 0-16,0 3-1 0,-4 1 1 15,-2 2-2-15,-2 0 1 16,-2 0-1-16,0 0-1 16,-4 2-1-16,0 5 2 15,0 1 4-15,0 3 0 16,0 0-2-16,-4 3 0 0,-4 3-2 15,0-1 4-15,1 7-2 16,-4 1 0-16,0 4 0 16,2 7 0-16,0 4-4 15,-5 5-62-15,1 4-39 16</inkml:trace>
  <inkml:trace contextRef="#ctx0" brushRef="#br0" timeOffset="44690.2">15355 11732 85 0,'0'0'7'0,"0"0"11"0,0 0-2 0,0 0-5 16,0 0 2-16,-16-40-2 15,14 34-2-15,2 2-3 16,-2 0 2-16,2 1-1 16,0 2 0-16,0 1-7 15,0 0-2-15,0 8-1 0,0 4 3 16,4 5 2-16,-1 1-1 16,1 4-1-16,3-1 2 15,-4 0-2-15,5-2 0 16,-2-2 0-16,-1-3 0 15,4-2 0-15,0-3 1 0,0-7 0 16,9-2 3-16,2-4 5 16,16-15 5-16,11-14-4 15,19-18-8-15,19-18 0 16,23-19-5-16,15-20-86 16</inkml:trace>
  <inkml:trace contextRef="#ctx0" brushRef="#br0" timeOffset="58426.45">19433 9568 24 0,'-4'0'33'0,"2"0"-18"0,0-3 3 0,-1 0-5 0,2 1 0 16,-1-2-4-16,2 2-2 16,0-3-3-16,0 1-1 15,0 1-2-15,0 1 0 0,2-3 0 16,4 1-1-16,5-2 0 15,0-2 2-15,5-4-2 16,6-3 1-16,6 1 1 16,7-5 1-16,5-1 0 15,8-4 1-15,6-6-1 16,1 2 0-16,7-3-1 0,1-1-1 16,1-2 1-16,2 3 1 15,-3 0-2-15,1 0 1 16,-1-1 0-16,0 4-1 15,-3-2-1-15,-2 5 0 16,-6 2 1-16,-4 4-1 0,-8 5 0 16,-10 7-12-16,-8 1-19 15,-10 6-8-15,-7 0-57 16</inkml:trace>
  <inkml:trace contextRef="#ctx0" brushRef="#br0" timeOffset="58724.99">19441 9524 81 0,'0'0'1'0,"0"0"16"0,0 0-9 0,0 0-7 15,70-50 1-15,-20 21 2 16,9-3 3-16,14-5-3 16,10 0 0-16,11-2-3 0,11-1 2 15,0 0-4-15,9-4-32 16</inkml:trace>
  <inkml:trace contextRef="#ctx0" brushRef="#br0" timeOffset="59840.81">19942 13147 205 0,'0'0'6'0,"0"0"0"0,0 0-1 0,0 0 0 16,0 0-1-16,-37 24-3 16,33-23 1-16,0 0 3 15,1-1 7-15,-1 0 3 0,0 0-5 16,0 0-4-16,1 0-3 16,-2 0-3-16,3-2 1 15,2-7-2-15,0 0-8 16,0-4-9-16,7 0 5 15,-1-2 9-15,3 3 4 16,-2-1 1-16,3 6-1 0,-2 3 0 16,-1 1 0-16,1 3 0 15,0 0-1-15,-2 4-3 16,-2 5 3-16,0 5 2 16,-1 4-1-16,-3 4-2 0,0 2 3 15,0 4-1 1,0 2 0-16,-2 2 1 0,-3 0 0 15,1 0-1-15,1-4 1 16,1-3-1-16,1-5 2 16,1 0 2-16,0-7 0 15,0-3-1-15,6-3-1 0,1-3 0 16,4-3 0-16,5-1 1 16,6-4-3-16,0-11-18 15,1-7-68-15</inkml:trace>
  <inkml:trace contextRef="#ctx0" brushRef="#br0" timeOffset="60259.92">20203 13083 160 0,'0'0'5'0,"0"0"3"0,0 0 5 16,-29 47 2-16,27-33-5 16,1-1-4-16,1 1-1 15,0-3-4-15,0-2-2 0,5-2 1 16,4-3-1-16,-1-1 2 16,1-3 1-16,1 0-1 15,1-3-1-15,-3-7-7 16,0 2-8-16,-1-1 8 15,-1 0 4-15,-5 3 6 0,2 1 7 16,-1 1 12-16,1 4-8 16,1 0-6-16,0 0-4 15,2 0-1-15,4 4 4 16,-1 6-2-16,2 3-2 16,0 3 0-16,1 1-2 0,-1 4-1 15,0 0 2-15,-2 4-2 16,1 0 0-16,-2 2-14 15,-5 0-23-15,0-4-31 16,-3-5-49-16</inkml:trace>
  <inkml:trace contextRef="#ctx0" brushRef="#br0" timeOffset="60552">20428 12867 165 0,'0'0'13'0,"0"0"11"0,0 0-21 0,0 0-3 16,0 0 3-16,7 44 1 15,0-21 1-15,1 1-3 16,2 2 0-16,1-1 0 0,-2 1-2 16,0-3-2-16,0-1-31 15,-7-6-28-15,-2-5-64 16</inkml:trace>
  <inkml:trace contextRef="#ctx0" brushRef="#br0" timeOffset="60750.6">20422 12989 177 0,'0'0'51'15,"0"0"-42"-15,0 0-11 16,0 0 2-16,0 0 0 0,0 0 1 16,41 0 0-16,-26 0-1 15,1 0 1-15,-2 0-1 16,1-5-15-16,-3-4-30 15,0-1-6-15,-3-3-7 0</inkml:trace>
  <inkml:trace contextRef="#ctx0" brushRef="#br0" timeOffset="60873.12">20582 12894 47 0,'0'0'40'15,"0"0"-2"-15,0 0-4 16,0 0-27-16,0 0 13 16,37-8 6-16,-27 27-20 15,3 4-1-15,0 7-2 0,1 4-1 16,-2 3-1-16,-3-2-11 15,-7-2-61-15</inkml:trace>
  <inkml:trace contextRef="#ctx0" brushRef="#br0" timeOffset="61712.63">20536 12634 99 0,'0'0'-2'0,"-43"0"14"0,18 0 9 0,-1-1-12 0,-4 0-7 15,0-1-2-15,-1 0 0 0,1 1 0 16,-2-2-2-16,0 2 2 16,2 1 0-16,-1-1 0 15,-5 1 0-15,-1 0 2 16,-2 0 2-16,-1 7-3 16,-7 5 0-16,4 4-1 0,-1 2-1 15,1 5 1-15,1 1 3 16,2 5 0-16,-1 0 6 15,2 3 1-15,1 3 2 16,4 2-4-16,3 3-1 16,2 5-4-16,6 2-2 15,4 7 1-15,6 5 0 0,5 0 0 16,6 1-2-16,2 1 1 16,0 3-2-16,13-3 3 15,2 1-2-15,6 1 1 16,6-3-1-16,8-4 1 0,3-2-1 15,7-7-4-15,2-7 6 16,8-6 1-16,3-11 1 16,3-8-2-16,4-12 1 15,0-3-1-15,2-14 0 16,2-12-1-16,2-7 1 0,1-9 0 16,-2-5-2-16,-1-5 0 15,-3-4 0-15,-5-1 0 16,-6-2 0-16,-11-1 0 15,-5-1 0-15,-8 1 1 16,-7 4 8-16,-10 2 3 0,-8 4-4 16,-6 2-3-16,-1 8 0 15,-14 4-2-15,-5 5-2 16,-4 9-7-16,-4 7-6 16,-3 12-14-16,-6 3-40 15,-5 19-24-15</inkml:trace>
  <inkml:trace contextRef="#ctx0" brushRef="#br0" timeOffset="62666.94">20202 13938 124 0,'-3'-9'4'0,"0"2"7"0,-1 0 0 0,2 3-2 15,0-2-7-15,1 2-1 0,0 1-1 16,1 3 0-16,-1-1 0 16,1 1 0-16,0 0 0 15,0 0 3-15,0 1-3 16,0 12 0-16,1 3 1 16,5 5-1-16,3 6 1 0,1 1 0 15,0 5-1-15,2-3 2 16,2 5-1-16,0 1 1 15,-1 4 0-15,5 2 6 16,-2 2 1-16,0 0-2 16,2 0-4-16,1 0-1 0,1-2 0 15,1-3 0-15,-3-2-1 16,2-7 0-16,-1-3-1 16,-4-4 1-16,-3-6 0 15,0-6 0-15,-5 0 0 16,-1-6 2-16,-4-1 5 0,1 0 1 15,-3-1-5-15,1 0-2 16,-1 0-2-16,0 4 0 16,0 1-2-16,0 2-25 15,-2-2-61-15</inkml:trace>
  <inkml:trace contextRef="#ctx0" brushRef="#br0" timeOffset="62986.84">20426 14801 127 0,'0'0'3'0,"40"3"0"0,-19 0-1 0,1 1-1 16,1-1 0-16,-1 1-1 15,-5-2-1-15,0 1-3 16,-2-3-19-16,-4 0-29 15</inkml:trace>
  <inkml:trace contextRef="#ctx0" brushRef="#br0" timeOffset="63208.89">20625 14698 109 0,'-11'56'1'0,"0"3"0"16,4 3 0-16,-6 2-78 15</inkml:trace>
  <inkml:trace contextRef="#ctx0" brushRef="#br0" timeOffset="64097.88">20265 15489 99 0,'0'0'11'0,"0"0"4"0,0 0-2 0,0 0-1 16,0 0 3-16,0 0-2 15,0 0 2-15,0 0-5 0,0 0 1 16,0 0-1-16,0 0-2 15,40 23 5-15,-26 6-2 16,1 12-3-16,3 8-3 16,2 6 0-16,0 4-3 15,3 2-2-15,-1-2 0 16,1-1 1-16,3-2-1 0,-1-5-2 16,-1-4-21-16,0-6-15 15,-1-7-16-15,-4-7 0 16</inkml:trace>
  <inkml:trace contextRef="#ctx0" brushRef="#br0" timeOffset="68339.82">20478 15524 14 0,'8'-4'8'0,"2"0"-6"0,0-2 1 0,1 0 1 16,5-6-2-16,0 0-1 0,4-3 0 16,-1-2-1-16,2-2-2 15,2 2-19-15</inkml:trace>
  <inkml:trace contextRef="#ctx0" brushRef="#br0" timeOffset="68837.44">20786 15300 3 0,'0'0'11'0,"56"-42"3"16,-29 21-1-16,2-1 2 15,-2 2-1-15,-5 1-1 16,2 1 1-16,1 1 0 16,-3 1 0-16,0 2-4 15,1 0 1-15,-4 1-2 0,2 0-1 16,-3 3-4-16,1 1-1 15,-4 2-2-15,1 1 0 16,-3 3 0-16,-1 1 1 16,-1 1 0-16,0 1 1 15,-1 0 15-15,0 1 0 0,-1 7-6 16,1 1 0-16,2 2-2 16,-2 4-4-16,2 1-1 15,0 2-2-15,1 2-3 16,0 0 1-16,0 1 0 15,1 1-1-15,-1 0 0 0,1 1 0 16,-2 4 1-16,1-2-1 16,2 4 0-16,-4-1 0 15,-2 1 0-15,0-1 0 16,0 1-1-16,-6-2 1 16,-1-4 0-16,-2 2 1 0,0-5-1 15,0 1 1-15,-7-1 5 16,-4 1-1-16,-3 0-1 15,-5 1 1-15,-1 5-1 16,-7-2-1-16,0 5-1 16,-5 1-1-16,-5-1-1 0,-3 4 0 15,-4 0 0-15,0-1 0 16,-5 1-3-16,4 0-4 16,-2 0-16-16,0-2-41 15,-4 0-26-15</inkml:trace>
  <inkml:trace contextRef="#ctx0" brushRef="#br0" timeOffset="69658.3">20366 15572 53 0,'-3'0'14'0,"-1"0"21"0,1 0-5 15,2-2-10-15,-1 1 4 0,2 0-11 16,0-1-9-16,0 2-2 16,0-3-4-16,0 1 2 15,0-2 2-15,2-2-1 16,6-1 1-16,1 0 0 16,3-4 3-16,8-3 4 15,1-3 0-15,8-5-1 0,6-6 0 16,6-3-3-16,7-6-2 15,6-6-2-15,6 0-1 16,1-3 0-16,3 0-1 16,1-1-31-16,-7 2-48 15</inkml:trace>
  <inkml:trace contextRef="#ctx0" brushRef="#br0" timeOffset="70605.5">20417 15605 72 0,'0'0'0'0,"1"37"1"0,0-17 1 0,2-1 5 0,-1-2 0 16,2-3 4-16,-1 0 4 15,0-1-1-15,0 2-3 16,0-3 1-16,1 6-2 0,1 2-5 15,-1 1 0-15,0 2-4 16,1 1 0-16,-2-1 0 16,0 0-1-16,2 1 1 15,-3-3-1-15,1 2 0 16,-1-5 2-16,2 0 2 0,0-3-2 16,-1-4 0-16,2-2 2 15,-1-3 1-15,0-1 0 16,3-3 6-16,-3 3 1 15,4-3-4-15,1 2-5 16,1-1 0-16,2 4-1 0,1-1-2 16,0-1 2-16,3 1-2 15,-1-1 0-15,2-1-2 16,2-3-1-16,-1-1 2 16,1 0-2-16,5-1 2 15,-5-8 2-15,5 1-1 0,0-2 0 16,0-2 2-16,2-1-2 15,0-1 1-15,1-1 1 16,0-4 2-16,3-1 2 16,2-1-2-16,-2-3 2 15,3-3-2-15,3 1-3 0,1-4 1 16,2 2-2-16,-2 2 0 16,0-2 0-16,-2 4-3 15,-1-1-24-15,-1 3-25 16,-6 2-19-16</inkml:trace>
  <inkml:trace contextRef="#ctx0" brushRef="#br0" timeOffset="72576.63">20460 15337 177 0,'-9'1'6'0,"2"2"0"0,-1 0 0 0,4 0 0 16,0-2-2-16,2 2-3 16,0-3-1-16,2 3 2 0,0-2-4 15,0 1 1-15,0-1-2 16,0 2-6-16,0-2 4 16,0 1 2-16,1-1 0 15,2-1 1-15,3 0 5 16,-1 0 2-16,3 0-2 0,2-3 4 15,0-4 0-15,2-1 0 16,3-1-2-16,-1-1-1 16,3 0-2-16,1-4 0 15,2 1-1-15,2-1 0 16,2-3 0-16,-1 0 0 0,3 0-1 16,1-1 2-16,1 1-2 15,-4 1 0-15,3 2 0 16,-1-2 0-16,1 5 0 15,-5 0 0-15,-2-1 0 16,1 2 0-16,-3 2 0 16,-3 1 0-16,-1 1 0 0,-3 0 0 15,2 0 1-15,-1 1-1 16,0 1 0-16,2 1 3 16,-2 1-1-16,1-2-1 15,2 4 0-15,-1 0 0 16,2 0 0-16,-1 1-1 0,3 8 1 15,-1 5 0-15,4 3 0 16,0 7 2-16,3 6-1 16,-2 12 3-16,3 10-2 15,0 16 2-15,-1 13-3 16,1 20-2-16,-2 14 0 0,-2 10-47 16,-8 3-111-16</inkml:trace>
  <inkml:trace contextRef="#ctx0" brushRef="#br0" timeOffset="77700.09">15123 13519 128 0,'-3'0'2'0,"-1"0"6"0,2-4 8 0,-1 1 5 15,1-1-6-15,2-1-7 0,0 2-4 16,0-1-1-16,1-1-2 15,9-1 1-15,6 0-1 16,1 1-1-16,9-4 0 16,5 1-1-16,5-4 1 15,7-3 0-15,5-4-2 16,4-2 0-16,6-5 2 0,3-3 0 16,0-3 2-16,1-3-4 15,-1-4 11-15,2-2 1 16,-2 0-2-16,2-2-3 15,1 1-1-15,-1-1-8 0,2 6 20 16,-4-3-14-16,-2 2-1 16,-3 0-1-16,-5 1 1 15,-4 0 0-15,-7 1-1 16,-6 1 0-16,-4-1 1 16,-3 2-1-16,-4 0 1 0,-2 2 1 15,-4-2-1-15,-3-1 1 16,-3 1-2-16,-7-4 0 15,-4 2 1-15,0-1 1 16,-4 1 0-16,-10 1 0 16,-2 1 2-16,-3 0-1 15,-1 0 0-15,-3 3-2 0,-6 1 1 16,0 0 3-16,-4 0-4 16,-1 2-2-16,-4 1 0 15,-5 4-2-15,-1 2 1 16,-6 2 1-16,-3 4-2 0,-2 3 2 15,-4 0 2-15,-1 3-1 16,0 1-1-16,2 2 2 16,1 0 0-16,1 2-1 15,-2 3-1-15,3 1 1 16,-1 0 2-16,-2 0-2 0,1 4 2 16,-1 6-1-16,-2 5-5 15,-3 7 7-15,1 5-3 16,-1 3 0-16,-3 8 1 15,3 2-1-15,0 2-1 16,1 8 2-16,2 0-1 16,1 5 0-16,3 8 0 0,2 1 0 15,4 5 0-15,2 4 0 16,4 5 0-16,4 3 0 16,1-1 0-16,8 4 0 15,6 0 0-15,8 1 1 16,11-8-2-16,6 0 1 0,6-6 0 15,17-4 1-15,8-6 0 16,9-7-1-16,9-6 3 16,6-7-4-16,13-10-2 15,12-14 1-15,8-11 0 16,18-9-1-16,12-21-6 0,15-17-9 16,1-10-53-16</inkml:trace>
  <inkml:trace contextRef="#ctx0" brushRef="#br0" timeOffset="79724.37">15426 13346 47 0,'0'0'9'0,"0"0"12"0,0 0-2 0,0 0-6 16,0 0 1-16,-36-10 0 16,30 10-3-16,2 0 2 15,-3 0-7-15,2 0-2 16,1 4-4-16,-1 7 0 0,2 4 0 15,2 3 0-15,1 9 0 16,0 6 0-16,0 7 1 16,5 8 0-16,6 7 0 15,2 9 0-15,1 4 0 16,3 9 0-16,1-2 0 0,-2 2 1 16,1 4 4-16,0 0 4 15,-4-2-1-15,0-2-3 16,-2 1-3-16,-4-3-1 15,0-4 1-15,-3-4 1 16,-1-6 0-16,-1-8 1 0,0-5 0 16,-2-9 6-16,2-7-4 15,-2-8-3-15,2-4-1 16,0-3-1-16,1-4-1 16,1-2-2-16,-2-2-20 15,1-5-17-15,0-4-25 0,-3 0-20 16</inkml:trace>
  <inkml:trace contextRef="#ctx0" brushRef="#br0" timeOffset="80351.47">15306 14759 76 0,'0'0'2'0,"0"0"6"0,0 0 0 0,0 0-5 15,0 0 0-15,0 0 4 16,0 0 0-16,0 0 1 16,0 0-1-16,0 0-2 15,0 0-5-15,-5-7-1 16,5 7 1-16,2 3 0 0,5 4 1 16,0 0 0-16,5 1 0 15,0 1 0-15,3-1 0 16,2-1 0-16,3-1 2 15,-2 1 1-15,0-1-1 16,2 0-1-16,-1-1 0 16,2 1-1-16,-5-2 0 0,0-1 1 15,0 1-1-15,-3-2-1 16,-1 2 0-16,-2-3 1 16,-1 1-1-16,0-1 1 15,0 2-2-15,-2-1-9 16,-3 0-40-16</inkml:trace>
  <inkml:trace contextRef="#ctx0" brushRef="#br0" timeOffset="80664.5">15699 14632 94 0,'0'0'-2'0,"0"0"10"0,0 0 13 16,0 0-7-16,0 0-9 15,0 0-6-15,0 0 1 0,0 0-1 16,-14 39 2-16,2-15 0 15,1 3-1-15,-3 3 1 16,-1 1 0-16,-2 2-1 16,0 1-1-16,-1 0 0 15,0-2-39-15</inkml:trace>
  <inkml:trace contextRef="#ctx0" brushRef="#br0" timeOffset="81219.44">15281 14798 8 0,'0'0'70'0,"0"0"-63"16,0 0 2-16,0 0-4 0,0 0-5 16,0 0 0-16,0 0 0 15,0 0 0-15,0 0 0 16,0 0 0-16,52 20 1 15,-30-12 0-15,3-1 1 16,3 1-1-16,1-2 1 16,2 1-2-16,1-4 0 0,-1 1 1 15,-2-4-1-15,-2 2 0 16,0-2 1-16,-5 0-1 16,-2 0 0-16,-1 0 0 15,-3 0-2-15,-4-2-30 16</inkml:trace>
  <inkml:trace contextRef="#ctx0" brushRef="#br0" timeOffset="81518.59">15796 14620 99 0,'0'0'-8'0,"0"0"8"16,0 0-1-16,0 0 2 16,0 0 0-16,-7 44 1 15,0-24 1-15,-5 4 4 0,1 4 2 16,-2 2-2-16,0 5-4 15,0 3-2-15,1 4-1 16,-1 3-8-16,-5 4-48 16</inkml:trace>
  <inkml:trace contextRef="#ctx0" brushRef="#br0" timeOffset="82712.8">15054 15034 9 0,'-1'0'12'0,"-3"3"-6"0,0 3-4 16,2-1 0-16,-1 1-2 15,2-6-7-15</inkml:trace>
  <inkml:trace contextRef="#ctx0" brushRef="#br0" timeOffset="84393.15">15411 13298 122 0,'0'0'-5'0,"-3"0"13"0,-2 0-4 0,2 0 4 16,1 0-4-16,1 0-1 16,-1 0-2-16,0 0-1 15,2 0 0-15,-3 2 0 16,1-2 1-16,0 3-1 0,0-3 1 15,0 5-1-15,0 1 0 16,-3 3 0-16,4 2 0 16,0 5 1-16,1 2 0 15,0 7 0-15,0 6-1 16,0 7 1-16,2 8-1 0,3 10 1 16,0 10-1-16,-1 12 0 15,2 7 3-15,-2 9 0 16,5 3 0-16,0 3 1 15,5 0-2-15,4-7 1 16,0-4-3-16,6-4 0 0,-2-5 0 16,2-7 0-16,-3-8 0 15,-3-6 0-15,-4-8 0 16,-1-9 0-16,-8-6 1 16,1-9-1-16,-6-7 1 0,0-5 3 15,0-5 5-15,0-3-2 16,0-4-3-16,0-1-2 15,0-2-1-15,0 0-2 16,0-2-43-16,0-10-40 16</inkml:trace>
  <inkml:trace contextRef="#ctx0" brushRef="#br0" timeOffset="84877.81">15243 14864 175 0,'0'0'-10'0,"0"0"11"0,0 0-1 0,0 0-1 0,0 0 1 16,21 41 1-16,-13-28-2 15,1 1 1-15,0 2 1 16,0 1-1-16,2 0-1 0,-4-2-9 16,4 0-9-16,-2-4 6 15,-2 2 3-15,2-5 3 16,-2-2 0-16,3-2-3 15,0-4-12-15,-3 0-21 16</inkml:trace>
  <inkml:trace contextRef="#ctx0" brushRef="#br0" timeOffset="86549.24">15342 13418 88 0,'-7'0'-4'0,"0"0"15"0,1 0-2 16,1 3-2-16,0-1-3 15,1 4 0-15,0 0-2 16,1 5 0-16,-1 4 1 0,0 3-2 16,2 3 1-16,0 5-1 15,2 7 2-15,0 1-1 16,0 6-1-16,5 5-1 16,3 4 0-16,2 6 0 15,0 6 0-15,0 1 0 0,1 5 0 16,1 1 0-16,-1 3 0 15,-2 4 0-15,2-6-1 16,-2 2 1-16,-3-6-1 16,1-1 2-16,-1-12-2 15,0-7 0-15,-2-10 2 0,-1-7-1 16,1-7-1-16,0-7 0 16,-1-6-2-16,-1 0 3 15,1-2 1-15,-3-2-1 16,4 1 0-16,-4 0 0 15,0-2 2-15,2 2-2 0,0-1 0 16,0 2 0-16,0-1 0 16,1-1-2-16,1 1-9 15,-2-4-19-15,0-1 1 16</inkml:trace>
  <inkml:trace contextRef="#ctx0" brushRef="#br0" timeOffset="87659.76">17049 9781 38 0,'-2'1'2'0,"-4"2"0"0,3-1 1 0,0 0 0 0,1 1 2 16,0-1 6-16,-2-1 2 15,2 1-2-15,2 0-2 16,0-2-6-16,0 0-2 16,4 2-2-16,5-2 1 15,5 0 2-15,5-2 6 0,4-7-4 16,3-3-2-16,4-5 1 15,5 0-3-15,3-3 0 16,5-3-2-16,0 1 7 16,8 0-4-16,2 0 1 15,-2 0-1-15,2 1 0 0,-2 0 0 16,-6-1 0-16,1 1 0 16,-1 1-1-16,-3-1 2 15,1 0-2-15,-3 0 0 16,-4 4 0-16,-3 2 0 15,-3 1 0-15,-6 4 1 0,-5 3-2 16,-5 1 1-16,-3 6-4 16,-7 0-14-16,-4 0-25 15</inkml:trace>
  <inkml:trace contextRef="#ctx0" brushRef="#br0" timeOffset="88087.38">17031 9876 81 0,'0'0'2'0,"0"0"0"16,0 0-1-16,0 0-4 0,0 0 1 0,0 0 13 16,61-9-4-16,-22-7-5 15,6-4-1-15,5-4 1 16,7-4-2-16,6 0 4 0,0-3-4 16,5 0 3-16,1 2 1 15,0-3 0-15,0 3 0 16,-1 1 0-16,-4-1 2 15,-3 0-2-15,-2 3 0 16,-5 0 0-16,-3 1-2 16,-5 2 0-16,-2 3 0 0,-6 3 0 15,-5 4 0-15,-8 3 1 16,-5 2-1-16,-6 6-1 16,-4 2-1-16,-6 0 0 15,-4 0-53-15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 dirty="0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5773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205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0268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7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1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0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4501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44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51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304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013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776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411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172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6735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07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90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75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6490" y="397663"/>
            <a:ext cx="6831018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0050" y="2476947"/>
            <a:ext cx="7326745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 spc="-53"/>
              <a:t>1</a:t>
            </a:r>
            <a:fld id="{81D60167-4931-47E6-BA6A-407CBD079E47}" type="slidenum">
              <a:rPr spc="-53" smtClean="0"/>
              <a:pPr marL="11206">
                <a:lnSpc>
                  <a:spcPts val="1094"/>
                </a:lnSpc>
              </a:pPr>
              <a:t>‹#›</a:t>
            </a:fld>
            <a:endParaRPr spc="-53" dirty="0"/>
          </a:p>
        </p:txBody>
      </p:sp>
    </p:spTree>
    <p:extLst>
      <p:ext uri="{BB962C8B-B14F-4D97-AF65-F5344CB8AC3E}">
        <p14:creationId xmlns:p14="http://schemas.microsoft.com/office/powerpoint/2010/main" val="1187522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1905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983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31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975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460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601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921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696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796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659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78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4" y="2482117"/>
            <a:ext cx="6636349" cy="213056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3" y="2575123"/>
            <a:ext cx="6500241" cy="193687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231303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 algn="r">
              <a:defRPr sz="3038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 algn="r">
              <a:buNone/>
              <a:defRPr sz="135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304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4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6"/>
            <a:ext cx="8058150" cy="805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1"/>
            <a:ext cx="3843338" cy="2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4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4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63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57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1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192881" lvl="0" indent="-9644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5763" lvl="1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578644" lvl="2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771525" lvl="3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964406" lvl="4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157288" lvl="5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14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6"/>
            <a:ext cx="990600" cy="14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7970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6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0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171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3" y="3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7285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514350">
              <a:buClrTx/>
              <a:defRPr/>
            </a:pPr>
            <a:fld id="{00000000-1234-1234-1234-123412341234}" type="slidenum">
              <a:rPr lang="en" sz="1013" kern="1200" smtClean="0">
                <a:solidFill>
                  <a:prstClr val="black"/>
                </a:solidFill>
                <a:latin typeface="Calibri"/>
                <a:ea typeface="+mn-ea"/>
              </a:rPr>
              <a:pPr algn="r" defTabSz="514350">
                <a:buClrTx/>
                <a:defRPr/>
              </a:pPr>
              <a:t>‹#›</a:t>
            </a:fld>
            <a:endParaRPr lang="en" sz="1013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71636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9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9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47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2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2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84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390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8494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2493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4630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6318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6560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1019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4869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4895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8/9/2026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22887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8/9/2026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5636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8/9/2026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3645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8/9/2026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3632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8/9/2026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41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0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8/9/2026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71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7" r:id="rId1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6217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9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169608"/>
            <a:ext cx="9098843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7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7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22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7991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Arial"/>
                <a:sym typeface="Arial"/>
              </a:rPr>
              <a:pPr defTabSz="1450147" hangingPunct="1">
                <a:defRPr/>
              </a:pPr>
              <a:t>8/9/2026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Arial"/>
                <a:sym typeface="Arial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065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2.png"/><Relationship Id="rId5" Type="http://schemas.openxmlformats.org/officeDocument/2006/relationships/customXml" Target="../ink/ink4.xml"/><Relationship Id="rId4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6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0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3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6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9.png"/><Relationship Id="rId4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54.png"/><Relationship Id="rId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61.png"/><Relationship Id="rId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64.png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67.png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70.png"/><Relationship Id="rId4" Type="http://schemas.openxmlformats.org/officeDocument/2006/relationships/customXml" Target="../ink/ink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75.png"/><Relationship Id="rId4" Type="http://schemas.openxmlformats.org/officeDocument/2006/relationships/customXml" Target="../ink/ink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78.png"/><Relationship Id="rId4" Type="http://schemas.openxmlformats.org/officeDocument/2006/relationships/customXml" Target="../ink/ink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81.png"/><Relationship Id="rId4" Type="http://schemas.openxmlformats.org/officeDocument/2006/relationships/customXml" Target="../ink/ink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88.png"/><Relationship Id="rId4" Type="http://schemas.openxmlformats.org/officeDocument/2006/relationships/customXml" Target="../ink/ink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91.png"/><Relationship Id="rId4" Type="http://schemas.openxmlformats.org/officeDocument/2006/relationships/customXml" Target="../ink/ink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94.png"/><Relationship Id="rId4" Type="http://schemas.openxmlformats.org/officeDocument/2006/relationships/customXml" Target="../ink/ink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4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03.png"/><Relationship Id="rId4" Type="http://schemas.openxmlformats.org/officeDocument/2006/relationships/customXml" Target="../ink/ink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12.png"/><Relationship Id="rId4" Type="http://schemas.openxmlformats.org/officeDocument/2006/relationships/customXml" Target="../ink/ink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22.png"/><Relationship Id="rId4" Type="http://schemas.openxmlformats.org/officeDocument/2006/relationships/customXml" Target="../ink/ink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25.png"/><Relationship Id="rId4" Type="http://schemas.openxmlformats.org/officeDocument/2006/relationships/customXml" Target="../ink/ink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28.png"/><Relationship Id="rId4" Type="http://schemas.openxmlformats.org/officeDocument/2006/relationships/customXml" Target="../ink/ink2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4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image" Target="../media/image131.emf"/><Relationship Id="rId1" Type="http://schemas.openxmlformats.org/officeDocument/2006/relationships/slideLayout" Target="../slideLayouts/slideLayout4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4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4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4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4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4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4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4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4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4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emf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53.png"/><Relationship Id="rId4" Type="http://schemas.openxmlformats.org/officeDocument/2006/relationships/customXml" Target="../ink/ink3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4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4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4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4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" Type="http://schemas.openxmlformats.org/officeDocument/2006/relationships/slideLayout" Target="../slideLayouts/slideLayout4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65.png"/><Relationship Id="rId4" Type="http://schemas.openxmlformats.org/officeDocument/2006/relationships/customXml" Target="../ink/ink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tabLst/>
              <a:defRPr/>
            </a:pPr>
            <a:endParaRPr kumimoji="0" lang="x-none" altLang="x-none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1A6926-AF3A-4EB1-99B9-74C0F751F1C0}"/>
                  </a:ext>
                </a:extLst>
              </p14:cNvPr>
              <p14:cNvContentPartPr/>
              <p14:nvPr/>
            </p14:nvContentPartPr>
            <p14:xfrm>
              <a:off x="3788280" y="1460160"/>
              <a:ext cx="3508200" cy="508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1A6926-AF3A-4EB1-99B9-74C0F751F1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8920" y="1450800"/>
                <a:ext cx="3526920" cy="50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954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303061"/>
            <a:ext cx="7886700" cy="1570006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14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(09</a:t>
            </a:r>
            <a:r>
              <a:rPr lang="en-US" sz="18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 August 2026)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D041A6-4C77-497B-A17A-A30B5D899CB5}"/>
                  </a:ext>
                </a:extLst>
              </p14:cNvPr>
              <p14:cNvContentPartPr/>
              <p14:nvPr/>
            </p14:nvContentPartPr>
            <p14:xfrm>
              <a:off x="5874480" y="500040"/>
              <a:ext cx="2558520" cy="364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D041A6-4C77-497B-A17A-A30B5D899C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5120" y="490680"/>
                <a:ext cx="2577240" cy="36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14CEA-64A3-45BE-87B4-44ABCE281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" y="304800"/>
            <a:ext cx="5342965" cy="618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24F5F1-C895-407A-8EE8-CB7EE2BF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76" y="1292694"/>
            <a:ext cx="8166848" cy="3483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211325-DCCF-48AC-9BBF-16A19A0B429E}"/>
                  </a:ext>
                </a:extLst>
              </p14:cNvPr>
              <p14:cNvContentPartPr/>
              <p14:nvPr/>
            </p14:nvContentPartPr>
            <p14:xfrm>
              <a:off x="628560" y="1253520"/>
              <a:ext cx="8337600" cy="5480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211325-DCCF-48AC-9BBF-16A19A0B42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200" y="1244160"/>
                <a:ext cx="8356320" cy="54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215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0B4A6F-3CC6-4AB6-B4B1-37AD95FE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20"/>
            <a:ext cx="7198659" cy="522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FCD52A-4B54-4E84-BF0A-F34E5965C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378" y="1120588"/>
            <a:ext cx="3729316" cy="18736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7152F5-96BE-4803-9269-A67568E8B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5" y="1004047"/>
            <a:ext cx="4787154" cy="562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0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4B8BBF-7897-4752-9367-87B8D42B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378"/>
            <a:ext cx="7485529" cy="411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4181B-3EDC-4532-BD54-A4D84682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8" y="972671"/>
            <a:ext cx="6185648" cy="596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CEB6A-E33E-4A4D-A545-7381A21AA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18" y="1654877"/>
            <a:ext cx="8435788" cy="49341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510FC7-FE17-4DA2-A645-C4D280A7F621}"/>
                  </a:ext>
                </a:extLst>
              </p14:cNvPr>
              <p14:cNvContentPartPr/>
              <p14:nvPr/>
            </p14:nvContentPartPr>
            <p14:xfrm>
              <a:off x="1968480" y="1346040"/>
              <a:ext cx="4934160" cy="198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510FC7-FE17-4DA2-A645-C4D280A7F6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9120" y="1336680"/>
                <a:ext cx="4952880" cy="20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165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4580C-4DCE-4F94-BE08-F18CF77B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6" y="1170636"/>
            <a:ext cx="8130988" cy="520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1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9BFA09-9E3E-4D61-930D-C251B593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" y="385482"/>
            <a:ext cx="2761129" cy="403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CF8C05-B47F-47ED-886E-BEA8CE15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2" y="1380565"/>
            <a:ext cx="8059271" cy="50919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EA391D-2C63-45F5-BA5C-D5FF02B91B7D}"/>
                  </a:ext>
                </a:extLst>
              </p14:cNvPr>
              <p14:cNvContentPartPr/>
              <p14:nvPr/>
            </p14:nvContentPartPr>
            <p14:xfrm>
              <a:off x="1794240" y="1773000"/>
              <a:ext cx="6725520" cy="470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EA391D-2C63-45F5-BA5C-D5FF02B91B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4880" y="1763640"/>
                <a:ext cx="6744240" cy="471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5079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303061"/>
            <a:ext cx="7886700" cy="1570006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14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(09</a:t>
            </a:r>
            <a:r>
              <a:rPr lang="en-US" sz="18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 August 2026)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81FD9-A47E-4F67-8422-00D365EBB8B6}"/>
              </a:ext>
            </a:extLst>
          </p:cNvPr>
          <p:cNvSpPr/>
          <p:nvPr/>
        </p:nvSpPr>
        <p:spPr>
          <a:xfrm>
            <a:off x="953311" y="3173546"/>
            <a:ext cx="7655668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 defTabSz="914400" rtl="0" eaLnBrk="1" fontAlgn="auto" latinLnBrk="0" hangingPunct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Module 10</a:t>
            </a:r>
          </a:p>
          <a:p>
            <a:pPr marL="202565" marR="194945" lvl="0" indent="-635" algn="ctr" defTabSz="914400" rtl="0" eaLnBrk="1" fontAlgn="auto" latinLnBrk="0" hangingPunct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Optimizers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2BFFE6-7D63-49D9-9F66-5EEB25D5B659}"/>
                  </a:ext>
                </a:extLst>
              </p14:cNvPr>
              <p14:cNvContentPartPr/>
              <p14:nvPr/>
            </p14:nvContentPartPr>
            <p14:xfrm>
              <a:off x="3832560" y="3782880"/>
              <a:ext cx="2301120" cy="44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2BFFE6-7D63-49D9-9F66-5EEB25D5B6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200" y="3773520"/>
                <a:ext cx="2319840" cy="4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5387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E0ADA54-1DEF-47AF-99E3-60D977E57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1" y="1241057"/>
            <a:ext cx="8059270" cy="39853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35BB7F-5113-4A53-A8B8-1C34FF0B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3" y="385483"/>
            <a:ext cx="4993342" cy="3227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BCDEDB-52F6-4C3F-B0BE-A73A2D26A223}"/>
                  </a:ext>
                </a:extLst>
              </p14:cNvPr>
              <p14:cNvContentPartPr/>
              <p14:nvPr/>
            </p14:nvContentPartPr>
            <p14:xfrm>
              <a:off x="334080" y="1416600"/>
              <a:ext cx="8572320" cy="483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BCDEDB-52F6-4C3F-B0BE-A73A2D26A2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720" y="1407240"/>
                <a:ext cx="8591040" cy="48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387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600A2B-35CA-4E5F-9841-D5D0ED8B6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2" y="1197980"/>
            <a:ext cx="7969624" cy="3920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AF62B7-0E03-4CAC-A942-EFCD92017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0" y="240770"/>
            <a:ext cx="5440316" cy="4597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CEC984-7E88-413B-BCE6-D09A2525D4BE}"/>
                  </a:ext>
                </a:extLst>
              </p14:cNvPr>
              <p14:cNvContentPartPr/>
              <p14:nvPr/>
            </p14:nvContentPartPr>
            <p14:xfrm>
              <a:off x="1080720" y="2060280"/>
              <a:ext cx="7449120" cy="409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CEC984-7E88-413B-BCE6-D09A2525D4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1360" y="2050920"/>
                <a:ext cx="7467840" cy="411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4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707004-9031-41D9-8875-2EF88D56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8" y="1228949"/>
            <a:ext cx="8426824" cy="4149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1B9000-FDA7-4FF3-9138-F9C88F4F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31694"/>
            <a:ext cx="4643717" cy="4034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F7EC9F-53B3-4CA6-8A21-84E404CC8A92}"/>
                  </a:ext>
                </a:extLst>
              </p14:cNvPr>
              <p14:cNvContentPartPr/>
              <p14:nvPr/>
            </p14:nvContentPartPr>
            <p14:xfrm>
              <a:off x="5493600" y="1968120"/>
              <a:ext cx="544680" cy="187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F7EC9F-53B3-4CA6-8A21-84E404CC8A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4240" y="1958760"/>
                <a:ext cx="563400" cy="189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897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DA3F2-6A16-4B7A-B15F-17BC0D510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43" y="1084730"/>
            <a:ext cx="7885721" cy="3397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D76710-85FD-4EC1-A7C8-4C7DE152C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313764"/>
            <a:ext cx="6239434" cy="4087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90AB77-A258-4ACE-B6AC-1BC2E0743AEF}"/>
                  </a:ext>
                </a:extLst>
              </p14:cNvPr>
              <p14:cNvContentPartPr/>
              <p14:nvPr/>
            </p14:nvContentPartPr>
            <p14:xfrm>
              <a:off x="232560" y="991800"/>
              <a:ext cx="8362800" cy="514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90AB77-A258-4ACE-B6AC-1BC2E0743A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200" y="982440"/>
                <a:ext cx="8381520" cy="516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617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5A0D16-8B97-43A6-AD46-4D7570CC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4051"/>
            <a:ext cx="6248400" cy="432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05631E-5046-4800-A3F8-4C7AE06CF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9" y="1497107"/>
            <a:ext cx="8193741" cy="353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8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0D77E-7D57-42DF-841E-2F383DDC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7" y="304800"/>
            <a:ext cx="5737412" cy="431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588730-CB04-4374-9ECA-11B708F42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58" y="1210836"/>
            <a:ext cx="8005484" cy="42486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3B4ABC-6185-4048-BE0A-4BDF93491374}"/>
                  </a:ext>
                </a:extLst>
              </p14:cNvPr>
              <p14:cNvContentPartPr/>
              <p14:nvPr/>
            </p14:nvContentPartPr>
            <p14:xfrm>
              <a:off x="452160" y="1168560"/>
              <a:ext cx="8215920" cy="2853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3B4ABC-6185-4048-BE0A-4BDF934913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800" y="1159200"/>
                <a:ext cx="8234640" cy="28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8584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80BC23-A0EB-4734-8959-AD1FC1FF3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29" y="315220"/>
            <a:ext cx="5558117" cy="446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173560-64B4-48CF-8AE3-76710243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9" y="1201271"/>
            <a:ext cx="8489575" cy="406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78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951B2F-6500-4FB6-98BE-B9451310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3" y="359685"/>
            <a:ext cx="5235388" cy="508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DDE1A2-D2D8-4435-A1EA-E48F6E082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06" y="1190511"/>
            <a:ext cx="7673788" cy="377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93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BF21D-18E2-4887-970E-300E7263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" y="283509"/>
            <a:ext cx="5360893" cy="451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2914F-EA81-4849-8775-8E521BB86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8" y="1219201"/>
            <a:ext cx="8256494" cy="40610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B947F1-7FC1-400E-87B9-16F03532CDCB}"/>
                  </a:ext>
                </a:extLst>
              </p14:cNvPr>
              <p14:cNvContentPartPr/>
              <p14:nvPr/>
            </p14:nvContentPartPr>
            <p14:xfrm>
              <a:off x="430560" y="1260720"/>
              <a:ext cx="8430120" cy="504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B947F1-7FC1-400E-87B9-16F03532CD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200" y="1251360"/>
                <a:ext cx="8448840" cy="505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0739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4E2109-9123-4887-8541-89026EDF7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" y="349624"/>
            <a:ext cx="4572001" cy="358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AC477-F350-49DC-BD84-CE8BD1146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2" y="1218106"/>
            <a:ext cx="8139953" cy="45013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DB14F7-7FBB-4B57-97E2-844B0D4D3980}"/>
                  </a:ext>
                </a:extLst>
              </p14:cNvPr>
              <p14:cNvContentPartPr/>
              <p14:nvPr/>
            </p14:nvContentPartPr>
            <p14:xfrm>
              <a:off x="934200" y="3408120"/>
              <a:ext cx="7398720" cy="321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DB14F7-7FBB-4B57-97E2-844B0D4D39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4840" y="3398760"/>
                <a:ext cx="7417440" cy="323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885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A09381-5500-435F-8D5D-B0274F92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8" y="284760"/>
            <a:ext cx="4840940" cy="497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FBBE72-7F7D-42F1-BB49-69EEE9C5E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12" y="1192306"/>
            <a:ext cx="7879976" cy="38279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0CE7A2-D1D4-4154-9EC3-542D8A1F6D56}"/>
                  </a:ext>
                </a:extLst>
              </p14:cNvPr>
              <p14:cNvContentPartPr/>
              <p14:nvPr/>
            </p14:nvContentPartPr>
            <p14:xfrm>
              <a:off x="467280" y="767160"/>
              <a:ext cx="8563680" cy="5887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0CE7A2-D1D4-4154-9EC3-542D8A1F6D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920" y="757800"/>
                <a:ext cx="8582400" cy="590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714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182D87-1BB6-4CE1-A37C-DF58C6493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" y="313765"/>
            <a:ext cx="4948518" cy="42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9E8202-DFED-4DA5-AD03-FC671FE30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93" y="1246095"/>
            <a:ext cx="7951695" cy="365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DDB0D9-68B0-4471-91DF-FCE2A00D8E4B}"/>
                  </a:ext>
                </a:extLst>
              </p14:cNvPr>
              <p14:cNvContentPartPr/>
              <p14:nvPr/>
            </p14:nvContentPartPr>
            <p14:xfrm>
              <a:off x="776520" y="684360"/>
              <a:ext cx="7690320" cy="5341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DDB0D9-68B0-4471-91DF-FCE2A00D8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7160" y="675000"/>
                <a:ext cx="7709040" cy="536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243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10389B-CC32-4255-A2C7-ADBED9A6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1" y="385482"/>
            <a:ext cx="6167718" cy="42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571260-C0FB-4C6C-B238-33D90DCB5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0" y="1353671"/>
            <a:ext cx="7557247" cy="313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80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68BFFE-B02B-4B0A-B690-560867157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6" y="388519"/>
            <a:ext cx="4787155" cy="400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82BCE4-6539-44AA-8CB8-39F8687B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3" y="1082287"/>
            <a:ext cx="8256494" cy="36779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6585B8-C008-4D93-89E4-552CDBD64744}"/>
                  </a:ext>
                </a:extLst>
              </p14:cNvPr>
              <p14:cNvContentPartPr/>
              <p14:nvPr/>
            </p14:nvContentPartPr>
            <p14:xfrm>
              <a:off x="2788200" y="3083400"/>
              <a:ext cx="4458960" cy="94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6585B8-C008-4D93-89E4-552CDBD647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8840" y="3074040"/>
                <a:ext cx="4477680" cy="9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5936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A6074-D36D-47F4-B067-1F8C74FD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3" y="268941"/>
            <a:ext cx="4213411" cy="537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8BC981-75AE-4C72-B30E-539E7DBDA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1274523"/>
            <a:ext cx="8462683" cy="43089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FE6F86-407E-47E7-A399-13C1603F7C2D}"/>
                  </a:ext>
                </a:extLst>
              </p14:cNvPr>
              <p14:cNvContentPartPr/>
              <p14:nvPr/>
            </p14:nvContentPartPr>
            <p14:xfrm>
              <a:off x="741240" y="1677600"/>
              <a:ext cx="7897320" cy="305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FE6F86-407E-47E7-A399-13C1603F7C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880" y="1668240"/>
                <a:ext cx="7916040" cy="307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8570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E5151F-39A1-4D2B-AEE4-27C54E86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7" y="282827"/>
            <a:ext cx="4625788" cy="452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513D1-42C0-473B-AC09-27C4D971F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7" y="1200933"/>
            <a:ext cx="7871012" cy="35682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CCF510-EA54-4B88-B7E9-7686D88C34E1}"/>
                  </a:ext>
                </a:extLst>
              </p14:cNvPr>
              <p14:cNvContentPartPr/>
              <p14:nvPr/>
            </p14:nvContentPartPr>
            <p14:xfrm>
              <a:off x="4949640" y="3545640"/>
              <a:ext cx="3680280" cy="209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CCF510-EA54-4B88-B7E9-7686D88C34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40280" y="3536280"/>
                <a:ext cx="3699000" cy="21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053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239B5-4777-47A2-9F8D-471884D2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277769"/>
            <a:ext cx="5665694" cy="493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4616D-94DD-4AAB-8DFF-1C7005BB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53" y="1092993"/>
            <a:ext cx="7422776" cy="414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28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67142-473D-4300-A410-EB327483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919"/>
            <a:ext cx="6176682" cy="542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ACAB56-6F70-4C92-AD32-5FB58CDB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41" y="1143000"/>
            <a:ext cx="7808260" cy="407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11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C310F-A75E-41F2-A756-0C54DD56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301266"/>
            <a:ext cx="6409764" cy="535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393B6-1381-44DE-8D28-8B911911D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7" y="1103270"/>
            <a:ext cx="8077200" cy="43652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7537EF-9340-4224-B0A4-2FD9D8571B0A}"/>
                  </a:ext>
                </a:extLst>
              </p14:cNvPr>
              <p14:cNvContentPartPr/>
              <p14:nvPr/>
            </p14:nvContentPartPr>
            <p14:xfrm>
              <a:off x="423360" y="760680"/>
              <a:ext cx="8453880" cy="540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7537EF-9340-4224-B0A4-2FD9D8571B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000" y="751320"/>
                <a:ext cx="8472600" cy="54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986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DF328-265E-41B9-9C59-871941277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6" y="295834"/>
            <a:ext cx="6140824" cy="439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4895CE-14AD-4160-8E8D-6048DEF72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35742"/>
            <a:ext cx="7745506" cy="39803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3F1159-90CA-4C9C-80A0-11AD26DCF6B1}"/>
                  </a:ext>
                </a:extLst>
              </p14:cNvPr>
              <p14:cNvContentPartPr/>
              <p14:nvPr/>
            </p14:nvContentPartPr>
            <p14:xfrm>
              <a:off x="761400" y="1677960"/>
              <a:ext cx="8199000" cy="505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3F1159-90CA-4C9C-80A0-11AD26DCF6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2040" y="1668600"/>
                <a:ext cx="8217720" cy="507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025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789417-E920-4DC0-AB35-77F9C1AD7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367552"/>
            <a:ext cx="5325036" cy="493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8263AC-3159-472E-9EAE-7B2A7E62C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8" y="950259"/>
            <a:ext cx="8444753" cy="45451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B24F8C-9050-4B80-8673-10D83CE221C0}"/>
                  </a:ext>
                </a:extLst>
              </p14:cNvPr>
              <p14:cNvContentPartPr/>
              <p14:nvPr/>
            </p14:nvContentPartPr>
            <p14:xfrm>
              <a:off x="3723840" y="4894920"/>
              <a:ext cx="5038200" cy="150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B24F8C-9050-4B80-8673-10D83CE221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14480" y="4885560"/>
                <a:ext cx="5056920" cy="152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629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E69BF8-F4FC-4298-ABE0-400D0762A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2" y="242047"/>
            <a:ext cx="5172635" cy="546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C9DB3-4F9F-4FD8-868A-C4A6EB8B1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1039905"/>
            <a:ext cx="8471647" cy="519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31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8DADE2-0ABD-42C8-BC2A-AE6DEB014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0" y="282389"/>
            <a:ext cx="5862918" cy="443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14AE9-39AB-47CA-A05F-F078F2CA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9" y="1186841"/>
            <a:ext cx="8480612" cy="448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95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2A3E1A-AF1B-4597-B2F1-50D567C2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288235"/>
            <a:ext cx="6660776" cy="490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12510-B370-40ED-A96D-141F0F416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40" y="1317812"/>
            <a:ext cx="7879977" cy="42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3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059890-E3B8-45F4-A159-9C7E4372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210001"/>
            <a:ext cx="5414682" cy="539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7927F7-6ACC-48EE-B605-94FC7466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52" y="1278903"/>
            <a:ext cx="8184777" cy="39564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16FB46-A77E-4B84-BE46-2E94F66FDFAE}"/>
                  </a:ext>
                </a:extLst>
              </p14:cNvPr>
              <p14:cNvContentPartPr/>
              <p14:nvPr/>
            </p14:nvContentPartPr>
            <p14:xfrm>
              <a:off x="77400" y="142560"/>
              <a:ext cx="8260560" cy="3335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16FB46-A77E-4B84-BE46-2E94F66FDF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40" y="133200"/>
                <a:ext cx="8279280" cy="335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544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FFFEFA-F53A-4199-8948-8581DE2B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" y="340659"/>
            <a:ext cx="4473389" cy="439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FA1FD1-3B54-4627-B84A-B2E31D807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4" y="1299884"/>
            <a:ext cx="7879976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57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51449-2358-4BF7-9C5A-5A69198E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299875"/>
            <a:ext cx="6275294" cy="431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6CBB4-1307-48A8-A8A8-9C02A28A3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24" y="1039906"/>
            <a:ext cx="8624047" cy="51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99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690AC6-86B3-497A-B81C-16635E5F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174812"/>
            <a:ext cx="4249271" cy="717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495801-2907-4839-B5CC-FF277CF7F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2" y="1219200"/>
            <a:ext cx="8552330" cy="479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45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C33F8-EE43-41C8-86E9-8DD44D1EE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6" y="318247"/>
            <a:ext cx="5100918" cy="452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59C96-2D6D-48CE-9ED9-3FC83EAC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7" y="1075765"/>
            <a:ext cx="8157882" cy="52296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C486AC-3B03-4330-9986-94A7F358D58B}"/>
                  </a:ext>
                </a:extLst>
              </p14:cNvPr>
              <p14:cNvContentPartPr/>
              <p14:nvPr/>
            </p14:nvContentPartPr>
            <p14:xfrm>
              <a:off x="65160" y="242640"/>
              <a:ext cx="8745840" cy="564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C486AC-3B03-4330-9986-94A7F358D5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00" y="233280"/>
                <a:ext cx="8764560" cy="56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032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AAF379-8A14-46D8-8F03-D15F3C28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81068"/>
            <a:ext cx="6445624" cy="650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26AF7B-E3EE-4950-8388-D6ABA36DA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2" y="1198761"/>
            <a:ext cx="8355106" cy="495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10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F88553-07D8-4BEC-A10D-C4BA70629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29" y="274405"/>
            <a:ext cx="6140824" cy="500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2D7865-D452-4A1A-827A-68645F769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1" y="1176099"/>
            <a:ext cx="8489578" cy="409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09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452E-AB89-4299-9EA8-316B2DB9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6" y="345862"/>
            <a:ext cx="8841724" cy="414857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351A2CC-8E23-43EC-AE60-BD8E723CA18D}"/>
              </a:ext>
            </a:extLst>
          </p:cNvPr>
          <p:cNvSpPr/>
          <p:nvPr/>
        </p:nvSpPr>
        <p:spPr>
          <a:xfrm>
            <a:off x="1098176" y="1318706"/>
            <a:ext cx="20932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Gradient Descent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gₜ = ∇f(xₜ) = 2xₜ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 η·gₜ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7E1A05D0-A0F9-45A2-ABE9-D462D2C7E4CB}"/>
              </a:ext>
            </a:extLst>
          </p:cNvPr>
          <p:cNvGraphicFramePr>
            <a:graphicFrameLocks noGrp="1"/>
          </p:cNvGraphicFramePr>
          <p:nvPr/>
        </p:nvGraphicFramePr>
        <p:xfrm>
          <a:off x="4337128" y="993586"/>
          <a:ext cx="3426309" cy="1702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3983">
                  <a:extLst>
                    <a:ext uri="{9D8B030D-6E8A-4147-A177-3AD203B41FA5}">
                      <a16:colId xmlns:a16="http://schemas.microsoft.com/office/drawing/2014/main" val="657487151"/>
                    </a:ext>
                  </a:extLst>
                </a:gridCol>
                <a:gridCol w="630132">
                  <a:extLst>
                    <a:ext uri="{9D8B030D-6E8A-4147-A177-3AD203B41FA5}">
                      <a16:colId xmlns:a16="http://schemas.microsoft.com/office/drawing/2014/main" val="4091372364"/>
                    </a:ext>
                  </a:extLst>
                </a:gridCol>
                <a:gridCol w="998990">
                  <a:extLst>
                    <a:ext uri="{9D8B030D-6E8A-4147-A177-3AD203B41FA5}">
                      <a16:colId xmlns:a16="http://schemas.microsoft.com/office/drawing/2014/main" val="2237086065"/>
                    </a:ext>
                  </a:extLst>
                </a:gridCol>
                <a:gridCol w="1173204">
                  <a:extLst>
                    <a:ext uri="{9D8B030D-6E8A-4147-A177-3AD203B41FA5}">
                      <a16:colId xmlns:a16="http://schemas.microsoft.com/office/drawing/2014/main" val="3397155856"/>
                    </a:ext>
                  </a:extLst>
                </a:gridCol>
              </a:tblGrid>
              <a:tr h="42267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7030A0"/>
                          </a:solidFill>
                          <a:latin typeface="+mn-lt"/>
                        </a:rPr>
                        <a:t>   </a:t>
                      </a:r>
                      <a:r>
                        <a:rPr lang="en-US" sz="1200" b="0" dirty="0">
                          <a:solidFill>
                            <a:srgbClr val="7030A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IN" sz="120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7030A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IN" sz="120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7030A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gₜ = 2xₜ</a:t>
                      </a:r>
                      <a:endParaRPr lang="en-US" sz="1200" dirty="0">
                        <a:solidFill>
                          <a:srgbClr val="7030A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7030A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xₜ₊₁ = xₜ−</a:t>
                      </a:r>
                      <a:r>
                        <a:rPr lang="en-US" sz="1200" b="1" dirty="0" err="1">
                          <a:solidFill>
                            <a:srgbClr val="7030A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ηg</a:t>
                      </a:r>
                      <a:r>
                        <a:rPr lang="en-US" sz="1200" b="1" dirty="0">
                          <a:solidFill>
                            <a:srgbClr val="7030A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ₜ</a:t>
                      </a:r>
                      <a:endParaRPr lang="en-US" sz="1200" dirty="0">
                        <a:solidFill>
                          <a:srgbClr val="7030A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79448"/>
                  </a:ext>
                </a:extLst>
              </a:tr>
              <a:tr h="2536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4.000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8.000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3.200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350035"/>
                  </a:ext>
                </a:extLst>
              </a:tr>
              <a:tr h="2536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3.200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6.400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2.560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53936"/>
                  </a:ext>
                </a:extLst>
              </a:tr>
              <a:tr h="2536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2.560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5.120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2.048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743205"/>
                  </a:ext>
                </a:extLst>
              </a:tr>
              <a:tr h="422679">
                <a:tc>
                  <a:txBody>
                    <a:bodyPr/>
                    <a:lstStyle/>
                    <a:p>
                      <a:pPr algn="ctr"/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x₃ = 2.048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76764"/>
                  </a:ext>
                </a:extLst>
              </a:tr>
            </a:tbl>
          </a:graphicData>
        </a:graphic>
      </p:graphicFrame>
      <p:sp>
        <p:nvSpPr>
          <p:cNvPr id="35" name="Text 4">
            <a:extLst>
              <a:ext uri="{FF2B5EF4-FFF2-40B4-BE49-F238E27FC236}">
                <a16:creationId xmlns:a16="http://schemas.microsoft.com/office/drawing/2014/main" id="{6C4DAF39-BF9A-403B-AC8E-E5CAF6AA9F0F}"/>
              </a:ext>
            </a:extLst>
          </p:cNvPr>
          <p:cNvSpPr/>
          <p:nvPr/>
        </p:nvSpPr>
        <p:spPr>
          <a:xfrm>
            <a:off x="4379260" y="2950283"/>
            <a:ext cx="2638316" cy="1565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SGD with Momentum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gₜ = ∇f(xₜ)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vₜ = β·vₜ₋₁ + η·gₜ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 vₜ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  (β = 0.9, v₀ = 0)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7A71C236-DCDD-414D-ACC8-0088597CA1D2}"/>
              </a:ext>
            </a:extLst>
          </p:cNvPr>
          <p:cNvSpPr/>
          <p:nvPr/>
        </p:nvSpPr>
        <p:spPr>
          <a:xfrm>
            <a:off x="-128195" y="4554968"/>
            <a:ext cx="64008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53244261-C4D6-4719-8307-FAF63F084C55}"/>
              </a:ext>
            </a:extLst>
          </p:cNvPr>
          <p:cNvSpPr/>
          <p:nvPr/>
        </p:nvSpPr>
        <p:spPr>
          <a:xfrm>
            <a:off x="1095040" y="5697968"/>
            <a:ext cx="13716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xₜ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A8A271F9-4C24-44D8-A9DE-FD0CBB9814EC}"/>
              </a:ext>
            </a:extLst>
          </p:cNvPr>
          <p:cNvSpPr/>
          <p:nvPr/>
        </p:nvSpPr>
        <p:spPr>
          <a:xfrm>
            <a:off x="1883485" y="4554968"/>
            <a:ext cx="128016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gₜ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0D6E6F6-D3D0-4343-844F-D7974BB58719}"/>
              </a:ext>
            </a:extLst>
          </p:cNvPr>
          <p:cNvSpPr/>
          <p:nvPr/>
        </p:nvSpPr>
        <p:spPr>
          <a:xfrm>
            <a:off x="3163645" y="4554968"/>
            <a:ext cx="128016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vₜ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4532EB7E-5764-42DA-8E7A-310C4A5C8409}"/>
              </a:ext>
            </a:extLst>
          </p:cNvPr>
          <p:cNvSpPr/>
          <p:nvPr/>
        </p:nvSpPr>
        <p:spPr>
          <a:xfrm>
            <a:off x="4443805" y="4554968"/>
            <a:ext cx="132588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xₜ₊₁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9504F865-A40A-4ABC-94F1-097AB77AB82A}"/>
              </a:ext>
            </a:extLst>
          </p:cNvPr>
          <p:cNvSpPr/>
          <p:nvPr/>
        </p:nvSpPr>
        <p:spPr>
          <a:xfrm>
            <a:off x="511885" y="6338048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" name="Table 66">
            <a:extLst>
              <a:ext uri="{FF2B5EF4-FFF2-40B4-BE49-F238E27FC236}">
                <a16:creationId xmlns:a16="http://schemas.microsoft.com/office/drawing/2014/main" id="{BA0279B5-726C-4E34-90DB-360B2276157C}"/>
              </a:ext>
            </a:extLst>
          </p:cNvPr>
          <p:cNvGraphicFramePr>
            <a:graphicFrameLocks noGrp="1"/>
          </p:cNvGraphicFramePr>
          <p:nvPr/>
        </p:nvGraphicFramePr>
        <p:xfrm>
          <a:off x="215155" y="2786532"/>
          <a:ext cx="359484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9895">
                  <a:extLst>
                    <a:ext uri="{9D8B030D-6E8A-4147-A177-3AD203B41FA5}">
                      <a16:colId xmlns:a16="http://schemas.microsoft.com/office/drawing/2014/main" val="1530017381"/>
                    </a:ext>
                  </a:extLst>
                </a:gridCol>
                <a:gridCol w="599141">
                  <a:extLst>
                    <a:ext uri="{9D8B030D-6E8A-4147-A177-3AD203B41FA5}">
                      <a16:colId xmlns:a16="http://schemas.microsoft.com/office/drawing/2014/main" val="1486888953"/>
                    </a:ext>
                  </a:extLst>
                </a:gridCol>
                <a:gridCol w="738667">
                  <a:extLst>
                    <a:ext uri="{9D8B030D-6E8A-4147-A177-3AD203B41FA5}">
                      <a16:colId xmlns:a16="http://schemas.microsoft.com/office/drawing/2014/main" val="1025847037"/>
                    </a:ext>
                  </a:extLst>
                </a:gridCol>
                <a:gridCol w="549896">
                  <a:extLst>
                    <a:ext uri="{9D8B030D-6E8A-4147-A177-3AD203B41FA5}">
                      <a16:colId xmlns:a16="http://schemas.microsoft.com/office/drawing/2014/main" val="400127059"/>
                    </a:ext>
                  </a:extLst>
                </a:gridCol>
                <a:gridCol w="1157245">
                  <a:extLst>
                    <a:ext uri="{9D8B030D-6E8A-4147-A177-3AD203B41FA5}">
                      <a16:colId xmlns:a16="http://schemas.microsoft.com/office/drawing/2014/main" val="3378471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+mn-lt"/>
                        </a:rPr>
                        <a:t>   </a:t>
                      </a:r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gₜ = 2xₜ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vₜ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xₜ₊₁ </a:t>
                      </a:r>
                      <a:endParaRPr lang="en-IN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0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4.000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8.000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0.800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3.200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18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3.200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6.400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1.360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1.840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86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1.840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3.680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1.592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0.248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18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x₃ = 0.248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300463"/>
                  </a:ext>
                </a:extLst>
              </a:tr>
            </a:tbl>
          </a:graphicData>
        </a:graphic>
      </p:graphicFrame>
      <p:sp>
        <p:nvSpPr>
          <p:cNvPr id="69" name="Text 4">
            <a:extLst>
              <a:ext uri="{FF2B5EF4-FFF2-40B4-BE49-F238E27FC236}">
                <a16:creationId xmlns:a16="http://schemas.microsoft.com/office/drawing/2014/main" id="{110E81F1-75C7-45DB-9E5B-44007083D09F}"/>
              </a:ext>
            </a:extLst>
          </p:cNvPr>
          <p:cNvSpPr/>
          <p:nvPr/>
        </p:nvSpPr>
        <p:spPr>
          <a:xfrm>
            <a:off x="367553" y="4894590"/>
            <a:ext cx="3756211" cy="16953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Nesterov Accelerated Gradient (NAG)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uₜ = xₜ − β·vₜ₋₁(look-ahead point)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gₜ = ∇f(uₜ)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vₜ = β·vₜ₋₁ + η·gₜ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 vₜ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Table 70">
            <a:extLst>
              <a:ext uri="{FF2B5EF4-FFF2-40B4-BE49-F238E27FC236}">
                <a16:creationId xmlns:a16="http://schemas.microsoft.com/office/drawing/2014/main" id="{31935853-57D1-4B5E-92BA-D2A4BAD4853B}"/>
              </a:ext>
            </a:extLst>
          </p:cNvPr>
          <p:cNvGraphicFramePr>
            <a:graphicFrameLocks noGrp="1"/>
          </p:cNvGraphicFramePr>
          <p:nvPr/>
        </p:nvGraphicFramePr>
        <p:xfrm>
          <a:off x="4447835" y="4721412"/>
          <a:ext cx="4104492" cy="2024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82">
                  <a:extLst>
                    <a:ext uri="{9D8B030D-6E8A-4147-A177-3AD203B41FA5}">
                      <a16:colId xmlns:a16="http://schemas.microsoft.com/office/drawing/2014/main" val="2195045321"/>
                    </a:ext>
                  </a:extLst>
                </a:gridCol>
                <a:gridCol w="684082">
                  <a:extLst>
                    <a:ext uri="{9D8B030D-6E8A-4147-A177-3AD203B41FA5}">
                      <a16:colId xmlns:a16="http://schemas.microsoft.com/office/drawing/2014/main" val="1760782445"/>
                    </a:ext>
                  </a:extLst>
                </a:gridCol>
                <a:gridCol w="684082">
                  <a:extLst>
                    <a:ext uri="{9D8B030D-6E8A-4147-A177-3AD203B41FA5}">
                      <a16:colId xmlns:a16="http://schemas.microsoft.com/office/drawing/2014/main" val="3528090293"/>
                    </a:ext>
                  </a:extLst>
                </a:gridCol>
                <a:gridCol w="617895">
                  <a:extLst>
                    <a:ext uri="{9D8B030D-6E8A-4147-A177-3AD203B41FA5}">
                      <a16:colId xmlns:a16="http://schemas.microsoft.com/office/drawing/2014/main" val="3710263775"/>
                    </a:ext>
                  </a:extLst>
                </a:gridCol>
                <a:gridCol w="537883">
                  <a:extLst>
                    <a:ext uri="{9D8B030D-6E8A-4147-A177-3AD203B41FA5}">
                      <a16:colId xmlns:a16="http://schemas.microsoft.com/office/drawing/2014/main" val="273702606"/>
                    </a:ext>
                  </a:extLst>
                </a:gridCol>
                <a:gridCol w="896468">
                  <a:extLst>
                    <a:ext uri="{9D8B030D-6E8A-4147-A177-3AD203B41FA5}">
                      <a16:colId xmlns:a16="http://schemas.microsoft.com/office/drawing/2014/main" val="3368464437"/>
                    </a:ext>
                  </a:extLst>
                </a:gridCol>
              </a:tblGrid>
              <a:tr h="400739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endParaRPr lang="en-IN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uₜ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endParaRPr lang="en-IN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gₜ=2uₜ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endParaRPr lang="en-IN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vₜ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endParaRPr lang="en-IN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xₜ₊₁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endParaRPr lang="en-IN" sz="12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90964"/>
                  </a:ext>
                </a:extLst>
              </a:tr>
              <a:tr h="40073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4.000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4.000</a:t>
                      </a:r>
                      <a:endParaRPr lang="en-IN" sz="1200" dirty="0">
                        <a:latin typeface="+mn-lt"/>
                      </a:endParaRPr>
                    </a:p>
                    <a:p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8.000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0.800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3.200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49465"/>
                  </a:ext>
                </a:extLst>
              </a:tr>
              <a:tr h="25301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3.200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2.480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4.960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1.216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1.984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4101"/>
                  </a:ext>
                </a:extLst>
              </a:tr>
              <a:tr h="25301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1.984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0.890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1.780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1.272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0.712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067"/>
                  </a:ext>
                </a:extLst>
              </a:tr>
              <a:tr h="561035">
                <a:tc>
                  <a:txBody>
                    <a:bodyPr/>
                    <a:lstStyle/>
                    <a:p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x₃ = 0.712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7379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629E50-5CA9-493D-BDBA-5B952752F1E4}"/>
                  </a:ext>
                </a:extLst>
              </p14:cNvPr>
              <p14:cNvContentPartPr/>
              <p14:nvPr/>
            </p14:nvContentPartPr>
            <p14:xfrm>
              <a:off x="2657160" y="1270080"/>
              <a:ext cx="5495400" cy="387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629E50-5CA9-493D-BDBA-5B952752F1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7800" y="1260720"/>
                <a:ext cx="5514120" cy="38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436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452E-AB89-4299-9EA8-316B2DB9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6" y="345862"/>
            <a:ext cx="8841724" cy="414857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351A2CC-8E23-43EC-AE60-BD8E723CA18D}"/>
              </a:ext>
            </a:extLst>
          </p:cNvPr>
          <p:cNvSpPr/>
          <p:nvPr/>
        </p:nvSpPr>
        <p:spPr>
          <a:xfrm>
            <a:off x="663388" y="1013898"/>
            <a:ext cx="2537012" cy="1262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Adagrad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gₜ = ∇f(xₜ)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sₜ = sₜ₋₁ + gₜ²(s₀ = 0)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 η/√(sₜ+ε) gₜ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6C4DAF39-BF9A-403B-AC8E-E5CAF6AA9F0F}"/>
              </a:ext>
            </a:extLst>
          </p:cNvPr>
          <p:cNvSpPr/>
          <p:nvPr/>
        </p:nvSpPr>
        <p:spPr>
          <a:xfrm>
            <a:off x="5517779" y="2950283"/>
            <a:ext cx="2638316" cy="1565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RMS Prop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gₜ = ∇f(xₜ)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rₜ = β·rₜ₋₁ +(1−β)·gₜ²   (r₀=0, β=0.9)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 η/√(rₜ+ε)· gₜ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7A71C236-DCDD-414D-ACC8-0088597CA1D2}"/>
              </a:ext>
            </a:extLst>
          </p:cNvPr>
          <p:cNvSpPr/>
          <p:nvPr/>
        </p:nvSpPr>
        <p:spPr>
          <a:xfrm>
            <a:off x="-128195" y="4554968"/>
            <a:ext cx="64008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53244261-C4D6-4719-8307-FAF63F084C55}"/>
              </a:ext>
            </a:extLst>
          </p:cNvPr>
          <p:cNvSpPr/>
          <p:nvPr/>
        </p:nvSpPr>
        <p:spPr>
          <a:xfrm>
            <a:off x="1095040" y="5697968"/>
            <a:ext cx="137160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xₜ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A8A271F9-4C24-44D8-A9DE-FD0CBB9814EC}"/>
              </a:ext>
            </a:extLst>
          </p:cNvPr>
          <p:cNvSpPr/>
          <p:nvPr/>
        </p:nvSpPr>
        <p:spPr>
          <a:xfrm>
            <a:off x="1883485" y="4554968"/>
            <a:ext cx="128016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gₜ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0D6E6F6-D3D0-4343-844F-D7974BB58719}"/>
              </a:ext>
            </a:extLst>
          </p:cNvPr>
          <p:cNvSpPr/>
          <p:nvPr/>
        </p:nvSpPr>
        <p:spPr>
          <a:xfrm>
            <a:off x="3163645" y="4554968"/>
            <a:ext cx="128016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vₜ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4532EB7E-5764-42DA-8E7A-310C4A5C8409}"/>
              </a:ext>
            </a:extLst>
          </p:cNvPr>
          <p:cNvSpPr/>
          <p:nvPr/>
        </p:nvSpPr>
        <p:spPr>
          <a:xfrm>
            <a:off x="4443805" y="4554968"/>
            <a:ext cx="132588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xₜ₊₁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9504F865-A40A-4ABC-94F1-097AB77AB82A}"/>
              </a:ext>
            </a:extLst>
          </p:cNvPr>
          <p:cNvSpPr/>
          <p:nvPr/>
        </p:nvSpPr>
        <p:spPr>
          <a:xfrm>
            <a:off x="511885" y="6338048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110E81F1-75C7-45DB-9E5B-44007083D09F}"/>
              </a:ext>
            </a:extLst>
          </p:cNvPr>
          <p:cNvSpPr/>
          <p:nvPr/>
        </p:nvSpPr>
        <p:spPr>
          <a:xfrm>
            <a:off x="367553" y="4386339"/>
            <a:ext cx="3756211" cy="2182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Adam (Adaptive Moment Estimation)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gₜ = ∇f(xₜ)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mₜ = β₁mₜ₋₁ + (1−β₁)gₜ   (1st moment)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vₜ = β₂vₜ₋₁ + (1−β₂)gₜ²  (2nd moment)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mₜ′ = mₜ/(1−β₁ᵗ), vₜ′ = vₜ/(1−β₂ᵗ)   (bias-correct)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η·m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ₜ′/(√vₜ′+ε)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  (β₁=0.9, β₂=0.999)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Table 70">
            <a:extLst>
              <a:ext uri="{FF2B5EF4-FFF2-40B4-BE49-F238E27FC236}">
                <a16:creationId xmlns:a16="http://schemas.microsoft.com/office/drawing/2014/main" id="{31935853-57D1-4B5E-92BA-D2A4BAD4853B}"/>
              </a:ext>
            </a:extLst>
          </p:cNvPr>
          <p:cNvGraphicFramePr>
            <a:graphicFrameLocks noGrp="1"/>
          </p:cNvGraphicFramePr>
          <p:nvPr/>
        </p:nvGraphicFramePr>
        <p:xfrm>
          <a:off x="4447835" y="4721413"/>
          <a:ext cx="4256894" cy="1927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82">
                  <a:extLst>
                    <a:ext uri="{9D8B030D-6E8A-4147-A177-3AD203B41FA5}">
                      <a16:colId xmlns:a16="http://schemas.microsoft.com/office/drawing/2014/main" val="2195045321"/>
                    </a:ext>
                  </a:extLst>
                </a:gridCol>
                <a:gridCol w="684082">
                  <a:extLst>
                    <a:ext uri="{9D8B030D-6E8A-4147-A177-3AD203B41FA5}">
                      <a16:colId xmlns:a16="http://schemas.microsoft.com/office/drawing/2014/main" val="1760782445"/>
                    </a:ext>
                  </a:extLst>
                </a:gridCol>
                <a:gridCol w="684082">
                  <a:extLst>
                    <a:ext uri="{9D8B030D-6E8A-4147-A177-3AD203B41FA5}">
                      <a16:colId xmlns:a16="http://schemas.microsoft.com/office/drawing/2014/main" val="3528090293"/>
                    </a:ext>
                  </a:extLst>
                </a:gridCol>
                <a:gridCol w="564107">
                  <a:extLst>
                    <a:ext uri="{9D8B030D-6E8A-4147-A177-3AD203B41FA5}">
                      <a16:colId xmlns:a16="http://schemas.microsoft.com/office/drawing/2014/main" val="3710263775"/>
                    </a:ext>
                  </a:extLst>
                </a:gridCol>
                <a:gridCol w="654424">
                  <a:extLst>
                    <a:ext uri="{9D8B030D-6E8A-4147-A177-3AD203B41FA5}">
                      <a16:colId xmlns:a16="http://schemas.microsoft.com/office/drawing/2014/main" val="273702606"/>
                    </a:ext>
                  </a:extLst>
                </a:gridCol>
                <a:gridCol w="986117">
                  <a:extLst>
                    <a:ext uri="{9D8B030D-6E8A-4147-A177-3AD203B41FA5}">
                      <a16:colId xmlns:a16="http://schemas.microsoft.com/office/drawing/2014/main" val="3368464437"/>
                    </a:ext>
                  </a:extLst>
                </a:gridCol>
              </a:tblGrid>
              <a:tr h="41450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US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gₜ</a:t>
                      </a:r>
                      <a:endParaRPr lang="en-US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mₜ′</a:t>
                      </a:r>
                      <a:endParaRPr lang="en-US" sz="120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vₜ′</a:t>
                      </a:r>
                      <a:endParaRPr lang="en-US" sz="120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xₜ₊₁</a:t>
                      </a:r>
                      <a:endParaRPr lang="en-US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F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90964"/>
                  </a:ext>
                </a:extLst>
              </a:tr>
              <a:tr h="41450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4.000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4.000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8.000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64.000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3.900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49465"/>
                  </a:ext>
                </a:extLst>
              </a:tr>
              <a:tr h="24870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3.200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7.800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7.895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62.42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3.800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4101"/>
                  </a:ext>
                </a:extLst>
              </a:tr>
              <a:tr h="24870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3.800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7.600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7.786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60.87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3.700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067"/>
                  </a:ext>
                </a:extLst>
              </a:tr>
              <a:tr h="464305"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x₃ = 3.700</a:t>
                      </a:r>
                      <a:endParaRPr lang="en-IN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737978"/>
                  </a:ext>
                </a:extLst>
              </a:tr>
            </a:tbl>
          </a:graphicData>
        </a:graphic>
      </p:graphicFrame>
      <p:graphicFrame>
        <p:nvGraphicFramePr>
          <p:cNvPr id="15" name="Table 70">
            <a:extLst>
              <a:ext uri="{FF2B5EF4-FFF2-40B4-BE49-F238E27FC236}">
                <a16:creationId xmlns:a16="http://schemas.microsoft.com/office/drawing/2014/main" id="{A92937C6-3925-4223-81B9-7354C209F1F1}"/>
              </a:ext>
            </a:extLst>
          </p:cNvPr>
          <p:cNvGraphicFramePr>
            <a:graphicFrameLocks noGrp="1"/>
          </p:cNvGraphicFramePr>
          <p:nvPr/>
        </p:nvGraphicFramePr>
        <p:xfrm>
          <a:off x="4600235" y="1001061"/>
          <a:ext cx="4104492" cy="1927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612">
                  <a:extLst>
                    <a:ext uri="{9D8B030D-6E8A-4147-A177-3AD203B41FA5}">
                      <a16:colId xmlns:a16="http://schemas.microsoft.com/office/drawing/2014/main" val="2195045321"/>
                    </a:ext>
                  </a:extLst>
                </a:gridCol>
                <a:gridCol w="618565">
                  <a:extLst>
                    <a:ext uri="{9D8B030D-6E8A-4147-A177-3AD203B41FA5}">
                      <a16:colId xmlns:a16="http://schemas.microsoft.com/office/drawing/2014/main" val="1760782445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3528090293"/>
                    </a:ext>
                  </a:extLst>
                </a:gridCol>
                <a:gridCol w="681317">
                  <a:extLst>
                    <a:ext uri="{9D8B030D-6E8A-4147-A177-3AD203B41FA5}">
                      <a16:colId xmlns:a16="http://schemas.microsoft.com/office/drawing/2014/main" val="3710263775"/>
                    </a:ext>
                  </a:extLst>
                </a:gridCol>
                <a:gridCol w="842683">
                  <a:extLst>
                    <a:ext uri="{9D8B030D-6E8A-4147-A177-3AD203B41FA5}">
                      <a16:colId xmlns:a16="http://schemas.microsoft.com/office/drawing/2014/main" val="273702606"/>
                    </a:ext>
                  </a:extLst>
                </a:gridCol>
                <a:gridCol w="896468">
                  <a:extLst>
                    <a:ext uri="{9D8B030D-6E8A-4147-A177-3AD203B41FA5}">
                      <a16:colId xmlns:a16="http://schemas.microsoft.com/office/drawing/2014/main" val="3368464437"/>
                    </a:ext>
                  </a:extLst>
                </a:gridCol>
              </a:tblGrid>
              <a:tr h="4129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gₜ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sₜ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η/√(sₜ+ε)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xₜ₊₁</a:t>
                      </a:r>
                      <a:endParaRPr lang="en-US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90964"/>
                  </a:ext>
                </a:extLst>
              </a:tr>
              <a:tr h="412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4.000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8.000</a:t>
                      </a:r>
                      <a:endParaRPr lang="en-IN" sz="1200" dirty="0"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64.00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0.01250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3.900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49465"/>
                  </a:ext>
                </a:extLst>
              </a:tr>
              <a:tr h="2477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3.900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7.800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124.84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0.00895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3.830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4101"/>
                  </a:ext>
                </a:extLst>
              </a:tr>
              <a:tr h="2477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3.830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7.660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183.52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0.00738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3.774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067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x₃ = </a:t>
                      </a: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3.774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737978"/>
                  </a:ext>
                </a:extLst>
              </a:tr>
            </a:tbl>
          </a:graphicData>
        </a:graphic>
      </p:graphicFrame>
      <p:graphicFrame>
        <p:nvGraphicFramePr>
          <p:cNvPr id="16" name="Table 70">
            <a:extLst>
              <a:ext uri="{FF2B5EF4-FFF2-40B4-BE49-F238E27FC236}">
                <a16:creationId xmlns:a16="http://schemas.microsoft.com/office/drawing/2014/main" id="{531FFFCB-76C5-4632-B6CF-E4B9AF14C8A2}"/>
              </a:ext>
            </a:extLst>
          </p:cNvPr>
          <p:cNvGraphicFramePr>
            <a:graphicFrameLocks noGrp="1"/>
          </p:cNvGraphicFramePr>
          <p:nvPr/>
        </p:nvGraphicFramePr>
        <p:xfrm>
          <a:off x="297172" y="2614708"/>
          <a:ext cx="4104492" cy="1927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612">
                  <a:extLst>
                    <a:ext uri="{9D8B030D-6E8A-4147-A177-3AD203B41FA5}">
                      <a16:colId xmlns:a16="http://schemas.microsoft.com/office/drawing/2014/main" val="2195045321"/>
                    </a:ext>
                  </a:extLst>
                </a:gridCol>
                <a:gridCol w="618565">
                  <a:extLst>
                    <a:ext uri="{9D8B030D-6E8A-4147-A177-3AD203B41FA5}">
                      <a16:colId xmlns:a16="http://schemas.microsoft.com/office/drawing/2014/main" val="1760782445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3528090293"/>
                    </a:ext>
                  </a:extLst>
                </a:gridCol>
                <a:gridCol w="681317">
                  <a:extLst>
                    <a:ext uri="{9D8B030D-6E8A-4147-A177-3AD203B41FA5}">
                      <a16:colId xmlns:a16="http://schemas.microsoft.com/office/drawing/2014/main" val="3710263775"/>
                    </a:ext>
                  </a:extLst>
                </a:gridCol>
                <a:gridCol w="842683">
                  <a:extLst>
                    <a:ext uri="{9D8B030D-6E8A-4147-A177-3AD203B41FA5}">
                      <a16:colId xmlns:a16="http://schemas.microsoft.com/office/drawing/2014/main" val="273702606"/>
                    </a:ext>
                  </a:extLst>
                </a:gridCol>
                <a:gridCol w="896468">
                  <a:extLst>
                    <a:ext uri="{9D8B030D-6E8A-4147-A177-3AD203B41FA5}">
                      <a16:colId xmlns:a16="http://schemas.microsoft.com/office/drawing/2014/main" val="3368464437"/>
                    </a:ext>
                  </a:extLst>
                </a:gridCol>
              </a:tblGrid>
              <a:tr h="4129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US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gₜ</a:t>
                      </a:r>
                      <a:endParaRPr lang="en-US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rₜ</a:t>
                      </a:r>
                      <a:endParaRPr lang="en-US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η/√(rₜ+ε)</a:t>
                      </a:r>
                      <a:endParaRPr lang="en-US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xₜ₊₁</a:t>
                      </a:r>
                      <a:endParaRPr lang="en-US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90964"/>
                  </a:ext>
                </a:extLst>
              </a:tr>
              <a:tr h="412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4.000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8.000</a:t>
                      </a:r>
                      <a:endParaRPr lang="en-IN" sz="1200" dirty="0">
                        <a:latin typeface="+mn-lt"/>
                      </a:endParaRPr>
                    </a:p>
                    <a:p>
                      <a:pPr algn="ctr"/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6.400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0.03953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3.684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49465"/>
                  </a:ext>
                </a:extLst>
              </a:tr>
              <a:tr h="2477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3.684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7.368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11.188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0.02990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3.464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4101"/>
                  </a:ext>
                </a:extLst>
              </a:tr>
              <a:tr h="2477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3.464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6.927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14.868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0.02594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3.284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067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x₃ = </a:t>
                      </a:r>
                      <a:r>
                        <a:rPr lang="en-US" sz="1200" dirty="0">
                          <a:solidFill>
                            <a:srgbClr val="1B1F27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3.284</a:t>
                      </a:r>
                      <a:endParaRPr lang="en-US" sz="1200" dirty="0">
                        <a:latin typeface="+mn-lt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7379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4C1F1A-928C-42C8-A4A1-10D0EFED18D5}"/>
                  </a:ext>
                </a:extLst>
              </p14:cNvPr>
              <p14:cNvContentPartPr/>
              <p14:nvPr/>
            </p14:nvContentPartPr>
            <p14:xfrm>
              <a:off x="399240" y="1396800"/>
              <a:ext cx="8402040" cy="4383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4C1F1A-928C-42C8-A4A1-10D0EFED1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880" y="1387440"/>
                <a:ext cx="8420760" cy="440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8358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6710" y="301614"/>
            <a:ext cx="7366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All six, same problem, 3 steps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342900" y="1839558"/>
          <a:ext cx="5417820" cy="3326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388855"/>
            <a:ext cx="3040380" cy="3694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Momentum and NAG converge fastest here — the accumulated velocity compounds each step.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Adagrad and Adam start with a step size close to η itself: for a single parameter, g/√g² ≈ ±1, so the adaptive term normalizes step size rather than scaling it.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That's an artifact of this 1-D toy problem. Adaptive methods earn their keep in high dimensions, where each parameter has its own gradient scale.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RMSProp's decaying average lets it move faster than Adagrad, which never forgets old gradients.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53438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6712" y="283684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Optimizer comparison at a glance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2023110"/>
            <a:ext cx="8435340" cy="3429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2023110"/>
            <a:ext cx="1783080" cy="342900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Optimizer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25980" y="2023110"/>
            <a:ext cx="1543050" cy="342900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Adapts LR?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69030" y="2023110"/>
            <a:ext cx="1817370" cy="342900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Uses momentum?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2023110"/>
            <a:ext cx="3291840" cy="342900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Typical use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2900" y="2366010"/>
            <a:ext cx="8435340" cy="493776"/>
          </a:xfrm>
          <a:prstGeom prst="rect">
            <a:avLst/>
          </a:prstGeom>
          <a:solidFill>
            <a:srgbClr val="F4F6F8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" y="2366010"/>
            <a:ext cx="178308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GD / SGD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25980" y="2366010"/>
            <a:ext cx="154305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69030" y="2366010"/>
            <a:ext cx="181737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0" y="2366010"/>
            <a:ext cx="329184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Simple convex problems, teaching baseline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2900" y="2859786"/>
            <a:ext cx="84353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" y="2859786"/>
            <a:ext cx="178308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Momentum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25980" y="2859786"/>
            <a:ext cx="154305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69030" y="2859786"/>
            <a:ext cx="181737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Yes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0" y="2859786"/>
            <a:ext cx="329184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Escaping shallow local minima, ravines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2900" y="3353562"/>
            <a:ext cx="8435340" cy="493776"/>
          </a:xfrm>
          <a:prstGeom prst="rect">
            <a:avLst/>
          </a:prstGeom>
          <a:solidFill>
            <a:srgbClr val="F4F6F8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" y="3353562"/>
            <a:ext cx="178308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NAG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25980" y="3353562"/>
            <a:ext cx="154305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69030" y="3353562"/>
            <a:ext cx="181737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Yes (look-ahead)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0" y="3353562"/>
            <a:ext cx="329184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Faster, more stable convergence than plain momentum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2900" y="3847338"/>
            <a:ext cx="84353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" y="3847338"/>
            <a:ext cx="178308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Adagrad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125980" y="3847338"/>
            <a:ext cx="154305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Yes (per-param)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69030" y="3847338"/>
            <a:ext cx="181737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0" y="3847338"/>
            <a:ext cx="329184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Sparse features (e.g. NLP with rare words)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2900" y="4341114"/>
            <a:ext cx="8435340" cy="493776"/>
          </a:xfrm>
          <a:prstGeom prst="rect">
            <a:avLst/>
          </a:prstGeom>
          <a:solidFill>
            <a:srgbClr val="F4F6F8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" y="4341114"/>
            <a:ext cx="178308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RMSProp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125980" y="4341114"/>
            <a:ext cx="154305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Yes (EMA)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69030" y="4341114"/>
            <a:ext cx="181737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0" y="4341114"/>
            <a:ext cx="329184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Non-stationary objectives, RNNs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42900" y="4834890"/>
            <a:ext cx="8435340" cy="493776"/>
          </a:xfrm>
          <a:prstGeom prst="rect">
            <a:avLst/>
          </a:prstGeom>
          <a:solidFill>
            <a:srgbClr val="FFF3D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" y="4834890"/>
            <a:ext cx="178308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125980" y="4834890"/>
            <a:ext cx="154305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Yes (EMA)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69030" y="4834890"/>
            <a:ext cx="181737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Yes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0" y="4834890"/>
            <a:ext cx="3291840" cy="493776"/>
          </a:xfrm>
          <a:prstGeom prst="rect">
            <a:avLst/>
          </a:prstGeom>
          <a:noFill/>
          <a:ln/>
        </p:spPr>
        <p:txBody>
          <a:bodyPr wrap="square" lIns="82296" tIns="82296" rIns="82296" bIns="82296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Default choice for most deep learning today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9523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80364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Which one should you actually use?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1988820"/>
            <a:ext cx="2023110" cy="2468880"/>
          </a:xfrm>
          <a:prstGeom prst="roundRect">
            <a:avLst>
              <a:gd name="adj" fmla="val 2712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2180844"/>
            <a:ext cx="288036" cy="2880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2571750"/>
            <a:ext cx="1721358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Start here</a:t>
            </a:r>
            <a:endParaRPr kumimoji="0" lang="en-US" sz="10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3776" y="3086100"/>
            <a:ext cx="172135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Adam with η ≈ 1e-3 to 3e-4. It's the default in almost every modern paper and framework for good reason.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03170" y="1988820"/>
            <a:ext cx="2023110" cy="2468880"/>
          </a:xfrm>
          <a:prstGeom prst="roundRect">
            <a:avLst>
              <a:gd name="adj" fmla="val 271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2654046" y="2180844"/>
            <a:ext cx="288036" cy="2880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654046" y="2571750"/>
            <a:ext cx="1721358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Tight compute / simple problem</a:t>
            </a:r>
            <a:endParaRPr kumimoji="0" lang="en-US" sz="10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4046" y="3086100"/>
            <a:ext cx="172135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Plain SGD (+ momentum) with a tuned learning-rate schedule can match or beat Adam — and generalizes slightly better in some vision tasks.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988820"/>
            <a:ext cx="2023110" cy="2468880"/>
          </a:xfrm>
          <a:prstGeom prst="roundRect">
            <a:avLst>
              <a:gd name="adj" fmla="val 2712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4316" y="2180844"/>
            <a:ext cx="288036" cy="28803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14316" y="2571750"/>
            <a:ext cx="1721358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Sparse gradients (NLP, embeddings)</a:t>
            </a:r>
            <a:endParaRPr kumimoji="0" lang="en-US" sz="10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14316" y="3086100"/>
            <a:ext cx="172135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Adagrad's per-parameter decay was originally designed for exactly this; RMSProp/Adam usually still work fine.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23710" y="1988820"/>
            <a:ext cx="2023110" cy="2468880"/>
          </a:xfrm>
          <a:prstGeom prst="roundRect">
            <a:avLst>
              <a:gd name="adj" fmla="val 2712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974586" y="2180844"/>
            <a:ext cx="288036" cy="28803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74586" y="2571750"/>
            <a:ext cx="1721358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Training is unstable / diverging</a:t>
            </a:r>
            <a:endParaRPr kumimoji="0" lang="en-US" sz="10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74586" y="3086100"/>
            <a:ext cx="172135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1F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Lower η, add gradient clipping, or switch from Adam to RMSProp — check β₂ in Adam isn't too aggressive.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5204462"/>
            <a:ext cx="80238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Rule of thumb: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numerical examples used a single, shared η = 0.1 to keep the arithmetic comparable — in practice, each optimizer has its own natural learning-rate range, and that choice matters more than the optimizer choice itself.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2493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7D2C2D76-EA65-4CD1-ACFA-50E3ACF37BD7}"/>
              </a:ext>
            </a:extLst>
          </p:cNvPr>
          <p:cNvSpPr/>
          <p:nvPr/>
        </p:nvSpPr>
        <p:spPr>
          <a:xfrm>
            <a:off x="514350" y="2023110"/>
            <a:ext cx="14401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GD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AD07B2B-4816-4F32-8FC3-E640CAF53703}"/>
              </a:ext>
            </a:extLst>
          </p:cNvPr>
          <p:cNvSpPr/>
          <p:nvPr/>
        </p:nvSpPr>
        <p:spPr>
          <a:xfrm>
            <a:off x="2023110" y="2023110"/>
            <a:ext cx="6583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xₜ₊₁ = xₜ − η·gₜ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318F87-BBC4-4AF8-B39E-DE1201A819E7}"/>
              </a:ext>
            </a:extLst>
          </p:cNvPr>
          <p:cNvSpPr/>
          <p:nvPr/>
        </p:nvSpPr>
        <p:spPr>
          <a:xfrm>
            <a:off x="514350" y="2571750"/>
            <a:ext cx="14401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Momentum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77FB166-B090-4FBD-B961-35AD73A603D2}"/>
              </a:ext>
            </a:extLst>
          </p:cNvPr>
          <p:cNvSpPr/>
          <p:nvPr/>
        </p:nvSpPr>
        <p:spPr>
          <a:xfrm>
            <a:off x="2023110" y="2571750"/>
            <a:ext cx="6583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vₜ = βvₜ₋₁+ηgₜ  →  xₜ₊₁ = xₜ−vₜ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119C938-10CC-49CD-8F06-CFC27A8757FD}"/>
              </a:ext>
            </a:extLst>
          </p:cNvPr>
          <p:cNvSpPr/>
          <p:nvPr/>
        </p:nvSpPr>
        <p:spPr>
          <a:xfrm>
            <a:off x="514350" y="3120390"/>
            <a:ext cx="14401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NAG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68D6511-A174-4434-B1A5-113957CE2DFF}"/>
              </a:ext>
            </a:extLst>
          </p:cNvPr>
          <p:cNvSpPr/>
          <p:nvPr/>
        </p:nvSpPr>
        <p:spPr>
          <a:xfrm>
            <a:off x="2023110" y="3120390"/>
            <a:ext cx="6583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vₜ = βvₜ₋₁+η∇f(xₜ−βvₜ₋₁)  →  xₜ₊₁ = xₜ−vₜ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90538D5-B761-41E8-8BC6-CAD07BF53147}"/>
              </a:ext>
            </a:extLst>
          </p:cNvPr>
          <p:cNvSpPr/>
          <p:nvPr/>
        </p:nvSpPr>
        <p:spPr>
          <a:xfrm>
            <a:off x="514350" y="3669030"/>
            <a:ext cx="14401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Adagrad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8EAC0BE-EBA3-4CF6-ACFE-96114F95268C}"/>
              </a:ext>
            </a:extLst>
          </p:cNvPr>
          <p:cNvSpPr/>
          <p:nvPr/>
        </p:nvSpPr>
        <p:spPr>
          <a:xfrm>
            <a:off x="2023110" y="3669030"/>
            <a:ext cx="6583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sₜ = sₜ₋₁+gₜ²  →  xₜ₊₁ = xₜ−η/√(sₜ+ε)·gₜ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9CB3086-68BF-413F-800F-E6C3C8E9A877}"/>
              </a:ext>
            </a:extLst>
          </p:cNvPr>
          <p:cNvSpPr/>
          <p:nvPr/>
        </p:nvSpPr>
        <p:spPr>
          <a:xfrm>
            <a:off x="514350" y="4217670"/>
            <a:ext cx="14401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RMSProp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A526371-BA07-4588-B156-4D58322499BC}"/>
              </a:ext>
            </a:extLst>
          </p:cNvPr>
          <p:cNvSpPr/>
          <p:nvPr/>
        </p:nvSpPr>
        <p:spPr>
          <a:xfrm>
            <a:off x="2023110" y="4217670"/>
            <a:ext cx="6583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rₜ = βrₜ₋₁+(1−β)gₜ²  →  xₜ₊₁ = xₜ−η/√(rₜ+ε)·gₜ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9E075B0-0C0B-4C70-9A52-BC9E3BF0F0F4}"/>
              </a:ext>
            </a:extLst>
          </p:cNvPr>
          <p:cNvSpPr/>
          <p:nvPr/>
        </p:nvSpPr>
        <p:spPr>
          <a:xfrm>
            <a:off x="514350" y="4766310"/>
            <a:ext cx="14401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Adam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75CF8D3-F95F-4885-81FC-5FDB7F78D433}"/>
              </a:ext>
            </a:extLst>
          </p:cNvPr>
          <p:cNvSpPr/>
          <p:nvPr/>
        </p:nvSpPr>
        <p:spPr>
          <a:xfrm>
            <a:off x="2023110" y="4766310"/>
            <a:ext cx="6583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mₜ′,vₜ′ bias-corrected  →  xₜ₊₁ = xₜ−η·mₜ′/(√vₜ′+ε)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C984E39-2178-478C-AC64-8EE795BF6F1C}"/>
              </a:ext>
            </a:extLst>
          </p:cNvPr>
          <p:cNvSpPr/>
          <p:nvPr/>
        </p:nvSpPr>
        <p:spPr>
          <a:xfrm>
            <a:off x="342900" y="5417820"/>
            <a:ext cx="8435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gₜ = ∇f(xₜ)  ·  β, β₁, β₂ are decay rates  ·  ε is a tiny constant (e.g. 1e-8) preventing division by zero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8B048B-D308-4E16-952D-51B73D3D6AA5}"/>
                  </a:ext>
                </a:extLst>
              </p14:cNvPr>
              <p14:cNvContentPartPr/>
              <p14:nvPr/>
            </p14:nvContentPartPr>
            <p14:xfrm>
              <a:off x="6890760" y="1879560"/>
              <a:ext cx="739440" cy="394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8B048B-D308-4E16-952D-51B73D3D6A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1400" y="1870200"/>
                <a:ext cx="758160" cy="39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3876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680B11-D655-46BF-8025-464549777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" y="304800"/>
            <a:ext cx="5916706" cy="495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7A4AD4-467F-4246-BCD2-ED13B393D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0" y="1147482"/>
            <a:ext cx="8426823" cy="45182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1E55FD-08AC-49C2-8FB9-F5FFDBBCFA73}"/>
                  </a:ext>
                </a:extLst>
              </p14:cNvPr>
              <p14:cNvContentPartPr/>
              <p14:nvPr/>
            </p14:nvContentPartPr>
            <p14:xfrm>
              <a:off x="6571440" y="4860000"/>
              <a:ext cx="1758960" cy="116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1E55FD-08AC-49C2-8FB9-F5FFDBBCFA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2080" y="4850640"/>
                <a:ext cx="1777680" cy="11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75339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5D3C51-16D4-4A60-8AB6-FE0A2836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" y="412376"/>
            <a:ext cx="4356847" cy="448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40D50D-FAD6-4035-9FC2-5D21B6170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2" y="1228164"/>
            <a:ext cx="8211671" cy="46008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6742DE-199B-446D-985C-9DF4DBF3D9C7}"/>
                  </a:ext>
                </a:extLst>
              </p14:cNvPr>
              <p14:cNvContentPartPr/>
              <p14:nvPr/>
            </p14:nvContentPartPr>
            <p14:xfrm>
              <a:off x="303840" y="1046520"/>
              <a:ext cx="8403120" cy="5244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6742DE-199B-446D-985C-9DF4DBF3D9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480" y="1037160"/>
                <a:ext cx="8421840" cy="526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8993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1BF3A1-9F8F-48CE-A26B-C8F88963E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322729"/>
            <a:ext cx="6006353" cy="510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285F9-81B7-4D0B-A5EF-E770C3231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46" y="1228165"/>
            <a:ext cx="8624047" cy="45374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42CFF7-3C2F-4D3C-9519-8888D43C3BA3}"/>
                  </a:ext>
                </a:extLst>
              </p14:cNvPr>
              <p14:cNvContentPartPr/>
              <p14:nvPr/>
            </p14:nvContentPartPr>
            <p14:xfrm>
              <a:off x="1792800" y="1415520"/>
              <a:ext cx="6814080" cy="298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42CFF7-3C2F-4D3C-9519-8888D43C3B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3440" y="1406160"/>
                <a:ext cx="6832800" cy="30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87024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269439-AA2A-4078-8107-F2074BA1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291352"/>
            <a:ext cx="4814046" cy="573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64147-36A8-4554-B841-54C5B5FB4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9" y="1184780"/>
            <a:ext cx="8919882" cy="448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48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F60743-9A60-4A7D-B8CC-274A05DC6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340659"/>
            <a:ext cx="4150659" cy="439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8A020-6B8C-4F36-8C82-521B1181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29" y="1073452"/>
            <a:ext cx="8346141" cy="471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1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F57E42-A72F-4502-AACC-048D1253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282388"/>
            <a:ext cx="4643718" cy="452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83B64-4435-4E6A-A963-11D510EFD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6" y="1080993"/>
            <a:ext cx="7906871" cy="381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155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A136F1-60A8-4F04-B10C-FB92BF3E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286871"/>
            <a:ext cx="4096870" cy="461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B1BB87-779C-460A-9717-85C3432D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65" y="1211106"/>
            <a:ext cx="8615082" cy="443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41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9AD496-CE4E-46AE-AAF5-9166607B9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7" y="349623"/>
            <a:ext cx="5020235" cy="42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6B38FC-2830-4BC7-B710-736D209A3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94" y="1165944"/>
            <a:ext cx="8390965" cy="483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025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817A9F-B4DE-4E79-B071-1A9842DCC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263571"/>
            <a:ext cx="5629835" cy="467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DEB35-93C5-44FB-96F8-7800C1B2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2" y="1019625"/>
            <a:ext cx="8516471" cy="510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117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53254D-0386-466B-8AE6-F81CE6C45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5" y="340659"/>
            <a:ext cx="4733365" cy="439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F8F5F-F0A5-495F-8B23-8BC2EA47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057835"/>
            <a:ext cx="8265459" cy="505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640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0F6A95-5A06-4825-AC97-66CFB61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2" y="331695"/>
            <a:ext cx="3567953" cy="412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27E788-8168-4D11-A647-5ACEC3E93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052434"/>
            <a:ext cx="8122024" cy="475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769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F414A5-080D-4CB2-9EE3-34690F27E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1" y="372035"/>
            <a:ext cx="5118848" cy="479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4EB34F-FC81-4C97-BB3B-14F1A1C96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52" y="1183341"/>
            <a:ext cx="7754471" cy="506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254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CE724-980C-487F-A872-3C22C05BA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4" y="325531"/>
            <a:ext cx="5109882" cy="499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5E979A-6973-4137-9CA9-0A9939303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1095638"/>
            <a:ext cx="8525436" cy="46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584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A6AF08-20B4-4917-B9ED-FAF2BD80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2" y="414272"/>
            <a:ext cx="5047129" cy="437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FCB10-4130-48BC-917C-67382940A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5" y="1204341"/>
            <a:ext cx="8471647" cy="473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99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C81898-B061-4740-A6DF-4C6DEBE4D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3" y="277905"/>
            <a:ext cx="4912659" cy="450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9C0C8E-BD0A-40E1-86A2-70C3E0A7E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6179"/>
            <a:ext cx="9144000" cy="43856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DE8FE5-F5D8-4F62-BB53-5D3B972DB373}"/>
                  </a:ext>
                </a:extLst>
              </p14:cNvPr>
              <p14:cNvContentPartPr/>
              <p14:nvPr/>
            </p14:nvContentPartPr>
            <p14:xfrm>
              <a:off x="5684760" y="5132880"/>
              <a:ext cx="2847960" cy="101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DE8FE5-F5D8-4F62-BB53-5D3B972DB3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5400" y="5123520"/>
                <a:ext cx="2866680" cy="103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7831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0276F0-351E-45B9-A3BD-75849A76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180873"/>
            <a:ext cx="5226424" cy="597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9A392B-53A6-447C-A9FC-0A6D1BDC2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82" y="1039906"/>
            <a:ext cx="7915835" cy="528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489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A8AB56-C6A3-4F4F-B75A-792935F2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" y="313765"/>
            <a:ext cx="5889813" cy="537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DDB819-B27A-47F2-A6EF-A5A3EBAAF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4" y="1133390"/>
            <a:ext cx="8641977" cy="491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10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35548E-EFF9-4546-9557-F3E7040A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254674"/>
            <a:ext cx="5674659" cy="543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1D472-7D9D-4793-A981-9D3AFF19E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" y="1246094"/>
            <a:ext cx="8715375" cy="476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299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53CC7-5EC6-4301-8607-B7DB46B5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" y="372036"/>
            <a:ext cx="3012141" cy="372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30874-278B-440E-B917-FA8EA159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82" y="1093693"/>
            <a:ext cx="8220635" cy="50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647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E93403-7349-4AB7-8E23-21117B5FA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286871"/>
            <a:ext cx="5531224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53C46-DBC9-4AF1-83C1-CE49AA333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5" y="1210234"/>
            <a:ext cx="8226024" cy="491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599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991EE3-BEA3-4310-ACCD-DA6B5C8AC504}"/>
                  </a:ext>
                </a:extLst>
              </p14:cNvPr>
              <p14:cNvContentPartPr/>
              <p14:nvPr/>
            </p14:nvContentPartPr>
            <p14:xfrm>
              <a:off x="5162040" y="2453400"/>
              <a:ext cx="3550680" cy="337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991EE3-BEA3-4310-ACCD-DA6B5C8AC5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52680" y="2444040"/>
                <a:ext cx="3569400" cy="339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753367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LMS_Mappings xmlns="15d03a25-cda5-4943-9684-7d18d97bb3bc" xsi:nil="true"/>
    <Owner xmlns="15d03a25-cda5-4943-9684-7d18d97bb3bc">
      <UserInfo>
        <DisplayName/>
        <AccountId xsi:nil="true"/>
        <AccountType/>
      </UserInfo>
    </Owner>
    <TaxCatchAll xmlns="1abdae7a-7178-4d1e-9626-01799792f2da" xsi:nil="true"/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1466A872-05C6-4E6F-A62C-99059FDF6D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A64ECE-1098-46B2-A107-1B50EB0F6956}"/>
</file>

<file path=customXml/itemProps3.xml><?xml version="1.0" encoding="utf-8"?>
<ds:datastoreItem xmlns:ds="http://schemas.openxmlformats.org/officeDocument/2006/customXml" ds:itemID="{7DE45D8D-C19B-4BF2-9DEF-529E9F9F7BE1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e1b5d412-63f5-4184-9493-34a8c46e02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8785</TotalTime>
  <Words>1129</Words>
  <Application>Microsoft Office PowerPoint</Application>
  <PresentationFormat>On-screen Show (4:3)</PresentationFormat>
  <Paragraphs>246</Paragraphs>
  <Slides>66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66</vt:i4>
      </vt:variant>
    </vt:vector>
  </HeadingPairs>
  <TitlesOfParts>
    <vt:vector size="84" baseType="lpstr">
      <vt:lpstr>Arial</vt:lpstr>
      <vt:lpstr>Arial MT</vt:lpstr>
      <vt:lpstr>Calibri</vt:lpstr>
      <vt:lpstr>Calibri Light</vt:lpstr>
      <vt:lpstr>Cambria</vt:lpstr>
      <vt:lpstr>Comic Sans MS</vt:lpstr>
      <vt:lpstr>Courier New</vt:lpstr>
      <vt:lpstr>Helvetica</vt:lpstr>
      <vt:lpstr>Helvetica Light</vt:lpstr>
      <vt:lpstr>Helvetica Neue</vt:lpstr>
      <vt:lpstr>Microsoft Sans Serif</vt:lpstr>
      <vt:lpstr>Tahoma</vt:lpstr>
      <vt:lpstr>Trebuchet MS</vt:lpstr>
      <vt:lpstr>2_Office Theme</vt:lpstr>
      <vt:lpstr>11_Office Theme</vt:lpstr>
      <vt:lpstr>3_Office Theme</vt:lpstr>
      <vt:lpstr>4_Office Theme</vt:lpstr>
      <vt:lpstr>9_Office Theme</vt:lpstr>
      <vt:lpstr>Deep Neural Networks (AIML ZG511)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BITS</cp:lastModifiedBy>
  <cp:revision>325</cp:revision>
  <dcterms:modified xsi:type="dcterms:W3CDTF">2026-08-09T06:46:53Z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